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627"/>
        <p:cNvGrpSpPr/>
        <p:nvPr/>
      </p:nvGrpSpPr>
      <p:grpSpPr>
        <a:xfrm>
          <a:off x="0" y="0"/>
          <a:ext cx="0" cy="0"/>
        </a:xfrm>
      </p:grpSpPr>
      <p:sp>
        <p:nvSpPr>
          <p:cNvPr id="1628" name="Google Shape;1628;g2574187ba63_7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9" name="Google Shape;1629;g2574187ba63_7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2C90AAB-ABAA-4140-AB5A-4E34FFD7C99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656357F-98A7-4CE1-83BC-3A890E5F510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ED0CD42-859A-4351-8F10-2EE2A0B96A4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FAD6AA0-DC6A-44B0-AB9D-E10D1273ED8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DA2CD9F-2C43-4907-809F-005F155431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48AB080-133B-4D19-B226-7973DE295B8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64A99E9-B703-4122-BF43-068A681450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279BE0F-A535-491D-A25F-15D4A81B7CA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B8E27FA-9372-453E-808F-8CBF7C4DC9B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305841D-C7AB-4683-87DA-542EAF4F18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343A1E8-E573-4AA2-8599-7D272AC13BE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630"/>
        <p:cNvGrpSpPr/>
        <p:nvPr/>
      </p:nvGrpSpPr>
      <p:grpSpPr>
        <a:xfrm>
          <a:off x="0" y="0"/>
          <a:ext cx="0" cy="0"/>
        </a:xfrm>
      </p:grpSpPr>
      <p:grpSp>
        <p:nvGrpSpPr>
          <p:cNvPr id="1632" name="Google Shape;1632;p55"/>
          <p:cNvGrpSpPr/>
          <p:nvPr/>
        </p:nvGrpSpPr>
        <p:grpSpPr>
          <a:xfrm>
            <a:off x="5117640" y="3085736"/>
            <a:ext cx="474294" cy="551291"/>
            <a:chOff x="4727025" y="1332775"/>
            <a:chExt cx="59900" cy="69625"/>
          </a:xfrm>
        </p:grpSpPr>
        <p:sp>
          <p:nvSpPr>
            <p:cNvPr id="1633" name="Google Shape;1633;p55"/>
            <p:cNvSpPr/>
            <p:nvPr/>
          </p:nvSpPr>
          <p:spPr>
            <a:xfrm>
              <a:off x="4727025" y="1332775"/>
              <a:ext cx="36450" cy="33200"/>
            </a:xfrm>
            <a:custGeom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4" name="Google Shape;1634;p55"/>
            <p:cNvSpPr/>
            <p:nvPr/>
          </p:nvSpPr>
          <p:spPr>
            <a:xfrm>
              <a:off x="4750475" y="1369025"/>
              <a:ext cx="36450" cy="33375"/>
            </a:xfrm>
            <a:custGeom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35" name="Google Shape;1635;p55"/>
          <p:cNvGrpSpPr/>
          <p:nvPr/>
        </p:nvGrpSpPr>
        <p:grpSpPr>
          <a:xfrm>
            <a:off x="5731296" y="2314340"/>
            <a:ext cx="555653" cy="557031"/>
            <a:chOff x="4820425" y="1329900"/>
            <a:chExt cx="70175" cy="70350"/>
          </a:xfrm>
        </p:grpSpPr>
        <p:sp>
          <p:nvSpPr>
            <p:cNvPr id="1636" name="Google Shape;1636;p55"/>
            <p:cNvSpPr/>
            <p:nvPr/>
          </p:nvSpPr>
          <p:spPr>
            <a:xfrm>
              <a:off x="4862975" y="1335475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7" name="Google Shape;1637;p55"/>
            <p:cNvSpPr/>
            <p:nvPr/>
          </p:nvSpPr>
          <p:spPr>
            <a:xfrm>
              <a:off x="4820425" y="1360000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8" name="Google Shape;1638;p55"/>
            <p:cNvSpPr/>
            <p:nvPr/>
          </p:nvSpPr>
          <p:spPr>
            <a:xfrm>
              <a:off x="4850375" y="1372800"/>
              <a:ext cx="34625" cy="27450"/>
            </a:xfrm>
            <a:custGeom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9" name="Google Shape;1639;p55"/>
            <p:cNvSpPr/>
            <p:nvPr/>
          </p:nvSpPr>
          <p:spPr>
            <a:xfrm>
              <a:off x="4825850" y="1329900"/>
              <a:ext cx="34625" cy="27975"/>
            </a:xfrm>
            <a:custGeom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0" name="Google Shape;1640;p55"/>
          <p:cNvGrpSpPr/>
          <p:nvPr/>
        </p:nvGrpSpPr>
        <p:grpSpPr>
          <a:xfrm>
            <a:off x="6357664" y="2318845"/>
            <a:ext cx="582574" cy="533871"/>
            <a:chOff x="4903200" y="1331525"/>
            <a:chExt cx="73575" cy="67425"/>
          </a:xfrm>
        </p:grpSpPr>
        <p:sp>
          <p:nvSpPr>
            <p:cNvPr id="1641" name="Google Shape;1641;p55"/>
            <p:cNvSpPr/>
            <p:nvPr/>
          </p:nvSpPr>
          <p:spPr>
            <a:xfrm>
              <a:off x="4903200" y="1331525"/>
              <a:ext cx="73575" cy="67425"/>
            </a:xfrm>
            <a:custGeom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2" name="Google Shape;1642;p55"/>
            <p:cNvSpPr/>
            <p:nvPr/>
          </p:nvSpPr>
          <p:spPr>
            <a:xfrm>
              <a:off x="4930250" y="1353150"/>
              <a:ext cx="29775" cy="32475"/>
            </a:xfrm>
            <a:custGeom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3" name="Google Shape;1643;p55"/>
          <p:cNvGrpSpPr/>
          <p:nvPr/>
        </p:nvGrpSpPr>
        <p:grpSpPr>
          <a:xfrm>
            <a:off x="5717142" y="3078709"/>
            <a:ext cx="583960" cy="565345"/>
            <a:chOff x="4815575" y="1416800"/>
            <a:chExt cx="73750" cy="71400"/>
          </a:xfrm>
        </p:grpSpPr>
        <p:sp>
          <p:nvSpPr>
            <p:cNvPr id="1644" name="Google Shape;1644;p55"/>
            <p:cNvSpPr/>
            <p:nvPr/>
          </p:nvSpPr>
          <p:spPr>
            <a:xfrm>
              <a:off x="4815575" y="1416800"/>
              <a:ext cx="43100" cy="52150"/>
            </a:xfrm>
            <a:custGeom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5" name="Google Shape;1645;p55"/>
            <p:cNvSpPr/>
            <p:nvPr/>
          </p:nvSpPr>
          <p:spPr>
            <a:xfrm>
              <a:off x="4861725" y="1421125"/>
              <a:ext cx="27600" cy="51250"/>
            </a:xfrm>
            <a:custGeom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6" name="Google Shape;1646;p55"/>
            <p:cNvSpPr/>
            <p:nvPr/>
          </p:nvSpPr>
          <p:spPr>
            <a:xfrm>
              <a:off x="4829450" y="1467825"/>
              <a:ext cx="49250" cy="20375"/>
            </a:xfrm>
            <a:custGeom>
              <a:rect l="l" t="t" r="r" b="b"/>
              <a:pathLst>
                <a:path w="1969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7" name="Google Shape;1647;p55"/>
          <p:cNvGrpSpPr/>
          <p:nvPr/>
        </p:nvGrpSpPr>
        <p:grpSpPr>
          <a:xfrm>
            <a:off x="6351924" y="3108896"/>
            <a:ext cx="589898" cy="504970"/>
            <a:chOff x="4902475" y="1418875"/>
            <a:chExt cx="74500" cy="63775"/>
          </a:xfrm>
        </p:grpSpPr>
        <p:sp>
          <p:nvSpPr>
            <p:cNvPr id="1648" name="Google Shape;1648;p55"/>
            <p:cNvSpPr/>
            <p:nvPr/>
          </p:nvSpPr>
          <p:spPr>
            <a:xfrm>
              <a:off x="4902475" y="1418875"/>
              <a:ext cx="74500" cy="63775"/>
            </a:xfrm>
            <a:custGeom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9" name="Google Shape;1649;p55"/>
            <p:cNvSpPr/>
            <p:nvPr/>
          </p:nvSpPr>
          <p:spPr>
            <a:xfrm>
              <a:off x="4916350" y="1418975"/>
              <a:ext cx="59725" cy="63675"/>
            </a:xfrm>
            <a:custGeom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0" name="Google Shape;1650;p55"/>
          <p:cNvGrpSpPr/>
          <p:nvPr/>
        </p:nvGrpSpPr>
        <p:grpSpPr>
          <a:xfrm>
            <a:off x="5727139" y="3826000"/>
            <a:ext cx="563967" cy="567127"/>
            <a:chOff x="4818100" y="1507675"/>
            <a:chExt cx="71225" cy="71625"/>
          </a:xfrm>
        </p:grpSpPr>
        <p:sp>
          <p:nvSpPr>
            <p:cNvPr id="1651" name="Google Shape;1651;p55"/>
            <p:cNvSpPr/>
            <p:nvPr/>
          </p:nvSpPr>
          <p:spPr>
            <a:xfrm>
              <a:off x="4818100" y="1507675"/>
              <a:ext cx="46000" cy="56300"/>
            </a:xfrm>
            <a:custGeom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2" name="Google Shape;1652;p55"/>
            <p:cNvSpPr/>
            <p:nvPr/>
          </p:nvSpPr>
          <p:spPr>
            <a:xfrm>
              <a:off x="4869825" y="1519575"/>
              <a:ext cx="19500" cy="23825"/>
            </a:xfrm>
            <a:custGeom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3" name="Google Shape;1653;p55"/>
            <p:cNvSpPr/>
            <p:nvPr/>
          </p:nvSpPr>
          <p:spPr>
            <a:xfrm>
              <a:off x="4857575" y="1547700"/>
              <a:ext cx="31575" cy="31600"/>
            </a:xfrm>
            <a:custGeom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4" name="Google Shape;1654;p55"/>
            <p:cNvSpPr/>
            <p:nvPr/>
          </p:nvSpPr>
          <p:spPr>
            <a:xfrm>
              <a:off x="4829800" y="1560150"/>
              <a:ext cx="23650" cy="18950"/>
            </a:xfrm>
            <a:custGeom>
              <a:rect l="l" t="t" r="r" b="b"/>
              <a:pathLst>
                <a:path w="944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5" name="Google Shape;1655;p55"/>
          <p:cNvGrpSpPr/>
          <p:nvPr/>
        </p:nvGrpSpPr>
        <p:grpSpPr>
          <a:xfrm>
            <a:off x="5040636" y="3829461"/>
            <a:ext cx="628301" cy="588505"/>
            <a:chOff x="4721450" y="1509475"/>
            <a:chExt cx="79350" cy="74325"/>
          </a:xfrm>
        </p:grpSpPr>
        <p:sp>
          <p:nvSpPr>
            <p:cNvPr id="1656" name="Google Shape;1656;p55"/>
            <p:cNvSpPr/>
            <p:nvPr/>
          </p:nvSpPr>
          <p:spPr>
            <a:xfrm>
              <a:off x="4729025" y="1509475"/>
              <a:ext cx="27050" cy="26725"/>
            </a:xfrm>
            <a:custGeom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7" name="Google Shape;1657;p55"/>
            <p:cNvSpPr/>
            <p:nvPr/>
          </p:nvSpPr>
          <p:spPr>
            <a:xfrm>
              <a:off x="4721450" y="1533275"/>
              <a:ext cx="32300" cy="42600"/>
            </a:xfrm>
            <a:custGeom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8" name="Google Shape;1658;p55"/>
            <p:cNvSpPr/>
            <p:nvPr/>
          </p:nvSpPr>
          <p:spPr>
            <a:xfrm>
              <a:off x="4750650" y="1551675"/>
              <a:ext cx="42950" cy="32125"/>
            </a:xfrm>
            <a:custGeom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9" name="Google Shape;1659;p55"/>
            <p:cNvSpPr/>
            <p:nvPr/>
          </p:nvSpPr>
          <p:spPr>
            <a:xfrm>
              <a:off x="4761300" y="1510025"/>
              <a:ext cx="39500" cy="44375"/>
            </a:xfrm>
            <a:custGeom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0" name="Google Shape;1660;p55"/>
          <p:cNvGrpSpPr/>
          <p:nvPr/>
        </p:nvGrpSpPr>
        <p:grpSpPr>
          <a:xfrm>
            <a:off x="6386170" y="3814027"/>
            <a:ext cx="557038" cy="562772"/>
            <a:chOff x="4906800" y="1507500"/>
            <a:chExt cx="70350" cy="71075"/>
          </a:xfrm>
        </p:grpSpPr>
        <p:sp>
          <p:nvSpPr>
            <p:cNvPr id="1661" name="Google Shape;1661;p55"/>
            <p:cNvSpPr/>
            <p:nvPr/>
          </p:nvSpPr>
          <p:spPr>
            <a:xfrm>
              <a:off x="4916000" y="1507500"/>
              <a:ext cx="30850" cy="24000"/>
            </a:xfrm>
            <a:custGeom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2" name="Google Shape;1662;p55"/>
            <p:cNvSpPr/>
            <p:nvPr/>
          </p:nvSpPr>
          <p:spPr>
            <a:xfrm>
              <a:off x="4906800" y="1533825"/>
              <a:ext cx="19675" cy="32475"/>
            </a:xfrm>
            <a:custGeom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3" name="Google Shape;1663;p55"/>
            <p:cNvSpPr/>
            <p:nvPr/>
          </p:nvSpPr>
          <p:spPr>
            <a:xfrm>
              <a:off x="4926625" y="1561950"/>
              <a:ext cx="30675" cy="16625"/>
            </a:xfrm>
            <a:custGeom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4" name="Google Shape;1664;p55"/>
            <p:cNvSpPr/>
            <p:nvPr/>
          </p:nvSpPr>
          <p:spPr>
            <a:xfrm>
              <a:off x="4957475" y="1541400"/>
              <a:ext cx="19675" cy="27800"/>
            </a:xfrm>
            <a:custGeom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5" name="Google Shape;1665;p55"/>
            <p:cNvSpPr/>
            <p:nvPr/>
          </p:nvSpPr>
          <p:spPr>
            <a:xfrm>
              <a:off x="4951325" y="1512550"/>
              <a:ext cx="24925" cy="26350"/>
            </a:xfrm>
            <a:custGeom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55"/>
          <p:cNvGrpSpPr/>
          <p:nvPr/>
        </p:nvGrpSpPr>
        <p:grpSpPr>
          <a:xfrm>
            <a:off x="4423778" y="2340963"/>
            <a:ext cx="517934" cy="517934"/>
            <a:chOff x="3736598" y="2170606"/>
            <a:chExt cx="404889" cy="404889"/>
          </a:xfrm>
        </p:grpSpPr>
        <p:sp>
          <p:nvSpPr>
            <p:cNvPr id="1667" name="Google Shape;1667;p55"/>
            <p:cNvSpPr/>
            <p:nvPr/>
          </p:nvSpPr>
          <p:spPr>
            <a:xfrm>
              <a:off x="3950281" y="2170846"/>
              <a:ext cx="191206" cy="231947"/>
            </a:xfrm>
            <a:custGeom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8" name="Google Shape;1668;p55"/>
            <p:cNvSpPr/>
            <p:nvPr/>
          </p:nvSpPr>
          <p:spPr>
            <a:xfrm>
              <a:off x="3737099" y="2170606"/>
              <a:ext cx="231947" cy="191446"/>
            </a:xfrm>
            <a:custGeom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9" name="Google Shape;1669;p55"/>
            <p:cNvSpPr/>
            <p:nvPr/>
          </p:nvSpPr>
          <p:spPr>
            <a:xfrm>
              <a:off x="3909539" y="2384027"/>
              <a:ext cx="231686" cy="191468"/>
            </a:xfrm>
            <a:custGeom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0" name="Google Shape;1670;p55"/>
            <p:cNvSpPr/>
            <p:nvPr/>
          </p:nvSpPr>
          <p:spPr>
            <a:xfrm>
              <a:off x="3736598" y="2343307"/>
              <a:ext cx="191707" cy="231686"/>
            </a:xfrm>
            <a:custGeom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1" name="Google Shape;1671;p55"/>
          <p:cNvGrpSpPr/>
          <p:nvPr/>
        </p:nvGrpSpPr>
        <p:grpSpPr>
          <a:xfrm>
            <a:off x="3690839" y="2341061"/>
            <a:ext cx="586986" cy="517740"/>
            <a:chOff x="3161917" y="2170682"/>
            <a:chExt cx="458870" cy="404737"/>
          </a:xfrm>
        </p:grpSpPr>
        <p:sp>
          <p:nvSpPr>
            <p:cNvPr id="1672" name="Google Shape;1672;p55"/>
            <p:cNvSpPr/>
            <p:nvPr/>
          </p:nvSpPr>
          <p:spPr>
            <a:xfrm>
              <a:off x="3161917" y="2170682"/>
              <a:ext cx="277174" cy="291676"/>
            </a:xfrm>
            <a:custGeom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3" name="Google Shape;1673;p55"/>
            <p:cNvSpPr/>
            <p:nvPr/>
          </p:nvSpPr>
          <p:spPr>
            <a:xfrm>
              <a:off x="3420326" y="2170922"/>
              <a:ext cx="200461" cy="302934"/>
            </a:xfrm>
            <a:custGeom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4" name="Google Shape;1674;p55"/>
            <p:cNvSpPr/>
            <p:nvPr/>
          </p:nvSpPr>
          <p:spPr>
            <a:xfrm>
              <a:off x="3233645" y="2417594"/>
              <a:ext cx="344393" cy="157825"/>
            </a:xfrm>
            <a:custGeom>
              <a:rect l="l" t="t" r="r" b="b"/>
              <a:pathLst>
                <a:path w="15816" h="7246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5" name="Google Shape;1675;p55"/>
          <p:cNvGrpSpPr/>
          <p:nvPr/>
        </p:nvGrpSpPr>
        <p:grpSpPr>
          <a:xfrm>
            <a:off x="3713860" y="3102400"/>
            <a:ext cx="540943" cy="517963"/>
            <a:chOff x="3179914" y="2889488"/>
            <a:chExt cx="422876" cy="404911"/>
          </a:xfrm>
        </p:grpSpPr>
        <p:sp>
          <p:nvSpPr>
            <p:cNvPr id="1676" name="Google Shape;1676;p55"/>
            <p:cNvSpPr/>
            <p:nvPr/>
          </p:nvSpPr>
          <p:spPr>
            <a:xfrm>
              <a:off x="3402328" y="2889749"/>
              <a:ext cx="163726" cy="157477"/>
            </a:xfrm>
            <a:custGeom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7" name="Google Shape;1677;p55"/>
            <p:cNvSpPr/>
            <p:nvPr/>
          </p:nvSpPr>
          <p:spPr>
            <a:xfrm>
              <a:off x="3467807" y="3000956"/>
              <a:ext cx="134983" cy="191707"/>
            </a:xfrm>
            <a:custGeom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8" name="Google Shape;1678;p55"/>
            <p:cNvSpPr/>
            <p:nvPr/>
          </p:nvSpPr>
          <p:spPr>
            <a:xfrm>
              <a:off x="3222637" y="2889488"/>
              <a:ext cx="198457" cy="149224"/>
            </a:xfrm>
            <a:custGeom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9" name="Google Shape;1679;p55"/>
            <p:cNvSpPr/>
            <p:nvPr/>
          </p:nvSpPr>
          <p:spPr>
            <a:xfrm>
              <a:off x="3179914" y="2991462"/>
              <a:ext cx="133960" cy="190205"/>
            </a:xfrm>
            <a:custGeom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0" name="Google Shape;1680;p55"/>
            <p:cNvSpPr/>
            <p:nvPr/>
          </p:nvSpPr>
          <p:spPr>
            <a:xfrm>
              <a:off x="3215887" y="3136661"/>
              <a:ext cx="162725" cy="157477"/>
            </a:xfrm>
            <a:custGeom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1" name="Google Shape;1681;p55"/>
            <p:cNvSpPr/>
            <p:nvPr/>
          </p:nvSpPr>
          <p:spPr>
            <a:xfrm>
              <a:off x="3359605" y="3146677"/>
              <a:ext cx="200439" cy="147722"/>
            </a:xfrm>
            <a:custGeom>
              <a:rect l="l" t="t" r="r" b="b"/>
              <a:pathLst>
                <a:path w="9205" h="6783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82" name="Google Shape;1682;p55"/>
          <p:cNvGrpSpPr/>
          <p:nvPr/>
        </p:nvGrpSpPr>
        <p:grpSpPr>
          <a:xfrm>
            <a:off x="4414654" y="3102358"/>
            <a:ext cx="536180" cy="518047"/>
            <a:chOff x="3729467" y="2889422"/>
            <a:chExt cx="419153" cy="404977"/>
          </a:xfrm>
        </p:grpSpPr>
        <p:sp>
          <p:nvSpPr>
            <p:cNvPr id="1683" name="Google Shape;1683;p55"/>
            <p:cNvSpPr/>
            <p:nvPr/>
          </p:nvSpPr>
          <p:spPr>
            <a:xfrm>
              <a:off x="4014137" y="2974913"/>
              <a:ext cx="134482" cy="178707"/>
            </a:xfrm>
            <a:custGeom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4" name="Google Shape;1684;p55"/>
            <p:cNvSpPr/>
            <p:nvPr/>
          </p:nvSpPr>
          <p:spPr>
            <a:xfrm>
              <a:off x="3741225" y="3095375"/>
              <a:ext cx="148963" cy="173460"/>
            </a:xfrm>
            <a:custGeom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5" name="Google Shape;1685;p55"/>
            <p:cNvSpPr/>
            <p:nvPr/>
          </p:nvSpPr>
          <p:spPr>
            <a:xfrm>
              <a:off x="3949660" y="2889684"/>
              <a:ext cx="146219" cy="145980"/>
            </a:xfrm>
            <a:custGeom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6" name="Google Shape;1686;p55"/>
            <p:cNvSpPr/>
            <p:nvPr/>
          </p:nvSpPr>
          <p:spPr>
            <a:xfrm>
              <a:off x="3847947" y="3172089"/>
              <a:ext cx="167210" cy="122310"/>
            </a:xfrm>
            <a:custGeom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7" name="Google Shape;1687;p55"/>
            <p:cNvSpPr/>
            <p:nvPr/>
          </p:nvSpPr>
          <p:spPr>
            <a:xfrm>
              <a:off x="3974658" y="3122616"/>
              <a:ext cx="158457" cy="151206"/>
            </a:xfrm>
            <a:custGeom>
              <a:rect l="l" t="t" r="r" b="b"/>
              <a:pathLst>
                <a:path w="7277" h="6943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8" name="Google Shape;1688;p55"/>
            <p:cNvSpPr/>
            <p:nvPr/>
          </p:nvSpPr>
          <p:spPr>
            <a:xfrm>
              <a:off x="3729467" y="2966660"/>
              <a:ext cx="138990" cy="158718"/>
            </a:xfrm>
            <a:custGeom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9" name="Google Shape;1689;p55"/>
            <p:cNvSpPr/>
            <p:nvPr/>
          </p:nvSpPr>
          <p:spPr>
            <a:xfrm>
              <a:off x="3787716" y="2889422"/>
              <a:ext cx="180449" cy="139229"/>
            </a:xfrm>
            <a:custGeom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0" name="Google Shape;1690;p55"/>
          <p:cNvGrpSpPr/>
          <p:nvPr/>
        </p:nvGrpSpPr>
        <p:grpSpPr>
          <a:xfrm>
            <a:off x="1951688" y="3445787"/>
            <a:ext cx="965351" cy="134611"/>
            <a:chOff x="4411970" y="2962952"/>
            <a:chExt cx="706544" cy="104212"/>
          </a:xfrm>
        </p:grpSpPr>
        <p:sp>
          <p:nvSpPr>
            <p:cNvPr id="1691" name="Google Shape;1691;p55"/>
            <p:cNvSpPr/>
            <p:nvPr/>
          </p:nvSpPr>
          <p:spPr>
            <a:xfrm>
              <a:off x="4583864" y="2962952"/>
              <a:ext cx="534651" cy="104077"/>
            </a:xfrm>
            <a:custGeom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2" name="Google Shape;1692;p55"/>
            <p:cNvSpPr/>
            <p:nvPr/>
          </p:nvSpPr>
          <p:spPr>
            <a:xfrm>
              <a:off x="4411970" y="2963088"/>
              <a:ext cx="124124" cy="104077"/>
            </a:xfrm>
            <a:custGeom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3" name="Google Shape;1693;p55"/>
            <p:cNvSpPr/>
            <p:nvPr/>
          </p:nvSpPr>
          <p:spPr>
            <a:xfrm>
              <a:off x="4496946" y="2963133"/>
              <a:ext cx="79920" cy="104031"/>
            </a:xfrm>
            <a:custGeom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4" name="Google Shape;1694;p55"/>
            <p:cNvSpPr/>
            <p:nvPr/>
          </p:nvSpPr>
          <p:spPr>
            <a:xfrm>
              <a:off x="4537628" y="2963133"/>
              <a:ext cx="79965" cy="104031"/>
            </a:xfrm>
            <a:custGeom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5" name="Google Shape;1695;p55"/>
          <p:cNvGrpSpPr/>
          <p:nvPr/>
        </p:nvGrpSpPr>
        <p:grpSpPr>
          <a:xfrm>
            <a:off x="1951688" y="3041077"/>
            <a:ext cx="960158" cy="289172"/>
            <a:chOff x="4411970" y="2726085"/>
            <a:chExt cx="643107" cy="193659"/>
          </a:xfrm>
        </p:grpSpPr>
        <p:sp>
          <p:nvSpPr>
            <p:cNvPr id="1696" name="Google Shape;1696;p55"/>
            <p:cNvSpPr/>
            <p:nvPr/>
          </p:nvSpPr>
          <p:spPr>
            <a:xfrm>
              <a:off x="4411970" y="2726085"/>
              <a:ext cx="118796" cy="193659"/>
            </a:xfrm>
            <a:custGeom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7" name="Google Shape;1697;p55"/>
            <p:cNvSpPr/>
            <p:nvPr/>
          </p:nvSpPr>
          <p:spPr>
            <a:xfrm>
              <a:off x="4426058" y="2791601"/>
              <a:ext cx="36167" cy="62627"/>
            </a:xfrm>
            <a:custGeom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8" name="Google Shape;1698;p55"/>
            <p:cNvSpPr/>
            <p:nvPr/>
          </p:nvSpPr>
          <p:spPr>
            <a:xfrm>
              <a:off x="4456806" y="2743875"/>
              <a:ext cx="598271" cy="157989"/>
            </a:xfrm>
            <a:custGeom>
              <a:rect l="l" t="t" r="r" b="b"/>
              <a:pathLst>
                <a:path w="13249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9" name="Google Shape;1699;p55"/>
          <p:cNvGrpSpPr/>
          <p:nvPr/>
        </p:nvGrpSpPr>
        <p:grpSpPr>
          <a:xfrm>
            <a:off x="960185" y="3295400"/>
            <a:ext cx="811503" cy="252584"/>
            <a:chOff x="4411970" y="4340222"/>
            <a:chExt cx="779467" cy="242683"/>
          </a:xfrm>
        </p:grpSpPr>
        <p:sp>
          <p:nvSpPr>
            <p:cNvPr id="1700" name="Google Shape;1700;p55"/>
            <p:cNvSpPr/>
            <p:nvPr/>
          </p:nvSpPr>
          <p:spPr>
            <a:xfrm>
              <a:off x="4411970" y="4340222"/>
              <a:ext cx="121370" cy="121370"/>
            </a:xfrm>
            <a:custGeom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1" name="Google Shape;1701;p55"/>
            <p:cNvSpPr/>
            <p:nvPr/>
          </p:nvSpPr>
          <p:spPr>
            <a:xfrm>
              <a:off x="4457032" y="4385284"/>
              <a:ext cx="152661" cy="152615"/>
            </a:xfrm>
            <a:custGeom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2" name="Google Shape;1702;p55"/>
            <p:cNvSpPr/>
            <p:nvPr/>
          </p:nvSpPr>
          <p:spPr>
            <a:xfrm>
              <a:off x="4533392" y="4383749"/>
              <a:ext cx="658046" cy="199155"/>
            </a:xfrm>
            <a:custGeom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03" name="Google Shape;1703;p55"/>
          <p:cNvGrpSpPr/>
          <p:nvPr/>
        </p:nvGrpSpPr>
        <p:grpSpPr>
          <a:xfrm>
            <a:off x="1951688" y="2709308"/>
            <a:ext cx="965160" cy="216230"/>
            <a:chOff x="4411970" y="2468674"/>
            <a:chExt cx="747317" cy="167425"/>
          </a:xfrm>
        </p:grpSpPr>
        <p:sp>
          <p:nvSpPr>
            <p:cNvPr id="1704" name="Google Shape;1704;p55"/>
            <p:cNvSpPr/>
            <p:nvPr/>
          </p:nvSpPr>
          <p:spPr>
            <a:xfrm>
              <a:off x="4411970" y="2468674"/>
              <a:ext cx="216235" cy="167425"/>
            </a:xfrm>
            <a:custGeom>
              <a:rect l="l" t="t" r="r" b="b"/>
              <a:pathLst>
                <a:path w="4789" h="3707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5" name="Google Shape;1705;p55"/>
            <p:cNvSpPr/>
            <p:nvPr/>
          </p:nvSpPr>
          <p:spPr>
            <a:xfrm>
              <a:off x="4564629" y="2468674"/>
              <a:ext cx="594658" cy="167425"/>
            </a:xfrm>
            <a:custGeom>
              <a:rect l="l" t="t" r="r" b="b"/>
              <a:pathLst>
                <a:path w="13170" h="3707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55"/>
          <p:cNvSpPr/>
          <p:nvPr/>
        </p:nvSpPr>
        <p:spPr>
          <a:xfrm>
            <a:off x="958435" y="3014089"/>
            <a:ext cx="810618" cy="192983"/>
          </a:xfrm>
          <a:custGeom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07" name="Google Shape;1707;p55"/>
          <p:cNvGrpSpPr/>
          <p:nvPr/>
        </p:nvGrpSpPr>
        <p:grpSpPr>
          <a:xfrm>
            <a:off x="959254" y="2334687"/>
            <a:ext cx="1959041" cy="208784"/>
            <a:chOff x="6336019" y="3733725"/>
            <a:chExt cx="2566206" cy="351310"/>
          </a:xfrm>
        </p:grpSpPr>
        <p:sp>
          <p:nvSpPr>
            <p:cNvPr id="1708" name="Google Shape;1708;p55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9" name="Google Shape;1709;p55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0" name="Google Shape;1710;p55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1" name="Google Shape;1711;p55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2" name="Google Shape;1712;p55"/>
          <p:cNvGrpSpPr/>
          <p:nvPr/>
        </p:nvGrpSpPr>
        <p:grpSpPr>
          <a:xfrm>
            <a:off x="1951688" y="3950602"/>
            <a:ext cx="946551" cy="153200"/>
            <a:chOff x="4404545" y="3301592"/>
            <a:chExt cx="782403" cy="129272"/>
          </a:xfrm>
        </p:grpSpPr>
        <p:sp>
          <p:nvSpPr>
            <p:cNvPr id="1713" name="Google Shape;1713;p55"/>
            <p:cNvSpPr/>
            <p:nvPr/>
          </p:nvSpPr>
          <p:spPr>
            <a:xfrm>
              <a:off x="4404545" y="3301592"/>
              <a:ext cx="782403" cy="129272"/>
            </a:xfrm>
            <a:custGeom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4" name="Google Shape;1714;p55"/>
            <p:cNvSpPr/>
            <p:nvPr/>
          </p:nvSpPr>
          <p:spPr>
            <a:xfrm>
              <a:off x="4420869" y="3318308"/>
              <a:ext cx="92621" cy="95856"/>
            </a:xfrm>
            <a:custGeom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5" name="Google Shape;1715;p55"/>
          <p:cNvGrpSpPr/>
          <p:nvPr/>
        </p:nvGrpSpPr>
        <p:grpSpPr>
          <a:xfrm>
            <a:off x="1951688" y="3695937"/>
            <a:ext cx="962257" cy="139127"/>
            <a:chOff x="4411970" y="3131459"/>
            <a:chExt cx="710520" cy="117397"/>
          </a:xfrm>
        </p:grpSpPr>
        <p:sp>
          <p:nvSpPr>
            <p:cNvPr id="1716" name="Google Shape;1716;p55"/>
            <p:cNvSpPr/>
            <p:nvPr/>
          </p:nvSpPr>
          <p:spPr>
            <a:xfrm>
              <a:off x="4411970" y="3131459"/>
              <a:ext cx="710520" cy="117397"/>
            </a:xfrm>
            <a:custGeom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7" name="Google Shape;1717;p55"/>
            <p:cNvSpPr/>
            <p:nvPr/>
          </p:nvSpPr>
          <p:spPr>
            <a:xfrm>
              <a:off x="4411970" y="3131459"/>
              <a:ext cx="168012" cy="117397"/>
            </a:xfrm>
            <a:custGeom>
              <a:rect l="l" t="t" r="r" b="b"/>
              <a:pathLst>
                <a:path w="3720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18" name="Google Shape;1718;p55" descr="Timeline background shape"/>
          <p:cNvSpPr/>
          <p:nvPr/>
        </p:nvSpPr>
        <p:spPr>
          <a:xfrm>
            <a:off x="1951688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19" name="Google Shape;1719;p55"/>
          <p:cNvGrpSpPr/>
          <p:nvPr/>
        </p:nvGrpSpPr>
        <p:grpSpPr>
          <a:xfrm>
            <a:off x="951833" y="3621603"/>
            <a:ext cx="823838" cy="458988"/>
            <a:chOff x="4411970" y="1801825"/>
            <a:chExt cx="734586" cy="409262"/>
          </a:xfrm>
        </p:grpSpPr>
        <p:sp>
          <p:nvSpPr>
            <p:cNvPr id="1720" name="Google Shape;1720;p55"/>
            <p:cNvSpPr/>
            <p:nvPr/>
          </p:nvSpPr>
          <p:spPr>
            <a:xfrm>
              <a:off x="4411970" y="1801825"/>
              <a:ext cx="734586" cy="409262"/>
            </a:xfrm>
            <a:custGeom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1" name="Google Shape;1721;p55"/>
            <p:cNvSpPr/>
            <p:nvPr/>
          </p:nvSpPr>
          <p:spPr>
            <a:xfrm>
              <a:off x="4411970" y="1801825"/>
              <a:ext cx="184087" cy="330923"/>
            </a:xfrm>
            <a:custGeom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2" name="Google Shape;1722;p55"/>
          <p:cNvGrpSpPr/>
          <p:nvPr/>
        </p:nvGrpSpPr>
        <p:grpSpPr>
          <a:xfrm>
            <a:off x="3052863" y="2347055"/>
            <a:ext cx="529396" cy="509691"/>
            <a:chOff x="5681300" y="2527788"/>
            <a:chExt cx="805800" cy="805800"/>
          </a:xfrm>
        </p:grpSpPr>
        <p:sp>
          <p:nvSpPr>
            <p:cNvPr id="1723" name="Google Shape;1723;p55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4" name="Google Shape;1724;p55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5" name="Google Shape;1725;p55"/>
          <p:cNvGrpSpPr/>
          <p:nvPr/>
        </p:nvGrpSpPr>
        <p:grpSpPr>
          <a:xfrm>
            <a:off x="3051044" y="3094865"/>
            <a:ext cx="533033" cy="533033"/>
            <a:chOff x="4049800" y="640400"/>
            <a:chExt cx="858900" cy="858900"/>
          </a:xfrm>
        </p:grpSpPr>
        <p:sp>
          <p:nvSpPr>
            <p:cNvPr id="1726" name="Google Shape;17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7" name="Google Shape;17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8" name="Google Shape;1728;p55"/>
          <p:cNvGrpSpPr/>
          <p:nvPr/>
        </p:nvGrpSpPr>
        <p:grpSpPr>
          <a:xfrm>
            <a:off x="2976527" y="3772543"/>
            <a:ext cx="682068" cy="682068"/>
            <a:chOff x="5080188" y="927900"/>
            <a:chExt cx="961200" cy="961200"/>
          </a:xfrm>
        </p:grpSpPr>
        <p:sp>
          <p:nvSpPr>
            <p:cNvPr id="1729" name="Google Shape;1729;p55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0" name="Google Shape;1730;p55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1" name="Google Shape;1731;p55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2" name="Google Shape;1732;p55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3" name="Google Shape;1733;p55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4" name="Google Shape;1734;p55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5" name="Google Shape;1735;p55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6" name="Google Shape;1736;p55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37" name="Google Shape;1737;p55"/>
          <p:cNvGrpSpPr/>
          <p:nvPr/>
        </p:nvGrpSpPr>
        <p:grpSpPr>
          <a:xfrm>
            <a:off x="4440026" y="3869234"/>
            <a:ext cx="505650" cy="504006"/>
            <a:chOff x="6039282" y="1042577"/>
            <a:chExt cx="734315" cy="731929"/>
          </a:xfrm>
        </p:grpSpPr>
        <p:sp>
          <p:nvSpPr>
            <p:cNvPr id="1738" name="Google Shape;1738;p55"/>
            <p:cNvSpPr/>
            <p:nvPr/>
          </p:nvSpPr>
          <p:spPr>
            <a:xfrm>
              <a:off x="6045348" y="1300071"/>
              <a:ext cx="131951" cy="65352"/>
            </a:xfrm>
            <a:custGeom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9" name="Google Shape;1739;p55"/>
            <p:cNvSpPr/>
            <p:nvPr/>
          </p:nvSpPr>
          <p:spPr>
            <a:xfrm>
              <a:off x="6080342" y="1201250"/>
              <a:ext cx="127938" cy="96863"/>
            </a:xfrm>
            <a:custGeom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0" name="Google Shape;1740;p55"/>
            <p:cNvSpPr/>
            <p:nvPr/>
          </p:nvSpPr>
          <p:spPr>
            <a:xfrm>
              <a:off x="6144918" y="1121167"/>
              <a:ext cx="112541" cy="119145"/>
            </a:xfrm>
            <a:custGeom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1" name="Google Shape;1741;p55"/>
            <p:cNvSpPr/>
            <p:nvPr/>
          </p:nvSpPr>
          <p:spPr>
            <a:xfrm>
              <a:off x="6232449" y="1066723"/>
              <a:ext cx="86879" cy="130518"/>
            </a:xfrm>
            <a:custGeom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2" name="Google Shape;1742;p55"/>
            <p:cNvSpPr/>
            <p:nvPr/>
          </p:nvSpPr>
          <p:spPr>
            <a:xfrm>
              <a:off x="6335379" y="1042577"/>
              <a:ext cx="53284" cy="130518"/>
            </a:xfrm>
            <a:custGeom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3" name="Google Shape;1743;p55"/>
            <p:cNvSpPr/>
            <p:nvPr/>
          </p:nvSpPr>
          <p:spPr>
            <a:xfrm>
              <a:off x="6431682" y="1043229"/>
              <a:ext cx="56550" cy="131824"/>
            </a:xfrm>
            <a:custGeom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4" name="Google Shape;1744;p55"/>
            <p:cNvSpPr/>
            <p:nvPr/>
          </p:nvSpPr>
          <p:spPr>
            <a:xfrm>
              <a:off x="6500924" y="1070731"/>
              <a:ext cx="89678" cy="130612"/>
            </a:xfrm>
            <a:custGeom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5" name="Google Shape;1745;p55"/>
            <p:cNvSpPr/>
            <p:nvPr/>
          </p:nvSpPr>
          <p:spPr>
            <a:xfrm>
              <a:off x="6561580" y="1127973"/>
              <a:ext cx="114501" cy="117746"/>
            </a:xfrm>
            <a:custGeom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6" name="Google Shape;1746;p55"/>
            <p:cNvSpPr/>
            <p:nvPr/>
          </p:nvSpPr>
          <p:spPr>
            <a:xfrm>
              <a:off x="6636887" y="1310792"/>
              <a:ext cx="132697" cy="61996"/>
            </a:xfrm>
            <a:custGeom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7" name="Google Shape;1747;p55"/>
            <p:cNvSpPr/>
            <p:nvPr/>
          </p:nvSpPr>
          <p:spPr>
            <a:xfrm>
              <a:off x="6642953" y="1415020"/>
              <a:ext cx="130645" cy="47826"/>
            </a:xfrm>
            <a:custGeom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8" name="Google Shape;1748;p55"/>
            <p:cNvSpPr/>
            <p:nvPr/>
          </p:nvSpPr>
          <p:spPr>
            <a:xfrm>
              <a:off x="6622143" y="1485687"/>
              <a:ext cx="131951" cy="81388"/>
            </a:xfrm>
            <a:custGeom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9" name="Google Shape;1749;p55"/>
            <p:cNvSpPr/>
            <p:nvPr/>
          </p:nvSpPr>
          <p:spPr>
            <a:xfrm>
              <a:off x="6582390" y="1548895"/>
              <a:ext cx="121219" cy="108983"/>
            </a:xfrm>
            <a:custGeom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0" name="Google Shape;1750;p55"/>
            <p:cNvSpPr/>
            <p:nvPr/>
          </p:nvSpPr>
          <p:spPr>
            <a:xfrm>
              <a:off x="6526586" y="1599238"/>
              <a:ext cx="100316" cy="126510"/>
            </a:xfrm>
            <a:custGeom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1" name="Google Shape;1751;p55"/>
            <p:cNvSpPr/>
            <p:nvPr/>
          </p:nvSpPr>
          <p:spPr>
            <a:xfrm>
              <a:off x="6459957" y="1632893"/>
              <a:ext cx="70735" cy="132570"/>
            </a:xfrm>
            <a:custGeom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2" name="Google Shape;1752;p55"/>
            <p:cNvSpPr/>
            <p:nvPr/>
          </p:nvSpPr>
          <p:spPr>
            <a:xfrm>
              <a:off x="6379145" y="1646318"/>
              <a:ext cx="43859" cy="128188"/>
            </a:xfrm>
            <a:custGeom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3" name="Google Shape;1753;p55"/>
            <p:cNvSpPr/>
            <p:nvPr/>
          </p:nvSpPr>
          <p:spPr>
            <a:xfrm>
              <a:off x="6272109" y="1630842"/>
              <a:ext cx="74187" cy="131917"/>
            </a:xfrm>
            <a:custGeom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4" name="Google Shape;1754;p55"/>
            <p:cNvSpPr/>
            <p:nvPr/>
          </p:nvSpPr>
          <p:spPr>
            <a:xfrm>
              <a:off x="6177205" y="1595229"/>
              <a:ext cx="103769" cy="125205"/>
            </a:xfrm>
            <a:custGeom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5" name="Google Shape;1755;p55"/>
            <p:cNvSpPr/>
            <p:nvPr/>
          </p:nvSpPr>
          <p:spPr>
            <a:xfrm>
              <a:off x="6103205" y="1542835"/>
              <a:ext cx="123272" cy="106932"/>
            </a:xfrm>
            <a:custGeom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6" name="Google Shape;1756;p55"/>
            <p:cNvSpPr/>
            <p:nvPr/>
          </p:nvSpPr>
          <p:spPr>
            <a:xfrm>
              <a:off x="6055426" y="1478881"/>
              <a:ext cx="131951" cy="78777"/>
            </a:xfrm>
            <a:custGeom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7" name="Google Shape;1757;p55"/>
            <p:cNvSpPr/>
            <p:nvPr/>
          </p:nvSpPr>
          <p:spPr>
            <a:xfrm>
              <a:off x="6039282" y="1408308"/>
              <a:ext cx="129338" cy="43817"/>
            </a:xfrm>
            <a:custGeom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8" name="Google Shape;1758;p55"/>
            <p:cNvSpPr/>
            <p:nvPr/>
          </p:nvSpPr>
          <p:spPr>
            <a:xfrm>
              <a:off x="6608612" y="1210666"/>
              <a:ext cx="128685" cy="93507"/>
            </a:xfrm>
            <a:custGeom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59" name="Google Shape;1759;p55"/>
          <p:cNvGrpSpPr/>
          <p:nvPr/>
        </p:nvGrpSpPr>
        <p:grpSpPr>
          <a:xfrm>
            <a:off x="5052628" y="2298862"/>
            <a:ext cx="567744" cy="602136"/>
            <a:chOff x="1825800" y="1651625"/>
            <a:chExt cx="539989" cy="571775"/>
          </a:xfrm>
        </p:grpSpPr>
        <p:sp>
          <p:nvSpPr>
            <p:cNvPr id="1760" name="Google Shape;1760;p55"/>
            <p:cNvSpPr/>
            <p:nvPr/>
          </p:nvSpPr>
          <p:spPr>
            <a:xfrm>
              <a:off x="2093189" y="1651625"/>
              <a:ext cx="272600" cy="287950"/>
            </a:xfrm>
            <a:custGeom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1" name="Google Shape;1761;p55"/>
            <p:cNvSpPr/>
            <p:nvPr/>
          </p:nvSpPr>
          <p:spPr>
            <a:xfrm>
              <a:off x="1825800" y="1967150"/>
              <a:ext cx="231900" cy="233575"/>
            </a:xfrm>
            <a:custGeom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2" name="Google Shape;1762;p55"/>
            <p:cNvSpPr/>
            <p:nvPr/>
          </p:nvSpPr>
          <p:spPr>
            <a:xfrm>
              <a:off x="2093189" y="1967150"/>
              <a:ext cx="244350" cy="256250"/>
            </a:xfrm>
            <a:custGeom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3" name="Google Shape;1763;p55"/>
            <p:cNvSpPr/>
            <p:nvPr/>
          </p:nvSpPr>
          <p:spPr>
            <a:xfrm>
              <a:off x="1851375" y="1730300"/>
              <a:ext cx="206325" cy="209275"/>
            </a:xfrm>
            <a:custGeom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64" name="Google Shape;1764;p55"/>
          <p:cNvGrpSpPr/>
          <p:nvPr/>
        </p:nvGrpSpPr>
        <p:grpSpPr>
          <a:xfrm>
            <a:off x="3727557" y="3855579"/>
            <a:ext cx="508123" cy="507955"/>
            <a:chOff x="1897577" y="2802432"/>
            <a:chExt cx="492176" cy="492014"/>
          </a:xfrm>
        </p:grpSpPr>
        <p:sp>
          <p:nvSpPr>
            <p:cNvPr id="1765" name="Google Shape;1765;p55"/>
            <p:cNvSpPr/>
            <p:nvPr/>
          </p:nvSpPr>
          <p:spPr>
            <a:xfrm>
              <a:off x="2067309" y="2802432"/>
              <a:ext cx="152163" cy="136326"/>
            </a:xfrm>
            <a:custGeom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6" name="Google Shape;1766;p55"/>
            <p:cNvSpPr/>
            <p:nvPr/>
          </p:nvSpPr>
          <p:spPr>
            <a:xfrm>
              <a:off x="2179099" y="2814350"/>
              <a:ext cx="163452" cy="166049"/>
            </a:xfrm>
            <a:custGeom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7" name="Google Shape;1767;p55"/>
            <p:cNvSpPr/>
            <p:nvPr/>
          </p:nvSpPr>
          <p:spPr>
            <a:xfrm>
              <a:off x="2236848" y="3048492"/>
              <a:ext cx="152905" cy="144760"/>
            </a:xfrm>
            <a:custGeom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8" name="Google Shape;1768;p55"/>
            <p:cNvSpPr/>
            <p:nvPr/>
          </p:nvSpPr>
          <p:spPr>
            <a:xfrm>
              <a:off x="1944586" y="2814543"/>
              <a:ext cx="163097" cy="166226"/>
            </a:xfrm>
            <a:custGeom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9" name="Google Shape;1769;p55"/>
            <p:cNvSpPr/>
            <p:nvPr/>
          </p:nvSpPr>
          <p:spPr>
            <a:xfrm>
              <a:off x="2236848" y="2903562"/>
              <a:ext cx="152905" cy="144954"/>
            </a:xfrm>
            <a:custGeom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0" name="Google Shape;1770;p55"/>
            <p:cNvSpPr/>
            <p:nvPr/>
          </p:nvSpPr>
          <p:spPr>
            <a:xfrm>
              <a:off x="2179099" y="3116417"/>
              <a:ext cx="163452" cy="166242"/>
            </a:xfrm>
            <a:custGeom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1" name="Google Shape;1771;p55"/>
            <p:cNvSpPr/>
            <p:nvPr/>
          </p:nvSpPr>
          <p:spPr>
            <a:xfrm>
              <a:off x="1897577" y="2903933"/>
              <a:ext cx="152727" cy="144583"/>
            </a:xfrm>
            <a:custGeom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2" name="Google Shape;1772;p55"/>
            <p:cNvSpPr/>
            <p:nvPr/>
          </p:nvSpPr>
          <p:spPr>
            <a:xfrm>
              <a:off x="2067309" y="3158056"/>
              <a:ext cx="152163" cy="136390"/>
            </a:xfrm>
            <a:custGeom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3" name="Google Shape;1773;p55"/>
            <p:cNvSpPr/>
            <p:nvPr/>
          </p:nvSpPr>
          <p:spPr>
            <a:xfrm>
              <a:off x="1944586" y="3116046"/>
              <a:ext cx="163097" cy="166242"/>
            </a:xfrm>
            <a:custGeom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4" name="Google Shape;1774;p55"/>
            <p:cNvSpPr/>
            <p:nvPr/>
          </p:nvSpPr>
          <p:spPr>
            <a:xfrm>
              <a:off x="1897577" y="3048492"/>
              <a:ext cx="152727" cy="144390"/>
            </a:xfrm>
            <a:custGeom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5" name="Google Shape;1775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6" name="Google Shape;1776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77" name="Google Shape;1777;p55"/>
          <p:cNvGrpSpPr/>
          <p:nvPr/>
        </p:nvGrpSpPr>
        <p:grpSpPr>
          <a:xfrm>
            <a:off x="959087" y="4169123"/>
            <a:ext cx="809227" cy="200842"/>
            <a:chOff x="2013045" y="4813233"/>
            <a:chExt cx="921986" cy="228854"/>
          </a:xfrm>
        </p:grpSpPr>
        <p:sp>
          <p:nvSpPr>
            <p:cNvPr id="1778" name="Google Shape;1778;p55"/>
            <p:cNvSpPr/>
            <p:nvPr/>
          </p:nvSpPr>
          <p:spPr>
            <a:xfrm>
              <a:off x="2013045" y="4867370"/>
              <a:ext cx="921986" cy="174718"/>
            </a:xfrm>
            <a:custGeom>
              <a:rect l="l" t="t" r="r" b="b"/>
              <a:pathLst>
                <a:path w="138801" h="26302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9" name="Google Shape;1779;p55"/>
            <p:cNvSpPr/>
            <p:nvPr/>
          </p:nvSpPr>
          <p:spPr>
            <a:xfrm>
              <a:off x="2013045" y="4813233"/>
              <a:ext cx="316628" cy="174718"/>
            </a:xfrm>
            <a:custGeom>
              <a:rect l="l" t="t" r="r" b="b"/>
              <a:pathLst>
                <a:path w="47667" h="26302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80" name="Google Shape;1780;p55"/>
          <p:cNvGrpSpPr/>
          <p:nvPr/>
        </p:nvGrpSpPr>
        <p:grpSpPr>
          <a:xfrm>
            <a:off x="967547" y="2656004"/>
            <a:ext cx="792421" cy="269941"/>
            <a:chOff x="1046767" y="4756633"/>
            <a:chExt cx="859646" cy="292841"/>
          </a:xfrm>
        </p:grpSpPr>
        <p:sp>
          <p:nvSpPr>
            <p:cNvPr id="1781" name="Google Shape;1781;p55"/>
            <p:cNvSpPr/>
            <p:nvPr/>
          </p:nvSpPr>
          <p:spPr>
            <a:xfrm>
              <a:off x="1046767" y="4811593"/>
              <a:ext cx="859646" cy="237881"/>
            </a:xfrm>
            <a:custGeom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2" name="Google Shape;1782;p55"/>
            <p:cNvSpPr/>
            <p:nvPr/>
          </p:nvSpPr>
          <p:spPr>
            <a:xfrm>
              <a:off x="1046767" y="4983846"/>
              <a:ext cx="65628" cy="65628"/>
            </a:xfrm>
            <a:custGeom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3" name="Google Shape;1783;p55"/>
            <p:cNvSpPr/>
            <p:nvPr/>
          </p:nvSpPr>
          <p:spPr>
            <a:xfrm>
              <a:off x="1067279" y="4756633"/>
              <a:ext cx="179640" cy="179646"/>
            </a:xfrm>
            <a:custGeom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84" name="Google Shape;1784;p55"/>
          <p:cNvSpPr/>
          <p:nvPr/>
        </p:nvSpPr>
        <p:spPr>
          <a:xfrm>
            <a:off x="7401300" y="2350672"/>
            <a:ext cx="185410" cy="94006"/>
          </a:xfrm>
          <a:custGeom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5" name="Google Shape;1785;p55"/>
          <p:cNvSpPr/>
          <p:nvPr/>
        </p:nvSpPr>
        <p:spPr>
          <a:xfrm>
            <a:off x="7100754" y="2333075"/>
            <a:ext cx="171771" cy="129198"/>
          </a:xfrm>
          <a:custGeom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6" name="Google Shape;1786;p55"/>
          <p:cNvSpPr/>
          <p:nvPr/>
        </p:nvSpPr>
        <p:spPr>
          <a:xfrm>
            <a:off x="7723043" y="2339529"/>
            <a:ext cx="167813" cy="116777"/>
          </a:xfrm>
          <a:custGeom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7" name="Google Shape;1787;p55"/>
          <p:cNvSpPr/>
          <p:nvPr/>
        </p:nvSpPr>
        <p:spPr>
          <a:xfrm>
            <a:off x="8017748" y="2333075"/>
            <a:ext cx="163855" cy="129198"/>
          </a:xfrm>
          <a:custGeom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88" name="Google Shape;1788;p55"/>
          <p:cNvGrpSpPr/>
          <p:nvPr/>
        </p:nvGrpSpPr>
        <p:grpSpPr>
          <a:xfrm>
            <a:off x="7103403" y="2550562"/>
            <a:ext cx="166473" cy="141497"/>
            <a:chOff x="4660325" y="1866850"/>
            <a:chExt cx="68350" cy="58100"/>
          </a:xfrm>
        </p:grpSpPr>
        <p:sp>
          <p:nvSpPr>
            <p:cNvPr id="1789" name="Google Shape;1789;p55"/>
            <p:cNvSpPr/>
            <p:nvPr/>
          </p:nvSpPr>
          <p:spPr>
            <a:xfrm>
              <a:off x="466032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0" name="Google Shape;1790;p55"/>
            <p:cNvSpPr/>
            <p:nvPr/>
          </p:nvSpPr>
          <p:spPr>
            <a:xfrm>
              <a:off x="469097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1" name="Google Shape;1791;p55"/>
          <p:cNvGrpSpPr/>
          <p:nvPr/>
        </p:nvGrpSpPr>
        <p:grpSpPr>
          <a:xfrm>
            <a:off x="7412747" y="2576286"/>
            <a:ext cx="162515" cy="90049"/>
            <a:chOff x="4791775" y="1877500"/>
            <a:chExt cx="66725" cy="36975"/>
          </a:xfrm>
        </p:grpSpPr>
        <p:sp>
          <p:nvSpPr>
            <p:cNvPr id="1792" name="Google Shape;1792;p55"/>
            <p:cNvSpPr/>
            <p:nvPr/>
          </p:nvSpPr>
          <p:spPr>
            <a:xfrm>
              <a:off x="479177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3" name="Google Shape;1793;p55"/>
            <p:cNvSpPr/>
            <p:nvPr/>
          </p:nvSpPr>
          <p:spPr>
            <a:xfrm>
              <a:off x="482242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4" name="Google Shape;1794;p55"/>
          <p:cNvGrpSpPr/>
          <p:nvPr/>
        </p:nvGrpSpPr>
        <p:grpSpPr>
          <a:xfrm>
            <a:off x="7734460" y="2576286"/>
            <a:ext cx="144979" cy="90049"/>
            <a:chOff x="4923925" y="1877500"/>
            <a:chExt cx="59525" cy="36975"/>
          </a:xfrm>
        </p:grpSpPr>
        <p:sp>
          <p:nvSpPr>
            <p:cNvPr id="1795" name="Google Shape;1795;p55"/>
            <p:cNvSpPr/>
            <p:nvPr/>
          </p:nvSpPr>
          <p:spPr>
            <a:xfrm>
              <a:off x="492392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6" name="Google Shape;1796;p55"/>
            <p:cNvSpPr/>
            <p:nvPr/>
          </p:nvSpPr>
          <p:spPr>
            <a:xfrm>
              <a:off x="495457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7" name="Google Shape;1797;p55"/>
          <p:cNvGrpSpPr/>
          <p:nvPr/>
        </p:nvGrpSpPr>
        <p:grpSpPr>
          <a:xfrm>
            <a:off x="8028952" y="2558477"/>
            <a:ext cx="141447" cy="125667"/>
            <a:chOff x="5058450" y="1870100"/>
            <a:chExt cx="58075" cy="51600"/>
          </a:xfrm>
        </p:grpSpPr>
        <p:sp>
          <p:nvSpPr>
            <p:cNvPr id="1798" name="Google Shape;1798;p55"/>
            <p:cNvSpPr/>
            <p:nvPr/>
          </p:nvSpPr>
          <p:spPr>
            <a:xfrm>
              <a:off x="5058450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9" name="Google Shape;1799;p55"/>
            <p:cNvSpPr/>
            <p:nvPr/>
          </p:nvSpPr>
          <p:spPr>
            <a:xfrm>
              <a:off x="5090725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0" name="Google Shape;1800;p55"/>
          <p:cNvGrpSpPr/>
          <p:nvPr/>
        </p:nvGrpSpPr>
        <p:grpSpPr>
          <a:xfrm>
            <a:off x="7443466" y="2980885"/>
            <a:ext cx="101077" cy="107645"/>
            <a:chOff x="4811425" y="2065025"/>
            <a:chExt cx="41500" cy="44200"/>
          </a:xfrm>
        </p:grpSpPr>
        <p:sp>
          <p:nvSpPr>
            <p:cNvPr id="1801" name="Google Shape;1801;p55"/>
            <p:cNvSpPr/>
            <p:nvPr/>
          </p:nvSpPr>
          <p:spPr>
            <a:xfrm>
              <a:off x="4825300" y="2065025"/>
              <a:ext cx="27625" cy="44200"/>
            </a:xfrm>
            <a:custGeom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2" name="Google Shape;1802;p55"/>
            <p:cNvSpPr/>
            <p:nvPr/>
          </p:nvSpPr>
          <p:spPr>
            <a:xfrm>
              <a:off x="4811425" y="2072950"/>
              <a:ext cx="19850" cy="28350"/>
            </a:xfrm>
            <a:custGeom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3" name="Google Shape;1803;p55"/>
          <p:cNvGrpSpPr/>
          <p:nvPr/>
        </p:nvGrpSpPr>
        <p:grpSpPr>
          <a:xfrm>
            <a:off x="7735904" y="2981098"/>
            <a:ext cx="120867" cy="107218"/>
            <a:chOff x="4929875" y="2065025"/>
            <a:chExt cx="49625" cy="44025"/>
          </a:xfrm>
        </p:grpSpPr>
        <p:sp>
          <p:nvSpPr>
            <p:cNvPr id="1804" name="Google Shape;1804;p55"/>
            <p:cNvSpPr/>
            <p:nvPr/>
          </p:nvSpPr>
          <p:spPr>
            <a:xfrm>
              <a:off x="49500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5" name="Google Shape;1805;p55"/>
            <p:cNvSpPr/>
            <p:nvPr/>
          </p:nvSpPr>
          <p:spPr>
            <a:xfrm>
              <a:off x="49298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6" name="Google Shape;1806;p55"/>
          <p:cNvGrpSpPr/>
          <p:nvPr/>
        </p:nvGrpSpPr>
        <p:grpSpPr>
          <a:xfrm>
            <a:off x="8064572" y="2984112"/>
            <a:ext cx="70206" cy="101191"/>
            <a:chOff x="5083925" y="2066350"/>
            <a:chExt cx="28825" cy="41550"/>
          </a:xfrm>
        </p:grpSpPr>
        <p:sp>
          <p:nvSpPr>
            <p:cNvPr id="1807" name="Google Shape;1807;p55"/>
            <p:cNvSpPr/>
            <p:nvPr/>
          </p:nvSpPr>
          <p:spPr>
            <a:xfrm>
              <a:off x="5084050" y="2066350"/>
              <a:ext cx="28700" cy="41550"/>
            </a:xfrm>
            <a:custGeom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8" name="Google Shape;1808;p55"/>
            <p:cNvSpPr/>
            <p:nvPr/>
          </p:nvSpPr>
          <p:spPr>
            <a:xfrm>
              <a:off x="5083925" y="2081325"/>
              <a:ext cx="8800" cy="11600"/>
            </a:xfrm>
            <a:custGeom>
              <a:rect l="l" t="t" r="r" b="b"/>
              <a:pathLst>
                <a:path w="352" h="462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9" name="Google Shape;1809;p55"/>
          <p:cNvGrpSpPr/>
          <p:nvPr/>
        </p:nvGrpSpPr>
        <p:grpSpPr>
          <a:xfrm>
            <a:off x="7096126" y="2999759"/>
            <a:ext cx="181026" cy="69896"/>
            <a:chOff x="4659775" y="2072775"/>
            <a:chExt cx="74325" cy="28700"/>
          </a:xfrm>
        </p:grpSpPr>
        <p:sp>
          <p:nvSpPr>
            <p:cNvPr id="1810" name="Google Shape;1810;p55"/>
            <p:cNvSpPr/>
            <p:nvPr/>
          </p:nvSpPr>
          <p:spPr>
            <a:xfrm>
              <a:off x="4659775" y="2072775"/>
              <a:ext cx="38075" cy="28700"/>
            </a:xfrm>
            <a:custGeom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1" name="Google Shape;1811;p55"/>
            <p:cNvSpPr/>
            <p:nvPr/>
          </p:nvSpPr>
          <p:spPr>
            <a:xfrm>
              <a:off x="4691875" y="2072775"/>
              <a:ext cx="24550" cy="28700"/>
            </a:xfrm>
            <a:custGeom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2" name="Google Shape;1812;p55"/>
            <p:cNvSpPr/>
            <p:nvPr/>
          </p:nvSpPr>
          <p:spPr>
            <a:xfrm>
              <a:off x="4709350" y="2072775"/>
              <a:ext cx="24750" cy="28700"/>
            </a:xfrm>
            <a:custGeom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3" name="Google Shape;1813;p55"/>
          <p:cNvGrpSpPr/>
          <p:nvPr/>
        </p:nvGrpSpPr>
        <p:grpSpPr>
          <a:xfrm>
            <a:off x="8015982" y="2790324"/>
            <a:ext cx="167387" cy="89197"/>
            <a:chOff x="4662475" y="1976500"/>
            <a:chExt cx="68725" cy="36625"/>
          </a:xfrm>
        </p:grpSpPr>
        <p:sp>
          <p:nvSpPr>
            <p:cNvPr id="1814" name="Google Shape;1814;p55"/>
            <p:cNvSpPr/>
            <p:nvPr/>
          </p:nvSpPr>
          <p:spPr>
            <a:xfrm>
              <a:off x="4690800" y="1976500"/>
              <a:ext cx="40400" cy="36625"/>
            </a:xfrm>
            <a:custGeom>
              <a:rect l="l" t="t" r="r" b="b"/>
              <a:pathLst>
                <a:path w="1615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5" name="Google Shape;1815;p55"/>
            <p:cNvSpPr/>
            <p:nvPr/>
          </p:nvSpPr>
          <p:spPr>
            <a:xfrm>
              <a:off x="4674375" y="1991450"/>
              <a:ext cx="10675" cy="6700"/>
            </a:xfrm>
            <a:custGeom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6" name="Google Shape;1816;p55"/>
            <p:cNvSpPr/>
            <p:nvPr/>
          </p:nvSpPr>
          <p:spPr>
            <a:xfrm>
              <a:off x="4662475" y="1991450"/>
              <a:ext cx="5625" cy="6700"/>
            </a:xfrm>
            <a:custGeom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7" name="Google Shape;1817;p55"/>
          <p:cNvGrpSpPr/>
          <p:nvPr/>
        </p:nvGrpSpPr>
        <p:grpSpPr>
          <a:xfrm>
            <a:off x="7712887" y="2793764"/>
            <a:ext cx="166899" cy="82317"/>
            <a:chOff x="4920150" y="1977875"/>
            <a:chExt cx="68525" cy="33800"/>
          </a:xfrm>
        </p:grpSpPr>
        <p:sp>
          <p:nvSpPr>
            <p:cNvPr id="1818" name="Google Shape;1818;p55"/>
            <p:cNvSpPr/>
            <p:nvPr/>
          </p:nvSpPr>
          <p:spPr>
            <a:xfrm>
              <a:off x="4949175" y="1977875"/>
              <a:ext cx="39500" cy="33800"/>
            </a:xfrm>
            <a:custGeom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9" name="Google Shape;1819;p55"/>
            <p:cNvSpPr/>
            <p:nvPr/>
          </p:nvSpPr>
          <p:spPr>
            <a:xfrm>
              <a:off x="4931875" y="1991450"/>
              <a:ext cx="12825" cy="6700"/>
            </a:xfrm>
            <a:custGeom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0" name="Google Shape;1820;p55"/>
            <p:cNvSpPr/>
            <p:nvPr/>
          </p:nvSpPr>
          <p:spPr>
            <a:xfrm>
              <a:off x="4920150" y="1991450"/>
              <a:ext cx="9225" cy="6700"/>
            </a:xfrm>
            <a:custGeom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1" name="Google Shape;1821;p55"/>
          <p:cNvGrpSpPr/>
          <p:nvPr/>
        </p:nvGrpSpPr>
        <p:grpSpPr>
          <a:xfrm>
            <a:off x="7124044" y="3197682"/>
            <a:ext cx="125190" cy="127859"/>
            <a:chOff x="4676550" y="2160575"/>
            <a:chExt cx="51400" cy="52500"/>
          </a:xfrm>
        </p:grpSpPr>
        <p:sp>
          <p:nvSpPr>
            <p:cNvPr id="1822" name="Google Shape;1822;p55"/>
            <p:cNvSpPr/>
            <p:nvPr/>
          </p:nvSpPr>
          <p:spPr>
            <a:xfrm>
              <a:off x="4676550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3" name="Google Shape;1823;p55"/>
            <p:cNvSpPr/>
            <p:nvPr/>
          </p:nvSpPr>
          <p:spPr>
            <a:xfrm>
              <a:off x="4688275" y="2160575"/>
              <a:ext cx="27975" cy="52500"/>
            </a:xfrm>
            <a:custGeom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4" name="Google Shape;1824;p55"/>
            <p:cNvSpPr/>
            <p:nvPr/>
          </p:nvSpPr>
          <p:spPr>
            <a:xfrm>
              <a:off x="4700175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55"/>
          <p:cNvGrpSpPr/>
          <p:nvPr/>
        </p:nvGrpSpPr>
        <p:grpSpPr>
          <a:xfrm>
            <a:off x="7421302" y="3204714"/>
            <a:ext cx="145405" cy="113794"/>
            <a:chOff x="4768325" y="2163475"/>
            <a:chExt cx="59700" cy="46725"/>
          </a:xfrm>
        </p:grpSpPr>
        <p:sp>
          <p:nvSpPr>
            <p:cNvPr id="1826" name="Google Shape;1826;p55"/>
            <p:cNvSpPr/>
            <p:nvPr/>
          </p:nvSpPr>
          <p:spPr>
            <a:xfrm>
              <a:off x="4768325" y="2163475"/>
              <a:ext cx="35375" cy="46725"/>
            </a:xfrm>
            <a:custGeom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7" name="Google Shape;1827;p55"/>
            <p:cNvSpPr/>
            <p:nvPr/>
          </p:nvSpPr>
          <p:spPr>
            <a:xfrm>
              <a:off x="4792475" y="2163475"/>
              <a:ext cx="35550" cy="46725"/>
            </a:xfrm>
            <a:custGeom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28" name="Google Shape;1828;p55"/>
          <p:cNvSpPr/>
          <p:nvPr/>
        </p:nvSpPr>
        <p:spPr>
          <a:xfrm>
            <a:off x="7753257" y="3196221"/>
            <a:ext cx="86159" cy="130781"/>
          </a:xfrm>
          <a:custGeom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29" name="Google Shape;1829;p55"/>
          <p:cNvSpPr/>
          <p:nvPr/>
        </p:nvSpPr>
        <p:spPr>
          <a:xfrm>
            <a:off x="8025633" y="4203306"/>
            <a:ext cx="148084" cy="162989"/>
          </a:xfrm>
          <a:custGeom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0" name="Google Shape;1830;p55"/>
          <p:cNvSpPr/>
          <p:nvPr/>
        </p:nvSpPr>
        <p:spPr>
          <a:xfrm>
            <a:off x="7127089" y="3431527"/>
            <a:ext cx="119101" cy="163415"/>
          </a:xfrm>
          <a:custGeom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1" name="Google Shape;1831;p55"/>
          <p:cNvSpPr/>
          <p:nvPr/>
        </p:nvSpPr>
        <p:spPr>
          <a:xfrm>
            <a:off x="7095061" y="4219136"/>
            <a:ext cx="183157" cy="131329"/>
          </a:xfrm>
          <a:custGeom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2" name="Google Shape;1832;p55"/>
          <p:cNvSpPr/>
          <p:nvPr/>
        </p:nvSpPr>
        <p:spPr>
          <a:xfrm>
            <a:off x="7112384" y="3700780"/>
            <a:ext cx="148511" cy="112515"/>
          </a:xfrm>
          <a:custGeom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3" name="Google Shape;1833;p55"/>
          <p:cNvSpPr/>
          <p:nvPr/>
        </p:nvSpPr>
        <p:spPr>
          <a:xfrm>
            <a:off x="7746133" y="3682697"/>
            <a:ext cx="100408" cy="148681"/>
          </a:xfrm>
          <a:custGeom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34" name="Google Shape;1834;p55"/>
          <p:cNvGrpSpPr/>
          <p:nvPr/>
        </p:nvGrpSpPr>
        <p:grpSpPr>
          <a:xfrm>
            <a:off x="7437621" y="3459808"/>
            <a:ext cx="112768" cy="106853"/>
            <a:chOff x="4768575" y="2253950"/>
            <a:chExt cx="46300" cy="43875"/>
          </a:xfrm>
        </p:grpSpPr>
        <p:sp>
          <p:nvSpPr>
            <p:cNvPr id="1835" name="Google Shape;1835;p55"/>
            <p:cNvSpPr/>
            <p:nvPr/>
          </p:nvSpPr>
          <p:spPr>
            <a:xfrm>
              <a:off x="4785700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6" name="Google Shape;1836;p55"/>
            <p:cNvSpPr/>
            <p:nvPr/>
          </p:nvSpPr>
          <p:spPr>
            <a:xfrm>
              <a:off x="4768575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37" name="Google Shape;1837;p55"/>
          <p:cNvGrpSpPr/>
          <p:nvPr/>
        </p:nvGrpSpPr>
        <p:grpSpPr>
          <a:xfrm>
            <a:off x="7737243" y="3948834"/>
            <a:ext cx="118187" cy="146246"/>
            <a:chOff x="4960900" y="2433225"/>
            <a:chExt cx="48525" cy="60050"/>
          </a:xfrm>
        </p:grpSpPr>
        <p:sp>
          <p:nvSpPr>
            <p:cNvPr id="1838" name="Google Shape;1838;p55"/>
            <p:cNvSpPr/>
            <p:nvPr/>
          </p:nvSpPr>
          <p:spPr>
            <a:xfrm>
              <a:off x="4974225" y="2433225"/>
              <a:ext cx="35200" cy="60050"/>
            </a:xfrm>
            <a:custGeom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9" name="Google Shape;1839;p55"/>
            <p:cNvSpPr/>
            <p:nvPr/>
          </p:nvSpPr>
          <p:spPr>
            <a:xfrm>
              <a:off x="4960900" y="2433225"/>
              <a:ext cx="35175" cy="60050"/>
            </a:xfrm>
            <a:custGeom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40" name="Google Shape;1840;p55"/>
          <p:cNvGrpSpPr/>
          <p:nvPr/>
        </p:nvGrpSpPr>
        <p:grpSpPr>
          <a:xfrm>
            <a:off x="7425808" y="4212895"/>
            <a:ext cx="136394" cy="143810"/>
            <a:chOff x="4854075" y="2527625"/>
            <a:chExt cx="56000" cy="59050"/>
          </a:xfrm>
        </p:grpSpPr>
        <p:sp>
          <p:nvSpPr>
            <p:cNvPr id="1841" name="Google Shape;1841;p55"/>
            <p:cNvSpPr/>
            <p:nvPr/>
          </p:nvSpPr>
          <p:spPr>
            <a:xfrm>
              <a:off x="4872325" y="2527625"/>
              <a:ext cx="37750" cy="59050"/>
            </a:xfrm>
            <a:custGeom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2" name="Google Shape;1842;p55"/>
            <p:cNvSpPr/>
            <p:nvPr/>
          </p:nvSpPr>
          <p:spPr>
            <a:xfrm>
              <a:off x="4854075" y="2539100"/>
              <a:ext cx="26075" cy="35875"/>
            </a:xfrm>
            <a:custGeom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43" name="Google Shape;1843;p55"/>
          <p:cNvSpPr/>
          <p:nvPr/>
        </p:nvSpPr>
        <p:spPr>
          <a:xfrm>
            <a:off x="7441061" y="3955623"/>
            <a:ext cx="105888" cy="132668"/>
          </a:xfrm>
          <a:custGeom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4" name="Google Shape;1844;p55"/>
          <p:cNvSpPr/>
          <p:nvPr/>
        </p:nvSpPr>
        <p:spPr>
          <a:xfrm>
            <a:off x="8019727" y="3195277"/>
            <a:ext cx="159897" cy="132668"/>
          </a:xfrm>
          <a:custGeom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5" name="Google Shape;1845;p55"/>
          <p:cNvSpPr/>
          <p:nvPr/>
        </p:nvSpPr>
        <p:spPr>
          <a:xfrm>
            <a:off x="7118991" y="3955623"/>
            <a:ext cx="135298" cy="132668"/>
          </a:xfrm>
          <a:custGeom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46" name="Google Shape;1846;p55"/>
          <p:cNvGrpSpPr/>
          <p:nvPr/>
        </p:nvGrpSpPr>
        <p:grpSpPr>
          <a:xfrm>
            <a:off x="8050020" y="3676639"/>
            <a:ext cx="99312" cy="160797"/>
            <a:chOff x="5059700" y="2334775"/>
            <a:chExt cx="40775" cy="66025"/>
          </a:xfrm>
        </p:grpSpPr>
        <p:sp>
          <p:nvSpPr>
            <p:cNvPr id="1847" name="Google Shape;1847;p55"/>
            <p:cNvSpPr/>
            <p:nvPr/>
          </p:nvSpPr>
          <p:spPr>
            <a:xfrm>
              <a:off x="5059700" y="2334775"/>
              <a:ext cx="12475" cy="10525"/>
            </a:xfrm>
            <a:custGeom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8" name="Google Shape;1848;p55"/>
            <p:cNvSpPr/>
            <p:nvPr/>
          </p:nvSpPr>
          <p:spPr>
            <a:xfrm>
              <a:off x="5059700" y="2348650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9" name="Google Shape;1849;p55"/>
            <p:cNvSpPr/>
            <p:nvPr/>
          </p:nvSpPr>
          <p:spPr>
            <a:xfrm>
              <a:off x="50597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0" name="Google Shape;1850;p55"/>
            <p:cNvSpPr/>
            <p:nvPr/>
          </p:nvSpPr>
          <p:spPr>
            <a:xfrm>
              <a:off x="5059700" y="2376400"/>
              <a:ext cx="12475" cy="10500"/>
            </a:xfrm>
            <a:custGeom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1" name="Google Shape;1851;p55"/>
            <p:cNvSpPr/>
            <p:nvPr/>
          </p:nvSpPr>
          <p:spPr>
            <a:xfrm>
              <a:off x="5059700" y="2390125"/>
              <a:ext cx="12475" cy="10675"/>
            </a:xfrm>
            <a:custGeom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2" name="Google Shape;1852;p55"/>
            <p:cNvSpPr/>
            <p:nvPr/>
          </p:nvSpPr>
          <p:spPr>
            <a:xfrm>
              <a:off x="5073950" y="2348650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3" name="Google Shape;1853;p55"/>
            <p:cNvSpPr/>
            <p:nvPr/>
          </p:nvSpPr>
          <p:spPr>
            <a:xfrm>
              <a:off x="5073950" y="2362525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4" name="Google Shape;1854;p55"/>
            <p:cNvSpPr/>
            <p:nvPr/>
          </p:nvSpPr>
          <p:spPr>
            <a:xfrm>
              <a:off x="5074000" y="2376400"/>
              <a:ext cx="12225" cy="10500"/>
            </a:xfrm>
            <a:custGeom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5" name="Google Shape;1855;p55"/>
            <p:cNvSpPr/>
            <p:nvPr/>
          </p:nvSpPr>
          <p:spPr>
            <a:xfrm>
              <a:off x="50880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6" name="Google Shape;1856;p55"/>
          <p:cNvGrpSpPr/>
          <p:nvPr/>
        </p:nvGrpSpPr>
        <p:grpSpPr>
          <a:xfrm>
            <a:off x="8007184" y="3941771"/>
            <a:ext cx="184984" cy="160371"/>
            <a:chOff x="5037700" y="2430325"/>
            <a:chExt cx="75950" cy="65850"/>
          </a:xfrm>
        </p:grpSpPr>
        <p:sp>
          <p:nvSpPr>
            <p:cNvPr id="1857" name="Google Shape;1857;p55"/>
            <p:cNvSpPr/>
            <p:nvPr/>
          </p:nvSpPr>
          <p:spPr>
            <a:xfrm>
              <a:off x="5059700" y="2430325"/>
              <a:ext cx="53950" cy="65850"/>
            </a:xfrm>
            <a:custGeom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8" name="Google Shape;1858;p55"/>
            <p:cNvSpPr/>
            <p:nvPr/>
          </p:nvSpPr>
          <p:spPr>
            <a:xfrm>
              <a:off x="5037700" y="2430325"/>
              <a:ext cx="34100" cy="65850"/>
            </a:xfrm>
            <a:custGeom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55"/>
          <p:cNvGrpSpPr/>
          <p:nvPr/>
        </p:nvGrpSpPr>
        <p:grpSpPr>
          <a:xfrm>
            <a:off x="7426689" y="3708223"/>
            <a:ext cx="173014" cy="97629"/>
            <a:chOff x="4756975" y="2341800"/>
            <a:chExt cx="91975" cy="51925"/>
          </a:xfrm>
        </p:grpSpPr>
        <p:sp>
          <p:nvSpPr>
            <p:cNvPr id="1860" name="Google Shape;1860;p55"/>
            <p:cNvSpPr/>
            <p:nvPr/>
          </p:nvSpPr>
          <p:spPr>
            <a:xfrm>
              <a:off x="4756975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1" name="Google Shape;1861;p55"/>
            <p:cNvSpPr/>
            <p:nvPr/>
          </p:nvSpPr>
          <p:spPr>
            <a:xfrm>
              <a:off x="4777350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2" name="Google Shape;1862;p55"/>
            <p:cNvSpPr/>
            <p:nvPr/>
          </p:nvSpPr>
          <p:spPr>
            <a:xfrm>
              <a:off x="4797725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3" name="Google Shape;1863;p55"/>
            <p:cNvSpPr/>
            <p:nvPr/>
          </p:nvSpPr>
          <p:spPr>
            <a:xfrm>
              <a:off x="4818100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4" name="Google Shape;1864;p55"/>
            <p:cNvSpPr/>
            <p:nvPr/>
          </p:nvSpPr>
          <p:spPr>
            <a:xfrm>
              <a:off x="4768675" y="2352625"/>
              <a:ext cx="8875" cy="9025"/>
            </a:xfrm>
            <a:custGeom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5" name="Google Shape;1865;p55"/>
            <p:cNvSpPr/>
            <p:nvPr/>
          </p:nvSpPr>
          <p:spPr>
            <a:xfrm>
              <a:off x="4787425" y="2352625"/>
              <a:ext cx="10500" cy="9125"/>
            </a:xfrm>
            <a:custGeom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6" name="Google Shape;1866;p55"/>
            <p:cNvSpPr/>
            <p:nvPr/>
          </p:nvSpPr>
          <p:spPr>
            <a:xfrm>
              <a:off x="4809250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7" name="Google Shape;1867;p55"/>
            <p:cNvSpPr/>
            <p:nvPr/>
          </p:nvSpPr>
          <p:spPr>
            <a:xfrm>
              <a:off x="4829625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8" name="Google Shape;1868;p55"/>
            <p:cNvSpPr/>
            <p:nvPr/>
          </p:nvSpPr>
          <p:spPr>
            <a:xfrm>
              <a:off x="4777350" y="2363250"/>
              <a:ext cx="10650" cy="9025"/>
            </a:xfrm>
            <a:custGeom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9" name="Google Shape;1869;p55"/>
            <p:cNvSpPr/>
            <p:nvPr/>
          </p:nvSpPr>
          <p:spPr>
            <a:xfrm>
              <a:off x="479772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0" name="Google Shape;1870;p55"/>
            <p:cNvSpPr/>
            <p:nvPr/>
          </p:nvSpPr>
          <p:spPr>
            <a:xfrm>
              <a:off x="4818100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1" name="Google Shape;1871;p55"/>
            <p:cNvSpPr/>
            <p:nvPr/>
          </p:nvSpPr>
          <p:spPr>
            <a:xfrm>
              <a:off x="483847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2" name="Google Shape;1872;p55"/>
            <p:cNvSpPr/>
            <p:nvPr/>
          </p:nvSpPr>
          <p:spPr>
            <a:xfrm>
              <a:off x="4768675" y="2374075"/>
              <a:ext cx="8875" cy="9050"/>
            </a:xfrm>
            <a:custGeom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3" name="Google Shape;1873;p55"/>
            <p:cNvSpPr/>
            <p:nvPr/>
          </p:nvSpPr>
          <p:spPr>
            <a:xfrm>
              <a:off x="4787425" y="2374075"/>
              <a:ext cx="10500" cy="9150"/>
            </a:xfrm>
            <a:custGeom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4" name="Google Shape;1874;p55"/>
            <p:cNvSpPr/>
            <p:nvPr/>
          </p:nvSpPr>
          <p:spPr>
            <a:xfrm>
              <a:off x="4809250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5" name="Google Shape;1875;p55"/>
            <p:cNvSpPr/>
            <p:nvPr/>
          </p:nvSpPr>
          <p:spPr>
            <a:xfrm>
              <a:off x="4829625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6" name="Google Shape;1876;p55"/>
            <p:cNvSpPr/>
            <p:nvPr/>
          </p:nvSpPr>
          <p:spPr>
            <a:xfrm>
              <a:off x="4756975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7" name="Google Shape;1877;p55"/>
            <p:cNvSpPr/>
            <p:nvPr/>
          </p:nvSpPr>
          <p:spPr>
            <a:xfrm>
              <a:off x="4777350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8" name="Google Shape;1878;p55"/>
            <p:cNvSpPr/>
            <p:nvPr/>
          </p:nvSpPr>
          <p:spPr>
            <a:xfrm>
              <a:off x="4797725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9" name="Google Shape;1879;p55"/>
            <p:cNvSpPr/>
            <p:nvPr/>
          </p:nvSpPr>
          <p:spPr>
            <a:xfrm>
              <a:off x="4818100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80" name="Google Shape;1880;p55"/>
          <p:cNvGrpSpPr/>
          <p:nvPr/>
        </p:nvGrpSpPr>
        <p:grpSpPr>
          <a:xfrm>
            <a:off x="7693626" y="4196920"/>
            <a:ext cx="212497" cy="175761"/>
            <a:chOff x="4943575" y="2516350"/>
            <a:chExt cx="98675" cy="81700"/>
          </a:xfrm>
        </p:grpSpPr>
        <p:sp>
          <p:nvSpPr>
            <p:cNvPr id="1881" name="Google Shape;1881;p55"/>
            <p:cNvSpPr/>
            <p:nvPr/>
          </p:nvSpPr>
          <p:spPr>
            <a:xfrm>
              <a:off x="5036450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2" name="Google Shape;1882;p55"/>
            <p:cNvSpPr/>
            <p:nvPr/>
          </p:nvSpPr>
          <p:spPr>
            <a:xfrm>
              <a:off x="50281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3" name="Google Shape;1883;p55"/>
            <p:cNvSpPr/>
            <p:nvPr/>
          </p:nvSpPr>
          <p:spPr>
            <a:xfrm>
              <a:off x="50281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4" name="Google Shape;1884;p55"/>
            <p:cNvSpPr/>
            <p:nvPr/>
          </p:nvSpPr>
          <p:spPr>
            <a:xfrm>
              <a:off x="50281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5" name="Google Shape;1885;p55"/>
            <p:cNvSpPr/>
            <p:nvPr/>
          </p:nvSpPr>
          <p:spPr>
            <a:xfrm>
              <a:off x="50197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6" name="Google Shape;1886;p55"/>
            <p:cNvSpPr/>
            <p:nvPr/>
          </p:nvSpPr>
          <p:spPr>
            <a:xfrm>
              <a:off x="501967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7" name="Google Shape;1887;p55"/>
            <p:cNvSpPr/>
            <p:nvPr/>
          </p:nvSpPr>
          <p:spPr>
            <a:xfrm>
              <a:off x="50196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8" name="Google Shape;1888;p55"/>
            <p:cNvSpPr/>
            <p:nvPr/>
          </p:nvSpPr>
          <p:spPr>
            <a:xfrm>
              <a:off x="501967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9" name="Google Shape;1889;p55"/>
            <p:cNvSpPr/>
            <p:nvPr/>
          </p:nvSpPr>
          <p:spPr>
            <a:xfrm>
              <a:off x="501972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0" name="Google Shape;1890;p55"/>
            <p:cNvSpPr/>
            <p:nvPr/>
          </p:nvSpPr>
          <p:spPr>
            <a:xfrm>
              <a:off x="50112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1" name="Google Shape;1891;p55"/>
            <p:cNvSpPr/>
            <p:nvPr/>
          </p:nvSpPr>
          <p:spPr>
            <a:xfrm>
              <a:off x="50112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2" name="Google Shape;1892;p55"/>
            <p:cNvSpPr/>
            <p:nvPr/>
          </p:nvSpPr>
          <p:spPr>
            <a:xfrm>
              <a:off x="50112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3" name="Google Shape;1893;p55"/>
            <p:cNvSpPr/>
            <p:nvPr/>
          </p:nvSpPr>
          <p:spPr>
            <a:xfrm>
              <a:off x="50112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4" name="Google Shape;1894;p55"/>
            <p:cNvSpPr/>
            <p:nvPr/>
          </p:nvSpPr>
          <p:spPr>
            <a:xfrm>
              <a:off x="50112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5" name="Google Shape;1895;p55"/>
            <p:cNvSpPr/>
            <p:nvPr/>
          </p:nvSpPr>
          <p:spPr>
            <a:xfrm>
              <a:off x="50112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6" name="Google Shape;1896;p55"/>
            <p:cNvSpPr/>
            <p:nvPr/>
          </p:nvSpPr>
          <p:spPr>
            <a:xfrm>
              <a:off x="50112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7" name="Google Shape;1897;p55"/>
            <p:cNvSpPr/>
            <p:nvPr/>
          </p:nvSpPr>
          <p:spPr>
            <a:xfrm>
              <a:off x="5002725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8" name="Google Shape;1898;p55"/>
            <p:cNvSpPr/>
            <p:nvPr/>
          </p:nvSpPr>
          <p:spPr>
            <a:xfrm>
              <a:off x="50027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9" name="Google Shape;1899;p55"/>
            <p:cNvSpPr/>
            <p:nvPr/>
          </p:nvSpPr>
          <p:spPr>
            <a:xfrm>
              <a:off x="50027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0" name="Google Shape;1900;p55"/>
            <p:cNvSpPr/>
            <p:nvPr/>
          </p:nvSpPr>
          <p:spPr>
            <a:xfrm>
              <a:off x="50027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1" name="Google Shape;1901;p55"/>
            <p:cNvSpPr/>
            <p:nvPr/>
          </p:nvSpPr>
          <p:spPr>
            <a:xfrm>
              <a:off x="50027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2" name="Google Shape;1902;p55"/>
            <p:cNvSpPr/>
            <p:nvPr/>
          </p:nvSpPr>
          <p:spPr>
            <a:xfrm>
              <a:off x="50027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3" name="Google Shape;1903;p55"/>
            <p:cNvSpPr/>
            <p:nvPr/>
          </p:nvSpPr>
          <p:spPr>
            <a:xfrm>
              <a:off x="50027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4" name="Google Shape;1904;p55"/>
            <p:cNvSpPr/>
            <p:nvPr/>
          </p:nvSpPr>
          <p:spPr>
            <a:xfrm>
              <a:off x="50027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5" name="Google Shape;1905;p55"/>
            <p:cNvSpPr/>
            <p:nvPr/>
          </p:nvSpPr>
          <p:spPr>
            <a:xfrm>
              <a:off x="5002725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6" name="Google Shape;1906;p55"/>
            <p:cNvSpPr/>
            <p:nvPr/>
          </p:nvSpPr>
          <p:spPr>
            <a:xfrm>
              <a:off x="4994250" y="25163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7" name="Google Shape;1907;p55"/>
            <p:cNvSpPr/>
            <p:nvPr/>
          </p:nvSpPr>
          <p:spPr>
            <a:xfrm>
              <a:off x="4994250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8" name="Google Shape;1908;p55"/>
            <p:cNvSpPr/>
            <p:nvPr/>
          </p:nvSpPr>
          <p:spPr>
            <a:xfrm>
              <a:off x="499425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9" name="Google Shape;1909;p55"/>
            <p:cNvSpPr/>
            <p:nvPr/>
          </p:nvSpPr>
          <p:spPr>
            <a:xfrm>
              <a:off x="49943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0" name="Google Shape;1910;p55"/>
            <p:cNvSpPr/>
            <p:nvPr/>
          </p:nvSpPr>
          <p:spPr>
            <a:xfrm>
              <a:off x="499425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1" name="Google Shape;1911;p55"/>
            <p:cNvSpPr/>
            <p:nvPr/>
          </p:nvSpPr>
          <p:spPr>
            <a:xfrm>
              <a:off x="49942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2" name="Google Shape;1912;p55"/>
            <p:cNvSpPr/>
            <p:nvPr/>
          </p:nvSpPr>
          <p:spPr>
            <a:xfrm>
              <a:off x="499425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3" name="Google Shape;1913;p55"/>
            <p:cNvSpPr/>
            <p:nvPr/>
          </p:nvSpPr>
          <p:spPr>
            <a:xfrm>
              <a:off x="499430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4" name="Google Shape;1914;p55"/>
            <p:cNvSpPr/>
            <p:nvPr/>
          </p:nvSpPr>
          <p:spPr>
            <a:xfrm>
              <a:off x="49942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5" name="Google Shape;1915;p55"/>
            <p:cNvSpPr/>
            <p:nvPr/>
          </p:nvSpPr>
          <p:spPr>
            <a:xfrm>
              <a:off x="4994250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6" name="Google Shape;1916;p55"/>
            <p:cNvSpPr/>
            <p:nvPr/>
          </p:nvSpPr>
          <p:spPr>
            <a:xfrm>
              <a:off x="4994250" y="2593150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7" name="Google Shape;1917;p55"/>
            <p:cNvSpPr/>
            <p:nvPr/>
          </p:nvSpPr>
          <p:spPr>
            <a:xfrm>
              <a:off x="49857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8" name="Google Shape;1918;p55"/>
            <p:cNvSpPr/>
            <p:nvPr/>
          </p:nvSpPr>
          <p:spPr>
            <a:xfrm>
              <a:off x="49858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9" name="Google Shape;1919;p55"/>
            <p:cNvSpPr/>
            <p:nvPr/>
          </p:nvSpPr>
          <p:spPr>
            <a:xfrm>
              <a:off x="49857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0" name="Google Shape;1920;p55"/>
            <p:cNvSpPr/>
            <p:nvPr/>
          </p:nvSpPr>
          <p:spPr>
            <a:xfrm>
              <a:off x="49857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1" name="Google Shape;1921;p55"/>
            <p:cNvSpPr/>
            <p:nvPr/>
          </p:nvSpPr>
          <p:spPr>
            <a:xfrm>
              <a:off x="49857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2" name="Google Shape;1922;p55"/>
            <p:cNvSpPr/>
            <p:nvPr/>
          </p:nvSpPr>
          <p:spPr>
            <a:xfrm>
              <a:off x="49858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3" name="Google Shape;1923;p55"/>
            <p:cNvSpPr/>
            <p:nvPr/>
          </p:nvSpPr>
          <p:spPr>
            <a:xfrm>
              <a:off x="49857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4" name="Google Shape;1924;p55"/>
            <p:cNvSpPr/>
            <p:nvPr/>
          </p:nvSpPr>
          <p:spPr>
            <a:xfrm>
              <a:off x="49773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5" name="Google Shape;1925;p55"/>
            <p:cNvSpPr/>
            <p:nvPr/>
          </p:nvSpPr>
          <p:spPr>
            <a:xfrm>
              <a:off x="49773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6" name="Google Shape;1926;p55"/>
            <p:cNvSpPr/>
            <p:nvPr/>
          </p:nvSpPr>
          <p:spPr>
            <a:xfrm>
              <a:off x="49773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7" name="Google Shape;1927;p55"/>
            <p:cNvSpPr/>
            <p:nvPr/>
          </p:nvSpPr>
          <p:spPr>
            <a:xfrm>
              <a:off x="49773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8" name="Google Shape;1928;p55"/>
            <p:cNvSpPr/>
            <p:nvPr/>
          </p:nvSpPr>
          <p:spPr>
            <a:xfrm>
              <a:off x="49773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9" name="Google Shape;1929;p55"/>
            <p:cNvSpPr/>
            <p:nvPr/>
          </p:nvSpPr>
          <p:spPr>
            <a:xfrm>
              <a:off x="49773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0" name="Google Shape;1930;p55"/>
            <p:cNvSpPr/>
            <p:nvPr/>
          </p:nvSpPr>
          <p:spPr>
            <a:xfrm>
              <a:off x="49773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1" name="Google Shape;1931;p55"/>
            <p:cNvSpPr/>
            <p:nvPr/>
          </p:nvSpPr>
          <p:spPr>
            <a:xfrm>
              <a:off x="49688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2" name="Google Shape;1932;p55"/>
            <p:cNvSpPr/>
            <p:nvPr/>
          </p:nvSpPr>
          <p:spPr>
            <a:xfrm>
              <a:off x="4968875" y="2539400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3" name="Google Shape;1933;p55"/>
            <p:cNvSpPr/>
            <p:nvPr/>
          </p:nvSpPr>
          <p:spPr>
            <a:xfrm>
              <a:off x="49688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4" name="Google Shape;1934;p55"/>
            <p:cNvSpPr/>
            <p:nvPr/>
          </p:nvSpPr>
          <p:spPr>
            <a:xfrm>
              <a:off x="4968825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5" name="Google Shape;1935;p55"/>
            <p:cNvSpPr/>
            <p:nvPr/>
          </p:nvSpPr>
          <p:spPr>
            <a:xfrm>
              <a:off x="49688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6" name="Google Shape;1936;p55"/>
            <p:cNvSpPr/>
            <p:nvPr/>
          </p:nvSpPr>
          <p:spPr>
            <a:xfrm>
              <a:off x="49688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7" name="Google Shape;1937;p55"/>
            <p:cNvSpPr/>
            <p:nvPr/>
          </p:nvSpPr>
          <p:spPr>
            <a:xfrm>
              <a:off x="4968825" y="2577825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8" name="Google Shape;1938;p55"/>
            <p:cNvSpPr/>
            <p:nvPr/>
          </p:nvSpPr>
          <p:spPr>
            <a:xfrm>
              <a:off x="4960525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9" name="Google Shape;1939;p55"/>
            <p:cNvSpPr/>
            <p:nvPr/>
          </p:nvSpPr>
          <p:spPr>
            <a:xfrm>
              <a:off x="49605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0" name="Google Shape;1940;p55"/>
            <p:cNvSpPr/>
            <p:nvPr/>
          </p:nvSpPr>
          <p:spPr>
            <a:xfrm>
              <a:off x="496052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1" name="Google Shape;1941;p55"/>
            <p:cNvSpPr/>
            <p:nvPr/>
          </p:nvSpPr>
          <p:spPr>
            <a:xfrm>
              <a:off x="49605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2" name="Google Shape;1942;p55"/>
            <p:cNvSpPr/>
            <p:nvPr/>
          </p:nvSpPr>
          <p:spPr>
            <a:xfrm>
              <a:off x="496052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3" name="Google Shape;1943;p55"/>
            <p:cNvSpPr/>
            <p:nvPr/>
          </p:nvSpPr>
          <p:spPr>
            <a:xfrm>
              <a:off x="496057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4" name="Google Shape;1944;p55"/>
            <p:cNvSpPr/>
            <p:nvPr/>
          </p:nvSpPr>
          <p:spPr>
            <a:xfrm>
              <a:off x="49605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5" name="Google Shape;1945;p55"/>
            <p:cNvSpPr/>
            <p:nvPr/>
          </p:nvSpPr>
          <p:spPr>
            <a:xfrm>
              <a:off x="4952050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6" name="Google Shape;1946;p55"/>
            <p:cNvSpPr/>
            <p:nvPr/>
          </p:nvSpPr>
          <p:spPr>
            <a:xfrm>
              <a:off x="49521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7" name="Google Shape;1947;p55"/>
            <p:cNvSpPr/>
            <p:nvPr/>
          </p:nvSpPr>
          <p:spPr>
            <a:xfrm>
              <a:off x="49520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8" name="Google Shape;1948;p55"/>
            <p:cNvSpPr/>
            <p:nvPr/>
          </p:nvSpPr>
          <p:spPr>
            <a:xfrm>
              <a:off x="49520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9" name="Google Shape;1949;p55"/>
            <p:cNvSpPr/>
            <p:nvPr/>
          </p:nvSpPr>
          <p:spPr>
            <a:xfrm>
              <a:off x="49520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0" name="Google Shape;1950;p55"/>
            <p:cNvSpPr/>
            <p:nvPr/>
          </p:nvSpPr>
          <p:spPr>
            <a:xfrm>
              <a:off x="4952100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1" name="Google Shape;1951;p55"/>
            <p:cNvSpPr/>
            <p:nvPr/>
          </p:nvSpPr>
          <p:spPr>
            <a:xfrm>
              <a:off x="49520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2" name="Google Shape;1952;p55"/>
            <p:cNvSpPr/>
            <p:nvPr/>
          </p:nvSpPr>
          <p:spPr>
            <a:xfrm>
              <a:off x="49435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3" name="Google Shape;1953;p55"/>
            <p:cNvSpPr/>
            <p:nvPr/>
          </p:nvSpPr>
          <p:spPr>
            <a:xfrm>
              <a:off x="49436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4" name="Google Shape;1954;p55"/>
            <p:cNvSpPr/>
            <p:nvPr/>
          </p:nvSpPr>
          <p:spPr>
            <a:xfrm>
              <a:off x="49435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5" name="Google Shape;1955;p55"/>
            <p:cNvSpPr/>
            <p:nvPr/>
          </p:nvSpPr>
          <p:spPr>
            <a:xfrm>
              <a:off x="49435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6" name="Google Shape;1956;p55"/>
            <p:cNvSpPr/>
            <p:nvPr/>
          </p:nvSpPr>
          <p:spPr>
            <a:xfrm>
              <a:off x="49435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7" name="Google Shape;1957;p55"/>
            <p:cNvSpPr/>
            <p:nvPr/>
          </p:nvSpPr>
          <p:spPr>
            <a:xfrm>
              <a:off x="49436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8" name="Google Shape;1958;p55"/>
            <p:cNvSpPr/>
            <p:nvPr/>
          </p:nvSpPr>
          <p:spPr>
            <a:xfrm>
              <a:off x="49435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959" name="Google Shape;1959;p55"/>
          <p:cNvSpPr/>
          <p:nvPr/>
        </p:nvSpPr>
        <p:spPr>
          <a:xfrm>
            <a:off x="7709169" y="3426066"/>
            <a:ext cx="174337" cy="174337"/>
          </a:xfrm>
          <a:custGeom>
            <a:rect l="l" t="t" r="r" b="b"/>
            <a:pathLst>
              <a:path w="208162" h="208162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0" name="Google Shape;1960;p55"/>
          <p:cNvSpPr/>
          <p:nvPr/>
        </p:nvSpPr>
        <p:spPr>
          <a:xfrm>
            <a:off x="8025426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1" name="Google Shape;1961;p55"/>
          <p:cNvSpPr/>
          <p:nvPr/>
        </p:nvSpPr>
        <p:spPr>
          <a:xfrm>
            <a:off x="7127539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2" name="Google Shape;1962;p55"/>
          <p:cNvSpPr/>
          <p:nvPr/>
        </p:nvSpPr>
        <p:spPr>
          <a:xfrm flipH="1">
            <a:off x="7434905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16B23-25F3-AE28-5E2B-1FBF0EE11EE8}"/>
              </a:ext>
            </a:extLst>
          </p:cNvPr>
          <p:cNvSpPr txBox="1"/>
          <p:nvPr/>
        </p:nvSpPr>
        <p:spPr>
          <a:xfrm>
            <a:off x="708622" y="724882"/>
            <a:ext cx="773692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Используйте редактируемые графические ресурсы...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2026-08-03T14:31:56.076</cp:lastPrinted>
  <dcterms:created xsi:type="dcterms:W3CDTF">2026-08-03T14:31:56Z</dcterms:created>
  <dcterms:modified xsi:type="dcterms:W3CDTF">2026-08-03T14:31:56Z</dcterms:modified>
</cp:coreProperties>
</file>