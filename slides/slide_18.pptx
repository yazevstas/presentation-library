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7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1627"/>
        <p:cNvGrpSpPr/>
        <p:nvPr/>
      </p:nvGrpSpPr>
      <p:grpSpPr>
        <a:xfrm>
          <a:off x="0" y="0"/>
          <a:ext cx="0" cy="0"/>
        </a:xfrm>
      </p:grpSpPr>
      <p:sp>
        <p:nvSpPr>
          <p:cNvPr id="1628" name="Google Shape;1628;g2574187ba63_7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9" name="Google Shape;1629;g2574187ba63_7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7F2E906-7828-416C-92C9-3DAC20C8787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1A155EF-8594-4D8B-9DC6-90BA0585473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1389358-84A9-436E-A2F7-4B0E90BD51B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91CA5A16-9E91-43E9-92FA-916DE16C303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D16E6158-9057-47F6-8F60-166DC933651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FE1D5A4B-2635-493A-AF21-B848ABAA60B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4A55E724-9863-425A-AFC6-BD4C4AC24F8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38075AB-18FE-4706-BEFC-450D6CBA79C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571164B-234C-474A-A6F1-5951132FD37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B6FB23-BB11-4E76-A872-3721B1BD1E2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5387F24-D593-4A49-BF7A-88E89E62DFB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 slide" type="blank">
  <p:cSld name="BLANK">
    <p:spTree>
      <p:nvGrpSpPr>
        <p:cNvPr id="1" name="Shape 655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>
  <p:cSld name="CUSTOM">
    <p:spTree>
      <p:nvGrpSpPr>
        <p:cNvPr id="1" name="Shape 656"/>
        <p:cNvGrpSpPr/>
        <p:nvPr/>
      </p:nvGrpSpPr>
      <p:grpSpPr>
        <a:xfrm>
          <a:off x="0" y="0"/>
          <a:ext cx="0" cy="0"/>
        </a:xfrm>
      </p:grpSpPr>
      <p:sp>
        <p:nvSpPr>
          <p:cNvPr id="657" name="Google Shape;657;p27"/>
          <p:cNvSpPr txBox="1">
            <a:spLocks noGrp="1"/>
          </p:cNvSpPr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13.xml" /><Relationship Id="rId3" Type="http://schemas.openxmlformats.org/officeDocument/2006/relationships/theme" Target="../theme/theme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</a:xfrm>
      </p:grpSpPr>
      <p:sp>
        <p:nvSpPr>
          <p:cNvPr id="653" name="Google Shape;653;p2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2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72" r:id="rId2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0E2A47"/>
        </a:solidFill>
        <a:effectLst/>
      </p:bgPr>
    </p:bg>
    <p:spTree>
      <p:nvGrpSpPr>
        <p:cNvPr id="1" name="Shape 1630"/>
        <p:cNvGrpSpPr/>
        <p:nvPr/>
      </p:nvGrpSpPr>
      <p:grpSpPr>
        <a:xfrm>
          <a:off x="0" y="0"/>
          <a:ext cx="0" cy="0"/>
        </a:xfrm>
      </p:grpSpPr>
      <p:grpSp>
        <p:nvGrpSpPr>
          <p:cNvPr id="1632" name="Google Shape;1632;p55"/>
          <p:cNvGrpSpPr/>
          <p:nvPr/>
        </p:nvGrpSpPr>
        <p:grpSpPr>
          <a:xfrm>
            <a:off x="5117640" y="3085736"/>
            <a:ext cx="474294" cy="551291"/>
            <a:chOff x="4727025" y="1332775"/>
            <a:chExt cx="59900" cy="69625"/>
          </a:xfrm>
        </p:grpSpPr>
        <p:sp>
          <p:nvSpPr>
            <p:cNvPr id="1633" name="Google Shape;1633;p55"/>
            <p:cNvSpPr/>
            <p:nvPr/>
          </p:nvSpPr>
          <p:spPr>
            <a:xfrm>
              <a:off x="4727025" y="1332775"/>
              <a:ext cx="36450" cy="33200"/>
            </a:xfrm>
            <a:custGeom>
              <a:rect l="l" t="t" r="r" b="b"/>
              <a:pathLst>
                <a:path w="1458" h="1328" extrusionOk="0">
                  <a:moveTo>
                    <a:pt x="1047" y="1"/>
                  </a:moveTo>
                  <a:lnTo>
                    <a:pt x="1047" y="188"/>
                  </a:lnTo>
                  <a:cubicBezTo>
                    <a:pt x="484" y="289"/>
                    <a:pt x="51" y="758"/>
                    <a:pt x="1" y="1328"/>
                  </a:cubicBezTo>
                  <a:lnTo>
                    <a:pt x="477" y="1328"/>
                  </a:lnTo>
                  <a:cubicBezTo>
                    <a:pt x="527" y="1018"/>
                    <a:pt x="751" y="765"/>
                    <a:pt x="1047" y="679"/>
                  </a:cubicBezTo>
                  <a:lnTo>
                    <a:pt x="1047" y="845"/>
                  </a:lnTo>
                  <a:lnTo>
                    <a:pt x="1458" y="433"/>
                  </a:lnTo>
                  <a:lnTo>
                    <a:pt x="1047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34" name="Google Shape;1634;p55"/>
            <p:cNvSpPr/>
            <p:nvPr/>
          </p:nvSpPr>
          <p:spPr>
            <a:xfrm>
              <a:off x="4750475" y="1369025"/>
              <a:ext cx="36450" cy="33375"/>
            </a:xfrm>
            <a:custGeom>
              <a:rect l="l" t="t" r="r" b="b"/>
              <a:pathLst>
                <a:path w="1458" h="1335" extrusionOk="0">
                  <a:moveTo>
                    <a:pt x="974" y="0"/>
                  </a:moveTo>
                  <a:cubicBezTo>
                    <a:pt x="931" y="311"/>
                    <a:pt x="707" y="570"/>
                    <a:pt x="404" y="657"/>
                  </a:cubicBezTo>
                  <a:lnTo>
                    <a:pt x="404" y="491"/>
                  </a:lnTo>
                  <a:lnTo>
                    <a:pt x="0" y="902"/>
                  </a:lnTo>
                  <a:lnTo>
                    <a:pt x="404" y="1335"/>
                  </a:lnTo>
                  <a:lnTo>
                    <a:pt x="404" y="1140"/>
                  </a:lnTo>
                  <a:cubicBezTo>
                    <a:pt x="967" y="1039"/>
                    <a:pt x="1400" y="577"/>
                    <a:pt x="1457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635" name="Google Shape;1635;p55"/>
          <p:cNvGrpSpPr/>
          <p:nvPr/>
        </p:nvGrpSpPr>
        <p:grpSpPr>
          <a:xfrm>
            <a:off x="5731296" y="2314340"/>
            <a:ext cx="555653" cy="557031"/>
            <a:chOff x="4820425" y="1329900"/>
            <a:chExt cx="70175" cy="70350"/>
          </a:xfrm>
        </p:grpSpPr>
        <p:sp>
          <p:nvSpPr>
            <p:cNvPr id="1636" name="Google Shape;1636;p55"/>
            <p:cNvSpPr/>
            <p:nvPr/>
          </p:nvSpPr>
          <p:spPr>
            <a:xfrm>
              <a:off x="4862975" y="1335475"/>
              <a:ext cx="27625" cy="34650"/>
            </a:xfrm>
            <a:custGeom>
              <a:rect l="l" t="t" r="r" b="b"/>
              <a:pathLst>
                <a:path w="1105" h="1386" extrusionOk="0">
                  <a:moveTo>
                    <a:pt x="1" y="1"/>
                  </a:moveTo>
                  <a:lnTo>
                    <a:pt x="1" y="491"/>
                  </a:lnTo>
                  <a:cubicBezTo>
                    <a:pt x="217" y="585"/>
                    <a:pt x="376" y="765"/>
                    <a:pt x="441" y="989"/>
                  </a:cubicBezTo>
                  <a:lnTo>
                    <a:pt x="275" y="989"/>
                  </a:lnTo>
                  <a:lnTo>
                    <a:pt x="679" y="1386"/>
                  </a:lnTo>
                  <a:lnTo>
                    <a:pt x="1104" y="989"/>
                  </a:lnTo>
                  <a:lnTo>
                    <a:pt x="917" y="989"/>
                  </a:lnTo>
                  <a:cubicBezTo>
                    <a:pt x="830" y="513"/>
                    <a:pt x="470" y="123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37" name="Google Shape;1637;p55"/>
            <p:cNvSpPr/>
            <p:nvPr/>
          </p:nvSpPr>
          <p:spPr>
            <a:xfrm>
              <a:off x="4820425" y="1360000"/>
              <a:ext cx="27625" cy="34650"/>
            </a:xfrm>
            <a:custGeom>
              <a:rect l="l" t="t" r="r" b="b"/>
              <a:pathLst>
                <a:path w="1105" h="1386" extrusionOk="0">
                  <a:moveTo>
                    <a:pt x="426" y="1"/>
                  </a:moveTo>
                  <a:lnTo>
                    <a:pt x="1" y="397"/>
                  </a:lnTo>
                  <a:lnTo>
                    <a:pt x="188" y="397"/>
                  </a:lnTo>
                  <a:cubicBezTo>
                    <a:pt x="275" y="873"/>
                    <a:pt x="628" y="1263"/>
                    <a:pt x="1097" y="1386"/>
                  </a:cubicBezTo>
                  <a:lnTo>
                    <a:pt x="1104" y="895"/>
                  </a:lnTo>
                  <a:cubicBezTo>
                    <a:pt x="888" y="801"/>
                    <a:pt x="729" y="621"/>
                    <a:pt x="664" y="397"/>
                  </a:cubicBezTo>
                  <a:lnTo>
                    <a:pt x="830" y="397"/>
                  </a:lnTo>
                  <a:lnTo>
                    <a:pt x="426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38" name="Google Shape;1638;p55"/>
            <p:cNvSpPr/>
            <p:nvPr/>
          </p:nvSpPr>
          <p:spPr>
            <a:xfrm>
              <a:off x="4850375" y="1372800"/>
              <a:ext cx="34625" cy="27450"/>
            </a:xfrm>
            <a:custGeom>
              <a:rect l="l" t="t" r="r" b="b"/>
              <a:pathLst>
                <a:path w="1385" h="1098" extrusionOk="0">
                  <a:moveTo>
                    <a:pt x="894" y="1"/>
                  </a:moveTo>
                  <a:cubicBezTo>
                    <a:pt x="801" y="210"/>
                    <a:pt x="620" y="369"/>
                    <a:pt x="397" y="434"/>
                  </a:cubicBezTo>
                  <a:lnTo>
                    <a:pt x="397" y="275"/>
                  </a:lnTo>
                  <a:lnTo>
                    <a:pt x="0" y="672"/>
                  </a:lnTo>
                  <a:lnTo>
                    <a:pt x="397" y="1097"/>
                  </a:lnTo>
                  <a:lnTo>
                    <a:pt x="397" y="910"/>
                  </a:lnTo>
                  <a:cubicBezTo>
                    <a:pt x="873" y="823"/>
                    <a:pt x="1262" y="470"/>
                    <a:pt x="138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749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39" name="Google Shape;1639;p55"/>
            <p:cNvSpPr/>
            <p:nvPr/>
          </p:nvSpPr>
          <p:spPr>
            <a:xfrm>
              <a:off x="4825850" y="1329900"/>
              <a:ext cx="34625" cy="27975"/>
            </a:xfrm>
            <a:custGeom>
              <a:rect l="l" t="t" r="r" b="b"/>
              <a:pathLst>
                <a:path w="1385" h="1119" extrusionOk="0">
                  <a:moveTo>
                    <a:pt x="988" y="0"/>
                  </a:moveTo>
                  <a:lnTo>
                    <a:pt x="988" y="188"/>
                  </a:lnTo>
                  <a:cubicBezTo>
                    <a:pt x="505" y="274"/>
                    <a:pt x="123" y="635"/>
                    <a:pt x="0" y="1118"/>
                  </a:cubicBezTo>
                  <a:lnTo>
                    <a:pt x="491" y="1118"/>
                  </a:lnTo>
                  <a:cubicBezTo>
                    <a:pt x="584" y="895"/>
                    <a:pt x="765" y="729"/>
                    <a:pt x="995" y="664"/>
                  </a:cubicBezTo>
                  <a:lnTo>
                    <a:pt x="995" y="830"/>
                  </a:lnTo>
                  <a:lnTo>
                    <a:pt x="1385" y="426"/>
                  </a:lnTo>
                  <a:lnTo>
                    <a:pt x="988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640" name="Google Shape;1640;p55"/>
          <p:cNvGrpSpPr/>
          <p:nvPr/>
        </p:nvGrpSpPr>
        <p:grpSpPr>
          <a:xfrm>
            <a:off x="6357664" y="2318845"/>
            <a:ext cx="582574" cy="533871"/>
            <a:chOff x="4903200" y="1331525"/>
            <a:chExt cx="73575" cy="67425"/>
          </a:xfrm>
        </p:grpSpPr>
        <p:sp>
          <p:nvSpPr>
            <p:cNvPr id="1641" name="Google Shape;1641;p55"/>
            <p:cNvSpPr/>
            <p:nvPr/>
          </p:nvSpPr>
          <p:spPr>
            <a:xfrm>
              <a:off x="4903200" y="1331525"/>
              <a:ext cx="73575" cy="67425"/>
            </a:xfrm>
            <a:custGeom>
              <a:rect l="l" t="t" r="r" b="b"/>
              <a:pathLst>
                <a:path w="2943" h="2697" extrusionOk="0">
                  <a:moveTo>
                    <a:pt x="1652" y="0"/>
                  </a:moveTo>
                  <a:lnTo>
                    <a:pt x="1652" y="173"/>
                  </a:lnTo>
                  <a:cubicBezTo>
                    <a:pt x="534" y="195"/>
                    <a:pt x="0" y="1551"/>
                    <a:pt x="794" y="2330"/>
                  </a:cubicBezTo>
                  <a:cubicBezTo>
                    <a:pt x="1051" y="2583"/>
                    <a:pt x="1366" y="2696"/>
                    <a:pt x="1674" y="2696"/>
                  </a:cubicBezTo>
                  <a:cubicBezTo>
                    <a:pt x="2323" y="2696"/>
                    <a:pt x="2943" y="2194"/>
                    <a:pt x="2943" y="1435"/>
                  </a:cubicBezTo>
                  <a:lnTo>
                    <a:pt x="2503" y="1435"/>
                  </a:lnTo>
                  <a:cubicBezTo>
                    <a:pt x="2503" y="1928"/>
                    <a:pt x="2093" y="2259"/>
                    <a:pt x="1668" y="2259"/>
                  </a:cubicBezTo>
                  <a:cubicBezTo>
                    <a:pt x="1470" y="2259"/>
                    <a:pt x="1269" y="2187"/>
                    <a:pt x="1104" y="2027"/>
                  </a:cubicBezTo>
                  <a:cubicBezTo>
                    <a:pt x="577" y="1515"/>
                    <a:pt x="923" y="628"/>
                    <a:pt x="1652" y="613"/>
                  </a:cubicBezTo>
                  <a:lnTo>
                    <a:pt x="1652" y="765"/>
                  </a:lnTo>
                  <a:lnTo>
                    <a:pt x="2020" y="390"/>
                  </a:lnTo>
                  <a:lnTo>
                    <a:pt x="1652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2" name="Google Shape;1642;p55"/>
            <p:cNvSpPr/>
            <p:nvPr/>
          </p:nvSpPr>
          <p:spPr>
            <a:xfrm>
              <a:off x="4930250" y="1353150"/>
              <a:ext cx="29775" cy="32475"/>
            </a:xfrm>
            <a:custGeom>
              <a:rect l="l" t="t" r="r" b="b"/>
              <a:pathLst>
                <a:path w="1191" h="1299" extrusionOk="0">
                  <a:moveTo>
                    <a:pt x="592" y="1"/>
                  </a:moveTo>
                  <a:cubicBezTo>
                    <a:pt x="274" y="1"/>
                    <a:pt x="15" y="246"/>
                    <a:pt x="0" y="570"/>
                  </a:cubicBezTo>
                  <a:lnTo>
                    <a:pt x="447" y="570"/>
                  </a:lnTo>
                  <a:cubicBezTo>
                    <a:pt x="447" y="479"/>
                    <a:pt x="519" y="416"/>
                    <a:pt x="597" y="416"/>
                  </a:cubicBezTo>
                  <a:cubicBezTo>
                    <a:pt x="624" y="416"/>
                    <a:pt x="652" y="424"/>
                    <a:pt x="678" y="441"/>
                  </a:cubicBezTo>
                  <a:cubicBezTo>
                    <a:pt x="779" y="506"/>
                    <a:pt x="765" y="657"/>
                    <a:pt x="656" y="707"/>
                  </a:cubicBezTo>
                  <a:lnTo>
                    <a:pt x="656" y="534"/>
                  </a:lnTo>
                  <a:lnTo>
                    <a:pt x="289" y="902"/>
                  </a:lnTo>
                  <a:lnTo>
                    <a:pt x="656" y="1299"/>
                  </a:lnTo>
                  <a:lnTo>
                    <a:pt x="656" y="1155"/>
                  </a:lnTo>
                  <a:cubicBezTo>
                    <a:pt x="959" y="1126"/>
                    <a:pt x="1190" y="873"/>
                    <a:pt x="1190" y="570"/>
                  </a:cubicBezTo>
                  <a:cubicBezTo>
                    <a:pt x="1176" y="246"/>
                    <a:pt x="916" y="1"/>
                    <a:pt x="59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643" name="Google Shape;1643;p55"/>
          <p:cNvGrpSpPr/>
          <p:nvPr/>
        </p:nvGrpSpPr>
        <p:grpSpPr>
          <a:xfrm>
            <a:off x="5717142" y="3078709"/>
            <a:ext cx="583960" cy="565345"/>
            <a:chOff x="4815575" y="1416800"/>
            <a:chExt cx="73750" cy="71400"/>
          </a:xfrm>
        </p:grpSpPr>
        <p:sp>
          <p:nvSpPr>
            <p:cNvPr id="1644" name="Google Shape;1644;p55"/>
            <p:cNvSpPr/>
            <p:nvPr/>
          </p:nvSpPr>
          <p:spPr>
            <a:xfrm>
              <a:off x="4815575" y="1416800"/>
              <a:ext cx="43100" cy="52150"/>
            </a:xfrm>
            <a:custGeom>
              <a:rect l="l" t="t" r="r" b="b"/>
              <a:pathLst>
                <a:path w="1724" h="2086" extrusionOk="0">
                  <a:moveTo>
                    <a:pt x="1327" y="1"/>
                  </a:moveTo>
                  <a:lnTo>
                    <a:pt x="1327" y="181"/>
                  </a:lnTo>
                  <a:cubicBezTo>
                    <a:pt x="469" y="361"/>
                    <a:pt x="0" y="1299"/>
                    <a:pt x="375" y="2085"/>
                  </a:cubicBezTo>
                  <a:lnTo>
                    <a:pt x="772" y="1818"/>
                  </a:lnTo>
                  <a:cubicBezTo>
                    <a:pt x="729" y="1717"/>
                    <a:pt x="707" y="1609"/>
                    <a:pt x="707" y="1501"/>
                  </a:cubicBezTo>
                  <a:cubicBezTo>
                    <a:pt x="714" y="1111"/>
                    <a:pt x="959" y="772"/>
                    <a:pt x="1327" y="657"/>
                  </a:cubicBezTo>
                  <a:lnTo>
                    <a:pt x="1327" y="823"/>
                  </a:lnTo>
                  <a:lnTo>
                    <a:pt x="1724" y="426"/>
                  </a:lnTo>
                  <a:lnTo>
                    <a:pt x="1327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5" name="Google Shape;1645;p55"/>
            <p:cNvSpPr/>
            <p:nvPr/>
          </p:nvSpPr>
          <p:spPr>
            <a:xfrm>
              <a:off x="4861725" y="1421125"/>
              <a:ext cx="27600" cy="51250"/>
            </a:xfrm>
            <a:custGeom>
              <a:rect l="l" t="t" r="r" b="b"/>
              <a:pathLst>
                <a:path w="1104" h="2050" extrusionOk="0">
                  <a:moveTo>
                    <a:pt x="0" y="1"/>
                  </a:moveTo>
                  <a:lnTo>
                    <a:pt x="0" y="477"/>
                  </a:lnTo>
                  <a:cubicBezTo>
                    <a:pt x="375" y="592"/>
                    <a:pt x="635" y="938"/>
                    <a:pt x="635" y="1328"/>
                  </a:cubicBezTo>
                  <a:cubicBezTo>
                    <a:pt x="635" y="1429"/>
                    <a:pt x="621" y="1530"/>
                    <a:pt x="585" y="1624"/>
                  </a:cubicBezTo>
                  <a:lnTo>
                    <a:pt x="404" y="1494"/>
                  </a:lnTo>
                  <a:lnTo>
                    <a:pt x="513" y="2049"/>
                  </a:lnTo>
                  <a:lnTo>
                    <a:pt x="1089" y="1963"/>
                  </a:lnTo>
                  <a:lnTo>
                    <a:pt x="981" y="1883"/>
                  </a:lnTo>
                  <a:cubicBezTo>
                    <a:pt x="1061" y="1710"/>
                    <a:pt x="1104" y="1523"/>
                    <a:pt x="1104" y="1328"/>
                  </a:cubicBezTo>
                  <a:cubicBezTo>
                    <a:pt x="1104" y="679"/>
                    <a:pt x="635" y="123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6" name="Google Shape;1646;p55"/>
            <p:cNvSpPr/>
            <p:nvPr/>
          </p:nvSpPr>
          <p:spPr>
            <a:xfrm>
              <a:off x="4829450" y="1467825"/>
              <a:ext cx="49250" cy="20375"/>
            </a:xfrm>
            <a:custGeom>
              <a:rect l="l" t="t" r="r" b="b"/>
              <a:pathLst>
                <a:path w="1969" h="815" extrusionOk="0">
                  <a:moveTo>
                    <a:pt x="109" y="1"/>
                  </a:moveTo>
                  <a:lnTo>
                    <a:pt x="0" y="556"/>
                  </a:lnTo>
                  <a:lnTo>
                    <a:pt x="137" y="462"/>
                  </a:lnTo>
                  <a:cubicBezTo>
                    <a:pt x="394" y="698"/>
                    <a:pt x="720" y="815"/>
                    <a:pt x="1045" y="815"/>
                  </a:cubicBezTo>
                  <a:cubicBezTo>
                    <a:pt x="1378" y="815"/>
                    <a:pt x="1710" y="692"/>
                    <a:pt x="1969" y="448"/>
                  </a:cubicBezTo>
                  <a:lnTo>
                    <a:pt x="1969" y="441"/>
                  </a:lnTo>
                  <a:lnTo>
                    <a:pt x="1573" y="174"/>
                  </a:lnTo>
                  <a:cubicBezTo>
                    <a:pt x="1418" y="292"/>
                    <a:pt x="1232" y="352"/>
                    <a:pt x="1046" y="352"/>
                  </a:cubicBezTo>
                  <a:cubicBezTo>
                    <a:pt x="868" y="352"/>
                    <a:pt x="689" y="297"/>
                    <a:pt x="534" y="188"/>
                  </a:cubicBezTo>
                  <a:lnTo>
                    <a:pt x="678" y="95"/>
                  </a:lnTo>
                  <a:lnTo>
                    <a:pt x="109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647" name="Google Shape;1647;p55"/>
          <p:cNvGrpSpPr/>
          <p:nvPr/>
        </p:nvGrpSpPr>
        <p:grpSpPr>
          <a:xfrm>
            <a:off x="6351924" y="3108896"/>
            <a:ext cx="589898" cy="504970"/>
            <a:chOff x="4902475" y="1418875"/>
            <a:chExt cx="74500" cy="63775"/>
          </a:xfrm>
        </p:grpSpPr>
        <p:sp>
          <p:nvSpPr>
            <p:cNvPr id="1648" name="Google Shape;1648;p55"/>
            <p:cNvSpPr/>
            <p:nvPr/>
          </p:nvSpPr>
          <p:spPr>
            <a:xfrm>
              <a:off x="4902475" y="1418875"/>
              <a:ext cx="74500" cy="63775"/>
            </a:xfrm>
            <a:custGeom>
              <a:rect l="l" t="t" r="r" b="b"/>
              <a:pathLst>
                <a:path w="2980" h="2551" extrusionOk="0">
                  <a:moveTo>
                    <a:pt x="1703" y="444"/>
                  </a:moveTo>
                  <a:cubicBezTo>
                    <a:pt x="2164" y="444"/>
                    <a:pt x="2539" y="819"/>
                    <a:pt x="2539" y="1281"/>
                  </a:cubicBezTo>
                  <a:cubicBezTo>
                    <a:pt x="2539" y="1784"/>
                    <a:pt x="2126" y="2118"/>
                    <a:pt x="1695" y="2118"/>
                  </a:cubicBezTo>
                  <a:cubicBezTo>
                    <a:pt x="1490" y="2118"/>
                    <a:pt x="1281" y="2042"/>
                    <a:pt x="1111" y="1872"/>
                  </a:cubicBezTo>
                  <a:cubicBezTo>
                    <a:pt x="585" y="1346"/>
                    <a:pt x="960" y="444"/>
                    <a:pt x="1703" y="444"/>
                  </a:cubicBezTo>
                  <a:close/>
                  <a:moveTo>
                    <a:pt x="1697" y="0"/>
                  </a:moveTo>
                  <a:cubicBezTo>
                    <a:pt x="1383" y="0"/>
                    <a:pt x="1063" y="118"/>
                    <a:pt x="801" y="379"/>
                  </a:cubicBezTo>
                  <a:cubicBezTo>
                    <a:pt x="0" y="1180"/>
                    <a:pt x="570" y="2550"/>
                    <a:pt x="1703" y="2550"/>
                  </a:cubicBezTo>
                  <a:cubicBezTo>
                    <a:pt x="2409" y="2550"/>
                    <a:pt x="2979" y="1980"/>
                    <a:pt x="2979" y="1281"/>
                  </a:cubicBezTo>
                  <a:cubicBezTo>
                    <a:pt x="2979" y="510"/>
                    <a:pt x="2353" y="0"/>
                    <a:pt x="1697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749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9" name="Google Shape;1649;p55"/>
            <p:cNvSpPr/>
            <p:nvPr/>
          </p:nvSpPr>
          <p:spPr>
            <a:xfrm>
              <a:off x="4916350" y="1418975"/>
              <a:ext cx="59725" cy="63675"/>
            </a:xfrm>
            <a:custGeom>
              <a:rect l="l" t="t" r="r" b="b"/>
              <a:pathLst>
                <a:path w="2389" h="2547" extrusionOk="0">
                  <a:moveTo>
                    <a:pt x="1148" y="0"/>
                  </a:moveTo>
                  <a:cubicBezTo>
                    <a:pt x="765" y="0"/>
                    <a:pt x="397" y="173"/>
                    <a:pt x="159" y="476"/>
                  </a:cubicBezTo>
                  <a:lnTo>
                    <a:pt x="1" y="354"/>
                  </a:lnTo>
                  <a:lnTo>
                    <a:pt x="116" y="967"/>
                  </a:lnTo>
                  <a:lnTo>
                    <a:pt x="700" y="909"/>
                  </a:lnTo>
                  <a:lnTo>
                    <a:pt x="498" y="750"/>
                  </a:lnTo>
                  <a:cubicBezTo>
                    <a:pt x="669" y="541"/>
                    <a:pt x="910" y="441"/>
                    <a:pt x="1149" y="441"/>
                  </a:cubicBezTo>
                  <a:cubicBezTo>
                    <a:pt x="1454" y="441"/>
                    <a:pt x="1755" y="605"/>
                    <a:pt x="1905" y="916"/>
                  </a:cubicBezTo>
                  <a:cubicBezTo>
                    <a:pt x="2165" y="1472"/>
                    <a:pt x="1768" y="2106"/>
                    <a:pt x="1148" y="2106"/>
                  </a:cubicBezTo>
                  <a:lnTo>
                    <a:pt x="1148" y="2546"/>
                  </a:lnTo>
                  <a:cubicBezTo>
                    <a:pt x="1840" y="2532"/>
                    <a:pt x="2388" y="1962"/>
                    <a:pt x="2388" y="1277"/>
                  </a:cubicBezTo>
                  <a:cubicBezTo>
                    <a:pt x="2388" y="584"/>
                    <a:pt x="1840" y="22"/>
                    <a:pt x="1148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650" name="Google Shape;1650;p55"/>
          <p:cNvGrpSpPr/>
          <p:nvPr/>
        </p:nvGrpSpPr>
        <p:grpSpPr>
          <a:xfrm>
            <a:off x="5727139" y="3826000"/>
            <a:ext cx="563967" cy="567127"/>
            <a:chOff x="4818100" y="1507675"/>
            <a:chExt cx="71225" cy="71625"/>
          </a:xfrm>
        </p:grpSpPr>
        <p:sp>
          <p:nvSpPr>
            <p:cNvPr id="1651" name="Google Shape;1651;p55"/>
            <p:cNvSpPr/>
            <p:nvPr/>
          </p:nvSpPr>
          <p:spPr>
            <a:xfrm>
              <a:off x="4818100" y="1507675"/>
              <a:ext cx="46000" cy="56300"/>
            </a:xfrm>
            <a:custGeom>
              <a:rect l="l" t="t" r="r" b="b"/>
              <a:pathLst>
                <a:path w="1840" h="2252" extrusionOk="0">
                  <a:moveTo>
                    <a:pt x="1457" y="1"/>
                  </a:moveTo>
                  <a:lnTo>
                    <a:pt x="1457" y="159"/>
                  </a:lnTo>
                  <a:cubicBezTo>
                    <a:pt x="606" y="188"/>
                    <a:pt x="0" y="989"/>
                    <a:pt x="195" y="1818"/>
                  </a:cubicBezTo>
                  <a:cubicBezTo>
                    <a:pt x="188" y="1818"/>
                    <a:pt x="188" y="1825"/>
                    <a:pt x="188" y="1833"/>
                  </a:cubicBezTo>
                  <a:lnTo>
                    <a:pt x="195" y="1869"/>
                  </a:lnTo>
                  <a:cubicBezTo>
                    <a:pt x="195" y="1876"/>
                    <a:pt x="202" y="1883"/>
                    <a:pt x="202" y="1898"/>
                  </a:cubicBezTo>
                  <a:cubicBezTo>
                    <a:pt x="202" y="1905"/>
                    <a:pt x="209" y="1912"/>
                    <a:pt x="209" y="1919"/>
                  </a:cubicBezTo>
                  <a:cubicBezTo>
                    <a:pt x="209" y="1934"/>
                    <a:pt x="216" y="1948"/>
                    <a:pt x="224" y="1955"/>
                  </a:cubicBezTo>
                  <a:lnTo>
                    <a:pt x="231" y="1977"/>
                  </a:lnTo>
                  <a:cubicBezTo>
                    <a:pt x="245" y="2013"/>
                    <a:pt x="260" y="2056"/>
                    <a:pt x="274" y="2092"/>
                  </a:cubicBezTo>
                  <a:lnTo>
                    <a:pt x="281" y="2100"/>
                  </a:lnTo>
                  <a:cubicBezTo>
                    <a:pt x="289" y="2114"/>
                    <a:pt x="296" y="2128"/>
                    <a:pt x="303" y="2143"/>
                  </a:cubicBezTo>
                  <a:lnTo>
                    <a:pt x="317" y="2157"/>
                  </a:lnTo>
                  <a:cubicBezTo>
                    <a:pt x="317" y="2172"/>
                    <a:pt x="325" y="2186"/>
                    <a:pt x="332" y="2201"/>
                  </a:cubicBezTo>
                  <a:lnTo>
                    <a:pt x="346" y="2215"/>
                  </a:lnTo>
                  <a:cubicBezTo>
                    <a:pt x="353" y="2229"/>
                    <a:pt x="361" y="2237"/>
                    <a:pt x="368" y="2251"/>
                  </a:cubicBezTo>
                  <a:lnTo>
                    <a:pt x="743" y="1970"/>
                  </a:lnTo>
                  <a:lnTo>
                    <a:pt x="721" y="1934"/>
                  </a:lnTo>
                  <a:lnTo>
                    <a:pt x="700" y="1898"/>
                  </a:lnTo>
                  <a:lnTo>
                    <a:pt x="692" y="1883"/>
                  </a:lnTo>
                  <a:cubicBezTo>
                    <a:pt x="685" y="1862"/>
                    <a:pt x="678" y="1847"/>
                    <a:pt x="671" y="1825"/>
                  </a:cubicBezTo>
                  <a:cubicBezTo>
                    <a:pt x="671" y="1818"/>
                    <a:pt x="664" y="1811"/>
                    <a:pt x="664" y="1804"/>
                  </a:cubicBezTo>
                  <a:cubicBezTo>
                    <a:pt x="664" y="1797"/>
                    <a:pt x="656" y="1782"/>
                    <a:pt x="649" y="1775"/>
                  </a:cubicBezTo>
                  <a:lnTo>
                    <a:pt x="642" y="1732"/>
                  </a:lnTo>
                  <a:lnTo>
                    <a:pt x="635" y="1703"/>
                  </a:lnTo>
                  <a:lnTo>
                    <a:pt x="628" y="1667"/>
                  </a:lnTo>
                  <a:lnTo>
                    <a:pt x="628" y="1645"/>
                  </a:lnTo>
                  <a:cubicBezTo>
                    <a:pt x="628" y="1638"/>
                    <a:pt x="620" y="1609"/>
                    <a:pt x="620" y="1587"/>
                  </a:cubicBezTo>
                  <a:lnTo>
                    <a:pt x="620" y="1573"/>
                  </a:lnTo>
                  <a:lnTo>
                    <a:pt x="620" y="1508"/>
                  </a:lnTo>
                  <a:cubicBezTo>
                    <a:pt x="620" y="1039"/>
                    <a:pt x="988" y="650"/>
                    <a:pt x="1457" y="628"/>
                  </a:cubicBezTo>
                  <a:lnTo>
                    <a:pt x="1457" y="809"/>
                  </a:lnTo>
                  <a:lnTo>
                    <a:pt x="1839" y="419"/>
                  </a:lnTo>
                  <a:lnTo>
                    <a:pt x="1457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52" name="Google Shape;1652;p55"/>
            <p:cNvSpPr/>
            <p:nvPr/>
          </p:nvSpPr>
          <p:spPr>
            <a:xfrm>
              <a:off x="4869825" y="1519575"/>
              <a:ext cx="19500" cy="23825"/>
            </a:xfrm>
            <a:custGeom>
              <a:rect l="l" t="t" r="r" b="b"/>
              <a:pathLst>
                <a:path w="780" h="953" extrusionOk="0">
                  <a:moveTo>
                    <a:pt x="304" y="1"/>
                  </a:moveTo>
                  <a:lnTo>
                    <a:pt x="1" y="354"/>
                  </a:lnTo>
                  <a:cubicBezTo>
                    <a:pt x="181" y="506"/>
                    <a:pt x="289" y="722"/>
                    <a:pt x="311" y="953"/>
                  </a:cubicBezTo>
                  <a:lnTo>
                    <a:pt x="780" y="953"/>
                  </a:lnTo>
                  <a:cubicBezTo>
                    <a:pt x="751" y="585"/>
                    <a:pt x="585" y="239"/>
                    <a:pt x="30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53" name="Google Shape;1653;p55"/>
            <p:cNvSpPr/>
            <p:nvPr/>
          </p:nvSpPr>
          <p:spPr>
            <a:xfrm>
              <a:off x="4857575" y="1547700"/>
              <a:ext cx="31575" cy="31600"/>
            </a:xfrm>
            <a:custGeom>
              <a:rect l="l" t="t" r="r" b="b"/>
              <a:pathLst>
                <a:path w="1263" h="1264" extrusionOk="0">
                  <a:moveTo>
                    <a:pt x="801" y="1"/>
                  </a:moveTo>
                  <a:cubicBezTo>
                    <a:pt x="758" y="419"/>
                    <a:pt x="426" y="751"/>
                    <a:pt x="1" y="794"/>
                  </a:cubicBezTo>
                  <a:lnTo>
                    <a:pt x="1" y="1263"/>
                  </a:lnTo>
                  <a:cubicBezTo>
                    <a:pt x="679" y="1213"/>
                    <a:pt x="1219" y="679"/>
                    <a:pt x="126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54" name="Google Shape;1654;p55"/>
            <p:cNvSpPr/>
            <p:nvPr/>
          </p:nvSpPr>
          <p:spPr>
            <a:xfrm>
              <a:off x="4829800" y="1560150"/>
              <a:ext cx="23650" cy="18950"/>
            </a:xfrm>
            <a:custGeom>
              <a:rect l="l" t="t" r="r" b="b"/>
              <a:pathLst>
                <a:path w="944" h="758" extrusionOk="0">
                  <a:moveTo>
                    <a:pt x="376" y="1"/>
                  </a:moveTo>
                  <a:lnTo>
                    <a:pt x="1" y="282"/>
                  </a:lnTo>
                  <a:cubicBezTo>
                    <a:pt x="239" y="563"/>
                    <a:pt x="578" y="736"/>
                    <a:pt x="946" y="758"/>
                  </a:cubicBezTo>
                  <a:lnTo>
                    <a:pt x="946" y="289"/>
                  </a:lnTo>
                  <a:cubicBezTo>
                    <a:pt x="722" y="267"/>
                    <a:pt x="520" y="166"/>
                    <a:pt x="37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655" name="Google Shape;1655;p55"/>
          <p:cNvGrpSpPr/>
          <p:nvPr/>
        </p:nvGrpSpPr>
        <p:grpSpPr>
          <a:xfrm>
            <a:off x="5040636" y="3829461"/>
            <a:ext cx="628301" cy="588505"/>
            <a:chOff x="4721450" y="1509475"/>
            <a:chExt cx="79350" cy="74325"/>
          </a:xfrm>
        </p:grpSpPr>
        <p:sp>
          <p:nvSpPr>
            <p:cNvPr id="1656" name="Google Shape;1656;p55"/>
            <p:cNvSpPr/>
            <p:nvPr/>
          </p:nvSpPr>
          <p:spPr>
            <a:xfrm>
              <a:off x="4729025" y="1509475"/>
              <a:ext cx="27050" cy="26725"/>
            </a:xfrm>
            <a:custGeom>
              <a:rect l="l" t="t" r="r" b="b"/>
              <a:pathLst>
                <a:path w="1082" h="1069" extrusionOk="0">
                  <a:moveTo>
                    <a:pt x="440" y="1"/>
                  </a:moveTo>
                  <a:lnTo>
                    <a:pt x="570" y="224"/>
                  </a:lnTo>
                  <a:cubicBezTo>
                    <a:pt x="296" y="405"/>
                    <a:pt x="94" y="672"/>
                    <a:pt x="0" y="989"/>
                  </a:cubicBezTo>
                  <a:lnTo>
                    <a:pt x="188" y="809"/>
                  </a:lnTo>
                  <a:lnTo>
                    <a:pt x="462" y="1068"/>
                  </a:lnTo>
                  <a:cubicBezTo>
                    <a:pt x="527" y="888"/>
                    <a:pt x="649" y="737"/>
                    <a:pt x="808" y="628"/>
                  </a:cubicBezTo>
                  <a:lnTo>
                    <a:pt x="923" y="823"/>
                  </a:lnTo>
                  <a:lnTo>
                    <a:pt x="1082" y="188"/>
                  </a:lnTo>
                  <a:lnTo>
                    <a:pt x="440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3749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57" name="Google Shape;1657;p55"/>
            <p:cNvSpPr/>
            <p:nvPr/>
          </p:nvSpPr>
          <p:spPr>
            <a:xfrm>
              <a:off x="4721450" y="1533275"/>
              <a:ext cx="32300" cy="42600"/>
            </a:xfrm>
            <a:custGeom>
              <a:rect l="l" t="t" r="r" b="b"/>
              <a:pathLst>
                <a:path w="1292" h="1704" extrusionOk="0">
                  <a:moveTo>
                    <a:pt x="491" y="1"/>
                  </a:moveTo>
                  <a:lnTo>
                    <a:pt x="0" y="455"/>
                  </a:lnTo>
                  <a:lnTo>
                    <a:pt x="238" y="455"/>
                  </a:lnTo>
                  <a:cubicBezTo>
                    <a:pt x="253" y="1025"/>
                    <a:pt x="635" y="1530"/>
                    <a:pt x="1183" y="1703"/>
                  </a:cubicBezTo>
                  <a:lnTo>
                    <a:pt x="1024" y="1530"/>
                  </a:lnTo>
                  <a:lnTo>
                    <a:pt x="1291" y="1256"/>
                  </a:lnTo>
                  <a:cubicBezTo>
                    <a:pt x="952" y="1133"/>
                    <a:pt x="721" y="816"/>
                    <a:pt x="707" y="455"/>
                  </a:cubicBezTo>
                  <a:lnTo>
                    <a:pt x="945" y="455"/>
                  </a:lnTo>
                  <a:lnTo>
                    <a:pt x="491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58" name="Google Shape;1658;p55"/>
            <p:cNvSpPr/>
            <p:nvPr/>
          </p:nvSpPr>
          <p:spPr>
            <a:xfrm>
              <a:off x="4750650" y="1551675"/>
              <a:ext cx="42950" cy="32125"/>
            </a:xfrm>
            <a:custGeom>
              <a:rect l="l" t="t" r="r" b="b"/>
              <a:pathLst>
                <a:path w="1718" h="1285" extrusionOk="0">
                  <a:moveTo>
                    <a:pt x="1256" y="1"/>
                  </a:moveTo>
                  <a:cubicBezTo>
                    <a:pt x="1126" y="332"/>
                    <a:pt x="808" y="556"/>
                    <a:pt x="448" y="570"/>
                  </a:cubicBezTo>
                  <a:lnTo>
                    <a:pt x="448" y="340"/>
                  </a:lnTo>
                  <a:lnTo>
                    <a:pt x="1" y="794"/>
                  </a:lnTo>
                  <a:lnTo>
                    <a:pt x="448" y="1284"/>
                  </a:lnTo>
                  <a:lnTo>
                    <a:pt x="448" y="1032"/>
                  </a:lnTo>
                  <a:cubicBezTo>
                    <a:pt x="1039" y="1025"/>
                    <a:pt x="1551" y="635"/>
                    <a:pt x="1717" y="73"/>
                  </a:cubicBezTo>
                  <a:lnTo>
                    <a:pt x="1717" y="73"/>
                  </a:lnTo>
                  <a:lnTo>
                    <a:pt x="1515" y="260"/>
                  </a:lnTo>
                  <a:lnTo>
                    <a:pt x="1256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59" name="Google Shape;1659;p55"/>
            <p:cNvSpPr/>
            <p:nvPr/>
          </p:nvSpPr>
          <p:spPr>
            <a:xfrm>
              <a:off x="4761300" y="1510025"/>
              <a:ext cx="39500" cy="44375"/>
            </a:xfrm>
            <a:custGeom>
              <a:rect l="l" t="t" r="r" b="b"/>
              <a:pathLst>
                <a:path w="1580" h="1775" extrusionOk="0">
                  <a:moveTo>
                    <a:pt x="13" y="0"/>
                  </a:moveTo>
                  <a:cubicBezTo>
                    <a:pt x="9" y="0"/>
                    <a:pt x="5" y="0"/>
                    <a:pt x="0" y="0"/>
                  </a:cubicBezTo>
                  <a:lnTo>
                    <a:pt x="0" y="462"/>
                  </a:lnTo>
                  <a:cubicBezTo>
                    <a:pt x="476" y="462"/>
                    <a:pt x="873" y="844"/>
                    <a:pt x="880" y="1328"/>
                  </a:cubicBezTo>
                  <a:lnTo>
                    <a:pt x="635" y="1328"/>
                  </a:lnTo>
                  <a:lnTo>
                    <a:pt x="1089" y="1775"/>
                  </a:lnTo>
                  <a:lnTo>
                    <a:pt x="1580" y="1328"/>
                  </a:lnTo>
                  <a:lnTo>
                    <a:pt x="1349" y="1328"/>
                  </a:lnTo>
                  <a:cubicBezTo>
                    <a:pt x="1335" y="589"/>
                    <a:pt x="743" y="0"/>
                    <a:pt x="1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660" name="Google Shape;1660;p55"/>
          <p:cNvGrpSpPr/>
          <p:nvPr/>
        </p:nvGrpSpPr>
        <p:grpSpPr>
          <a:xfrm>
            <a:off x="6386170" y="3814027"/>
            <a:ext cx="557038" cy="562772"/>
            <a:chOff x="4906800" y="1507500"/>
            <a:chExt cx="70350" cy="71075"/>
          </a:xfrm>
        </p:grpSpPr>
        <p:sp>
          <p:nvSpPr>
            <p:cNvPr id="1661" name="Google Shape;1661;p55"/>
            <p:cNvSpPr/>
            <p:nvPr/>
          </p:nvSpPr>
          <p:spPr>
            <a:xfrm>
              <a:off x="4916000" y="1507500"/>
              <a:ext cx="30850" cy="24000"/>
            </a:xfrm>
            <a:custGeom>
              <a:rect l="l" t="t" r="r" b="b"/>
              <a:pathLst>
                <a:path w="1234" h="960" extrusionOk="0">
                  <a:moveTo>
                    <a:pt x="837" y="1"/>
                  </a:moveTo>
                  <a:lnTo>
                    <a:pt x="837" y="202"/>
                  </a:lnTo>
                  <a:cubicBezTo>
                    <a:pt x="484" y="282"/>
                    <a:pt x="181" y="498"/>
                    <a:pt x="0" y="808"/>
                  </a:cubicBezTo>
                  <a:lnTo>
                    <a:pt x="455" y="960"/>
                  </a:lnTo>
                  <a:cubicBezTo>
                    <a:pt x="556" y="837"/>
                    <a:pt x="686" y="736"/>
                    <a:pt x="837" y="686"/>
                  </a:cubicBezTo>
                  <a:lnTo>
                    <a:pt x="837" y="823"/>
                  </a:lnTo>
                  <a:lnTo>
                    <a:pt x="1234" y="426"/>
                  </a:lnTo>
                  <a:lnTo>
                    <a:pt x="837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62" name="Google Shape;1662;p55"/>
            <p:cNvSpPr/>
            <p:nvPr/>
          </p:nvSpPr>
          <p:spPr>
            <a:xfrm>
              <a:off x="4906800" y="1533825"/>
              <a:ext cx="19675" cy="32475"/>
            </a:xfrm>
            <a:custGeom>
              <a:rect l="l" t="t" r="r" b="b"/>
              <a:pathLst>
                <a:path w="787" h="1299" extrusionOk="0">
                  <a:moveTo>
                    <a:pt x="527" y="1"/>
                  </a:moveTo>
                  <a:lnTo>
                    <a:pt x="1" y="246"/>
                  </a:lnTo>
                  <a:lnTo>
                    <a:pt x="181" y="303"/>
                  </a:lnTo>
                  <a:cubicBezTo>
                    <a:pt x="181" y="347"/>
                    <a:pt x="174" y="390"/>
                    <a:pt x="174" y="433"/>
                  </a:cubicBezTo>
                  <a:cubicBezTo>
                    <a:pt x="174" y="751"/>
                    <a:pt x="289" y="1061"/>
                    <a:pt x="498" y="1299"/>
                  </a:cubicBezTo>
                  <a:lnTo>
                    <a:pt x="787" y="909"/>
                  </a:lnTo>
                  <a:cubicBezTo>
                    <a:pt x="693" y="772"/>
                    <a:pt x="650" y="614"/>
                    <a:pt x="642" y="455"/>
                  </a:cubicBezTo>
                  <a:lnTo>
                    <a:pt x="642" y="455"/>
                  </a:lnTo>
                  <a:lnTo>
                    <a:pt x="787" y="498"/>
                  </a:lnTo>
                  <a:lnTo>
                    <a:pt x="527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63" name="Google Shape;1663;p55"/>
            <p:cNvSpPr/>
            <p:nvPr/>
          </p:nvSpPr>
          <p:spPr>
            <a:xfrm>
              <a:off x="4926625" y="1561950"/>
              <a:ext cx="30675" cy="16625"/>
            </a:xfrm>
            <a:custGeom>
              <a:rect l="l" t="t" r="r" b="b"/>
              <a:pathLst>
                <a:path w="1227" h="665" extrusionOk="0">
                  <a:moveTo>
                    <a:pt x="556" y="1"/>
                  </a:moveTo>
                  <a:lnTo>
                    <a:pt x="1" y="87"/>
                  </a:lnTo>
                  <a:lnTo>
                    <a:pt x="66" y="664"/>
                  </a:lnTo>
                  <a:lnTo>
                    <a:pt x="181" y="513"/>
                  </a:lnTo>
                  <a:cubicBezTo>
                    <a:pt x="347" y="585"/>
                    <a:pt x="526" y="621"/>
                    <a:pt x="704" y="621"/>
                  </a:cubicBezTo>
                  <a:cubicBezTo>
                    <a:pt x="883" y="621"/>
                    <a:pt x="1061" y="585"/>
                    <a:pt x="1227" y="513"/>
                  </a:cubicBezTo>
                  <a:lnTo>
                    <a:pt x="946" y="123"/>
                  </a:lnTo>
                  <a:cubicBezTo>
                    <a:pt x="866" y="149"/>
                    <a:pt x="785" y="161"/>
                    <a:pt x="704" y="161"/>
                  </a:cubicBezTo>
                  <a:cubicBezTo>
                    <a:pt x="623" y="161"/>
                    <a:pt x="542" y="149"/>
                    <a:pt x="462" y="123"/>
                  </a:cubicBezTo>
                  <a:lnTo>
                    <a:pt x="556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64" name="Google Shape;1664;p55"/>
            <p:cNvSpPr/>
            <p:nvPr/>
          </p:nvSpPr>
          <p:spPr>
            <a:xfrm>
              <a:off x="4957475" y="1541400"/>
              <a:ext cx="19675" cy="27800"/>
            </a:xfrm>
            <a:custGeom>
              <a:rect l="l" t="t" r="r" b="b"/>
              <a:pathLst>
                <a:path w="787" h="1112" extrusionOk="0">
                  <a:moveTo>
                    <a:pt x="779" y="0"/>
                  </a:moveTo>
                  <a:lnTo>
                    <a:pt x="318" y="145"/>
                  </a:lnTo>
                  <a:cubicBezTo>
                    <a:pt x="318" y="303"/>
                    <a:pt x="274" y="455"/>
                    <a:pt x="188" y="592"/>
                  </a:cubicBezTo>
                  <a:lnTo>
                    <a:pt x="80" y="448"/>
                  </a:lnTo>
                  <a:lnTo>
                    <a:pt x="0" y="1003"/>
                  </a:lnTo>
                  <a:lnTo>
                    <a:pt x="570" y="1111"/>
                  </a:lnTo>
                  <a:lnTo>
                    <a:pt x="469" y="981"/>
                  </a:lnTo>
                  <a:cubicBezTo>
                    <a:pt x="671" y="743"/>
                    <a:pt x="786" y="440"/>
                    <a:pt x="786" y="130"/>
                  </a:cubicBezTo>
                  <a:cubicBezTo>
                    <a:pt x="786" y="87"/>
                    <a:pt x="786" y="44"/>
                    <a:pt x="77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65" name="Google Shape;1665;p55"/>
            <p:cNvSpPr/>
            <p:nvPr/>
          </p:nvSpPr>
          <p:spPr>
            <a:xfrm>
              <a:off x="4951325" y="1512550"/>
              <a:ext cx="24925" cy="26350"/>
            </a:xfrm>
            <a:custGeom>
              <a:rect l="l" t="t" r="r" b="b"/>
              <a:pathLst>
                <a:path w="997" h="1054" extrusionOk="0">
                  <a:moveTo>
                    <a:pt x="1" y="0"/>
                  </a:moveTo>
                  <a:lnTo>
                    <a:pt x="1" y="476"/>
                  </a:lnTo>
                  <a:cubicBezTo>
                    <a:pt x="145" y="534"/>
                    <a:pt x="282" y="628"/>
                    <a:pt x="376" y="751"/>
                  </a:cubicBezTo>
                  <a:lnTo>
                    <a:pt x="210" y="801"/>
                  </a:lnTo>
                  <a:lnTo>
                    <a:pt x="715" y="1053"/>
                  </a:lnTo>
                  <a:lnTo>
                    <a:pt x="996" y="549"/>
                  </a:lnTo>
                  <a:lnTo>
                    <a:pt x="996" y="549"/>
                  </a:lnTo>
                  <a:lnTo>
                    <a:pt x="838" y="599"/>
                  </a:lnTo>
                  <a:cubicBezTo>
                    <a:pt x="650" y="296"/>
                    <a:pt x="347" y="73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749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666" name="Google Shape;1666;p55"/>
          <p:cNvGrpSpPr/>
          <p:nvPr/>
        </p:nvGrpSpPr>
        <p:grpSpPr>
          <a:xfrm>
            <a:off x="4423778" y="2340963"/>
            <a:ext cx="517934" cy="517934"/>
            <a:chOff x="3736598" y="2170606"/>
            <a:chExt cx="404889" cy="404889"/>
          </a:xfrm>
        </p:grpSpPr>
        <p:sp>
          <p:nvSpPr>
            <p:cNvPr id="1667" name="Google Shape;1667;p55"/>
            <p:cNvSpPr/>
            <p:nvPr/>
          </p:nvSpPr>
          <p:spPr>
            <a:xfrm>
              <a:off x="3950281" y="2170846"/>
              <a:ext cx="191206" cy="231947"/>
            </a:xfrm>
            <a:custGeom>
              <a:rect l="l" t="t" r="r" b="b"/>
              <a:pathLst>
                <a:path w="8781" h="10652" extrusionOk="0">
                  <a:moveTo>
                    <a:pt x="23" y="1"/>
                  </a:moveTo>
                  <a:lnTo>
                    <a:pt x="1435" y="2583"/>
                  </a:lnTo>
                  <a:lnTo>
                    <a:pt x="0" y="5246"/>
                  </a:lnTo>
                  <a:cubicBezTo>
                    <a:pt x="1997" y="5498"/>
                    <a:pt x="3512" y="7186"/>
                    <a:pt x="3547" y="9217"/>
                  </a:cubicBezTo>
                  <a:lnTo>
                    <a:pt x="6187" y="10652"/>
                  </a:lnTo>
                  <a:lnTo>
                    <a:pt x="8780" y="9217"/>
                  </a:lnTo>
                  <a:cubicBezTo>
                    <a:pt x="8746" y="4305"/>
                    <a:pt x="4913" y="276"/>
                    <a:pt x="2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8FA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68" name="Google Shape;1668;p55"/>
            <p:cNvSpPr/>
            <p:nvPr/>
          </p:nvSpPr>
          <p:spPr>
            <a:xfrm>
              <a:off x="3737099" y="2170606"/>
              <a:ext cx="231947" cy="191446"/>
            </a:xfrm>
            <a:custGeom>
              <a:rect l="l" t="t" r="r" b="b"/>
              <a:pathLst>
                <a:path w="10652" h="8792" extrusionOk="0">
                  <a:moveTo>
                    <a:pt x="9216" y="0"/>
                  </a:moveTo>
                  <a:cubicBezTo>
                    <a:pt x="4304" y="35"/>
                    <a:pt x="276" y="3868"/>
                    <a:pt x="0" y="8769"/>
                  </a:cubicBezTo>
                  <a:lnTo>
                    <a:pt x="2583" y="7346"/>
                  </a:lnTo>
                  <a:lnTo>
                    <a:pt x="5245" y="8792"/>
                  </a:lnTo>
                  <a:cubicBezTo>
                    <a:pt x="5498" y="6783"/>
                    <a:pt x="7185" y="5268"/>
                    <a:pt x="9216" y="5234"/>
                  </a:cubicBezTo>
                  <a:lnTo>
                    <a:pt x="10651" y="2594"/>
                  </a:lnTo>
                  <a:lnTo>
                    <a:pt x="9216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3749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69" name="Google Shape;1669;p55"/>
            <p:cNvSpPr/>
            <p:nvPr/>
          </p:nvSpPr>
          <p:spPr>
            <a:xfrm>
              <a:off x="3909539" y="2384027"/>
              <a:ext cx="231686" cy="191468"/>
            </a:xfrm>
            <a:custGeom>
              <a:rect l="l" t="t" r="r" b="b"/>
              <a:pathLst>
                <a:path w="10640" h="8793" extrusionOk="0">
                  <a:moveTo>
                    <a:pt x="5395" y="1"/>
                  </a:moveTo>
                  <a:cubicBezTo>
                    <a:pt x="5142" y="1998"/>
                    <a:pt x="3455" y="3513"/>
                    <a:pt x="1435" y="3559"/>
                  </a:cubicBezTo>
                  <a:lnTo>
                    <a:pt x="0" y="6187"/>
                  </a:lnTo>
                  <a:lnTo>
                    <a:pt x="1424" y="8792"/>
                  </a:lnTo>
                  <a:cubicBezTo>
                    <a:pt x="6324" y="8758"/>
                    <a:pt x="10364" y="4913"/>
                    <a:pt x="10640" y="24"/>
                  </a:cubicBezTo>
                  <a:lnTo>
                    <a:pt x="10640" y="24"/>
                  </a:lnTo>
                  <a:lnTo>
                    <a:pt x="8058" y="1436"/>
                  </a:lnTo>
                  <a:lnTo>
                    <a:pt x="5395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70" name="Google Shape;1670;p55"/>
            <p:cNvSpPr/>
            <p:nvPr/>
          </p:nvSpPr>
          <p:spPr>
            <a:xfrm>
              <a:off x="3736598" y="2343307"/>
              <a:ext cx="191707" cy="231686"/>
            </a:xfrm>
            <a:custGeom>
              <a:rect l="l" t="t" r="r" b="b"/>
              <a:pathLst>
                <a:path w="8804" h="10640" extrusionOk="0">
                  <a:moveTo>
                    <a:pt x="2606" y="0"/>
                  </a:moveTo>
                  <a:lnTo>
                    <a:pt x="0" y="1435"/>
                  </a:lnTo>
                  <a:cubicBezTo>
                    <a:pt x="46" y="6335"/>
                    <a:pt x="3880" y="10364"/>
                    <a:pt x="8769" y="10639"/>
                  </a:cubicBezTo>
                  <a:lnTo>
                    <a:pt x="7357" y="8057"/>
                  </a:lnTo>
                  <a:lnTo>
                    <a:pt x="8803" y="5394"/>
                  </a:lnTo>
                  <a:cubicBezTo>
                    <a:pt x="6795" y="5142"/>
                    <a:pt x="5280" y="3455"/>
                    <a:pt x="5245" y="1435"/>
                  </a:cubicBezTo>
                  <a:lnTo>
                    <a:pt x="2606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671" name="Google Shape;1671;p55"/>
          <p:cNvGrpSpPr/>
          <p:nvPr/>
        </p:nvGrpSpPr>
        <p:grpSpPr>
          <a:xfrm>
            <a:off x="3690839" y="2341061"/>
            <a:ext cx="586986" cy="517740"/>
            <a:chOff x="3161917" y="2170682"/>
            <a:chExt cx="458870" cy="404737"/>
          </a:xfrm>
        </p:grpSpPr>
        <p:sp>
          <p:nvSpPr>
            <p:cNvPr id="1672" name="Google Shape;1672;p55"/>
            <p:cNvSpPr/>
            <p:nvPr/>
          </p:nvSpPr>
          <p:spPr>
            <a:xfrm>
              <a:off x="3161917" y="2170682"/>
              <a:ext cx="277174" cy="291676"/>
            </a:xfrm>
            <a:custGeom>
              <a:rect l="l" t="t" r="r" b="b"/>
              <a:pathLst>
                <a:path w="12729" h="13395" extrusionOk="0">
                  <a:moveTo>
                    <a:pt x="11294" y="0"/>
                  </a:moveTo>
                  <a:cubicBezTo>
                    <a:pt x="4442" y="46"/>
                    <a:pt x="0" y="7242"/>
                    <a:pt x="3019" y="13394"/>
                  </a:cubicBezTo>
                  <a:lnTo>
                    <a:pt x="4522" y="10915"/>
                  </a:lnTo>
                  <a:lnTo>
                    <a:pt x="7598" y="10835"/>
                  </a:lnTo>
                  <a:cubicBezTo>
                    <a:pt x="6531" y="8195"/>
                    <a:pt x="8436" y="5291"/>
                    <a:pt x="11294" y="5234"/>
                  </a:cubicBezTo>
                  <a:lnTo>
                    <a:pt x="12729" y="2606"/>
                  </a:lnTo>
                  <a:lnTo>
                    <a:pt x="11294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3749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73" name="Google Shape;1673;p55"/>
            <p:cNvSpPr/>
            <p:nvPr/>
          </p:nvSpPr>
          <p:spPr>
            <a:xfrm>
              <a:off x="3420326" y="2170922"/>
              <a:ext cx="200461" cy="302934"/>
            </a:xfrm>
            <a:custGeom>
              <a:rect l="l" t="t" r="r" b="b"/>
              <a:pathLst>
                <a:path w="9206" h="13912" extrusionOk="0">
                  <a:moveTo>
                    <a:pt x="24" y="1"/>
                  </a:moveTo>
                  <a:lnTo>
                    <a:pt x="1447" y="2583"/>
                  </a:lnTo>
                  <a:lnTo>
                    <a:pt x="1" y="5246"/>
                  </a:lnTo>
                  <a:cubicBezTo>
                    <a:pt x="2893" y="5602"/>
                    <a:pt x="4488" y="8815"/>
                    <a:pt x="3008" y="11329"/>
                  </a:cubicBezTo>
                  <a:lnTo>
                    <a:pt x="4557" y="13854"/>
                  </a:lnTo>
                  <a:lnTo>
                    <a:pt x="7564" y="13911"/>
                  </a:lnTo>
                  <a:cubicBezTo>
                    <a:pt x="9171" y="11122"/>
                    <a:pt x="9206" y="7691"/>
                    <a:pt x="7679" y="4856"/>
                  </a:cubicBezTo>
                  <a:cubicBezTo>
                    <a:pt x="6141" y="2021"/>
                    <a:pt x="3237" y="184"/>
                    <a:pt x="2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8FA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74" name="Google Shape;1674;p55"/>
            <p:cNvSpPr/>
            <p:nvPr/>
          </p:nvSpPr>
          <p:spPr>
            <a:xfrm>
              <a:off x="3233645" y="2417594"/>
              <a:ext cx="344393" cy="157825"/>
            </a:xfrm>
            <a:custGeom>
              <a:rect l="l" t="t" r="r" b="b"/>
              <a:pathLst>
                <a:path w="15816" h="7246" extrusionOk="0">
                  <a:moveTo>
                    <a:pt x="4557" y="1"/>
                  </a:moveTo>
                  <a:lnTo>
                    <a:pt x="1515" y="81"/>
                  </a:lnTo>
                  <a:lnTo>
                    <a:pt x="0" y="2583"/>
                  </a:lnTo>
                  <a:cubicBezTo>
                    <a:pt x="1607" y="5372"/>
                    <a:pt x="4545" y="7140"/>
                    <a:pt x="7770" y="7243"/>
                  </a:cubicBezTo>
                  <a:cubicBezTo>
                    <a:pt x="7870" y="7246"/>
                    <a:pt x="7970" y="7248"/>
                    <a:pt x="8070" y="7248"/>
                  </a:cubicBezTo>
                  <a:cubicBezTo>
                    <a:pt x="11183" y="7248"/>
                    <a:pt x="14092" y="5691"/>
                    <a:pt x="15816" y="3088"/>
                  </a:cubicBezTo>
                  <a:lnTo>
                    <a:pt x="12832" y="3019"/>
                  </a:lnTo>
                  <a:lnTo>
                    <a:pt x="11260" y="471"/>
                  </a:lnTo>
                  <a:cubicBezTo>
                    <a:pt x="10437" y="1506"/>
                    <a:pt x="9252" y="2011"/>
                    <a:pt x="8072" y="2011"/>
                  </a:cubicBezTo>
                  <a:cubicBezTo>
                    <a:pt x="6699" y="2011"/>
                    <a:pt x="5334" y="1328"/>
                    <a:pt x="4557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675" name="Google Shape;1675;p55"/>
          <p:cNvGrpSpPr/>
          <p:nvPr/>
        </p:nvGrpSpPr>
        <p:grpSpPr>
          <a:xfrm>
            <a:off x="3713860" y="3102400"/>
            <a:ext cx="540943" cy="517963"/>
            <a:chOff x="3179914" y="2889488"/>
            <a:chExt cx="422876" cy="404911"/>
          </a:xfrm>
        </p:grpSpPr>
        <p:sp>
          <p:nvSpPr>
            <p:cNvPr id="1676" name="Google Shape;1676;p55"/>
            <p:cNvSpPr/>
            <p:nvPr/>
          </p:nvSpPr>
          <p:spPr>
            <a:xfrm>
              <a:off x="3402328" y="2889749"/>
              <a:ext cx="163726" cy="157477"/>
            </a:xfrm>
            <a:custGeom>
              <a:rect l="l" t="t" r="r" b="b"/>
              <a:pathLst>
                <a:path w="7519" h="7232" extrusionOk="0">
                  <a:moveTo>
                    <a:pt x="24" y="0"/>
                  </a:moveTo>
                  <a:lnTo>
                    <a:pt x="1447" y="2583"/>
                  </a:lnTo>
                  <a:lnTo>
                    <a:pt x="1" y="5257"/>
                  </a:lnTo>
                  <a:cubicBezTo>
                    <a:pt x="1252" y="5418"/>
                    <a:pt x="2365" y="6141"/>
                    <a:pt x="2996" y="7231"/>
                  </a:cubicBezTo>
                  <a:lnTo>
                    <a:pt x="5958" y="7151"/>
                  </a:lnTo>
                  <a:lnTo>
                    <a:pt x="7518" y="4580"/>
                  </a:lnTo>
                  <a:cubicBezTo>
                    <a:pt x="5946" y="1894"/>
                    <a:pt x="3134" y="184"/>
                    <a:pt x="24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77" name="Google Shape;1677;p55"/>
            <p:cNvSpPr/>
            <p:nvPr/>
          </p:nvSpPr>
          <p:spPr>
            <a:xfrm>
              <a:off x="3467807" y="3000956"/>
              <a:ext cx="134983" cy="191707"/>
            </a:xfrm>
            <a:custGeom>
              <a:rect l="l" t="t" r="r" b="b"/>
              <a:pathLst>
                <a:path w="6199" h="8804" extrusionOk="0">
                  <a:moveTo>
                    <a:pt x="4798" y="1"/>
                  </a:moveTo>
                  <a:lnTo>
                    <a:pt x="3249" y="2549"/>
                  </a:lnTo>
                  <a:lnTo>
                    <a:pt x="242" y="2629"/>
                  </a:lnTo>
                  <a:cubicBezTo>
                    <a:pt x="724" y="3800"/>
                    <a:pt x="644" y="5131"/>
                    <a:pt x="1" y="6221"/>
                  </a:cubicBezTo>
                  <a:lnTo>
                    <a:pt x="1550" y="8746"/>
                  </a:lnTo>
                  <a:lnTo>
                    <a:pt x="4557" y="8804"/>
                  </a:lnTo>
                  <a:cubicBezTo>
                    <a:pt x="6107" y="6095"/>
                    <a:pt x="6199" y="2790"/>
                    <a:pt x="4798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78" name="Google Shape;1678;p55"/>
            <p:cNvSpPr/>
            <p:nvPr/>
          </p:nvSpPr>
          <p:spPr>
            <a:xfrm>
              <a:off x="3222637" y="2889488"/>
              <a:ext cx="198457" cy="149224"/>
            </a:xfrm>
            <a:custGeom>
              <a:rect l="l" t="t" r="r" b="b"/>
              <a:pathLst>
                <a:path w="9114" h="6853" extrusionOk="0">
                  <a:moveTo>
                    <a:pt x="7690" y="1"/>
                  </a:moveTo>
                  <a:cubicBezTo>
                    <a:pt x="4592" y="24"/>
                    <a:pt x="1711" y="1585"/>
                    <a:pt x="1" y="4156"/>
                  </a:cubicBezTo>
                  <a:lnTo>
                    <a:pt x="2904" y="4225"/>
                  </a:lnTo>
                  <a:lnTo>
                    <a:pt x="4511" y="6853"/>
                  </a:lnTo>
                  <a:cubicBezTo>
                    <a:pt x="5257" y="5854"/>
                    <a:pt x="6428" y="5258"/>
                    <a:pt x="7679" y="5235"/>
                  </a:cubicBezTo>
                  <a:lnTo>
                    <a:pt x="9114" y="2606"/>
                  </a:lnTo>
                  <a:lnTo>
                    <a:pt x="7690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F8FA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79" name="Google Shape;1679;p55"/>
            <p:cNvSpPr/>
            <p:nvPr/>
          </p:nvSpPr>
          <p:spPr>
            <a:xfrm>
              <a:off x="3179914" y="2991462"/>
              <a:ext cx="133960" cy="190205"/>
            </a:xfrm>
            <a:custGeom>
              <a:rect l="l" t="t" r="r" b="b"/>
              <a:pathLst>
                <a:path w="6152" h="8735" extrusionOk="0">
                  <a:moveTo>
                    <a:pt x="1641" y="1"/>
                  </a:moveTo>
                  <a:cubicBezTo>
                    <a:pt x="103" y="2686"/>
                    <a:pt x="0" y="5957"/>
                    <a:pt x="1366" y="8735"/>
                  </a:cubicBezTo>
                  <a:lnTo>
                    <a:pt x="2869" y="6244"/>
                  </a:lnTo>
                  <a:lnTo>
                    <a:pt x="5957" y="6164"/>
                  </a:lnTo>
                  <a:cubicBezTo>
                    <a:pt x="5486" y="5016"/>
                    <a:pt x="5555" y="3731"/>
                    <a:pt x="6152" y="2640"/>
                  </a:cubicBezTo>
                  <a:lnTo>
                    <a:pt x="4568" y="58"/>
                  </a:lnTo>
                  <a:lnTo>
                    <a:pt x="1641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3749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80" name="Google Shape;1680;p55"/>
            <p:cNvSpPr/>
            <p:nvPr/>
          </p:nvSpPr>
          <p:spPr>
            <a:xfrm>
              <a:off x="3215887" y="3136661"/>
              <a:ext cx="162725" cy="157477"/>
            </a:xfrm>
            <a:custGeom>
              <a:rect l="l" t="t" r="r" b="b"/>
              <a:pathLst>
                <a:path w="7473" h="7232" extrusionOk="0">
                  <a:moveTo>
                    <a:pt x="4546" y="1"/>
                  </a:moveTo>
                  <a:lnTo>
                    <a:pt x="1516" y="81"/>
                  </a:lnTo>
                  <a:lnTo>
                    <a:pt x="1" y="2583"/>
                  </a:lnTo>
                  <a:cubicBezTo>
                    <a:pt x="1550" y="5280"/>
                    <a:pt x="4339" y="7025"/>
                    <a:pt x="7438" y="7232"/>
                  </a:cubicBezTo>
                  <a:lnTo>
                    <a:pt x="6026" y="4649"/>
                  </a:lnTo>
                  <a:lnTo>
                    <a:pt x="7472" y="1964"/>
                  </a:lnTo>
                  <a:cubicBezTo>
                    <a:pt x="6256" y="1791"/>
                    <a:pt x="5177" y="1068"/>
                    <a:pt x="454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81" name="Google Shape;1681;p55"/>
            <p:cNvSpPr/>
            <p:nvPr/>
          </p:nvSpPr>
          <p:spPr>
            <a:xfrm>
              <a:off x="3359605" y="3146677"/>
              <a:ext cx="200439" cy="147722"/>
            </a:xfrm>
            <a:custGeom>
              <a:rect l="l" t="t" r="r" b="b"/>
              <a:pathLst>
                <a:path w="9205" h="6783" extrusionOk="0">
                  <a:moveTo>
                    <a:pt x="4649" y="0"/>
                  </a:moveTo>
                  <a:cubicBezTo>
                    <a:pt x="3880" y="976"/>
                    <a:pt x="2697" y="1549"/>
                    <a:pt x="1446" y="1549"/>
                  </a:cubicBezTo>
                  <a:lnTo>
                    <a:pt x="1435" y="1549"/>
                  </a:lnTo>
                  <a:lnTo>
                    <a:pt x="0" y="4189"/>
                  </a:lnTo>
                  <a:lnTo>
                    <a:pt x="1435" y="6783"/>
                  </a:lnTo>
                  <a:lnTo>
                    <a:pt x="1446" y="6783"/>
                  </a:lnTo>
                  <a:cubicBezTo>
                    <a:pt x="1458" y="6783"/>
                    <a:pt x="1469" y="6783"/>
                    <a:pt x="1481" y="6783"/>
                  </a:cubicBezTo>
                  <a:cubicBezTo>
                    <a:pt x="4589" y="6783"/>
                    <a:pt x="7490" y="5224"/>
                    <a:pt x="9205" y="2628"/>
                  </a:cubicBezTo>
                  <a:lnTo>
                    <a:pt x="6221" y="2559"/>
                  </a:lnTo>
                  <a:lnTo>
                    <a:pt x="4649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682" name="Google Shape;1682;p55"/>
          <p:cNvGrpSpPr/>
          <p:nvPr/>
        </p:nvGrpSpPr>
        <p:grpSpPr>
          <a:xfrm>
            <a:off x="4414654" y="3102358"/>
            <a:ext cx="536180" cy="518047"/>
            <a:chOff x="3729467" y="2889422"/>
            <a:chExt cx="419153" cy="404977"/>
          </a:xfrm>
        </p:grpSpPr>
        <p:sp>
          <p:nvSpPr>
            <p:cNvPr id="1683" name="Google Shape;1683;p55"/>
            <p:cNvSpPr/>
            <p:nvPr/>
          </p:nvSpPr>
          <p:spPr>
            <a:xfrm>
              <a:off x="4014137" y="2974913"/>
              <a:ext cx="134482" cy="178707"/>
            </a:xfrm>
            <a:custGeom>
              <a:rect l="l" t="t" r="r" b="b"/>
              <a:pathLst>
                <a:path w="6176" h="8207" extrusionOk="0">
                  <a:moveTo>
                    <a:pt x="4121" y="0"/>
                  </a:moveTo>
                  <a:lnTo>
                    <a:pt x="2973" y="2732"/>
                  </a:lnTo>
                  <a:lnTo>
                    <a:pt x="0" y="3260"/>
                  </a:lnTo>
                  <a:cubicBezTo>
                    <a:pt x="391" y="3891"/>
                    <a:pt x="586" y="4625"/>
                    <a:pt x="586" y="5372"/>
                  </a:cubicBezTo>
                  <a:cubicBezTo>
                    <a:pt x="586" y="5658"/>
                    <a:pt x="563" y="5945"/>
                    <a:pt x="494" y="6232"/>
                  </a:cubicBezTo>
                  <a:lnTo>
                    <a:pt x="2743" y="8206"/>
                  </a:lnTo>
                  <a:lnTo>
                    <a:pt x="5613" y="7392"/>
                  </a:lnTo>
                  <a:cubicBezTo>
                    <a:pt x="6175" y="4832"/>
                    <a:pt x="5636" y="2146"/>
                    <a:pt x="4121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84" name="Google Shape;1684;p55"/>
            <p:cNvSpPr/>
            <p:nvPr/>
          </p:nvSpPr>
          <p:spPr>
            <a:xfrm>
              <a:off x="3741225" y="3095375"/>
              <a:ext cx="148963" cy="173460"/>
            </a:xfrm>
            <a:custGeom>
              <a:rect l="l" t="t" r="r" b="b"/>
              <a:pathLst>
                <a:path w="6841" h="7966" extrusionOk="0">
                  <a:moveTo>
                    <a:pt x="2215" y="0"/>
                  </a:moveTo>
                  <a:lnTo>
                    <a:pt x="0" y="1963"/>
                  </a:lnTo>
                  <a:cubicBezTo>
                    <a:pt x="597" y="4511"/>
                    <a:pt x="2250" y="6691"/>
                    <a:pt x="4534" y="7965"/>
                  </a:cubicBezTo>
                  <a:lnTo>
                    <a:pt x="4373" y="5027"/>
                  </a:lnTo>
                  <a:lnTo>
                    <a:pt x="6841" y="3248"/>
                  </a:lnTo>
                  <a:cubicBezTo>
                    <a:pt x="5980" y="2686"/>
                    <a:pt x="5360" y="1814"/>
                    <a:pt x="5108" y="804"/>
                  </a:cubicBezTo>
                  <a:lnTo>
                    <a:pt x="2215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85" name="Google Shape;1685;p55"/>
            <p:cNvSpPr/>
            <p:nvPr/>
          </p:nvSpPr>
          <p:spPr>
            <a:xfrm>
              <a:off x="3949660" y="2889684"/>
              <a:ext cx="146219" cy="145980"/>
            </a:xfrm>
            <a:custGeom>
              <a:rect l="l" t="t" r="r" b="b"/>
              <a:pathLst>
                <a:path w="6715" h="6704" extrusionOk="0">
                  <a:moveTo>
                    <a:pt x="12" y="0"/>
                  </a:moveTo>
                  <a:lnTo>
                    <a:pt x="1435" y="2583"/>
                  </a:lnTo>
                  <a:lnTo>
                    <a:pt x="0" y="5257"/>
                  </a:lnTo>
                  <a:cubicBezTo>
                    <a:pt x="1022" y="5383"/>
                    <a:pt x="1963" y="5900"/>
                    <a:pt x="2629" y="6703"/>
                  </a:cubicBezTo>
                  <a:lnTo>
                    <a:pt x="5567" y="6187"/>
                  </a:lnTo>
                  <a:lnTo>
                    <a:pt x="6714" y="3432"/>
                  </a:lnTo>
                  <a:cubicBezTo>
                    <a:pt x="5062" y="1401"/>
                    <a:pt x="2629" y="150"/>
                    <a:pt x="1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86" name="Google Shape;1686;p55"/>
            <p:cNvSpPr/>
            <p:nvPr/>
          </p:nvSpPr>
          <p:spPr>
            <a:xfrm>
              <a:off x="3847947" y="3172089"/>
              <a:ext cx="167210" cy="122310"/>
            </a:xfrm>
            <a:custGeom>
              <a:rect l="l" t="t" r="r" b="b"/>
              <a:pathLst>
                <a:path w="7679" h="5617" extrusionOk="0">
                  <a:moveTo>
                    <a:pt x="2433" y="1"/>
                  </a:moveTo>
                  <a:lnTo>
                    <a:pt x="0" y="1757"/>
                  </a:lnTo>
                  <a:lnTo>
                    <a:pt x="149" y="4718"/>
                  </a:lnTo>
                  <a:cubicBezTo>
                    <a:pt x="1415" y="5317"/>
                    <a:pt x="2781" y="5616"/>
                    <a:pt x="4148" y="5616"/>
                  </a:cubicBezTo>
                  <a:cubicBezTo>
                    <a:pt x="5347" y="5616"/>
                    <a:pt x="6546" y="5386"/>
                    <a:pt x="7678" y="4924"/>
                  </a:cubicBezTo>
                  <a:lnTo>
                    <a:pt x="5280" y="3203"/>
                  </a:lnTo>
                  <a:lnTo>
                    <a:pt x="5417" y="173"/>
                  </a:lnTo>
                  <a:lnTo>
                    <a:pt x="5417" y="173"/>
                  </a:lnTo>
                  <a:cubicBezTo>
                    <a:pt x="5016" y="311"/>
                    <a:pt x="4591" y="379"/>
                    <a:pt x="4155" y="379"/>
                  </a:cubicBezTo>
                  <a:cubicBezTo>
                    <a:pt x="3558" y="379"/>
                    <a:pt x="2973" y="253"/>
                    <a:pt x="243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8FA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87" name="Google Shape;1687;p55"/>
            <p:cNvSpPr/>
            <p:nvPr/>
          </p:nvSpPr>
          <p:spPr>
            <a:xfrm>
              <a:off x="3974658" y="3122616"/>
              <a:ext cx="158457" cy="151206"/>
            </a:xfrm>
            <a:custGeom>
              <a:rect l="l" t="t" r="r" b="b"/>
              <a:pathLst>
                <a:path w="7277" h="6943" extrusionOk="0">
                  <a:moveTo>
                    <a:pt x="2158" y="0"/>
                  </a:moveTo>
                  <a:cubicBezTo>
                    <a:pt x="1790" y="964"/>
                    <a:pt x="1079" y="1768"/>
                    <a:pt x="149" y="2227"/>
                  </a:cubicBezTo>
                  <a:lnTo>
                    <a:pt x="0" y="5222"/>
                  </a:lnTo>
                  <a:lnTo>
                    <a:pt x="2422" y="6944"/>
                  </a:lnTo>
                  <a:cubicBezTo>
                    <a:pt x="4775" y="5785"/>
                    <a:pt x="6542" y="3696"/>
                    <a:pt x="7277" y="1171"/>
                  </a:cubicBezTo>
                  <a:lnTo>
                    <a:pt x="7277" y="1171"/>
                  </a:lnTo>
                  <a:lnTo>
                    <a:pt x="4430" y="1986"/>
                  </a:lnTo>
                  <a:lnTo>
                    <a:pt x="2158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3749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88" name="Google Shape;1688;p55"/>
            <p:cNvSpPr/>
            <p:nvPr/>
          </p:nvSpPr>
          <p:spPr>
            <a:xfrm>
              <a:off x="3729467" y="2966660"/>
              <a:ext cx="138990" cy="158718"/>
            </a:xfrm>
            <a:custGeom>
              <a:rect l="l" t="t" r="r" b="b"/>
              <a:pathLst>
                <a:path w="6383" h="7289" extrusionOk="0">
                  <a:moveTo>
                    <a:pt x="2296" y="0"/>
                  </a:moveTo>
                  <a:cubicBezTo>
                    <a:pt x="678" y="2055"/>
                    <a:pt x="1" y="4706"/>
                    <a:pt x="425" y="7288"/>
                  </a:cubicBezTo>
                  <a:lnTo>
                    <a:pt x="2618" y="5337"/>
                  </a:lnTo>
                  <a:lnTo>
                    <a:pt x="5556" y="6152"/>
                  </a:lnTo>
                  <a:cubicBezTo>
                    <a:pt x="5544" y="6026"/>
                    <a:pt x="5533" y="5888"/>
                    <a:pt x="5533" y="5751"/>
                  </a:cubicBezTo>
                  <a:cubicBezTo>
                    <a:pt x="5533" y="4855"/>
                    <a:pt x="5831" y="3983"/>
                    <a:pt x="6382" y="3271"/>
                  </a:cubicBezTo>
                  <a:lnTo>
                    <a:pt x="5211" y="505"/>
                  </a:lnTo>
                  <a:lnTo>
                    <a:pt x="2296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89" name="Google Shape;1689;p55"/>
            <p:cNvSpPr/>
            <p:nvPr/>
          </p:nvSpPr>
          <p:spPr>
            <a:xfrm>
              <a:off x="3787716" y="2889422"/>
              <a:ext cx="180449" cy="139229"/>
            </a:xfrm>
            <a:custGeom>
              <a:rect l="l" t="t" r="r" b="b"/>
              <a:pathLst>
                <a:path w="8287" h="6394" extrusionOk="0">
                  <a:moveTo>
                    <a:pt x="6863" y="1"/>
                  </a:moveTo>
                  <a:cubicBezTo>
                    <a:pt x="4235" y="12"/>
                    <a:pt x="1756" y="1137"/>
                    <a:pt x="0" y="3088"/>
                  </a:cubicBezTo>
                  <a:lnTo>
                    <a:pt x="2904" y="3593"/>
                  </a:lnTo>
                  <a:lnTo>
                    <a:pt x="4086" y="6394"/>
                  </a:lnTo>
                  <a:cubicBezTo>
                    <a:pt x="4820" y="5671"/>
                    <a:pt x="5819" y="5258"/>
                    <a:pt x="6852" y="5235"/>
                  </a:cubicBezTo>
                  <a:lnTo>
                    <a:pt x="8287" y="2606"/>
                  </a:lnTo>
                  <a:lnTo>
                    <a:pt x="6863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690" name="Google Shape;1690;p55"/>
          <p:cNvGrpSpPr/>
          <p:nvPr/>
        </p:nvGrpSpPr>
        <p:grpSpPr>
          <a:xfrm>
            <a:off x="1951688" y="3445787"/>
            <a:ext cx="965351" cy="134611"/>
            <a:chOff x="4411970" y="2962952"/>
            <a:chExt cx="706544" cy="104212"/>
          </a:xfrm>
        </p:grpSpPr>
        <p:sp>
          <p:nvSpPr>
            <p:cNvPr id="1691" name="Google Shape;1691;p55"/>
            <p:cNvSpPr/>
            <p:nvPr/>
          </p:nvSpPr>
          <p:spPr>
            <a:xfrm>
              <a:off x="4583864" y="2962952"/>
              <a:ext cx="534651" cy="104077"/>
            </a:xfrm>
            <a:custGeom>
              <a:rect l="l" t="t" r="r" b="b"/>
              <a:pathLst>
                <a:path w="11841" h="2305" extrusionOk="0">
                  <a:moveTo>
                    <a:pt x="1155" y="0"/>
                  </a:moveTo>
                  <a:lnTo>
                    <a:pt x="0" y="2304"/>
                  </a:lnTo>
                  <a:lnTo>
                    <a:pt x="11410" y="2304"/>
                  </a:lnTo>
                  <a:lnTo>
                    <a:pt x="11840" y="1153"/>
                  </a:lnTo>
                  <a:lnTo>
                    <a:pt x="1141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92" name="Google Shape;1692;p55"/>
            <p:cNvSpPr/>
            <p:nvPr/>
          </p:nvSpPr>
          <p:spPr>
            <a:xfrm>
              <a:off x="4411970" y="2963088"/>
              <a:ext cx="124124" cy="104077"/>
            </a:xfrm>
            <a:custGeom>
              <a:rect l="l" t="t" r="r" b="b"/>
              <a:pathLst>
                <a:path w="2749" h="2305" extrusionOk="0">
                  <a:moveTo>
                    <a:pt x="2749" y="0"/>
                  </a:moveTo>
                  <a:lnTo>
                    <a:pt x="177" y="2"/>
                  </a:lnTo>
                  <a:cubicBezTo>
                    <a:pt x="79" y="2"/>
                    <a:pt x="1" y="79"/>
                    <a:pt x="1" y="176"/>
                  </a:cubicBezTo>
                  <a:lnTo>
                    <a:pt x="1" y="2130"/>
                  </a:lnTo>
                  <a:cubicBezTo>
                    <a:pt x="1" y="2226"/>
                    <a:pt x="79" y="2305"/>
                    <a:pt x="177" y="2305"/>
                  </a:cubicBezTo>
                  <a:lnTo>
                    <a:pt x="1522" y="2305"/>
                  </a:lnTo>
                  <a:lnTo>
                    <a:pt x="2749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93" name="Google Shape;1693;p55"/>
            <p:cNvSpPr/>
            <p:nvPr/>
          </p:nvSpPr>
          <p:spPr>
            <a:xfrm>
              <a:off x="4496946" y="2963133"/>
              <a:ext cx="79920" cy="104031"/>
            </a:xfrm>
            <a:custGeom>
              <a:rect l="l" t="t" r="r" b="b"/>
              <a:pathLst>
                <a:path w="1770" h="2304" extrusionOk="0">
                  <a:moveTo>
                    <a:pt x="1227" y="1"/>
                  </a:moveTo>
                  <a:lnTo>
                    <a:pt x="0" y="2304"/>
                  </a:lnTo>
                  <a:lnTo>
                    <a:pt x="542" y="2304"/>
                  </a:lnTo>
                  <a:lnTo>
                    <a:pt x="1770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94" name="Google Shape;1694;p55"/>
            <p:cNvSpPr/>
            <p:nvPr/>
          </p:nvSpPr>
          <p:spPr>
            <a:xfrm>
              <a:off x="4537628" y="2963133"/>
              <a:ext cx="79965" cy="104031"/>
            </a:xfrm>
            <a:custGeom>
              <a:rect l="l" t="t" r="r" b="b"/>
              <a:pathLst>
                <a:path w="1771" h="2304" extrusionOk="0">
                  <a:moveTo>
                    <a:pt x="1229" y="1"/>
                  </a:moveTo>
                  <a:lnTo>
                    <a:pt x="1" y="2304"/>
                  </a:lnTo>
                  <a:lnTo>
                    <a:pt x="544" y="2304"/>
                  </a:lnTo>
                  <a:lnTo>
                    <a:pt x="1770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695" name="Google Shape;1695;p55"/>
          <p:cNvGrpSpPr/>
          <p:nvPr/>
        </p:nvGrpSpPr>
        <p:grpSpPr>
          <a:xfrm>
            <a:off x="1951688" y="3041077"/>
            <a:ext cx="960158" cy="289172"/>
            <a:chOff x="4411970" y="2726085"/>
            <a:chExt cx="643107" cy="193659"/>
          </a:xfrm>
        </p:grpSpPr>
        <p:sp>
          <p:nvSpPr>
            <p:cNvPr id="1696" name="Google Shape;1696;p55"/>
            <p:cNvSpPr/>
            <p:nvPr/>
          </p:nvSpPr>
          <p:spPr>
            <a:xfrm>
              <a:off x="4411970" y="2726085"/>
              <a:ext cx="118796" cy="193659"/>
            </a:xfrm>
            <a:custGeom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97" name="Google Shape;1697;p55"/>
            <p:cNvSpPr/>
            <p:nvPr/>
          </p:nvSpPr>
          <p:spPr>
            <a:xfrm>
              <a:off x="4426058" y="2791601"/>
              <a:ext cx="36167" cy="62627"/>
            </a:xfrm>
            <a:custGeom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98" name="Google Shape;1698;p55"/>
            <p:cNvSpPr/>
            <p:nvPr/>
          </p:nvSpPr>
          <p:spPr>
            <a:xfrm>
              <a:off x="4456806" y="2743875"/>
              <a:ext cx="598271" cy="157989"/>
            </a:xfrm>
            <a:custGeom>
              <a:rect l="l" t="t" r="r" b="b"/>
              <a:pathLst>
                <a:path w="13249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699" name="Google Shape;1699;p55"/>
          <p:cNvGrpSpPr/>
          <p:nvPr/>
        </p:nvGrpSpPr>
        <p:grpSpPr>
          <a:xfrm>
            <a:off x="960185" y="3295400"/>
            <a:ext cx="811503" cy="252584"/>
            <a:chOff x="4411970" y="4340222"/>
            <a:chExt cx="779467" cy="242683"/>
          </a:xfrm>
        </p:grpSpPr>
        <p:sp>
          <p:nvSpPr>
            <p:cNvPr id="1700" name="Google Shape;1700;p55"/>
            <p:cNvSpPr/>
            <p:nvPr/>
          </p:nvSpPr>
          <p:spPr>
            <a:xfrm>
              <a:off x="4411970" y="4340222"/>
              <a:ext cx="121370" cy="121370"/>
            </a:xfrm>
            <a:custGeom>
              <a:rect l="l" t="t" r="r" b="b"/>
              <a:pathLst>
                <a:path w="2688" h="2688" extrusionOk="0">
                  <a:moveTo>
                    <a:pt x="2688" y="1"/>
                  </a:moveTo>
                  <a:cubicBezTo>
                    <a:pt x="1205" y="1"/>
                    <a:pt x="1" y="1203"/>
                    <a:pt x="1" y="2688"/>
                  </a:cubicBezTo>
                  <a:lnTo>
                    <a:pt x="379" y="2688"/>
                  </a:lnTo>
                  <a:cubicBezTo>
                    <a:pt x="379" y="1411"/>
                    <a:pt x="1413" y="379"/>
                    <a:pt x="2688" y="379"/>
                  </a:cubicBezTo>
                  <a:lnTo>
                    <a:pt x="2688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7994A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01" name="Google Shape;1701;p55"/>
            <p:cNvSpPr/>
            <p:nvPr/>
          </p:nvSpPr>
          <p:spPr>
            <a:xfrm>
              <a:off x="4457032" y="4385284"/>
              <a:ext cx="152661" cy="152615"/>
            </a:xfrm>
            <a:custGeom>
              <a:rect l="l" t="t" r="r" b="b"/>
              <a:pathLst>
                <a:path w="3381" h="3380" extrusionOk="0">
                  <a:moveTo>
                    <a:pt x="1690" y="0"/>
                  </a:moveTo>
                  <a:cubicBezTo>
                    <a:pt x="756" y="0"/>
                    <a:pt x="0" y="756"/>
                    <a:pt x="0" y="1690"/>
                  </a:cubicBezTo>
                  <a:cubicBezTo>
                    <a:pt x="0" y="2623"/>
                    <a:pt x="756" y="3379"/>
                    <a:pt x="1690" y="3379"/>
                  </a:cubicBezTo>
                  <a:cubicBezTo>
                    <a:pt x="2623" y="3379"/>
                    <a:pt x="3381" y="2623"/>
                    <a:pt x="3381" y="1690"/>
                  </a:cubicBezTo>
                  <a:cubicBezTo>
                    <a:pt x="3381" y="756"/>
                    <a:pt x="2623" y="0"/>
                    <a:pt x="169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02" name="Google Shape;1702;p55"/>
            <p:cNvSpPr/>
            <p:nvPr/>
          </p:nvSpPr>
          <p:spPr>
            <a:xfrm>
              <a:off x="4533392" y="4383749"/>
              <a:ext cx="658046" cy="199155"/>
            </a:xfrm>
            <a:custGeom>
              <a:rect l="l" t="t" r="r" b="b"/>
              <a:pathLst>
                <a:path w="16511" h="4997" extrusionOk="0">
                  <a:moveTo>
                    <a:pt x="4619" y="1"/>
                  </a:moveTo>
                  <a:cubicBezTo>
                    <a:pt x="3342" y="1"/>
                    <a:pt x="2309" y="1035"/>
                    <a:pt x="2309" y="2310"/>
                  </a:cubicBezTo>
                  <a:cubicBezTo>
                    <a:pt x="2309" y="3586"/>
                    <a:pt x="1275" y="4619"/>
                    <a:pt x="0" y="4619"/>
                  </a:cubicBezTo>
                  <a:lnTo>
                    <a:pt x="0" y="4997"/>
                  </a:lnTo>
                  <a:cubicBezTo>
                    <a:pt x="482" y="4997"/>
                    <a:pt x="958" y="4867"/>
                    <a:pt x="1373" y="4619"/>
                  </a:cubicBezTo>
                  <a:lnTo>
                    <a:pt x="14185" y="4619"/>
                  </a:lnTo>
                  <a:cubicBezTo>
                    <a:pt x="15472" y="4619"/>
                    <a:pt x="16510" y="3567"/>
                    <a:pt x="16494" y="2279"/>
                  </a:cubicBezTo>
                  <a:cubicBezTo>
                    <a:pt x="16478" y="1006"/>
                    <a:pt x="15399" y="1"/>
                    <a:pt x="1412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7994A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03" name="Google Shape;1703;p55"/>
          <p:cNvGrpSpPr/>
          <p:nvPr/>
        </p:nvGrpSpPr>
        <p:grpSpPr>
          <a:xfrm>
            <a:off x="1951688" y="2709308"/>
            <a:ext cx="965160" cy="216230"/>
            <a:chOff x="4411970" y="2468674"/>
            <a:chExt cx="747317" cy="167425"/>
          </a:xfrm>
        </p:grpSpPr>
        <p:sp>
          <p:nvSpPr>
            <p:cNvPr id="1704" name="Google Shape;1704;p55"/>
            <p:cNvSpPr/>
            <p:nvPr/>
          </p:nvSpPr>
          <p:spPr>
            <a:xfrm>
              <a:off x="4411970" y="2468674"/>
              <a:ext cx="216235" cy="167425"/>
            </a:xfrm>
            <a:custGeom>
              <a:rect l="l" t="t" r="r" b="b"/>
              <a:pathLst>
                <a:path w="4789" h="3707" extrusionOk="0">
                  <a:moveTo>
                    <a:pt x="1" y="0"/>
                  </a:moveTo>
                  <a:lnTo>
                    <a:pt x="1" y="3707"/>
                  </a:lnTo>
                  <a:lnTo>
                    <a:pt x="3381" y="3707"/>
                  </a:lnTo>
                  <a:lnTo>
                    <a:pt x="4789" y="1853"/>
                  </a:lnTo>
                  <a:lnTo>
                    <a:pt x="338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05" name="Google Shape;1705;p55"/>
            <p:cNvSpPr/>
            <p:nvPr/>
          </p:nvSpPr>
          <p:spPr>
            <a:xfrm>
              <a:off x="4564629" y="2468674"/>
              <a:ext cx="594658" cy="167425"/>
            </a:xfrm>
            <a:custGeom>
              <a:rect l="l" t="t" r="r" b="b"/>
              <a:pathLst>
                <a:path w="13170" h="3707" extrusionOk="0">
                  <a:moveTo>
                    <a:pt x="0" y="0"/>
                  </a:moveTo>
                  <a:lnTo>
                    <a:pt x="1408" y="1853"/>
                  </a:lnTo>
                  <a:lnTo>
                    <a:pt x="0" y="3707"/>
                  </a:lnTo>
                  <a:lnTo>
                    <a:pt x="13169" y="3707"/>
                  </a:lnTo>
                  <a:lnTo>
                    <a:pt x="13169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706" name="Google Shape;1706;p55"/>
          <p:cNvSpPr/>
          <p:nvPr/>
        </p:nvSpPr>
        <p:spPr>
          <a:xfrm>
            <a:off x="958435" y="3014089"/>
            <a:ext cx="810618" cy="192983"/>
          </a:xfrm>
          <a:custGeom>
            <a:rect l="l" t="t" r="r" b="b"/>
            <a:pathLst>
              <a:path w="17936" h="4270" extrusionOk="0">
                <a:moveTo>
                  <a:pt x="2303" y="1110"/>
                </a:moveTo>
                <a:cubicBezTo>
                  <a:pt x="2883" y="1110"/>
                  <a:pt x="3355" y="1569"/>
                  <a:pt x="3355" y="2135"/>
                </a:cubicBezTo>
                <a:cubicBezTo>
                  <a:pt x="3353" y="2716"/>
                  <a:pt x="2883" y="3187"/>
                  <a:pt x="2303" y="3187"/>
                </a:cubicBezTo>
                <a:cubicBezTo>
                  <a:pt x="1722" y="3187"/>
                  <a:pt x="1251" y="2716"/>
                  <a:pt x="1251" y="2135"/>
                </a:cubicBezTo>
                <a:cubicBezTo>
                  <a:pt x="1251" y="1569"/>
                  <a:pt x="1722" y="1110"/>
                  <a:pt x="2303" y="1110"/>
                </a:cubicBezTo>
                <a:close/>
                <a:moveTo>
                  <a:pt x="2304" y="0"/>
                </a:moveTo>
                <a:cubicBezTo>
                  <a:pt x="1748" y="0"/>
                  <a:pt x="1201" y="218"/>
                  <a:pt x="793" y="626"/>
                </a:cubicBezTo>
                <a:cubicBezTo>
                  <a:pt x="183" y="1236"/>
                  <a:pt x="0" y="2154"/>
                  <a:pt x="330" y="2951"/>
                </a:cubicBezTo>
                <a:cubicBezTo>
                  <a:pt x="662" y="3749"/>
                  <a:pt x="1438" y="4269"/>
                  <a:pt x="2303" y="4269"/>
                </a:cubicBezTo>
                <a:cubicBezTo>
                  <a:pt x="3481" y="4269"/>
                  <a:pt x="4436" y="3313"/>
                  <a:pt x="4436" y="2135"/>
                </a:cubicBezTo>
                <a:lnTo>
                  <a:pt x="4436" y="3254"/>
                </a:lnTo>
                <a:cubicBezTo>
                  <a:pt x="4436" y="3814"/>
                  <a:pt x="4891" y="4269"/>
                  <a:pt x="5451" y="4269"/>
                </a:cubicBezTo>
                <a:lnTo>
                  <a:pt x="17600" y="4269"/>
                </a:lnTo>
                <a:cubicBezTo>
                  <a:pt x="17785" y="4269"/>
                  <a:pt x="17935" y="4119"/>
                  <a:pt x="17935" y="3936"/>
                </a:cubicBezTo>
                <a:lnTo>
                  <a:pt x="17935" y="333"/>
                </a:lnTo>
                <a:cubicBezTo>
                  <a:pt x="17934" y="149"/>
                  <a:pt x="17785" y="0"/>
                  <a:pt x="17602" y="0"/>
                </a:cubicBezTo>
                <a:lnTo>
                  <a:pt x="5451" y="0"/>
                </a:lnTo>
                <a:cubicBezTo>
                  <a:pt x="4891" y="0"/>
                  <a:pt x="4437" y="453"/>
                  <a:pt x="4437" y="1014"/>
                </a:cubicBezTo>
                <a:lnTo>
                  <a:pt x="4437" y="2133"/>
                </a:lnTo>
                <a:cubicBezTo>
                  <a:pt x="4436" y="1270"/>
                  <a:pt x="3915" y="492"/>
                  <a:pt x="3118" y="162"/>
                </a:cubicBezTo>
                <a:cubicBezTo>
                  <a:pt x="2855" y="53"/>
                  <a:pt x="2578" y="0"/>
                  <a:pt x="2304" y="0"/>
                </a:cubicBezTo>
                <a:close/>
              </a:path>
            </a:pathLst>
          </a:custGeom>
          <a:noFill/>
          <a:ln w="9525" cap="flat" cmpd="sng">
            <a:solidFill>
              <a:srgbClr val="445D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707" name="Google Shape;1707;p55"/>
          <p:cNvGrpSpPr/>
          <p:nvPr/>
        </p:nvGrpSpPr>
        <p:grpSpPr>
          <a:xfrm>
            <a:off x="959254" y="2334687"/>
            <a:ext cx="1959041" cy="208784"/>
            <a:chOff x="6336019" y="3733725"/>
            <a:chExt cx="2566206" cy="351310"/>
          </a:xfrm>
        </p:grpSpPr>
        <p:sp>
          <p:nvSpPr>
            <p:cNvPr id="1708" name="Google Shape;1708;p55"/>
            <p:cNvSpPr/>
            <p:nvPr/>
          </p:nvSpPr>
          <p:spPr>
            <a:xfrm>
              <a:off x="6336019" y="3733735"/>
              <a:ext cx="1881300" cy="3513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09" name="Google Shape;1709;p55"/>
            <p:cNvSpPr/>
            <p:nvPr/>
          </p:nvSpPr>
          <p:spPr>
            <a:xfrm>
              <a:off x="8098525" y="3733725"/>
              <a:ext cx="346500" cy="3513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10" name="Google Shape;1710;p55"/>
            <p:cNvSpPr/>
            <p:nvPr/>
          </p:nvSpPr>
          <p:spPr>
            <a:xfrm>
              <a:off x="8327125" y="3733725"/>
              <a:ext cx="346500" cy="3513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11" name="Google Shape;1711;p55"/>
            <p:cNvSpPr/>
            <p:nvPr/>
          </p:nvSpPr>
          <p:spPr>
            <a:xfrm>
              <a:off x="8555725" y="3733725"/>
              <a:ext cx="346500" cy="3513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12" name="Google Shape;1712;p55"/>
          <p:cNvGrpSpPr/>
          <p:nvPr/>
        </p:nvGrpSpPr>
        <p:grpSpPr>
          <a:xfrm>
            <a:off x="1951688" y="3950602"/>
            <a:ext cx="946551" cy="153200"/>
            <a:chOff x="4404545" y="3301592"/>
            <a:chExt cx="782403" cy="129272"/>
          </a:xfrm>
        </p:grpSpPr>
        <p:sp>
          <p:nvSpPr>
            <p:cNvPr id="1713" name="Google Shape;1713;p55"/>
            <p:cNvSpPr/>
            <p:nvPr/>
          </p:nvSpPr>
          <p:spPr>
            <a:xfrm>
              <a:off x="4404545" y="3301592"/>
              <a:ext cx="782403" cy="129272"/>
            </a:xfrm>
            <a:custGeom>
              <a:rect l="l" t="t" r="r" b="b"/>
              <a:pathLst>
                <a:path w="17328" h="2863" extrusionOk="0">
                  <a:moveTo>
                    <a:pt x="1432" y="1"/>
                  </a:moveTo>
                  <a:cubicBezTo>
                    <a:pt x="641" y="1"/>
                    <a:pt x="1" y="641"/>
                    <a:pt x="2" y="1431"/>
                  </a:cubicBezTo>
                  <a:cubicBezTo>
                    <a:pt x="1" y="2222"/>
                    <a:pt x="641" y="2861"/>
                    <a:pt x="1432" y="2862"/>
                  </a:cubicBezTo>
                  <a:lnTo>
                    <a:pt x="15897" y="2862"/>
                  </a:lnTo>
                  <a:cubicBezTo>
                    <a:pt x="16687" y="2861"/>
                    <a:pt x="17327" y="2222"/>
                    <a:pt x="17327" y="1431"/>
                  </a:cubicBezTo>
                  <a:cubicBezTo>
                    <a:pt x="17327" y="641"/>
                    <a:pt x="16687" y="1"/>
                    <a:pt x="15897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14" name="Google Shape;1714;p55"/>
            <p:cNvSpPr/>
            <p:nvPr/>
          </p:nvSpPr>
          <p:spPr>
            <a:xfrm>
              <a:off x="4420869" y="3318308"/>
              <a:ext cx="92621" cy="95856"/>
            </a:xfrm>
            <a:custGeom>
              <a:rect l="l" t="t" r="r" b="b"/>
              <a:pathLst>
                <a:path w="2664" h="2563" extrusionOk="0">
                  <a:moveTo>
                    <a:pt x="1382" y="1"/>
                  </a:moveTo>
                  <a:cubicBezTo>
                    <a:pt x="864" y="1"/>
                    <a:pt x="398" y="313"/>
                    <a:pt x="199" y="792"/>
                  </a:cubicBezTo>
                  <a:cubicBezTo>
                    <a:pt x="0" y="1270"/>
                    <a:pt x="109" y="1821"/>
                    <a:pt x="476" y="2188"/>
                  </a:cubicBezTo>
                  <a:cubicBezTo>
                    <a:pt x="721" y="2433"/>
                    <a:pt x="1048" y="2563"/>
                    <a:pt x="1381" y="2563"/>
                  </a:cubicBezTo>
                  <a:cubicBezTo>
                    <a:pt x="1547" y="2563"/>
                    <a:pt x="1713" y="2531"/>
                    <a:pt x="1872" y="2465"/>
                  </a:cubicBezTo>
                  <a:cubicBezTo>
                    <a:pt x="2351" y="2268"/>
                    <a:pt x="2663" y="1800"/>
                    <a:pt x="2663" y="1282"/>
                  </a:cubicBezTo>
                  <a:cubicBezTo>
                    <a:pt x="2663" y="574"/>
                    <a:pt x="2090" y="1"/>
                    <a:pt x="138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15" name="Google Shape;1715;p55"/>
          <p:cNvGrpSpPr/>
          <p:nvPr/>
        </p:nvGrpSpPr>
        <p:grpSpPr>
          <a:xfrm>
            <a:off x="1951688" y="3695937"/>
            <a:ext cx="962257" cy="139127"/>
            <a:chOff x="4411970" y="3131459"/>
            <a:chExt cx="710520" cy="117397"/>
          </a:xfrm>
        </p:grpSpPr>
        <p:sp>
          <p:nvSpPr>
            <p:cNvPr id="1716" name="Google Shape;1716;p55"/>
            <p:cNvSpPr/>
            <p:nvPr/>
          </p:nvSpPr>
          <p:spPr>
            <a:xfrm>
              <a:off x="4411970" y="3131459"/>
              <a:ext cx="710520" cy="117397"/>
            </a:xfrm>
            <a:custGeom>
              <a:rect l="l" t="t" r="r" b="b"/>
              <a:pathLst>
                <a:path w="15736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15537" y="2600"/>
                  </a:lnTo>
                  <a:cubicBezTo>
                    <a:pt x="15646" y="2600"/>
                    <a:pt x="15735" y="2510"/>
                    <a:pt x="15735" y="2400"/>
                  </a:cubicBezTo>
                  <a:lnTo>
                    <a:pt x="15735" y="201"/>
                  </a:lnTo>
                  <a:cubicBezTo>
                    <a:pt x="15735" y="90"/>
                    <a:pt x="15646" y="1"/>
                    <a:pt x="15537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17" name="Google Shape;1717;p55"/>
            <p:cNvSpPr/>
            <p:nvPr/>
          </p:nvSpPr>
          <p:spPr>
            <a:xfrm>
              <a:off x="4411970" y="3131459"/>
              <a:ext cx="168012" cy="117397"/>
            </a:xfrm>
            <a:custGeom>
              <a:rect l="l" t="t" r="r" b="b"/>
              <a:pathLst>
                <a:path w="3720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3721" y="2600"/>
                  </a:lnTo>
                  <a:lnTo>
                    <a:pt x="2925" y="1693"/>
                  </a:lnTo>
                  <a:lnTo>
                    <a:pt x="2925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718" name="Google Shape;1718;p55" descr="Timeline background shape"/>
          <p:cNvSpPr/>
          <p:nvPr/>
        </p:nvSpPr>
        <p:spPr>
          <a:xfrm>
            <a:off x="1951688" y="4219341"/>
            <a:ext cx="960300" cy="153000"/>
          </a:xfrm>
          <a:prstGeom prst="homePlate">
            <a:avLst>
              <a:gd name="adj" fmla="val 50000"/>
            </a:avLst>
          </a:prstGeom>
          <a:noFill/>
          <a:ln w="9525" cap="flat" cmpd="sng">
            <a:solidFill>
              <a:srgbClr val="667E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719" name="Google Shape;1719;p55"/>
          <p:cNvGrpSpPr/>
          <p:nvPr/>
        </p:nvGrpSpPr>
        <p:grpSpPr>
          <a:xfrm>
            <a:off x="951833" y="3621603"/>
            <a:ext cx="823838" cy="458988"/>
            <a:chOff x="4411970" y="1801825"/>
            <a:chExt cx="734586" cy="409262"/>
          </a:xfrm>
        </p:grpSpPr>
        <p:sp>
          <p:nvSpPr>
            <p:cNvPr id="1720" name="Google Shape;1720;p55"/>
            <p:cNvSpPr/>
            <p:nvPr/>
          </p:nvSpPr>
          <p:spPr>
            <a:xfrm>
              <a:off x="4411970" y="1801825"/>
              <a:ext cx="734586" cy="409262"/>
            </a:xfrm>
            <a:custGeom>
              <a:rect l="l" t="t" r="r" b="b"/>
              <a:pathLst>
                <a:path w="16269" h="9064" extrusionOk="0">
                  <a:moveTo>
                    <a:pt x="428" y="0"/>
                  </a:moveTo>
                  <a:cubicBezTo>
                    <a:pt x="193" y="0"/>
                    <a:pt x="2" y="191"/>
                    <a:pt x="2" y="428"/>
                  </a:cubicBezTo>
                  <a:lnTo>
                    <a:pt x="2" y="6900"/>
                  </a:lnTo>
                  <a:cubicBezTo>
                    <a:pt x="1" y="7136"/>
                    <a:pt x="193" y="7328"/>
                    <a:pt x="428" y="7328"/>
                  </a:cubicBezTo>
                  <a:lnTo>
                    <a:pt x="12834" y="7328"/>
                  </a:lnTo>
                  <a:lnTo>
                    <a:pt x="13836" y="9064"/>
                  </a:lnTo>
                  <a:lnTo>
                    <a:pt x="14839" y="7328"/>
                  </a:lnTo>
                  <a:lnTo>
                    <a:pt x="15839" y="7328"/>
                  </a:lnTo>
                  <a:cubicBezTo>
                    <a:pt x="16076" y="7328"/>
                    <a:pt x="16269" y="7137"/>
                    <a:pt x="16269" y="6900"/>
                  </a:cubicBezTo>
                  <a:lnTo>
                    <a:pt x="16269" y="428"/>
                  </a:lnTo>
                  <a:cubicBezTo>
                    <a:pt x="16267" y="191"/>
                    <a:pt x="16076" y="0"/>
                    <a:pt x="1583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3C3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21" name="Google Shape;1721;p55"/>
            <p:cNvSpPr/>
            <p:nvPr/>
          </p:nvSpPr>
          <p:spPr>
            <a:xfrm>
              <a:off x="4411970" y="1801825"/>
              <a:ext cx="184087" cy="330923"/>
            </a:xfrm>
            <a:custGeom>
              <a:rect l="l" t="t" r="r" b="b"/>
              <a:pathLst>
                <a:path w="4077" h="7329" extrusionOk="0">
                  <a:moveTo>
                    <a:pt x="428" y="0"/>
                  </a:moveTo>
                  <a:cubicBezTo>
                    <a:pt x="193" y="0"/>
                    <a:pt x="2" y="191"/>
                    <a:pt x="2" y="428"/>
                  </a:cubicBezTo>
                  <a:lnTo>
                    <a:pt x="2" y="6900"/>
                  </a:lnTo>
                  <a:cubicBezTo>
                    <a:pt x="1" y="7136"/>
                    <a:pt x="193" y="7328"/>
                    <a:pt x="428" y="7328"/>
                  </a:cubicBezTo>
                  <a:lnTo>
                    <a:pt x="4076" y="7328"/>
                  </a:lnTo>
                  <a:lnTo>
                    <a:pt x="4076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22" name="Google Shape;1722;p55"/>
          <p:cNvGrpSpPr/>
          <p:nvPr/>
        </p:nvGrpSpPr>
        <p:grpSpPr>
          <a:xfrm>
            <a:off x="3052863" y="2347055"/>
            <a:ext cx="529396" cy="509691"/>
            <a:chOff x="5681300" y="2527788"/>
            <a:chExt cx="805800" cy="805800"/>
          </a:xfrm>
        </p:grpSpPr>
        <p:sp>
          <p:nvSpPr>
            <p:cNvPr id="1723" name="Google Shape;1723;p55"/>
            <p:cNvSpPr/>
            <p:nvPr/>
          </p:nvSpPr>
          <p:spPr>
            <a:xfrm>
              <a:off x="5681300" y="2527788"/>
              <a:ext cx="805800" cy="805800"/>
            </a:xfrm>
            <a:prstGeom prst="ellipse">
              <a:avLst/>
            </a:prstGeom>
            <a:noFill/>
            <a:ln w="9525" cap="flat" cmpd="sng">
              <a:solidFill>
                <a:srgbClr val="3749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24" name="Google Shape;1724;p55"/>
            <p:cNvSpPr/>
            <p:nvPr/>
          </p:nvSpPr>
          <p:spPr>
            <a:xfrm>
              <a:off x="5681300" y="2527788"/>
              <a:ext cx="805800" cy="805800"/>
            </a:xfrm>
            <a:prstGeom prst="pie">
              <a:avLst>
                <a:gd name="adj1" fmla="val 0"/>
                <a:gd name="adj2" fmla="val 16200000"/>
              </a:avLst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25" name="Google Shape;1725;p55"/>
          <p:cNvGrpSpPr/>
          <p:nvPr/>
        </p:nvGrpSpPr>
        <p:grpSpPr>
          <a:xfrm>
            <a:off x="3051044" y="3094865"/>
            <a:ext cx="533033" cy="533033"/>
            <a:chOff x="4049800" y="640400"/>
            <a:chExt cx="858900" cy="858900"/>
          </a:xfrm>
        </p:grpSpPr>
        <p:sp>
          <p:nvSpPr>
            <p:cNvPr id="1726" name="Google Shape;1726;p55"/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name="adj" fmla="val 25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27" name="Google Shape;1727;p55"/>
            <p:cNvSpPr/>
            <p:nvPr/>
          </p:nvSpPr>
          <p:spPr>
            <a:xfrm>
              <a:off x="4049800" y="640400"/>
              <a:ext cx="858900" cy="858900"/>
            </a:xfrm>
            <a:prstGeom prst="blockArc">
              <a:avLst>
                <a:gd name="adj1" fmla="val 7914150"/>
                <a:gd name="adj2" fmla="val 0"/>
                <a:gd name="adj3" fmla="val 25000"/>
              </a:avLst>
            </a:prstGeom>
            <a:solidFill>
              <a:srgbClr val="667E92"/>
            </a:solidFill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28" name="Google Shape;1728;p55"/>
          <p:cNvGrpSpPr/>
          <p:nvPr/>
        </p:nvGrpSpPr>
        <p:grpSpPr>
          <a:xfrm>
            <a:off x="2976527" y="3772543"/>
            <a:ext cx="682068" cy="682068"/>
            <a:chOff x="5080188" y="927900"/>
            <a:chExt cx="961200" cy="961200"/>
          </a:xfrm>
        </p:grpSpPr>
        <p:sp>
          <p:nvSpPr>
            <p:cNvPr id="1729" name="Google Shape;1729;p55"/>
            <p:cNvSpPr/>
            <p:nvPr/>
          </p:nvSpPr>
          <p:spPr>
            <a:xfrm>
              <a:off x="5201900" y="1050116"/>
              <a:ext cx="716700" cy="716700"/>
            </a:xfrm>
            <a:prstGeom prst="donut">
              <a:avLst>
                <a:gd name="adj" fmla="val 4716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0" name="Google Shape;1730;p55"/>
            <p:cNvSpPr/>
            <p:nvPr/>
          </p:nvSpPr>
          <p:spPr>
            <a:xfrm>
              <a:off x="5269594" y="1117818"/>
              <a:ext cx="581100" cy="581100"/>
            </a:xfrm>
            <a:prstGeom prst="donut">
              <a:avLst>
                <a:gd name="adj" fmla="val 5814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1" name="Google Shape;1731;p55"/>
            <p:cNvSpPr/>
            <p:nvPr/>
          </p:nvSpPr>
          <p:spPr>
            <a:xfrm>
              <a:off x="5339279" y="1187526"/>
              <a:ext cx="441900" cy="441600"/>
            </a:xfrm>
            <a:prstGeom prst="donut">
              <a:avLst>
                <a:gd name="adj" fmla="val 7648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2" name="Google Shape;1732;p55"/>
            <p:cNvSpPr/>
            <p:nvPr/>
          </p:nvSpPr>
          <p:spPr>
            <a:xfrm>
              <a:off x="5414892" y="1263155"/>
              <a:ext cx="290700" cy="290700"/>
            </a:xfrm>
            <a:prstGeom prst="donut">
              <a:avLst>
                <a:gd name="adj" fmla="val 10182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3" name="Google Shape;1733;p55"/>
            <p:cNvSpPr/>
            <p:nvPr/>
          </p:nvSpPr>
          <p:spPr>
            <a:xfrm rot="-3809958">
              <a:off x="5202435" y="1050148"/>
              <a:ext cx="716705" cy="716705"/>
            </a:xfrm>
            <a:prstGeom prst="blockArc">
              <a:avLst>
                <a:gd name="adj1" fmla="val 5266439"/>
                <a:gd name="adj2" fmla="val 19995741"/>
                <a:gd name="adj3" fmla="val 4692"/>
              </a:avLst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4" name="Google Shape;1734;p55"/>
            <p:cNvSpPr/>
            <p:nvPr/>
          </p:nvSpPr>
          <p:spPr>
            <a:xfrm rot="-3906059">
              <a:off x="5269616" y="1117617"/>
              <a:ext cx="581445" cy="581445"/>
            </a:xfrm>
            <a:prstGeom prst="blockArc">
              <a:avLst>
                <a:gd name="adj1" fmla="val 3085776"/>
                <a:gd name="adj2" fmla="val 20100839"/>
                <a:gd name="adj3" fmla="val 5564"/>
              </a:avLst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5" name="Google Shape;1735;p55"/>
            <p:cNvSpPr/>
            <p:nvPr/>
          </p:nvSpPr>
          <p:spPr>
            <a:xfrm rot="-4222340">
              <a:off x="5339825" y="1187386"/>
              <a:ext cx="442087" cy="442087"/>
            </a:xfrm>
            <a:prstGeom prst="blockArc">
              <a:avLst>
                <a:gd name="adj1" fmla="val 8884448"/>
                <a:gd name="adj2" fmla="val 20414899"/>
                <a:gd name="adj3" fmla="val 7688"/>
              </a:avLst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6" name="Google Shape;1736;p55"/>
            <p:cNvSpPr/>
            <p:nvPr/>
          </p:nvSpPr>
          <p:spPr>
            <a:xfrm rot="-4538880">
              <a:off x="5414922" y="1262925"/>
              <a:ext cx="290465" cy="290465"/>
            </a:xfrm>
            <a:prstGeom prst="blockArc">
              <a:avLst>
                <a:gd name="adj1" fmla="val 6490304"/>
                <a:gd name="adj2" fmla="val 20700625"/>
                <a:gd name="adj3" fmla="val 10156"/>
              </a:avLst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37" name="Google Shape;1737;p55"/>
          <p:cNvGrpSpPr/>
          <p:nvPr/>
        </p:nvGrpSpPr>
        <p:grpSpPr>
          <a:xfrm>
            <a:off x="4440026" y="3869234"/>
            <a:ext cx="505650" cy="504006"/>
            <a:chOff x="6039282" y="1042577"/>
            <a:chExt cx="734315" cy="731929"/>
          </a:xfrm>
        </p:grpSpPr>
        <p:sp>
          <p:nvSpPr>
            <p:cNvPr id="1738" name="Google Shape;1738;p55"/>
            <p:cNvSpPr/>
            <p:nvPr/>
          </p:nvSpPr>
          <p:spPr>
            <a:xfrm>
              <a:off x="6045348" y="1300071"/>
              <a:ext cx="131951" cy="65352"/>
            </a:xfrm>
            <a:custGeom>
              <a:rect l="l" t="t" r="r" b="b"/>
              <a:pathLst>
                <a:path w="1414" h="701" extrusionOk="0">
                  <a:moveTo>
                    <a:pt x="108" y="0"/>
                  </a:moveTo>
                  <a:lnTo>
                    <a:pt x="51" y="224"/>
                  </a:lnTo>
                  <a:cubicBezTo>
                    <a:pt x="29" y="303"/>
                    <a:pt x="7" y="375"/>
                    <a:pt x="0" y="455"/>
                  </a:cubicBezTo>
                  <a:lnTo>
                    <a:pt x="1342" y="700"/>
                  </a:lnTo>
                  <a:cubicBezTo>
                    <a:pt x="1349" y="650"/>
                    <a:pt x="1363" y="599"/>
                    <a:pt x="1378" y="549"/>
                  </a:cubicBezTo>
                  <a:lnTo>
                    <a:pt x="1414" y="397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9" name="Google Shape;1739;p55"/>
            <p:cNvSpPr/>
            <p:nvPr/>
          </p:nvSpPr>
          <p:spPr>
            <a:xfrm>
              <a:off x="6080342" y="1201250"/>
              <a:ext cx="127938" cy="96863"/>
            </a:xfrm>
            <a:custGeom>
              <a:rect l="l" t="t" r="r" b="b"/>
              <a:pathLst>
                <a:path w="1371" h="1039" extrusionOk="0">
                  <a:moveTo>
                    <a:pt x="245" y="0"/>
                  </a:moveTo>
                  <a:cubicBezTo>
                    <a:pt x="159" y="137"/>
                    <a:pt x="72" y="267"/>
                    <a:pt x="0" y="404"/>
                  </a:cubicBezTo>
                  <a:lnTo>
                    <a:pt x="1219" y="1039"/>
                  </a:lnTo>
                  <a:cubicBezTo>
                    <a:pt x="1262" y="945"/>
                    <a:pt x="1320" y="866"/>
                    <a:pt x="1371" y="772"/>
                  </a:cubicBezTo>
                  <a:lnTo>
                    <a:pt x="245" y="0"/>
                  </a:ln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40" name="Google Shape;1740;p55"/>
            <p:cNvSpPr/>
            <p:nvPr/>
          </p:nvSpPr>
          <p:spPr>
            <a:xfrm>
              <a:off x="6144918" y="1121167"/>
              <a:ext cx="112541" cy="119145"/>
            </a:xfrm>
            <a:custGeom>
              <a:rect l="l" t="t" r="r" b="b"/>
              <a:pathLst>
                <a:path w="1206" h="1278" extrusionOk="0">
                  <a:moveTo>
                    <a:pt x="347" y="1"/>
                  </a:moveTo>
                  <a:cubicBezTo>
                    <a:pt x="224" y="95"/>
                    <a:pt x="116" y="210"/>
                    <a:pt x="1" y="318"/>
                  </a:cubicBezTo>
                  <a:lnTo>
                    <a:pt x="974" y="1278"/>
                  </a:lnTo>
                  <a:cubicBezTo>
                    <a:pt x="1046" y="1205"/>
                    <a:pt x="1126" y="1133"/>
                    <a:pt x="1205" y="1068"/>
                  </a:cubicBezTo>
                  <a:lnTo>
                    <a:pt x="347" y="1"/>
                  </a:ln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41" name="Google Shape;1741;p55"/>
            <p:cNvSpPr/>
            <p:nvPr/>
          </p:nvSpPr>
          <p:spPr>
            <a:xfrm>
              <a:off x="6232449" y="1066723"/>
              <a:ext cx="86879" cy="130518"/>
            </a:xfrm>
            <a:custGeom>
              <a:rect l="l" t="t" r="r" b="b"/>
              <a:pathLst>
                <a:path w="931" h="1400" extrusionOk="0">
                  <a:moveTo>
                    <a:pt x="426" y="1"/>
                  </a:moveTo>
                  <a:cubicBezTo>
                    <a:pt x="354" y="22"/>
                    <a:pt x="282" y="58"/>
                    <a:pt x="209" y="94"/>
                  </a:cubicBezTo>
                  <a:lnTo>
                    <a:pt x="0" y="195"/>
                  </a:lnTo>
                  <a:lnTo>
                    <a:pt x="649" y="1400"/>
                  </a:lnTo>
                  <a:lnTo>
                    <a:pt x="786" y="1335"/>
                  </a:lnTo>
                  <a:cubicBezTo>
                    <a:pt x="830" y="1306"/>
                    <a:pt x="880" y="1285"/>
                    <a:pt x="931" y="1270"/>
                  </a:cubicBezTo>
                  <a:lnTo>
                    <a:pt x="426" y="1"/>
                  </a:ln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42" name="Google Shape;1742;p55"/>
            <p:cNvSpPr/>
            <p:nvPr/>
          </p:nvSpPr>
          <p:spPr>
            <a:xfrm>
              <a:off x="6335379" y="1042577"/>
              <a:ext cx="53284" cy="130518"/>
            </a:xfrm>
            <a:custGeom>
              <a:rect l="l" t="t" r="r" b="b"/>
              <a:pathLst>
                <a:path w="571" h="1400" extrusionOk="0">
                  <a:moveTo>
                    <a:pt x="470" y="0"/>
                  </a:moveTo>
                  <a:cubicBezTo>
                    <a:pt x="390" y="0"/>
                    <a:pt x="311" y="7"/>
                    <a:pt x="239" y="22"/>
                  </a:cubicBezTo>
                  <a:lnTo>
                    <a:pt x="1" y="58"/>
                  </a:lnTo>
                  <a:lnTo>
                    <a:pt x="268" y="1399"/>
                  </a:lnTo>
                  <a:lnTo>
                    <a:pt x="419" y="1378"/>
                  </a:lnTo>
                  <a:cubicBezTo>
                    <a:pt x="470" y="1370"/>
                    <a:pt x="520" y="1363"/>
                    <a:pt x="571" y="1363"/>
                  </a:cubicBezTo>
                  <a:lnTo>
                    <a:pt x="47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43" name="Google Shape;1743;p55"/>
            <p:cNvSpPr/>
            <p:nvPr/>
          </p:nvSpPr>
          <p:spPr>
            <a:xfrm>
              <a:off x="6431682" y="1043229"/>
              <a:ext cx="56550" cy="131824"/>
            </a:xfrm>
            <a:custGeom>
              <a:rect l="l" t="t" r="r" b="b"/>
              <a:pathLst>
                <a:path w="606" h="1414" extrusionOk="0">
                  <a:moveTo>
                    <a:pt x="144" y="0"/>
                  </a:moveTo>
                  <a:lnTo>
                    <a:pt x="0" y="1356"/>
                  </a:lnTo>
                  <a:cubicBezTo>
                    <a:pt x="101" y="1378"/>
                    <a:pt x="202" y="1385"/>
                    <a:pt x="303" y="1414"/>
                  </a:cubicBezTo>
                  <a:lnTo>
                    <a:pt x="606" y="80"/>
                  </a:lnTo>
                  <a:cubicBezTo>
                    <a:pt x="454" y="36"/>
                    <a:pt x="296" y="22"/>
                    <a:pt x="144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44" name="Google Shape;1744;p55"/>
            <p:cNvSpPr/>
            <p:nvPr/>
          </p:nvSpPr>
          <p:spPr>
            <a:xfrm>
              <a:off x="6500924" y="1070731"/>
              <a:ext cx="89678" cy="130612"/>
            </a:xfrm>
            <a:custGeom>
              <a:rect l="l" t="t" r="r" b="b"/>
              <a:pathLst>
                <a:path w="961" h="1401" extrusionOk="0">
                  <a:moveTo>
                    <a:pt x="542" y="1"/>
                  </a:moveTo>
                  <a:lnTo>
                    <a:pt x="1" y="1256"/>
                  </a:lnTo>
                  <a:lnTo>
                    <a:pt x="138" y="1321"/>
                  </a:lnTo>
                  <a:cubicBezTo>
                    <a:pt x="181" y="1343"/>
                    <a:pt x="232" y="1371"/>
                    <a:pt x="275" y="1400"/>
                  </a:cubicBezTo>
                  <a:lnTo>
                    <a:pt x="960" y="210"/>
                  </a:lnTo>
                  <a:cubicBezTo>
                    <a:pt x="895" y="174"/>
                    <a:pt x="823" y="131"/>
                    <a:pt x="751" y="102"/>
                  </a:cubicBezTo>
                  <a:lnTo>
                    <a:pt x="542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45" name="Google Shape;1745;p55"/>
            <p:cNvSpPr/>
            <p:nvPr/>
          </p:nvSpPr>
          <p:spPr>
            <a:xfrm>
              <a:off x="6561580" y="1127973"/>
              <a:ext cx="114501" cy="117746"/>
            </a:xfrm>
            <a:custGeom>
              <a:rect l="l" t="t" r="r" b="b"/>
              <a:pathLst>
                <a:path w="1227" h="1263" extrusionOk="0">
                  <a:moveTo>
                    <a:pt x="887" y="0"/>
                  </a:moveTo>
                  <a:lnTo>
                    <a:pt x="0" y="1046"/>
                  </a:lnTo>
                  <a:cubicBezTo>
                    <a:pt x="79" y="1111"/>
                    <a:pt x="152" y="1183"/>
                    <a:pt x="224" y="1262"/>
                  </a:cubicBezTo>
                  <a:lnTo>
                    <a:pt x="1226" y="332"/>
                  </a:lnTo>
                  <a:cubicBezTo>
                    <a:pt x="1118" y="209"/>
                    <a:pt x="1003" y="101"/>
                    <a:pt x="887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46" name="Google Shape;1746;p55"/>
            <p:cNvSpPr/>
            <p:nvPr/>
          </p:nvSpPr>
          <p:spPr>
            <a:xfrm>
              <a:off x="6636887" y="1310792"/>
              <a:ext cx="132697" cy="61996"/>
            </a:xfrm>
            <a:custGeom>
              <a:rect l="l" t="t" r="r" b="b"/>
              <a:pathLst>
                <a:path w="1422" h="665" extrusionOk="0">
                  <a:moveTo>
                    <a:pt x="1321" y="1"/>
                  </a:moveTo>
                  <a:lnTo>
                    <a:pt x="1" y="361"/>
                  </a:lnTo>
                  <a:lnTo>
                    <a:pt x="44" y="506"/>
                  </a:lnTo>
                  <a:cubicBezTo>
                    <a:pt x="51" y="556"/>
                    <a:pt x="59" y="614"/>
                    <a:pt x="66" y="664"/>
                  </a:cubicBezTo>
                  <a:lnTo>
                    <a:pt x="1422" y="462"/>
                  </a:lnTo>
                  <a:cubicBezTo>
                    <a:pt x="1407" y="383"/>
                    <a:pt x="1400" y="304"/>
                    <a:pt x="1378" y="232"/>
                  </a:cubicBezTo>
                  <a:lnTo>
                    <a:pt x="1321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47" name="Google Shape;1747;p55"/>
            <p:cNvSpPr/>
            <p:nvPr/>
          </p:nvSpPr>
          <p:spPr>
            <a:xfrm>
              <a:off x="6642953" y="1415020"/>
              <a:ext cx="130645" cy="47826"/>
            </a:xfrm>
            <a:custGeom>
              <a:rect l="l" t="t" r="r" b="b"/>
              <a:pathLst>
                <a:path w="1400" h="513" extrusionOk="0">
                  <a:moveTo>
                    <a:pt x="30" y="1"/>
                  </a:moveTo>
                  <a:cubicBezTo>
                    <a:pt x="30" y="109"/>
                    <a:pt x="15" y="210"/>
                    <a:pt x="1" y="311"/>
                  </a:cubicBezTo>
                  <a:lnTo>
                    <a:pt x="1357" y="513"/>
                  </a:lnTo>
                  <a:cubicBezTo>
                    <a:pt x="1378" y="354"/>
                    <a:pt x="1393" y="203"/>
                    <a:pt x="1400" y="44"/>
                  </a:cubicBezTo>
                  <a:lnTo>
                    <a:pt x="30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48" name="Google Shape;1748;p55"/>
            <p:cNvSpPr/>
            <p:nvPr/>
          </p:nvSpPr>
          <p:spPr>
            <a:xfrm>
              <a:off x="6622143" y="1485687"/>
              <a:ext cx="131951" cy="81388"/>
            </a:xfrm>
            <a:custGeom>
              <a:rect l="l" t="t" r="r" b="b"/>
              <a:pathLst>
                <a:path w="1414" h="873" extrusionOk="0">
                  <a:moveTo>
                    <a:pt x="123" y="0"/>
                  </a:moveTo>
                  <a:lnTo>
                    <a:pt x="65" y="144"/>
                  </a:lnTo>
                  <a:cubicBezTo>
                    <a:pt x="51" y="195"/>
                    <a:pt x="22" y="238"/>
                    <a:pt x="0" y="281"/>
                  </a:cubicBezTo>
                  <a:lnTo>
                    <a:pt x="1234" y="873"/>
                  </a:lnTo>
                  <a:cubicBezTo>
                    <a:pt x="1270" y="801"/>
                    <a:pt x="1306" y="736"/>
                    <a:pt x="1335" y="664"/>
                  </a:cubicBezTo>
                  <a:lnTo>
                    <a:pt x="1414" y="440"/>
                  </a:lnTo>
                  <a:lnTo>
                    <a:pt x="123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49" name="Google Shape;1749;p55"/>
            <p:cNvSpPr/>
            <p:nvPr/>
          </p:nvSpPr>
          <p:spPr>
            <a:xfrm>
              <a:off x="6582390" y="1548895"/>
              <a:ext cx="121219" cy="108983"/>
            </a:xfrm>
            <a:custGeom>
              <a:rect l="l" t="t" r="r" b="b"/>
              <a:pathLst>
                <a:path w="1299" h="1169" extrusionOk="0">
                  <a:moveTo>
                    <a:pt x="195" y="0"/>
                  </a:moveTo>
                  <a:lnTo>
                    <a:pt x="102" y="123"/>
                  </a:lnTo>
                  <a:lnTo>
                    <a:pt x="1" y="238"/>
                  </a:lnTo>
                  <a:lnTo>
                    <a:pt x="1003" y="1168"/>
                  </a:lnTo>
                  <a:lnTo>
                    <a:pt x="1155" y="988"/>
                  </a:lnTo>
                  <a:lnTo>
                    <a:pt x="1299" y="801"/>
                  </a:lnTo>
                  <a:lnTo>
                    <a:pt x="195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50" name="Google Shape;1750;p55"/>
            <p:cNvSpPr/>
            <p:nvPr/>
          </p:nvSpPr>
          <p:spPr>
            <a:xfrm>
              <a:off x="6526586" y="1599238"/>
              <a:ext cx="100316" cy="126510"/>
            </a:xfrm>
            <a:custGeom>
              <a:rect l="l" t="t" r="r" b="b"/>
              <a:pathLst>
                <a:path w="1075" h="1357" extrusionOk="0">
                  <a:moveTo>
                    <a:pt x="252" y="1"/>
                  </a:moveTo>
                  <a:cubicBezTo>
                    <a:pt x="209" y="37"/>
                    <a:pt x="173" y="66"/>
                    <a:pt x="130" y="95"/>
                  </a:cubicBezTo>
                  <a:lnTo>
                    <a:pt x="0" y="174"/>
                  </a:lnTo>
                  <a:lnTo>
                    <a:pt x="685" y="1357"/>
                  </a:lnTo>
                  <a:lnTo>
                    <a:pt x="880" y="1234"/>
                  </a:lnTo>
                  <a:cubicBezTo>
                    <a:pt x="952" y="1191"/>
                    <a:pt x="1010" y="1141"/>
                    <a:pt x="1075" y="1097"/>
                  </a:cubicBezTo>
                  <a:lnTo>
                    <a:pt x="252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51" name="Google Shape;1751;p55"/>
            <p:cNvSpPr/>
            <p:nvPr/>
          </p:nvSpPr>
          <p:spPr>
            <a:xfrm>
              <a:off x="6459957" y="1632893"/>
              <a:ext cx="70735" cy="132570"/>
            </a:xfrm>
            <a:custGeom>
              <a:rect l="l" t="t" r="r" b="b"/>
              <a:pathLst>
                <a:path w="758" h="1422" extrusionOk="0">
                  <a:moveTo>
                    <a:pt x="296" y="1"/>
                  </a:moveTo>
                  <a:cubicBezTo>
                    <a:pt x="195" y="37"/>
                    <a:pt x="101" y="73"/>
                    <a:pt x="0" y="94"/>
                  </a:cubicBezTo>
                  <a:lnTo>
                    <a:pt x="303" y="1421"/>
                  </a:lnTo>
                  <a:cubicBezTo>
                    <a:pt x="454" y="1393"/>
                    <a:pt x="606" y="1342"/>
                    <a:pt x="757" y="1292"/>
                  </a:cubicBezTo>
                  <a:lnTo>
                    <a:pt x="296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52" name="Google Shape;1752;p55"/>
            <p:cNvSpPr/>
            <p:nvPr/>
          </p:nvSpPr>
          <p:spPr>
            <a:xfrm>
              <a:off x="6379145" y="1646318"/>
              <a:ext cx="43859" cy="128188"/>
            </a:xfrm>
            <a:custGeom>
              <a:rect l="l" t="t" r="r" b="b"/>
              <a:pathLst>
                <a:path w="470" h="1375" extrusionOk="0">
                  <a:moveTo>
                    <a:pt x="102" y="1"/>
                  </a:moveTo>
                  <a:lnTo>
                    <a:pt x="1" y="1364"/>
                  </a:lnTo>
                  <a:cubicBezTo>
                    <a:pt x="113" y="1369"/>
                    <a:pt x="221" y="1374"/>
                    <a:pt x="331" y="1374"/>
                  </a:cubicBezTo>
                  <a:cubicBezTo>
                    <a:pt x="377" y="1374"/>
                    <a:pt x="423" y="1373"/>
                    <a:pt x="469" y="1371"/>
                  </a:cubicBezTo>
                  <a:lnTo>
                    <a:pt x="412" y="1"/>
                  </a:lnTo>
                  <a:cubicBezTo>
                    <a:pt x="361" y="4"/>
                    <a:pt x="309" y="6"/>
                    <a:pt x="257" y="6"/>
                  </a:cubicBezTo>
                  <a:cubicBezTo>
                    <a:pt x="204" y="6"/>
                    <a:pt x="152" y="4"/>
                    <a:pt x="102" y="1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53" name="Google Shape;1753;p55"/>
            <p:cNvSpPr/>
            <p:nvPr/>
          </p:nvSpPr>
          <p:spPr>
            <a:xfrm>
              <a:off x="6272109" y="1630842"/>
              <a:ext cx="74187" cy="131917"/>
            </a:xfrm>
            <a:custGeom>
              <a:rect l="l" t="t" r="r" b="b"/>
              <a:pathLst>
                <a:path w="795" h="1415" extrusionOk="0">
                  <a:moveTo>
                    <a:pt x="506" y="1"/>
                  </a:moveTo>
                  <a:lnTo>
                    <a:pt x="1" y="1270"/>
                  </a:lnTo>
                  <a:cubicBezTo>
                    <a:pt x="145" y="1328"/>
                    <a:pt x="296" y="1379"/>
                    <a:pt x="448" y="1415"/>
                  </a:cubicBezTo>
                  <a:lnTo>
                    <a:pt x="794" y="95"/>
                  </a:lnTo>
                  <a:cubicBezTo>
                    <a:pt x="693" y="66"/>
                    <a:pt x="599" y="37"/>
                    <a:pt x="506" y="1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54" name="Google Shape;1754;p55"/>
            <p:cNvSpPr/>
            <p:nvPr/>
          </p:nvSpPr>
          <p:spPr>
            <a:xfrm>
              <a:off x="6177205" y="1595229"/>
              <a:ext cx="103769" cy="125205"/>
            </a:xfrm>
            <a:custGeom>
              <a:rect l="l" t="t" r="r" b="b"/>
              <a:pathLst>
                <a:path w="1112" h="1343" extrusionOk="0">
                  <a:moveTo>
                    <a:pt x="859" y="1"/>
                  </a:moveTo>
                  <a:lnTo>
                    <a:pt x="1" y="1068"/>
                  </a:lnTo>
                  <a:cubicBezTo>
                    <a:pt x="123" y="1169"/>
                    <a:pt x="253" y="1256"/>
                    <a:pt x="390" y="1342"/>
                  </a:cubicBezTo>
                  <a:lnTo>
                    <a:pt x="1112" y="174"/>
                  </a:lnTo>
                  <a:cubicBezTo>
                    <a:pt x="1018" y="123"/>
                    <a:pt x="938" y="66"/>
                    <a:pt x="859" y="1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55" name="Google Shape;1755;p55"/>
            <p:cNvSpPr/>
            <p:nvPr/>
          </p:nvSpPr>
          <p:spPr>
            <a:xfrm>
              <a:off x="6103205" y="1542835"/>
              <a:ext cx="123272" cy="106932"/>
            </a:xfrm>
            <a:custGeom>
              <a:rect l="l" t="t" r="r" b="b"/>
              <a:pathLst>
                <a:path w="1321" h="1147" extrusionOk="0">
                  <a:moveTo>
                    <a:pt x="1126" y="0"/>
                  </a:moveTo>
                  <a:lnTo>
                    <a:pt x="0" y="772"/>
                  </a:lnTo>
                  <a:lnTo>
                    <a:pt x="137" y="959"/>
                  </a:lnTo>
                  <a:lnTo>
                    <a:pt x="210" y="1053"/>
                  </a:lnTo>
                  <a:lnTo>
                    <a:pt x="289" y="1147"/>
                  </a:lnTo>
                  <a:lnTo>
                    <a:pt x="1320" y="245"/>
                  </a:lnTo>
                  <a:lnTo>
                    <a:pt x="1263" y="188"/>
                  </a:lnTo>
                  <a:lnTo>
                    <a:pt x="1219" y="123"/>
                  </a:lnTo>
                  <a:lnTo>
                    <a:pt x="1126" y="0"/>
                  </a:ln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56" name="Google Shape;1756;p55"/>
            <p:cNvSpPr/>
            <p:nvPr/>
          </p:nvSpPr>
          <p:spPr>
            <a:xfrm>
              <a:off x="6055426" y="1478881"/>
              <a:ext cx="131951" cy="78777"/>
            </a:xfrm>
            <a:custGeom>
              <a:rect l="l" t="t" r="r" b="b"/>
              <a:pathLst>
                <a:path w="1414" h="845" extrusionOk="0">
                  <a:moveTo>
                    <a:pt x="1306" y="1"/>
                  </a:moveTo>
                  <a:lnTo>
                    <a:pt x="0" y="405"/>
                  </a:lnTo>
                  <a:cubicBezTo>
                    <a:pt x="51" y="549"/>
                    <a:pt x="101" y="701"/>
                    <a:pt x="166" y="845"/>
                  </a:cubicBezTo>
                  <a:lnTo>
                    <a:pt x="1414" y="282"/>
                  </a:lnTo>
                  <a:cubicBezTo>
                    <a:pt x="1371" y="196"/>
                    <a:pt x="1342" y="95"/>
                    <a:pt x="1306" y="1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57" name="Google Shape;1757;p55"/>
            <p:cNvSpPr/>
            <p:nvPr/>
          </p:nvSpPr>
          <p:spPr>
            <a:xfrm>
              <a:off x="6039282" y="1408308"/>
              <a:ext cx="129338" cy="43817"/>
            </a:xfrm>
            <a:custGeom>
              <a:rect l="l" t="t" r="r" b="b"/>
              <a:pathLst>
                <a:path w="1386" h="470" extrusionOk="0">
                  <a:moveTo>
                    <a:pt x="0" y="1"/>
                  </a:moveTo>
                  <a:cubicBezTo>
                    <a:pt x="7" y="152"/>
                    <a:pt x="7" y="311"/>
                    <a:pt x="29" y="469"/>
                  </a:cubicBezTo>
                  <a:lnTo>
                    <a:pt x="1385" y="304"/>
                  </a:lnTo>
                  <a:cubicBezTo>
                    <a:pt x="1371" y="203"/>
                    <a:pt x="1378" y="102"/>
                    <a:pt x="1363" y="1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58" name="Google Shape;1758;p55"/>
            <p:cNvSpPr/>
            <p:nvPr/>
          </p:nvSpPr>
          <p:spPr>
            <a:xfrm>
              <a:off x="6608612" y="1210666"/>
              <a:ext cx="128685" cy="93507"/>
            </a:xfrm>
            <a:custGeom>
              <a:rect l="l" t="t" r="r" b="b"/>
              <a:pathLst>
                <a:path w="1379" h="1003" extrusionOk="0">
                  <a:moveTo>
                    <a:pt x="1155" y="0"/>
                  </a:moveTo>
                  <a:lnTo>
                    <a:pt x="1" y="736"/>
                  </a:lnTo>
                  <a:lnTo>
                    <a:pt x="80" y="866"/>
                  </a:lnTo>
                  <a:cubicBezTo>
                    <a:pt x="102" y="909"/>
                    <a:pt x="131" y="959"/>
                    <a:pt x="145" y="1003"/>
                  </a:cubicBezTo>
                  <a:lnTo>
                    <a:pt x="1379" y="411"/>
                  </a:lnTo>
                  <a:cubicBezTo>
                    <a:pt x="1342" y="339"/>
                    <a:pt x="1314" y="267"/>
                    <a:pt x="1278" y="202"/>
                  </a:cubicBezTo>
                  <a:lnTo>
                    <a:pt x="1155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59" name="Google Shape;1759;p55"/>
          <p:cNvGrpSpPr/>
          <p:nvPr/>
        </p:nvGrpSpPr>
        <p:grpSpPr>
          <a:xfrm>
            <a:off x="5052628" y="2298862"/>
            <a:ext cx="567744" cy="602136"/>
            <a:chOff x="1825800" y="1651625"/>
            <a:chExt cx="539989" cy="571775"/>
          </a:xfrm>
        </p:grpSpPr>
        <p:sp>
          <p:nvSpPr>
            <p:cNvPr id="1760" name="Google Shape;1760;p55"/>
            <p:cNvSpPr/>
            <p:nvPr/>
          </p:nvSpPr>
          <p:spPr>
            <a:xfrm>
              <a:off x="2093189" y="1651625"/>
              <a:ext cx="272600" cy="287950"/>
            </a:xfrm>
            <a:custGeom>
              <a:rect l="l" t="t" r="r" b="b"/>
              <a:pathLst>
                <a:path w="10904" h="11518" extrusionOk="0">
                  <a:moveTo>
                    <a:pt x="2" y="1"/>
                  </a:moveTo>
                  <a:lnTo>
                    <a:pt x="0" y="11518"/>
                  </a:lnTo>
                  <a:lnTo>
                    <a:pt x="10904" y="11518"/>
                  </a:lnTo>
                  <a:cubicBezTo>
                    <a:pt x="10391" y="5596"/>
                    <a:pt x="5836" y="826"/>
                    <a:pt x="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61" name="Google Shape;1761;p55"/>
            <p:cNvSpPr/>
            <p:nvPr/>
          </p:nvSpPr>
          <p:spPr>
            <a:xfrm>
              <a:off x="1825800" y="1967150"/>
              <a:ext cx="231900" cy="233575"/>
            </a:xfrm>
            <a:custGeom>
              <a:rect l="l" t="t" r="r" b="b"/>
              <a:pathLst>
                <a:path w="9276" h="9343" extrusionOk="0">
                  <a:moveTo>
                    <a:pt x="0" y="1"/>
                  </a:moveTo>
                  <a:cubicBezTo>
                    <a:pt x="465" y="4930"/>
                    <a:pt x="4350" y="8842"/>
                    <a:pt x="9275" y="9343"/>
                  </a:cubicBezTo>
                  <a:lnTo>
                    <a:pt x="9275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62" name="Google Shape;1762;p55"/>
            <p:cNvSpPr/>
            <p:nvPr/>
          </p:nvSpPr>
          <p:spPr>
            <a:xfrm>
              <a:off x="2093189" y="1967150"/>
              <a:ext cx="244350" cy="256250"/>
            </a:xfrm>
            <a:custGeom>
              <a:rect l="l" t="t" r="r" b="b"/>
              <a:pathLst>
                <a:path w="9774" h="10250" extrusionOk="0">
                  <a:moveTo>
                    <a:pt x="0" y="1"/>
                  </a:moveTo>
                  <a:lnTo>
                    <a:pt x="0" y="10249"/>
                  </a:lnTo>
                  <a:cubicBezTo>
                    <a:pt x="5200" y="9514"/>
                    <a:pt x="9280" y="5280"/>
                    <a:pt x="977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63" name="Google Shape;1763;p55"/>
            <p:cNvSpPr/>
            <p:nvPr/>
          </p:nvSpPr>
          <p:spPr>
            <a:xfrm>
              <a:off x="1851375" y="1730300"/>
              <a:ext cx="206325" cy="209275"/>
            </a:xfrm>
            <a:custGeom>
              <a:rect l="l" t="t" r="r" b="b"/>
              <a:pathLst>
                <a:path w="8253" h="8371" extrusionOk="0">
                  <a:moveTo>
                    <a:pt x="8252" y="1"/>
                  </a:moveTo>
                  <a:cubicBezTo>
                    <a:pt x="3865" y="441"/>
                    <a:pt x="383" y="3959"/>
                    <a:pt x="1" y="8371"/>
                  </a:cubicBezTo>
                  <a:lnTo>
                    <a:pt x="8252" y="8371"/>
                  </a:lnTo>
                  <a:lnTo>
                    <a:pt x="8252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64" name="Google Shape;1764;p55"/>
          <p:cNvGrpSpPr/>
          <p:nvPr/>
        </p:nvGrpSpPr>
        <p:grpSpPr>
          <a:xfrm>
            <a:off x="3727557" y="3855579"/>
            <a:ext cx="508123" cy="507955"/>
            <a:chOff x="1897577" y="2802432"/>
            <a:chExt cx="492176" cy="492014"/>
          </a:xfrm>
        </p:grpSpPr>
        <p:sp>
          <p:nvSpPr>
            <p:cNvPr id="1765" name="Google Shape;1765;p55"/>
            <p:cNvSpPr/>
            <p:nvPr/>
          </p:nvSpPr>
          <p:spPr>
            <a:xfrm>
              <a:off x="2067309" y="2802432"/>
              <a:ext cx="152163" cy="136326"/>
            </a:xfrm>
            <a:custGeom>
              <a:rect l="l" t="t" r="r" b="b"/>
              <a:pathLst>
                <a:path w="9435" h="8453" extrusionOk="0">
                  <a:moveTo>
                    <a:pt x="4727" y="1"/>
                  </a:moveTo>
                  <a:cubicBezTo>
                    <a:pt x="3131" y="1"/>
                    <a:pt x="1537" y="250"/>
                    <a:pt x="0" y="751"/>
                  </a:cubicBezTo>
                  <a:lnTo>
                    <a:pt x="2502" y="8452"/>
                  </a:lnTo>
                  <a:cubicBezTo>
                    <a:pt x="3225" y="8211"/>
                    <a:pt x="3983" y="8097"/>
                    <a:pt x="4740" y="8097"/>
                  </a:cubicBezTo>
                  <a:cubicBezTo>
                    <a:pt x="5486" y="8097"/>
                    <a:pt x="6221" y="8211"/>
                    <a:pt x="6932" y="8441"/>
                  </a:cubicBezTo>
                  <a:lnTo>
                    <a:pt x="9434" y="740"/>
                  </a:lnTo>
                  <a:cubicBezTo>
                    <a:pt x="7901" y="248"/>
                    <a:pt x="6313" y="1"/>
                    <a:pt x="4727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66" name="Google Shape;1766;p55"/>
            <p:cNvSpPr/>
            <p:nvPr/>
          </p:nvSpPr>
          <p:spPr>
            <a:xfrm>
              <a:off x="2179099" y="2814350"/>
              <a:ext cx="163452" cy="166049"/>
            </a:xfrm>
            <a:custGeom>
              <a:rect l="l" t="t" r="r" b="b"/>
              <a:pathLst>
                <a:path w="10135" h="10296" extrusionOk="0">
                  <a:moveTo>
                    <a:pt x="2491" y="1"/>
                  </a:moveTo>
                  <a:lnTo>
                    <a:pt x="0" y="7702"/>
                  </a:lnTo>
                  <a:cubicBezTo>
                    <a:pt x="1435" y="8161"/>
                    <a:pt x="2686" y="9079"/>
                    <a:pt x="3581" y="10296"/>
                  </a:cubicBezTo>
                  <a:lnTo>
                    <a:pt x="10135" y="5533"/>
                  </a:lnTo>
                  <a:cubicBezTo>
                    <a:pt x="8230" y="2927"/>
                    <a:pt x="5555" y="988"/>
                    <a:pt x="249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67" name="Google Shape;1767;p55"/>
            <p:cNvSpPr/>
            <p:nvPr/>
          </p:nvSpPr>
          <p:spPr>
            <a:xfrm>
              <a:off x="2236848" y="3048492"/>
              <a:ext cx="152905" cy="144760"/>
            </a:xfrm>
            <a:custGeom>
              <a:rect l="l" t="t" r="r" b="b"/>
              <a:pathLst>
                <a:path w="9481" h="8976" extrusionOk="0">
                  <a:moveTo>
                    <a:pt x="1377" y="0"/>
                  </a:moveTo>
                  <a:cubicBezTo>
                    <a:pt x="1377" y="1515"/>
                    <a:pt x="895" y="2996"/>
                    <a:pt x="0" y="4212"/>
                  </a:cubicBezTo>
                  <a:lnTo>
                    <a:pt x="6554" y="8976"/>
                  </a:lnTo>
                  <a:cubicBezTo>
                    <a:pt x="8459" y="6370"/>
                    <a:pt x="9480" y="3225"/>
                    <a:pt x="948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68" name="Google Shape;1768;p55"/>
            <p:cNvSpPr/>
            <p:nvPr/>
          </p:nvSpPr>
          <p:spPr>
            <a:xfrm>
              <a:off x="1944586" y="2814543"/>
              <a:ext cx="163097" cy="166226"/>
            </a:xfrm>
            <a:custGeom>
              <a:rect l="l" t="t" r="r" b="b"/>
              <a:pathLst>
                <a:path w="10113" h="10307" extrusionOk="0">
                  <a:moveTo>
                    <a:pt x="7610" y="0"/>
                  </a:moveTo>
                  <a:cubicBezTo>
                    <a:pt x="4557" y="999"/>
                    <a:pt x="1883" y="2938"/>
                    <a:pt x="1" y="5544"/>
                  </a:cubicBezTo>
                  <a:lnTo>
                    <a:pt x="6554" y="10307"/>
                  </a:lnTo>
                  <a:cubicBezTo>
                    <a:pt x="7438" y="9090"/>
                    <a:pt x="8677" y="8172"/>
                    <a:pt x="10112" y="7701"/>
                  </a:cubicBezTo>
                  <a:lnTo>
                    <a:pt x="761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69" name="Google Shape;1769;p55"/>
            <p:cNvSpPr/>
            <p:nvPr/>
          </p:nvSpPr>
          <p:spPr>
            <a:xfrm>
              <a:off x="2236848" y="2903562"/>
              <a:ext cx="152905" cy="144954"/>
            </a:xfrm>
            <a:custGeom>
              <a:rect l="l" t="t" r="r" b="b"/>
              <a:pathLst>
                <a:path w="9481" h="8988" extrusionOk="0">
                  <a:moveTo>
                    <a:pt x="6554" y="1"/>
                  </a:moveTo>
                  <a:lnTo>
                    <a:pt x="0" y="4764"/>
                  </a:lnTo>
                  <a:cubicBezTo>
                    <a:pt x="895" y="5992"/>
                    <a:pt x="1377" y="7472"/>
                    <a:pt x="1377" y="8987"/>
                  </a:cubicBezTo>
                  <a:lnTo>
                    <a:pt x="9469" y="8987"/>
                  </a:lnTo>
                  <a:cubicBezTo>
                    <a:pt x="9480" y="5751"/>
                    <a:pt x="8459" y="2606"/>
                    <a:pt x="655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70" name="Google Shape;1770;p55"/>
            <p:cNvSpPr/>
            <p:nvPr/>
          </p:nvSpPr>
          <p:spPr>
            <a:xfrm>
              <a:off x="2179099" y="3116417"/>
              <a:ext cx="163452" cy="166242"/>
            </a:xfrm>
            <a:custGeom>
              <a:rect l="l" t="t" r="r" b="b"/>
              <a:pathLst>
                <a:path w="10135" h="10308" extrusionOk="0">
                  <a:moveTo>
                    <a:pt x="3581" y="0"/>
                  </a:moveTo>
                  <a:cubicBezTo>
                    <a:pt x="2686" y="1229"/>
                    <a:pt x="1435" y="2135"/>
                    <a:pt x="0" y="2594"/>
                  </a:cubicBezTo>
                  <a:lnTo>
                    <a:pt x="2502" y="10307"/>
                  </a:lnTo>
                  <a:cubicBezTo>
                    <a:pt x="5567" y="9309"/>
                    <a:pt x="8241" y="7369"/>
                    <a:pt x="10135" y="4764"/>
                  </a:cubicBezTo>
                  <a:lnTo>
                    <a:pt x="358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71" name="Google Shape;1771;p55"/>
            <p:cNvSpPr/>
            <p:nvPr/>
          </p:nvSpPr>
          <p:spPr>
            <a:xfrm>
              <a:off x="1897577" y="2903933"/>
              <a:ext cx="152727" cy="144583"/>
            </a:xfrm>
            <a:custGeom>
              <a:rect l="l" t="t" r="r" b="b"/>
              <a:pathLst>
                <a:path w="9470" h="8965" extrusionOk="0">
                  <a:moveTo>
                    <a:pt x="2916" y="1"/>
                  </a:moveTo>
                  <a:cubicBezTo>
                    <a:pt x="1022" y="2606"/>
                    <a:pt x="0" y="5739"/>
                    <a:pt x="12" y="8964"/>
                  </a:cubicBezTo>
                  <a:lnTo>
                    <a:pt x="8103" y="8964"/>
                  </a:lnTo>
                  <a:cubicBezTo>
                    <a:pt x="8103" y="7449"/>
                    <a:pt x="8574" y="5980"/>
                    <a:pt x="9469" y="4764"/>
                  </a:cubicBezTo>
                  <a:lnTo>
                    <a:pt x="2916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72" name="Google Shape;1772;p55"/>
            <p:cNvSpPr/>
            <p:nvPr/>
          </p:nvSpPr>
          <p:spPr>
            <a:xfrm>
              <a:off x="2067309" y="3158056"/>
              <a:ext cx="152163" cy="136390"/>
            </a:xfrm>
            <a:custGeom>
              <a:rect l="l" t="t" r="r" b="b"/>
              <a:pathLst>
                <a:path w="9435" h="8457" extrusionOk="0">
                  <a:moveTo>
                    <a:pt x="2502" y="1"/>
                  </a:moveTo>
                  <a:lnTo>
                    <a:pt x="0" y="7702"/>
                  </a:lnTo>
                  <a:cubicBezTo>
                    <a:pt x="1541" y="8204"/>
                    <a:pt x="3140" y="8457"/>
                    <a:pt x="4740" y="8457"/>
                  </a:cubicBezTo>
                  <a:cubicBezTo>
                    <a:pt x="6322" y="8457"/>
                    <a:pt x="7905" y="8210"/>
                    <a:pt x="9434" y="7714"/>
                  </a:cubicBezTo>
                  <a:lnTo>
                    <a:pt x="6932" y="12"/>
                  </a:lnTo>
                  <a:cubicBezTo>
                    <a:pt x="6221" y="242"/>
                    <a:pt x="5475" y="357"/>
                    <a:pt x="4740" y="357"/>
                  </a:cubicBezTo>
                  <a:cubicBezTo>
                    <a:pt x="3983" y="357"/>
                    <a:pt x="3225" y="242"/>
                    <a:pt x="250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73" name="Google Shape;1773;p55"/>
            <p:cNvSpPr/>
            <p:nvPr/>
          </p:nvSpPr>
          <p:spPr>
            <a:xfrm>
              <a:off x="1944586" y="3116046"/>
              <a:ext cx="163097" cy="166242"/>
            </a:xfrm>
            <a:custGeom>
              <a:rect l="l" t="t" r="r" b="b"/>
              <a:pathLst>
                <a:path w="10113" h="10308" extrusionOk="0">
                  <a:moveTo>
                    <a:pt x="6554" y="1"/>
                  </a:moveTo>
                  <a:lnTo>
                    <a:pt x="1" y="4764"/>
                  </a:lnTo>
                  <a:cubicBezTo>
                    <a:pt x="1883" y="7369"/>
                    <a:pt x="4557" y="9309"/>
                    <a:pt x="7610" y="10307"/>
                  </a:cubicBezTo>
                  <a:lnTo>
                    <a:pt x="10112" y="2606"/>
                  </a:lnTo>
                  <a:cubicBezTo>
                    <a:pt x="8677" y="2135"/>
                    <a:pt x="7438" y="1229"/>
                    <a:pt x="655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74" name="Google Shape;1774;p55"/>
            <p:cNvSpPr/>
            <p:nvPr/>
          </p:nvSpPr>
          <p:spPr>
            <a:xfrm>
              <a:off x="1897577" y="3048492"/>
              <a:ext cx="152727" cy="144390"/>
            </a:xfrm>
            <a:custGeom>
              <a:rect l="l" t="t" r="r" b="b"/>
              <a:pathLst>
                <a:path w="9470" h="8953" extrusionOk="0">
                  <a:moveTo>
                    <a:pt x="12" y="0"/>
                  </a:moveTo>
                  <a:cubicBezTo>
                    <a:pt x="0" y="3214"/>
                    <a:pt x="1022" y="6347"/>
                    <a:pt x="2916" y="8953"/>
                  </a:cubicBezTo>
                  <a:lnTo>
                    <a:pt x="9469" y="4190"/>
                  </a:lnTo>
                  <a:cubicBezTo>
                    <a:pt x="8574" y="2973"/>
                    <a:pt x="8103" y="1504"/>
                    <a:pt x="810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75" name="Google Shape;1775;p55"/>
            <p:cNvSpPr/>
            <p:nvPr/>
          </p:nvSpPr>
          <p:spPr>
            <a:xfrm>
              <a:off x="2143379" y="3048492"/>
              <a:ext cx="16" cy="16"/>
            </a:xfrm>
            <a:custGeom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76" name="Google Shape;1776;p55"/>
            <p:cNvSpPr/>
            <p:nvPr/>
          </p:nvSpPr>
          <p:spPr>
            <a:xfrm>
              <a:off x="2143379" y="3048492"/>
              <a:ext cx="16" cy="16"/>
            </a:xfrm>
            <a:custGeom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77" name="Google Shape;1777;p55"/>
          <p:cNvGrpSpPr/>
          <p:nvPr/>
        </p:nvGrpSpPr>
        <p:grpSpPr>
          <a:xfrm>
            <a:off x="959087" y="4169123"/>
            <a:ext cx="809227" cy="200842"/>
            <a:chOff x="2013045" y="4813233"/>
            <a:chExt cx="921986" cy="228854"/>
          </a:xfrm>
        </p:grpSpPr>
        <p:sp>
          <p:nvSpPr>
            <p:cNvPr id="1778" name="Google Shape;1778;p55"/>
            <p:cNvSpPr/>
            <p:nvPr/>
          </p:nvSpPr>
          <p:spPr>
            <a:xfrm>
              <a:off x="2013045" y="4867370"/>
              <a:ext cx="921986" cy="174718"/>
            </a:xfrm>
            <a:custGeom>
              <a:rect l="l" t="t" r="r" b="b"/>
              <a:pathLst>
                <a:path w="138801" h="26302" fill="none" extrusionOk="0">
                  <a:moveTo>
                    <a:pt x="0" y="18153"/>
                  </a:moveTo>
                  <a:lnTo>
                    <a:pt x="0" y="26303"/>
                  </a:lnTo>
                  <a:lnTo>
                    <a:pt x="138800" y="26303"/>
                  </a:lnTo>
                  <a:lnTo>
                    <a:pt x="138800" y="0"/>
                  </a:lnTo>
                  <a:lnTo>
                    <a:pt x="38405" y="0"/>
                  </a:lnTo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79" name="Google Shape;1779;p55"/>
            <p:cNvSpPr/>
            <p:nvPr/>
          </p:nvSpPr>
          <p:spPr>
            <a:xfrm>
              <a:off x="2013045" y="4813233"/>
              <a:ext cx="316628" cy="174718"/>
            </a:xfrm>
            <a:custGeom>
              <a:rect l="l" t="t" r="r" b="b"/>
              <a:pathLst>
                <a:path w="47667" h="26302" fill="none" extrusionOk="0">
                  <a:moveTo>
                    <a:pt x="0" y="0"/>
                  </a:moveTo>
                  <a:lnTo>
                    <a:pt x="0" y="26303"/>
                  </a:lnTo>
                  <a:lnTo>
                    <a:pt x="47666" y="26303"/>
                  </a:lnTo>
                  <a:lnTo>
                    <a:pt x="34453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80" name="Google Shape;1780;p55"/>
          <p:cNvGrpSpPr/>
          <p:nvPr/>
        </p:nvGrpSpPr>
        <p:grpSpPr>
          <a:xfrm>
            <a:off x="967547" y="2656004"/>
            <a:ext cx="792421" cy="269941"/>
            <a:chOff x="1046767" y="4756633"/>
            <a:chExt cx="859646" cy="292841"/>
          </a:xfrm>
        </p:grpSpPr>
        <p:sp>
          <p:nvSpPr>
            <p:cNvPr id="1781" name="Google Shape;1781;p55"/>
            <p:cNvSpPr/>
            <p:nvPr/>
          </p:nvSpPr>
          <p:spPr>
            <a:xfrm>
              <a:off x="1046767" y="4811593"/>
              <a:ext cx="859646" cy="237881"/>
            </a:xfrm>
            <a:custGeom>
              <a:rect l="l" t="t" r="r" b="b"/>
              <a:pathLst>
                <a:path w="129416" h="35812" fill="none" extrusionOk="0">
                  <a:moveTo>
                    <a:pt x="31737" y="0"/>
                  </a:moveTo>
                  <a:cubicBezTo>
                    <a:pt x="33960" y="8644"/>
                    <a:pt x="27539" y="17041"/>
                    <a:pt x="18524" y="17041"/>
                  </a:cubicBezTo>
                  <a:cubicBezTo>
                    <a:pt x="9633" y="17041"/>
                    <a:pt x="3088" y="8644"/>
                    <a:pt x="5434" y="0"/>
                  </a:cubicBezTo>
                  <a:lnTo>
                    <a:pt x="2594" y="0"/>
                  </a:lnTo>
                  <a:cubicBezTo>
                    <a:pt x="1236" y="0"/>
                    <a:pt x="1" y="1112"/>
                    <a:pt x="1" y="2594"/>
                  </a:cubicBezTo>
                  <a:lnTo>
                    <a:pt x="1" y="35811"/>
                  </a:lnTo>
                  <a:lnTo>
                    <a:pt x="126823" y="35811"/>
                  </a:lnTo>
                  <a:cubicBezTo>
                    <a:pt x="128304" y="35811"/>
                    <a:pt x="129416" y="34576"/>
                    <a:pt x="129416" y="33218"/>
                  </a:cubicBezTo>
                  <a:lnTo>
                    <a:pt x="129416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82" name="Google Shape;1782;p55"/>
            <p:cNvSpPr/>
            <p:nvPr/>
          </p:nvSpPr>
          <p:spPr>
            <a:xfrm>
              <a:off x="1046767" y="4983846"/>
              <a:ext cx="65628" cy="65628"/>
            </a:xfrm>
            <a:custGeom>
              <a:rect l="l" t="t" r="r" b="b"/>
              <a:pathLst>
                <a:path w="9880" h="9880" fill="none" extrusionOk="0">
                  <a:moveTo>
                    <a:pt x="1" y="0"/>
                  </a:moveTo>
                  <a:lnTo>
                    <a:pt x="1" y="9879"/>
                  </a:lnTo>
                  <a:lnTo>
                    <a:pt x="9880" y="9879"/>
                  </a:ln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83" name="Google Shape;1783;p55"/>
            <p:cNvSpPr/>
            <p:nvPr/>
          </p:nvSpPr>
          <p:spPr>
            <a:xfrm>
              <a:off x="1067279" y="4756633"/>
              <a:ext cx="179640" cy="179646"/>
            </a:xfrm>
            <a:custGeom>
              <a:rect l="l" t="t" r="r" b="b"/>
              <a:pathLst>
                <a:path w="27044" h="27045" fill="none" extrusionOk="0">
                  <a:moveTo>
                    <a:pt x="15560" y="1"/>
                  </a:moveTo>
                  <a:cubicBezTo>
                    <a:pt x="5187" y="1"/>
                    <a:pt x="0" y="12473"/>
                    <a:pt x="7286" y="19759"/>
                  </a:cubicBezTo>
                  <a:cubicBezTo>
                    <a:pt x="14572" y="27044"/>
                    <a:pt x="27044" y="21858"/>
                    <a:pt x="27044" y="11609"/>
                  </a:cubicBezTo>
                  <a:cubicBezTo>
                    <a:pt x="27044" y="5187"/>
                    <a:pt x="21857" y="1"/>
                    <a:pt x="1556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miter lim="1234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784" name="Google Shape;1784;p55"/>
          <p:cNvSpPr/>
          <p:nvPr/>
        </p:nvSpPr>
        <p:spPr>
          <a:xfrm>
            <a:off x="7401300" y="2350672"/>
            <a:ext cx="185410" cy="94006"/>
          </a:xfrm>
          <a:custGeom>
            <a:rect l="l" t="t" r="r" b="b"/>
            <a:pathLst>
              <a:path w="3045" h="1544" extrusionOk="0">
                <a:moveTo>
                  <a:pt x="1645" y="0"/>
                </a:moveTo>
                <a:lnTo>
                  <a:pt x="2143" y="505"/>
                </a:lnTo>
                <a:lnTo>
                  <a:pt x="0" y="505"/>
                </a:lnTo>
                <a:lnTo>
                  <a:pt x="0" y="1046"/>
                </a:lnTo>
                <a:lnTo>
                  <a:pt x="2143" y="1046"/>
                </a:lnTo>
                <a:lnTo>
                  <a:pt x="1645" y="1544"/>
                </a:lnTo>
                <a:lnTo>
                  <a:pt x="2272" y="1544"/>
                </a:lnTo>
                <a:lnTo>
                  <a:pt x="3044" y="772"/>
                </a:lnTo>
                <a:lnTo>
                  <a:pt x="2272" y="0"/>
                </a:ln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85" name="Google Shape;1785;p55"/>
          <p:cNvSpPr/>
          <p:nvPr/>
        </p:nvSpPr>
        <p:spPr>
          <a:xfrm>
            <a:off x="7100754" y="2333075"/>
            <a:ext cx="171771" cy="129198"/>
          </a:xfrm>
          <a:custGeom>
            <a:rect l="l" t="t" r="r" b="b"/>
            <a:pathLst>
              <a:path w="2821" h="2122" extrusionOk="0">
                <a:moveTo>
                  <a:pt x="1761" y="1"/>
                </a:moveTo>
                <a:lnTo>
                  <a:pt x="1400" y="361"/>
                </a:lnTo>
                <a:lnTo>
                  <a:pt x="1847" y="808"/>
                </a:lnTo>
                <a:lnTo>
                  <a:pt x="1" y="808"/>
                </a:lnTo>
                <a:lnTo>
                  <a:pt x="1" y="1321"/>
                </a:lnTo>
                <a:lnTo>
                  <a:pt x="1847" y="1321"/>
                </a:lnTo>
                <a:lnTo>
                  <a:pt x="1400" y="1768"/>
                </a:lnTo>
                <a:lnTo>
                  <a:pt x="1761" y="2121"/>
                </a:lnTo>
                <a:lnTo>
                  <a:pt x="2821" y="1061"/>
                </a:lnTo>
                <a:lnTo>
                  <a:pt x="1761" y="1"/>
                </a:ln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86" name="Google Shape;1786;p55"/>
          <p:cNvSpPr/>
          <p:nvPr/>
        </p:nvSpPr>
        <p:spPr>
          <a:xfrm>
            <a:off x="7723043" y="2339529"/>
            <a:ext cx="167813" cy="116777"/>
          </a:xfrm>
          <a:custGeom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87" name="Google Shape;1787;p55"/>
          <p:cNvSpPr/>
          <p:nvPr/>
        </p:nvSpPr>
        <p:spPr>
          <a:xfrm>
            <a:off x="8017748" y="2333075"/>
            <a:ext cx="163855" cy="129198"/>
          </a:xfrm>
          <a:custGeom>
            <a:rect l="l" t="t" r="r" b="b"/>
            <a:pathLst>
              <a:path w="2691" h="2122" extrusionOk="0">
                <a:moveTo>
                  <a:pt x="1630" y="1"/>
                </a:moveTo>
                <a:lnTo>
                  <a:pt x="1630" y="722"/>
                </a:lnTo>
                <a:lnTo>
                  <a:pt x="1630" y="808"/>
                </a:lnTo>
                <a:lnTo>
                  <a:pt x="0" y="808"/>
                </a:lnTo>
                <a:lnTo>
                  <a:pt x="0" y="1321"/>
                </a:lnTo>
                <a:lnTo>
                  <a:pt x="1630" y="1321"/>
                </a:lnTo>
                <a:lnTo>
                  <a:pt x="1630" y="1407"/>
                </a:lnTo>
                <a:lnTo>
                  <a:pt x="1630" y="2121"/>
                </a:lnTo>
                <a:lnTo>
                  <a:pt x="2691" y="1061"/>
                </a:lnTo>
                <a:lnTo>
                  <a:pt x="1630" y="1"/>
                </a:ln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788" name="Google Shape;1788;p55"/>
          <p:cNvGrpSpPr/>
          <p:nvPr/>
        </p:nvGrpSpPr>
        <p:grpSpPr>
          <a:xfrm>
            <a:off x="7103403" y="2550562"/>
            <a:ext cx="166473" cy="141497"/>
            <a:chOff x="4660325" y="1866850"/>
            <a:chExt cx="68350" cy="58100"/>
          </a:xfrm>
        </p:grpSpPr>
        <p:sp>
          <p:nvSpPr>
            <p:cNvPr id="1789" name="Google Shape;1789;p55"/>
            <p:cNvSpPr/>
            <p:nvPr/>
          </p:nvSpPr>
          <p:spPr>
            <a:xfrm>
              <a:off x="4660325" y="1866850"/>
              <a:ext cx="37700" cy="58100"/>
            </a:xfrm>
            <a:custGeom>
              <a:rect l="l" t="t" r="r" b="b"/>
              <a:pathLst>
                <a:path w="1508" h="2324" extrusionOk="0">
                  <a:moveTo>
                    <a:pt x="346" y="1"/>
                  </a:moveTo>
                  <a:lnTo>
                    <a:pt x="0" y="354"/>
                  </a:lnTo>
                  <a:lnTo>
                    <a:pt x="815" y="1162"/>
                  </a:lnTo>
                  <a:lnTo>
                    <a:pt x="0" y="1977"/>
                  </a:lnTo>
                  <a:lnTo>
                    <a:pt x="346" y="2323"/>
                  </a:lnTo>
                  <a:lnTo>
                    <a:pt x="1508" y="1162"/>
                  </a:lnTo>
                  <a:lnTo>
                    <a:pt x="346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90" name="Google Shape;1790;p55"/>
            <p:cNvSpPr/>
            <p:nvPr/>
          </p:nvSpPr>
          <p:spPr>
            <a:xfrm>
              <a:off x="4690975" y="1866850"/>
              <a:ext cx="37700" cy="58100"/>
            </a:xfrm>
            <a:custGeom>
              <a:rect l="l" t="t" r="r" b="b"/>
              <a:pathLst>
                <a:path w="1508" h="2324" extrusionOk="0">
                  <a:moveTo>
                    <a:pt x="346" y="1"/>
                  </a:moveTo>
                  <a:lnTo>
                    <a:pt x="0" y="354"/>
                  </a:lnTo>
                  <a:lnTo>
                    <a:pt x="808" y="1162"/>
                  </a:lnTo>
                  <a:lnTo>
                    <a:pt x="0" y="1977"/>
                  </a:lnTo>
                  <a:lnTo>
                    <a:pt x="346" y="2323"/>
                  </a:lnTo>
                  <a:lnTo>
                    <a:pt x="1508" y="1162"/>
                  </a:lnTo>
                  <a:lnTo>
                    <a:pt x="346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91" name="Google Shape;1791;p55"/>
          <p:cNvGrpSpPr/>
          <p:nvPr/>
        </p:nvGrpSpPr>
        <p:grpSpPr>
          <a:xfrm>
            <a:off x="7412747" y="2576286"/>
            <a:ext cx="162515" cy="90049"/>
            <a:chOff x="4791775" y="1877500"/>
            <a:chExt cx="66725" cy="36975"/>
          </a:xfrm>
        </p:grpSpPr>
        <p:sp>
          <p:nvSpPr>
            <p:cNvPr id="1792" name="Google Shape;1792;p55"/>
            <p:cNvSpPr/>
            <p:nvPr/>
          </p:nvSpPr>
          <p:spPr>
            <a:xfrm>
              <a:off x="4791775" y="1877500"/>
              <a:ext cx="36075" cy="36975"/>
            </a:xfrm>
            <a:custGeom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93" name="Google Shape;1793;p55"/>
            <p:cNvSpPr/>
            <p:nvPr/>
          </p:nvSpPr>
          <p:spPr>
            <a:xfrm>
              <a:off x="4822425" y="1877500"/>
              <a:ext cx="36075" cy="36975"/>
            </a:xfrm>
            <a:custGeom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94" name="Google Shape;1794;p55"/>
          <p:cNvGrpSpPr/>
          <p:nvPr/>
        </p:nvGrpSpPr>
        <p:grpSpPr>
          <a:xfrm>
            <a:off x="7734460" y="2576286"/>
            <a:ext cx="144979" cy="90049"/>
            <a:chOff x="4923925" y="1877500"/>
            <a:chExt cx="59525" cy="36975"/>
          </a:xfrm>
        </p:grpSpPr>
        <p:sp>
          <p:nvSpPr>
            <p:cNvPr id="1795" name="Google Shape;1795;p55"/>
            <p:cNvSpPr/>
            <p:nvPr/>
          </p:nvSpPr>
          <p:spPr>
            <a:xfrm>
              <a:off x="4923925" y="1877500"/>
              <a:ext cx="28875" cy="36975"/>
            </a:xfrm>
            <a:custGeom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96" name="Google Shape;1796;p55"/>
            <p:cNvSpPr/>
            <p:nvPr/>
          </p:nvSpPr>
          <p:spPr>
            <a:xfrm>
              <a:off x="4954575" y="1877500"/>
              <a:ext cx="28875" cy="36975"/>
            </a:xfrm>
            <a:custGeom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97" name="Google Shape;1797;p55"/>
          <p:cNvGrpSpPr/>
          <p:nvPr/>
        </p:nvGrpSpPr>
        <p:grpSpPr>
          <a:xfrm>
            <a:off x="8028952" y="2558477"/>
            <a:ext cx="141447" cy="125667"/>
            <a:chOff x="5058450" y="1870100"/>
            <a:chExt cx="58075" cy="51600"/>
          </a:xfrm>
        </p:grpSpPr>
        <p:sp>
          <p:nvSpPr>
            <p:cNvPr id="1798" name="Google Shape;1798;p55"/>
            <p:cNvSpPr/>
            <p:nvPr/>
          </p:nvSpPr>
          <p:spPr>
            <a:xfrm>
              <a:off x="5058450" y="1870100"/>
              <a:ext cx="25800" cy="51600"/>
            </a:xfrm>
            <a:custGeom>
              <a:rect l="l" t="t" r="r" b="b"/>
              <a:pathLst>
                <a:path w="1032" h="2064" extrusionOk="0">
                  <a:moveTo>
                    <a:pt x="0" y="1"/>
                  </a:moveTo>
                  <a:lnTo>
                    <a:pt x="0" y="621"/>
                  </a:lnTo>
                  <a:lnTo>
                    <a:pt x="0" y="1443"/>
                  </a:lnTo>
                  <a:lnTo>
                    <a:pt x="0" y="2063"/>
                  </a:lnTo>
                  <a:lnTo>
                    <a:pt x="1032" y="1032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99" name="Google Shape;1799;p55"/>
            <p:cNvSpPr/>
            <p:nvPr/>
          </p:nvSpPr>
          <p:spPr>
            <a:xfrm>
              <a:off x="5090725" y="1870100"/>
              <a:ext cx="25800" cy="51600"/>
            </a:xfrm>
            <a:custGeom>
              <a:rect l="l" t="t" r="r" b="b"/>
              <a:pathLst>
                <a:path w="1032" h="2064" extrusionOk="0">
                  <a:moveTo>
                    <a:pt x="0" y="1"/>
                  </a:moveTo>
                  <a:lnTo>
                    <a:pt x="0" y="621"/>
                  </a:lnTo>
                  <a:lnTo>
                    <a:pt x="0" y="1443"/>
                  </a:lnTo>
                  <a:lnTo>
                    <a:pt x="0" y="2063"/>
                  </a:lnTo>
                  <a:lnTo>
                    <a:pt x="1032" y="1032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800" name="Google Shape;1800;p55"/>
          <p:cNvGrpSpPr/>
          <p:nvPr/>
        </p:nvGrpSpPr>
        <p:grpSpPr>
          <a:xfrm>
            <a:off x="7443466" y="2980885"/>
            <a:ext cx="101077" cy="107645"/>
            <a:chOff x="4811425" y="2065025"/>
            <a:chExt cx="41500" cy="44200"/>
          </a:xfrm>
        </p:grpSpPr>
        <p:sp>
          <p:nvSpPr>
            <p:cNvPr id="1801" name="Google Shape;1801;p55"/>
            <p:cNvSpPr/>
            <p:nvPr/>
          </p:nvSpPr>
          <p:spPr>
            <a:xfrm>
              <a:off x="4825300" y="2065025"/>
              <a:ext cx="27625" cy="44200"/>
            </a:xfrm>
            <a:custGeom>
              <a:rect l="l" t="t" r="r" b="b"/>
              <a:pathLst>
                <a:path w="1105" h="1768" extrusionOk="0">
                  <a:moveTo>
                    <a:pt x="217" y="0"/>
                  </a:moveTo>
                  <a:lnTo>
                    <a:pt x="1" y="224"/>
                  </a:lnTo>
                  <a:lnTo>
                    <a:pt x="657" y="880"/>
                  </a:lnTo>
                  <a:lnTo>
                    <a:pt x="1" y="1544"/>
                  </a:lnTo>
                  <a:lnTo>
                    <a:pt x="217" y="1767"/>
                  </a:lnTo>
                  <a:lnTo>
                    <a:pt x="1104" y="880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02" name="Google Shape;1802;p55"/>
            <p:cNvSpPr/>
            <p:nvPr/>
          </p:nvSpPr>
          <p:spPr>
            <a:xfrm>
              <a:off x="4811425" y="2072950"/>
              <a:ext cx="19850" cy="28350"/>
            </a:xfrm>
            <a:custGeom>
              <a:rect l="l" t="t" r="r" b="b"/>
              <a:pathLst>
                <a:path w="794" h="1134" extrusionOk="0">
                  <a:moveTo>
                    <a:pt x="224" y="1"/>
                  </a:moveTo>
                  <a:lnTo>
                    <a:pt x="0" y="224"/>
                  </a:lnTo>
                  <a:lnTo>
                    <a:pt x="346" y="563"/>
                  </a:lnTo>
                  <a:lnTo>
                    <a:pt x="0" y="909"/>
                  </a:lnTo>
                  <a:lnTo>
                    <a:pt x="224" y="1133"/>
                  </a:lnTo>
                  <a:lnTo>
                    <a:pt x="794" y="563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803" name="Google Shape;1803;p55"/>
          <p:cNvGrpSpPr/>
          <p:nvPr/>
        </p:nvGrpSpPr>
        <p:grpSpPr>
          <a:xfrm>
            <a:off x="7735904" y="2981098"/>
            <a:ext cx="120867" cy="107218"/>
            <a:chOff x="4929875" y="2065025"/>
            <a:chExt cx="49625" cy="44025"/>
          </a:xfrm>
        </p:grpSpPr>
        <p:sp>
          <p:nvSpPr>
            <p:cNvPr id="1804" name="Google Shape;1804;p55"/>
            <p:cNvSpPr/>
            <p:nvPr/>
          </p:nvSpPr>
          <p:spPr>
            <a:xfrm>
              <a:off x="4950075" y="2065025"/>
              <a:ext cx="29425" cy="44025"/>
            </a:xfrm>
            <a:custGeom>
              <a:rect l="l" t="t" r="r" b="b"/>
              <a:pathLst>
                <a:path w="1177" h="1761" extrusionOk="0">
                  <a:moveTo>
                    <a:pt x="1" y="0"/>
                  </a:moveTo>
                  <a:lnTo>
                    <a:pt x="729" y="880"/>
                  </a:lnTo>
                  <a:lnTo>
                    <a:pt x="1" y="1760"/>
                  </a:lnTo>
                  <a:lnTo>
                    <a:pt x="1176" y="8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05" name="Google Shape;1805;p55"/>
            <p:cNvSpPr/>
            <p:nvPr/>
          </p:nvSpPr>
          <p:spPr>
            <a:xfrm>
              <a:off x="4929875" y="2065025"/>
              <a:ext cx="29425" cy="44025"/>
            </a:xfrm>
            <a:custGeom>
              <a:rect l="l" t="t" r="r" b="b"/>
              <a:pathLst>
                <a:path w="1177" h="1761" extrusionOk="0">
                  <a:moveTo>
                    <a:pt x="1" y="0"/>
                  </a:moveTo>
                  <a:lnTo>
                    <a:pt x="736" y="880"/>
                  </a:lnTo>
                  <a:lnTo>
                    <a:pt x="1" y="1760"/>
                  </a:lnTo>
                  <a:lnTo>
                    <a:pt x="1" y="1760"/>
                  </a:lnTo>
                  <a:lnTo>
                    <a:pt x="1176" y="8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806" name="Google Shape;1806;p55"/>
          <p:cNvGrpSpPr/>
          <p:nvPr/>
        </p:nvGrpSpPr>
        <p:grpSpPr>
          <a:xfrm>
            <a:off x="8064572" y="2984112"/>
            <a:ext cx="70206" cy="101191"/>
            <a:chOff x="5083925" y="2066350"/>
            <a:chExt cx="28825" cy="41550"/>
          </a:xfrm>
        </p:grpSpPr>
        <p:sp>
          <p:nvSpPr>
            <p:cNvPr id="1807" name="Google Shape;1807;p55"/>
            <p:cNvSpPr/>
            <p:nvPr/>
          </p:nvSpPr>
          <p:spPr>
            <a:xfrm>
              <a:off x="5084050" y="2066350"/>
              <a:ext cx="28700" cy="41550"/>
            </a:xfrm>
            <a:custGeom>
              <a:rect l="l" t="t" r="r" b="b"/>
              <a:pathLst>
                <a:path w="1148" h="1662" extrusionOk="0">
                  <a:moveTo>
                    <a:pt x="52" y="1"/>
                  </a:moveTo>
                  <a:cubicBezTo>
                    <a:pt x="27" y="1"/>
                    <a:pt x="0" y="24"/>
                    <a:pt x="0" y="56"/>
                  </a:cubicBezTo>
                  <a:lnTo>
                    <a:pt x="0" y="200"/>
                  </a:lnTo>
                  <a:cubicBezTo>
                    <a:pt x="0" y="243"/>
                    <a:pt x="22" y="279"/>
                    <a:pt x="51" y="308"/>
                  </a:cubicBezTo>
                  <a:lnTo>
                    <a:pt x="700" y="791"/>
                  </a:lnTo>
                  <a:cubicBezTo>
                    <a:pt x="729" y="813"/>
                    <a:pt x="729" y="849"/>
                    <a:pt x="700" y="871"/>
                  </a:cubicBezTo>
                  <a:lnTo>
                    <a:pt x="51" y="1354"/>
                  </a:lnTo>
                  <a:cubicBezTo>
                    <a:pt x="22" y="1383"/>
                    <a:pt x="0" y="1419"/>
                    <a:pt x="0" y="1462"/>
                  </a:cubicBezTo>
                  <a:lnTo>
                    <a:pt x="0" y="1613"/>
                  </a:lnTo>
                  <a:cubicBezTo>
                    <a:pt x="0" y="1639"/>
                    <a:pt x="26" y="1661"/>
                    <a:pt x="51" y="1661"/>
                  </a:cubicBezTo>
                  <a:cubicBezTo>
                    <a:pt x="61" y="1661"/>
                    <a:pt x="71" y="1658"/>
                    <a:pt x="80" y="1649"/>
                  </a:cubicBezTo>
                  <a:lnTo>
                    <a:pt x="1111" y="878"/>
                  </a:lnTo>
                  <a:cubicBezTo>
                    <a:pt x="1147" y="856"/>
                    <a:pt x="1147" y="806"/>
                    <a:pt x="1111" y="784"/>
                  </a:cubicBezTo>
                  <a:lnTo>
                    <a:pt x="80" y="12"/>
                  </a:lnTo>
                  <a:cubicBezTo>
                    <a:pt x="72" y="4"/>
                    <a:pt x="62" y="1"/>
                    <a:pt x="5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08" name="Google Shape;1808;p55"/>
            <p:cNvSpPr/>
            <p:nvPr/>
          </p:nvSpPr>
          <p:spPr>
            <a:xfrm>
              <a:off x="5083925" y="2081325"/>
              <a:ext cx="8800" cy="11600"/>
            </a:xfrm>
            <a:custGeom>
              <a:rect l="l" t="t" r="r" b="b"/>
              <a:pathLst>
                <a:path w="352" h="462" extrusionOk="0">
                  <a:moveTo>
                    <a:pt x="53" y="0"/>
                  </a:moveTo>
                  <a:cubicBezTo>
                    <a:pt x="25" y="0"/>
                    <a:pt x="0" y="24"/>
                    <a:pt x="5" y="55"/>
                  </a:cubicBezTo>
                  <a:lnTo>
                    <a:pt x="5" y="416"/>
                  </a:lnTo>
                  <a:cubicBezTo>
                    <a:pt x="5" y="442"/>
                    <a:pt x="31" y="464"/>
                    <a:pt x="56" y="464"/>
                  </a:cubicBezTo>
                  <a:cubicBezTo>
                    <a:pt x="66" y="464"/>
                    <a:pt x="76" y="460"/>
                    <a:pt x="85" y="452"/>
                  </a:cubicBezTo>
                  <a:lnTo>
                    <a:pt x="323" y="279"/>
                  </a:lnTo>
                  <a:cubicBezTo>
                    <a:pt x="352" y="257"/>
                    <a:pt x="352" y="207"/>
                    <a:pt x="323" y="185"/>
                  </a:cubicBezTo>
                  <a:lnTo>
                    <a:pt x="85" y="12"/>
                  </a:lnTo>
                  <a:cubicBezTo>
                    <a:pt x="75" y="4"/>
                    <a:pt x="63" y="0"/>
                    <a:pt x="5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809" name="Google Shape;1809;p55"/>
          <p:cNvGrpSpPr/>
          <p:nvPr/>
        </p:nvGrpSpPr>
        <p:grpSpPr>
          <a:xfrm>
            <a:off x="7096126" y="2999759"/>
            <a:ext cx="181026" cy="69896"/>
            <a:chOff x="4659775" y="2072775"/>
            <a:chExt cx="74325" cy="28700"/>
          </a:xfrm>
        </p:grpSpPr>
        <p:sp>
          <p:nvSpPr>
            <p:cNvPr id="1810" name="Google Shape;1810;p55"/>
            <p:cNvSpPr/>
            <p:nvPr/>
          </p:nvSpPr>
          <p:spPr>
            <a:xfrm>
              <a:off x="4659775" y="2072775"/>
              <a:ext cx="38075" cy="28700"/>
            </a:xfrm>
            <a:custGeom>
              <a:rect l="l" t="t" r="r" b="b"/>
              <a:pathLst>
                <a:path w="1523" h="1148" extrusionOk="0">
                  <a:moveTo>
                    <a:pt x="1" y="0"/>
                  </a:moveTo>
                  <a:lnTo>
                    <a:pt x="578" y="570"/>
                  </a:lnTo>
                  <a:lnTo>
                    <a:pt x="1" y="1147"/>
                  </a:lnTo>
                  <a:lnTo>
                    <a:pt x="945" y="1147"/>
                  </a:lnTo>
                  <a:lnTo>
                    <a:pt x="1522" y="570"/>
                  </a:lnTo>
                  <a:lnTo>
                    <a:pt x="945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11" name="Google Shape;1811;p55"/>
            <p:cNvSpPr/>
            <p:nvPr/>
          </p:nvSpPr>
          <p:spPr>
            <a:xfrm>
              <a:off x="4691875" y="2072775"/>
              <a:ext cx="24550" cy="28700"/>
            </a:xfrm>
            <a:custGeom>
              <a:rect l="l" t="t" r="r" b="b"/>
              <a:pathLst>
                <a:path w="982" h="1148" extrusionOk="0">
                  <a:moveTo>
                    <a:pt x="0" y="0"/>
                  </a:moveTo>
                  <a:lnTo>
                    <a:pt x="570" y="570"/>
                  </a:lnTo>
                  <a:lnTo>
                    <a:pt x="0" y="1147"/>
                  </a:lnTo>
                  <a:lnTo>
                    <a:pt x="411" y="1147"/>
                  </a:lnTo>
                  <a:lnTo>
                    <a:pt x="981" y="570"/>
                  </a:lnTo>
                  <a:lnTo>
                    <a:pt x="41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12" name="Google Shape;1812;p55"/>
            <p:cNvSpPr/>
            <p:nvPr/>
          </p:nvSpPr>
          <p:spPr>
            <a:xfrm>
              <a:off x="4709350" y="2072775"/>
              <a:ext cx="24750" cy="28700"/>
            </a:xfrm>
            <a:custGeom>
              <a:rect l="l" t="t" r="r" b="b"/>
              <a:pathLst>
                <a:path w="990" h="1148" extrusionOk="0">
                  <a:moveTo>
                    <a:pt x="1" y="0"/>
                  </a:moveTo>
                  <a:lnTo>
                    <a:pt x="578" y="570"/>
                  </a:lnTo>
                  <a:lnTo>
                    <a:pt x="1" y="1147"/>
                  </a:lnTo>
                  <a:lnTo>
                    <a:pt x="412" y="1147"/>
                  </a:lnTo>
                  <a:lnTo>
                    <a:pt x="989" y="570"/>
                  </a:lnTo>
                  <a:lnTo>
                    <a:pt x="412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813" name="Google Shape;1813;p55"/>
          <p:cNvGrpSpPr/>
          <p:nvPr/>
        </p:nvGrpSpPr>
        <p:grpSpPr>
          <a:xfrm>
            <a:off x="8015982" y="2790324"/>
            <a:ext cx="167387" cy="89197"/>
            <a:chOff x="4662475" y="1976500"/>
            <a:chExt cx="68725" cy="36625"/>
          </a:xfrm>
        </p:grpSpPr>
        <p:sp>
          <p:nvSpPr>
            <p:cNvPr id="1814" name="Google Shape;1814;p55"/>
            <p:cNvSpPr/>
            <p:nvPr/>
          </p:nvSpPr>
          <p:spPr>
            <a:xfrm>
              <a:off x="4690800" y="1976500"/>
              <a:ext cx="40400" cy="36625"/>
            </a:xfrm>
            <a:custGeom>
              <a:rect l="l" t="t" r="r" b="b"/>
              <a:pathLst>
                <a:path w="1615" h="1465" extrusionOk="0">
                  <a:moveTo>
                    <a:pt x="887" y="0"/>
                  </a:moveTo>
                  <a:lnTo>
                    <a:pt x="692" y="188"/>
                  </a:lnTo>
                  <a:lnTo>
                    <a:pt x="1104" y="599"/>
                  </a:lnTo>
                  <a:lnTo>
                    <a:pt x="0" y="599"/>
                  </a:lnTo>
                  <a:lnTo>
                    <a:pt x="0" y="866"/>
                  </a:lnTo>
                  <a:lnTo>
                    <a:pt x="1104" y="866"/>
                  </a:lnTo>
                  <a:lnTo>
                    <a:pt x="692" y="1269"/>
                  </a:lnTo>
                  <a:lnTo>
                    <a:pt x="887" y="1464"/>
                  </a:lnTo>
                  <a:lnTo>
                    <a:pt x="1616" y="729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15" name="Google Shape;1815;p55"/>
            <p:cNvSpPr/>
            <p:nvPr/>
          </p:nvSpPr>
          <p:spPr>
            <a:xfrm>
              <a:off x="4674375" y="1991450"/>
              <a:ext cx="10675" cy="6700"/>
            </a:xfrm>
            <a:custGeom>
              <a:rect l="l" t="t" r="r" b="b"/>
              <a:pathLst>
                <a:path w="427" h="268" extrusionOk="0">
                  <a:moveTo>
                    <a:pt x="1" y="1"/>
                  </a:moveTo>
                  <a:lnTo>
                    <a:pt x="1" y="268"/>
                  </a:lnTo>
                  <a:lnTo>
                    <a:pt x="426" y="268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16" name="Google Shape;1816;p55"/>
            <p:cNvSpPr/>
            <p:nvPr/>
          </p:nvSpPr>
          <p:spPr>
            <a:xfrm>
              <a:off x="4662475" y="1991450"/>
              <a:ext cx="5625" cy="6700"/>
            </a:xfrm>
            <a:custGeom>
              <a:rect l="l" t="t" r="r" b="b"/>
              <a:pathLst>
                <a:path w="225" h="268" extrusionOk="0">
                  <a:moveTo>
                    <a:pt x="1" y="1"/>
                  </a:moveTo>
                  <a:lnTo>
                    <a:pt x="1" y="268"/>
                  </a:lnTo>
                  <a:lnTo>
                    <a:pt x="224" y="268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817" name="Google Shape;1817;p55"/>
          <p:cNvGrpSpPr/>
          <p:nvPr/>
        </p:nvGrpSpPr>
        <p:grpSpPr>
          <a:xfrm>
            <a:off x="7712887" y="2793764"/>
            <a:ext cx="166899" cy="82317"/>
            <a:chOff x="4920150" y="1977875"/>
            <a:chExt cx="68525" cy="33800"/>
          </a:xfrm>
        </p:grpSpPr>
        <p:sp>
          <p:nvSpPr>
            <p:cNvPr id="1818" name="Google Shape;1818;p55"/>
            <p:cNvSpPr/>
            <p:nvPr/>
          </p:nvSpPr>
          <p:spPr>
            <a:xfrm>
              <a:off x="4949175" y="1977875"/>
              <a:ext cx="39500" cy="33800"/>
            </a:xfrm>
            <a:custGeom>
              <a:rect l="l" t="t" r="r" b="b"/>
              <a:pathLst>
                <a:path w="1580" h="1352" extrusionOk="0">
                  <a:moveTo>
                    <a:pt x="891" y="1"/>
                  </a:moveTo>
                  <a:cubicBezTo>
                    <a:pt x="859" y="1"/>
                    <a:pt x="828" y="12"/>
                    <a:pt x="801" y="32"/>
                  </a:cubicBezTo>
                  <a:cubicBezTo>
                    <a:pt x="743" y="89"/>
                    <a:pt x="743" y="176"/>
                    <a:pt x="801" y="226"/>
                  </a:cubicBezTo>
                  <a:lnTo>
                    <a:pt x="1039" y="472"/>
                  </a:lnTo>
                  <a:cubicBezTo>
                    <a:pt x="1068" y="493"/>
                    <a:pt x="1046" y="544"/>
                    <a:pt x="1010" y="544"/>
                  </a:cubicBezTo>
                  <a:lnTo>
                    <a:pt x="152" y="544"/>
                  </a:lnTo>
                  <a:cubicBezTo>
                    <a:pt x="147" y="543"/>
                    <a:pt x="143" y="543"/>
                    <a:pt x="139" y="543"/>
                  </a:cubicBezTo>
                  <a:cubicBezTo>
                    <a:pt x="66" y="543"/>
                    <a:pt x="14" y="598"/>
                    <a:pt x="8" y="666"/>
                  </a:cubicBezTo>
                  <a:cubicBezTo>
                    <a:pt x="0" y="746"/>
                    <a:pt x="65" y="811"/>
                    <a:pt x="145" y="811"/>
                  </a:cubicBezTo>
                  <a:lnTo>
                    <a:pt x="1010" y="811"/>
                  </a:lnTo>
                  <a:cubicBezTo>
                    <a:pt x="1046" y="811"/>
                    <a:pt x="1068" y="854"/>
                    <a:pt x="1039" y="883"/>
                  </a:cubicBezTo>
                  <a:lnTo>
                    <a:pt x="808" y="1113"/>
                  </a:lnTo>
                  <a:cubicBezTo>
                    <a:pt x="758" y="1164"/>
                    <a:pt x="751" y="1251"/>
                    <a:pt x="794" y="1308"/>
                  </a:cubicBezTo>
                  <a:cubicBezTo>
                    <a:pt x="823" y="1337"/>
                    <a:pt x="859" y="1351"/>
                    <a:pt x="895" y="1351"/>
                  </a:cubicBezTo>
                  <a:cubicBezTo>
                    <a:pt x="931" y="1351"/>
                    <a:pt x="967" y="1337"/>
                    <a:pt x="996" y="1308"/>
                  </a:cubicBezTo>
                  <a:lnTo>
                    <a:pt x="1522" y="774"/>
                  </a:lnTo>
                  <a:cubicBezTo>
                    <a:pt x="1580" y="717"/>
                    <a:pt x="1573" y="630"/>
                    <a:pt x="1522" y="573"/>
                  </a:cubicBezTo>
                  <a:lnTo>
                    <a:pt x="996" y="46"/>
                  </a:lnTo>
                  <a:cubicBezTo>
                    <a:pt x="965" y="15"/>
                    <a:pt x="928" y="1"/>
                    <a:pt x="89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19" name="Google Shape;1819;p55"/>
            <p:cNvSpPr/>
            <p:nvPr/>
          </p:nvSpPr>
          <p:spPr>
            <a:xfrm>
              <a:off x="4931875" y="1991450"/>
              <a:ext cx="12825" cy="6700"/>
            </a:xfrm>
            <a:custGeom>
              <a:rect l="l" t="t" r="r" b="b"/>
              <a:pathLst>
                <a:path w="513" h="268" extrusionOk="0">
                  <a:moveTo>
                    <a:pt x="180" y="1"/>
                  </a:moveTo>
                  <a:cubicBezTo>
                    <a:pt x="0" y="1"/>
                    <a:pt x="0" y="268"/>
                    <a:pt x="180" y="268"/>
                  </a:cubicBezTo>
                  <a:lnTo>
                    <a:pt x="332" y="268"/>
                  </a:lnTo>
                  <a:cubicBezTo>
                    <a:pt x="512" y="268"/>
                    <a:pt x="512" y="1"/>
                    <a:pt x="33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20" name="Google Shape;1820;p55"/>
            <p:cNvSpPr/>
            <p:nvPr/>
          </p:nvSpPr>
          <p:spPr>
            <a:xfrm>
              <a:off x="4920150" y="1991450"/>
              <a:ext cx="9225" cy="6700"/>
            </a:xfrm>
            <a:custGeom>
              <a:rect l="l" t="t" r="r" b="b"/>
              <a:pathLst>
                <a:path w="369" h="268" extrusionOk="0">
                  <a:moveTo>
                    <a:pt x="181" y="1"/>
                  </a:moveTo>
                  <a:cubicBezTo>
                    <a:pt x="0" y="1"/>
                    <a:pt x="0" y="268"/>
                    <a:pt x="181" y="268"/>
                  </a:cubicBezTo>
                  <a:lnTo>
                    <a:pt x="195" y="268"/>
                  </a:lnTo>
                  <a:cubicBezTo>
                    <a:pt x="368" y="268"/>
                    <a:pt x="368" y="1"/>
                    <a:pt x="195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821" name="Google Shape;1821;p55"/>
          <p:cNvGrpSpPr/>
          <p:nvPr/>
        </p:nvGrpSpPr>
        <p:grpSpPr>
          <a:xfrm>
            <a:off x="7124044" y="3197682"/>
            <a:ext cx="125190" cy="127859"/>
            <a:chOff x="4676550" y="2160575"/>
            <a:chExt cx="51400" cy="52500"/>
          </a:xfrm>
        </p:grpSpPr>
        <p:sp>
          <p:nvSpPr>
            <p:cNvPr id="1822" name="Google Shape;1822;p55"/>
            <p:cNvSpPr/>
            <p:nvPr/>
          </p:nvSpPr>
          <p:spPr>
            <a:xfrm>
              <a:off x="4676550" y="2160575"/>
              <a:ext cx="27775" cy="52500"/>
            </a:xfrm>
            <a:custGeom>
              <a:rect l="l" t="t" r="r" b="b"/>
              <a:pathLst>
                <a:path w="1111" h="2100" extrusionOk="0">
                  <a:moveTo>
                    <a:pt x="0" y="1"/>
                  </a:moveTo>
                  <a:lnTo>
                    <a:pt x="823" y="1047"/>
                  </a:lnTo>
                  <a:lnTo>
                    <a:pt x="0" y="2100"/>
                  </a:lnTo>
                  <a:lnTo>
                    <a:pt x="289" y="2100"/>
                  </a:lnTo>
                  <a:lnTo>
                    <a:pt x="1111" y="1047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23" name="Google Shape;1823;p55"/>
            <p:cNvSpPr/>
            <p:nvPr/>
          </p:nvSpPr>
          <p:spPr>
            <a:xfrm>
              <a:off x="4688275" y="2160575"/>
              <a:ext cx="27975" cy="52500"/>
            </a:xfrm>
            <a:custGeom>
              <a:rect l="l" t="t" r="r" b="b"/>
              <a:pathLst>
                <a:path w="1119" h="2100" extrusionOk="0">
                  <a:moveTo>
                    <a:pt x="0" y="1"/>
                  </a:moveTo>
                  <a:lnTo>
                    <a:pt x="822" y="1047"/>
                  </a:lnTo>
                  <a:lnTo>
                    <a:pt x="0" y="2100"/>
                  </a:lnTo>
                  <a:lnTo>
                    <a:pt x="296" y="2100"/>
                  </a:lnTo>
                  <a:lnTo>
                    <a:pt x="1118" y="1047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24" name="Google Shape;1824;p55"/>
            <p:cNvSpPr/>
            <p:nvPr/>
          </p:nvSpPr>
          <p:spPr>
            <a:xfrm>
              <a:off x="4700175" y="2160575"/>
              <a:ext cx="27775" cy="52500"/>
            </a:xfrm>
            <a:custGeom>
              <a:rect l="l" t="t" r="r" b="b"/>
              <a:pathLst>
                <a:path w="1111" h="2100" extrusionOk="0">
                  <a:moveTo>
                    <a:pt x="0" y="1"/>
                  </a:moveTo>
                  <a:lnTo>
                    <a:pt x="822" y="1047"/>
                  </a:lnTo>
                  <a:lnTo>
                    <a:pt x="0" y="2100"/>
                  </a:lnTo>
                  <a:lnTo>
                    <a:pt x="289" y="2100"/>
                  </a:lnTo>
                  <a:lnTo>
                    <a:pt x="1111" y="1047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825" name="Google Shape;1825;p55"/>
          <p:cNvGrpSpPr/>
          <p:nvPr/>
        </p:nvGrpSpPr>
        <p:grpSpPr>
          <a:xfrm>
            <a:off x="7421302" y="3204714"/>
            <a:ext cx="145405" cy="113794"/>
            <a:chOff x="4768325" y="2163475"/>
            <a:chExt cx="59700" cy="46725"/>
          </a:xfrm>
        </p:grpSpPr>
        <p:sp>
          <p:nvSpPr>
            <p:cNvPr id="1826" name="Google Shape;1826;p55"/>
            <p:cNvSpPr/>
            <p:nvPr/>
          </p:nvSpPr>
          <p:spPr>
            <a:xfrm>
              <a:off x="4768325" y="2163475"/>
              <a:ext cx="35375" cy="46725"/>
            </a:xfrm>
            <a:custGeom>
              <a:rect l="l" t="t" r="r" b="b"/>
              <a:pathLst>
                <a:path w="1415" h="1869" extrusionOk="0">
                  <a:moveTo>
                    <a:pt x="0" y="0"/>
                  </a:moveTo>
                  <a:lnTo>
                    <a:pt x="895" y="931"/>
                  </a:lnTo>
                  <a:lnTo>
                    <a:pt x="0" y="1868"/>
                  </a:lnTo>
                  <a:lnTo>
                    <a:pt x="520" y="1868"/>
                  </a:lnTo>
                  <a:lnTo>
                    <a:pt x="1414" y="931"/>
                  </a:lnTo>
                  <a:lnTo>
                    <a:pt x="52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27" name="Google Shape;1827;p55"/>
            <p:cNvSpPr/>
            <p:nvPr/>
          </p:nvSpPr>
          <p:spPr>
            <a:xfrm>
              <a:off x="4792475" y="2163475"/>
              <a:ext cx="35550" cy="46725"/>
            </a:xfrm>
            <a:custGeom>
              <a:rect l="l" t="t" r="r" b="b"/>
              <a:pathLst>
                <a:path w="1422" h="1869" extrusionOk="0">
                  <a:moveTo>
                    <a:pt x="1" y="0"/>
                  </a:moveTo>
                  <a:lnTo>
                    <a:pt x="895" y="931"/>
                  </a:lnTo>
                  <a:lnTo>
                    <a:pt x="1" y="1868"/>
                  </a:lnTo>
                  <a:lnTo>
                    <a:pt x="527" y="1868"/>
                  </a:lnTo>
                  <a:lnTo>
                    <a:pt x="1422" y="931"/>
                  </a:lnTo>
                  <a:lnTo>
                    <a:pt x="52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828" name="Google Shape;1828;p55"/>
          <p:cNvSpPr/>
          <p:nvPr/>
        </p:nvSpPr>
        <p:spPr>
          <a:xfrm>
            <a:off x="7753257" y="3196221"/>
            <a:ext cx="86159" cy="130781"/>
          </a:xfrm>
          <a:custGeom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29" name="Google Shape;1829;p55"/>
          <p:cNvSpPr/>
          <p:nvPr/>
        </p:nvSpPr>
        <p:spPr>
          <a:xfrm>
            <a:off x="8025633" y="4203306"/>
            <a:ext cx="148084" cy="162989"/>
          </a:xfrm>
          <a:custGeom>
            <a:rect l="l" t="t" r="r" b="b"/>
            <a:pathLst>
              <a:path w="2432" h="2677" extrusionOk="0">
                <a:moveTo>
                  <a:pt x="801" y="1"/>
                </a:moveTo>
                <a:lnTo>
                  <a:pt x="1205" y="751"/>
                </a:lnTo>
                <a:lnTo>
                  <a:pt x="1" y="751"/>
                </a:lnTo>
                <a:lnTo>
                  <a:pt x="1" y="1927"/>
                </a:lnTo>
                <a:lnTo>
                  <a:pt x="1205" y="1927"/>
                </a:lnTo>
                <a:lnTo>
                  <a:pt x="801" y="2677"/>
                </a:lnTo>
                <a:lnTo>
                  <a:pt x="2431" y="1335"/>
                </a:lnTo>
                <a:lnTo>
                  <a:pt x="801" y="1"/>
                </a:ln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30" name="Google Shape;1830;p55"/>
          <p:cNvSpPr/>
          <p:nvPr/>
        </p:nvSpPr>
        <p:spPr>
          <a:xfrm>
            <a:off x="7127089" y="3431527"/>
            <a:ext cx="119101" cy="163415"/>
          </a:xfrm>
          <a:custGeom>
            <a:rect l="l" t="t" r="r" b="b"/>
            <a:pathLst>
              <a:path w="1956" h="2684" extrusionOk="0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31" name="Google Shape;1831;p55"/>
          <p:cNvSpPr/>
          <p:nvPr/>
        </p:nvSpPr>
        <p:spPr>
          <a:xfrm>
            <a:off x="7095061" y="4219136"/>
            <a:ext cx="183157" cy="131329"/>
          </a:xfrm>
          <a:custGeom>
            <a:rect l="l" t="t" r="r" b="b"/>
            <a:pathLst>
              <a:path w="3008" h="2157" extrusionOk="0">
                <a:moveTo>
                  <a:pt x="0" y="0"/>
                </a:moveTo>
                <a:lnTo>
                  <a:pt x="729" y="1075"/>
                </a:lnTo>
                <a:lnTo>
                  <a:pt x="0" y="2157"/>
                </a:lnTo>
                <a:lnTo>
                  <a:pt x="0" y="2157"/>
                </a:lnTo>
                <a:lnTo>
                  <a:pt x="3008" y="1075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32" name="Google Shape;1832;p55"/>
          <p:cNvSpPr/>
          <p:nvPr/>
        </p:nvSpPr>
        <p:spPr>
          <a:xfrm>
            <a:off x="7112384" y="3700780"/>
            <a:ext cx="148511" cy="112515"/>
          </a:xfrm>
          <a:custGeom>
            <a:rect l="l" t="t" r="r" b="b"/>
            <a:pathLst>
              <a:path w="2439" h="1848" extrusionOk="0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33" name="Google Shape;1833;p55"/>
          <p:cNvSpPr/>
          <p:nvPr/>
        </p:nvSpPr>
        <p:spPr>
          <a:xfrm>
            <a:off x="7746133" y="3682697"/>
            <a:ext cx="100408" cy="148681"/>
          </a:xfrm>
          <a:custGeom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834" name="Google Shape;1834;p55"/>
          <p:cNvGrpSpPr/>
          <p:nvPr/>
        </p:nvGrpSpPr>
        <p:grpSpPr>
          <a:xfrm>
            <a:off x="7437621" y="3459808"/>
            <a:ext cx="112768" cy="106853"/>
            <a:chOff x="4768575" y="2253950"/>
            <a:chExt cx="46300" cy="43875"/>
          </a:xfrm>
        </p:grpSpPr>
        <p:sp>
          <p:nvSpPr>
            <p:cNvPr id="1835" name="Google Shape;1835;p55"/>
            <p:cNvSpPr/>
            <p:nvPr/>
          </p:nvSpPr>
          <p:spPr>
            <a:xfrm>
              <a:off x="4785700" y="2253950"/>
              <a:ext cx="29175" cy="43875"/>
            </a:xfrm>
            <a:custGeom>
              <a:rect l="l" t="t" r="r" b="b"/>
              <a:pathLst>
                <a:path w="1167" h="1754" extrusionOk="0">
                  <a:moveTo>
                    <a:pt x="262" y="1"/>
                  </a:moveTo>
                  <a:cubicBezTo>
                    <a:pt x="150" y="1"/>
                    <a:pt x="49" y="149"/>
                    <a:pt x="164" y="247"/>
                  </a:cubicBezTo>
                  <a:lnTo>
                    <a:pt x="770" y="853"/>
                  </a:lnTo>
                  <a:lnTo>
                    <a:pt x="106" y="1517"/>
                  </a:lnTo>
                  <a:cubicBezTo>
                    <a:pt x="1" y="1616"/>
                    <a:pt x="95" y="1754"/>
                    <a:pt x="204" y="1754"/>
                  </a:cubicBezTo>
                  <a:cubicBezTo>
                    <a:pt x="236" y="1754"/>
                    <a:pt x="271" y="1742"/>
                    <a:pt x="301" y="1711"/>
                  </a:cubicBezTo>
                  <a:lnTo>
                    <a:pt x="1166" y="853"/>
                  </a:lnTo>
                  <a:lnTo>
                    <a:pt x="366" y="52"/>
                  </a:lnTo>
                  <a:cubicBezTo>
                    <a:pt x="334" y="16"/>
                    <a:pt x="297" y="1"/>
                    <a:pt x="26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36" name="Google Shape;1836;p55"/>
            <p:cNvSpPr/>
            <p:nvPr/>
          </p:nvSpPr>
          <p:spPr>
            <a:xfrm>
              <a:off x="4768575" y="2253950"/>
              <a:ext cx="29175" cy="43875"/>
            </a:xfrm>
            <a:custGeom>
              <a:rect l="l" t="t" r="r" b="b"/>
              <a:pathLst>
                <a:path w="1167" h="1754" extrusionOk="0">
                  <a:moveTo>
                    <a:pt x="261" y="1"/>
                  </a:moveTo>
                  <a:cubicBezTo>
                    <a:pt x="150" y="1"/>
                    <a:pt x="50" y="149"/>
                    <a:pt x="171" y="247"/>
                  </a:cubicBezTo>
                  <a:lnTo>
                    <a:pt x="769" y="853"/>
                  </a:lnTo>
                  <a:lnTo>
                    <a:pt x="106" y="1517"/>
                  </a:lnTo>
                  <a:cubicBezTo>
                    <a:pt x="1" y="1616"/>
                    <a:pt x="95" y="1754"/>
                    <a:pt x="203" y="1754"/>
                  </a:cubicBezTo>
                  <a:cubicBezTo>
                    <a:pt x="236" y="1754"/>
                    <a:pt x="270" y="1742"/>
                    <a:pt x="301" y="1711"/>
                  </a:cubicBezTo>
                  <a:lnTo>
                    <a:pt x="1166" y="853"/>
                  </a:lnTo>
                  <a:lnTo>
                    <a:pt x="365" y="52"/>
                  </a:lnTo>
                  <a:cubicBezTo>
                    <a:pt x="334" y="16"/>
                    <a:pt x="297" y="1"/>
                    <a:pt x="26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837" name="Google Shape;1837;p55"/>
          <p:cNvGrpSpPr/>
          <p:nvPr/>
        </p:nvGrpSpPr>
        <p:grpSpPr>
          <a:xfrm>
            <a:off x="7737243" y="3948834"/>
            <a:ext cx="118187" cy="146246"/>
            <a:chOff x="4960900" y="2433225"/>
            <a:chExt cx="48525" cy="60050"/>
          </a:xfrm>
        </p:grpSpPr>
        <p:sp>
          <p:nvSpPr>
            <p:cNvPr id="1838" name="Google Shape;1838;p55"/>
            <p:cNvSpPr/>
            <p:nvPr/>
          </p:nvSpPr>
          <p:spPr>
            <a:xfrm>
              <a:off x="4974225" y="2433225"/>
              <a:ext cx="35200" cy="60050"/>
            </a:xfrm>
            <a:custGeom>
              <a:rect l="l" t="t" r="r" b="b"/>
              <a:pathLst>
                <a:path w="1408" h="2402" extrusionOk="0">
                  <a:moveTo>
                    <a:pt x="102" y="0"/>
                  </a:moveTo>
                  <a:lnTo>
                    <a:pt x="95" y="7"/>
                  </a:lnTo>
                  <a:lnTo>
                    <a:pt x="1112" y="1154"/>
                  </a:lnTo>
                  <a:lnTo>
                    <a:pt x="1" y="2402"/>
                  </a:lnTo>
                  <a:lnTo>
                    <a:pt x="297" y="2402"/>
                  </a:lnTo>
                  <a:lnTo>
                    <a:pt x="1407" y="1154"/>
                  </a:lnTo>
                  <a:lnTo>
                    <a:pt x="383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39" name="Google Shape;1839;p55"/>
            <p:cNvSpPr/>
            <p:nvPr/>
          </p:nvSpPr>
          <p:spPr>
            <a:xfrm>
              <a:off x="4960900" y="2433225"/>
              <a:ext cx="35175" cy="60050"/>
            </a:xfrm>
            <a:custGeom>
              <a:rect l="l" t="t" r="r" b="b"/>
              <a:pathLst>
                <a:path w="1407" h="2402" extrusionOk="0">
                  <a:moveTo>
                    <a:pt x="108" y="0"/>
                  </a:moveTo>
                  <a:lnTo>
                    <a:pt x="94" y="7"/>
                  </a:lnTo>
                  <a:lnTo>
                    <a:pt x="1111" y="1154"/>
                  </a:lnTo>
                  <a:lnTo>
                    <a:pt x="0" y="2402"/>
                  </a:lnTo>
                  <a:lnTo>
                    <a:pt x="296" y="2402"/>
                  </a:lnTo>
                  <a:lnTo>
                    <a:pt x="1407" y="1154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840" name="Google Shape;1840;p55"/>
          <p:cNvGrpSpPr/>
          <p:nvPr/>
        </p:nvGrpSpPr>
        <p:grpSpPr>
          <a:xfrm>
            <a:off x="7425808" y="4212895"/>
            <a:ext cx="136394" cy="143810"/>
            <a:chOff x="4854075" y="2527625"/>
            <a:chExt cx="56000" cy="59050"/>
          </a:xfrm>
        </p:grpSpPr>
        <p:sp>
          <p:nvSpPr>
            <p:cNvPr id="1841" name="Google Shape;1841;p55"/>
            <p:cNvSpPr/>
            <p:nvPr/>
          </p:nvSpPr>
          <p:spPr>
            <a:xfrm>
              <a:off x="4872325" y="2527625"/>
              <a:ext cx="37750" cy="59050"/>
            </a:xfrm>
            <a:custGeom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42" name="Google Shape;1842;p55"/>
            <p:cNvSpPr/>
            <p:nvPr/>
          </p:nvSpPr>
          <p:spPr>
            <a:xfrm>
              <a:off x="4854075" y="2539100"/>
              <a:ext cx="26075" cy="35875"/>
            </a:xfrm>
            <a:custGeom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843" name="Google Shape;1843;p55"/>
          <p:cNvSpPr/>
          <p:nvPr/>
        </p:nvSpPr>
        <p:spPr>
          <a:xfrm>
            <a:off x="7441061" y="3955623"/>
            <a:ext cx="105888" cy="132668"/>
          </a:xfrm>
          <a:custGeom>
            <a:rect l="l" t="t" r="r" b="b"/>
            <a:pathLst>
              <a:path w="1739" h="2179" extrusionOk="0">
                <a:moveTo>
                  <a:pt x="1" y="1"/>
                </a:moveTo>
                <a:lnTo>
                  <a:pt x="1" y="2179"/>
                </a:lnTo>
                <a:lnTo>
                  <a:pt x="758" y="2179"/>
                </a:lnTo>
                <a:lnTo>
                  <a:pt x="1739" y="1090"/>
                </a:lnTo>
                <a:lnTo>
                  <a:pt x="758" y="1"/>
                </a:ln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44" name="Google Shape;1844;p55"/>
          <p:cNvSpPr/>
          <p:nvPr/>
        </p:nvSpPr>
        <p:spPr>
          <a:xfrm>
            <a:off x="8019727" y="3195277"/>
            <a:ext cx="159897" cy="132668"/>
          </a:xfrm>
          <a:custGeom>
            <a:rect l="l" t="t" r="r" b="b"/>
            <a:pathLst>
              <a:path w="2626" h="2179" extrusionOk="0">
                <a:moveTo>
                  <a:pt x="0" y="1"/>
                </a:moveTo>
                <a:lnTo>
                  <a:pt x="887" y="1090"/>
                </a:lnTo>
                <a:lnTo>
                  <a:pt x="0" y="2179"/>
                </a:lnTo>
                <a:lnTo>
                  <a:pt x="1644" y="2179"/>
                </a:lnTo>
                <a:lnTo>
                  <a:pt x="2625" y="1090"/>
                </a:lnTo>
                <a:lnTo>
                  <a:pt x="1644" y="1"/>
                </a:ln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45" name="Google Shape;1845;p55"/>
          <p:cNvSpPr/>
          <p:nvPr/>
        </p:nvSpPr>
        <p:spPr>
          <a:xfrm>
            <a:off x="7118991" y="3955623"/>
            <a:ext cx="135298" cy="132668"/>
          </a:xfrm>
          <a:custGeom>
            <a:rect l="l" t="t" r="r" b="b"/>
            <a:pathLst>
              <a:path w="2222" h="2179" extrusionOk="0">
                <a:moveTo>
                  <a:pt x="477" y="1"/>
                </a:moveTo>
                <a:lnTo>
                  <a:pt x="895" y="513"/>
                </a:lnTo>
                <a:lnTo>
                  <a:pt x="1" y="513"/>
                </a:lnTo>
                <a:lnTo>
                  <a:pt x="1" y="1659"/>
                </a:lnTo>
                <a:lnTo>
                  <a:pt x="895" y="1659"/>
                </a:lnTo>
                <a:lnTo>
                  <a:pt x="477" y="2179"/>
                </a:lnTo>
                <a:lnTo>
                  <a:pt x="1234" y="2179"/>
                </a:lnTo>
                <a:lnTo>
                  <a:pt x="2222" y="1090"/>
                </a:lnTo>
                <a:lnTo>
                  <a:pt x="1234" y="1"/>
                </a:ln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846" name="Google Shape;1846;p55"/>
          <p:cNvGrpSpPr/>
          <p:nvPr/>
        </p:nvGrpSpPr>
        <p:grpSpPr>
          <a:xfrm>
            <a:off x="8050020" y="3676639"/>
            <a:ext cx="99312" cy="160797"/>
            <a:chOff x="5059700" y="2334775"/>
            <a:chExt cx="40775" cy="66025"/>
          </a:xfrm>
        </p:grpSpPr>
        <p:sp>
          <p:nvSpPr>
            <p:cNvPr id="1847" name="Google Shape;1847;p55"/>
            <p:cNvSpPr/>
            <p:nvPr/>
          </p:nvSpPr>
          <p:spPr>
            <a:xfrm>
              <a:off x="5059700" y="2334775"/>
              <a:ext cx="12475" cy="10525"/>
            </a:xfrm>
            <a:custGeom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48" name="Google Shape;1848;p55"/>
            <p:cNvSpPr/>
            <p:nvPr/>
          </p:nvSpPr>
          <p:spPr>
            <a:xfrm>
              <a:off x="5059700" y="2348650"/>
              <a:ext cx="12475" cy="10550"/>
            </a:xfrm>
            <a:custGeom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49" name="Google Shape;1849;p55"/>
            <p:cNvSpPr/>
            <p:nvPr/>
          </p:nvSpPr>
          <p:spPr>
            <a:xfrm>
              <a:off x="5059700" y="2362525"/>
              <a:ext cx="12475" cy="10550"/>
            </a:xfrm>
            <a:custGeom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50" name="Google Shape;1850;p55"/>
            <p:cNvSpPr/>
            <p:nvPr/>
          </p:nvSpPr>
          <p:spPr>
            <a:xfrm>
              <a:off x="5059700" y="2376400"/>
              <a:ext cx="12475" cy="10500"/>
            </a:xfrm>
            <a:custGeom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51" name="Google Shape;1851;p55"/>
            <p:cNvSpPr/>
            <p:nvPr/>
          </p:nvSpPr>
          <p:spPr>
            <a:xfrm>
              <a:off x="5059700" y="2390125"/>
              <a:ext cx="12475" cy="10675"/>
            </a:xfrm>
            <a:custGeom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52" name="Google Shape;1852;p55"/>
            <p:cNvSpPr/>
            <p:nvPr/>
          </p:nvSpPr>
          <p:spPr>
            <a:xfrm>
              <a:off x="5073950" y="2348650"/>
              <a:ext cx="12275" cy="10550"/>
            </a:xfrm>
            <a:custGeom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53" name="Google Shape;1853;p55"/>
            <p:cNvSpPr/>
            <p:nvPr/>
          </p:nvSpPr>
          <p:spPr>
            <a:xfrm>
              <a:off x="5073950" y="2362525"/>
              <a:ext cx="12275" cy="10550"/>
            </a:xfrm>
            <a:custGeom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54" name="Google Shape;1854;p55"/>
            <p:cNvSpPr/>
            <p:nvPr/>
          </p:nvSpPr>
          <p:spPr>
            <a:xfrm>
              <a:off x="5074000" y="2376400"/>
              <a:ext cx="12225" cy="10500"/>
            </a:xfrm>
            <a:custGeom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55" name="Google Shape;1855;p55"/>
            <p:cNvSpPr/>
            <p:nvPr/>
          </p:nvSpPr>
          <p:spPr>
            <a:xfrm>
              <a:off x="5088000" y="2362525"/>
              <a:ext cx="12475" cy="10550"/>
            </a:xfrm>
            <a:custGeom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856" name="Google Shape;1856;p55"/>
          <p:cNvGrpSpPr/>
          <p:nvPr/>
        </p:nvGrpSpPr>
        <p:grpSpPr>
          <a:xfrm>
            <a:off x="8007184" y="3941771"/>
            <a:ext cx="184984" cy="160371"/>
            <a:chOff x="5037700" y="2430325"/>
            <a:chExt cx="75950" cy="65850"/>
          </a:xfrm>
        </p:grpSpPr>
        <p:sp>
          <p:nvSpPr>
            <p:cNvPr id="1857" name="Google Shape;1857;p55"/>
            <p:cNvSpPr/>
            <p:nvPr/>
          </p:nvSpPr>
          <p:spPr>
            <a:xfrm>
              <a:off x="5059700" y="2430325"/>
              <a:ext cx="53950" cy="65850"/>
            </a:xfrm>
            <a:custGeom>
              <a:rect l="l" t="t" r="r" b="b"/>
              <a:pathLst>
                <a:path w="2158" h="2634" extrusionOk="0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1292" y="2633"/>
                  </a:lnTo>
                  <a:lnTo>
                    <a:pt x="2157" y="1321"/>
                  </a:lnTo>
                  <a:lnTo>
                    <a:pt x="1292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58" name="Google Shape;1858;p55"/>
            <p:cNvSpPr/>
            <p:nvPr/>
          </p:nvSpPr>
          <p:spPr>
            <a:xfrm>
              <a:off x="5037700" y="2430325"/>
              <a:ext cx="34100" cy="65850"/>
            </a:xfrm>
            <a:custGeom>
              <a:rect l="l" t="t" r="r" b="b"/>
              <a:pathLst>
                <a:path w="1364" h="2634" extrusionOk="0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498" y="2633"/>
                  </a:lnTo>
                  <a:lnTo>
                    <a:pt x="1364" y="1321"/>
                  </a:lnTo>
                  <a:lnTo>
                    <a:pt x="498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859" name="Google Shape;1859;p55"/>
          <p:cNvGrpSpPr/>
          <p:nvPr/>
        </p:nvGrpSpPr>
        <p:grpSpPr>
          <a:xfrm>
            <a:off x="7426689" y="3708223"/>
            <a:ext cx="173014" cy="97629"/>
            <a:chOff x="4756975" y="2341800"/>
            <a:chExt cx="91975" cy="51925"/>
          </a:xfrm>
        </p:grpSpPr>
        <p:sp>
          <p:nvSpPr>
            <p:cNvPr id="1860" name="Google Shape;1860;p55"/>
            <p:cNvSpPr/>
            <p:nvPr/>
          </p:nvSpPr>
          <p:spPr>
            <a:xfrm>
              <a:off x="4756975" y="2341800"/>
              <a:ext cx="10650" cy="9150"/>
            </a:xfrm>
            <a:custGeom>
              <a:rect l="l" t="t" r="r" b="b"/>
              <a:pathLst>
                <a:path w="426" h="366" extrusionOk="0">
                  <a:moveTo>
                    <a:pt x="245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3" y="348"/>
                    <a:pt x="199" y="365"/>
                    <a:pt x="244" y="365"/>
                  </a:cubicBezTo>
                  <a:cubicBezTo>
                    <a:pt x="337" y="365"/>
                    <a:pt x="426" y="293"/>
                    <a:pt x="426" y="181"/>
                  </a:cubicBezTo>
                  <a:cubicBezTo>
                    <a:pt x="426" y="80"/>
                    <a:pt x="346" y="0"/>
                    <a:pt x="245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61" name="Google Shape;1861;p55"/>
            <p:cNvSpPr/>
            <p:nvPr/>
          </p:nvSpPr>
          <p:spPr>
            <a:xfrm>
              <a:off x="4777350" y="2341800"/>
              <a:ext cx="10650" cy="9150"/>
            </a:xfrm>
            <a:custGeom>
              <a:rect l="l" t="t" r="r" b="b"/>
              <a:pathLst>
                <a:path w="426" h="366" extrusionOk="0">
                  <a:moveTo>
                    <a:pt x="245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3" y="348"/>
                    <a:pt x="199" y="365"/>
                    <a:pt x="244" y="365"/>
                  </a:cubicBezTo>
                  <a:cubicBezTo>
                    <a:pt x="337" y="365"/>
                    <a:pt x="426" y="293"/>
                    <a:pt x="426" y="181"/>
                  </a:cubicBezTo>
                  <a:cubicBezTo>
                    <a:pt x="426" y="80"/>
                    <a:pt x="339" y="0"/>
                    <a:pt x="245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62" name="Google Shape;1862;p55"/>
            <p:cNvSpPr/>
            <p:nvPr/>
          </p:nvSpPr>
          <p:spPr>
            <a:xfrm>
              <a:off x="4797725" y="2341800"/>
              <a:ext cx="10475" cy="9150"/>
            </a:xfrm>
            <a:custGeom>
              <a:rect l="l" t="t" r="r" b="b"/>
              <a:pathLst>
                <a:path w="419" h="366" extrusionOk="0">
                  <a:moveTo>
                    <a:pt x="238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1" y="348"/>
                    <a:pt x="195" y="365"/>
                    <a:pt x="239" y="365"/>
                  </a:cubicBezTo>
                  <a:cubicBezTo>
                    <a:pt x="330" y="365"/>
                    <a:pt x="418" y="293"/>
                    <a:pt x="418" y="181"/>
                  </a:cubicBezTo>
                  <a:cubicBezTo>
                    <a:pt x="418" y="80"/>
                    <a:pt x="339" y="0"/>
                    <a:pt x="23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63" name="Google Shape;1863;p55"/>
            <p:cNvSpPr/>
            <p:nvPr/>
          </p:nvSpPr>
          <p:spPr>
            <a:xfrm>
              <a:off x="4818100" y="2341800"/>
              <a:ext cx="10475" cy="9150"/>
            </a:xfrm>
            <a:custGeom>
              <a:rect l="l" t="t" r="r" b="b"/>
              <a:pathLst>
                <a:path w="419" h="366" extrusionOk="0">
                  <a:moveTo>
                    <a:pt x="238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1" y="348"/>
                    <a:pt x="195" y="365"/>
                    <a:pt x="239" y="365"/>
                  </a:cubicBezTo>
                  <a:cubicBezTo>
                    <a:pt x="330" y="365"/>
                    <a:pt x="418" y="293"/>
                    <a:pt x="418" y="181"/>
                  </a:cubicBezTo>
                  <a:cubicBezTo>
                    <a:pt x="418" y="80"/>
                    <a:pt x="339" y="0"/>
                    <a:pt x="23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64" name="Google Shape;1864;p55"/>
            <p:cNvSpPr/>
            <p:nvPr/>
          </p:nvSpPr>
          <p:spPr>
            <a:xfrm>
              <a:off x="4768675" y="2352625"/>
              <a:ext cx="8875" cy="9025"/>
            </a:xfrm>
            <a:custGeom>
              <a:rect l="l" t="t" r="r" b="b"/>
              <a:pathLst>
                <a:path w="355" h="361" extrusionOk="0">
                  <a:moveTo>
                    <a:pt x="174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74" y="361"/>
                  </a:cubicBezTo>
                  <a:cubicBezTo>
                    <a:pt x="275" y="361"/>
                    <a:pt x="354" y="281"/>
                    <a:pt x="354" y="181"/>
                  </a:cubicBezTo>
                  <a:cubicBezTo>
                    <a:pt x="354" y="87"/>
                    <a:pt x="275" y="0"/>
                    <a:pt x="174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65" name="Google Shape;1865;p55"/>
            <p:cNvSpPr/>
            <p:nvPr/>
          </p:nvSpPr>
          <p:spPr>
            <a:xfrm>
              <a:off x="4787425" y="2352625"/>
              <a:ext cx="10500" cy="9125"/>
            </a:xfrm>
            <a:custGeom>
              <a:rect l="l" t="t" r="r" b="b"/>
              <a:pathLst>
                <a:path w="420" h="365" extrusionOk="0">
                  <a:moveTo>
                    <a:pt x="239" y="0"/>
                  </a:moveTo>
                  <a:cubicBezTo>
                    <a:pt x="80" y="0"/>
                    <a:pt x="1" y="195"/>
                    <a:pt x="116" y="310"/>
                  </a:cubicBezTo>
                  <a:cubicBezTo>
                    <a:pt x="152" y="348"/>
                    <a:pt x="196" y="365"/>
                    <a:pt x="240" y="365"/>
                  </a:cubicBezTo>
                  <a:cubicBezTo>
                    <a:pt x="331" y="365"/>
                    <a:pt x="419" y="292"/>
                    <a:pt x="419" y="181"/>
                  </a:cubicBezTo>
                  <a:cubicBezTo>
                    <a:pt x="419" y="87"/>
                    <a:pt x="340" y="0"/>
                    <a:pt x="239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66" name="Google Shape;1866;p55"/>
            <p:cNvSpPr/>
            <p:nvPr/>
          </p:nvSpPr>
          <p:spPr>
            <a:xfrm>
              <a:off x="4809250" y="2352625"/>
              <a:ext cx="9050" cy="9025"/>
            </a:xfrm>
            <a:custGeom>
              <a:rect l="l" t="t" r="r" b="b"/>
              <a:pathLst>
                <a:path w="362" h="361" extrusionOk="0">
                  <a:moveTo>
                    <a:pt x="181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81" y="361"/>
                  </a:cubicBezTo>
                  <a:cubicBezTo>
                    <a:pt x="282" y="361"/>
                    <a:pt x="361" y="281"/>
                    <a:pt x="361" y="181"/>
                  </a:cubicBezTo>
                  <a:cubicBezTo>
                    <a:pt x="361" y="87"/>
                    <a:pt x="282" y="0"/>
                    <a:pt x="18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67" name="Google Shape;1867;p55"/>
            <p:cNvSpPr/>
            <p:nvPr/>
          </p:nvSpPr>
          <p:spPr>
            <a:xfrm>
              <a:off x="4829625" y="2352625"/>
              <a:ext cx="9050" cy="9025"/>
            </a:xfrm>
            <a:custGeom>
              <a:rect l="l" t="t" r="r" b="b"/>
              <a:pathLst>
                <a:path w="362" h="361" extrusionOk="0">
                  <a:moveTo>
                    <a:pt x="181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81" y="361"/>
                  </a:cubicBezTo>
                  <a:cubicBezTo>
                    <a:pt x="282" y="361"/>
                    <a:pt x="361" y="281"/>
                    <a:pt x="361" y="181"/>
                  </a:cubicBezTo>
                  <a:cubicBezTo>
                    <a:pt x="361" y="87"/>
                    <a:pt x="282" y="0"/>
                    <a:pt x="18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68" name="Google Shape;1868;p55"/>
            <p:cNvSpPr/>
            <p:nvPr/>
          </p:nvSpPr>
          <p:spPr>
            <a:xfrm>
              <a:off x="4777350" y="2363250"/>
              <a:ext cx="10650" cy="9025"/>
            </a:xfrm>
            <a:custGeom>
              <a:rect l="l" t="t" r="r" b="b"/>
              <a:pathLst>
                <a:path w="426" h="361" extrusionOk="0">
                  <a:moveTo>
                    <a:pt x="245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2" y="345"/>
                    <a:pt x="197" y="361"/>
                    <a:pt x="241" y="361"/>
                  </a:cubicBezTo>
                  <a:cubicBezTo>
                    <a:pt x="335" y="361"/>
                    <a:pt x="426" y="289"/>
                    <a:pt x="426" y="181"/>
                  </a:cubicBezTo>
                  <a:cubicBezTo>
                    <a:pt x="426" y="80"/>
                    <a:pt x="339" y="1"/>
                    <a:pt x="245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69" name="Google Shape;1869;p55"/>
            <p:cNvSpPr/>
            <p:nvPr/>
          </p:nvSpPr>
          <p:spPr>
            <a:xfrm>
              <a:off x="4797725" y="2363250"/>
              <a:ext cx="10475" cy="9025"/>
            </a:xfrm>
            <a:custGeom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0" y="345"/>
                    <a:pt x="193" y="361"/>
                    <a:pt x="236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70" name="Google Shape;1870;p55"/>
            <p:cNvSpPr/>
            <p:nvPr/>
          </p:nvSpPr>
          <p:spPr>
            <a:xfrm>
              <a:off x="4818100" y="2363250"/>
              <a:ext cx="10475" cy="9025"/>
            </a:xfrm>
            <a:custGeom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0" y="345"/>
                    <a:pt x="193" y="361"/>
                    <a:pt x="236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71" name="Google Shape;1871;p55"/>
            <p:cNvSpPr/>
            <p:nvPr/>
          </p:nvSpPr>
          <p:spPr>
            <a:xfrm>
              <a:off x="4838475" y="2363250"/>
              <a:ext cx="10475" cy="9025"/>
            </a:xfrm>
            <a:custGeom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08" y="311"/>
                  </a:cubicBezTo>
                  <a:cubicBezTo>
                    <a:pt x="145" y="345"/>
                    <a:pt x="190" y="361"/>
                    <a:pt x="233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72" name="Google Shape;1872;p55"/>
            <p:cNvSpPr/>
            <p:nvPr/>
          </p:nvSpPr>
          <p:spPr>
            <a:xfrm>
              <a:off x="4768675" y="2374075"/>
              <a:ext cx="8875" cy="9050"/>
            </a:xfrm>
            <a:custGeom>
              <a:rect l="l" t="t" r="r" b="b"/>
              <a:pathLst>
                <a:path w="355" h="362" extrusionOk="0">
                  <a:moveTo>
                    <a:pt x="174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74" y="361"/>
                  </a:cubicBezTo>
                  <a:cubicBezTo>
                    <a:pt x="275" y="361"/>
                    <a:pt x="354" y="282"/>
                    <a:pt x="354" y="181"/>
                  </a:cubicBezTo>
                  <a:cubicBezTo>
                    <a:pt x="354" y="80"/>
                    <a:pt x="275" y="0"/>
                    <a:pt x="174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73" name="Google Shape;1873;p55"/>
            <p:cNvSpPr/>
            <p:nvPr/>
          </p:nvSpPr>
          <p:spPr>
            <a:xfrm>
              <a:off x="4787425" y="2374075"/>
              <a:ext cx="10500" cy="9150"/>
            </a:xfrm>
            <a:custGeom>
              <a:rect l="l" t="t" r="r" b="b"/>
              <a:pathLst>
                <a:path w="420" h="366" extrusionOk="0">
                  <a:moveTo>
                    <a:pt x="239" y="0"/>
                  </a:moveTo>
                  <a:cubicBezTo>
                    <a:pt x="80" y="0"/>
                    <a:pt x="1" y="195"/>
                    <a:pt x="116" y="311"/>
                  </a:cubicBezTo>
                  <a:cubicBezTo>
                    <a:pt x="152" y="348"/>
                    <a:pt x="196" y="365"/>
                    <a:pt x="240" y="365"/>
                  </a:cubicBezTo>
                  <a:cubicBezTo>
                    <a:pt x="331" y="365"/>
                    <a:pt x="419" y="293"/>
                    <a:pt x="419" y="181"/>
                  </a:cubicBezTo>
                  <a:cubicBezTo>
                    <a:pt x="419" y="80"/>
                    <a:pt x="340" y="0"/>
                    <a:pt x="239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74" name="Google Shape;1874;p55"/>
            <p:cNvSpPr/>
            <p:nvPr/>
          </p:nvSpPr>
          <p:spPr>
            <a:xfrm>
              <a:off x="4809250" y="2374075"/>
              <a:ext cx="9050" cy="9050"/>
            </a:xfrm>
            <a:custGeom>
              <a:rect l="l" t="t" r="r" b="b"/>
              <a:pathLst>
                <a:path w="362" h="362" extrusionOk="0">
                  <a:moveTo>
                    <a:pt x="181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81" y="361"/>
                  </a:cubicBezTo>
                  <a:cubicBezTo>
                    <a:pt x="282" y="361"/>
                    <a:pt x="361" y="282"/>
                    <a:pt x="361" y="181"/>
                  </a:cubicBezTo>
                  <a:cubicBezTo>
                    <a:pt x="361" y="80"/>
                    <a:pt x="282" y="0"/>
                    <a:pt x="18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75" name="Google Shape;1875;p55"/>
            <p:cNvSpPr/>
            <p:nvPr/>
          </p:nvSpPr>
          <p:spPr>
            <a:xfrm>
              <a:off x="4829625" y="2374075"/>
              <a:ext cx="9050" cy="9050"/>
            </a:xfrm>
            <a:custGeom>
              <a:rect l="l" t="t" r="r" b="b"/>
              <a:pathLst>
                <a:path w="362" h="362" extrusionOk="0">
                  <a:moveTo>
                    <a:pt x="181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81" y="361"/>
                  </a:cubicBezTo>
                  <a:cubicBezTo>
                    <a:pt x="282" y="361"/>
                    <a:pt x="361" y="282"/>
                    <a:pt x="361" y="181"/>
                  </a:cubicBezTo>
                  <a:cubicBezTo>
                    <a:pt x="361" y="80"/>
                    <a:pt x="282" y="0"/>
                    <a:pt x="18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76" name="Google Shape;1876;p55"/>
            <p:cNvSpPr/>
            <p:nvPr/>
          </p:nvSpPr>
          <p:spPr>
            <a:xfrm>
              <a:off x="4756975" y="2384725"/>
              <a:ext cx="10650" cy="9000"/>
            </a:xfrm>
            <a:custGeom>
              <a:rect l="l" t="t" r="r" b="b"/>
              <a:pathLst>
                <a:path w="426" h="360" extrusionOk="0">
                  <a:moveTo>
                    <a:pt x="245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2" y="344"/>
                    <a:pt x="197" y="360"/>
                    <a:pt x="241" y="360"/>
                  </a:cubicBezTo>
                  <a:cubicBezTo>
                    <a:pt x="335" y="360"/>
                    <a:pt x="426" y="289"/>
                    <a:pt x="426" y="180"/>
                  </a:cubicBezTo>
                  <a:cubicBezTo>
                    <a:pt x="426" y="79"/>
                    <a:pt x="346" y="0"/>
                    <a:pt x="245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77" name="Google Shape;1877;p55"/>
            <p:cNvSpPr/>
            <p:nvPr/>
          </p:nvSpPr>
          <p:spPr>
            <a:xfrm>
              <a:off x="4777350" y="2384725"/>
              <a:ext cx="10650" cy="9000"/>
            </a:xfrm>
            <a:custGeom>
              <a:rect l="l" t="t" r="r" b="b"/>
              <a:pathLst>
                <a:path w="426" h="360" extrusionOk="0">
                  <a:moveTo>
                    <a:pt x="245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2" y="344"/>
                    <a:pt x="197" y="360"/>
                    <a:pt x="241" y="360"/>
                  </a:cubicBezTo>
                  <a:cubicBezTo>
                    <a:pt x="335" y="360"/>
                    <a:pt x="426" y="289"/>
                    <a:pt x="426" y="180"/>
                  </a:cubicBezTo>
                  <a:cubicBezTo>
                    <a:pt x="426" y="79"/>
                    <a:pt x="339" y="0"/>
                    <a:pt x="245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78" name="Google Shape;1878;p55"/>
            <p:cNvSpPr/>
            <p:nvPr/>
          </p:nvSpPr>
          <p:spPr>
            <a:xfrm>
              <a:off x="4797725" y="2384725"/>
              <a:ext cx="10475" cy="9000"/>
            </a:xfrm>
            <a:custGeom>
              <a:rect l="l" t="t" r="r" b="b"/>
              <a:pathLst>
                <a:path w="419" h="360" extrusionOk="0">
                  <a:moveTo>
                    <a:pt x="238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0" y="344"/>
                    <a:pt x="193" y="360"/>
                    <a:pt x="236" y="360"/>
                  </a:cubicBezTo>
                  <a:cubicBezTo>
                    <a:pt x="328" y="360"/>
                    <a:pt x="418" y="289"/>
                    <a:pt x="418" y="180"/>
                  </a:cubicBezTo>
                  <a:cubicBezTo>
                    <a:pt x="418" y="79"/>
                    <a:pt x="339" y="0"/>
                    <a:pt x="23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79" name="Google Shape;1879;p55"/>
            <p:cNvSpPr/>
            <p:nvPr/>
          </p:nvSpPr>
          <p:spPr>
            <a:xfrm>
              <a:off x="4818100" y="2384725"/>
              <a:ext cx="10475" cy="9000"/>
            </a:xfrm>
            <a:custGeom>
              <a:rect l="l" t="t" r="r" b="b"/>
              <a:pathLst>
                <a:path w="419" h="360" extrusionOk="0">
                  <a:moveTo>
                    <a:pt x="238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0" y="344"/>
                    <a:pt x="193" y="360"/>
                    <a:pt x="236" y="360"/>
                  </a:cubicBezTo>
                  <a:cubicBezTo>
                    <a:pt x="328" y="360"/>
                    <a:pt x="418" y="289"/>
                    <a:pt x="418" y="180"/>
                  </a:cubicBezTo>
                  <a:cubicBezTo>
                    <a:pt x="418" y="79"/>
                    <a:pt x="339" y="0"/>
                    <a:pt x="23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880" name="Google Shape;1880;p55"/>
          <p:cNvGrpSpPr/>
          <p:nvPr/>
        </p:nvGrpSpPr>
        <p:grpSpPr>
          <a:xfrm>
            <a:off x="7693626" y="4196920"/>
            <a:ext cx="212497" cy="175761"/>
            <a:chOff x="4943575" y="2516350"/>
            <a:chExt cx="98675" cy="81700"/>
          </a:xfrm>
        </p:grpSpPr>
        <p:sp>
          <p:nvSpPr>
            <p:cNvPr id="1881" name="Google Shape;1881;p55"/>
            <p:cNvSpPr/>
            <p:nvPr/>
          </p:nvSpPr>
          <p:spPr>
            <a:xfrm>
              <a:off x="5036450" y="2554750"/>
              <a:ext cx="5800" cy="4825"/>
            </a:xfrm>
            <a:custGeom>
              <a:rect l="l" t="t" r="r" b="b"/>
              <a:pathLst>
                <a:path w="231" h="193" extrusionOk="0">
                  <a:moveTo>
                    <a:pt x="130" y="0"/>
                  </a:moveTo>
                  <a:cubicBezTo>
                    <a:pt x="51" y="0"/>
                    <a:pt x="0" y="101"/>
                    <a:pt x="65" y="166"/>
                  </a:cubicBezTo>
                  <a:cubicBezTo>
                    <a:pt x="83" y="184"/>
                    <a:pt x="106" y="192"/>
                    <a:pt x="129" y="192"/>
                  </a:cubicBezTo>
                  <a:cubicBezTo>
                    <a:pt x="179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82" name="Google Shape;1882;p55"/>
            <p:cNvSpPr/>
            <p:nvPr/>
          </p:nvSpPr>
          <p:spPr>
            <a:xfrm>
              <a:off x="5028150" y="2547175"/>
              <a:ext cx="5625" cy="4725"/>
            </a:xfrm>
            <a:custGeom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83" name="Google Shape;1883;p55"/>
            <p:cNvSpPr/>
            <p:nvPr/>
          </p:nvSpPr>
          <p:spPr>
            <a:xfrm>
              <a:off x="5028150" y="2554750"/>
              <a:ext cx="5625" cy="4825"/>
            </a:xfrm>
            <a:custGeom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6" y="184"/>
                    <a:pt x="99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84" name="Google Shape;1884;p55"/>
            <p:cNvSpPr/>
            <p:nvPr/>
          </p:nvSpPr>
          <p:spPr>
            <a:xfrm>
              <a:off x="5028150" y="2562500"/>
              <a:ext cx="5625" cy="4800"/>
            </a:xfrm>
            <a:custGeom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85" name="Google Shape;1885;p55"/>
            <p:cNvSpPr/>
            <p:nvPr/>
          </p:nvSpPr>
          <p:spPr>
            <a:xfrm>
              <a:off x="5019725" y="2539400"/>
              <a:ext cx="5575" cy="4750"/>
            </a:xfrm>
            <a:custGeom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86" name="Google Shape;1886;p55"/>
            <p:cNvSpPr/>
            <p:nvPr/>
          </p:nvSpPr>
          <p:spPr>
            <a:xfrm>
              <a:off x="5019675" y="2547175"/>
              <a:ext cx="5625" cy="4725"/>
            </a:xfrm>
            <a:custGeom>
              <a:rect l="l" t="t" r="r" b="b"/>
              <a:pathLst>
                <a:path w="225" h="189" extrusionOk="0">
                  <a:moveTo>
                    <a:pt x="130" y="0"/>
                  </a:moveTo>
                  <a:cubicBezTo>
                    <a:pt x="44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87" name="Google Shape;1887;p55"/>
            <p:cNvSpPr/>
            <p:nvPr/>
          </p:nvSpPr>
          <p:spPr>
            <a:xfrm>
              <a:off x="5019675" y="2554750"/>
              <a:ext cx="5625" cy="4825"/>
            </a:xfrm>
            <a:custGeom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9" y="184"/>
                    <a:pt x="102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88" name="Google Shape;1888;p55"/>
            <p:cNvSpPr/>
            <p:nvPr/>
          </p:nvSpPr>
          <p:spPr>
            <a:xfrm>
              <a:off x="5019675" y="2562500"/>
              <a:ext cx="5625" cy="4800"/>
            </a:xfrm>
            <a:custGeom>
              <a:rect l="l" t="t" r="r" b="b"/>
              <a:pathLst>
                <a:path w="225" h="192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89" name="Google Shape;1889;p55"/>
            <p:cNvSpPr/>
            <p:nvPr/>
          </p:nvSpPr>
          <p:spPr>
            <a:xfrm>
              <a:off x="5019725" y="2570225"/>
              <a:ext cx="5575" cy="4750"/>
            </a:xfrm>
            <a:custGeom>
              <a:rect l="l" t="t" r="r" b="b"/>
              <a:pathLst>
                <a:path w="223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5" y="41"/>
                    <a:pt x="184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90" name="Google Shape;1890;p55"/>
            <p:cNvSpPr/>
            <p:nvPr/>
          </p:nvSpPr>
          <p:spPr>
            <a:xfrm>
              <a:off x="5011200" y="2531675"/>
              <a:ext cx="5750" cy="4900"/>
            </a:xfrm>
            <a:custGeom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91" name="Google Shape;1891;p55"/>
            <p:cNvSpPr/>
            <p:nvPr/>
          </p:nvSpPr>
          <p:spPr>
            <a:xfrm>
              <a:off x="5011250" y="2539400"/>
              <a:ext cx="5575" cy="4750"/>
            </a:xfrm>
            <a:custGeom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92" name="Google Shape;1892;p55"/>
            <p:cNvSpPr/>
            <p:nvPr/>
          </p:nvSpPr>
          <p:spPr>
            <a:xfrm>
              <a:off x="5011200" y="2547175"/>
              <a:ext cx="5750" cy="4725"/>
            </a:xfrm>
            <a:custGeom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93" name="Google Shape;1893;p55"/>
            <p:cNvSpPr/>
            <p:nvPr/>
          </p:nvSpPr>
          <p:spPr>
            <a:xfrm>
              <a:off x="5011200" y="2554750"/>
              <a:ext cx="5625" cy="4825"/>
            </a:xfrm>
            <a:custGeom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94" name="Google Shape;1894;p55"/>
            <p:cNvSpPr/>
            <p:nvPr/>
          </p:nvSpPr>
          <p:spPr>
            <a:xfrm>
              <a:off x="5011200" y="2562500"/>
              <a:ext cx="5750" cy="4800"/>
            </a:xfrm>
            <a:custGeom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2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95" name="Google Shape;1895;p55"/>
            <p:cNvSpPr/>
            <p:nvPr/>
          </p:nvSpPr>
          <p:spPr>
            <a:xfrm>
              <a:off x="5011250" y="2570225"/>
              <a:ext cx="5700" cy="4750"/>
            </a:xfrm>
            <a:custGeom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96" name="Google Shape;1896;p55"/>
            <p:cNvSpPr/>
            <p:nvPr/>
          </p:nvSpPr>
          <p:spPr>
            <a:xfrm>
              <a:off x="5011200" y="2577825"/>
              <a:ext cx="5625" cy="4825"/>
            </a:xfrm>
            <a:custGeom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97" name="Google Shape;1897;p55"/>
            <p:cNvSpPr/>
            <p:nvPr/>
          </p:nvSpPr>
          <p:spPr>
            <a:xfrm>
              <a:off x="5002725" y="2524100"/>
              <a:ext cx="5750" cy="4775"/>
            </a:xfrm>
            <a:custGeom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98" name="Google Shape;1898;p55"/>
            <p:cNvSpPr/>
            <p:nvPr/>
          </p:nvSpPr>
          <p:spPr>
            <a:xfrm>
              <a:off x="5002725" y="2531675"/>
              <a:ext cx="5750" cy="4900"/>
            </a:xfrm>
            <a:custGeom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99" name="Google Shape;1899;p55"/>
            <p:cNvSpPr/>
            <p:nvPr/>
          </p:nvSpPr>
          <p:spPr>
            <a:xfrm>
              <a:off x="5002775" y="2539400"/>
              <a:ext cx="5575" cy="4750"/>
            </a:xfrm>
            <a:custGeom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00" name="Google Shape;1900;p55"/>
            <p:cNvSpPr/>
            <p:nvPr/>
          </p:nvSpPr>
          <p:spPr>
            <a:xfrm>
              <a:off x="5002725" y="2547175"/>
              <a:ext cx="5750" cy="4725"/>
            </a:xfrm>
            <a:custGeom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01" name="Google Shape;1901;p55"/>
            <p:cNvSpPr/>
            <p:nvPr/>
          </p:nvSpPr>
          <p:spPr>
            <a:xfrm>
              <a:off x="5002725" y="2554750"/>
              <a:ext cx="5625" cy="4825"/>
            </a:xfrm>
            <a:custGeom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02" name="Google Shape;1902;p55"/>
            <p:cNvSpPr/>
            <p:nvPr/>
          </p:nvSpPr>
          <p:spPr>
            <a:xfrm>
              <a:off x="5002725" y="2562500"/>
              <a:ext cx="5750" cy="4800"/>
            </a:xfrm>
            <a:custGeom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03" name="Google Shape;1903;p55"/>
            <p:cNvSpPr/>
            <p:nvPr/>
          </p:nvSpPr>
          <p:spPr>
            <a:xfrm>
              <a:off x="5002775" y="2570225"/>
              <a:ext cx="5700" cy="4750"/>
            </a:xfrm>
            <a:custGeom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04" name="Google Shape;1904;p55"/>
            <p:cNvSpPr/>
            <p:nvPr/>
          </p:nvSpPr>
          <p:spPr>
            <a:xfrm>
              <a:off x="5002725" y="2577825"/>
              <a:ext cx="5625" cy="4825"/>
            </a:xfrm>
            <a:custGeom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05" name="Google Shape;1905;p55"/>
            <p:cNvSpPr/>
            <p:nvPr/>
          </p:nvSpPr>
          <p:spPr>
            <a:xfrm>
              <a:off x="5002725" y="2585575"/>
              <a:ext cx="5750" cy="4800"/>
            </a:xfrm>
            <a:custGeom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06" name="Google Shape;1906;p55"/>
            <p:cNvSpPr/>
            <p:nvPr/>
          </p:nvSpPr>
          <p:spPr>
            <a:xfrm>
              <a:off x="4994250" y="2516350"/>
              <a:ext cx="5625" cy="4825"/>
            </a:xfrm>
            <a:custGeom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07" name="Google Shape;1907;p55"/>
            <p:cNvSpPr/>
            <p:nvPr/>
          </p:nvSpPr>
          <p:spPr>
            <a:xfrm>
              <a:off x="4994250" y="2524100"/>
              <a:ext cx="5750" cy="4775"/>
            </a:xfrm>
            <a:custGeom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08" name="Google Shape;1908;p55"/>
            <p:cNvSpPr/>
            <p:nvPr/>
          </p:nvSpPr>
          <p:spPr>
            <a:xfrm>
              <a:off x="4994250" y="2531675"/>
              <a:ext cx="5750" cy="4900"/>
            </a:xfrm>
            <a:custGeom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09" name="Google Shape;1909;p55"/>
            <p:cNvSpPr/>
            <p:nvPr/>
          </p:nvSpPr>
          <p:spPr>
            <a:xfrm>
              <a:off x="4994300" y="2539400"/>
              <a:ext cx="5575" cy="4750"/>
            </a:xfrm>
            <a:custGeom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10" name="Google Shape;1910;p55"/>
            <p:cNvSpPr/>
            <p:nvPr/>
          </p:nvSpPr>
          <p:spPr>
            <a:xfrm>
              <a:off x="4994250" y="2547175"/>
              <a:ext cx="5750" cy="4725"/>
            </a:xfrm>
            <a:custGeom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11" name="Google Shape;1911;p55"/>
            <p:cNvSpPr/>
            <p:nvPr/>
          </p:nvSpPr>
          <p:spPr>
            <a:xfrm>
              <a:off x="4994250" y="2554750"/>
              <a:ext cx="5625" cy="4825"/>
            </a:xfrm>
            <a:custGeom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12" name="Google Shape;1912;p55"/>
            <p:cNvSpPr/>
            <p:nvPr/>
          </p:nvSpPr>
          <p:spPr>
            <a:xfrm>
              <a:off x="4994250" y="2562500"/>
              <a:ext cx="5750" cy="4800"/>
            </a:xfrm>
            <a:custGeom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13" name="Google Shape;1913;p55"/>
            <p:cNvSpPr/>
            <p:nvPr/>
          </p:nvSpPr>
          <p:spPr>
            <a:xfrm>
              <a:off x="4994300" y="2570225"/>
              <a:ext cx="5700" cy="4750"/>
            </a:xfrm>
            <a:custGeom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14" name="Google Shape;1914;p55"/>
            <p:cNvSpPr/>
            <p:nvPr/>
          </p:nvSpPr>
          <p:spPr>
            <a:xfrm>
              <a:off x="4994250" y="2577825"/>
              <a:ext cx="5625" cy="4825"/>
            </a:xfrm>
            <a:custGeom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15" name="Google Shape;1915;p55"/>
            <p:cNvSpPr/>
            <p:nvPr/>
          </p:nvSpPr>
          <p:spPr>
            <a:xfrm>
              <a:off x="4994250" y="2585575"/>
              <a:ext cx="5750" cy="4800"/>
            </a:xfrm>
            <a:custGeom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16" name="Google Shape;1916;p55"/>
            <p:cNvSpPr/>
            <p:nvPr/>
          </p:nvSpPr>
          <p:spPr>
            <a:xfrm>
              <a:off x="4994250" y="2593150"/>
              <a:ext cx="5750" cy="4900"/>
            </a:xfrm>
            <a:custGeom>
              <a:rect l="l" t="t" r="r" b="b"/>
              <a:pathLst>
                <a:path w="230" h="196" extrusionOk="0">
                  <a:moveTo>
                    <a:pt x="130" y="1"/>
                  </a:moveTo>
                  <a:cubicBezTo>
                    <a:pt x="44" y="1"/>
                    <a:pt x="1" y="109"/>
                    <a:pt x="65" y="166"/>
                  </a:cubicBezTo>
                  <a:cubicBezTo>
                    <a:pt x="84" y="187"/>
                    <a:pt x="107" y="196"/>
                    <a:pt x="130" y="196"/>
                  </a:cubicBezTo>
                  <a:cubicBezTo>
                    <a:pt x="180" y="196"/>
                    <a:pt x="229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17" name="Google Shape;1917;p55"/>
            <p:cNvSpPr/>
            <p:nvPr/>
          </p:nvSpPr>
          <p:spPr>
            <a:xfrm>
              <a:off x="4985775" y="2531675"/>
              <a:ext cx="5750" cy="4900"/>
            </a:xfrm>
            <a:custGeom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18" name="Google Shape;1918;p55"/>
            <p:cNvSpPr/>
            <p:nvPr/>
          </p:nvSpPr>
          <p:spPr>
            <a:xfrm>
              <a:off x="4985825" y="2539400"/>
              <a:ext cx="5575" cy="4750"/>
            </a:xfrm>
            <a:custGeom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19" name="Google Shape;1919;p55"/>
            <p:cNvSpPr/>
            <p:nvPr/>
          </p:nvSpPr>
          <p:spPr>
            <a:xfrm>
              <a:off x="4985775" y="2547175"/>
              <a:ext cx="5750" cy="4725"/>
            </a:xfrm>
            <a:custGeom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20" name="Google Shape;1920;p55"/>
            <p:cNvSpPr/>
            <p:nvPr/>
          </p:nvSpPr>
          <p:spPr>
            <a:xfrm>
              <a:off x="4985775" y="2554750"/>
              <a:ext cx="5625" cy="4825"/>
            </a:xfrm>
            <a:custGeom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21" name="Google Shape;1921;p55"/>
            <p:cNvSpPr/>
            <p:nvPr/>
          </p:nvSpPr>
          <p:spPr>
            <a:xfrm>
              <a:off x="4985775" y="2562500"/>
              <a:ext cx="5750" cy="4800"/>
            </a:xfrm>
            <a:custGeom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22" name="Google Shape;1922;p55"/>
            <p:cNvSpPr/>
            <p:nvPr/>
          </p:nvSpPr>
          <p:spPr>
            <a:xfrm>
              <a:off x="4985825" y="2570225"/>
              <a:ext cx="5700" cy="4750"/>
            </a:xfrm>
            <a:custGeom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23" name="Google Shape;1923;p55"/>
            <p:cNvSpPr/>
            <p:nvPr/>
          </p:nvSpPr>
          <p:spPr>
            <a:xfrm>
              <a:off x="4985775" y="2577825"/>
              <a:ext cx="5625" cy="4825"/>
            </a:xfrm>
            <a:custGeom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24" name="Google Shape;1924;p55"/>
            <p:cNvSpPr/>
            <p:nvPr/>
          </p:nvSpPr>
          <p:spPr>
            <a:xfrm>
              <a:off x="4977300" y="2531675"/>
              <a:ext cx="5750" cy="4900"/>
            </a:xfrm>
            <a:custGeom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25" name="Google Shape;1925;p55"/>
            <p:cNvSpPr/>
            <p:nvPr/>
          </p:nvSpPr>
          <p:spPr>
            <a:xfrm>
              <a:off x="4977350" y="2539400"/>
              <a:ext cx="5575" cy="4750"/>
            </a:xfrm>
            <a:custGeom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26" name="Google Shape;1926;p55"/>
            <p:cNvSpPr/>
            <p:nvPr/>
          </p:nvSpPr>
          <p:spPr>
            <a:xfrm>
              <a:off x="4977300" y="2547175"/>
              <a:ext cx="5750" cy="4725"/>
            </a:xfrm>
            <a:custGeom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27" name="Google Shape;1927;p55"/>
            <p:cNvSpPr/>
            <p:nvPr/>
          </p:nvSpPr>
          <p:spPr>
            <a:xfrm>
              <a:off x="4977300" y="2554750"/>
              <a:ext cx="5625" cy="4825"/>
            </a:xfrm>
            <a:custGeom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28" name="Google Shape;1928;p55"/>
            <p:cNvSpPr/>
            <p:nvPr/>
          </p:nvSpPr>
          <p:spPr>
            <a:xfrm>
              <a:off x="4977300" y="2562500"/>
              <a:ext cx="5750" cy="4800"/>
            </a:xfrm>
            <a:custGeom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29" name="Google Shape;1929;p55"/>
            <p:cNvSpPr/>
            <p:nvPr/>
          </p:nvSpPr>
          <p:spPr>
            <a:xfrm>
              <a:off x="4977350" y="2570225"/>
              <a:ext cx="5700" cy="4750"/>
            </a:xfrm>
            <a:custGeom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30" name="Google Shape;1930;p55"/>
            <p:cNvSpPr/>
            <p:nvPr/>
          </p:nvSpPr>
          <p:spPr>
            <a:xfrm>
              <a:off x="4977300" y="2577825"/>
              <a:ext cx="5625" cy="4825"/>
            </a:xfrm>
            <a:custGeom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31" name="Google Shape;1931;p55"/>
            <p:cNvSpPr/>
            <p:nvPr/>
          </p:nvSpPr>
          <p:spPr>
            <a:xfrm>
              <a:off x="4968825" y="2531675"/>
              <a:ext cx="5750" cy="4900"/>
            </a:xfrm>
            <a:custGeom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32" name="Google Shape;1932;p55"/>
            <p:cNvSpPr/>
            <p:nvPr/>
          </p:nvSpPr>
          <p:spPr>
            <a:xfrm>
              <a:off x="4968875" y="2539400"/>
              <a:ext cx="5700" cy="4750"/>
            </a:xfrm>
            <a:custGeom>
              <a:rect l="l" t="t" r="r" b="b"/>
              <a:pathLst>
                <a:path w="228" h="190" extrusionOk="0">
                  <a:moveTo>
                    <a:pt x="121" y="1"/>
                  </a:moveTo>
                  <a:cubicBezTo>
                    <a:pt x="46" y="1"/>
                    <a:pt x="1" y="104"/>
                    <a:pt x="64" y="160"/>
                  </a:cubicBezTo>
                  <a:cubicBezTo>
                    <a:pt x="82" y="181"/>
                    <a:pt x="106" y="190"/>
                    <a:pt x="129" y="190"/>
                  </a:cubicBezTo>
                  <a:cubicBezTo>
                    <a:pt x="179" y="190"/>
                    <a:pt x="227" y="149"/>
                    <a:pt x="222" y="95"/>
                  </a:cubicBezTo>
                  <a:cubicBezTo>
                    <a:pt x="222" y="37"/>
                    <a:pt x="186" y="1"/>
                    <a:pt x="128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33" name="Google Shape;1933;p55"/>
            <p:cNvSpPr/>
            <p:nvPr/>
          </p:nvSpPr>
          <p:spPr>
            <a:xfrm>
              <a:off x="4968825" y="2547175"/>
              <a:ext cx="5750" cy="4725"/>
            </a:xfrm>
            <a:custGeom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34" name="Google Shape;1934;p55"/>
            <p:cNvSpPr/>
            <p:nvPr/>
          </p:nvSpPr>
          <p:spPr>
            <a:xfrm>
              <a:off x="4968825" y="2554750"/>
              <a:ext cx="5800" cy="4825"/>
            </a:xfrm>
            <a:custGeom>
              <a:rect l="l" t="t" r="r" b="b"/>
              <a:pathLst>
                <a:path w="231" h="193" extrusionOk="0">
                  <a:moveTo>
                    <a:pt x="130" y="0"/>
                  </a:moveTo>
                  <a:cubicBezTo>
                    <a:pt x="51" y="0"/>
                    <a:pt x="1" y="101"/>
                    <a:pt x="66" y="166"/>
                  </a:cubicBezTo>
                  <a:cubicBezTo>
                    <a:pt x="84" y="184"/>
                    <a:pt x="107" y="192"/>
                    <a:pt x="130" y="192"/>
                  </a:cubicBezTo>
                  <a:cubicBezTo>
                    <a:pt x="180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35" name="Google Shape;1935;p55"/>
            <p:cNvSpPr/>
            <p:nvPr/>
          </p:nvSpPr>
          <p:spPr>
            <a:xfrm>
              <a:off x="4968825" y="2562500"/>
              <a:ext cx="5750" cy="4800"/>
            </a:xfrm>
            <a:custGeom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36" name="Google Shape;1936;p55"/>
            <p:cNvSpPr/>
            <p:nvPr/>
          </p:nvSpPr>
          <p:spPr>
            <a:xfrm>
              <a:off x="4968875" y="2570225"/>
              <a:ext cx="5700" cy="4750"/>
            </a:xfrm>
            <a:custGeom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37" name="Google Shape;1937;p55"/>
            <p:cNvSpPr/>
            <p:nvPr/>
          </p:nvSpPr>
          <p:spPr>
            <a:xfrm>
              <a:off x="4968825" y="2577825"/>
              <a:ext cx="5800" cy="4825"/>
            </a:xfrm>
            <a:custGeom>
              <a:rect l="l" t="t" r="r" b="b"/>
              <a:pathLst>
                <a:path w="231" h="193" extrusionOk="0">
                  <a:moveTo>
                    <a:pt x="130" y="1"/>
                  </a:moveTo>
                  <a:cubicBezTo>
                    <a:pt x="51" y="1"/>
                    <a:pt x="1" y="101"/>
                    <a:pt x="66" y="166"/>
                  </a:cubicBezTo>
                  <a:cubicBezTo>
                    <a:pt x="84" y="185"/>
                    <a:pt x="107" y="193"/>
                    <a:pt x="130" y="193"/>
                  </a:cubicBezTo>
                  <a:cubicBezTo>
                    <a:pt x="180" y="193"/>
                    <a:pt x="229" y="154"/>
                    <a:pt x="224" y="94"/>
                  </a:cubicBezTo>
                  <a:cubicBezTo>
                    <a:pt x="231" y="44"/>
                    <a:pt x="188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38" name="Google Shape;1938;p55"/>
            <p:cNvSpPr/>
            <p:nvPr/>
          </p:nvSpPr>
          <p:spPr>
            <a:xfrm>
              <a:off x="4960525" y="2531675"/>
              <a:ext cx="5625" cy="4900"/>
            </a:xfrm>
            <a:custGeom>
              <a:rect l="l" t="t" r="r" b="b"/>
              <a:pathLst>
                <a:path w="225" h="196" extrusionOk="0">
                  <a:moveTo>
                    <a:pt x="123" y="0"/>
                  </a:moveTo>
                  <a:cubicBezTo>
                    <a:pt x="37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39" name="Google Shape;1939;p55"/>
            <p:cNvSpPr/>
            <p:nvPr/>
          </p:nvSpPr>
          <p:spPr>
            <a:xfrm>
              <a:off x="4960575" y="2539400"/>
              <a:ext cx="5575" cy="4750"/>
            </a:xfrm>
            <a:custGeom>
              <a:rect l="l" t="t" r="r" b="b"/>
              <a:pathLst>
                <a:path w="223" h="190" extrusionOk="0">
                  <a:moveTo>
                    <a:pt x="114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5" y="181"/>
                    <a:pt x="99" y="190"/>
                    <a:pt x="122" y="190"/>
                  </a:cubicBezTo>
                  <a:cubicBezTo>
                    <a:pt x="172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1" y="1"/>
                  </a:cubicBezTo>
                  <a:cubicBezTo>
                    <a:pt x="119" y="1"/>
                    <a:pt x="116" y="1"/>
                    <a:pt x="114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40" name="Google Shape;1940;p55"/>
            <p:cNvSpPr/>
            <p:nvPr/>
          </p:nvSpPr>
          <p:spPr>
            <a:xfrm>
              <a:off x="4960525" y="2547175"/>
              <a:ext cx="5625" cy="4725"/>
            </a:xfrm>
            <a:custGeom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41" name="Google Shape;1941;p55"/>
            <p:cNvSpPr/>
            <p:nvPr/>
          </p:nvSpPr>
          <p:spPr>
            <a:xfrm>
              <a:off x="4960525" y="2554750"/>
              <a:ext cx="5625" cy="4825"/>
            </a:xfrm>
            <a:custGeom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7" y="184"/>
                    <a:pt x="100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42" name="Google Shape;1942;p55"/>
            <p:cNvSpPr/>
            <p:nvPr/>
          </p:nvSpPr>
          <p:spPr>
            <a:xfrm>
              <a:off x="4960525" y="2562500"/>
              <a:ext cx="5625" cy="4800"/>
            </a:xfrm>
            <a:custGeom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43" name="Google Shape;1943;p55"/>
            <p:cNvSpPr/>
            <p:nvPr/>
          </p:nvSpPr>
          <p:spPr>
            <a:xfrm>
              <a:off x="4960575" y="2570225"/>
              <a:ext cx="5575" cy="4750"/>
            </a:xfrm>
            <a:custGeom>
              <a:rect l="l" t="t" r="r" b="b"/>
              <a:pathLst>
                <a:path w="223" h="190" extrusionOk="0">
                  <a:moveTo>
                    <a:pt x="134" y="1"/>
                  </a:moveTo>
                  <a:cubicBezTo>
                    <a:pt x="130" y="1"/>
                    <a:pt x="126" y="1"/>
                    <a:pt x="121" y="2"/>
                  </a:cubicBezTo>
                  <a:cubicBezTo>
                    <a:pt x="119" y="1"/>
                    <a:pt x="116" y="1"/>
                    <a:pt x="113" y="1"/>
                  </a:cubicBezTo>
                  <a:cubicBezTo>
                    <a:pt x="33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34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44" name="Google Shape;1944;p55"/>
            <p:cNvSpPr/>
            <p:nvPr/>
          </p:nvSpPr>
          <p:spPr>
            <a:xfrm>
              <a:off x="4960525" y="2577825"/>
              <a:ext cx="5625" cy="4825"/>
            </a:xfrm>
            <a:custGeom>
              <a:rect l="l" t="t" r="r" b="b"/>
              <a:pathLst>
                <a:path w="225" h="193" extrusionOk="0">
                  <a:moveTo>
                    <a:pt x="123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7" y="185"/>
                    <a:pt x="100" y="193"/>
                    <a:pt x="123" y="193"/>
                  </a:cubicBezTo>
                  <a:cubicBezTo>
                    <a:pt x="173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23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45" name="Google Shape;1945;p55"/>
            <p:cNvSpPr/>
            <p:nvPr/>
          </p:nvSpPr>
          <p:spPr>
            <a:xfrm>
              <a:off x="4952050" y="2531675"/>
              <a:ext cx="5625" cy="4900"/>
            </a:xfrm>
            <a:custGeom>
              <a:rect l="l" t="t" r="r" b="b"/>
              <a:pathLst>
                <a:path w="225" h="196" extrusionOk="0">
                  <a:moveTo>
                    <a:pt x="131" y="0"/>
                  </a:moveTo>
                  <a:cubicBezTo>
                    <a:pt x="44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46" name="Google Shape;1946;p55"/>
            <p:cNvSpPr/>
            <p:nvPr/>
          </p:nvSpPr>
          <p:spPr>
            <a:xfrm>
              <a:off x="4952100" y="2539400"/>
              <a:ext cx="5575" cy="4750"/>
            </a:xfrm>
            <a:custGeom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47" name="Google Shape;1947;p55"/>
            <p:cNvSpPr/>
            <p:nvPr/>
          </p:nvSpPr>
          <p:spPr>
            <a:xfrm>
              <a:off x="4952050" y="2547175"/>
              <a:ext cx="5625" cy="4725"/>
            </a:xfrm>
            <a:custGeom>
              <a:rect l="l" t="t" r="r" b="b"/>
              <a:pathLst>
                <a:path w="225" h="189" extrusionOk="0">
                  <a:moveTo>
                    <a:pt x="131" y="0"/>
                  </a:moveTo>
                  <a:cubicBezTo>
                    <a:pt x="44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48" name="Google Shape;1948;p55"/>
            <p:cNvSpPr/>
            <p:nvPr/>
          </p:nvSpPr>
          <p:spPr>
            <a:xfrm>
              <a:off x="4952050" y="2554750"/>
              <a:ext cx="5625" cy="4825"/>
            </a:xfrm>
            <a:custGeom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49" name="Google Shape;1949;p55"/>
            <p:cNvSpPr/>
            <p:nvPr/>
          </p:nvSpPr>
          <p:spPr>
            <a:xfrm>
              <a:off x="4952050" y="2562500"/>
              <a:ext cx="5625" cy="4800"/>
            </a:xfrm>
            <a:custGeom>
              <a:rect l="l" t="t" r="r" b="b"/>
              <a:pathLst>
                <a:path w="225" h="192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50" name="Google Shape;1950;p55"/>
            <p:cNvSpPr/>
            <p:nvPr/>
          </p:nvSpPr>
          <p:spPr>
            <a:xfrm>
              <a:off x="4952100" y="2570225"/>
              <a:ext cx="5575" cy="4750"/>
            </a:xfrm>
            <a:custGeom>
              <a:rect l="l" t="t" r="r" b="b"/>
              <a:pathLst>
                <a:path w="223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4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51" name="Google Shape;1951;p55"/>
            <p:cNvSpPr/>
            <p:nvPr/>
          </p:nvSpPr>
          <p:spPr>
            <a:xfrm>
              <a:off x="4952050" y="2577825"/>
              <a:ext cx="5625" cy="4825"/>
            </a:xfrm>
            <a:custGeom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52" name="Google Shape;1952;p55"/>
            <p:cNvSpPr/>
            <p:nvPr/>
          </p:nvSpPr>
          <p:spPr>
            <a:xfrm>
              <a:off x="4943575" y="2531675"/>
              <a:ext cx="5750" cy="4900"/>
            </a:xfrm>
            <a:custGeom>
              <a:rect l="l" t="t" r="r" b="b"/>
              <a:pathLst>
                <a:path w="230" h="196" extrusionOk="0">
                  <a:moveTo>
                    <a:pt x="131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53" name="Google Shape;1953;p55"/>
            <p:cNvSpPr/>
            <p:nvPr/>
          </p:nvSpPr>
          <p:spPr>
            <a:xfrm>
              <a:off x="4943625" y="2539400"/>
              <a:ext cx="5575" cy="4750"/>
            </a:xfrm>
            <a:custGeom>
              <a:rect l="l" t="t" r="r" b="b"/>
              <a:pathLst>
                <a:path w="223" h="190" extrusionOk="0">
                  <a:moveTo>
                    <a:pt x="121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54" name="Google Shape;1954;p55"/>
            <p:cNvSpPr/>
            <p:nvPr/>
          </p:nvSpPr>
          <p:spPr>
            <a:xfrm>
              <a:off x="4943575" y="2547175"/>
              <a:ext cx="5750" cy="4725"/>
            </a:xfrm>
            <a:custGeom>
              <a:rect l="l" t="t" r="r" b="b"/>
              <a:pathLst>
                <a:path w="230" h="189" extrusionOk="0">
                  <a:moveTo>
                    <a:pt x="131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55" name="Google Shape;1955;p55"/>
            <p:cNvSpPr/>
            <p:nvPr/>
          </p:nvSpPr>
          <p:spPr>
            <a:xfrm>
              <a:off x="4943575" y="2554750"/>
              <a:ext cx="5625" cy="4825"/>
            </a:xfrm>
            <a:custGeom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56" name="Google Shape;1956;p55"/>
            <p:cNvSpPr/>
            <p:nvPr/>
          </p:nvSpPr>
          <p:spPr>
            <a:xfrm>
              <a:off x="4943575" y="2562500"/>
              <a:ext cx="5750" cy="4800"/>
            </a:xfrm>
            <a:custGeom>
              <a:rect l="l" t="t" r="r" b="b"/>
              <a:pathLst>
                <a:path w="230" h="192" extrusionOk="0">
                  <a:moveTo>
                    <a:pt x="131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30" y="148"/>
                    <a:pt x="224" y="87"/>
                  </a:cubicBezTo>
                  <a:cubicBezTo>
                    <a:pt x="224" y="37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57" name="Google Shape;1957;p55"/>
            <p:cNvSpPr/>
            <p:nvPr/>
          </p:nvSpPr>
          <p:spPr>
            <a:xfrm>
              <a:off x="4943625" y="2570225"/>
              <a:ext cx="5700" cy="4750"/>
            </a:xfrm>
            <a:custGeom>
              <a:rect l="l" t="t" r="r" b="b"/>
              <a:pathLst>
                <a:path w="228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1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4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58" name="Google Shape;1958;p55"/>
            <p:cNvSpPr/>
            <p:nvPr/>
          </p:nvSpPr>
          <p:spPr>
            <a:xfrm>
              <a:off x="4943575" y="2577825"/>
              <a:ext cx="5625" cy="4825"/>
            </a:xfrm>
            <a:custGeom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959" name="Google Shape;1959;p55"/>
          <p:cNvSpPr/>
          <p:nvPr/>
        </p:nvSpPr>
        <p:spPr>
          <a:xfrm>
            <a:off x="7709169" y="3426066"/>
            <a:ext cx="174337" cy="174337"/>
          </a:xfrm>
          <a:custGeom>
            <a:rect l="l" t="t" r="r" b="b"/>
            <a:pathLst>
              <a:path w="208162" h="208162" extrusionOk="0">
                <a:moveTo>
                  <a:pt x="79632" y="48546"/>
                </a:moveTo>
                <a:cubicBezTo>
                  <a:pt x="80399" y="48546"/>
                  <a:pt x="81191" y="48783"/>
                  <a:pt x="81877" y="49126"/>
                </a:cubicBezTo>
                <a:lnTo>
                  <a:pt x="158203" y="101306"/>
                </a:lnTo>
                <a:cubicBezTo>
                  <a:pt x="159036" y="101861"/>
                  <a:pt x="159591" y="102971"/>
                  <a:pt x="159591" y="104081"/>
                </a:cubicBezTo>
                <a:cubicBezTo>
                  <a:pt x="159591" y="105191"/>
                  <a:pt x="159036" y="106302"/>
                  <a:pt x="158203" y="106857"/>
                </a:cubicBezTo>
                <a:lnTo>
                  <a:pt x="81877" y="159036"/>
                </a:lnTo>
                <a:cubicBezTo>
                  <a:pt x="81045" y="159314"/>
                  <a:pt x="80489" y="159591"/>
                  <a:pt x="79934" y="159591"/>
                </a:cubicBezTo>
                <a:cubicBezTo>
                  <a:pt x="79379" y="159591"/>
                  <a:pt x="78547" y="159591"/>
                  <a:pt x="78269" y="159314"/>
                </a:cubicBezTo>
                <a:cubicBezTo>
                  <a:pt x="77159" y="158481"/>
                  <a:pt x="76326" y="157371"/>
                  <a:pt x="76326" y="156260"/>
                </a:cubicBezTo>
                <a:lnTo>
                  <a:pt x="76326" y="52179"/>
                </a:lnTo>
                <a:cubicBezTo>
                  <a:pt x="76326" y="50792"/>
                  <a:pt x="77159" y="49681"/>
                  <a:pt x="78269" y="48849"/>
                </a:cubicBezTo>
                <a:cubicBezTo>
                  <a:pt x="78693" y="48637"/>
                  <a:pt x="79158" y="48546"/>
                  <a:pt x="79632" y="48546"/>
                </a:cubicBezTo>
                <a:close/>
                <a:moveTo>
                  <a:pt x="104081" y="0"/>
                </a:moveTo>
                <a:cubicBezTo>
                  <a:pt x="46628" y="0"/>
                  <a:pt x="0" y="46628"/>
                  <a:pt x="0" y="104081"/>
                </a:cubicBezTo>
                <a:cubicBezTo>
                  <a:pt x="0" y="161534"/>
                  <a:pt x="46628" y="208162"/>
                  <a:pt x="104081" y="208162"/>
                </a:cubicBezTo>
                <a:cubicBezTo>
                  <a:pt x="161534" y="208162"/>
                  <a:pt x="208162" y="161534"/>
                  <a:pt x="208162" y="104081"/>
                </a:cubicBezTo>
                <a:cubicBezTo>
                  <a:pt x="208162" y="46628"/>
                  <a:pt x="161534" y="0"/>
                  <a:pt x="104081" y="0"/>
                </a:cubicBez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60" name="Google Shape;1960;p55"/>
          <p:cNvSpPr/>
          <p:nvPr/>
        </p:nvSpPr>
        <p:spPr>
          <a:xfrm>
            <a:off x="8025426" y="3454885"/>
            <a:ext cx="148500" cy="1167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869F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61" name="Google Shape;1961;p55"/>
          <p:cNvSpPr/>
          <p:nvPr/>
        </p:nvSpPr>
        <p:spPr>
          <a:xfrm>
            <a:off x="7127539" y="2775822"/>
            <a:ext cx="118200" cy="1182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62" name="Google Shape;1962;p55"/>
          <p:cNvSpPr/>
          <p:nvPr/>
        </p:nvSpPr>
        <p:spPr>
          <a:xfrm flipH="1">
            <a:off x="7434905" y="2775822"/>
            <a:ext cx="118200" cy="1182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216B23-25F3-AE28-5E2B-1FBF0EE11EE8}"/>
              </a:ext>
            </a:extLst>
          </p:cNvPr>
          <p:cNvSpPr txBox="1"/>
          <p:nvPr/>
        </p:nvSpPr>
        <p:spPr>
          <a:xfrm>
            <a:off x="708622" y="724882"/>
            <a:ext cx="773692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2400">
                <a:solidFill>
                  <a:schemeClr val="bg1"/>
                </a:solidFill>
              </a:rPr>
              <a:t>Используйте редактируемые графические ресурсы...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</vt:lpstr>
      <vt:lpstr>Proxima Nova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2026-08-02T20:29:46.640</cp:lastPrinted>
  <dcterms:created xsi:type="dcterms:W3CDTF">2026-08-02T20:29:46Z</dcterms:created>
  <dcterms:modified xsi:type="dcterms:W3CDTF">2026-08-02T20:29:46Z</dcterms:modified>
</cp:coreProperties>
</file>