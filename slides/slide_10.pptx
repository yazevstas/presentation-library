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1858B03B-B4F3-4857-865B-DD344EB354F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49"/>
        <p:cNvGrpSpPr/>
        <p:nvPr/>
      </p:nvGrpSpPr>
      <p:grpSpPr>
        <a:xfrm>
          <a:off x="0" y="0"/>
          <a:ext cx="0" cy="0"/>
        </a:xfrm>
      </p:grpSpPr>
      <p:sp>
        <p:nvSpPr>
          <p:cNvPr id="950" name="Google Shape;950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896B90E-AA38-461B-A2C8-4E38668E000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070F437-986A-4BBD-8EEB-1D6A21D27EA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7EB1A49-CABB-445C-B94A-726E56036E2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483F8CA-911A-4B02-9814-C34F1BA3586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B3AF4EB0-C30A-49AE-8DE0-AA4FAF73E7B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53FEB56-550D-4213-8EA1-77A4E3C4F31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D4BC7D4-A24C-409F-8D76-716DF879FBC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96C4B17-31ED-4A0F-8587-B692198D443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0B51DBD-7D04-4125-879B-FCD8F2303A5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7859634-D584-44BA-8EC7-B94E9CEF6A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269AAAA-311B-4CD6-8AE7-9BA0DE0318B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952"/>
        <p:cNvGrpSpPr/>
        <p:nvPr/>
      </p:nvGrpSpPr>
      <p:grpSpPr>
        <a:xfrm>
          <a:off x="0" y="0"/>
          <a:ext cx="0" cy="0"/>
        </a:xfrm>
      </p:grpSpPr>
      <p:graphicFrame>
        <p:nvGraphicFramePr>
          <p:cNvPr id="954" name="Google Shape;954;p40"/>
          <p:cNvGraphicFramePr>
            <a:graphicFrameLocks noGrp="1"/>
          </p:cNvGraphicFramePr>
          <p:nvPr>
            <p:extLst>
              <p:ext uri="{D42A27DB-BD31-4B8C-83A1-F6EECF244321}">
                <p14:modId val="2571902759"/>
              </p:ext>
            </p:extLst>
          </p:nvPr>
        </p:nvGraphicFramePr>
        <p:xfrm>
          <a:off x="719963" y="1161610"/>
          <a:ext cx="7703836" cy="3383875"/>
        </p:xfrm>
        <a:graphic>
          <a:graphicData uri="http://schemas.openxmlformats.org/drawingml/2006/table">
            <a:tbl>
              <a:tblPr>
                <a:noFill/>
                <a:tableStyleId>{1858B03B-B4F3-4857-865B-DD344EB354F3}</a:tableStyleId>
              </a:tblPr>
              <a:tblGrid>
                <a:gridCol w="1160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7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5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9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3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Bebas Neue"/>
                        <a:cs typeface="Arial"/>
                        <a:sym typeface="Bebas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Особенности</a:t>
                      </a:r>
                      <a:endParaRPr lang="en" sz="1100" b="1" err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Ценность</a:t>
                      </a:r>
                      <a:endParaRPr lang="en" sz="1100" b="1" err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Стоимость</a:t>
                      </a:r>
                      <a:endParaRPr lang="en" sz="1100" b="1" err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Проба</a:t>
                      </a:r>
                      <a:endParaRPr lang="en" sz="1100" b="1" err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Компетентность</a:t>
                      </a:r>
                      <a:endParaRPr lang="en" sz="1100" b="1" err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Доля</a:t>
                      </a:r>
                      <a:endParaRPr lang="en" sz="1100" b="1" err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Компания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 A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Экономия топлива</a:t>
                      </a:r>
                      <a:endParaRPr lang="en" sz="1000" err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Специальные предложения</a:t>
                      </a:r>
                      <a:endParaRPr lang="en" sz="1000" err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Arial"/>
                          <a:cs typeface="Arial"/>
                        </a:rPr>
                        <a:t>$23,000</a:t>
                      </a:r>
                      <a:endParaRPr lang="ru-RU">
                        <a:latin typeface="Arial"/>
                        <a:cs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Нет</a:t>
                      </a:r>
                      <a:endParaRPr lang="en" sz="1000" err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Низкая</a:t>
                      </a:r>
                      <a:endParaRPr lang="en" sz="1000" err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21%</a:t>
                      </a: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50">
                <a:tc>
                  <a:txBody>
                    <a:bodyPr vert="horz" wrap="square"/>
                    <a:lstStyle/>
                    <a:p>
                      <a:pPr marL="0" lv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i="0" u="none" strike="noStrike" baseline="0" noProof="0" err="1">
                          <a:solidFill>
                            <a:srgbClr val="FFFFFF"/>
                          </a:solidFill>
                          <a:latin typeface="Arial"/>
                          <a:ea typeface="Hanken Grotesk"/>
                          <a:cs typeface="Arial"/>
                        </a:rPr>
                        <a:t>Компания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 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B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50">
                <a:tc>
                  <a:txBody>
                    <a:bodyPr vert="horz" wrap="square"/>
                    <a:lstStyle/>
                    <a:p>
                      <a:pPr marL="0" lv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i="0" u="none" strike="noStrike" noProof="0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Компания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 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C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50">
                <a:tc>
                  <a:txBody>
                    <a:bodyPr vert="horz" wrap="square"/>
                    <a:lstStyle/>
                    <a:p>
                      <a:pPr marL="0" lv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i="0" u="none" strike="noStrike" baseline="0" noProof="0" err="1">
                          <a:solidFill>
                            <a:srgbClr val="FFFFFF"/>
                          </a:solidFill>
                          <a:latin typeface="Arial"/>
                          <a:ea typeface="Hanken Grotesk"/>
                          <a:cs typeface="Arial"/>
                        </a:rPr>
                        <a:t>Компания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 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D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50">
                <a:tc>
                  <a:txBody>
                    <a:bodyPr vert="horz" wrap="square"/>
                    <a:lstStyle/>
                    <a:p>
                      <a:pPr marL="0" lv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i="0" u="none" strike="noStrike" baseline="0" noProof="0" err="1">
                          <a:solidFill>
                            <a:srgbClr val="FFFFFF"/>
                          </a:solidFill>
                          <a:latin typeface="Arial"/>
                          <a:ea typeface="Hanken Grotesk"/>
                          <a:cs typeface="Arial"/>
                        </a:rPr>
                        <a:t>Компания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 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E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Компания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 F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Компания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  <a:sym typeface="Hanken Grotesk"/>
                        </a:rPr>
                        <a:t> G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6071731-81EA-250A-02A7-E71BF0BFE13F}"/>
              </a:ext>
            </a:extLst>
          </p:cNvPr>
          <p:cNvSpPr txBox="1"/>
          <p:nvPr/>
        </p:nvSpPr>
        <p:spPr>
          <a:xfrm>
            <a:off x="721329" y="510971"/>
            <a:ext cx="45492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СРАВНЕНИЕ КОНКУРЕНТОВ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10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Bebas Neue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2026-08-03T14:31:50.074</cp:lastPrinted>
  <dcterms:created xsi:type="dcterms:W3CDTF">2026-08-03T14:31:50Z</dcterms:created>
  <dcterms:modified xsi:type="dcterms:W3CDTF">2026-08-03T14:31:50Z</dcterms:modified>
</cp:coreProperties>
</file>