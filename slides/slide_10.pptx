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1858B03B-B4F3-4857-865B-DD344EB354F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49"/>
        <p:cNvGrpSpPr/>
        <p:nvPr/>
      </p:nvGrpSpPr>
      <p:grpSpPr>
        <a:xfrm>
          <a:off x="0" y="0"/>
          <a:ext cx="0" cy="0"/>
        </a:xfrm>
      </p:grpSpPr>
      <p:sp>
        <p:nvSpPr>
          <p:cNvPr id="950" name="Google Shape;950;g54dda1946d_4_2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1" name="Google Shape;951;g54dda1946d_4_2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6A90248-2F55-4510-A851-1403E297A02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8F757D4-0DA2-44BC-B1AD-0746379C81C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FEABF23-5D9D-47A5-9CE7-4BAE043F2B7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74E97F7-5E70-4921-9C77-3ECAC79813B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3508B06C-859A-4A51-B7C1-21DF2DF67FB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86ACAE3F-28EF-4E83-AAB2-A7BCDDB9E1E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E35BF11-454A-4B5F-B05B-2B592EF60C5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F6BF3C2-B64F-4AC5-AAA0-D1BF2A60206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1999541-AF74-486B-9AAB-9CFE58542EF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9B8D3C-1E24-4DD3-BFE3-57B687D104B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55EB620-0AF0-4D24-A4FD-5E8A526A7BB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52"/>
        <p:cNvGrpSpPr/>
        <p:nvPr/>
      </p:nvGrpSpPr>
      <p:grpSpPr>
        <a:xfrm>
          <a:off x="0" y="0"/>
          <a:ext cx="0" cy="0"/>
        </a:xfrm>
      </p:grpSpPr>
      <p:sp>
        <p:nvSpPr>
          <p:cNvPr id="953" name="Google Shape;953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СРАВНЕНИЕ КОНКУРЕНТОВ</a:t>
            </a:r>
            <a:endParaRPr lang="ru-RU" b="1">
              <a:latin typeface="Arial"/>
              <a:cs typeface="Arial"/>
            </a:endParaRPr>
          </a:p>
          <a:p>
            <a:endParaRPr lang="en" sz="2600" b="0">
              <a:latin typeface="Raleway Black"/>
              <a:ea typeface="Raleway Black"/>
              <a:cs typeface="Raleway Black"/>
            </a:endParaRPr>
          </a:p>
        </p:txBody>
      </p:sp>
      <p:graphicFrame>
        <p:nvGraphicFramePr>
          <p:cNvPr id="954" name="Google Shape;954;p40"/>
          <p:cNvGraphicFramePr>
            <a:graphicFrameLocks noGrp="1"/>
          </p:cNvGraphicFramePr>
          <p:nvPr>
            <p:extLst>
              <p:ext uri="{D42A27DB-BD31-4B8C-83A1-F6EECF244321}">
                <p14:modId val="475437144"/>
              </p:ext>
            </p:extLst>
          </p:nvPr>
        </p:nvGraphicFramePr>
        <p:xfrm>
          <a:off x="719963" y="1161610"/>
          <a:ext cx="7703840" cy="3290075"/>
        </p:xfrm>
        <a:graphic>
          <a:graphicData uri="http://schemas.openxmlformats.org/drawingml/2006/table">
            <a:tbl>
              <a:tblPr>
                <a:noFill/>
                <a:tableStyleId>{1858B03B-B4F3-4857-865B-DD344EB354F3}</a:tableStyleId>
              </a:tblPr>
              <a:tblGrid>
                <a:gridCol w="10321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81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8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93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76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5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4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331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Arial"/>
                        <a:ea typeface="Bebas Neue"/>
                        <a:cs typeface="Arial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Особенности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Ценность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Стоимость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Проба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Компетентность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Доля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 A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Экономия топлива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Специальные предложения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i="0" u="none" strike="noStrike" noProof="0">
                          <a:solidFill>
                            <a:schemeClr val="dk1"/>
                          </a:solidFill>
                          <a:latin typeface="Arial"/>
                          <a:cs typeface="Arial"/>
                        </a:rPr>
                        <a:t>$23,000</a:t>
                      </a:r>
                      <a:endParaRPr lang="ru-RU">
                        <a:latin typeface="Arial"/>
                        <a:cs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Нет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Низкая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21%</a:t>
                      </a: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B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noProof="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C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D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E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 F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 G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Bebas Neue</vt:lpstr>
      <vt:lpstr>Office Theme</vt:lpstr>
      <vt:lpstr>СРАВНЕНИЕ КОНКУРЕНТОВ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2026-07-13T08:41:52.120</cp:lastPrinted>
  <dcterms:created xsi:type="dcterms:W3CDTF">2026-07-13T15:41:52Z</dcterms:created>
  <dcterms:modified xsi:type="dcterms:W3CDTF">2026-07-13T15:41:52Z</dcterms:modified>
</cp:coreProperties>
</file>