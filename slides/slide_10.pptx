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1858B03B-B4F3-4857-865B-DD344EB354F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49"/>
        <p:cNvGrpSpPr/>
        <p:nvPr/>
      </p:nvGrpSpPr>
      <p:grpSpPr>
        <a:xfrm>
          <a:off x="0" y="0"/>
          <a:ext cx="0" cy="0"/>
        </a:xfrm>
      </p:grpSpPr>
      <p:sp>
        <p:nvSpPr>
          <p:cNvPr id="950" name="Google Shape;950;g54dda1946d_4_2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1" name="Google Shape;951;g54dda1946d_4_2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58FB124-76EA-4502-B711-4AE6655D7B8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280AC7A-C06B-4B48-9426-AE6ED1BB747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9AD392F-58C1-48C2-B14F-685BA4E5795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EF7B4E3-2BA0-404D-89EF-DAB725A3884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9E8360CD-A0BF-4553-8620-183F76E7D87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FB0348D5-2B8C-4DD3-855D-10DB5718210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3C828920-0834-4D04-A89E-870F7E0F8F4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C3FD602-688E-48F6-9C7E-47B6527D961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1FCC2B6-8626-4275-8831-4CD5440FCB1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DCD7182-18C9-489C-9D6D-AB93E5BB116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511D38F-12CF-4689-8EC8-08F15E4E790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952"/>
        <p:cNvGrpSpPr/>
        <p:nvPr/>
      </p:nvGrpSpPr>
      <p:grpSpPr>
        <a:xfrm>
          <a:off x="0" y="0"/>
          <a:ext cx="0" cy="0"/>
        </a:xfrm>
      </p:grpSpPr>
      <p:sp>
        <p:nvSpPr>
          <p:cNvPr id="953" name="Google Shape;953;p4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СРАВНЕНИЕ КОНКУРЕНТОВ</a:t>
            </a:r>
            <a:endParaRPr lang="ru-RU"/>
          </a:p>
          <a:p>
            <a:endParaRPr lang="en" sz="2600" b="0">
              <a:latin typeface="Raleway Black"/>
              <a:ea typeface="Raleway Black"/>
              <a:cs typeface="Raleway Black"/>
            </a:endParaRPr>
          </a:p>
        </p:txBody>
      </p:sp>
      <p:graphicFrame>
        <p:nvGraphicFramePr>
          <p:cNvPr id="954" name="Google Shape;954;p40"/>
          <p:cNvGraphicFramePr>
            <a:graphicFrameLocks noGrp="1"/>
          </p:cNvGraphicFramePr>
          <p:nvPr>
            <p:extLst>
              <p:ext uri="{D42A27DB-BD31-4B8C-83A1-F6EECF244321}">
                <p14:modId val="1756597019"/>
              </p:ext>
            </p:extLst>
          </p:nvPr>
        </p:nvGraphicFramePr>
        <p:xfrm>
          <a:off x="719963" y="1161610"/>
          <a:ext cx="7703840" cy="3290075"/>
        </p:xfrm>
        <a:graphic>
          <a:graphicData uri="http://schemas.openxmlformats.org/drawingml/2006/table">
            <a:tbl>
              <a:tblPr>
                <a:noFill/>
                <a:tableStyleId>{1858B03B-B4F3-4857-865B-DD344EB354F3}</a:tableStyleId>
              </a:tblPr>
              <a:tblGrid>
                <a:gridCol w="10321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81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8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93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76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5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4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331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Bebas Neue"/>
                        <a:ea typeface="Bebas Neue"/>
                        <a:cs typeface="Bebas Neue"/>
                        <a:sym typeface="Bebas Neu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200" b="1" err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</a:rPr>
                        <a:t>Особенности</a:t>
                      </a:r>
                      <a:endParaRPr lang="en" sz="1200" b="1" err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200" b="1" err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</a:rPr>
                        <a:t>Ценность</a:t>
                      </a:r>
                      <a:endParaRPr lang="en" sz="1200" b="1" err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 b="1" err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</a:rPr>
                        <a:t>Стоимость</a:t>
                      </a:r>
                      <a:endParaRPr lang="en" sz="1200" b="1" err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200" b="1" err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</a:rPr>
                        <a:t>Проба</a:t>
                      </a:r>
                      <a:endParaRPr lang="en" sz="1200" b="1" err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200" b="1" err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</a:rPr>
                        <a:t>Компетентность</a:t>
                      </a:r>
                      <a:endParaRPr lang="en" sz="1200" b="1" err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200" b="1" err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</a:rPr>
                        <a:t>Доля</a:t>
                      </a:r>
                      <a:endParaRPr lang="en" sz="1200" b="1" err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  <a:sym typeface="Hanken Grotesk"/>
                        </a:rPr>
                        <a:t> A</a:t>
                      </a:r>
                      <a:endParaRPr sz="11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Экономия топлива</a:t>
                      </a:r>
                      <a:endParaRPr lang="en" sz="1000" err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Специальные предложения</a:t>
                      </a:r>
                      <a:endParaRPr lang="en" sz="1000" err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0" i="0" u="none" strike="noStrike" noProof="0">
                          <a:solidFill>
                            <a:schemeClr val="dk1"/>
                          </a:solidFill>
                        </a:rPr>
                        <a:t>$23,000</a:t>
                      </a:r>
                      <a:endParaRPr lang="ru-RU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Нет</a:t>
                      </a:r>
                      <a:endParaRPr lang="en" sz="1000" err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Низкая</a:t>
                      </a:r>
                      <a:endParaRPr lang="en" sz="1000" err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21%</a:t>
                      </a: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baseline="0" noProof="0" err="1">
                          <a:solidFill>
                            <a:srgbClr val="FFFFFF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  <a:sym typeface="Hanken Grotesk"/>
                        </a:rPr>
                        <a:t>B</a:t>
                      </a:r>
                      <a:endParaRPr sz="11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noProof="0" err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  <a:sym typeface="Hanken Grotesk"/>
                        </a:rPr>
                        <a:t>C</a:t>
                      </a:r>
                      <a:endParaRPr sz="11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baseline="0" noProof="0" err="1">
                          <a:solidFill>
                            <a:srgbClr val="FFFFFF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  <a:sym typeface="Hanken Grotesk"/>
                        </a:rPr>
                        <a:t>D</a:t>
                      </a:r>
                      <a:endParaRPr sz="11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baseline="0" noProof="0" err="1">
                          <a:solidFill>
                            <a:srgbClr val="FFFFFF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  <a:sym typeface="Hanken Grotesk"/>
                        </a:rPr>
                        <a:t>E</a:t>
                      </a:r>
                      <a:endParaRPr sz="11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  <a:sym typeface="Hanken Grotesk"/>
                        </a:rPr>
                        <a:t> F</a:t>
                      </a:r>
                      <a:endParaRPr sz="11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  <a:sym typeface="Hanken Grotesk"/>
                        </a:rPr>
                        <a:t> G</a:t>
                      </a:r>
                      <a:endParaRPr sz="1100" b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Bebas Neue</vt:lpstr>
      <vt:lpstr>Office Theme</vt:lpstr>
      <vt:lpstr>СРАВНЕНИЕ КОНКУРЕНТОВ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2026-07-08T12:43:01.080</cp:lastPrinted>
  <dcterms:created xsi:type="dcterms:W3CDTF">2026-07-08T19:43:01Z</dcterms:created>
  <dcterms:modified xsi:type="dcterms:W3CDTF">2026-07-08T19:43:02Z</dcterms:modified>
</cp:coreProperties>
</file>