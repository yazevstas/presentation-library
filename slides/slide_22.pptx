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70"/>
        <p:cNvGrpSpPr/>
        <p:nvPr/>
      </p:nvGrpSpPr>
      <p:grpSpPr>
        <a:xfrm>
          <a:off x="0" y="0"/>
          <a:ext cx="0" cy="0"/>
        </a:xfrm>
      </p:grpSpPr>
      <p:sp>
        <p:nvSpPr>
          <p:cNvPr id="8871" name="Google Shape;8871;g2574187ba63_7_7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2" name="Google Shape;8872;g2574187ba63_7_7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CB2437E-951F-46FA-BD85-F7674D034D4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907C1B4-3A85-420F-95C6-5428A74A1C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2E0305-6836-478C-85B4-6C1720EBE07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911CAEE-5C2E-4693-91F5-90A8331FD84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71F0FA7-D4AF-463A-AB94-301CD5AA3AA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2E0526E7-D45F-4043-8798-6B82E0308CD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34CF0D6-6FB0-43A4-AC88-B9A37AC63FB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F2C5707-3474-46F8-854B-4CA681701B5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E49A6B3-FA2B-4512-8D32-CC106521275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EBB23A4-9243-46C9-8284-2B6D00E621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66E7962-04D6-4E59-AFC5-AA89AC2B59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73"/>
        <p:cNvGrpSpPr/>
        <p:nvPr/>
      </p:nvGrpSpPr>
      <p:grpSpPr>
        <a:xfrm>
          <a:off x="0" y="0"/>
          <a:ext cx="0" cy="0"/>
        </a:xfrm>
      </p:grpSpPr>
      <p:grpSp>
        <p:nvGrpSpPr>
          <p:cNvPr id="8874" name="Google Shape;8874;p60"/>
          <p:cNvGrpSpPr/>
          <p:nvPr/>
        </p:nvGrpSpPr>
        <p:grpSpPr>
          <a:xfrm>
            <a:off x="708579" y="965872"/>
            <a:ext cx="1636188" cy="1526215"/>
            <a:chOff x="729238" y="1179665"/>
            <a:chExt cx="1636188" cy="1526215"/>
          </a:xfrm>
        </p:grpSpPr>
        <p:grpSp>
          <p:nvGrpSpPr>
            <p:cNvPr id="8875" name="Google Shape;8875;p60"/>
            <p:cNvGrpSpPr/>
            <p:nvPr/>
          </p:nvGrpSpPr>
          <p:grpSpPr>
            <a:xfrm>
              <a:off x="729238" y="1179665"/>
              <a:ext cx="80771" cy="1526215"/>
              <a:chOff x="729238" y="1179665"/>
              <a:chExt cx="80771" cy="1526215"/>
            </a:xfrm>
          </p:grpSpPr>
          <p:sp>
            <p:nvSpPr>
              <p:cNvPr id="8876" name="Google Shape;8876;p60"/>
              <p:cNvSpPr/>
              <p:nvPr/>
            </p:nvSpPr>
            <p:spPr>
              <a:xfrm>
                <a:off x="72923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7" name="Google Shape;8877;p60"/>
              <p:cNvSpPr/>
              <p:nvPr/>
            </p:nvSpPr>
            <p:spPr>
              <a:xfrm>
                <a:off x="72923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8" name="Google Shape;8878;p60"/>
              <p:cNvSpPr/>
              <p:nvPr/>
            </p:nvSpPr>
            <p:spPr>
              <a:xfrm>
                <a:off x="72923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9" name="Google Shape;8879;p60"/>
              <p:cNvSpPr/>
              <p:nvPr/>
            </p:nvSpPr>
            <p:spPr>
              <a:xfrm>
                <a:off x="72923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0" name="Google Shape;8880;p60"/>
              <p:cNvSpPr/>
              <p:nvPr/>
            </p:nvSpPr>
            <p:spPr>
              <a:xfrm>
                <a:off x="729238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1" name="Google Shape;8881;p60"/>
              <p:cNvSpPr/>
              <p:nvPr/>
            </p:nvSpPr>
            <p:spPr>
              <a:xfrm>
                <a:off x="729238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2" name="Google Shape;8882;p60"/>
              <p:cNvSpPr/>
              <p:nvPr/>
            </p:nvSpPr>
            <p:spPr>
              <a:xfrm>
                <a:off x="72923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3" name="Google Shape;8883;p60"/>
              <p:cNvSpPr/>
              <p:nvPr/>
            </p:nvSpPr>
            <p:spPr>
              <a:xfrm>
                <a:off x="72923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4" name="Google Shape;8884;p60"/>
              <p:cNvSpPr/>
              <p:nvPr/>
            </p:nvSpPr>
            <p:spPr>
              <a:xfrm>
                <a:off x="72923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5" name="Google Shape;8885;p60"/>
              <p:cNvSpPr/>
              <p:nvPr/>
            </p:nvSpPr>
            <p:spPr>
              <a:xfrm>
                <a:off x="72923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86" name="Google Shape;8886;p60"/>
            <p:cNvGrpSpPr/>
            <p:nvPr/>
          </p:nvGrpSpPr>
          <p:grpSpPr>
            <a:xfrm>
              <a:off x="903098" y="1179665"/>
              <a:ext cx="80771" cy="1526215"/>
              <a:chOff x="903098" y="1179665"/>
              <a:chExt cx="80771" cy="1526215"/>
            </a:xfrm>
          </p:grpSpPr>
          <p:sp>
            <p:nvSpPr>
              <p:cNvPr id="8887" name="Google Shape;8887;p60"/>
              <p:cNvSpPr/>
              <p:nvPr/>
            </p:nvSpPr>
            <p:spPr>
              <a:xfrm>
                <a:off x="90309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8" name="Google Shape;8888;p60"/>
              <p:cNvSpPr/>
              <p:nvPr/>
            </p:nvSpPr>
            <p:spPr>
              <a:xfrm>
                <a:off x="90309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9" name="Google Shape;8889;p60"/>
              <p:cNvSpPr/>
              <p:nvPr/>
            </p:nvSpPr>
            <p:spPr>
              <a:xfrm>
                <a:off x="90309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0" name="Google Shape;8890;p60"/>
              <p:cNvSpPr/>
              <p:nvPr/>
            </p:nvSpPr>
            <p:spPr>
              <a:xfrm>
                <a:off x="90309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1" name="Google Shape;8891;p60"/>
              <p:cNvSpPr/>
              <p:nvPr/>
            </p:nvSpPr>
            <p:spPr>
              <a:xfrm>
                <a:off x="90309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2" name="Google Shape;8892;p60"/>
              <p:cNvSpPr/>
              <p:nvPr/>
            </p:nvSpPr>
            <p:spPr>
              <a:xfrm>
                <a:off x="90309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3" name="Google Shape;8893;p60"/>
              <p:cNvSpPr/>
              <p:nvPr/>
            </p:nvSpPr>
            <p:spPr>
              <a:xfrm>
                <a:off x="90309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4" name="Google Shape;8894;p60"/>
              <p:cNvSpPr/>
              <p:nvPr/>
            </p:nvSpPr>
            <p:spPr>
              <a:xfrm>
                <a:off x="90309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5" name="Google Shape;8895;p60"/>
              <p:cNvSpPr/>
              <p:nvPr/>
            </p:nvSpPr>
            <p:spPr>
              <a:xfrm>
                <a:off x="90309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6" name="Google Shape;8896;p60"/>
              <p:cNvSpPr/>
              <p:nvPr/>
            </p:nvSpPr>
            <p:spPr>
              <a:xfrm>
                <a:off x="90309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97" name="Google Shape;8897;p60"/>
            <p:cNvGrpSpPr/>
            <p:nvPr/>
          </p:nvGrpSpPr>
          <p:grpSpPr>
            <a:xfrm>
              <a:off x="1076958" y="1179665"/>
              <a:ext cx="80771" cy="1526215"/>
              <a:chOff x="1076958" y="1179665"/>
              <a:chExt cx="80771" cy="1526215"/>
            </a:xfrm>
          </p:grpSpPr>
          <p:sp>
            <p:nvSpPr>
              <p:cNvPr id="8898" name="Google Shape;8898;p60"/>
              <p:cNvSpPr/>
              <p:nvPr/>
            </p:nvSpPr>
            <p:spPr>
              <a:xfrm>
                <a:off x="107695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9" name="Google Shape;8899;p60"/>
              <p:cNvSpPr/>
              <p:nvPr/>
            </p:nvSpPr>
            <p:spPr>
              <a:xfrm>
                <a:off x="107695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0" name="Google Shape;8900;p60"/>
              <p:cNvSpPr/>
              <p:nvPr/>
            </p:nvSpPr>
            <p:spPr>
              <a:xfrm>
                <a:off x="107695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1" name="Google Shape;8901;p60"/>
              <p:cNvSpPr/>
              <p:nvPr/>
            </p:nvSpPr>
            <p:spPr>
              <a:xfrm>
                <a:off x="107695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2" name="Google Shape;8902;p60"/>
              <p:cNvSpPr/>
              <p:nvPr/>
            </p:nvSpPr>
            <p:spPr>
              <a:xfrm>
                <a:off x="107695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3" name="Google Shape;8903;p60"/>
              <p:cNvSpPr/>
              <p:nvPr/>
            </p:nvSpPr>
            <p:spPr>
              <a:xfrm>
                <a:off x="107695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4" name="Google Shape;8904;p60"/>
              <p:cNvSpPr/>
              <p:nvPr/>
            </p:nvSpPr>
            <p:spPr>
              <a:xfrm>
                <a:off x="1076958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5" name="Google Shape;8905;p60"/>
              <p:cNvSpPr/>
              <p:nvPr/>
            </p:nvSpPr>
            <p:spPr>
              <a:xfrm>
                <a:off x="107695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6" name="Google Shape;8906;p60"/>
              <p:cNvSpPr/>
              <p:nvPr/>
            </p:nvSpPr>
            <p:spPr>
              <a:xfrm>
                <a:off x="107695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7" name="Google Shape;8907;p60"/>
              <p:cNvSpPr/>
              <p:nvPr/>
            </p:nvSpPr>
            <p:spPr>
              <a:xfrm>
                <a:off x="107695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08" name="Google Shape;8908;p60"/>
            <p:cNvGrpSpPr/>
            <p:nvPr/>
          </p:nvGrpSpPr>
          <p:grpSpPr>
            <a:xfrm>
              <a:off x="1247707" y="1179665"/>
              <a:ext cx="80771" cy="1526215"/>
              <a:chOff x="1247707" y="1179665"/>
              <a:chExt cx="80771" cy="1526215"/>
            </a:xfrm>
          </p:grpSpPr>
          <p:sp>
            <p:nvSpPr>
              <p:cNvPr id="8909" name="Google Shape;8909;p60"/>
              <p:cNvSpPr/>
              <p:nvPr/>
            </p:nvSpPr>
            <p:spPr>
              <a:xfrm>
                <a:off x="124770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0" name="Google Shape;8910;p60"/>
              <p:cNvSpPr/>
              <p:nvPr/>
            </p:nvSpPr>
            <p:spPr>
              <a:xfrm>
                <a:off x="124770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1" name="Google Shape;8911;p60"/>
              <p:cNvSpPr/>
              <p:nvPr/>
            </p:nvSpPr>
            <p:spPr>
              <a:xfrm>
                <a:off x="124770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2" name="Google Shape;8912;p60"/>
              <p:cNvSpPr/>
              <p:nvPr/>
            </p:nvSpPr>
            <p:spPr>
              <a:xfrm>
                <a:off x="1247707" y="166175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3" name="Google Shape;8913;p60"/>
              <p:cNvSpPr/>
              <p:nvPr/>
            </p:nvSpPr>
            <p:spPr>
              <a:xfrm>
                <a:off x="1247707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4" name="Google Shape;8914;p60"/>
              <p:cNvSpPr/>
              <p:nvPr/>
            </p:nvSpPr>
            <p:spPr>
              <a:xfrm>
                <a:off x="1247707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5" name="Google Shape;8915;p60"/>
              <p:cNvSpPr/>
              <p:nvPr/>
            </p:nvSpPr>
            <p:spPr>
              <a:xfrm>
                <a:off x="124770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6" name="Google Shape;8916;p60"/>
              <p:cNvSpPr/>
              <p:nvPr/>
            </p:nvSpPr>
            <p:spPr>
              <a:xfrm>
                <a:off x="124770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7" name="Google Shape;8917;p60"/>
              <p:cNvSpPr/>
              <p:nvPr/>
            </p:nvSpPr>
            <p:spPr>
              <a:xfrm>
                <a:off x="124770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8" name="Google Shape;8918;p60"/>
              <p:cNvSpPr/>
              <p:nvPr/>
            </p:nvSpPr>
            <p:spPr>
              <a:xfrm>
                <a:off x="124770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19" name="Google Shape;8919;p60"/>
            <p:cNvGrpSpPr/>
            <p:nvPr/>
          </p:nvGrpSpPr>
          <p:grpSpPr>
            <a:xfrm>
              <a:off x="1421567" y="1179665"/>
              <a:ext cx="80771" cy="1526215"/>
              <a:chOff x="1421567" y="1179665"/>
              <a:chExt cx="80771" cy="1526215"/>
            </a:xfrm>
          </p:grpSpPr>
          <p:sp>
            <p:nvSpPr>
              <p:cNvPr id="8920" name="Google Shape;8920;p60"/>
              <p:cNvSpPr/>
              <p:nvPr/>
            </p:nvSpPr>
            <p:spPr>
              <a:xfrm>
                <a:off x="142156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1" name="Google Shape;8921;p60"/>
              <p:cNvSpPr/>
              <p:nvPr/>
            </p:nvSpPr>
            <p:spPr>
              <a:xfrm>
                <a:off x="142156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2" name="Google Shape;8922;p60"/>
              <p:cNvSpPr/>
              <p:nvPr/>
            </p:nvSpPr>
            <p:spPr>
              <a:xfrm>
                <a:off x="142156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3" name="Google Shape;8923;p60"/>
              <p:cNvSpPr/>
              <p:nvPr/>
            </p:nvSpPr>
            <p:spPr>
              <a:xfrm>
                <a:off x="142156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4" name="Google Shape;8924;p60"/>
              <p:cNvSpPr/>
              <p:nvPr/>
            </p:nvSpPr>
            <p:spPr>
              <a:xfrm>
                <a:off x="142156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5" name="Google Shape;8925;p60"/>
              <p:cNvSpPr/>
              <p:nvPr/>
            </p:nvSpPr>
            <p:spPr>
              <a:xfrm>
                <a:off x="142156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6" name="Google Shape;8926;p60"/>
              <p:cNvSpPr/>
              <p:nvPr/>
            </p:nvSpPr>
            <p:spPr>
              <a:xfrm>
                <a:off x="142156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7" name="Google Shape;8927;p60"/>
              <p:cNvSpPr/>
              <p:nvPr/>
            </p:nvSpPr>
            <p:spPr>
              <a:xfrm>
                <a:off x="142156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8" name="Google Shape;8928;p60"/>
              <p:cNvSpPr/>
              <p:nvPr/>
            </p:nvSpPr>
            <p:spPr>
              <a:xfrm>
                <a:off x="142156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9" name="Google Shape;8929;p60"/>
              <p:cNvSpPr/>
              <p:nvPr/>
            </p:nvSpPr>
            <p:spPr>
              <a:xfrm>
                <a:off x="142156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30" name="Google Shape;8930;p60"/>
            <p:cNvGrpSpPr/>
            <p:nvPr/>
          </p:nvGrpSpPr>
          <p:grpSpPr>
            <a:xfrm>
              <a:off x="1592327" y="1179665"/>
              <a:ext cx="80771" cy="1526215"/>
              <a:chOff x="1592327" y="1179665"/>
              <a:chExt cx="80771" cy="1526215"/>
            </a:xfrm>
          </p:grpSpPr>
          <p:sp>
            <p:nvSpPr>
              <p:cNvPr id="8931" name="Google Shape;8931;p60"/>
              <p:cNvSpPr/>
              <p:nvPr/>
            </p:nvSpPr>
            <p:spPr>
              <a:xfrm>
                <a:off x="159232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2" name="Google Shape;8932;p60"/>
              <p:cNvSpPr/>
              <p:nvPr/>
            </p:nvSpPr>
            <p:spPr>
              <a:xfrm>
                <a:off x="159232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3" name="Google Shape;8933;p60"/>
              <p:cNvSpPr/>
              <p:nvPr/>
            </p:nvSpPr>
            <p:spPr>
              <a:xfrm>
                <a:off x="159232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4" name="Google Shape;8934;p60"/>
              <p:cNvSpPr/>
              <p:nvPr/>
            </p:nvSpPr>
            <p:spPr>
              <a:xfrm>
                <a:off x="159232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5" name="Google Shape;8935;p60"/>
              <p:cNvSpPr/>
              <p:nvPr/>
            </p:nvSpPr>
            <p:spPr>
              <a:xfrm>
                <a:off x="159232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6" name="Google Shape;8936;p60"/>
              <p:cNvSpPr/>
              <p:nvPr/>
            </p:nvSpPr>
            <p:spPr>
              <a:xfrm>
                <a:off x="159232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7" name="Google Shape;8937;p60"/>
              <p:cNvSpPr/>
              <p:nvPr/>
            </p:nvSpPr>
            <p:spPr>
              <a:xfrm>
                <a:off x="159232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8" name="Google Shape;8938;p60"/>
              <p:cNvSpPr/>
              <p:nvPr/>
            </p:nvSpPr>
            <p:spPr>
              <a:xfrm>
                <a:off x="159232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9" name="Google Shape;8939;p60"/>
              <p:cNvSpPr/>
              <p:nvPr/>
            </p:nvSpPr>
            <p:spPr>
              <a:xfrm>
                <a:off x="159232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0" name="Google Shape;8940;p60"/>
              <p:cNvSpPr/>
              <p:nvPr/>
            </p:nvSpPr>
            <p:spPr>
              <a:xfrm>
                <a:off x="159232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41" name="Google Shape;8941;p60"/>
            <p:cNvGrpSpPr/>
            <p:nvPr/>
          </p:nvGrpSpPr>
          <p:grpSpPr>
            <a:xfrm>
              <a:off x="1766187" y="1179665"/>
              <a:ext cx="80771" cy="1526215"/>
              <a:chOff x="1766187" y="1179665"/>
              <a:chExt cx="80771" cy="1526215"/>
            </a:xfrm>
          </p:grpSpPr>
          <p:sp>
            <p:nvSpPr>
              <p:cNvPr id="8942" name="Google Shape;8942;p60"/>
              <p:cNvSpPr/>
              <p:nvPr/>
            </p:nvSpPr>
            <p:spPr>
              <a:xfrm>
                <a:off x="176618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3" name="Google Shape;8943;p60"/>
              <p:cNvSpPr/>
              <p:nvPr/>
            </p:nvSpPr>
            <p:spPr>
              <a:xfrm>
                <a:off x="176618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4" name="Google Shape;8944;p60"/>
              <p:cNvSpPr/>
              <p:nvPr/>
            </p:nvSpPr>
            <p:spPr>
              <a:xfrm>
                <a:off x="176618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5" name="Google Shape;8945;p60"/>
              <p:cNvSpPr/>
              <p:nvPr/>
            </p:nvSpPr>
            <p:spPr>
              <a:xfrm>
                <a:off x="176618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6" name="Google Shape;8946;p60"/>
              <p:cNvSpPr/>
              <p:nvPr/>
            </p:nvSpPr>
            <p:spPr>
              <a:xfrm>
                <a:off x="176618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7" name="Google Shape;8947;p60"/>
              <p:cNvSpPr/>
              <p:nvPr/>
            </p:nvSpPr>
            <p:spPr>
              <a:xfrm>
                <a:off x="176618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8" name="Google Shape;8948;p60"/>
              <p:cNvSpPr/>
              <p:nvPr/>
            </p:nvSpPr>
            <p:spPr>
              <a:xfrm>
                <a:off x="176618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9" name="Google Shape;8949;p60"/>
              <p:cNvSpPr/>
              <p:nvPr/>
            </p:nvSpPr>
            <p:spPr>
              <a:xfrm>
                <a:off x="176618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0" name="Google Shape;8950;p60"/>
              <p:cNvSpPr/>
              <p:nvPr/>
            </p:nvSpPr>
            <p:spPr>
              <a:xfrm>
                <a:off x="1766187" y="2464413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1" name="Google Shape;8951;p60"/>
              <p:cNvSpPr/>
              <p:nvPr/>
            </p:nvSpPr>
            <p:spPr>
              <a:xfrm>
                <a:off x="176618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52" name="Google Shape;8952;p60"/>
            <p:cNvGrpSpPr/>
            <p:nvPr/>
          </p:nvGrpSpPr>
          <p:grpSpPr>
            <a:xfrm>
              <a:off x="1936935" y="1179665"/>
              <a:ext cx="80771" cy="1526215"/>
              <a:chOff x="1936935" y="1179665"/>
              <a:chExt cx="80771" cy="1526215"/>
            </a:xfrm>
          </p:grpSpPr>
          <p:sp>
            <p:nvSpPr>
              <p:cNvPr id="8953" name="Google Shape;8953;p60"/>
              <p:cNvSpPr/>
              <p:nvPr/>
            </p:nvSpPr>
            <p:spPr>
              <a:xfrm>
                <a:off x="193693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4" name="Google Shape;8954;p60"/>
              <p:cNvSpPr/>
              <p:nvPr/>
            </p:nvSpPr>
            <p:spPr>
              <a:xfrm>
                <a:off x="193693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5" name="Google Shape;8955;p60"/>
              <p:cNvSpPr/>
              <p:nvPr/>
            </p:nvSpPr>
            <p:spPr>
              <a:xfrm>
                <a:off x="193693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6" name="Google Shape;8956;p60"/>
              <p:cNvSpPr/>
              <p:nvPr/>
            </p:nvSpPr>
            <p:spPr>
              <a:xfrm>
                <a:off x="193693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7" name="Google Shape;8957;p60"/>
              <p:cNvSpPr/>
              <p:nvPr/>
            </p:nvSpPr>
            <p:spPr>
              <a:xfrm>
                <a:off x="193693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8" name="Google Shape;8958;p60"/>
              <p:cNvSpPr/>
              <p:nvPr/>
            </p:nvSpPr>
            <p:spPr>
              <a:xfrm>
                <a:off x="193693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9" name="Google Shape;8959;p60"/>
              <p:cNvSpPr/>
              <p:nvPr/>
            </p:nvSpPr>
            <p:spPr>
              <a:xfrm>
                <a:off x="193693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0" name="Google Shape;8960;p60"/>
              <p:cNvSpPr/>
              <p:nvPr/>
            </p:nvSpPr>
            <p:spPr>
              <a:xfrm>
                <a:off x="193693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1" name="Google Shape;8961;p60"/>
              <p:cNvSpPr/>
              <p:nvPr/>
            </p:nvSpPr>
            <p:spPr>
              <a:xfrm>
                <a:off x="193693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2" name="Google Shape;8962;p60"/>
              <p:cNvSpPr/>
              <p:nvPr/>
            </p:nvSpPr>
            <p:spPr>
              <a:xfrm>
                <a:off x="193693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63" name="Google Shape;8963;p60"/>
            <p:cNvGrpSpPr/>
            <p:nvPr/>
          </p:nvGrpSpPr>
          <p:grpSpPr>
            <a:xfrm>
              <a:off x="2110795" y="1179665"/>
              <a:ext cx="80771" cy="1526215"/>
              <a:chOff x="2110795" y="1179665"/>
              <a:chExt cx="80771" cy="1526215"/>
            </a:xfrm>
          </p:grpSpPr>
          <p:sp>
            <p:nvSpPr>
              <p:cNvPr id="8964" name="Google Shape;8964;p60"/>
              <p:cNvSpPr/>
              <p:nvPr/>
            </p:nvSpPr>
            <p:spPr>
              <a:xfrm>
                <a:off x="211079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5" name="Google Shape;8965;p60"/>
              <p:cNvSpPr/>
              <p:nvPr/>
            </p:nvSpPr>
            <p:spPr>
              <a:xfrm>
                <a:off x="211079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6" name="Google Shape;8966;p60"/>
              <p:cNvSpPr/>
              <p:nvPr/>
            </p:nvSpPr>
            <p:spPr>
              <a:xfrm>
                <a:off x="211079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7" name="Google Shape;8967;p60"/>
              <p:cNvSpPr/>
              <p:nvPr/>
            </p:nvSpPr>
            <p:spPr>
              <a:xfrm>
                <a:off x="211079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8" name="Google Shape;8968;p60"/>
              <p:cNvSpPr/>
              <p:nvPr/>
            </p:nvSpPr>
            <p:spPr>
              <a:xfrm>
                <a:off x="2110795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9" name="Google Shape;8969;p60"/>
              <p:cNvSpPr/>
              <p:nvPr/>
            </p:nvSpPr>
            <p:spPr>
              <a:xfrm>
                <a:off x="211079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0" name="Google Shape;8970;p60"/>
              <p:cNvSpPr/>
              <p:nvPr/>
            </p:nvSpPr>
            <p:spPr>
              <a:xfrm>
                <a:off x="211079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1" name="Google Shape;8971;p60"/>
              <p:cNvSpPr/>
              <p:nvPr/>
            </p:nvSpPr>
            <p:spPr>
              <a:xfrm>
                <a:off x="211079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2" name="Google Shape;8972;p60"/>
              <p:cNvSpPr/>
              <p:nvPr/>
            </p:nvSpPr>
            <p:spPr>
              <a:xfrm>
                <a:off x="211079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3" name="Google Shape;8973;p60"/>
              <p:cNvSpPr/>
              <p:nvPr/>
            </p:nvSpPr>
            <p:spPr>
              <a:xfrm>
                <a:off x="211079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74" name="Google Shape;8974;p60"/>
            <p:cNvGrpSpPr/>
            <p:nvPr/>
          </p:nvGrpSpPr>
          <p:grpSpPr>
            <a:xfrm>
              <a:off x="2284655" y="1179665"/>
              <a:ext cx="80771" cy="1526215"/>
              <a:chOff x="2284655" y="1179665"/>
              <a:chExt cx="80771" cy="1526215"/>
            </a:xfrm>
          </p:grpSpPr>
          <p:sp>
            <p:nvSpPr>
              <p:cNvPr id="8975" name="Google Shape;8975;p60"/>
              <p:cNvSpPr/>
              <p:nvPr/>
            </p:nvSpPr>
            <p:spPr>
              <a:xfrm>
                <a:off x="228465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6" name="Google Shape;8976;p60"/>
              <p:cNvSpPr/>
              <p:nvPr/>
            </p:nvSpPr>
            <p:spPr>
              <a:xfrm>
                <a:off x="228465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7" name="Google Shape;8977;p60"/>
              <p:cNvSpPr/>
              <p:nvPr/>
            </p:nvSpPr>
            <p:spPr>
              <a:xfrm>
                <a:off x="228465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8" name="Google Shape;8978;p60"/>
              <p:cNvSpPr/>
              <p:nvPr/>
            </p:nvSpPr>
            <p:spPr>
              <a:xfrm>
                <a:off x="228465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9" name="Google Shape;8979;p60"/>
              <p:cNvSpPr/>
              <p:nvPr/>
            </p:nvSpPr>
            <p:spPr>
              <a:xfrm>
                <a:off x="228465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0" name="Google Shape;8980;p60"/>
              <p:cNvSpPr/>
              <p:nvPr/>
            </p:nvSpPr>
            <p:spPr>
              <a:xfrm>
                <a:off x="2284655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1" name="Google Shape;8981;p60"/>
              <p:cNvSpPr/>
              <p:nvPr/>
            </p:nvSpPr>
            <p:spPr>
              <a:xfrm>
                <a:off x="228465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2" name="Google Shape;8982;p60"/>
              <p:cNvSpPr/>
              <p:nvPr/>
            </p:nvSpPr>
            <p:spPr>
              <a:xfrm>
                <a:off x="228465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3" name="Google Shape;8983;p60"/>
              <p:cNvSpPr/>
              <p:nvPr/>
            </p:nvSpPr>
            <p:spPr>
              <a:xfrm>
                <a:off x="228465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4" name="Google Shape;8984;p60"/>
              <p:cNvSpPr/>
              <p:nvPr/>
            </p:nvSpPr>
            <p:spPr>
              <a:xfrm>
                <a:off x="228465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85" name="Google Shape;8985;p60"/>
          <p:cNvGrpSpPr/>
          <p:nvPr/>
        </p:nvGrpSpPr>
        <p:grpSpPr>
          <a:xfrm>
            <a:off x="2603245" y="985011"/>
            <a:ext cx="1364147" cy="1102032"/>
            <a:chOff x="2623904" y="1198803"/>
            <a:chExt cx="1364147" cy="1102032"/>
          </a:xfrm>
        </p:grpSpPr>
        <p:grpSp>
          <p:nvGrpSpPr>
            <p:cNvPr id="8986" name="Google Shape;8986;p60"/>
            <p:cNvGrpSpPr/>
            <p:nvPr/>
          </p:nvGrpSpPr>
          <p:grpSpPr>
            <a:xfrm>
              <a:off x="2623907" y="1198803"/>
              <a:ext cx="1364144" cy="272899"/>
              <a:chOff x="2623907" y="1198803"/>
              <a:chExt cx="1364144" cy="272899"/>
            </a:xfrm>
          </p:grpSpPr>
          <p:sp>
            <p:nvSpPr>
              <p:cNvPr id="8987" name="Google Shape;8987;p60"/>
              <p:cNvSpPr/>
              <p:nvPr/>
            </p:nvSpPr>
            <p:spPr>
              <a:xfrm>
                <a:off x="3715152" y="1198803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8" name="Google Shape;8988;p60"/>
              <p:cNvSpPr/>
              <p:nvPr/>
            </p:nvSpPr>
            <p:spPr>
              <a:xfrm>
                <a:off x="2623907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9" name="Google Shape;8989;p60"/>
              <p:cNvSpPr/>
              <p:nvPr/>
            </p:nvSpPr>
            <p:spPr>
              <a:xfrm>
                <a:off x="2896718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0" name="Google Shape;8990;p60"/>
              <p:cNvSpPr/>
              <p:nvPr/>
            </p:nvSpPr>
            <p:spPr>
              <a:xfrm>
                <a:off x="3169529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1" name="Google Shape;8991;p60"/>
              <p:cNvSpPr/>
              <p:nvPr/>
            </p:nvSpPr>
            <p:spPr>
              <a:xfrm>
                <a:off x="3442341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2" name="Google Shape;8992;p60"/>
            <p:cNvGrpSpPr/>
            <p:nvPr/>
          </p:nvGrpSpPr>
          <p:grpSpPr>
            <a:xfrm>
              <a:off x="2623904" y="1476964"/>
              <a:ext cx="1364144" cy="272899"/>
              <a:chOff x="2623904" y="1476964"/>
              <a:chExt cx="1364144" cy="272899"/>
            </a:xfrm>
          </p:grpSpPr>
          <p:sp>
            <p:nvSpPr>
              <p:cNvPr id="8993" name="Google Shape;8993;p60"/>
              <p:cNvSpPr/>
              <p:nvPr/>
            </p:nvSpPr>
            <p:spPr>
              <a:xfrm>
                <a:off x="3169527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4" name="Google Shape;8994;p60"/>
              <p:cNvSpPr/>
              <p:nvPr/>
            </p:nvSpPr>
            <p:spPr>
              <a:xfrm>
                <a:off x="3442338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5" name="Google Shape;8995;p60"/>
              <p:cNvSpPr/>
              <p:nvPr/>
            </p:nvSpPr>
            <p:spPr>
              <a:xfrm>
                <a:off x="3715149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6" name="Google Shape;8996;p60"/>
              <p:cNvSpPr/>
              <p:nvPr/>
            </p:nvSpPr>
            <p:spPr>
              <a:xfrm>
                <a:off x="2623904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7" name="Google Shape;8997;p60"/>
              <p:cNvSpPr/>
              <p:nvPr/>
            </p:nvSpPr>
            <p:spPr>
              <a:xfrm>
                <a:off x="2896716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8" name="Google Shape;8998;p60"/>
            <p:cNvGrpSpPr/>
            <p:nvPr/>
          </p:nvGrpSpPr>
          <p:grpSpPr>
            <a:xfrm>
              <a:off x="2623907" y="1749775"/>
              <a:ext cx="1364144" cy="272899"/>
              <a:chOff x="2623907" y="1749775"/>
              <a:chExt cx="1364144" cy="272899"/>
            </a:xfrm>
          </p:grpSpPr>
          <p:sp>
            <p:nvSpPr>
              <p:cNvPr id="8999" name="Google Shape;8999;p60"/>
              <p:cNvSpPr/>
              <p:nvPr/>
            </p:nvSpPr>
            <p:spPr>
              <a:xfrm>
                <a:off x="3442341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0" name="Google Shape;9000;p60"/>
              <p:cNvSpPr/>
              <p:nvPr/>
            </p:nvSpPr>
            <p:spPr>
              <a:xfrm>
                <a:off x="3715152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1" name="Google Shape;9001;p60"/>
              <p:cNvSpPr/>
              <p:nvPr/>
            </p:nvSpPr>
            <p:spPr>
              <a:xfrm>
                <a:off x="2623907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2" name="Google Shape;9002;p60"/>
              <p:cNvSpPr/>
              <p:nvPr/>
            </p:nvSpPr>
            <p:spPr>
              <a:xfrm>
                <a:off x="2896718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3" name="Google Shape;9003;p60"/>
              <p:cNvSpPr/>
              <p:nvPr/>
            </p:nvSpPr>
            <p:spPr>
              <a:xfrm>
                <a:off x="3169529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04" name="Google Shape;9004;p60"/>
            <p:cNvGrpSpPr/>
            <p:nvPr/>
          </p:nvGrpSpPr>
          <p:grpSpPr>
            <a:xfrm>
              <a:off x="2623904" y="2027936"/>
              <a:ext cx="1364144" cy="272899"/>
              <a:chOff x="2623904" y="2027936"/>
              <a:chExt cx="1364144" cy="272899"/>
            </a:xfrm>
          </p:grpSpPr>
          <p:sp>
            <p:nvSpPr>
              <p:cNvPr id="9005" name="Google Shape;9005;p60"/>
              <p:cNvSpPr/>
              <p:nvPr/>
            </p:nvSpPr>
            <p:spPr>
              <a:xfrm>
                <a:off x="2623904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6" name="Google Shape;9006;p60"/>
              <p:cNvSpPr/>
              <p:nvPr/>
            </p:nvSpPr>
            <p:spPr>
              <a:xfrm>
                <a:off x="2896716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7" name="Google Shape;9007;p60"/>
              <p:cNvSpPr/>
              <p:nvPr/>
            </p:nvSpPr>
            <p:spPr>
              <a:xfrm>
                <a:off x="3169527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8" name="Google Shape;9008;p60"/>
              <p:cNvSpPr/>
              <p:nvPr/>
            </p:nvSpPr>
            <p:spPr>
              <a:xfrm>
                <a:off x="3442338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9" name="Google Shape;9009;p60"/>
              <p:cNvSpPr/>
              <p:nvPr/>
            </p:nvSpPr>
            <p:spPr>
              <a:xfrm>
                <a:off x="3715149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10" name="Google Shape;9010;p60"/>
          <p:cNvGrpSpPr/>
          <p:nvPr/>
        </p:nvGrpSpPr>
        <p:grpSpPr>
          <a:xfrm>
            <a:off x="2592706" y="2444193"/>
            <a:ext cx="1387541" cy="159124"/>
            <a:chOff x="3200660" y="2180272"/>
            <a:chExt cx="2563824" cy="378237"/>
          </a:xfrm>
        </p:grpSpPr>
        <p:sp>
          <p:nvSpPr>
            <p:cNvPr id="9011" name="Google Shape;9011;p60"/>
            <p:cNvSpPr/>
            <p:nvPr/>
          </p:nvSpPr>
          <p:spPr>
            <a:xfrm>
              <a:off x="320066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2" name="Google Shape;9012;p60"/>
            <p:cNvSpPr/>
            <p:nvPr/>
          </p:nvSpPr>
          <p:spPr>
            <a:xfrm>
              <a:off x="3345104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3" name="Google Shape;9013;p60"/>
            <p:cNvSpPr/>
            <p:nvPr/>
          </p:nvSpPr>
          <p:spPr>
            <a:xfrm>
              <a:off x="348954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4" name="Google Shape;9014;p60"/>
            <p:cNvSpPr/>
            <p:nvPr/>
          </p:nvSpPr>
          <p:spPr>
            <a:xfrm>
              <a:off x="3633992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5" name="Google Shape;9015;p60"/>
            <p:cNvSpPr/>
            <p:nvPr/>
          </p:nvSpPr>
          <p:spPr>
            <a:xfrm>
              <a:off x="3778448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6" name="Google Shape;9016;p60"/>
            <p:cNvSpPr/>
            <p:nvPr/>
          </p:nvSpPr>
          <p:spPr>
            <a:xfrm>
              <a:off x="392289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7" name="Google Shape;9017;p60"/>
            <p:cNvSpPr/>
            <p:nvPr/>
          </p:nvSpPr>
          <p:spPr>
            <a:xfrm>
              <a:off x="406733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8" name="Google Shape;9018;p60"/>
            <p:cNvSpPr/>
            <p:nvPr/>
          </p:nvSpPr>
          <p:spPr>
            <a:xfrm>
              <a:off x="4211780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9" name="Google Shape;9019;p60"/>
            <p:cNvSpPr/>
            <p:nvPr/>
          </p:nvSpPr>
          <p:spPr>
            <a:xfrm>
              <a:off x="4356236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0" name="Google Shape;9020;p60"/>
            <p:cNvSpPr/>
            <p:nvPr/>
          </p:nvSpPr>
          <p:spPr>
            <a:xfrm>
              <a:off x="450068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1" name="Google Shape;9021;p60"/>
            <p:cNvSpPr/>
            <p:nvPr/>
          </p:nvSpPr>
          <p:spPr>
            <a:xfrm>
              <a:off x="4645124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2" name="Google Shape;9022;p60"/>
            <p:cNvSpPr/>
            <p:nvPr/>
          </p:nvSpPr>
          <p:spPr>
            <a:xfrm>
              <a:off x="478956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3" name="Google Shape;9023;p60"/>
            <p:cNvSpPr/>
            <p:nvPr/>
          </p:nvSpPr>
          <p:spPr>
            <a:xfrm>
              <a:off x="493401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4" name="Google Shape;9024;p60"/>
            <p:cNvSpPr/>
            <p:nvPr/>
          </p:nvSpPr>
          <p:spPr>
            <a:xfrm>
              <a:off x="507845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5" name="Google Shape;9025;p60"/>
            <p:cNvSpPr/>
            <p:nvPr/>
          </p:nvSpPr>
          <p:spPr>
            <a:xfrm>
              <a:off x="522290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6" name="Google Shape;9026;p60"/>
            <p:cNvSpPr/>
            <p:nvPr/>
          </p:nvSpPr>
          <p:spPr>
            <a:xfrm>
              <a:off x="5367343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7" name="Google Shape;9027;p60"/>
            <p:cNvSpPr/>
            <p:nvPr/>
          </p:nvSpPr>
          <p:spPr>
            <a:xfrm>
              <a:off x="5511787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8" name="Google Shape;9028;p60"/>
            <p:cNvSpPr/>
            <p:nvPr/>
          </p:nvSpPr>
          <p:spPr>
            <a:xfrm>
              <a:off x="5656231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29" name="Google Shape;9029;p60"/>
          <p:cNvGrpSpPr/>
          <p:nvPr/>
        </p:nvGrpSpPr>
        <p:grpSpPr>
          <a:xfrm>
            <a:off x="2589231" y="2722018"/>
            <a:ext cx="1390502" cy="159625"/>
            <a:chOff x="3530150" y="2790075"/>
            <a:chExt cx="1962600" cy="225300"/>
          </a:xfrm>
        </p:grpSpPr>
        <p:sp>
          <p:nvSpPr>
            <p:cNvPr id="9030" name="Google Shape;9030;p60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1" name="Google Shape;9031;p60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2" name="Google Shape;9032;p60"/>
          <p:cNvGrpSpPr/>
          <p:nvPr/>
        </p:nvGrpSpPr>
        <p:grpSpPr>
          <a:xfrm>
            <a:off x="2589884" y="3000344"/>
            <a:ext cx="1411629" cy="153761"/>
            <a:chOff x="3558802" y="4011427"/>
            <a:chExt cx="1866000" cy="111300"/>
          </a:xfrm>
        </p:grpSpPr>
        <p:sp>
          <p:nvSpPr>
            <p:cNvPr id="9033" name="Google Shape;9033;p60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4" name="Google Shape;9034;p60"/>
            <p:cNvSpPr/>
            <p:nvPr/>
          </p:nvSpPr>
          <p:spPr>
            <a:xfrm rot="5400000" flipH="1">
              <a:off x="4162472" y="3415277"/>
              <a:ext cx="104700" cy="13047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5" name="Google Shape;9035;p60"/>
          <p:cNvGrpSpPr/>
          <p:nvPr/>
        </p:nvGrpSpPr>
        <p:grpSpPr>
          <a:xfrm>
            <a:off x="2589576" y="2205744"/>
            <a:ext cx="1383503" cy="119749"/>
            <a:chOff x="3465975" y="2270276"/>
            <a:chExt cx="1986364" cy="171929"/>
          </a:xfrm>
        </p:grpSpPr>
        <p:sp>
          <p:nvSpPr>
            <p:cNvPr id="9036" name="Google Shape;9036;p60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7" name="Google Shape;9037;p60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8" name="Google Shape;9038;p60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9" name="Google Shape;9039;p60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0" name="Google Shape;9040;p60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1" name="Google Shape;9041;p60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2" name="Google Shape;9042;p60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3" name="Google Shape;9043;p60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44" name="Google Shape;9044;p60"/>
          <p:cNvGrpSpPr/>
          <p:nvPr/>
        </p:nvGrpSpPr>
        <p:grpSpPr>
          <a:xfrm>
            <a:off x="2600584" y="3569394"/>
            <a:ext cx="1369531" cy="195460"/>
            <a:chOff x="723300" y="4253549"/>
            <a:chExt cx="2276482" cy="324900"/>
          </a:xfrm>
        </p:grpSpPr>
        <p:sp>
          <p:nvSpPr>
            <p:cNvPr id="9045" name="Google Shape;9045;p60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6" name="Google Shape;9046;p60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7" name="Google Shape;9047;p60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8" name="Google Shape;9048;p60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9" name="Google Shape;9049;p60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0" name="Google Shape;9050;p60"/>
          <p:cNvGrpSpPr/>
          <p:nvPr/>
        </p:nvGrpSpPr>
        <p:grpSpPr>
          <a:xfrm>
            <a:off x="2590145" y="3270574"/>
            <a:ext cx="1389066" cy="180119"/>
            <a:chOff x="705948" y="3788465"/>
            <a:chExt cx="2308953" cy="299400"/>
          </a:xfrm>
        </p:grpSpPr>
        <p:sp>
          <p:nvSpPr>
            <p:cNvPr id="9051" name="Google Shape;9051;p60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2" name="Google Shape;9052;p60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3" name="Google Shape;9053;p60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4" name="Google Shape;9054;p60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5" name="Google Shape;9055;p60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6" name="Google Shape;9056;p60"/>
          <p:cNvGrpSpPr/>
          <p:nvPr/>
        </p:nvGrpSpPr>
        <p:grpSpPr>
          <a:xfrm>
            <a:off x="2638082" y="3883554"/>
            <a:ext cx="1304609" cy="294074"/>
            <a:chOff x="2658741" y="4097347"/>
            <a:chExt cx="1304609" cy="294074"/>
          </a:xfrm>
        </p:grpSpPr>
        <p:grpSp>
          <p:nvGrpSpPr>
            <p:cNvPr id="9057" name="Google Shape;9057;p60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9058" name="Google Shape;9058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59" name="Google Shape;9059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0" name="Google Shape;9060;p60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9061" name="Google Shape;9061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2" name="Google Shape;9062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3" name="Google Shape;9063;p60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9064" name="Google Shape;9064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5" name="Google Shape;9065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6" name="Google Shape;9066;p60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9067" name="Google Shape;9067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8" name="Google Shape;9068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9" name="Google Shape;9069;p60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9070" name="Google Shape;9070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71" name="Google Shape;9071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2" name="Google Shape;9072;p60"/>
          <p:cNvGrpSpPr/>
          <p:nvPr/>
        </p:nvGrpSpPr>
        <p:grpSpPr>
          <a:xfrm>
            <a:off x="4256912" y="1866676"/>
            <a:ext cx="1433821" cy="191501"/>
            <a:chOff x="4273350" y="2080469"/>
            <a:chExt cx="1433821" cy="191501"/>
          </a:xfrm>
        </p:grpSpPr>
        <p:grpSp>
          <p:nvGrpSpPr>
            <p:cNvPr id="9073" name="Google Shape;9073;p60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9074" name="Google Shape;9074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5" name="Google Shape;9075;p60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9076" name="Google Shape;9076;p60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9077" name="Google Shape;9077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8" name="Google Shape;9078;p60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9079" name="Google Shape;9079;p60"/>
          <p:cNvGrpSpPr/>
          <p:nvPr/>
        </p:nvGrpSpPr>
        <p:grpSpPr>
          <a:xfrm>
            <a:off x="4258467" y="969244"/>
            <a:ext cx="1430711" cy="743389"/>
            <a:chOff x="5159450" y="1919950"/>
            <a:chExt cx="1541050" cy="862500"/>
          </a:xfrm>
        </p:grpSpPr>
        <p:sp>
          <p:nvSpPr>
            <p:cNvPr id="9080" name="Google Shape;9080;p60"/>
            <p:cNvSpPr/>
            <p:nvPr/>
          </p:nvSpPr>
          <p:spPr>
            <a:xfrm>
              <a:off x="5216414" y="2060033"/>
              <a:ext cx="1436820" cy="600250"/>
            </a:xfrm>
            <a:custGeom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081" name="Google Shape;9081;p60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9082" name="Google Shape;9082;p60"/>
              <p:cNvCxnSpPr/>
              <p:nvPr/>
            </p:nvCxnSpPr>
            <p:spPr>
              <a:xfrm flipH="1"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83" name="Google Shape;9083;p60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084" name="Google Shape;9084;p60"/>
          <p:cNvGrpSpPr/>
          <p:nvPr/>
        </p:nvGrpSpPr>
        <p:grpSpPr>
          <a:xfrm>
            <a:off x="4248581" y="2192571"/>
            <a:ext cx="1450484" cy="1052087"/>
            <a:chOff x="5230575" y="1554475"/>
            <a:chExt cx="2137150" cy="1550150"/>
          </a:xfrm>
        </p:grpSpPr>
        <p:sp>
          <p:nvSpPr>
            <p:cNvPr id="9085" name="Google Shape;9085;p60"/>
            <p:cNvSpPr/>
            <p:nvPr/>
          </p:nvSpPr>
          <p:spPr>
            <a:xfrm>
              <a:off x="6296450" y="28633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6" name="Google Shape;9086;p60"/>
            <p:cNvSpPr/>
            <p:nvPr/>
          </p:nvSpPr>
          <p:spPr>
            <a:xfrm>
              <a:off x="5230575" y="28633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7" name="Google Shape;9087;p60"/>
            <p:cNvSpPr/>
            <p:nvPr/>
          </p:nvSpPr>
          <p:spPr>
            <a:xfrm>
              <a:off x="6296450" y="26111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8" name="Google Shape;9088;p60"/>
            <p:cNvSpPr/>
            <p:nvPr/>
          </p:nvSpPr>
          <p:spPr>
            <a:xfrm>
              <a:off x="5230575" y="26111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9" name="Google Shape;9089;p60"/>
            <p:cNvSpPr/>
            <p:nvPr/>
          </p:nvSpPr>
          <p:spPr>
            <a:xfrm>
              <a:off x="6296450" y="2358900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0" name="Google Shape;9090;p60"/>
            <p:cNvSpPr/>
            <p:nvPr/>
          </p:nvSpPr>
          <p:spPr>
            <a:xfrm>
              <a:off x="5230575" y="2358900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1" name="Google Shape;9091;p60"/>
            <p:cNvSpPr/>
            <p:nvPr/>
          </p:nvSpPr>
          <p:spPr>
            <a:xfrm>
              <a:off x="6296450" y="2106700"/>
              <a:ext cx="989900" cy="157150"/>
            </a:xfrm>
            <a:custGeom>
              <a:rect l="l" t="t" r="r" b="b"/>
              <a:pathLst>
                <a:path w="39596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2" name="Google Shape;9092;p60"/>
            <p:cNvSpPr/>
            <p:nvPr/>
          </p:nvSpPr>
          <p:spPr>
            <a:xfrm>
              <a:off x="5474700" y="2106700"/>
              <a:ext cx="827225" cy="157150"/>
            </a:xfrm>
            <a:custGeom>
              <a:rect l="l" t="t" r="r" b="b"/>
              <a:pathLst>
                <a:path w="33089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3" name="Google Shape;9093;p60"/>
            <p:cNvSpPr/>
            <p:nvPr/>
          </p:nvSpPr>
          <p:spPr>
            <a:xfrm>
              <a:off x="6296450" y="1854475"/>
              <a:ext cx="827225" cy="157175"/>
            </a:xfrm>
            <a:custGeom>
              <a:rect l="l" t="t" r="r" b="b"/>
              <a:pathLst>
                <a:path w="33089" h="6287" extrusionOk="0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4" name="Google Shape;9094;p60"/>
            <p:cNvSpPr/>
            <p:nvPr/>
          </p:nvSpPr>
          <p:spPr>
            <a:xfrm>
              <a:off x="5637425" y="1854475"/>
              <a:ext cx="664500" cy="157175"/>
            </a:xfrm>
            <a:custGeom>
              <a:rect l="l" t="t" r="r" b="b"/>
              <a:pathLst>
                <a:path w="26580" h="6287" extrusionOk="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5" name="Google Shape;9095;p60"/>
            <p:cNvSpPr/>
            <p:nvPr/>
          </p:nvSpPr>
          <p:spPr>
            <a:xfrm>
              <a:off x="6296450" y="1602275"/>
              <a:ext cx="501750" cy="157075"/>
            </a:xfrm>
            <a:custGeom>
              <a:rect l="l" t="t" r="r" b="b"/>
              <a:pathLst>
                <a:path w="20070" h="6283" extrusionOk="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6" name="Google Shape;9096;p60"/>
            <p:cNvSpPr/>
            <p:nvPr/>
          </p:nvSpPr>
          <p:spPr>
            <a:xfrm>
              <a:off x="5800100" y="1602275"/>
              <a:ext cx="501825" cy="157075"/>
            </a:xfrm>
            <a:custGeom>
              <a:rect l="l" t="t" r="r" b="b"/>
              <a:pathLst>
                <a:path w="20073" h="6283" extrusionOk="0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7" name="Google Shape;9097;p60"/>
            <p:cNvSpPr/>
            <p:nvPr/>
          </p:nvSpPr>
          <p:spPr>
            <a:xfrm>
              <a:off x="6301225" y="1554475"/>
              <a:ext cx="25" cy="1550150"/>
            </a:xfrm>
            <a:custGeom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98" name="Google Shape;9098;p60"/>
          <p:cNvGrpSpPr/>
          <p:nvPr/>
        </p:nvGrpSpPr>
        <p:grpSpPr>
          <a:xfrm rot="10800000">
            <a:off x="4265131" y="3284761"/>
            <a:ext cx="1417383" cy="887946"/>
            <a:chOff x="5645403" y="2920021"/>
            <a:chExt cx="2650800" cy="2180614"/>
          </a:xfrm>
        </p:grpSpPr>
        <p:sp>
          <p:nvSpPr>
            <p:cNvPr id="9099" name="Google Shape;9099;p60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0" name="Google Shape;9100;p60"/>
            <p:cNvCxnSpPr>
              <a:stCxn id="9099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1" name="Google Shape;9101;p60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2" name="Google Shape;9102;p60"/>
            <p:cNvCxnSpPr>
              <a:endCxn id="9101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3" name="Google Shape;9103;p60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4" name="Google Shape;9104;p60"/>
            <p:cNvCxnSpPr>
              <a:stCxn id="9103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5" name="Google Shape;9105;p60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6" name="Google Shape;9106;p60"/>
            <p:cNvCxnSpPr>
              <a:endCxn id="9105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07" name="Google Shape;9107;p60"/>
          <p:cNvGrpSpPr/>
          <p:nvPr/>
        </p:nvGrpSpPr>
        <p:grpSpPr>
          <a:xfrm>
            <a:off x="7365491" y="2188116"/>
            <a:ext cx="1071743" cy="1021579"/>
            <a:chOff x="7189833" y="2022667"/>
            <a:chExt cx="1251159" cy="1192597"/>
          </a:xfrm>
        </p:grpSpPr>
        <p:sp>
          <p:nvSpPr>
            <p:cNvPr id="9108" name="Google Shape;9108;p60"/>
            <p:cNvSpPr/>
            <p:nvPr/>
          </p:nvSpPr>
          <p:spPr>
            <a:xfrm>
              <a:off x="7474366" y="2461318"/>
              <a:ext cx="682343" cy="220186"/>
            </a:xfrm>
            <a:custGeom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09" name="Google Shape;9109;p60"/>
            <p:cNvSpPr/>
            <p:nvPr/>
          </p:nvSpPr>
          <p:spPr>
            <a:xfrm>
              <a:off x="7602697" y="2022667"/>
              <a:ext cx="426517" cy="402424"/>
            </a:xfrm>
            <a:custGeom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0" name="Google Shape;9110;p60"/>
            <p:cNvSpPr/>
            <p:nvPr/>
          </p:nvSpPr>
          <p:spPr>
            <a:xfrm>
              <a:off x="7189833" y="2972969"/>
              <a:ext cx="1251159" cy="242295"/>
            </a:xfrm>
            <a:custGeom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1" name="Google Shape;9111;p60"/>
            <p:cNvSpPr/>
            <p:nvPr/>
          </p:nvSpPr>
          <p:spPr>
            <a:xfrm>
              <a:off x="7340931" y="2717730"/>
              <a:ext cx="950049" cy="219012"/>
            </a:xfrm>
            <a:custGeom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12" name="Google Shape;9112;p60"/>
          <p:cNvGrpSpPr/>
          <p:nvPr/>
        </p:nvGrpSpPr>
        <p:grpSpPr>
          <a:xfrm>
            <a:off x="706762" y="2614523"/>
            <a:ext cx="1695374" cy="1560837"/>
            <a:chOff x="727421" y="2828315"/>
            <a:chExt cx="1695374" cy="1560837"/>
          </a:xfrm>
        </p:grpSpPr>
        <p:grpSp>
          <p:nvGrpSpPr>
            <p:cNvPr id="9113" name="Google Shape;9113;p60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9114" name="Google Shape;9114;p60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5" name="Google Shape;9115;p60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6" name="Google Shape;9116;p60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7" name="Google Shape;9117;p60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8" name="Google Shape;9118;p60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9" name="Google Shape;9119;p60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0" name="Google Shape;9120;p60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1" name="Google Shape;9121;p60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9122" name="Google Shape;9122;p60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3" name="Google Shape;9123;p60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4" name="Google Shape;9124;p60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5" name="Google Shape;9125;p60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6" name="Google Shape;9126;p60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7" name="Google Shape;9127;p60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8" name="Google Shape;9128;p60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9" name="Google Shape;9129;p60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9130" name="Google Shape;9130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1" name="Google Shape;9131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2" name="Google Shape;9132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3" name="Google Shape;9133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4" name="Google Shape;9134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5" name="Google Shape;9135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6" name="Google Shape;9136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37" name="Google Shape;9137;p60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9138" name="Google Shape;9138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9" name="Google Shape;9139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0" name="Google Shape;9140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1" name="Google Shape;9141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2" name="Google Shape;9142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3" name="Google Shape;9143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4" name="Google Shape;9144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45" name="Google Shape;9145;p60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9146" name="Google Shape;9146;p60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7" name="Google Shape;9147;p60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8" name="Google Shape;9148;p60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9" name="Google Shape;9149;p60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0" name="Google Shape;9150;p60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1" name="Google Shape;9151;p60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2" name="Google Shape;9152;p60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53" name="Google Shape;9153;p60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9154" name="Google Shape;9154;p60"/>
              <p:cNvCxnSpPr/>
              <p:nvPr/>
            </p:nvCxnSpPr>
            <p:spPr>
              <a:xfrm flipH="1"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5" name="Google Shape;9155;p60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156" name="Google Shape;9156;p60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9157" name="Google Shape;9157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8" name="Google Shape;9158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9" name="Google Shape;9159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0" name="Google Shape;9160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1" name="Google Shape;9161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2" name="Google Shape;9162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3" name="Google Shape;9163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64" name="Google Shape;9164;p60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9165" name="Google Shape;9165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6" name="Google Shape;9166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7" name="Google Shape;9167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8" name="Google Shape;9168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9" name="Google Shape;9169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0" name="Google Shape;9170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1" name="Google Shape;9171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72" name="Google Shape;9172;p60"/>
          <p:cNvGrpSpPr/>
          <p:nvPr/>
        </p:nvGrpSpPr>
        <p:grpSpPr>
          <a:xfrm>
            <a:off x="5915341" y="2192094"/>
            <a:ext cx="1248543" cy="1025319"/>
            <a:chOff x="5183758" y="1210600"/>
            <a:chExt cx="3605380" cy="2960783"/>
          </a:xfrm>
        </p:grpSpPr>
        <p:sp>
          <p:nvSpPr>
            <p:cNvPr id="9173" name="Google Shape;9173;p60"/>
            <p:cNvSpPr/>
            <p:nvPr/>
          </p:nvSpPr>
          <p:spPr>
            <a:xfrm>
              <a:off x="5479658" y="1210600"/>
              <a:ext cx="3108190" cy="632425"/>
            </a:xfrm>
            <a:custGeom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4" name="Google Shape;9174;p60"/>
            <p:cNvSpPr/>
            <p:nvPr/>
          </p:nvSpPr>
          <p:spPr>
            <a:xfrm>
              <a:off x="5769162" y="1842998"/>
              <a:ext cx="2424880" cy="631925"/>
            </a:xfrm>
            <a:custGeom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5" name="Google Shape;9175;p60"/>
            <p:cNvSpPr/>
            <p:nvPr/>
          </p:nvSpPr>
          <p:spPr>
            <a:xfrm>
              <a:off x="6065319" y="2474896"/>
              <a:ext cx="1739369" cy="632450"/>
            </a:xfrm>
            <a:custGeom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6" name="Google Shape;9176;p60"/>
            <p:cNvSpPr/>
            <p:nvPr/>
          </p:nvSpPr>
          <p:spPr>
            <a:xfrm>
              <a:off x="6354293" y="3107319"/>
              <a:ext cx="1061572" cy="632425"/>
            </a:xfrm>
            <a:custGeom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77" name="Google Shape;9177;p60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8" name="Google Shape;9178;p60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9" name="Google Shape;9179;p60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80" name="Google Shape;9180;p60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9181" name="Google Shape;9181;p60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82" name="Google Shape;9182;p60"/>
          <p:cNvGrpSpPr/>
          <p:nvPr/>
        </p:nvGrpSpPr>
        <p:grpSpPr>
          <a:xfrm>
            <a:off x="5772403" y="3330411"/>
            <a:ext cx="2664831" cy="843440"/>
            <a:chOff x="5916567" y="1099697"/>
            <a:chExt cx="2556683" cy="809211"/>
          </a:xfrm>
        </p:grpSpPr>
        <p:sp>
          <p:nvSpPr>
            <p:cNvPr id="9183" name="Google Shape;9183;p60"/>
            <p:cNvSpPr/>
            <p:nvPr/>
          </p:nvSpPr>
          <p:spPr>
            <a:xfrm>
              <a:off x="5916567" y="1105515"/>
              <a:ext cx="2329202" cy="797642"/>
            </a:xfrm>
            <a:custGeom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4" name="Google Shape;9184;p60"/>
            <p:cNvSpPr/>
            <p:nvPr/>
          </p:nvSpPr>
          <p:spPr>
            <a:xfrm>
              <a:off x="6719328" y="1353967"/>
              <a:ext cx="156983" cy="301221"/>
            </a:xfrm>
            <a:custGeom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5" name="Google Shape;9185;p60"/>
            <p:cNvSpPr/>
            <p:nvPr/>
          </p:nvSpPr>
          <p:spPr>
            <a:xfrm>
              <a:off x="7142762" y="1276612"/>
              <a:ext cx="217467" cy="455564"/>
            </a:xfrm>
            <a:custGeom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6" name="Google Shape;9186;p60"/>
            <p:cNvSpPr/>
            <p:nvPr/>
          </p:nvSpPr>
          <p:spPr>
            <a:xfrm>
              <a:off x="7621211" y="1188419"/>
              <a:ext cx="293739" cy="631637"/>
            </a:xfrm>
            <a:custGeom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7" name="Google Shape;9187;p60"/>
            <p:cNvSpPr/>
            <p:nvPr/>
          </p:nvSpPr>
          <p:spPr>
            <a:xfrm>
              <a:off x="8279421" y="1099697"/>
              <a:ext cx="54" cy="0"/>
            </a:xfrm>
            <a:custGeom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8" name="Google Shape;9188;p60"/>
            <p:cNvSpPr/>
            <p:nvPr/>
          </p:nvSpPr>
          <p:spPr>
            <a:xfrm>
              <a:off x="8245760" y="1099697"/>
              <a:ext cx="33670" cy="5791"/>
            </a:xfrm>
            <a:custGeom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9" name="Google Shape;9189;p60"/>
            <p:cNvSpPr/>
            <p:nvPr/>
          </p:nvSpPr>
          <p:spPr>
            <a:xfrm>
              <a:off x="8085689" y="1099747"/>
              <a:ext cx="387562" cy="809161"/>
            </a:xfrm>
            <a:custGeom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90" name="Google Shape;9190;p60"/>
            <p:cNvSpPr/>
            <p:nvPr/>
          </p:nvSpPr>
          <p:spPr>
            <a:xfrm>
              <a:off x="6372480" y="1417485"/>
              <a:ext cx="104679" cy="173370"/>
            </a:xfrm>
            <a:custGeom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91" name="Google Shape;9191;p60"/>
          <p:cNvGrpSpPr/>
          <p:nvPr/>
        </p:nvGrpSpPr>
        <p:grpSpPr>
          <a:xfrm>
            <a:off x="5879943" y="979270"/>
            <a:ext cx="1299869" cy="1023338"/>
            <a:chOff x="5900602" y="1193063"/>
            <a:chExt cx="1299869" cy="1023338"/>
          </a:xfrm>
        </p:grpSpPr>
        <p:grpSp>
          <p:nvGrpSpPr>
            <p:cNvPr id="9192" name="Google Shape;9192;p60"/>
            <p:cNvGrpSpPr/>
            <p:nvPr/>
          </p:nvGrpSpPr>
          <p:grpSpPr>
            <a:xfrm>
              <a:off x="6743564" y="1193063"/>
              <a:ext cx="456907" cy="700379"/>
              <a:chOff x="6743564" y="1193063"/>
              <a:chExt cx="456907" cy="700379"/>
            </a:xfrm>
          </p:grpSpPr>
          <p:grpSp>
            <p:nvGrpSpPr>
              <p:cNvPr id="9193" name="Google Shape;9193;p60"/>
              <p:cNvGrpSpPr/>
              <p:nvPr/>
            </p:nvGrpSpPr>
            <p:grpSpPr>
              <a:xfrm>
                <a:off x="6743564" y="1690724"/>
                <a:ext cx="214416" cy="202717"/>
                <a:chOff x="6743564" y="1690724"/>
                <a:chExt cx="214416" cy="202717"/>
              </a:xfrm>
            </p:grpSpPr>
            <p:sp>
              <p:nvSpPr>
                <p:cNvPr id="9194" name="Google Shape;9194;p60"/>
                <p:cNvSpPr/>
                <p:nvPr/>
              </p:nvSpPr>
              <p:spPr>
                <a:xfrm rot="-5400000">
                  <a:off x="6796935" y="1637353"/>
                  <a:ext cx="107673" cy="214416"/>
                </a:xfrm>
                <a:custGeom>
                  <a:rect l="l" t="t" r="r" b="b"/>
                  <a:pathLst>
                    <a:path w="12379" h="24651" extrusionOk="0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95" name="Google Shape;9195;p60"/>
                <p:cNvSpPr/>
                <p:nvPr/>
              </p:nvSpPr>
              <p:spPr>
                <a:xfrm rot="-5400000">
                  <a:off x="6797062" y="1744953"/>
                  <a:ext cx="95052" cy="201926"/>
                </a:xfrm>
                <a:custGeom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196" name="Google Shape;9196;p60"/>
              <p:cNvGrpSpPr/>
              <p:nvPr/>
            </p:nvGrpSpPr>
            <p:grpSpPr>
              <a:xfrm>
                <a:off x="6915505" y="1193063"/>
                <a:ext cx="284966" cy="589637"/>
                <a:chOff x="6915505" y="1193063"/>
                <a:chExt cx="284966" cy="589637"/>
              </a:xfrm>
            </p:grpSpPr>
            <p:sp>
              <p:nvSpPr>
                <p:cNvPr id="9197" name="Google Shape;9197;p60"/>
                <p:cNvSpPr/>
                <p:nvPr/>
              </p:nvSpPr>
              <p:spPr>
                <a:xfrm>
                  <a:off x="6915505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198" name="Google Shape;9198;p60"/>
                <p:cNvCxnSpPr/>
                <p:nvPr/>
              </p:nvCxnSpPr>
              <p:spPr>
                <a:xfrm rot="10800000" flipH="1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199" name="Google Shape;9199;p60"/>
            <p:cNvGrpSpPr/>
            <p:nvPr/>
          </p:nvGrpSpPr>
          <p:grpSpPr>
            <a:xfrm>
              <a:off x="6520337" y="1193063"/>
              <a:ext cx="341833" cy="801589"/>
              <a:chOff x="6520337" y="1193063"/>
              <a:chExt cx="341833" cy="801589"/>
            </a:xfrm>
          </p:grpSpPr>
          <p:grpSp>
            <p:nvGrpSpPr>
              <p:cNvPr id="9200" name="Google Shape;9200;p60"/>
              <p:cNvGrpSpPr/>
              <p:nvPr/>
            </p:nvGrpSpPr>
            <p:grpSpPr>
              <a:xfrm>
                <a:off x="6520337" y="1589514"/>
                <a:ext cx="213964" cy="405138"/>
                <a:chOff x="6520337" y="1589514"/>
                <a:chExt cx="213964" cy="405138"/>
              </a:xfrm>
            </p:grpSpPr>
            <p:sp>
              <p:nvSpPr>
                <p:cNvPr id="9201" name="Google Shape;9201;p60"/>
                <p:cNvSpPr/>
                <p:nvPr/>
              </p:nvSpPr>
              <p:spPr>
                <a:xfrm rot="-5400000">
                  <a:off x="6522864" y="1586987"/>
                  <a:ext cx="208867" cy="213920"/>
                </a:xfrm>
                <a:custGeom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2" name="Google Shape;9202;p60"/>
                <p:cNvSpPr/>
                <p:nvPr/>
              </p:nvSpPr>
              <p:spPr>
                <a:xfrm rot="-5400000">
                  <a:off x="6529205" y="1789556"/>
                  <a:ext cx="196263" cy="213929"/>
                </a:xfrm>
                <a:custGeom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03" name="Google Shape;9203;p60"/>
              <p:cNvGrpSpPr/>
              <p:nvPr/>
            </p:nvGrpSpPr>
            <p:grpSpPr>
              <a:xfrm>
                <a:off x="6577204" y="1193063"/>
                <a:ext cx="284966" cy="453562"/>
                <a:chOff x="6577204" y="1193063"/>
                <a:chExt cx="284966" cy="453562"/>
              </a:xfrm>
            </p:grpSpPr>
            <p:sp>
              <p:nvSpPr>
                <p:cNvPr id="9204" name="Google Shape;9204;p60"/>
                <p:cNvSpPr/>
                <p:nvPr/>
              </p:nvSpPr>
              <p:spPr>
                <a:xfrm>
                  <a:off x="6577204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05" name="Google Shape;9205;p60"/>
                <p:cNvCxnSpPr/>
                <p:nvPr/>
              </p:nvCxnSpPr>
              <p:spPr>
                <a:xfrm rot="10800000" flipH="1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06" name="Google Shape;9206;p60"/>
            <p:cNvGrpSpPr/>
            <p:nvPr/>
          </p:nvGrpSpPr>
          <p:grpSpPr>
            <a:xfrm>
              <a:off x="6238903" y="1193063"/>
              <a:ext cx="300491" cy="901782"/>
              <a:chOff x="6238903" y="1193063"/>
              <a:chExt cx="300491" cy="901782"/>
            </a:xfrm>
          </p:grpSpPr>
          <p:grpSp>
            <p:nvGrpSpPr>
              <p:cNvPr id="9207" name="Google Shape;9207;p60"/>
              <p:cNvGrpSpPr/>
              <p:nvPr/>
            </p:nvGrpSpPr>
            <p:grpSpPr>
              <a:xfrm>
                <a:off x="6290865" y="1489295"/>
                <a:ext cx="248530" cy="605550"/>
                <a:chOff x="6290865" y="1489295"/>
                <a:chExt cx="248530" cy="605550"/>
              </a:xfrm>
            </p:grpSpPr>
            <p:sp>
              <p:nvSpPr>
                <p:cNvPr id="9208" name="Google Shape;9208;p60"/>
                <p:cNvSpPr/>
                <p:nvPr/>
              </p:nvSpPr>
              <p:spPr>
                <a:xfrm rot="-5400000">
                  <a:off x="6260587" y="1519573"/>
                  <a:ext cx="309086" cy="248530"/>
                </a:xfrm>
                <a:custGeom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9" name="Google Shape;9209;p60"/>
                <p:cNvSpPr/>
                <p:nvPr/>
              </p:nvSpPr>
              <p:spPr>
                <a:xfrm rot="-5400000">
                  <a:off x="6266915" y="1822365"/>
                  <a:ext cx="296456" cy="248504"/>
                </a:xfrm>
                <a:custGeom>
                  <a:rect l="l" t="t" r="r" b="b"/>
                  <a:pathLst>
                    <a:path w="34083" h="28569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0" name="Google Shape;9210;p60"/>
              <p:cNvGrpSpPr/>
              <p:nvPr/>
            </p:nvGrpSpPr>
            <p:grpSpPr>
              <a:xfrm>
                <a:off x="6238903" y="1193063"/>
                <a:ext cx="284966" cy="327512"/>
                <a:chOff x="6238903" y="1193063"/>
                <a:chExt cx="284966" cy="327512"/>
              </a:xfrm>
            </p:grpSpPr>
            <p:sp>
              <p:nvSpPr>
                <p:cNvPr id="9211" name="Google Shape;9211;p60"/>
                <p:cNvSpPr/>
                <p:nvPr/>
              </p:nvSpPr>
              <p:spPr>
                <a:xfrm>
                  <a:off x="6238903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2" name="Google Shape;9212;p60"/>
                <p:cNvCxnSpPr/>
                <p:nvPr/>
              </p:nvCxnSpPr>
              <p:spPr>
                <a:xfrm rot="10800000" flipH="1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13" name="Google Shape;9213;p60"/>
            <p:cNvGrpSpPr/>
            <p:nvPr/>
          </p:nvGrpSpPr>
          <p:grpSpPr>
            <a:xfrm>
              <a:off x="5900602" y="1193063"/>
              <a:ext cx="444365" cy="1023338"/>
              <a:chOff x="5900602" y="1193063"/>
              <a:chExt cx="444365" cy="1023338"/>
            </a:xfrm>
          </p:grpSpPr>
          <p:grpSp>
            <p:nvGrpSpPr>
              <p:cNvPr id="9214" name="Google Shape;9214;p60"/>
              <p:cNvGrpSpPr/>
              <p:nvPr/>
            </p:nvGrpSpPr>
            <p:grpSpPr>
              <a:xfrm>
                <a:off x="6046501" y="1367757"/>
                <a:ext cx="298465" cy="848644"/>
                <a:chOff x="6046501" y="1367757"/>
                <a:chExt cx="298465" cy="848644"/>
              </a:xfrm>
            </p:grpSpPr>
            <p:sp>
              <p:nvSpPr>
                <p:cNvPr id="9215" name="Google Shape;9215;p60"/>
                <p:cNvSpPr/>
                <p:nvPr/>
              </p:nvSpPr>
              <p:spPr>
                <a:xfrm rot="-5400000">
                  <a:off x="5980413" y="1433845"/>
                  <a:ext cx="430641" cy="298465"/>
                </a:xfrm>
                <a:custGeom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16" name="Google Shape;9216;p60"/>
                <p:cNvSpPr/>
                <p:nvPr/>
              </p:nvSpPr>
              <p:spPr>
                <a:xfrm rot="-5400000">
                  <a:off x="5986741" y="1858175"/>
                  <a:ext cx="418012" cy="298439"/>
                </a:xfrm>
                <a:custGeom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7" name="Google Shape;9217;p60"/>
              <p:cNvGrpSpPr/>
              <p:nvPr/>
            </p:nvGrpSpPr>
            <p:grpSpPr>
              <a:xfrm>
                <a:off x="5900602" y="1193063"/>
                <a:ext cx="284966" cy="182312"/>
                <a:chOff x="5900602" y="1193063"/>
                <a:chExt cx="284966" cy="182312"/>
              </a:xfrm>
            </p:grpSpPr>
            <p:sp>
              <p:nvSpPr>
                <p:cNvPr id="9218" name="Google Shape;9218;p60"/>
                <p:cNvSpPr/>
                <p:nvPr/>
              </p:nvSpPr>
              <p:spPr>
                <a:xfrm>
                  <a:off x="5900602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9" name="Google Shape;9219;p60"/>
                <p:cNvCxnSpPr/>
                <p:nvPr/>
              </p:nvCxnSpPr>
              <p:spPr>
                <a:xfrm rot="10800000" flipH="1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9220" name="Google Shape;9220;p60"/>
          <p:cNvGrpSpPr/>
          <p:nvPr/>
        </p:nvGrpSpPr>
        <p:grpSpPr>
          <a:xfrm>
            <a:off x="7217825" y="979415"/>
            <a:ext cx="1219413" cy="1051379"/>
            <a:chOff x="7287122" y="1165658"/>
            <a:chExt cx="1219413" cy="1051379"/>
          </a:xfrm>
        </p:grpSpPr>
        <p:grpSp>
          <p:nvGrpSpPr>
            <p:cNvPr id="9221" name="Google Shape;9221;p60"/>
            <p:cNvGrpSpPr/>
            <p:nvPr/>
          </p:nvGrpSpPr>
          <p:grpSpPr>
            <a:xfrm>
              <a:off x="7287162" y="1969723"/>
              <a:ext cx="1219372" cy="247314"/>
              <a:chOff x="7287162" y="1969723"/>
              <a:chExt cx="1219372" cy="247314"/>
            </a:xfrm>
          </p:grpSpPr>
          <p:sp>
            <p:nvSpPr>
              <p:cNvPr id="9222" name="Google Shape;9222;p60"/>
              <p:cNvSpPr/>
              <p:nvPr/>
            </p:nvSpPr>
            <p:spPr>
              <a:xfrm flipH="1">
                <a:off x="8366239" y="1969723"/>
                <a:ext cx="140295" cy="247314"/>
              </a:xfrm>
              <a:custGeom>
                <a:rect l="l" t="t" r="r" b="b"/>
                <a:pathLst>
                  <a:path w="14992" h="26427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3" name="Google Shape;9223;p60"/>
              <p:cNvGrpSpPr/>
              <p:nvPr/>
            </p:nvGrpSpPr>
            <p:grpSpPr>
              <a:xfrm>
                <a:off x="7287162" y="2063892"/>
                <a:ext cx="1151713" cy="73432"/>
                <a:chOff x="7287162" y="2063892"/>
                <a:chExt cx="1151713" cy="73432"/>
              </a:xfrm>
            </p:grpSpPr>
            <p:sp>
              <p:nvSpPr>
                <p:cNvPr id="9224" name="Google Shape;9224;p60"/>
                <p:cNvSpPr/>
                <p:nvPr/>
              </p:nvSpPr>
              <p:spPr>
                <a:xfrm flipH="1">
                  <a:off x="7287162" y="2063892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25" name="Google Shape;9225;p60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26" name="Google Shape;9226;p60"/>
            <p:cNvGrpSpPr/>
            <p:nvPr/>
          </p:nvGrpSpPr>
          <p:grpSpPr>
            <a:xfrm>
              <a:off x="7287122" y="1712201"/>
              <a:ext cx="1219403" cy="246780"/>
              <a:chOff x="7287122" y="1712201"/>
              <a:chExt cx="1219403" cy="246780"/>
            </a:xfrm>
          </p:grpSpPr>
          <p:sp>
            <p:nvSpPr>
              <p:cNvPr id="9227" name="Google Shape;9227;p60"/>
              <p:cNvSpPr/>
              <p:nvPr/>
            </p:nvSpPr>
            <p:spPr>
              <a:xfrm flipH="1">
                <a:off x="8226234" y="1712201"/>
                <a:ext cx="280291" cy="246780"/>
              </a:xfrm>
              <a:custGeom>
                <a:rect l="l" t="t" r="r" b="b"/>
                <a:pathLst>
                  <a:path w="29952" h="26370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8" name="Google Shape;9228;p60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9229" name="Google Shape;9229;p60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0" name="Google Shape;9230;p60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1" name="Google Shape;9231;p60"/>
            <p:cNvGrpSpPr/>
            <p:nvPr/>
          </p:nvGrpSpPr>
          <p:grpSpPr>
            <a:xfrm>
              <a:off x="7287162" y="1447520"/>
              <a:ext cx="1219363" cy="286683"/>
              <a:chOff x="7287162" y="1447520"/>
              <a:chExt cx="1219363" cy="286683"/>
            </a:xfrm>
          </p:grpSpPr>
          <p:sp>
            <p:nvSpPr>
              <p:cNvPr id="9232" name="Google Shape;9232;p60"/>
              <p:cNvSpPr/>
              <p:nvPr/>
            </p:nvSpPr>
            <p:spPr>
              <a:xfrm flipH="1">
                <a:off x="8087641" y="1447520"/>
                <a:ext cx="418884" cy="286683"/>
              </a:xfrm>
              <a:custGeom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3" name="Google Shape;9233;p60"/>
              <p:cNvGrpSpPr/>
              <p:nvPr/>
            </p:nvGrpSpPr>
            <p:grpSpPr>
              <a:xfrm>
                <a:off x="7287162" y="1581977"/>
                <a:ext cx="852763" cy="73432"/>
                <a:chOff x="7287162" y="1581977"/>
                <a:chExt cx="852763" cy="73432"/>
              </a:xfrm>
            </p:grpSpPr>
            <p:sp>
              <p:nvSpPr>
                <p:cNvPr id="9234" name="Google Shape;9234;p60"/>
                <p:cNvSpPr/>
                <p:nvPr/>
              </p:nvSpPr>
              <p:spPr>
                <a:xfrm flipH="1">
                  <a:off x="7287162" y="1581977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5" name="Google Shape;9235;p60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6" name="Google Shape;9236;p60"/>
            <p:cNvGrpSpPr/>
            <p:nvPr/>
          </p:nvGrpSpPr>
          <p:grpSpPr>
            <a:xfrm>
              <a:off x="7287162" y="1165658"/>
              <a:ext cx="1219363" cy="344284"/>
              <a:chOff x="7287162" y="1165658"/>
              <a:chExt cx="1219363" cy="344284"/>
            </a:xfrm>
          </p:grpSpPr>
          <p:sp>
            <p:nvSpPr>
              <p:cNvPr id="9237" name="Google Shape;9237;p60"/>
              <p:cNvSpPr/>
              <p:nvPr/>
            </p:nvSpPr>
            <p:spPr>
              <a:xfrm flipH="1">
                <a:off x="7919504" y="1165658"/>
                <a:ext cx="587021" cy="344284"/>
              </a:xfrm>
              <a:custGeom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8" name="Google Shape;9238;p60"/>
              <p:cNvGrpSpPr/>
              <p:nvPr/>
            </p:nvGrpSpPr>
            <p:grpSpPr>
              <a:xfrm>
                <a:off x="7287162" y="1341025"/>
                <a:ext cx="695663" cy="73423"/>
                <a:chOff x="7287162" y="1341025"/>
                <a:chExt cx="695663" cy="73423"/>
              </a:xfrm>
            </p:grpSpPr>
            <p:sp>
              <p:nvSpPr>
                <p:cNvPr id="9239" name="Google Shape;9239;p60"/>
                <p:cNvSpPr/>
                <p:nvPr/>
              </p:nvSpPr>
              <p:spPr>
                <a:xfrm flipH="1">
                  <a:off x="7287162" y="1341025"/>
                  <a:ext cx="507062" cy="73423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40" name="Google Shape;9240;p60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2026-07-13T08:42:16.700</cp:lastPrinted>
  <dcterms:created xsi:type="dcterms:W3CDTF">2026-07-13T15:42:16Z</dcterms:created>
  <dcterms:modified xsi:type="dcterms:W3CDTF">2026-07-13T15:42:17Z</dcterms:modified>
</cp:coreProperties>
</file>