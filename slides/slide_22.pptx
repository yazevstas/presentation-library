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7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8870"/>
        <p:cNvGrpSpPr/>
        <p:nvPr/>
      </p:nvGrpSpPr>
      <p:grpSpPr>
        <a:xfrm>
          <a:off x="0" y="0"/>
          <a:ext cx="0" cy="0"/>
        </a:xfrm>
      </p:grpSpPr>
      <p:sp>
        <p:nvSpPr>
          <p:cNvPr id="8871" name="Google Shape;8871;g2574187ba63_7_7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2" name="Google Shape;8872;g2574187ba63_7_7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713D0B5-73A3-44D9-995D-A641A66EB7A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82C4B98-3D57-473E-9043-03EAB9C3AAC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2ADF223-03B7-427A-9E2B-4CE04BC5BB8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0EA2B16-EA8E-4053-9CAC-FF178C91BA3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D54C8EF6-6456-4822-BE32-D59347140FB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730D8534-126A-4CCD-9754-8DC9983A122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B6C0F589-E1D9-44DC-BD40-D1B04818755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42602A5-9698-4FAC-801C-4523FCDE148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643652F0-4D4A-48C8-A302-6F06CFFFF69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8C37EF3-A026-4D60-93BA-10F895F51E7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21B5368-F675-426A-A2CD-26865B77546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 slide" type="blank">
  <p:cSld name="BLANK">
    <p:spTree>
      <p:nvGrpSpPr>
        <p:cNvPr id="1" name="Shape 655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>
  <p:cSld name="CUSTOM">
    <p:spTree>
      <p:nvGrpSpPr>
        <p:cNvPr id="1" name="Shape 656"/>
        <p:cNvGrpSpPr/>
        <p:nvPr/>
      </p:nvGrpSpPr>
      <p:grpSpPr>
        <a:xfrm>
          <a:off x="0" y="0"/>
          <a:ext cx="0" cy="0"/>
        </a:xfrm>
      </p:grpSpPr>
      <p:sp>
        <p:nvSpPr>
          <p:cNvPr id="657" name="Google Shape;657;p27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theme" Target="../theme/theme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</a:xfrm>
      </p:grpSpPr>
      <p:sp>
        <p:nvSpPr>
          <p:cNvPr id="653" name="Google Shape;653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72" r:id="rId2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8873"/>
        <p:cNvGrpSpPr/>
        <p:nvPr/>
      </p:nvGrpSpPr>
      <p:grpSpPr>
        <a:xfrm>
          <a:off x="0" y="0"/>
          <a:ext cx="0" cy="0"/>
        </a:xfrm>
      </p:grpSpPr>
      <p:grpSp>
        <p:nvGrpSpPr>
          <p:cNvPr id="8874" name="Google Shape;8874;p60"/>
          <p:cNvGrpSpPr/>
          <p:nvPr/>
        </p:nvGrpSpPr>
        <p:grpSpPr>
          <a:xfrm>
            <a:off x="708579" y="965872"/>
            <a:ext cx="1636188" cy="1526215"/>
            <a:chOff x="729238" y="1179665"/>
            <a:chExt cx="1636188" cy="1526215"/>
          </a:xfrm>
        </p:grpSpPr>
        <p:grpSp>
          <p:nvGrpSpPr>
            <p:cNvPr id="8875" name="Google Shape;8875;p60"/>
            <p:cNvGrpSpPr/>
            <p:nvPr/>
          </p:nvGrpSpPr>
          <p:grpSpPr>
            <a:xfrm>
              <a:off x="729238" y="1179665"/>
              <a:ext cx="80771" cy="1526215"/>
              <a:chOff x="729238" y="1179665"/>
              <a:chExt cx="80771" cy="1526215"/>
            </a:xfrm>
          </p:grpSpPr>
          <p:sp>
            <p:nvSpPr>
              <p:cNvPr id="8876" name="Google Shape;8876;p60"/>
              <p:cNvSpPr/>
              <p:nvPr/>
            </p:nvSpPr>
            <p:spPr>
              <a:xfrm>
                <a:off x="729238" y="1179665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77" name="Google Shape;8877;p60"/>
              <p:cNvSpPr/>
              <p:nvPr/>
            </p:nvSpPr>
            <p:spPr>
              <a:xfrm>
                <a:off x="729238" y="1340360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78" name="Google Shape;8878;p60"/>
              <p:cNvSpPr/>
              <p:nvPr/>
            </p:nvSpPr>
            <p:spPr>
              <a:xfrm>
                <a:off x="729238" y="1501056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79" name="Google Shape;8879;p60"/>
              <p:cNvSpPr/>
              <p:nvPr/>
            </p:nvSpPr>
            <p:spPr>
              <a:xfrm>
                <a:off x="729238" y="1661752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80" name="Google Shape;8880;p60"/>
              <p:cNvSpPr/>
              <p:nvPr/>
            </p:nvSpPr>
            <p:spPr>
              <a:xfrm>
                <a:off x="729238" y="1821630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81" name="Google Shape;8881;p60"/>
              <p:cNvSpPr/>
              <p:nvPr/>
            </p:nvSpPr>
            <p:spPr>
              <a:xfrm>
                <a:off x="729238" y="1982326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82" name="Google Shape;8882;p60"/>
              <p:cNvSpPr/>
              <p:nvPr/>
            </p:nvSpPr>
            <p:spPr>
              <a:xfrm>
                <a:off x="729238" y="2143022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83" name="Google Shape;8883;p60"/>
              <p:cNvSpPr/>
              <p:nvPr/>
            </p:nvSpPr>
            <p:spPr>
              <a:xfrm>
                <a:off x="729238" y="2303717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84" name="Google Shape;8884;p60"/>
              <p:cNvSpPr/>
              <p:nvPr/>
            </p:nvSpPr>
            <p:spPr>
              <a:xfrm>
                <a:off x="729238" y="2464413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85" name="Google Shape;8885;p60"/>
              <p:cNvSpPr/>
              <p:nvPr/>
            </p:nvSpPr>
            <p:spPr>
              <a:xfrm>
                <a:off x="729238" y="2625109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886" name="Google Shape;8886;p60"/>
            <p:cNvGrpSpPr/>
            <p:nvPr/>
          </p:nvGrpSpPr>
          <p:grpSpPr>
            <a:xfrm>
              <a:off x="903098" y="1179665"/>
              <a:ext cx="80771" cy="1526215"/>
              <a:chOff x="903098" y="1179665"/>
              <a:chExt cx="80771" cy="1526215"/>
            </a:xfrm>
          </p:grpSpPr>
          <p:sp>
            <p:nvSpPr>
              <p:cNvPr id="8887" name="Google Shape;8887;p60"/>
              <p:cNvSpPr/>
              <p:nvPr/>
            </p:nvSpPr>
            <p:spPr>
              <a:xfrm>
                <a:off x="903098" y="1179665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88" name="Google Shape;8888;p60"/>
              <p:cNvSpPr/>
              <p:nvPr/>
            </p:nvSpPr>
            <p:spPr>
              <a:xfrm>
                <a:off x="903098" y="1340360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89" name="Google Shape;8889;p60"/>
              <p:cNvSpPr/>
              <p:nvPr/>
            </p:nvSpPr>
            <p:spPr>
              <a:xfrm>
                <a:off x="903098" y="1501056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90" name="Google Shape;8890;p60"/>
              <p:cNvSpPr/>
              <p:nvPr/>
            </p:nvSpPr>
            <p:spPr>
              <a:xfrm>
                <a:off x="903098" y="1661752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91" name="Google Shape;8891;p60"/>
              <p:cNvSpPr/>
              <p:nvPr/>
            </p:nvSpPr>
            <p:spPr>
              <a:xfrm>
                <a:off x="903098" y="1821630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92" name="Google Shape;8892;p60"/>
              <p:cNvSpPr/>
              <p:nvPr/>
            </p:nvSpPr>
            <p:spPr>
              <a:xfrm>
                <a:off x="903098" y="1982326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93" name="Google Shape;8893;p60"/>
              <p:cNvSpPr/>
              <p:nvPr/>
            </p:nvSpPr>
            <p:spPr>
              <a:xfrm>
                <a:off x="903098" y="2143022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94" name="Google Shape;8894;p60"/>
              <p:cNvSpPr/>
              <p:nvPr/>
            </p:nvSpPr>
            <p:spPr>
              <a:xfrm>
                <a:off x="903098" y="2303717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95" name="Google Shape;8895;p60"/>
              <p:cNvSpPr/>
              <p:nvPr/>
            </p:nvSpPr>
            <p:spPr>
              <a:xfrm>
                <a:off x="903098" y="2464413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96" name="Google Shape;8896;p60"/>
              <p:cNvSpPr/>
              <p:nvPr/>
            </p:nvSpPr>
            <p:spPr>
              <a:xfrm>
                <a:off x="903098" y="2625109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897" name="Google Shape;8897;p60"/>
            <p:cNvGrpSpPr/>
            <p:nvPr/>
          </p:nvGrpSpPr>
          <p:grpSpPr>
            <a:xfrm>
              <a:off x="1076958" y="1179665"/>
              <a:ext cx="80771" cy="1526215"/>
              <a:chOff x="1076958" y="1179665"/>
              <a:chExt cx="80771" cy="1526215"/>
            </a:xfrm>
          </p:grpSpPr>
          <p:sp>
            <p:nvSpPr>
              <p:cNvPr id="8898" name="Google Shape;8898;p60"/>
              <p:cNvSpPr/>
              <p:nvPr/>
            </p:nvSpPr>
            <p:spPr>
              <a:xfrm>
                <a:off x="1076958" y="1179665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99" name="Google Shape;8899;p60"/>
              <p:cNvSpPr/>
              <p:nvPr/>
            </p:nvSpPr>
            <p:spPr>
              <a:xfrm>
                <a:off x="1076958" y="1340360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00" name="Google Shape;8900;p60"/>
              <p:cNvSpPr/>
              <p:nvPr/>
            </p:nvSpPr>
            <p:spPr>
              <a:xfrm>
                <a:off x="1076958" y="1501056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01" name="Google Shape;8901;p60"/>
              <p:cNvSpPr/>
              <p:nvPr/>
            </p:nvSpPr>
            <p:spPr>
              <a:xfrm>
                <a:off x="1076958" y="1661752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02" name="Google Shape;8902;p60"/>
              <p:cNvSpPr/>
              <p:nvPr/>
            </p:nvSpPr>
            <p:spPr>
              <a:xfrm>
                <a:off x="1076958" y="1821630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03" name="Google Shape;8903;p60"/>
              <p:cNvSpPr/>
              <p:nvPr/>
            </p:nvSpPr>
            <p:spPr>
              <a:xfrm>
                <a:off x="1076958" y="1982326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04" name="Google Shape;8904;p60"/>
              <p:cNvSpPr/>
              <p:nvPr/>
            </p:nvSpPr>
            <p:spPr>
              <a:xfrm>
                <a:off x="1076958" y="2143022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05" name="Google Shape;8905;p60"/>
              <p:cNvSpPr/>
              <p:nvPr/>
            </p:nvSpPr>
            <p:spPr>
              <a:xfrm>
                <a:off x="1076958" y="2303717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06" name="Google Shape;8906;p60"/>
              <p:cNvSpPr/>
              <p:nvPr/>
            </p:nvSpPr>
            <p:spPr>
              <a:xfrm>
                <a:off x="1076958" y="2464413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07" name="Google Shape;8907;p60"/>
              <p:cNvSpPr/>
              <p:nvPr/>
            </p:nvSpPr>
            <p:spPr>
              <a:xfrm>
                <a:off x="1076958" y="2625109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908" name="Google Shape;8908;p60"/>
            <p:cNvGrpSpPr/>
            <p:nvPr/>
          </p:nvGrpSpPr>
          <p:grpSpPr>
            <a:xfrm>
              <a:off x="1247707" y="1179665"/>
              <a:ext cx="80771" cy="1526215"/>
              <a:chOff x="1247707" y="1179665"/>
              <a:chExt cx="80771" cy="1526215"/>
            </a:xfrm>
          </p:grpSpPr>
          <p:sp>
            <p:nvSpPr>
              <p:cNvPr id="8909" name="Google Shape;8909;p60"/>
              <p:cNvSpPr/>
              <p:nvPr/>
            </p:nvSpPr>
            <p:spPr>
              <a:xfrm>
                <a:off x="1247707" y="1179665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10" name="Google Shape;8910;p60"/>
              <p:cNvSpPr/>
              <p:nvPr/>
            </p:nvSpPr>
            <p:spPr>
              <a:xfrm>
                <a:off x="1247707" y="1340360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11" name="Google Shape;8911;p60"/>
              <p:cNvSpPr/>
              <p:nvPr/>
            </p:nvSpPr>
            <p:spPr>
              <a:xfrm>
                <a:off x="1247707" y="1501056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12" name="Google Shape;8912;p60"/>
              <p:cNvSpPr/>
              <p:nvPr/>
            </p:nvSpPr>
            <p:spPr>
              <a:xfrm>
                <a:off x="1247707" y="1661752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13" name="Google Shape;8913;p60"/>
              <p:cNvSpPr/>
              <p:nvPr/>
            </p:nvSpPr>
            <p:spPr>
              <a:xfrm>
                <a:off x="1247707" y="1821630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14" name="Google Shape;8914;p60"/>
              <p:cNvSpPr/>
              <p:nvPr/>
            </p:nvSpPr>
            <p:spPr>
              <a:xfrm>
                <a:off x="1247707" y="1982326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15" name="Google Shape;8915;p60"/>
              <p:cNvSpPr/>
              <p:nvPr/>
            </p:nvSpPr>
            <p:spPr>
              <a:xfrm>
                <a:off x="1247707" y="2143022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16" name="Google Shape;8916;p60"/>
              <p:cNvSpPr/>
              <p:nvPr/>
            </p:nvSpPr>
            <p:spPr>
              <a:xfrm>
                <a:off x="1247707" y="2303717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17" name="Google Shape;8917;p60"/>
              <p:cNvSpPr/>
              <p:nvPr/>
            </p:nvSpPr>
            <p:spPr>
              <a:xfrm>
                <a:off x="1247707" y="2464413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18" name="Google Shape;8918;p60"/>
              <p:cNvSpPr/>
              <p:nvPr/>
            </p:nvSpPr>
            <p:spPr>
              <a:xfrm>
                <a:off x="1247707" y="2625109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919" name="Google Shape;8919;p60"/>
            <p:cNvGrpSpPr/>
            <p:nvPr/>
          </p:nvGrpSpPr>
          <p:grpSpPr>
            <a:xfrm>
              <a:off x="1421567" y="1179665"/>
              <a:ext cx="80771" cy="1526215"/>
              <a:chOff x="1421567" y="1179665"/>
              <a:chExt cx="80771" cy="1526215"/>
            </a:xfrm>
          </p:grpSpPr>
          <p:sp>
            <p:nvSpPr>
              <p:cNvPr id="8920" name="Google Shape;8920;p60"/>
              <p:cNvSpPr/>
              <p:nvPr/>
            </p:nvSpPr>
            <p:spPr>
              <a:xfrm>
                <a:off x="1421567" y="1179665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21" name="Google Shape;8921;p60"/>
              <p:cNvSpPr/>
              <p:nvPr/>
            </p:nvSpPr>
            <p:spPr>
              <a:xfrm>
                <a:off x="1421567" y="1340360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22" name="Google Shape;8922;p60"/>
              <p:cNvSpPr/>
              <p:nvPr/>
            </p:nvSpPr>
            <p:spPr>
              <a:xfrm>
                <a:off x="1421567" y="1501056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23" name="Google Shape;8923;p60"/>
              <p:cNvSpPr/>
              <p:nvPr/>
            </p:nvSpPr>
            <p:spPr>
              <a:xfrm>
                <a:off x="1421567" y="1661752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24" name="Google Shape;8924;p60"/>
              <p:cNvSpPr/>
              <p:nvPr/>
            </p:nvSpPr>
            <p:spPr>
              <a:xfrm>
                <a:off x="1421567" y="1821630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25" name="Google Shape;8925;p60"/>
              <p:cNvSpPr/>
              <p:nvPr/>
            </p:nvSpPr>
            <p:spPr>
              <a:xfrm>
                <a:off x="1421567" y="1982326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26" name="Google Shape;8926;p60"/>
              <p:cNvSpPr/>
              <p:nvPr/>
            </p:nvSpPr>
            <p:spPr>
              <a:xfrm>
                <a:off x="1421567" y="2143022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27" name="Google Shape;8927;p60"/>
              <p:cNvSpPr/>
              <p:nvPr/>
            </p:nvSpPr>
            <p:spPr>
              <a:xfrm>
                <a:off x="1421567" y="2303717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28" name="Google Shape;8928;p60"/>
              <p:cNvSpPr/>
              <p:nvPr/>
            </p:nvSpPr>
            <p:spPr>
              <a:xfrm>
                <a:off x="1421567" y="2464413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29" name="Google Shape;8929;p60"/>
              <p:cNvSpPr/>
              <p:nvPr/>
            </p:nvSpPr>
            <p:spPr>
              <a:xfrm>
                <a:off x="1421567" y="2625109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930" name="Google Shape;8930;p60"/>
            <p:cNvGrpSpPr/>
            <p:nvPr/>
          </p:nvGrpSpPr>
          <p:grpSpPr>
            <a:xfrm>
              <a:off x="1592327" y="1179665"/>
              <a:ext cx="80771" cy="1526215"/>
              <a:chOff x="1592327" y="1179665"/>
              <a:chExt cx="80771" cy="1526215"/>
            </a:xfrm>
          </p:grpSpPr>
          <p:sp>
            <p:nvSpPr>
              <p:cNvPr id="8931" name="Google Shape;8931;p60"/>
              <p:cNvSpPr/>
              <p:nvPr/>
            </p:nvSpPr>
            <p:spPr>
              <a:xfrm>
                <a:off x="1592327" y="1179665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32" name="Google Shape;8932;p60"/>
              <p:cNvSpPr/>
              <p:nvPr/>
            </p:nvSpPr>
            <p:spPr>
              <a:xfrm>
                <a:off x="1592327" y="1340360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33" name="Google Shape;8933;p60"/>
              <p:cNvSpPr/>
              <p:nvPr/>
            </p:nvSpPr>
            <p:spPr>
              <a:xfrm>
                <a:off x="1592327" y="1501056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34" name="Google Shape;8934;p60"/>
              <p:cNvSpPr/>
              <p:nvPr/>
            </p:nvSpPr>
            <p:spPr>
              <a:xfrm>
                <a:off x="1592327" y="1661752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35" name="Google Shape;8935;p60"/>
              <p:cNvSpPr/>
              <p:nvPr/>
            </p:nvSpPr>
            <p:spPr>
              <a:xfrm>
                <a:off x="1592327" y="1821630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36" name="Google Shape;8936;p60"/>
              <p:cNvSpPr/>
              <p:nvPr/>
            </p:nvSpPr>
            <p:spPr>
              <a:xfrm>
                <a:off x="1592327" y="1982326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37" name="Google Shape;8937;p60"/>
              <p:cNvSpPr/>
              <p:nvPr/>
            </p:nvSpPr>
            <p:spPr>
              <a:xfrm>
                <a:off x="1592327" y="2143022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38" name="Google Shape;8938;p60"/>
              <p:cNvSpPr/>
              <p:nvPr/>
            </p:nvSpPr>
            <p:spPr>
              <a:xfrm>
                <a:off x="1592327" y="2303717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39" name="Google Shape;8939;p60"/>
              <p:cNvSpPr/>
              <p:nvPr/>
            </p:nvSpPr>
            <p:spPr>
              <a:xfrm>
                <a:off x="1592327" y="2464413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40" name="Google Shape;8940;p60"/>
              <p:cNvSpPr/>
              <p:nvPr/>
            </p:nvSpPr>
            <p:spPr>
              <a:xfrm>
                <a:off x="1592327" y="2625109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941" name="Google Shape;8941;p60"/>
            <p:cNvGrpSpPr/>
            <p:nvPr/>
          </p:nvGrpSpPr>
          <p:grpSpPr>
            <a:xfrm>
              <a:off x="1766187" y="1179665"/>
              <a:ext cx="80771" cy="1526215"/>
              <a:chOff x="1766187" y="1179665"/>
              <a:chExt cx="80771" cy="1526215"/>
            </a:xfrm>
          </p:grpSpPr>
          <p:sp>
            <p:nvSpPr>
              <p:cNvPr id="8942" name="Google Shape;8942;p60"/>
              <p:cNvSpPr/>
              <p:nvPr/>
            </p:nvSpPr>
            <p:spPr>
              <a:xfrm>
                <a:off x="1766187" y="1179665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43" name="Google Shape;8943;p60"/>
              <p:cNvSpPr/>
              <p:nvPr/>
            </p:nvSpPr>
            <p:spPr>
              <a:xfrm>
                <a:off x="1766187" y="1340360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44" name="Google Shape;8944;p60"/>
              <p:cNvSpPr/>
              <p:nvPr/>
            </p:nvSpPr>
            <p:spPr>
              <a:xfrm>
                <a:off x="1766187" y="1501056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45" name="Google Shape;8945;p60"/>
              <p:cNvSpPr/>
              <p:nvPr/>
            </p:nvSpPr>
            <p:spPr>
              <a:xfrm>
                <a:off x="1766187" y="1661752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46" name="Google Shape;8946;p60"/>
              <p:cNvSpPr/>
              <p:nvPr/>
            </p:nvSpPr>
            <p:spPr>
              <a:xfrm>
                <a:off x="1766187" y="1821630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47" name="Google Shape;8947;p60"/>
              <p:cNvSpPr/>
              <p:nvPr/>
            </p:nvSpPr>
            <p:spPr>
              <a:xfrm>
                <a:off x="1766187" y="1982326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48" name="Google Shape;8948;p60"/>
              <p:cNvSpPr/>
              <p:nvPr/>
            </p:nvSpPr>
            <p:spPr>
              <a:xfrm>
                <a:off x="1766187" y="2143022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49" name="Google Shape;8949;p60"/>
              <p:cNvSpPr/>
              <p:nvPr/>
            </p:nvSpPr>
            <p:spPr>
              <a:xfrm>
                <a:off x="1766187" y="2303717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50" name="Google Shape;8950;p60"/>
              <p:cNvSpPr/>
              <p:nvPr/>
            </p:nvSpPr>
            <p:spPr>
              <a:xfrm>
                <a:off x="1766187" y="2464413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51" name="Google Shape;8951;p60"/>
              <p:cNvSpPr/>
              <p:nvPr/>
            </p:nvSpPr>
            <p:spPr>
              <a:xfrm>
                <a:off x="1766187" y="2625109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952" name="Google Shape;8952;p60"/>
            <p:cNvGrpSpPr/>
            <p:nvPr/>
          </p:nvGrpSpPr>
          <p:grpSpPr>
            <a:xfrm>
              <a:off x="1936935" y="1179665"/>
              <a:ext cx="80771" cy="1526215"/>
              <a:chOff x="1936935" y="1179665"/>
              <a:chExt cx="80771" cy="1526215"/>
            </a:xfrm>
          </p:grpSpPr>
          <p:sp>
            <p:nvSpPr>
              <p:cNvPr id="8953" name="Google Shape;8953;p60"/>
              <p:cNvSpPr/>
              <p:nvPr/>
            </p:nvSpPr>
            <p:spPr>
              <a:xfrm>
                <a:off x="1936935" y="1179665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54" name="Google Shape;8954;p60"/>
              <p:cNvSpPr/>
              <p:nvPr/>
            </p:nvSpPr>
            <p:spPr>
              <a:xfrm>
                <a:off x="1936935" y="1340360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55" name="Google Shape;8955;p60"/>
              <p:cNvSpPr/>
              <p:nvPr/>
            </p:nvSpPr>
            <p:spPr>
              <a:xfrm>
                <a:off x="1936935" y="1501056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56" name="Google Shape;8956;p60"/>
              <p:cNvSpPr/>
              <p:nvPr/>
            </p:nvSpPr>
            <p:spPr>
              <a:xfrm>
                <a:off x="1936935" y="1661752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57" name="Google Shape;8957;p60"/>
              <p:cNvSpPr/>
              <p:nvPr/>
            </p:nvSpPr>
            <p:spPr>
              <a:xfrm>
                <a:off x="1936935" y="1821630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58" name="Google Shape;8958;p60"/>
              <p:cNvSpPr/>
              <p:nvPr/>
            </p:nvSpPr>
            <p:spPr>
              <a:xfrm>
                <a:off x="1936935" y="1982326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59" name="Google Shape;8959;p60"/>
              <p:cNvSpPr/>
              <p:nvPr/>
            </p:nvSpPr>
            <p:spPr>
              <a:xfrm>
                <a:off x="1936935" y="2143022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60" name="Google Shape;8960;p60"/>
              <p:cNvSpPr/>
              <p:nvPr/>
            </p:nvSpPr>
            <p:spPr>
              <a:xfrm>
                <a:off x="1936935" y="2303717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61" name="Google Shape;8961;p60"/>
              <p:cNvSpPr/>
              <p:nvPr/>
            </p:nvSpPr>
            <p:spPr>
              <a:xfrm>
                <a:off x="1936935" y="2464413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62" name="Google Shape;8962;p60"/>
              <p:cNvSpPr/>
              <p:nvPr/>
            </p:nvSpPr>
            <p:spPr>
              <a:xfrm>
                <a:off x="1936935" y="2625109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963" name="Google Shape;8963;p60"/>
            <p:cNvGrpSpPr/>
            <p:nvPr/>
          </p:nvGrpSpPr>
          <p:grpSpPr>
            <a:xfrm>
              <a:off x="2110795" y="1179665"/>
              <a:ext cx="80771" cy="1526215"/>
              <a:chOff x="2110795" y="1179665"/>
              <a:chExt cx="80771" cy="1526215"/>
            </a:xfrm>
          </p:grpSpPr>
          <p:sp>
            <p:nvSpPr>
              <p:cNvPr id="8964" name="Google Shape;8964;p60"/>
              <p:cNvSpPr/>
              <p:nvPr/>
            </p:nvSpPr>
            <p:spPr>
              <a:xfrm>
                <a:off x="2110795" y="1179665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65" name="Google Shape;8965;p60"/>
              <p:cNvSpPr/>
              <p:nvPr/>
            </p:nvSpPr>
            <p:spPr>
              <a:xfrm>
                <a:off x="2110795" y="1340360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66" name="Google Shape;8966;p60"/>
              <p:cNvSpPr/>
              <p:nvPr/>
            </p:nvSpPr>
            <p:spPr>
              <a:xfrm>
                <a:off x="2110795" y="1501056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67" name="Google Shape;8967;p60"/>
              <p:cNvSpPr/>
              <p:nvPr/>
            </p:nvSpPr>
            <p:spPr>
              <a:xfrm>
                <a:off x="2110795" y="1661752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68" name="Google Shape;8968;p60"/>
              <p:cNvSpPr/>
              <p:nvPr/>
            </p:nvSpPr>
            <p:spPr>
              <a:xfrm>
                <a:off x="2110795" y="1821630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69" name="Google Shape;8969;p60"/>
              <p:cNvSpPr/>
              <p:nvPr/>
            </p:nvSpPr>
            <p:spPr>
              <a:xfrm>
                <a:off x="2110795" y="1982326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70" name="Google Shape;8970;p60"/>
              <p:cNvSpPr/>
              <p:nvPr/>
            </p:nvSpPr>
            <p:spPr>
              <a:xfrm>
                <a:off x="2110795" y="2143022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71" name="Google Shape;8971;p60"/>
              <p:cNvSpPr/>
              <p:nvPr/>
            </p:nvSpPr>
            <p:spPr>
              <a:xfrm>
                <a:off x="2110795" y="2303717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72" name="Google Shape;8972;p60"/>
              <p:cNvSpPr/>
              <p:nvPr/>
            </p:nvSpPr>
            <p:spPr>
              <a:xfrm>
                <a:off x="2110795" y="2464413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73" name="Google Shape;8973;p60"/>
              <p:cNvSpPr/>
              <p:nvPr/>
            </p:nvSpPr>
            <p:spPr>
              <a:xfrm>
                <a:off x="2110795" y="2625109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974" name="Google Shape;8974;p60"/>
            <p:cNvGrpSpPr/>
            <p:nvPr/>
          </p:nvGrpSpPr>
          <p:grpSpPr>
            <a:xfrm>
              <a:off x="2284655" y="1179665"/>
              <a:ext cx="80771" cy="1526215"/>
              <a:chOff x="2284655" y="1179665"/>
              <a:chExt cx="80771" cy="1526215"/>
            </a:xfrm>
          </p:grpSpPr>
          <p:sp>
            <p:nvSpPr>
              <p:cNvPr id="8975" name="Google Shape;8975;p60"/>
              <p:cNvSpPr/>
              <p:nvPr/>
            </p:nvSpPr>
            <p:spPr>
              <a:xfrm>
                <a:off x="2284655" y="1179665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76" name="Google Shape;8976;p60"/>
              <p:cNvSpPr/>
              <p:nvPr/>
            </p:nvSpPr>
            <p:spPr>
              <a:xfrm>
                <a:off x="2284655" y="1340360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77" name="Google Shape;8977;p60"/>
              <p:cNvSpPr/>
              <p:nvPr/>
            </p:nvSpPr>
            <p:spPr>
              <a:xfrm>
                <a:off x="2284655" y="1501056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78" name="Google Shape;8978;p60"/>
              <p:cNvSpPr/>
              <p:nvPr/>
            </p:nvSpPr>
            <p:spPr>
              <a:xfrm>
                <a:off x="2284655" y="1661752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79" name="Google Shape;8979;p60"/>
              <p:cNvSpPr/>
              <p:nvPr/>
            </p:nvSpPr>
            <p:spPr>
              <a:xfrm>
                <a:off x="2284655" y="1821630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80" name="Google Shape;8980;p60"/>
              <p:cNvSpPr/>
              <p:nvPr/>
            </p:nvSpPr>
            <p:spPr>
              <a:xfrm>
                <a:off x="2284655" y="1982326"/>
                <a:ext cx="80771" cy="80771"/>
              </a:xfrm>
              <a:prstGeom prst="rect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81" name="Google Shape;8981;p60"/>
              <p:cNvSpPr/>
              <p:nvPr/>
            </p:nvSpPr>
            <p:spPr>
              <a:xfrm>
                <a:off x="2284655" y="2143022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82" name="Google Shape;8982;p60"/>
              <p:cNvSpPr/>
              <p:nvPr/>
            </p:nvSpPr>
            <p:spPr>
              <a:xfrm>
                <a:off x="2284655" y="2303717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83" name="Google Shape;8983;p60"/>
              <p:cNvSpPr/>
              <p:nvPr/>
            </p:nvSpPr>
            <p:spPr>
              <a:xfrm>
                <a:off x="2284655" y="2464413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84" name="Google Shape;8984;p60"/>
              <p:cNvSpPr/>
              <p:nvPr/>
            </p:nvSpPr>
            <p:spPr>
              <a:xfrm>
                <a:off x="2284655" y="2625109"/>
                <a:ext cx="80771" cy="80771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85" name="Google Shape;8985;p60"/>
          <p:cNvGrpSpPr/>
          <p:nvPr/>
        </p:nvGrpSpPr>
        <p:grpSpPr>
          <a:xfrm>
            <a:off x="2603245" y="985011"/>
            <a:ext cx="1364147" cy="1102032"/>
            <a:chOff x="2623904" y="1198803"/>
            <a:chExt cx="1364147" cy="1102032"/>
          </a:xfrm>
        </p:grpSpPr>
        <p:grpSp>
          <p:nvGrpSpPr>
            <p:cNvPr id="8986" name="Google Shape;8986;p60"/>
            <p:cNvGrpSpPr/>
            <p:nvPr/>
          </p:nvGrpSpPr>
          <p:grpSpPr>
            <a:xfrm>
              <a:off x="2623907" y="1198803"/>
              <a:ext cx="1364144" cy="272899"/>
              <a:chOff x="2623907" y="1198803"/>
              <a:chExt cx="1364144" cy="272899"/>
            </a:xfrm>
          </p:grpSpPr>
          <p:sp>
            <p:nvSpPr>
              <p:cNvPr id="8987" name="Google Shape;8987;p60"/>
              <p:cNvSpPr/>
              <p:nvPr/>
            </p:nvSpPr>
            <p:spPr>
              <a:xfrm>
                <a:off x="3715152" y="1198803"/>
                <a:ext cx="272899" cy="272899"/>
              </a:xfrm>
              <a:prstGeom prst="diamond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88" name="Google Shape;8988;p60"/>
              <p:cNvSpPr/>
              <p:nvPr/>
            </p:nvSpPr>
            <p:spPr>
              <a:xfrm>
                <a:off x="2623907" y="1198803"/>
                <a:ext cx="272899" cy="272899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89" name="Google Shape;8989;p60"/>
              <p:cNvSpPr/>
              <p:nvPr/>
            </p:nvSpPr>
            <p:spPr>
              <a:xfrm>
                <a:off x="2896718" y="1198803"/>
                <a:ext cx="272899" cy="272899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90" name="Google Shape;8990;p60"/>
              <p:cNvSpPr/>
              <p:nvPr/>
            </p:nvSpPr>
            <p:spPr>
              <a:xfrm>
                <a:off x="3169529" y="1198803"/>
                <a:ext cx="272899" cy="272899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91" name="Google Shape;8991;p60"/>
              <p:cNvSpPr/>
              <p:nvPr/>
            </p:nvSpPr>
            <p:spPr>
              <a:xfrm>
                <a:off x="3442341" y="1198803"/>
                <a:ext cx="272899" cy="272899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992" name="Google Shape;8992;p60"/>
            <p:cNvGrpSpPr/>
            <p:nvPr/>
          </p:nvGrpSpPr>
          <p:grpSpPr>
            <a:xfrm>
              <a:off x="2623904" y="1476964"/>
              <a:ext cx="1364144" cy="272899"/>
              <a:chOff x="2623904" y="1476964"/>
              <a:chExt cx="1364144" cy="272899"/>
            </a:xfrm>
          </p:grpSpPr>
          <p:sp>
            <p:nvSpPr>
              <p:cNvPr id="8993" name="Google Shape;8993;p60"/>
              <p:cNvSpPr/>
              <p:nvPr/>
            </p:nvSpPr>
            <p:spPr>
              <a:xfrm>
                <a:off x="3169527" y="1476964"/>
                <a:ext cx="272899" cy="272899"/>
              </a:xfrm>
              <a:prstGeom prst="diamond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94" name="Google Shape;8994;p60"/>
              <p:cNvSpPr/>
              <p:nvPr/>
            </p:nvSpPr>
            <p:spPr>
              <a:xfrm>
                <a:off x="3442338" y="1476964"/>
                <a:ext cx="272899" cy="272899"/>
              </a:xfrm>
              <a:prstGeom prst="diamond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95" name="Google Shape;8995;p60"/>
              <p:cNvSpPr/>
              <p:nvPr/>
            </p:nvSpPr>
            <p:spPr>
              <a:xfrm>
                <a:off x="3715149" y="1476964"/>
                <a:ext cx="272899" cy="272899"/>
              </a:xfrm>
              <a:prstGeom prst="diamond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96" name="Google Shape;8996;p60"/>
              <p:cNvSpPr/>
              <p:nvPr/>
            </p:nvSpPr>
            <p:spPr>
              <a:xfrm>
                <a:off x="2623904" y="1476964"/>
                <a:ext cx="272899" cy="272899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97" name="Google Shape;8997;p60"/>
              <p:cNvSpPr/>
              <p:nvPr/>
            </p:nvSpPr>
            <p:spPr>
              <a:xfrm>
                <a:off x="2896716" y="1476964"/>
                <a:ext cx="272899" cy="272899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998" name="Google Shape;8998;p60"/>
            <p:cNvGrpSpPr/>
            <p:nvPr/>
          </p:nvGrpSpPr>
          <p:grpSpPr>
            <a:xfrm>
              <a:off x="2623907" y="1749775"/>
              <a:ext cx="1364144" cy="272899"/>
              <a:chOff x="2623907" y="1749775"/>
              <a:chExt cx="1364144" cy="272899"/>
            </a:xfrm>
          </p:grpSpPr>
          <p:sp>
            <p:nvSpPr>
              <p:cNvPr id="8999" name="Google Shape;8999;p60"/>
              <p:cNvSpPr/>
              <p:nvPr/>
            </p:nvSpPr>
            <p:spPr>
              <a:xfrm>
                <a:off x="3442341" y="1749775"/>
                <a:ext cx="272899" cy="272899"/>
              </a:xfrm>
              <a:prstGeom prst="diamond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00" name="Google Shape;9000;p60"/>
              <p:cNvSpPr/>
              <p:nvPr/>
            </p:nvSpPr>
            <p:spPr>
              <a:xfrm>
                <a:off x="3715152" y="1749775"/>
                <a:ext cx="272899" cy="272899"/>
              </a:xfrm>
              <a:prstGeom prst="diamond">
                <a:avLst/>
              </a:pr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01" name="Google Shape;9001;p60"/>
              <p:cNvSpPr/>
              <p:nvPr/>
            </p:nvSpPr>
            <p:spPr>
              <a:xfrm>
                <a:off x="2623907" y="1749775"/>
                <a:ext cx="272899" cy="272899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02" name="Google Shape;9002;p60"/>
              <p:cNvSpPr/>
              <p:nvPr/>
            </p:nvSpPr>
            <p:spPr>
              <a:xfrm>
                <a:off x="2896718" y="1749775"/>
                <a:ext cx="272899" cy="272899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03" name="Google Shape;9003;p60"/>
              <p:cNvSpPr/>
              <p:nvPr/>
            </p:nvSpPr>
            <p:spPr>
              <a:xfrm>
                <a:off x="3169529" y="1749775"/>
                <a:ext cx="272899" cy="272899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9004" name="Google Shape;9004;p60"/>
            <p:cNvGrpSpPr/>
            <p:nvPr/>
          </p:nvGrpSpPr>
          <p:grpSpPr>
            <a:xfrm>
              <a:off x="2623904" y="2027936"/>
              <a:ext cx="1364144" cy="272899"/>
              <a:chOff x="2623904" y="2027936"/>
              <a:chExt cx="1364144" cy="272899"/>
            </a:xfrm>
          </p:grpSpPr>
          <p:sp>
            <p:nvSpPr>
              <p:cNvPr id="9005" name="Google Shape;9005;p60"/>
              <p:cNvSpPr/>
              <p:nvPr/>
            </p:nvSpPr>
            <p:spPr>
              <a:xfrm>
                <a:off x="2623904" y="2027936"/>
                <a:ext cx="272899" cy="272899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06" name="Google Shape;9006;p60"/>
              <p:cNvSpPr/>
              <p:nvPr/>
            </p:nvSpPr>
            <p:spPr>
              <a:xfrm>
                <a:off x="2896716" y="2027936"/>
                <a:ext cx="272899" cy="272899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07" name="Google Shape;9007;p60"/>
              <p:cNvSpPr/>
              <p:nvPr/>
            </p:nvSpPr>
            <p:spPr>
              <a:xfrm>
                <a:off x="3169527" y="2027936"/>
                <a:ext cx="272899" cy="272899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08" name="Google Shape;9008;p60"/>
              <p:cNvSpPr/>
              <p:nvPr/>
            </p:nvSpPr>
            <p:spPr>
              <a:xfrm>
                <a:off x="3442338" y="2027936"/>
                <a:ext cx="272899" cy="272899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09" name="Google Shape;9009;p60"/>
              <p:cNvSpPr/>
              <p:nvPr/>
            </p:nvSpPr>
            <p:spPr>
              <a:xfrm>
                <a:off x="3715149" y="2027936"/>
                <a:ext cx="272899" cy="272899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10" name="Google Shape;9010;p60"/>
          <p:cNvGrpSpPr/>
          <p:nvPr/>
        </p:nvGrpSpPr>
        <p:grpSpPr>
          <a:xfrm>
            <a:off x="2592706" y="2444193"/>
            <a:ext cx="1387541" cy="159124"/>
            <a:chOff x="3200660" y="2180272"/>
            <a:chExt cx="2563824" cy="378237"/>
          </a:xfrm>
        </p:grpSpPr>
        <p:sp>
          <p:nvSpPr>
            <p:cNvPr id="9011" name="Google Shape;9011;p60"/>
            <p:cNvSpPr/>
            <p:nvPr/>
          </p:nvSpPr>
          <p:spPr>
            <a:xfrm>
              <a:off x="3200660" y="2180272"/>
              <a:ext cx="108240" cy="378237"/>
            </a:xfrm>
            <a:custGeom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solidFill>
              <a:srgbClr val="869FB2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12" name="Google Shape;9012;p60"/>
            <p:cNvSpPr/>
            <p:nvPr/>
          </p:nvSpPr>
          <p:spPr>
            <a:xfrm>
              <a:off x="3345104" y="2180272"/>
              <a:ext cx="108240" cy="378237"/>
            </a:xfrm>
            <a:custGeom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869FB2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13" name="Google Shape;9013;p60"/>
            <p:cNvSpPr/>
            <p:nvPr/>
          </p:nvSpPr>
          <p:spPr>
            <a:xfrm>
              <a:off x="3489548" y="2180272"/>
              <a:ext cx="108240" cy="378237"/>
            </a:xfrm>
            <a:custGeom>
              <a:rect l="l" t="t" r="r" b="b"/>
              <a:pathLst>
                <a:path w="8543" h="37890" extrusionOk="0">
                  <a:moveTo>
                    <a:pt x="621" y="1"/>
                  </a:moveTo>
                  <a:cubicBezTo>
                    <a:pt x="276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21" y="37890"/>
                  </a:cubicBezTo>
                  <a:lnTo>
                    <a:pt x="7937" y="37890"/>
                  </a:lnTo>
                  <a:cubicBezTo>
                    <a:pt x="8281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81" y="1"/>
                    <a:pt x="7937" y="1"/>
                  </a:cubicBezTo>
                  <a:close/>
                </a:path>
              </a:pathLst>
            </a:custGeom>
            <a:solidFill>
              <a:srgbClr val="869FB2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14" name="Google Shape;9014;p60"/>
            <p:cNvSpPr/>
            <p:nvPr/>
          </p:nvSpPr>
          <p:spPr>
            <a:xfrm>
              <a:off x="3633992" y="2180272"/>
              <a:ext cx="108252" cy="378237"/>
            </a:xfrm>
            <a:custGeom>
              <a:rect l="l" t="t" r="r" b="b"/>
              <a:pathLst>
                <a:path w="8544" h="37890" extrusionOk="0">
                  <a:moveTo>
                    <a:pt x="621" y="1"/>
                  </a:moveTo>
                  <a:cubicBezTo>
                    <a:pt x="277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7" y="37890"/>
                    <a:pt x="621" y="37890"/>
                  </a:cubicBezTo>
                  <a:lnTo>
                    <a:pt x="7937" y="37890"/>
                  </a:lnTo>
                  <a:cubicBezTo>
                    <a:pt x="8268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8" y="1"/>
                    <a:pt x="7937" y="1"/>
                  </a:cubicBezTo>
                  <a:close/>
                </a:path>
              </a:pathLst>
            </a:custGeom>
            <a:solidFill>
              <a:srgbClr val="869FB2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15" name="Google Shape;9015;p60"/>
            <p:cNvSpPr/>
            <p:nvPr/>
          </p:nvSpPr>
          <p:spPr>
            <a:xfrm>
              <a:off x="3778448" y="2180272"/>
              <a:ext cx="108240" cy="378097"/>
            </a:xfrm>
            <a:custGeom>
              <a:rect l="l" t="t" r="r" b="b"/>
              <a:pathLst>
                <a:path w="8543" h="37876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06" y="37876"/>
                  </a:cubicBezTo>
                  <a:lnTo>
                    <a:pt x="7936" y="37876"/>
                  </a:lnTo>
                  <a:cubicBezTo>
                    <a:pt x="8267" y="37876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16" name="Google Shape;9016;p60"/>
            <p:cNvSpPr/>
            <p:nvPr/>
          </p:nvSpPr>
          <p:spPr>
            <a:xfrm>
              <a:off x="3922892" y="2180272"/>
              <a:ext cx="108240" cy="378237"/>
            </a:xfrm>
            <a:custGeom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869FB2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17" name="Google Shape;9017;p60"/>
            <p:cNvSpPr/>
            <p:nvPr/>
          </p:nvSpPr>
          <p:spPr>
            <a:xfrm>
              <a:off x="4067336" y="2180272"/>
              <a:ext cx="108240" cy="378237"/>
            </a:xfrm>
            <a:custGeom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869FB2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18" name="Google Shape;9018;p60"/>
            <p:cNvSpPr/>
            <p:nvPr/>
          </p:nvSpPr>
          <p:spPr>
            <a:xfrm>
              <a:off x="4211780" y="2180272"/>
              <a:ext cx="108252" cy="378237"/>
            </a:xfrm>
            <a:custGeom>
              <a:rect l="l" t="t" r="r" b="b"/>
              <a:pathLst>
                <a:path w="8544" h="37890" extrusionOk="0">
                  <a:moveTo>
                    <a:pt x="621" y="1"/>
                  </a:moveTo>
                  <a:cubicBezTo>
                    <a:pt x="276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21" y="37890"/>
                  </a:cubicBezTo>
                  <a:lnTo>
                    <a:pt x="7937" y="37890"/>
                  </a:lnTo>
                  <a:cubicBezTo>
                    <a:pt x="8281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81" y="1"/>
                    <a:pt x="7937" y="1"/>
                  </a:cubicBezTo>
                  <a:close/>
                </a:path>
              </a:pathLst>
            </a:custGeom>
            <a:solidFill>
              <a:srgbClr val="869FB2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19" name="Google Shape;9019;p60"/>
            <p:cNvSpPr/>
            <p:nvPr/>
          </p:nvSpPr>
          <p:spPr>
            <a:xfrm>
              <a:off x="4356236" y="2180272"/>
              <a:ext cx="108240" cy="378097"/>
            </a:xfrm>
            <a:custGeom>
              <a:rect l="l" t="t" r="r" b="b"/>
              <a:pathLst>
                <a:path w="8543" h="37876" extrusionOk="0">
                  <a:moveTo>
                    <a:pt x="620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20" y="37876"/>
                  </a:cubicBezTo>
                  <a:lnTo>
                    <a:pt x="7936" y="37876"/>
                  </a:lnTo>
                  <a:cubicBezTo>
                    <a:pt x="8267" y="37876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20" name="Google Shape;9020;p60"/>
            <p:cNvSpPr/>
            <p:nvPr/>
          </p:nvSpPr>
          <p:spPr>
            <a:xfrm>
              <a:off x="4500680" y="2180272"/>
              <a:ext cx="108240" cy="378237"/>
            </a:xfrm>
            <a:custGeom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36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77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21" name="Google Shape;9021;p60"/>
            <p:cNvSpPr/>
            <p:nvPr/>
          </p:nvSpPr>
          <p:spPr>
            <a:xfrm>
              <a:off x="4645124" y="2180272"/>
              <a:ext cx="108240" cy="378097"/>
            </a:xfrm>
            <a:custGeom>
              <a:rect l="l" t="t" r="r" b="b"/>
              <a:pathLst>
                <a:path w="8543" h="37876" extrusionOk="0">
                  <a:moveTo>
                    <a:pt x="607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07" y="37876"/>
                  </a:cubicBezTo>
                  <a:lnTo>
                    <a:pt x="7936" y="37876"/>
                  </a:lnTo>
                  <a:cubicBezTo>
                    <a:pt x="8267" y="37876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22" name="Google Shape;9022;p60"/>
            <p:cNvSpPr/>
            <p:nvPr/>
          </p:nvSpPr>
          <p:spPr>
            <a:xfrm>
              <a:off x="4789568" y="2180272"/>
              <a:ext cx="108240" cy="378237"/>
            </a:xfrm>
            <a:custGeom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23" name="Google Shape;9023;p60"/>
            <p:cNvSpPr/>
            <p:nvPr/>
          </p:nvSpPr>
          <p:spPr>
            <a:xfrm>
              <a:off x="4934012" y="2180272"/>
              <a:ext cx="108240" cy="378237"/>
            </a:xfrm>
            <a:custGeom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3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3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24" name="Google Shape;9024;p60"/>
            <p:cNvSpPr/>
            <p:nvPr/>
          </p:nvSpPr>
          <p:spPr>
            <a:xfrm>
              <a:off x="5078456" y="2180272"/>
              <a:ext cx="108240" cy="378237"/>
            </a:xfrm>
            <a:custGeom>
              <a:rect l="l" t="t" r="r" b="b"/>
              <a:pathLst>
                <a:path w="8543" h="37890" extrusionOk="0">
                  <a:moveTo>
                    <a:pt x="620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20" y="37890"/>
                  </a:cubicBezTo>
                  <a:lnTo>
                    <a:pt x="7936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77"/>
                    <a:pt x="8267" y="1"/>
                    <a:pt x="793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25" name="Google Shape;9025;p60"/>
            <p:cNvSpPr/>
            <p:nvPr/>
          </p:nvSpPr>
          <p:spPr>
            <a:xfrm>
              <a:off x="5222900" y="2180272"/>
              <a:ext cx="108240" cy="378237"/>
            </a:xfrm>
            <a:custGeom>
              <a:rect l="l" t="t" r="r" b="b"/>
              <a:pathLst>
                <a:path w="8543" h="37890" extrusionOk="0">
                  <a:moveTo>
                    <a:pt x="620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20" y="37890"/>
                  </a:cubicBezTo>
                  <a:lnTo>
                    <a:pt x="7936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3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26" name="Google Shape;9026;p60"/>
            <p:cNvSpPr/>
            <p:nvPr/>
          </p:nvSpPr>
          <p:spPr>
            <a:xfrm>
              <a:off x="5367343" y="2180272"/>
              <a:ext cx="108240" cy="378237"/>
            </a:xfrm>
            <a:custGeom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76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07" y="37890"/>
                  </a:cubicBezTo>
                  <a:lnTo>
                    <a:pt x="7937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37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27" name="Google Shape;9027;p60"/>
            <p:cNvSpPr/>
            <p:nvPr/>
          </p:nvSpPr>
          <p:spPr>
            <a:xfrm>
              <a:off x="5511787" y="2180272"/>
              <a:ext cx="108240" cy="378097"/>
            </a:xfrm>
            <a:custGeom>
              <a:rect l="l" t="t" r="r" b="b"/>
              <a:pathLst>
                <a:path w="8543" h="37876" extrusionOk="0">
                  <a:moveTo>
                    <a:pt x="607" y="1"/>
                  </a:moveTo>
                  <a:cubicBezTo>
                    <a:pt x="276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76"/>
                    <a:pt x="607" y="37876"/>
                  </a:cubicBezTo>
                  <a:lnTo>
                    <a:pt x="7923" y="37876"/>
                  </a:lnTo>
                  <a:cubicBezTo>
                    <a:pt x="8267" y="37876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28" name="Google Shape;9028;p60"/>
            <p:cNvSpPr/>
            <p:nvPr/>
          </p:nvSpPr>
          <p:spPr>
            <a:xfrm>
              <a:off x="5656231" y="2180272"/>
              <a:ext cx="108252" cy="378237"/>
            </a:xfrm>
            <a:custGeom>
              <a:rect l="l" t="t" r="r" b="b"/>
              <a:pathLst>
                <a:path w="8544" h="37890" extrusionOk="0">
                  <a:moveTo>
                    <a:pt x="607" y="1"/>
                  </a:moveTo>
                  <a:cubicBezTo>
                    <a:pt x="263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3" y="37890"/>
                    <a:pt x="607" y="37890"/>
                  </a:cubicBezTo>
                  <a:lnTo>
                    <a:pt x="7923" y="37890"/>
                  </a:lnTo>
                  <a:cubicBezTo>
                    <a:pt x="8268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8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029" name="Google Shape;9029;p60"/>
          <p:cNvGrpSpPr/>
          <p:nvPr/>
        </p:nvGrpSpPr>
        <p:grpSpPr>
          <a:xfrm>
            <a:off x="2589231" y="2722018"/>
            <a:ext cx="1390502" cy="159625"/>
            <a:chOff x="3530150" y="2790075"/>
            <a:chExt cx="1962600" cy="225300"/>
          </a:xfrm>
        </p:grpSpPr>
        <p:sp>
          <p:nvSpPr>
            <p:cNvPr id="9030" name="Google Shape;9030;p60"/>
            <p:cNvSpPr/>
            <p:nvPr/>
          </p:nvSpPr>
          <p:spPr>
            <a:xfrm>
              <a:off x="3530150" y="2790075"/>
              <a:ext cx="1962600" cy="225300"/>
            </a:xfrm>
            <a:prstGeom prst="rect">
              <a:avLst/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31" name="Google Shape;9031;p60"/>
            <p:cNvSpPr/>
            <p:nvPr/>
          </p:nvSpPr>
          <p:spPr>
            <a:xfrm>
              <a:off x="3535069" y="2794464"/>
              <a:ext cx="1104900" cy="216900"/>
            </a:xfrm>
            <a:prstGeom prst="rect">
              <a:avLst/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032" name="Google Shape;9032;p60"/>
          <p:cNvGrpSpPr/>
          <p:nvPr/>
        </p:nvGrpSpPr>
        <p:grpSpPr>
          <a:xfrm>
            <a:off x="2589884" y="3000344"/>
            <a:ext cx="1411629" cy="153761"/>
            <a:chOff x="3558802" y="4011427"/>
            <a:chExt cx="1866000" cy="111300"/>
          </a:xfrm>
        </p:grpSpPr>
        <p:sp>
          <p:nvSpPr>
            <p:cNvPr id="9033" name="Google Shape;9033;p60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34" name="Google Shape;9034;p60"/>
            <p:cNvSpPr/>
            <p:nvPr/>
          </p:nvSpPr>
          <p:spPr>
            <a:xfrm rot="5400000" flipH="1">
              <a:off x="4162472" y="3415277"/>
              <a:ext cx="104700" cy="13047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035" name="Google Shape;9035;p60"/>
          <p:cNvGrpSpPr/>
          <p:nvPr/>
        </p:nvGrpSpPr>
        <p:grpSpPr>
          <a:xfrm>
            <a:off x="2589576" y="2205744"/>
            <a:ext cx="1383503" cy="119749"/>
            <a:chOff x="3465975" y="2270276"/>
            <a:chExt cx="1986364" cy="171929"/>
          </a:xfrm>
        </p:grpSpPr>
        <p:sp>
          <p:nvSpPr>
            <p:cNvPr id="9036" name="Google Shape;9036;p60"/>
            <p:cNvSpPr/>
            <p:nvPr/>
          </p:nvSpPr>
          <p:spPr>
            <a:xfrm rot="-5400000">
              <a:off x="3725184" y="2270305"/>
              <a:ext cx="171900" cy="171900"/>
            </a:xfrm>
            <a:prstGeom prst="ellipse">
              <a:avLst/>
            </a:prstGeom>
            <a:solidFill>
              <a:srgbClr val="5F7D95"/>
            </a:solidFill>
            <a:ln w="19050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37" name="Google Shape;9037;p60"/>
            <p:cNvSpPr/>
            <p:nvPr/>
          </p:nvSpPr>
          <p:spPr>
            <a:xfrm rot="-5400000">
              <a:off x="3984394" y="2270305"/>
              <a:ext cx="171900" cy="171900"/>
            </a:xfrm>
            <a:prstGeom prst="ellipse">
              <a:avLst/>
            </a:prstGeom>
            <a:solidFill>
              <a:srgbClr val="5F7D95"/>
            </a:solidFill>
            <a:ln w="19050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38" name="Google Shape;9038;p60"/>
            <p:cNvSpPr/>
            <p:nvPr/>
          </p:nvSpPr>
          <p:spPr>
            <a:xfrm rot="-5400000">
              <a:off x="4243603" y="2270305"/>
              <a:ext cx="171900" cy="171900"/>
            </a:xfrm>
            <a:prstGeom prst="ellipse">
              <a:avLst/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39" name="Google Shape;9039;p60"/>
            <p:cNvSpPr/>
            <p:nvPr/>
          </p:nvSpPr>
          <p:spPr>
            <a:xfrm rot="-5400000">
              <a:off x="4502812" y="2270305"/>
              <a:ext cx="171900" cy="171900"/>
            </a:xfrm>
            <a:prstGeom prst="ellipse">
              <a:avLst/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40" name="Google Shape;9040;p60"/>
            <p:cNvSpPr/>
            <p:nvPr/>
          </p:nvSpPr>
          <p:spPr>
            <a:xfrm rot="-5400000">
              <a:off x="4762021" y="2270305"/>
              <a:ext cx="171900" cy="171900"/>
            </a:xfrm>
            <a:prstGeom prst="ellipse">
              <a:avLst/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41" name="Google Shape;9041;p60"/>
            <p:cNvSpPr/>
            <p:nvPr/>
          </p:nvSpPr>
          <p:spPr>
            <a:xfrm rot="-5400000">
              <a:off x="3465975" y="2270305"/>
              <a:ext cx="171900" cy="171900"/>
            </a:xfrm>
            <a:prstGeom prst="ellipse">
              <a:avLst/>
            </a:prstGeom>
            <a:solidFill>
              <a:srgbClr val="5F7D95"/>
            </a:solidFill>
            <a:ln w="19050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42" name="Google Shape;9042;p60"/>
            <p:cNvSpPr/>
            <p:nvPr/>
          </p:nvSpPr>
          <p:spPr>
            <a:xfrm rot="-5400000">
              <a:off x="5021230" y="2270276"/>
              <a:ext cx="171900" cy="171900"/>
            </a:xfrm>
            <a:prstGeom prst="ellipse">
              <a:avLst/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43" name="Google Shape;9043;p60"/>
            <p:cNvSpPr/>
            <p:nvPr/>
          </p:nvSpPr>
          <p:spPr>
            <a:xfrm rot="-5400000">
              <a:off x="5280440" y="2270276"/>
              <a:ext cx="171900" cy="171900"/>
            </a:xfrm>
            <a:prstGeom prst="ellipse">
              <a:avLst/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044" name="Google Shape;9044;p60"/>
          <p:cNvGrpSpPr/>
          <p:nvPr/>
        </p:nvGrpSpPr>
        <p:grpSpPr>
          <a:xfrm>
            <a:off x="2600584" y="3569394"/>
            <a:ext cx="1369531" cy="195460"/>
            <a:chOff x="723300" y="4253549"/>
            <a:chExt cx="2276482" cy="324900"/>
          </a:xfrm>
        </p:grpSpPr>
        <p:sp>
          <p:nvSpPr>
            <p:cNvPr id="9045" name="Google Shape;9045;p60"/>
            <p:cNvSpPr/>
            <p:nvPr/>
          </p:nvSpPr>
          <p:spPr>
            <a:xfrm>
              <a:off x="723300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46" name="Google Shape;9046;p60"/>
            <p:cNvSpPr/>
            <p:nvPr/>
          </p:nvSpPr>
          <p:spPr>
            <a:xfrm>
              <a:off x="1206995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47" name="Google Shape;9047;p60"/>
            <p:cNvSpPr/>
            <p:nvPr/>
          </p:nvSpPr>
          <p:spPr>
            <a:xfrm>
              <a:off x="1690691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48" name="Google Shape;9048;p60"/>
            <p:cNvSpPr/>
            <p:nvPr/>
          </p:nvSpPr>
          <p:spPr>
            <a:xfrm>
              <a:off x="2174386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49" name="Google Shape;9049;p60"/>
            <p:cNvSpPr/>
            <p:nvPr/>
          </p:nvSpPr>
          <p:spPr>
            <a:xfrm>
              <a:off x="2658082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050" name="Google Shape;9050;p60"/>
          <p:cNvGrpSpPr/>
          <p:nvPr/>
        </p:nvGrpSpPr>
        <p:grpSpPr>
          <a:xfrm>
            <a:off x="2590145" y="3270574"/>
            <a:ext cx="1389066" cy="180119"/>
            <a:chOff x="705948" y="3788465"/>
            <a:chExt cx="2308953" cy="299400"/>
          </a:xfrm>
        </p:grpSpPr>
        <p:sp>
          <p:nvSpPr>
            <p:cNvPr id="9051" name="Google Shape;9051;p60"/>
            <p:cNvSpPr/>
            <p:nvPr/>
          </p:nvSpPr>
          <p:spPr>
            <a:xfrm>
              <a:off x="705948" y="3788465"/>
              <a:ext cx="335400" cy="299400"/>
            </a:xfrm>
            <a:prstGeom prst="heart">
              <a:avLst/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52" name="Google Shape;9052;p60"/>
            <p:cNvSpPr/>
            <p:nvPr/>
          </p:nvSpPr>
          <p:spPr>
            <a:xfrm>
              <a:off x="1209923" y="3788465"/>
              <a:ext cx="335400" cy="299400"/>
            </a:xfrm>
            <a:prstGeom prst="heart">
              <a:avLst/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53" name="Google Shape;9053;p60"/>
            <p:cNvSpPr/>
            <p:nvPr/>
          </p:nvSpPr>
          <p:spPr>
            <a:xfrm>
              <a:off x="1713905" y="3788465"/>
              <a:ext cx="335400" cy="299400"/>
            </a:xfrm>
            <a:prstGeom prst="heart">
              <a:avLst/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54" name="Google Shape;9054;p60"/>
            <p:cNvSpPr/>
            <p:nvPr/>
          </p:nvSpPr>
          <p:spPr>
            <a:xfrm>
              <a:off x="2189639" y="3788465"/>
              <a:ext cx="335400" cy="299400"/>
            </a:xfrm>
            <a:prstGeom prst="heart">
              <a:avLst/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55" name="Google Shape;9055;p60"/>
            <p:cNvSpPr/>
            <p:nvPr/>
          </p:nvSpPr>
          <p:spPr>
            <a:xfrm>
              <a:off x="2679500" y="3788465"/>
              <a:ext cx="335400" cy="299400"/>
            </a:xfrm>
            <a:prstGeom prst="heart">
              <a:avLst/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056" name="Google Shape;9056;p60"/>
          <p:cNvGrpSpPr/>
          <p:nvPr/>
        </p:nvGrpSpPr>
        <p:grpSpPr>
          <a:xfrm>
            <a:off x="2638082" y="3883554"/>
            <a:ext cx="1304609" cy="294074"/>
            <a:chOff x="2658741" y="4097347"/>
            <a:chExt cx="1304609" cy="294074"/>
          </a:xfrm>
        </p:grpSpPr>
        <p:grpSp>
          <p:nvGrpSpPr>
            <p:cNvPr id="9057" name="Google Shape;9057;p60"/>
            <p:cNvGrpSpPr/>
            <p:nvPr/>
          </p:nvGrpSpPr>
          <p:grpSpPr>
            <a:xfrm>
              <a:off x="2658741" y="4097347"/>
              <a:ext cx="118572" cy="294074"/>
              <a:chOff x="3343310" y="4475555"/>
              <a:chExt cx="127717" cy="316753"/>
            </a:xfrm>
          </p:grpSpPr>
          <p:sp>
            <p:nvSpPr>
              <p:cNvPr id="9058" name="Google Shape;9058;p60"/>
              <p:cNvSpPr/>
              <p:nvPr/>
            </p:nvSpPr>
            <p:spPr>
              <a:xfrm>
                <a:off x="3343310" y="4535967"/>
                <a:ext cx="127717" cy="256341"/>
              </a:xfrm>
              <a:custGeom>
                <a:rect l="l" t="t" r="r" b="b"/>
                <a:pathLst>
                  <a:path w="77995" h="156544" extrusionOk="0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59" name="Google Shape;9059;p60"/>
              <p:cNvSpPr/>
              <p:nvPr/>
            </p:nvSpPr>
            <p:spPr>
              <a:xfrm>
                <a:off x="3381341" y="4475555"/>
                <a:ext cx="52189" cy="52135"/>
              </a:xfrm>
              <a:custGeom>
                <a:rect l="l" t="t" r="r" b="b"/>
                <a:pathLst>
                  <a:path w="31871" h="31837" extrusionOk="0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9060" name="Google Shape;9060;p60"/>
            <p:cNvGrpSpPr/>
            <p:nvPr/>
          </p:nvGrpSpPr>
          <p:grpSpPr>
            <a:xfrm>
              <a:off x="3815519" y="4098388"/>
              <a:ext cx="147831" cy="291991"/>
              <a:chOff x="3527539" y="4476677"/>
              <a:chExt cx="159232" cy="314510"/>
            </a:xfrm>
          </p:grpSpPr>
          <p:sp>
            <p:nvSpPr>
              <p:cNvPr id="9061" name="Google Shape;9061;p60"/>
              <p:cNvSpPr/>
              <p:nvPr/>
            </p:nvSpPr>
            <p:spPr>
              <a:xfrm>
                <a:off x="3527539" y="4536716"/>
                <a:ext cx="159232" cy="254471"/>
              </a:xfrm>
              <a:custGeom>
                <a:rect l="l" t="t" r="r" b="b"/>
                <a:pathLst>
                  <a:path w="97241" h="155402" extrusionOk="0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62" name="Google Shape;9062;p60"/>
              <p:cNvSpPr/>
              <p:nvPr/>
            </p:nvSpPr>
            <p:spPr>
              <a:xfrm>
                <a:off x="3581381" y="4476677"/>
                <a:ext cx="51814" cy="51761"/>
              </a:xfrm>
              <a:custGeom>
                <a:rect l="l" t="t" r="r" b="b"/>
                <a:pathLst>
                  <a:path w="31642" h="31610" extrusionOk="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9063" name="Google Shape;9063;p60"/>
            <p:cNvGrpSpPr/>
            <p:nvPr/>
          </p:nvGrpSpPr>
          <p:grpSpPr>
            <a:xfrm>
              <a:off x="3511696" y="4098388"/>
              <a:ext cx="147831" cy="291991"/>
              <a:chOff x="3527539" y="4476677"/>
              <a:chExt cx="159232" cy="314510"/>
            </a:xfrm>
          </p:grpSpPr>
          <p:sp>
            <p:nvSpPr>
              <p:cNvPr id="9064" name="Google Shape;9064;p60"/>
              <p:cNvSpPr/>
              <p:nvPr/>
            </p:nvSpPr>
            <p:spPr>
              <a:xfrm>
                <a:off x="3527539" y="4536716"/>
                <a:ext cx="159232" cy="254471"/>
              </a:xfrm>
              <a:custGeom>
                <a:rect l="l" t="t" r="r" b="b"/>
                <a:pathLst>
                  <a:path w="97241" h="155402" extrusionOk="0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65" name="Google Shape;9065;p60"/>
              <p:cNvSpPr/>
              <p:nvPr/>
            </p:nvSpPr>
            <p:spPr>
              <a:xfrm>
                <a:off x="3581381" y="4476677"/>
                <a:ext cx="51814" cy="51761"/>
              </a:xfrm>
              <a:custGeom>
                <a:rect l="l" t="t" r="r" b="b"/>
                <a:pathLst>
                  <a:path w="31642" h="31610" extrusionOk="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9066" name="Google Shape;9066;p60"/>
            <p:cNvGrpSpPr/>
            <p:nvPr/>
          </p:nvGrpSpPr>
          <p:grpSpPr>
            <a:xfrm>
              <a:off x="3207874" y="4098388"/>
              <a:ext cx="147831" cy="291991"/>
              <a:chOff x="3527539" y="4476677"/>
              <a:chExt cx="159232" cy="314510"/>
            </a:xfrm>
          </p:grpSpPr>
          <p:sp>
            <p:nvSpPr>
              <p:cNvPr id="9067" name="Google Shape;9067;p60"/>
              <p:cNvSpPr/>
              <p:nvPr/>
            </p:nvSpPr>
            <p:spPr>
              <a:xfrm>
                <a:off x="3527539" y="4536716"/>
                <a:ext cx="159232" cy="254471"/>
              </a:xfrm>
              <a:custGeom>
                <a:rect l="l" t="t" r="r" b="b"/>
                <a:pathLst>
                  <a:path w="97241" h="155402" extrusionOk="0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68" name="Google Shape;9068;p60"/>
              <p:cNvSpPr/>
              <p:nvPr/>
            </p:nvSpPr>
            <p:spPr>
              <a:xfrm>
                <a:off x="3581381" y="4476677"/>
                <a:ext cx="51814" cy="51761"/>
              </a:xfrm>
              <a:custGeom>
                <a:rect l="l" t="t" r="r" b="b"/>
                <a:pathLst>
                  <a:path w="31642" h="31610" extrusionOk="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9069" name="Google Shape;9069;p60"/>
            <p:cNvGrpSpPr/>
            <p:nvPr/>
          </p:nvGrpSpPr>
          <p:grpSpPr>
            <a:xfrm>
              <a:off x="2933305" y="4097347"/>
              <a:ext cx="118572" cy="294074"/>
              <a:chOff x="3343310" y="4475555"/>
              <a:chExt cx="127717" cy="316753"/>
            </a:xfrm>
          </p:grpSpPr>
          <p:sp>
            <p:nvSpPr>
              <p:cNvPr id="9070" name="Google Shape;9070;p60"/>
              <p:cNvSpPr/>
              <p:nvPr/>
            </p:nvSpPr>
            <p:spPr>
              <a:xfrm>
                <a:off x="3343310" y="4535967"/>
                <a:ext cx="127717" cy="256341"/>
              </a:xfrm>
              <a:custGeom>
                <a:rect l="l" t="t" r="r" b="b"/>
                <a:pathLst>
                  <a:path w="77995" h="156544" extrusionOk="0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71" name="Google Shape;9071;p60"/>
              <p:cNvSpPr/>
              <p:nvPr/>
            </p:nvSpPr>
            <p:spPr>
              <a:xfrm>
                <a:off x="3381341" y="4475555"/>
                <a:ext cx="52189" cy="52135"/>
              </a:xfrm>
              <a:custGeom>
                <a:rect l="l" t="t" r="r" b="b"/>
                <a:pathLst>
                  <a:path w="31871" h="31837" extrusionOk="0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72" name="Google Shape;9072;p60"/>
          <p:cNvGrpSpPr/>
          <p:nvPr/>
        </p:nvGrpSpPr>
        <p:grpSpPr>
          <a:xfrm>
            <a:off x="4256912" y="1866676"/>
            <a:ext cx="1433821" cy="191501"/>
            <a:chOff x="4273350" y="2080469"/>
            <a:chExt cx="1433821" cy="191501"/>
          </a:xfrm>
        </p:grpSpPr>
        <p:grpSp>
          <p:nvGrpSpPr>
            <p:cNvPr id="9073" name="Google Shape;9073;p60"/>
            <p:cNvGrpSpPr/>
            <p:nvPr/>
          </p:nvGrpSpPr>
          <p:grpSpPr>
            <a:xfrm>
              <a:off x="4273350" y="2080469"/>
              <a:ext cx="1433821" cy="0"/>
              <a:chOff x="5224975" y="2962250"/>
              <a:chExt cx="1544400" cy="0"/>
            </a:xfrm>
          </p:grpSpPr>
          <p:cxnSp>
            <p:nvCxnSpPr>
              <p:cNvPr id="9074" name="Google Shape;9074;p60"/>
              <p:cNvCxnSpPr/>
              <p:nvPr/>
            </p:nvCxnSpPr>
            <p:spPr>
              <a:xfrm>
                <a:off x="5224975" y="2962250"/>
                <a:ext cx="1544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75" name="Google Shape;9075;p60"/>
              <p:cNvCxnSpPr/>
              <p:nvPr/>
            </p:nvCxnSpPr>
            <p:spPr>
              <a:xfrm>
                <a:off x="5225150" y="2962250"/>
                <a:ext cx="453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9076" name="Google Shape;9076;p60"/>
            <p:cNvGrpSpPr/>
            <p:nvPr/>
          </p:nvGrpSpPr>
          <p:grpSpPr>
            <a:xfrm>
              <a:off x="4273350" y="2271969"/>
              <a:ext cx="1433821" cy="0"/>
              <a:chOff x="5224975" y="2962250"/>
              <a:chExt cx="1544400" cy="0"/>
            </a:xfrm>
          </p:grpSpPr>
          <p:cxnSp>
            <p:nvCxnSpPr>
              <p:cNvPr id="9077" name="Google Shape;9077;p60"/>
              <p:cNvCxnSpPr/>
              <p:nvPr/>
            </p:nvCxnSpPr>
            <p:spPr>
              <a:xfrm>
                <a:off x="5224975" y="2962250"/>
                <a:ext cx="1544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78" name="Google Shape;9078;p60"/>
              <p:cNvCxnSpPr/>
              <p:nvPr/>
            </p:nvCxnSpPr>
            <p:spPr>
              <a:xfrm>
                <a:off x="5225150" y="2962250"/>
                <a:ext cx="9987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9079" name="Google Shape;9079;p60"/>
          <p:cNvGrpSpPr/>
          <p:nvPr/>
        </p:nvGrpSpPr>
        <p:grpSpPr>
          <a:xfrm>
            <a:off x="4258467" y="969244"/>
            <a:ext cx="1430711" cy="743389"/>
            <a:chOff x="5159450" y="1919950"/>
            <a:chExt cx="1541050" cy="862500"/>
          </a:xfrm>
        </p:grpSpPr>
        <p:sp>
          <p:nvSpPr>
            <p:cNvPr id="9080" name="Google Shape;9080;p60"/>
            <p:cNvSpPr/>
            <p:nvPr/>
          </p:nvSpPr>
          <p:spPr>
            <a:xfrm>
              <a:off x="5216414" y="2060033"/>
              <a:ext cx="1436820" cy="600250"/>
            </a:xfrm>
            <a:custGeom>
              <a:rect l="l" t="t" r="r" b="b"/>
              <a:pathLst>
                <a:path w="165771" h="69253" extrusionOk="0">
                  <a:moveTo>
                    <a:pt x="0" y="62158"/>
                  </a:moveTo>
                  <a:cubicBezTo>
                    <a:pt x="3093" y="59686"/>
                    <a:pt x="11731" y="46368"/>
                    <a:pt x="18559" y="47324"/>
                  </a:cubicBezTo>
                  <a:cubicBezTo>
                    <a:pt x="25388" y="48280"/>
                    <a:pt x="34933" y="75569"/>
                    <a:pt x="40971" y="67894"/>
                  </a:cubicBezTo>
                  <a:cubicBezTo>
                    <a:pt x="47009" y="60219"/>
                    <a:pt x="49466" y="8743"/>
                    <a:pt x="54788" y="1272"/>
                  </a:cubicBezTo>
                  <a:cubicBezTo>
                    <a:pt x="60110" y="-6199"/>
                    <a:pt x="66121" y="21612"/>
                    <a:pt x="72901" y="23070"/>
                  </a:cubicBezTo>
                  <a:cubicBezTo>
                    <a:pt x="79681" y="24528"/>
                    <a:pt x="89301" y="7131"/>
                    <a:pt x="95467" y="10022"/>
                  </a:cubicBezTo>
                  <a:cubicBezTo>
                    <a:pt x="101633" y="12913"/>
                    <a:pt x="104182" y="34714"/>
                    <a:pt x="109898" y="40416"/>
                  </a:cubicBezTo>
                  <a:cubicBezTo>
                    <a:pt x="115614" y="46118"/>
                    <a:pt x="123315" y="40320"/>
                    <a:pt x="129762" y="44234"/>
                  </a:cubicBezTo>
                  <a:cubicBezTo>
                    <a:pt x="136209" y="48148"/>
                    <a:pt x="142580" y="65416"/>
                    <a:pt x="148581" y="63902"/>
                  </a:cubicBezTo>
                  <a:cubicBezTo>
                    <a:pt x="154583" y="62388"/>
                    <a:pt x="162906" y="39942"/>
                    <a:pt x="165771" y="35150"/>
                  </a:cubicBezTo>
                </a:path>
              </a:pathLst>
            </a:custGeom>
            <a:noFill/>
            <a:ln w="19050" cap="flat" cmpd="sng">
              <a:solidFill>
                <a:srgbClr val="5F7D95"/>
              </a:solidFill>
              <a:prstDash val="solid"/>
              <a:round/>
              <a:headEnd type="oval" w="med" len="med"/>
              <a:tailEnd type="oval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081" name="Google Shape;9081;p60"/>
            <p:cNvGrpSpPr/>
            <p:nvPr/>
          </p:nvGrpSpPr>
          <p:grpSpPr>
            <a:xfrm>
              <a:off x="5159450" y="1919950"/>
              <a:ext cx="1541050" cy="862500"/>
              <a:chOff x="5159450" y="1919950"/>
              <a:chExt cx="1541050" cy="862500"/>
            </a:xfrm>
          </p:grpSpPr>
          <p:cxnSp>
            <p:nvCxnSpPr>
              <p:cNvPr id="9082" name="Google Shape;9082;p60"/>
              <p:cNvCxnSpPr/>
              <p:nvPr/>
            </p:nvCxnSpPr>
            <p:spPr>
              <a:xfrm flipH="1">
                <a:off x="5159450" y="1919950"/>
                <a:ext cx="0" cy="862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83" name="Google Shape;9083;p60"/>
              <p:cNvCxnSpPr/>
              <p:nvPr/>
            </p:nvCxnSpPr>
            <p:spPr>
              <a:xfrm>
                <a:off x="5161200" y="2778975"/>
                <a:ext cx="1539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9084" name="Google Shape;9084;p60"/>
          <p:cNvGrpSpPr/>
          <p:nvPr/>
        </p:nvGrpSpPr>
        <p:grpSpPr>
          <a:xfrm>
            <a:off x="4248581" y="2192571"/>
            <a:ext cx="1450484" cy="1052087"/>
            <a:chOff x="5230575" y="1554475"/>
            <a:chExt cx="2137150" cy="1550150"/>
          </a:xfrm>
        </p:grpSpPr>
        <p:sp>
          <p:nvSpPr>
            <p:cNvPr id="9085" name="Google Shape;9085;p60"/>
            <p:cNvSpPr/>
            <p:nvPr/>
          </p:nvSpPr>
          <p:spPr>
            <a:xfrm>
              <a:off x="6296450" y="2863325"/>
              <a:ext cx="1071275" cy="157150"/>
            </a:xfrm>
            <a:custGeom>
              <a:rect l="l" t="t" r="r" b="b"/>
              <a:pathLst>
                <a:path w="42851" h="6286" extrusionOk="0">
                  <a:moveTo>
                    <a:pt x="0" y="1"/>
                  </a:moveTo>
                  <a:lnTo>
                    <a:pt x="0" y="6286"/>
                  </a:lnTo>
                  <a:lnTo>
                    <a:pt x="42851" y="6286"/>
                  </a:lnTo>
                  <a:lnTo>
                    <a:pt x="42851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86" name="Google Shape;9086;p60"/>
            <p:cNvSpPr/>
            <p:nvPr/>
          </p:nvSpPr>
          <p:spPr>
            <a:xfrm>
              <a:off x="5230575" y="2863325"/>
              <a:ext cx="1071350" cy="157150"/>
            </a:xfrm>
            <a:custGeom>
              <a:rect l="l" t="t" r="r" b="b"/>
              <a:pathLst>
                <a:path w="42854" h="6286" extrusionOk="0">
                  <a:moveTo>
                    <a:pt x="0" y="1"/>
                  </a:moveTo>
                  <a:lnTo>
                    <a:pt x="0" y="6286"/>
                  </a:lnTo>
                  <a:lnTo>
                    <a:pt x="42854" y="6286"/>
                  </a:lnTo>
                  <a:lnTo>
                    <a:pt x="42854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87" name="Google Shape;9087;p60"/>
            <p:cNvSpPr/>
            <p:nvPr/>
          </p:nvSpPr>
          <p:spPr>
            <a:xfrm>
              <a:off x="6296450" y="2611125"/>
              <a:ext cx="1071275" cy="157150"/>
            </a:xfrm>
            <a:custGeom>
              <a:rect l="l" t="t" r="r" b="b"/>
              <a:pathLst>
                <a:path w="42851" h="6286" extrusionOk="0">
                  <a:moveTo>
                    <a:pt x="0" y="0"/>
                  </a:moveTo>
                  <a:lnTo>
                    <a:pt x="0" y="6285"/>
                  </a:lnTo>
                  <a:lnTo>
                    <a:pt x="42851" y="6285"/>
                  </a:lnTo>
                  <a:lnTo>
                    <a:pt x="4285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88" name="Google Shape;9088;p60"/>
            <p:cNvSpPr/>
            <p:nvPr/>
          </p:nvSpPr>
          <p:spPr>
            <a:xfrm>
              <a:off x="5230575" y="2611125"/>
              <a:ext cx="1071350" cy="157150"/>
            </a:xfrm>
            <a:custGeom>
              <a:rect l="l" t="t" r="r" b="b"/>
              <a:pathLst>
                <a:path w="42854" h="6286" extrusionOk="0">
                  <a:moveTo>
                    <a:pt x="0" y="0"/>
                  </a:moveTo>
                  <a:lnTo>
                    <a:pt x="0" y="6285"/>
                  </a:lnTo>
                  <a:lnTo>
                    <a:pt x="42854" y="6285"/>
                  </a:lnTo>
                  <a:lnTo>
                    <a:pt x="42854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89" name="Google Shape;9089;p60"/>
            <p:cNvSpPr/>
            <p:nvPr/>
          </p:nvSpPr>
          <p:spPr>
            <a:xfrm>
              <a:off x="6296450" y="2358900"/>
              <a:ext cx="1071275" cy="157150"/>
            </a:xfrm>
            <a:custGeom>
              <a:rect l="l" t="t" r="r" b="b"/>
              <a:pathLst>
                <a:path w="42851" h="6286" extrusionOk="0">
                  <a:moveTo>
                    <a:pt x="0" y="1"/>
                  </a:moveTo>
                  <a:lnTo>
                    <a:pt x="0" y="6286"/>
                  </a:lnTo>
                  <a:lnTo>
                    <a:pt x="42851" y="6286"/>
                  </a:lnTo>
                  <a:lnTo>
                    <a:pt x="42851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90" name="Google Shape;9090;p60"/>
            <p:cNvSpPr/>
            <p:nvPr/>
          </p:nvSpPr>
          <p:spPr>
            <a:xfrm>
              <a:off x="5230575" y="2358900"/>
              <a:ext cx="1071350" cy="157150"/>
            </a:xfrm>
            <a:custGeom>
              <a:rect l="l" t="t" r="r" b="b"/>
              <a:pathLst>
                <a:path w="42854" h="6286" extrusionOk="0">
                  <a:moveTo>
                    <a:pt x="0" y="1"/>
                  </a:moveTo>
                  <a:lnTo>
                    <a:pt x="0" y="6286"/>
                  </a:lnTo>
                  <a:lnTo>
                    <a:pt x="42854" y="6286"/>
                  </a:lnTo>
                  <a:lnTo>
                    <a:pt x="42854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91" name="Google Shape;9091;p60"/>
            <p:cNvSpPr/>
            <p:nvPr/>
          </p:nvSpPr>
          <p:spPr>
            <a:xfrm>
              <a:off x="6296450" y="2106700"/>
              <a:ext cx="989900" cy="157150"/>
            </a:xfrm>
            <a:custGeom>
              <a:rect l="l" t="t" r="r" b="b"/>
              <a:pathLst>
                <a:path w="39596" h="6286" extrusionOk="0">
                  <a:moveTo>
                    <a:pt x="0" y="0"/>
                  </a:moveTo>
                  <a:lnTo>
                    <a:pt x="0" y="6285"/>
                  </a:lnTo>
                  <a:lnTo>
                    <a:pt x="39596" y="6285"/>
                  </a:lnTo>
                  <a:lnTo>
                    <a:pt x="39596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92" name="Google Shape;9092;p60"/>
            <p:cNvSpPr/>
            <p:nvPr/>
          </p:nvSpPr>
          <p:spPr>
            <a:xfrm>
              <a:off x="5474700" y="2106700"/>
              <a:ext cx="827225" cy="157150"/>
            </a:xfrm>
            <a:custGeom>
              <a:rect l="l" t="t" r="r" b="b"/>
              <a:pathLst>
                <a:path w="33089" h="6286" extrusionOk="0">
                  <a:moveTo>
                    <a:pt x="0" y="0"/>
                  </a:moveTo>
                  <a:lnTo>
                    <a:pt x="0" y="6285"/>
                  </a:lnTo>
                  <a:lnTo>
                    <a:pt x="33089" y="6285"/>
                  </a:lnTo>
                  <a:lnTo>
                    <a:pt x="33089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93" name="Google Shape;9093;p60"/>
            <p:cNvSpPr/>
            <p:nvPr/>
          </p:nvSpPr>
          <p:spPr>
            <a:xfrm>
              <a:off x="6296450" y="1854475"/>
              <a:ext cx="827225" cy="157175"/>
            </a:xfrm>
            <a:custGeom>
              <a:rect l="l" t="t" r="r" b="b"/>
              <a:pathLst>
                <a:path w="33089" h="6287" extrusionOk="0">
                  <a:moveTo>
                    <a:pt x="0" y="1"/>
                  </a:moveTo>
                  <a:lnTo>
                    <a:pt x="0" y="6286"/>
                  </a:lnTo>
                  <a:lnTo>
                    <a:pt x="33089" y="6286"/>
                  </a:lnTo>
                  <a:lnTo>
                    <a:pt x="33089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94" name="Google Shape;9094;p60"/>
            <p:cNvSpPr/>
            <p:nvPr/>
          </p:nvSpPr>
          <p:spPr>
            <a:xfrm>
              <a:off x="5637425" y="1854475"/>
              <a:ext cx="664500" cy="157175"/>
            </a:xfrm>
            <a:custGeom>
              <a:rect l="l" t="t" r="r" b="b"/>
              <a:pathLst>
                <a:path w="26580" h="6287" extrusionOk="0">
                  <a:moveTo>
                    <a:pt x="1" y="1"/>
                  </a:moveTo>
                  <a:lnTo>
                    <a:pt x="1" y="6286"/>
                  </a:lnTo>
                  <a:lnTo>
                    <a:pt x="26580" y="6286"/>
                  </a:lnTo>
                  <a:lnTo>
                    <a:pt x="26580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95" name="Google Shape;9095;p60"/>
            <p:cNvSpPr/>
            <p:nvPr/>
          </p:nvSpPr>
          <p:spPr>
            <a:xfrm>
              <a:off x="6296450" y="1602275"/>
              <a:ext cx="501750" cy="157075"/>
            </a:xfrm>
            <a:custGeom>
              <a:rect l="l" t="t" r="r" b="b"/>
              <a:pathLst>
                <a:path w="20070" h="6283" extrusionOk="0">
                  <a:moveTo>
                    <a:pt x="0" y="1"/>
                  </a:moveTo>
                  <a:lnTo>
                    <a:pt x="0" y="6283"/>
                  </a:lnTo>
                  <a:lnTo>
                    <a:pt x="20069" y="6283"/>
                  </a:lnTo>
                  <a:lnTo>
                    <a:pt x="20069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96" name="Google Shape;9096;p60"/>
            <p:cNvSpPr/>
            <p:nvPr/>
          </p:nvSpPr>
          <p:spPr>
            <a:xfrm>
              <a:off x="5800100" y="1602275"/>
              <a:ext cx="501825" cy="157075"/>
            </a:xfrm>
            <a:custGeom>
              <a:rect l="l" t="t" r="r" b="b"/>
              <a:pathLst>
                <a:path w="20073" h="6283" extrusionOk="0">
                  <a:moveTo>
                    <a:pt x="1" y="1"/>
                  </a:moveTo>
                  <a:lnTo>
                    <a:pt x="1" y="6283"/>
                  </a:lnTo>
                  <a:lnTo>
                    <a:pt x="20073" y="6283"/>
                  </a:lnTo>
                  <a:lnTo>
                    <a:pt x="20073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97" name="Google Shape;9097;p60"/>
            <p:cNvSpPr/>
            <p:nvPr/>
          </p:nvSpPr>
          <p:spPr>
            <a:xfrm>
              <a:off x="6301225" y="1554475"/>
              <a:ext cx="25" cy="1550150"/>
            </a:xfrm>
            <a:custGeom>
              <a:rect l="l" t="t" r="r" b="b"/>
              <a:pathLst>
                <a:path w="1" h="62006" fill="none" extrusionOk="0">
                  <a:moveTo>
                    <a:pt x="1" y="0"/>
                  </a:moveTo>
                  <a:lnTo>
                    <a:pt x="1" y="62006"/>
                  </a:lnTo>
                </a:path>
              </a:pathLst>
            </a:custGeom>
            <a:noFill/>
            <a:ln w="9525" cap="flat" cmpd="sng">
              <a:solidFill>
                <a:srgbClr val="F2F2F2"/>
              </a:solidFill>
              <a:prstDash val="solid"/>
              <a:miter lim="299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098" name="Google Shape;9098;p60"/>
          <p:cNvGrpSpPr/>
          <p:nvPr/>
        </p:nvGrpSpPr>
        <p:grpSpPr>
          <a:xfrm rot="10800000">
            <a:off x="4265131" y="3284761"/>
            <a:ext cx="1417383" cy="887946"/>
            <a:chOff x="5645403" y="2920021"/>
            <a:chExt cx="2650800" cy="2180614"/>
          </a:xfrm>
        </p:grpSpPr>
        <p:sp>
          <p:nvSpPr>
            <p:cNvPr id="9099" name="Google Shape;9099;p60"/>
            <p:cNvSpPr/>
            <p:nvPr/>
          </p:nvSpPr>
          <p:spPr>
            <a:xfrm>
              <a:off x="5772903" y="2920021"/>
              <a:ext cx="2523300" cy="469200"/>
            </a:xfrm>
            <a:prstGeom prst="rect">
              <a:avLst/>
            </a:prstGeom>
            <a:noFill/>
            <a:ln w="9525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9100" name="Google Shape;9100;p60"/>
            <p:cNvCxnSpPr>
              <a:stCxn id="9099" idx="1"/>
            </p:cNvCxnSpPr>
            <p:nvPr/>
          </p:nvCxnSpPr>
          <p:spPr>
            <a:xfrm rot="10800000">
              <a:off x="5645403" y="3154021"/>
              <a:ext cx="127500" cy="600"/>
            </a:xfrm>
            <a:prstGeom prst="straightConnector1">
              <a:avLst/>
            </a:prstGeom>
            <a:noFill/>
            <a:ln w="9525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101" name="Google Shape;9101;p60"/>
            <p:cNvSpPr/>
            <p:nvPr/>
          </p:nvSpPr>
          <p:spPr>
            <a:xfrm>
              <a:off x="6010040" y="3500932"/>
              <a:ext cx="2049000" cy="469200"/>
            </a:xfrm>
            <a:prstGeom prst="rect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9102" name="Google Shape;9102;p60"/>
            <p:cNvCxnSpPr>
              <a:endCxn id="9101" idx="3"/>
            </p:cNvCxnSpPr>
            <p:nvPr/>
          </p:nvCxnSpPr>
          <p:spPr>
            <a:xfrm rot="10800000">
              <a:off x="8059040" y="3735533"/>
              <a:ext cx="135300" cy="0"/>
            </a:xfrm>
            <a:prstGeom prst="straightConnector1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103" name="Google Shape;9103;p60"/>
            <p:cNvSpPr/>
            <p:nvPr/>
          </p:nvSpPr>
          <p:spPr>
            <a:xfrm>
              <a:off x="6299123" y="4066183"/>
              <a:ext cx="1470600" cy="469200"/>
            </a:xfrm>
            <a:prstGeom prst="rect">
              <a:avLst/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9104" name="Google Shape;9104;p60"/>
            <p:cNvCxnSpPr>
              <a:stCxn id="9103" idx="1"/>
            </p:cNvCxnSpPr>
            <p:nvPr/>
          </p:nvCxnSpPr>
          <p:spPr>
            <a:xfrm rot="10800000">
              <a:off x="6175222" y="4300183"/>
              <a:ext cx="123900" cy="600"/>
            </a:xfrm>
            <a:prstGeom prst="straightConnector1">
              <a:avLst/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105" name="Google Shape;9105;p60"/>
            <p:cNvSpPr/>
            <p:nvPr/>
          </p:nvSpPr>
          <p:spPr>
            <a:xfrm>
              <a:off x="6629161" y="4631435"/>
              <a:ext cx="810600" cy="469200"/>
            </a:xfrm>
            <a:prstGeom prst="rect">
              <a:avLst/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9106" name="Google Shape;9106;p60"/>
            <p:cNvCxnSpPr>
              <a:endCxn id="9105" idx="3"/>
            </p:cNvCxnSpPr>
            <p:nvPr/>
          </p:nvCxnSpPr>
          <p:spPr>
            <a:xfrm flipH="1">
              <a:off x="7439761" y="4864535"/>
              <a:ext cx="104400" cy="1500"/>
            </a:xfrm>
            <a:prstGeom prst="straightConnector1">
              <a:avLst/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107" name="Google Shape;9107;p60"/>
          <p:cNvGrpSpPr/>
          <p:nvPr/>
        </p:nvGrpSpPr>
        <p:grpSpPr>
          <a:xfrm>
            <a:off x="7365491" y="2188116"/>
            <a:ext cx="1071743" cy="1021579"/>
            <a:chOff x="7189833" y="2022667"/>
            <a:chExt cx="1251159" cy="1192597"/>
          </a:xfrm>
        </p:grpSpPr>
        <p:sp>
          <p:nvSpPr>
            <p:cNvPr id="9108" name="Google Shape;9108;p60"/>
            <p:cNvSpPr/>
            <p:nvPr/>
          </p:nvSpPr>
          <p:spPr>
            <a:xfrm>
              <a:off x="7474366" y="2461318"/>
              <a:ext cx="682343" cy="220186"/>
            </a:xfrm>
            <a:custGeom>
              <a:rect l="l" t="t" r="r" b="b"/>
              <a:pathLst>
                <a:path w="125546" h="40494" extrusionOk="0">
                  <a:moveTo>
                    <a:pt x="22196" y="1"/>
                  </a:moveTo>
                  <a:lnTo>
                    <a:pt x="8133" y="25661"/>
                  </a:lnTo>
                  <a:lnTo>
                    <a:pt x="1" y="40494"/>
                  </a:lnTo>
                  <a:lnTo>
                    <a:pt x="125545" y="40494"/>
                  </a:lnTo>
                  <a:lnTo>
                    <a:pt x="117413" y="25661"/>
                  </a:lnTo>
                  <a:lnTo>
                    <a:pt x="103351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09" name="Google Shape;9109;p60"/>
            <p:cNvSpPr/>
            <p:nvPr/>
          </p:nvSpPr>
          <p:spPr>
            <a:xfrm>
              <a:off x="7602697" y="2022667"/>
              <a:ext cx="426517" cy="402424"/>
            </a:xfrm>
            <a:custGeom>
              <a:rect l="l" t="t" r="r" b="b"/>
              <a:pathLst>
                <a:path w="78476" h="74009" extrusionOk="0">
                  <a:moveTo>
                    <a:pt x="39246" y="0"/>
                  </a:moveTo>
                  <a:lnTo>
                    <a:pt x="1" y="74009"/>
                  </a:lnTo>
                  <a:lnTo>
                    <a:pt x="78476" y="74009"/>
                  </a:lnTo>
                  <a:lnTo>
                    <a:pt x="39246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10" name="Google Shape;9110;p60"/>
            <p:cNvSpPr/>
            <p:nvPr/>
          </p:nvSpPr>
          <p:spPr>
            <a:xfrm>
              <a:off x="7189833" y="2972969"/>
              <a:ext cx="1251159" cy="242295"/>
            </a:xfrm>
            <a:custGeom>
              <a:rect l="l" t="t" r="r" b="b"/>
              <a:pathLst>
                <a:path w="230204" h="44560" extrusionOk="0">
                  <a:moveTo>
                    <a:pt x="25737" y="1"/>
                  </a:moveTo>
                  <a:lnTo>
                    <a:pt x="0" y="44560"/>
                  </a:lnTo>
                  <a:lnTo>
                    <a:pt x="230204" y="44560"/>
                  </a:lnTo>
                  <a:lnTo>
                    <a:pt x="204467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11" name="Google Shape;9111;p60"/>
            <p:cNvSpPr/>
            <p:nvPr/>
          </p:nvSpPr>
          <p:spPr>
            <a:xfrm>
              <a:off x="7340931" y="2717730"/>
              <a:ext cx="950049" cy="219012"/>
            </a:xfrm>
            <a:custGeom>
              <a:rect l="l" t="t" r="r" b="b"/>
              <a:pathLst>
                <a:path w="174802" h="40278" extrusionOk="0">
                  <a:moveTo>
                    <a:pt x="22750" y="1"/>
                  </a:moveTo>
                  <a:lnTo>
                    <a:pt x="0" y="40278"/>
                  </a:lnTo>
                  <a:lnTo>
                    <a:pt x="174802" y="40278"/>
                  </a:lnTo>
                  <a:lnTo>
                    <a:pt x="152053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112" name="Google Shape;9112;p60"/>
          <p:cNvGrpSpPr/>
          <p:nvPr/>
        </p:nvGrpSpPr>
        <p:grpSpPr>
          <a:xfrm>
            <a:off x="706762" y="2614523"/>
            <a:ext cx="1695374" cy="1560837"/>
            <a:chOff x="727421" y="2828315"/>
            <a:chExt cx="1695374" cy="1560837"/>
          </a:xfrm>
        </p:grpSpPr>
        <p:grpSp>
          <p:nvGrpSpPr>
            <p:cNvPr id="9113" name="Google Shape;9113;p60"/>
            <p:cNvGrpSpPr/>
            <p:nvPr/>
          </p:nvGrpSpPr>
          <p:grpSpPr>
            <a:xfrm>
              <a:off x="819108" y="2882501"/>
              <a:ext cx="103104" cy="1426186"/>
              <a:chOff x="4674013" y="3100904"/>
              <a:chExt cx="122758" cy="1698043"/>
            </a:xfrm>
          </p:grpSpPr>
          <p:sp>
            <p:nvSpPr>
              <p:cNvPr id="9114" name="Google Shape;9114;p60"/>
              <p:cNvSpPr/>
              <p:nvPr/>
            </p:nvSpPr>
            <p:spPr>
              <a:xfrm>
                <a:off x="4674013" y="3100904"/>
                <a:ext cx="122758" cy="122748"/>
              </a:xfrm>
              <a:custGeom>
                <a:rect l="l" t="t" r="r" b="b"/>
                <a:pathLst>
                  <a:path w="12381" h="12380" extrusionOk="0">
                    <a:moveTo>
                      <a:pt x="6191" y="1"/>
                    </a:moveTo>
                    <a:cubicBezTo>
                      <a:pt x="2771" y="1"/>
                      <a:pt x="0" y="2772"/>
                      <a:pt x="0" y="6190"/>
                    </a:cubicBezTo>
                    <a:cubicBezTo>
                      <a:pt x="0" y="9608"/>
                      <a:pt x="2771" y="12379"/>
                      <a:pt x="6191" y="12379"/>
                    </a:cubicBezTo>
                    <a:cubicBezTo>
                      <a:pt x="9610" y="12379"/>
                      <a:pt x="12381" y="9608"/>
                      <a:pt x="12381" y="6190"/>
                    </a:cubicBezTo>
                    <a:cubicBezTo>
                      <a:pt x="12381" y="2772"/>
                      <a:pt x="9610" y="1"/>
                      <a:pt x="619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15" name="Google Shape;9115;p60"/>
              <p:cNvSpPr/>
              <p:nvPr/>
            </p:nvSpPr>
            <p:spPr>
              <a:xfrm>
                <a:off x="4674013" y="3363453"/>
                <a:ext cx="122758" cy="122758"/>
              </a:xfrm>
              <a:custGeom>
                <a:rect l="l" t="t" r="r" b="b"/>
                <a:pathLst>
                  <a:path w="12381" h="12381" extrusionOk="0">
                    <a:moveTo>
                      <a:pt x="6191" y="0"/>
                    </a:moveTo>
                    <a:cubicBezTo>
                      <a:pt x="2771" y="0"/>
                      <a:pt x="0" y="2771"/>
                      <a:pt x="0" y="6191"/>
                    </a:cubicBezTo>
                    <a:cubicBezTo>
                      <a:pt x="0" y="9610"/>
                      <a:pt x="2771" y="12381"/>
                      <a:pt x="6191" y="12381"/>
                    </a:cubicBezTo>
                    <a:cubicBezTo>
                      <a:pt x="9610" y="12381"/>
                      <a:pt x="12381" y="9610"/>
                      <a:pt x="12381" y="6191"/>
                    </a:cubicBezTo>
                    <a:cubicBezTo>
                      <a:pt x="12381" y="2771"/>
                      <a:pt x="9610" y="0"/>
                      <a:pt x="619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16" name="Google Shape;9116;p60"/>
              <p:cNvSpPr/>
              <p:nvPr/>
            </p:nvSpPr>
            <p:spPr>
              <a:xfrm>
                <a:off x="4674013" y="3625992"/>
                <a:ext cx="122738" cy="122768"/>
              </a:xfrm>
              <a:custGeom>
                <a:rect l="l" t="t" r="r" b="b"/>
                <a:pathLst>
                  <a:path w="12379" h="12382" extrusionOk="0">
                    <a:moveTo>
                      <a:pt x="6190" y="1"/>
                    </a:moveTo>
                    <a:cubicBezTo>
                      <a:pt x="2771" y="1"/>
                      <a:pt x="0" y="2774"/>
                      <a:pt x="0" y="6192"/>
                    </a:cubicBezTo>
                    <a:cubicBezTo>
                      <a:pt x="0" y="9610"/>
                      <a:pt x="2771" y="12381"/>
                      <a:pt x="6190" y="12381"/>
                    </a:cubicBezTo>
                    <a:cubicBezTo>
                      <a:pt x="9608" y="12381"/>
                      <a:pt x="12379" y="9610"/>
                      <a:pt x="12379" y="6192"/>
                    </a:cubicBezTo>
                    <a:cubicBezTo>
                      <a:pt x="12379" y="2774"/>
                      <a:pt x="9608" y="1"/>
                      <a:pt x="6190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 w="19050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17" name="Google Shape;9117;p60"/>
              <p:cNvSpPr/>
              <p:nvPr/>
            </p:nvSpPr>
            <p:spPr>
              <a:xfrm>
                <a:off x="4674013" y="3888561"/>
                <a:ext cx="122738" cy="122738"/>
              </a:xfrm>
              <a:custGeom>
                <a:rect l="l" t="t" r="r" b="b"/>
                <a:pathLst>
                  <a:path w="12379" h="12379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89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89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 w="19050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18" name="Google Shape;9118;p60"/>
              <p:cNvSpPr/>
              <p:nvPr/>
            </p:nvSpPr>
            <p:spPr>
              <a:xfrm>
                <a:off x="4674013" y="4151100"/>
                <a:ext cx="122738" cy="122748"/>
              </a:xfrm>
              <a:custGeom>
                <a:rect l="l" t="t" r="r" b="b"/>
                <a:pathLst>
                  <a:path w="12379" h="12380" extrusionOk="0">
                    <a:moveTo>
                      <a:pt x="6190" y="1"/>
                    </a:moveTo>
                    <a:cubicBezTo>
                      <a:pt x="2771" y="1"/>
                      <a:pt x="0" y="2772"/>
                      <a:pt x="0" y="6190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90"/>
                    </a:cubicBezTo>
                    <a:cubicBezTo>
                      <a:pt x="12379" y="2772"/>
                      <a:pt x="9608" y="1"/>
                      <a:pt x="6190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 w="19050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19" name="Google Shape;9119;p60"/>
              <p:cNvSpPr/>
              <p:nvPr/>
            </p:nvSpPr>
            <p:spPr>
              <a:xfrm>
                <a:off x="4674013" y="4413650"/>
                <a:ext cx="122738" cy="122758"/>
              </a:xfrm>
              <a:custGeom>
                <a:rect l="l" t="t" r="r" b="b"/>
                <a:pathLst>
                  <a:path w="12379" h="12381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91"/>
                    </a:cubicBezTo>
                    <a:cubicBezTo>
                      <a:pt x="0" y="9609"/>
                      <a:pt x="2771" y="12380"/>
                      <a:pt x="6190" y="12380"/>
                    </a:cubicBezTo>
                    <a:cubicBezTo>
                      <a:pt x="9608" y="12380"/>
                      <a:pt x="12379" y="9609"/>
                      <a:pt x="12379" y="6191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 w="19050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20" name="Google Shape;9120;p60"/>
              <p:cNvSpPr/>
              <p:nvPr/>
            </p:nvSpPr>
            <p:spPr>
              <a:xfrm>
                <a:off x="4674013" y="4676209"/>
                <a:ext cx="122738" cy="122738"/>
              </a:xfrm>
              <a:custGeom>
                <a:rect l="l" t="t" r="r" b="b"/>
                <a:pathLst>
                  <a:path w="12379" h="12379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89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89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 w="19050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9121" name="Google Shape;9121;p60"/>
            <p:cNvGrpSpPr/>
            <p:nvPr/>
          </p:nvGrpSpPr>
          <p:grpSpPr>
            <a:xfrm>
              <a:off x="1062475" y="2882501"/>
              <a:ext cx="103104" cy="1426186"/>
              <a:chOff x="4940438" y="3100904"/>
              <a:chExt cx="122758" cy="1698043"/>
            </a:xfrm>
          </p:grpSpPr>
          <p:sp>
            <p:nvSpPr>
              <p:cNvPr id="9122" name="Google Shape;9122;p60"/>
              <p:cNvSpPr/>
              <p:nvPr/>
            </p:nvSpPr>
            <p:spPr>
              <a:xfrm>
                <a:off x="4940438" y="3100904"/>
                <a:ext cx="122758" cy="122748"/>
              </a:xfrm>
              <a:custGeom>
                <a:rect l="l" t="t" r="r" b="b"/>
                <a:pathLst>
                  <a:path w="12381" h="12380" extrusionOk="0">
                    <a:moveTo>
                      <a:pt x="6191" y="1"/>
                    </a:moveTo>
                    <a:cubicBezTo>
                      <a:pt x="2771" y="1"/>
                      <a:pt x="0" y="2772"/>
                      <a:pt x="0" y="6190"/>
                    </a:cubicBezTo>
                    <a:cubicBezTo>
                      <a:pt x="0" y="9608"/>
                      <a:pt x="2771" y="12379"/>
                      <a:pt x="6191" y="12379"/>
                    </a:cubicBezTo>
                    <a:cubicBezTo>
                      <a:pt x="9610" y="12379"/>
                      <a:pt x="12381" y="9608"/>
                      <a:pt x="12381" y="6190"/>
                    </a:cubicBezTo>
                    <a:cubicBezTo>
                      <a:pt x="12381" y="2772"/>
                      <a:pt x="9610" y="1"/>
                      <a:pt x="619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23" name="Google Shape;9123;p60"/>
              <p:cNvSpPr/>
              <p:nvPr/>
            </p:nvSpPr>
            <p:spPr>
              <a:xfrm>
                <a:off x="4940438" y="3363453"/>
                <a:ext cx="122758" cy="122758"/>
              </a:xfrm>
              <a:custGeom>
                <a:rect l="l" t="t" r="r" b="b"/>
                <a:pathLst>
                  <a:path w="12381" h="12381" extrusionOk="0">
                    <a:moveTo>
                      <a:pt x="6191" y="0"/>
                    </a:moveTo>
                    <a:cubicBezTo>
                      <a:pt x="2771" y="0"/>
                      <a:pt x="0" y="2771"/>
                      <a:pt x="0" y="6191"/>
                    </a:cubicBezTo>
                    <a:cubicBezTo>
                      <a:pt x="0" y="9610"/>
                      <a:pt x="2771" y="12381"/>
                      <a:pt x="6191" y="12381"/>
                    </a:cubicBezTo>
                    <a:cubicBezTo>
                      <a:pt x="9610" y="12381"/>
                      <a:pt x="12381" y="9610"/>
                      <a:pt x="12381" y="6191"/>
                    </a:cubicBezTo>
                    <a:cubicBezTo>
                      <a:pt x="12381" y="2771"/>
                      <a:pt x="9610" y="0"/>
                      <a:pt x="619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24" name="Google Shape;9124;p60"/>
              <p:cNvSpPr/>
              <p:nvPr/>
            </p:nvSpPr>
            <p:spPr>
              <a:xfrm>
                <a:off x="4940438" y="3625992"/>
                <a:ext cx="122738" cy="122768"/>
              </a:xfrm>
              <a:custGeom>
                <a:rect l="l" t="t" r="r" b="b"/>
                <a:pathLst>
                  <a:path w="12379" h="12382" extrusionOk="0">
                    <a:moveTo>
                      <a:pt x="6190" y="1"/>
                    </a:moveTo>
                    <a:cubicBezTo>
                      <a:pt x="2771" y="1"/>
                      <a:pt x="0" y="2774"/>
                      <a:pt x="0" y="6192"/>
                    </a:cubicBezTo>
                    <a:cubicBezTo>
                      <a:pt x="0" y="9610"/>
                      <a:pt x="2771" y="12381"/>
                      <a:pt x="6190" y="12381"/>
                    </a:cubicBezTo>
                    <a:cubicBezTo>
                      <a:pt x="9608" y="12381"/>
                      <a:pt x="12379" y="9610"/>
                      <a:pt x="12379" y="6192"/>
                    </a:cubicBezTo>
                    <a:cubicBezTo>
                      <a:pt x="12379" y="2774"/>
                      <a:pt x="9608" y="1"/>
                      <a:pt x="619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25" name="Google Shape;9125;p60"/>
              <p:cNvSpPr/>
              <p:nvPr/>
            </p:nvSpPr>
            <p:spPr>
              <a:xfrm>
                <a:off x="4940438" y="3888561"/>
                <a:ext cx="122738" cy="122738"/>
              </a:xfrm>
              <a:custGeom>
                <a:rect l="l" t="t" r="r" b="b"/>
                <a:pathLst>
                  <a:path w="12379" h="12379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89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89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26" name="Google Shape;9126;p60"/>
              <p:cNvSpPr/>
              <p:nvPr/>
            </p:nvSpPr>
            <p:spPr>
              <a:xfrm>
                <a:off x="4940438" y="4151100"/>
                <a:ext cx="122738" cy="122748"/>
              </a:xfrm>
              <a:custGeom>
                <a:rect l="l" t="t" r="r" b="b"/>
                <a:pathLst>
                  <a:path w="12379" h="12380" extrusionOk="0">
                    <a:moveTo>
                      <a:pt x="6190" y="1"/>
                    </a:moveTo>
                    <a:cubicBezTo>
                      <a:pt x="2771" y="1"/>
                      <a:pt x="0" y="2772"/>
                      <a:pt x="0" y="6190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90"/>
                    </a:cubicBezTo>
                    <a:cubicBezTo>
                      <a:pt x="12379" y="2772"/>
                      <a:pt x="9608" y="1"/>
                      <a:pt x="6190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 w="19050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27" name="Google Shape;9127;p60"/>
              <p:cNvSpPr/>
              <p:nvPr/>
            </p:nvSpPr>
            <p:spPr>
              <a:xfrm>
                <a:off x="4940438" y="4413650"/>
                <a:ext cx="122738" cy="122758"/>
              </a:xfrm>
              <a:custGeom>
                <a:rect l="l" t="t" r="r" b="b"/>
                <a:pathLst>
                  <a:path w="12379" h="12381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91"/>
                    </a:cubicBezTo>
                    <a:cubicBezTo>
                      <a:pt x="0" y="9609"/>
                      <a:pt x="2771" y="12380"/>
                      <a:pt x="6190" y="12380"/>
                    </a:cubicBezTo>
                    <a:cubicBezTo>
                      <a:pt x="9608" y="12380"/>
                      <a:pt x="12379" y="9609"/>
                      <a:pt x="12379" y="6191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 w="19050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28" name="Google Shape;9128;p60"/>
              <p:cNvSpPr/>
              <p:nvPr/>
            </p:nvSpPr>
            <p:spPr>
              <a:xfrm>
                <a:off x="4940438" y="4676209"/>
                <a:ext cx="122738" cy="122738"/>
              </a:xfrm>
              <a:custGeom>
                <a:rect l="l" t="t" r="r" b="b"/>
                <a:pathLst>
                  <a:path w="12379" h="12379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89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89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 w="19050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9129" name="Google Shape;9129;p60"/>
            <p:cNvGrpSpPr/>
            <p:nvPr/>
          </p:nvGrpSpPr>
          <p:grpSpPr>
            <a:xfrm>
              <a:off x="1299324" y="2882501"/>
              <a:ext cx="103104" cy="1426186"/>
              <a:chOff x="5206863" y="3100904"/>
              <a:chExt cx="122758" cy="1698043"/>
            </a:xfrm>
          </p:grpSpPr>
          <p:sp>
            <p:nvSpPr>
              <p:cNvPr id="9130" name="Google Shape;9130;p60"/>
              <p:cNvSpPr/>
              <p:nvPr/>
            </p:nvSpPr>
            <p:spPr>
              <a:xfrm>
                <a:off x="5206863" y="3100904"/>
                <a:ext cx="122758" cy="122748"/>
              </a:xfrm>
              <a:custGeom>
                <a:rect l="l" t="t" r="r" b="b"/>
                <a:pathLst>
                  <a:path w="12381" h="12380" extrusionOk="0">
                    <a:moveTo>
                      <a:pt x="6191" y="1"/>
                    </a:moveTo>
                    <a:cubicBezTo>
                      <a:pt x="2771" y="1"/>
                      <a:pt x="0" y="2772"/>
                      <a:pt x="0" y="6190"/>
                    </a:cubicBezTo>
                    <a:cubicBezTo>
                      <a:pt x="0" y="9608"/>
                      <a:pt x="2771" y="12379"/>
                      <a:pt x="6191" y="12379"/>
                    </a:cubicBezTo>
                    <a:cubicBezTo>
                      <a:pt x="9610" y="12379"/>
                      <a:pt x="12381" y="9608"/>
                      <a:pt x="12381" y="6190"/>
                    </a:cubicBezTo>
                    <a:cubicBezTo>
                      <a:pt x="12381" y="2772"/>
                      <a:pt x="9610" y="1"/>
                      <a:pt x="619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31" name="Google Shape;9131;p60"/>
              <p:cNvSpPr/>
              <p:nvPr/>
            </p:nvSpPr>
            <p:spPr>
              <a:xfrm>
                <a:off x="5206863" y="3363453"/>
                <a:ext cx="122758" cy="122758"/>
              </a:xfrm>
              <a:custGeom>
                <a:rect l="l" t="t" r="r" b="b"/>
                <a:pathLst>
                  <a:path w="12381" h="12381" extrusionOk="0">
                    <a:moveTo>
                      <a:pt x="6191" y="0"/>
                    </a:moveTo>
                    <a:cubicBezTo>
                      <a:pt x="2771" y="0"/>
                      <a:pt x="0" y="2771"/>
                      <a:pt x="0" y="6191"/>
                    </a:cubicBezTo>
                    <a:cubicBezTo>
                      <a:pt x="0" y="9610"/>
                      <a:pt x="2771" y="12381"/>
                      <a:pt x="6191" y="12381"/>
                    </a:cubicBezTo>
                    <a:cubicBezTo>
                      <a:pt x="9610" y="12381"/>
                      <a:pt x="12381" y="9610"/>
                      <a:pt x="12381" y="6191"/>
                    </a:cubicBezTo>
                    <a:cubicBezTo>
                      <a:pt x="12381" y="2771"/>
                      <a:pt x="9610" y="0"/>
                      <a:pt x="619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32" name="Google Shape;9132;p60"/>
              <p:cNvSpPr/>
              <p:nvPr/>
            </p:nvSpPr>
            <p:spPr>
              <a:xfrm>
                <a:off x="5206863" y="3625992"/>
                <a:ext cx="122738" cy="122768"/>
              </a:xfrm>
              <a:custGeom>
                <a:rect l="l" t="t" r="r" b="b"/>
                <a:pathLst>
                  <a:path w="12379" h="12382" extrusionOk="0">
                    <a:moveTo>
                      <a:pt x="6190" y="1"/>
                    </a:moveTo>
                    <a:cubicBezTo>
                      <a:pt x="2771" y="1"/>
                      <a:pt x="0" y="2774"/>
                      <a:pt x="0" y="6192"/>
                    </a:cubicBezTo>
                    <a:cubicBezTo>
                      <a:pt x="0" y="9610"/>
                      <a:pt x="2771" y="12381"/>
                      <a:pt x="6190" y="12381"/>
                    </a:cubicBezTo>
                    <a:cubicBezTo>
                      <a:pt x="9608" y="12381"/>
                      <a:pt x="12379" y="9610"/>
                      <a:pt x="12379" y="6192"/>
                    </a:cubicBezTo>
                    <a:cubicBezTo>
                      <a:pt x="12379" y="2774"/>
                      <a:pt x="9608" y="1"/>
                      <a:pt x="619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33" name="Google Shape;9133;p60"/>
              <p:cNvSpPr/>
              <p:nvPr/>
            </p:nvSpPr>
            <p:spPr>
              <a:xfrm>
                <a:off x="5206863" y="3888561"/>
                <a:ext cx="122738" cy="122738"/>
              </a:xfrm>
              <a:custGeom>
                <a:rect l="l" t="t" r="r" b="b"/>
                <a:pathLst>
                  <a:path w="12379" h="12379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89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89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34" name="Google Shape;9134;p60"/>
              <p:cNvSpPr/>
              <p:nvPr/>
            </p:nvSpPr>
            <p:spPr>
              <a:xfrm>
                <a:off x="5206863" y="4151100"/>
                <a:ext cx="122738" cy="122748"/>
              </a:xfrm>
              <a:custGeom>
                <a:rect l="l" t="t" r="r" b="b"/>
                <a:pathLst>
                  <a:path w="12379" h="12380" extrusionOk="0">
                    <a:moveTo>
                      <a:pt x="6190" y="1"/>
                    </a:moveTo>
                    <a:cubicBezTo>
                      <a:pt x="2771" y="1"/>
                      <a:pt x="0" y="2772"/>
                      <a:pt x="0" y="6190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90"/>
                    </a:cubicBezTo>
                    <a:cubicBezTo>
                      <a:pt x="12379" y="2772"/>
                      <a:pt x="9608" y="1"/>
                      <a:pt x="619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35" name="Google Shape;9135;p60"/>
              <p:cNvSpPr/>
              <p:nvPr/>
            </p:nvSpPr>
            <p:spPr>
              <a:xfrm>
                <a:off x="5206863" y="4413650"/>
                <a:ext cx="122738" cy="122758"/>
              </a:xfrm>
              <a:custGeom>
                <a:rect l="l" t="t" r="r" b="b"/>
                <a:pathLst>
                  <a:path w="12379" h="12381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91"/>
                    </a:cubicBezTo>
                    <a:cubicBezTo>
                      <a:pt x="0" y="9609"/>
                      <a:pt x="2771" y="12380"/>
                      <a:pt x="6190" y="12380"/>
                    </a:cubicBezTo>
                    <a:cubicBezTo>
                      <a:pt x="9608" y="12380"/>
                      <a:pt x="12379" y="9609"/>
                      <a:pt x="12379" y="6191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 w="19050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36" name="Google Shape;9136;p60"/>
              <p:cNvSpPr/>
              <p:nvPr/>
            </p:nvSpPr>
            <p:spPr>
              <a:xfrm>
                <a:off x="5206863" y="4676209"/>
                <a:ext cx="122738" cy="122738"/>
              </a:xfrm>
              <a:custGeom>
                <a:rect l="l" t="t" r="r" b="b"/>
                <a:pathLst>
                  <a:path w="12379" h="12379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89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89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 w="19050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9137" name="Google Shape;9137;p60"/>
            <p:cNvGrpSpPr/>
            <p:nvPr/>
          </p:nvGrpSpPr>
          <p:grpSpPr>
            <a:xfrm>
              <a:off x="1786057" y="2882501"/>
              <a:ext cx="103104" cy="1426186"/>
              <a:chOff x="6006138" y="3143629"/>
              <a:chExt cx="122758" cy="1698043"/>
            </a:xfrm>
          </p:grpSpPr>
          <p:sp>
            <p:nvSpPr>
              <p:cNvPr id="9138" name="Google Shape;9138;p60"/>
              <p:cNvSpPr/>
              <p:nvPr/>
            </p:nvSpPr>
            <p:spPr>
              <a:xfrm>
                <a:off x="6006138" y="3143629"/>
                <a:ext cx="122758" cy="122748"/>
              </a:xfrm>
              <a:custGeom>
                <a:rect l="l" t="t" r="r" b="b"/>
                <a:pathLst>
                  <a:path w="12381" h="12380" extrusionOk="0">
                    <a:moveTo>
                      <a:pt x="6191" y="1"/>
                    </a:moveTo>
                    <a:cubicBezTo>
                      <a:pt x="2771" y="1"/>
                      <a:pt x="0" y="2772"/>
                      <a:pt x="0" y="6190"/>
                    </a:cubicBezTo>
                    <a:cubicBezTo>
                      <a:pt x="0" y="9608"/>
                      <a:pt x="2771" y="12379"/>
                      <a:pt x="6191" y="12379"/>
                    </a:cubicBezTo>
                    <a:cubicBezTo>
                      <a:pt x="9610" y="12379"/>
                      <a:pt x="12381" y="9608"/>
                      <a:pt x="12381" y="6190"/>
                    </a:cubicBezTo>
                    <a:cubicBezTo>
                      <a:pt x="12381" y="2772"/>
                      <a:pt x="9610" y="1"/>
                      <a:pt x="619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39" name="Google Shape;9139;p60"/>
              <p:cNvSpPr/>
              <p:nvPr/>
            </p:nvSpPr>
            <p:spPr>
              <a:xfrm>
                <a:off x="6006138" y="3406178"/>
                <a:ext cx="122758" cy="122758"/>
              </a:xfrm>
              <a:custGeom>
                <a:rect l="l" t="t" r="r" b="b"/>
                <a:pathLst>
                  <a:path w="12381" h="12381" extrusionOk="0">
                    <a:moveTo>
                      <a:pt x="6191" y="0"/>
                    </a:moveTo>
                    <a:cubicBezTo>
                      <a:pt x="2771" y="0"/>
                      <a:pt x="0" y="2771"/>
                      <a:pt x="0" y="6191"/>
                    </a:cubicBezTo>
                    <a:cubicBezTo>
                      <a:pt x="0" y="9610"/>
                      <a:pt x="2771" y="12381"/>
                      <a:pt x="6191" y="12381"/>
                    </a:cubicBezTo>
                    <a:cubicBezTo>
                      <a:pt x="9610" y="12381"/>
                      <a:pt x="12381" y="9610"/>
                      <a:pt x="12381" y="6191"/>
                    </a:cubicBezTo>
                    <a:cubicBezTo>
                      <a:pt x="12381" y="2771"/>
                      <a:pt x="9610" y="0"/>
                      <a:pt x="619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40" name="Google Shape;9140;p60"/>
              <p:cNvSpPr/>
              <p:nvPr/>
            </p:nvSpPr>
            <p:spPr>
              <a:xfrm>
                <a:off x="6006138" y="3668717"/>
                <a:ext cx="122738" cy="122768"/>
              </a:xfrm>
              <a:custGeom>
                <a:rect l="l" t="t" r="r" b="b"/>
                <a:pathLst>
                  <a:path w="12379" h="12382" extrusionOk="0">
                    <a:moveTo>
                      <a:pt x="6190" y="1"/>
                    </a:moveTo>
                    <a:cubicBezTo>
                      <a:pt x="2771" y="1"/>
                      <a:pt x="0" y="2774"/>
                      <a:pt x="0" y="6192"/>
                    </a:cubicBezTo>
                    <a:cubicBezTo>
                      <a:pt x="0" y="9610"/>
                      <a:pt x="2771" y="12381"/>
                      <a:pt x="6190" y="12381"/>
                    </a:cubicBezTo>
                    <a:cubicBezTo>
                      <a:pt x="9608" y="12381"/>
                      <a:pt x="12379" y="9610"/>
                      <a:pt x="12379" y="6192"/>
                    </a:cubicBezTo>
                    <a:cubicBezTo>
                      <a:pt x="12379" y="2774"/>
                      <a:pt x="9608" y="1"/>
                      <a:pt x="619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41" name="Google Shape;9141;p60"/>
              <p:cNvSpPr/>
              <p:nvPr/>
            </p:nvSpPr>
            <p:spPr>
              <a:xfrm>
                <a:off x="6006138" y="3931286"/>
                <a:ext cx="122738" cy="122738"/>
              </a:xfrm>
              <a:custGeom>
                <a:rect l="l" t="t" r="r" b="b"/>
                <a:pathLst>
                  <a:path w="12379" h="12379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89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89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 w="19050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42" name="Google Shape;9142;p60"/>
              <p:cNvSpPr/>
              <p:nvPr/>
            </p:nvSpPr>
            <p:spPr>
              <a:xfrm>
                <a:off x="6006138" y="4193825"/>
                <a:ext cx="122738" cy="122748"/>
              </a:xfrm>
              <a:custGeom>
                <a:rect l="l" t="t" r="r" b="b"/>
                <a:pathLst>
                  <a:path w="12379" h="12380" extrusionOk="0">
                    <a:moveTo>
                      <a:pt x="6190" y="1"/>
                    </a:moveTo>
                    <a:cubicBezTo>
                      <a:pt x="2771" y="1"/>
                      <a:pt x="0" y="2772"/>
                      <a:pt x="0" y="6190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90"/>
                    </a:cubicBezTo>
                    <a:cubicBezTo>
                      <a:pt x="12379" y="2772"/>
                      <a:pt x="9608" y="1"/>
                      <a:pt x="6190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 w="19050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43" name="Google Shape;9143;p60"/>
              <p:cNvSpPr/>
              <p:nvPr/>
            </p:nvSpPr>
            <p:spPr>
              <a:xfrm>
                <a:off x="6006138" y="4456375"/>
                <a:ext cx="122738" cy="122758"/>
              </a:xfrm>
              <a:custGeom>
                <a:rect l="l" t="t" r="r" b="b"/>
                <a:pathLst>
                  <a:path w="12379" h="12381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91"/>
                    </a:cubicBezTo>
                    <a:cubicBezTo>
                      <a:pt x="0" y="9609"/>
                      <a:pt x="2771" y="12380"/>
                      <a:pt x="6190" y="12380"/>
                    </a:cubicBezTo>
                    <a:cubicBezTo>
                      <a:pt x="9608" y="12380"/>
                      <a:pt x="12379" y="9609"/>
                      <a:pt x="12379" y="6191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 w="19050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44" name="Google Shape;9144;p60"/>
              <p:cNvSpPr/>
              <p:nvPr/>
            </p:nvSpPr>
            <p:spPr>
              <a:xfrm>
                <a:off x="6006138" y="4718934"/>
                <a:ext cx="122738" cy="122738"/>
              </a:xfrm>
              <a:custGeom>
                <a:rect l="l" t="t" r="r" b="b"/>
                <a:pathLst>
                  <a:path w="12379" h="12379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89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89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 w="19050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9145" name="Google Shape;9145;p60"/>
            <p:cNvGrpSpPr/>
            <p:nvPr/>
          </p:nvGrpSpPr>
          <p:grpSpPr>
            <a:xfrm>
              <a:off x="2029422" y="2882501"/>
              <a:ext cx="103104" cy="1426186"/>
              <a:chOff x="6805413" y="3100904"/>
              <a:chExt cx="122758" cy="1698043"/>
            </a:xfrm>
          </p:grpSpPr>
          <p:sp>
            <p:nvSpPr>
              <p:cNvPr id="9146" name="Google Shape;9146;p60"/>
              <p:cNvSpPr/>
              <p:nvPr/>
            </p:nvSpPr>
            <p:spPr>
              <a:xfrm>
                <a:off x="6805413" y="3100904"/>
                <a:ext cx="122758" cy="122748"/>
              </a:xfrm>
              <a:custGeom>
                <a:rect l="l" t="t" r="r" b="b"/>
                <a:pathLst>
                  <a:path w="12381" h="12380" extrusionOk="0">
                    <a:moveTo>
                      <a:pt x="6191" y="1"/>
                    </a:moveTo>
                    <a:cubicBezTo>
                      <a:pt x="2771" y="1"/>
                      <a:pt x="0" y="2772"/>
                      <a:pt x="0" y="6190"/>
                    </a:cubicBezTo>
                    <a:cubicBezTo>
                      <a:pt x="0" y="9608"/>
                      <a:pt x="2771" y="12379"/>
                      <a:pt x="6191" y="12379"/>
                    </a:cubicBezTo>
                    <a:cubicBezTo>
                      <a:pt x="9610" y="12379"/>
                      <a:pt x="12381" y="9608"/>
                      <a:pt x="12381" y="6190"/>
                    </a:cubicBezTo>
                    <a:cubicBezTo>
                      <a:pt x="12381" y="2772"/>
                      <a:pt x="9610" y="1"/>
                      <a:pt x="619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47" name="Google Shape;9147;p60"/>
              <p:cNvSpPr/>
              <p:nvPr/>
            </p:nvSpPr>
            <p:spPr>
              <a:xfrm>
                <a:off x="6805413" y="3363453"/>
                <a:ext cx="122758" cy="122758"/>
              </a:xfrm>
              <a:custGeom>
                <a:rect l="l" t="t" r="r" b="b"/>
                <a:pathLst>
                  <a:path w="12381" h="12381" extrusionOk="0">
                    <a:moveTo>
                      <a:pt x="6191" y="0"/>
                    </a:moveTo>
                    <a:cubicBezTo>
                      <a:pt x="2771" y="0"/>
                      <a:pt x="0" y="2771"/>
                      <a:pt x="0" y="6191"/>
                    </a:cubicBezTo>
                    <a:cubicBezTo>
                      <a:pt x="0" y="9610"/>
                      <a:pt x="2771" y="12381"/>
                      <a:pt x="6191" y="12381"/>
                    </a:cubicBezTo>
                    <a:cubicBezTo>
                      <a:pt x="9610" y="12381"/>
                      <a:pt x="12381" y="9610"/>
                      <a:pt x="12381" y="6191"/>
                    </a:cubicBezTo>
                    <a:cubicBezTo>
                      <a:pt x="12381" y="2771"/>
                      <a:pt x="9610" y="0"/>
                      <a:pt x="619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48" name="Google Shape;9148;p60"/>
              <p:cNvSpPr/>
              <p:nvPr/>
            </p:nvSpPr>
            <p:spPr>
              <a:xfrm>
                <a:off x="6805413" y="3625992"/>
                <a:ext cx="122738" cy="122768"/>
              </a:xfrm>
              <a:custGeom>
                <a:rect l="l" t="t" r="r" b="b"/>
                <a:pathLst>
                  <a:path w="12379" h="12382" extrusionOk="0">
                    <a:moveTo>
                      <a:pt x="6190" y="1"/>
                    </a:moveTo>
                    <a:cubicBezTo>
                      <a:pt x="2771" y="1"/>
                      <a:pt x="0" y="2774"/>
                      <a:pt x="0" y="6192"/>
                    </a:cubicBezTo>
                    <a:cubicBezTo>
                      <a:pt x="0" y="9610"/>
                      <a:pt x="2771" y="12381"/>
                      <a:pt x="6190" y="12381"/>
                    </a:cubicBezTo>
                    <a:cubicBezTo>
                      <a:pt x="9608" y="12381"/>
                      <a:pt x="12379" y="9610"/>
                      <a:pt x="12379" y="6192"/>
                    </a:cubicBezTo>
                    <a:cubicBezTo>
                      <a:pt x="12379" y="2774"/>
                      <a:pt x="9608" y="1"/>
                      <a:pt x="619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49" name="Google Shape;9149;p60"/>
              <p:cNvSpPr/>
              <p:nvPr/>
            </p:nvSpPr>
            <p:spPr>
              <a:xfrm>
                <a:off x="6805413" y="3888561"/>
                <a:ext cx="122738" cy="122738"/>
              </a:xfrm>
              <a:custGeom>
                <a:rect l="l" t="t" r="r" b="b"/>
                <a:pathLst>
                  <a:path w="12379" h="12379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89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89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50" name="Google Shape;9150;p60"/>
              <p:cNvSpPr/>
              <p:nvPr/>
            </p:nvSpPr>
            <p:spPr>
              <a:xfrm>
                <a:off x="6805413" y="4151100"/>
                <a:ext cx="122738" cy="122748"/>
              </a:xfrm>
              <a:custGeom>
                <a:rect l="l" t="t" r="r" b="b"/>
                <a:pathLst>
                  <a:path w="12379" h="12380" extrusionOk="0">
                    <a:moveTo>
                      <a:pt x="6190" y="1"/>
                    </a:moveTo>
                    <a:cubicBezTo>
                      <a:pt x="2771" y="1"/>
                      <a:pt x="0" y="2772"/>
                      <a:pt x="0" y="6190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90"/>
                    </a:cubicBezTo>
                    <a:cubicBezTo>
                      <a:pt x="12379" y="2772"/>
                      <a:pt x="9608" y="1"/>
                      <a:pt x="619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51" name="Google Shape;9151;p60"/>
              <p:cNvSpPr/>
              <p:nvPr/>
            </p:nvSpPr>
            <p:spPr>
              <a:xfrm>
                <a:off x="6805413" y="4413650"/>
                <a:ext cx="122738" cy="122758"/>
              </a:xfrm>
              <a:custGeom>
                <a:rect l="l" t="t" r="r" b="b"/>
                <a:pathLst>
                  <a:path w="12379" h="12381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91"/>
                    </a:cubicBezTo>
                    <a:cubicBezTo>
                      <a:pt x="0" y="9609"/>
                      <a:pt x="2771" y="12380"/>
                      <a:pt x="6190" y="12380"/>
                    </a:cubicBezTo>
                    <a:cubicBezTo>
                      <a:pt x="9608" y="12380"/>
                      <a:pt x="12379" y="9609"/>
                      <a:pt x="12379" y="6191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52" name="Google Shape;9152;p60"/>
              <p:cNvSpPr/>
              <p:nvPr/>
            </p:nvSpPr>
            <p:spPr>
              <a:xfrm>
                <a:off x="6805413" y="4676209"/>
                <a:ext cx="122738" cy="122738"/>
              </a:xfrm>
              <a:custGeom>
                <a:rect l="l" t="t" r="r" b="b"/>
                <a:pathLst>
                  <a:path w="12379" h="12379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89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89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 w="19050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9153" name="Google Shape;9153;p60"/>
            <p:cNvGrpSpPr/>
            <p:nvPr/>
          </p:nvGrpSpPr>
          <p:grpSpPr>
            <a:xfrm>
              <a:off x="727421" y="2828315"/>
              <a:ext cx="1695374" cy="1560837"/>
              <a:chOff x="734799" y="2782450"/>
              <a:chExt cx="1571100" cy="1577400"/>
            </a:xfrm>
          </p:grpSpPr>
          <p:cxnSp>
            <p:nvCxnSpPr>
              <p:cNvPr id="9154" name="Google Shape;9154;p60"/>
              <p:cNvCxnSpPr/>
              <p:nvPr/>
            </p:nvCxnSpPr>
            <p:spPr>
              <a:xfrm flipH="1">
                <a:off x="743025" y="2782450"/>
                <a:ext cx="0" cy="1577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E3E7EA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55" name="Google Shape;9155;p60"/>
              <p:cNvCxnSpPr/>
              <p:nvPr/>
            </p:nvCxnSpPr>
            <p:spPr>
              <a:xfrm rot="10800000">
                <a:off x="734799" y="4359850"/>
                <a:ext cx="15711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E3E7EA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156" name="Google Shape;9156;p60"/>
            <p:cNvGrpSpPr/>
            <p:nvPr/>
          </p:nvGrpSpPr>
          <p:grpSpPr>
            <a:xfrm>
              <a:off x="2272795" y="2882501"/>
              <a:ext cx="103104" cy="1426186"/>
              <a:chOff x="5206863" y="3100904"/>
              <a:chExt cx="122758" cy="1698043"/>
            </a:xfrm>
          </p:grpSpPr>
          <p:sp>
            <p:nvSpPr>
              <p:cNvPr id="9157" name="Google Shape;9157;p60"/>
              <p:cNvSpPr/>
              <p:nvPr/>
            </p:nvSpPr>
            <p:spPr>
              <a:xfrm>
                <a:off x="5206863" y="3100904"/>
                <a:ext cx="122758" cy="122748"/>
              </a:xfrm>
              <a:custGeom>
                <a:rect l="l" t="t" r="r" b="b"/>
                <a:pathLst>
                  <a:path w="12381" h="12380" extrusionOk="0">
                    <a:moveTo>
                      <a:pt x="6191" y="1"/>
                    </a:moveTo>
                    <a:cubicBezTo>
                      <a:pt x="2771" y="1"/>
                      <a:pt x="0" y="2772"/>
                      <a:pt x="0" y="6190"/>
                    </a:cubicBezTo>
                    <a:cubicBezTo>
                      <a:pt x="0" y="9608"/>
                      <a:pt x="2771" y="12379"/>
                      <a:pt x="6191" y="12379"/>
                    </a:cubicBezTo>
                    <a:cubicBezTo>
                      <a:pt x="9610" y="12379"/>
                      <a:pt x="12381" y="9608"/>
                      <a:pt x="12381" y="6190"/>
                    </a:cubicBezTo>
                    <a:cubicBezTo>
                      <a:pt x="12381" y="2772"/>
                      <a:pt x="9610" y="1"/>
                      <a:pt x="619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58" name="Google Shape;9158;p60"/>
              <p:cNvSpPr/>
              <p:nvPr/>
            </p:nvSpPr>
            <p:spPr>
              <a:xfrm>
                <a:off x="5206863" y="3363453"/>
                <a:ext cx="122758" cy="122758"/>
              </a:xfrm>
              <a:custGeom>
                <a:rect l="l" t="t" r="r" b="b"/>
                <a:pathLst>
                  <a:path w="12381" h="12381" extrusionOk="0">
                    <a:moveTo>
                      <a:pt x="6191" y="0"/>
                    </a:moveTo>
                    <a:cubicBezTo>
                      <a:pt x="2771" y="0"/>
                      <a:pt x="0" y="2771"/>
                      <a:pt x="0" y="6191"/>
                    </a:cubicBezTo>
                    <a:cubicBezTo>
                      <a:pt x="0" y="9610"/>
                      <a:pt x="2771" y="12381"/>
                      <a:pt x="6191" y="12381"/>
                    </a:cubicBezTo>
                    <a:cubicBezTo>
                      <a:pt x="9610" y="12381"/>
                      <a:pt x="12381" y="9610"/>
                      <a:pt x="12381" y="6191"/>
                    </a:cubicBezTo>
                    <a:cubicBezTo>
                      <a:pt x="12381" y="2771"/>
                      <a:pt x="9610" y="0"/>
                      <a:pt x="619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59" name="Google Shape;9159;p60"/>
              <p:cNvSpPr/>
              <p:nvPr/>
            </p:nvSpPr>
            <p:spPr>
              <a:xfrm>
                <a:off x="5206863" y="3625992"/>
                <a:ext cx="122738" cy="122768"/>
              </a:xfrm>
              <a:custGeom>
                <a:rect l="l" t="t" r="r" b="b"/>
                <a:pathLst>
                  <a:path w="12379" h="12382" extrusionOk="0">
                    <a:moveTo>
                      <a:pt x="6190" y="1"/>
                    </a:moveTo>
                    <a:cubicBezTo>
                      <a:pt x="2771" y="1"/>
                      <a:pt x="0" y="2774"/>
                      <a:pt x="0" y="6192"/>
                    </a:cubicBezTo>
                    <a:cubicBezTo>
                      <a:pt x="0" y="9610"/>
                      <a:pt x="2771" y="12381"/>
                      <a:pt x="6190" y="12381"/>
                    </a:cubicBezTo>
                    <a:cubicBezTo>
                      <a:pt x="9608" y="12381"/>
                      <a:pt x="12379" y="9610"/>
                      <a:pt x="12379" y="6192"/>
                    </a:cubicBezTo>
                    <a:cubicBezTo>
                      <a:pt x="12379" y="2774"/>
                      <a:pt x="9608" y="1"/>
                      <a:pt x="619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60" name="Google Shape;9160;p60"/>
              <p:cNvSpPr/>
              <p:nvPr/>
            </p:nvSpPr>
            <p:spPr>
              <a:xfrm>
                <a:off x="5206863" y="3888561"/>
                <a:ext cx="122738" cy="122738"/>
              </a:xfrm>
              <a:custGeom>
                <a:rect l="l" t="t" r="r" b="b"/>
                <a:pathLst>
                  <a:path w="12379" h="12379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89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89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61" name="Google Shape;9161;p60"/>
              <p:cNvSpPr/>
              <p:nvPr/>
            </p:nvSpPr>
            <p:spPr>
              <a:xfrm>
                <a:off x="5206863" y="4151100"/>
                <a:ext cx="122738" cy="122748"/>
              </a:xfrm>
              <a:custGeom>
                <a:rect l="l" t="t" r="r" b="b"/>
                <a:pathLst>
                  <a:path w="12379" h="12380" extrusionOk="0">
                    <a:moveTo>
                      <a:pt x="6190" y="1"/>
                    </a:moveTo>
                    <a:cubicBezTo>
                      <a:pt x="2771" y="1"/>
                      <a:pt x="0" y="2772"/>
                      <a:pt x="0" y="6190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90"/>
                    </a:cubicBezTo>
                    <a:cubicBezTo>
                      <a:pt x="12379" y="2772"/>
                      <a:pt x="9608" y="1"/>
                      <a:pt x="619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62" name="Google Shape;9162;p60"/>
              <p:cNvSpPr/>
              <p:nvPr/>
            </p:nvSpPr>
            <p:spPr>
              <a:xfrm>
                <a:off x="5206863" y="4413650"/>
                <a:ext cx="122738" cy="122758"/>
              </a:xfrm>
              <a:custGeom>
                <a:rect l="l" t="t" r="r" b="b"/>
                <a:pathLst>
                  <a:path w="12379" h="12381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91"/>
                    </a:cubicBezTo>
                    <a:cubicBezTo>
                      <a:pt x="0" y="9609"/>
                      <a:pt x="2771" y="12380"/>
                      <a:pt x="6190" y="12380"/>
                    </a:cubicBezTo>
                    <a:cubicBezTo>
                      <a:pt x="9608" y="12380"/>
                      <a:pt x="12379" y="9609"/>
                      <a:pt x="12379" y="6191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 w="19050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63" name="Google Shape;9163;p60"/>
              <p:cNvSpPr/>
              <p:nvPr/>
            </p:nvSpPr>
            <p:spPr>
              <a:xfrm>
                <a:off x="5206863" y="4676209"/>
                <a:ext cx="122738" cy="122738"/>
              </a:xfrm>
              <a:custGeom>
                <a:rect l="l" t="t" r="r" b="b"/>
                <a:pathLst>
                  <a:path w="12379" h="12379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89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89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 w="19050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9164" name="Google Shape;9164;p60"/>
            <p:cNvGrpSpPr/>
            <p:nvPr/>
          </p:nvGrpSpPr>
          <p:grpSpPr>
            <a:xfrm>
              <a:off x="1542694" y="2882501"/>
              <a:ext cx="103104" cy="1426186"/>
              <a:chOff x="6006138" y="3143629"/>
              <a:chExt cx="122758" cy="1698043"/>
            </a:xfrm>
          </p:grpSpPr>
          <p:sp>
            <p:nvSpPr>
              <p:cNvPr id="9165" name="Google Shape;9165;p60"/>
              <p:cNvSpPr/>
              <p:nvPr/>
            </p:nvSpPr>
            <p:spPr>
              <a:xfrm>
                <a:off x="6006138" y="3143629"/>
                <a:ext cx="122758" cy="122748"/>
              </a:xfrm>
              <a:custGeom>
                <a:rect l="l" t="t" r="r" b="b"/>
                <a:pathLst>
                  <a:path w="12381" h="12380" extrusionOk="0">
                    <a:moveTo>
                      <a:pt x="6191" y="1"/>
                    </a:moveTo>
                    <a:cubicBezTo>
                      <a:pt x="2771" y="1"/>
                      <a:pt x="0" y="2772"/>
                      <a:pt x="0" y="6190"/>
                    </a:cubicBezTo>
                    <a:cubicBezTo>
                      <a:pt x="0" y="9608"/>
                      <a:pt x="2771" y="12379"/>
                      <a:pt x="6191" y="12379"/>
                    </a:cubicBezTo>
                    <a:cubicBezTo>
                      <a:pt x="9610" y="12379"/>
                      <a:pt x="12381" y="9608"/>
                      <a:pt x="12381" y="6190"/>
                    </a:cubicBezTo>
                    <a:cubicBezTo>
                      <a:pt x="12381" y="2772"/>
                      <a:pt x="9610" y="1"/>
                      <a:pt x="619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66" name="Google Shape;9166;p60"/>
              <p:cNvSpPr/>
              <p:nvPr/>
            </p:nvSpPr>
            <p:spPr>
              <a:xfrm>
                <a:off x="6006138" y="3406178"/>
                <a:ext cx="122758" cy="122758"/>
              </a:xfrm>
              <a:custGeom>
                <a:rect l="l" t="t" r="r" b="b"/>
                <a:pathLst>
                  <a:path w="12381" h="12381" extrusionOk="0">
                    <a:moveTo>
                      <a:pt x="6191" y="0"/>
                    </a:moveTo>
                    <a:cubicBezTo>
                      <a:pt x="2771" y="0"/>
                      <a:pt x="0" y="2771"/>
                      <a:pt x="0" y="6191"/>
                    </a:cubicBezTo>
                    <a:cubicBezTo>
                      <a:pt x="0" y="9610"/>
                      <a:pt x="2771" y="12381"/>
                      <a:pt x="6191" y="12381"/>
                    </a:cubicBezTo>
                    <a:cubicBezTo>
                      <a:pt x="9610" y="12381"/>
                      <a:pt x="12381" y="9610"/>
                      <a:pt x="12381" y="6191"/>
                    </a:cubicBezTo>
                    <a:cubicBezTo>
                      <a:pt x="12381" y="2771"/>
                      <a:pt x="9610" y="0"/>
                      <a:pt x="619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67" name="Google Shape;9167;p60"/>
              <p:cNvSpPr/>
              <p:nvPr/>
            </p:nvSpPr>
            <p:spPr>
              <a:xfrm>
                <a:off x="6006138" y="3668717"/>
                <a:ext cx="122738" cy="122768"/>
              </a:xfrm>
              <a:custGeom>
                <a:rect l="l" t="t" r="r" b="b"/>
                <a:pathLst>
                  <a:path w="12379" h="12382" extrusionOk="0">
                    <a:moveTo>
                      <a:pt x="6190" y="1"/>
                    </a:moveTo>
                    <a:cubicBezTo>
                      <a:pt x="2771" y="1"/>
                      <a:pt x="0" y="2774"/>
                      <a:pt x="0" y="6192"/>
                    </a:cubicBezTo>
                    <a:cubicBezTo>
                      <a:pt x="0" y="9610"/>
                      <a:pt x="2771" y="12381"/>
                      <a:pt x="6190" y="12381"/>
                    </a:cubicBezTo>
                    <a:cubicBezTo>
                      <a:pt x="9608" y="12381"/>
                      <a:pt x="12379" y="9610"/>
                      <a:pt x="12379" y="6192"/>
                    </a:cubicBezTo>
                    <a:cubicBezTo>
                      <a:pt x="12379" y="2774"/>
                      <a:pt x="9608" y="1"/>
                      <a:pt x="6190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68" name="Google Shape;9168;p60"/>
              <p:cNvSpPr/>
              <p:nvPr/>
            </p:nvSpPr>
            <p:spPr>
              <a:xfrm>
                <a:off x="6006138" y="3931286"/>
                <a:ext cx="122738" cy="122738"/>
              </a:xfrm>
              <a:custGeom>
                <a:rect l="l" t="t" r="r" b="b"/>
                <a:pathLst>
                  <a:path w="12379" h="12379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89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89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69" name="Google Shape;9169;p60"/>
              <p:cNvSpPr/>
              <p:nvPr/>
            </p:nvSpPr>
            <p:spPr>
              <a:xfrm>
                <a:off x="6006138" y="4193825"/>
                <a:ext cx="122738" cy="122748"/>
              </a:xfrm>
              <a:custGeom>
                <a:rect l="l" t="t" r="r" b="b"/>
                <a:pathLst>
                  <a:path w="12379" h="12380" extrusionOk="0">
                    <a:moveTo>
                      <a:pt x="6190" y="1"/>
                    </a:moveTo>
                    <a:cubicBezTo>
                      <a:pt x="2771" y="1"/>
                      <a:pt x="0" y="2772"/>
                      <a:pt x="0" y="6190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90"/>
                    </a:cubicBezTo>
                    <a:cubicBezTo>
                      <a:pt x="12379" y="2772"/>
                      <a:pt x="9608" y="1"/>
                      <a:pt x="6190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70" name="Google Shape;9170;p60"/>
              <p:cNvSpPr/>
              <p:nvPr/>
            </p:nvSpPr>
            <p:spPr>
              <a:xfrm>
                <a:off x="6006138" y="4456375"/>
                <a:ext cx="122738" cy="122758"/>
              </a:xfrm>
              <a:custGeom>
                <a:rect l="l" t="t" r="r" b="b"/>
                <a:pathLst>
                  <a:path w="12379" h="12381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91"/>
                    </a:cubicBezTo>
                    <a:cubicBezTo>
                      <a:pt x="0" y="9609"/>
                      <a:pt x="2771" y="12380"/>
                      <a:pt x="6190" y="12380"/>
                    </a:cubicBezTo>
                    <a:cubicBezTo>
                      <a:pt x="9608" y="12380"/>
                      <a:pt x="12379" y="9609"/>
                      <a:pt x="12379" y="6191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171" name="Google Shape;9171;p60"/>
              <p:cNvSpPr/>
              <p:nvPr/>
            </p:nvSpPr>
            <p:spPr>
              <a:xfrm>
                <a:off x="6006138" y="4718934"/>
                <a:ext cx="122738" cy="122738"/>
              </a:xfrm>
              <a:custGeom>
                <a:rect l="l" t="t" r="r" b="b"/>
                <a:pathLst>
                  <a:path w="12379" h="12379" extrusionOk="0">
                    <a:moveTo>
                      <a:pt x="6190" y="0"/>
                    </a:moveTo>
                    <a:cubicBezTo>
                      <a:pt x="2771" y="0"/>
                      <a:pt x="0" y="2771"/>
                      <a:pt x="0" y="6189"/>
                    </a:cubicBezTo>
                    <a:cubicBezTo>
                      <a:pt x="0" y="9608"/>
                      <a:pt x="2771" y="12379"/>
                      <a:pt x="6190" y="12379"/>
                    </a:cubicBezTo>
                    <a:cubicBezTo>
                      <a:pt x="9608" y="12379"/>
                      <a:pt x="12379" y="9608"/>
                      <a:pt x="12379" y="6189"/>
                    </a:cubicBezTo>
                    <a:cubicBezTo>
                      <a:pt x="12379" y="2771"/>
                      <a:pt x="9608" y="0"/>
                      <a:pt x="619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72" name="Google Shape;9172;p60"/>
          <p:cNvGrpSpPr/>
          <p:nvPr/>
        </p:nvGrpSpPr>
        <p:grpSpPr>
          <a:xfrm>
            <a:off x="5915341" y="2192094"/>
            <a:ext cx="1248543" cy="1025319"/>
            <a:chOff x="5183758" y="1210600"/>
            <a:chExt cx="3605380" cy="2960783"/>
          </a:xfrm>
        </p:grpSpPr>
        <p:sp>
          <p:nvSpPr>
            <p:cNvPr id="9173" name="Google Shape;9173;p60"/>
            <p:cNvSpPr/>
            <p:nvPr/>
          </p:nvSpPr>
          <p:spPr>
            <a:xfrm>
              <a:off x="5479658" y="1210600"/>
              <a:ext cx="3108190" cy="632425"/>
            </a:xfrm>
            <a:custGeom>
              <a:rect l="l" t="t" r="r" b="b"/>
              <a:pathLst>
                <a:path w="117257" h="25297" extrusionOk="0">
                  <a:moveTo>
                    <a:pt x="1" y="0"/>
                  </a:moveTo>
                  <a:lnTo>
                    <a:pt x="14647" y="25297"/>
                  </a:lnTo>
                  <a:lnTo>
                    <a:pt x="102066" y="25297"/>
                  </a:lnTo>
                  <a:lnTo>
                    <a:pt x="11725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74" name="Google Shape;9174;p60"/>
            <p:cNvSpPr/>
            <p:nvPr/>
          </p:nvSpPr>
          <p:spPr>
            <a:xfrm>
              <a:off x="5769162" y="1842998"/>
              <a:ext cx="2424880" cy="631925"/>
            </a:xfrm>
            <a:custGeom>
              <a:rect l="l" t="t" r="r" b="b"/>
              <a:pathLst>
                <a:path w="91479" h="25277" extrusionOk="0">
                  <a:moveTo>
                    <a:pt x="1" y="1"/>
                  </a:moveTo>
                  <a:lnTo>
                    <a:pt x="14647" y="25276"/>
                  </a:lnTo>
                  <a:lnTo>
                    <a:pt x="76602" y="25276"/>
                  </a:lnTo>
                  <a:lnTo>
                    <a:pt x="91479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75" name="Google Shape;9175;p60"/>
            <p:cNvSpPr/>
            <p:nvPr/>
          </p:nvSpPr>
          <p:spPr>
            <a:xfrm>
              <a:off x="6065319" y="2474896"/>
              <a:ext cx="1739369" cy="632450"/>
            </a:xfrm>
            <a:custGeom>
              <a:rect l="l" t="t" r="r" b="b"/>
              <a:pathLst>
                <a:path w="65618" h="25298" extrusionOk="0">
                  <a:moveTo>
                    <a:pt x="1" y="0"/>
                  </a:moveTo>
                  <a:lnTo>
                    <a:pt x="14417" y="25297"/>
                  </a:lnTo>
                  <a:lnTo>
                    <a:pt x="50887" y="25297"/>
                  </a:lnTo>
                  <a:lnTo>
                    <a:pt x="6561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76" name="Google Shape;9176;p60"/>
            <p:cNvSpPr/>
            <p:nvPr/>
          </p:nvSpPr>
          <p:spPr>
            <a:xfrm>
              <a:off x="6354293" y="3107319"/>
              <a:ext cx="1061572" cy="632425"/>
            </a:xfrm>
            <a:custGeom>
              <a:rect l="l" t="t" r="r" b="b"/>
              <a:pathLst>
                <a:path w="40048" h="25297" extrusionOk="0">
                  <a:moveTo>
                    <a:pt x="0" y="0"/>
                  </a:moveTo>
                  <a:lnTo>
                    <a:pt x="14668" y="25297"/>
                  </a:lnTo>
                  <a:lnTo>
                    <a:pt x="25360" y="25297"/>
                  </a:lnTo>
                  <a:lnTo>
                    <a:pt x="40048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9177" name="Google Shape;9177;p60"/>
            <p:cNvCxnSpPr/>
            <p:nvPr/>
          </p:nvCxnSpPr>
          <p:spPr>
            <a:xfrm>
              <a:off x="5183758" y="2382654"/>
              <a:ext cx="922800" cy="0"/>
            </a:xfrm>
            <a:prstGeom prst="straightConnector1">
              <a:avLst/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9178" name="Google Shape;9178;p60"/>
            <p:cNvCxnSpPr/>
            <p:nvPr/>
          </p:nvCxnSpPr>
          <p:spPr>
            <a:xfrm rot="10800000">
              <a:off x="8225195" y="1765431"/>
              <a:ext cx="559200" cy="0"/>
            </a:xfrm>
            <a:prstGeom prst="straightConnector1">
              <a:avLst/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9179" name="Google Shape;9179;p60"/>
            <p:cNvCxnSpPr/>
            <p:nvPr/>
          </p:nvCxnSpPr>
          <p:spPr>
            <a:xfrm rot="10800000">
              <a:off x="7504838" y="2943528"/>
              <a:ext cx="1284300" cy="0"/>
            </a:xfrm>
            <a:prstGeom prst="straightConnector1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9180" name="Google Shape;9180;p60"/>
            <p:cNvCxnSpPr/>
            <p:nvPr/>
          </p:nvCxnSpPr>
          <p:spPr>
            <a:xfrm>
              <a:off x="5759284" y="3630350"/>
              <a:ext cx="922800" cy="0"/>
            </a:xfrm>
            <a:prstGeom prst="straightConnector1">
              <a:avLst/>
            </a:prstGeom>
            <a:noFill/>
            <a:ln w="9525" cap="flat" cmpd="sng">
              <a:solidFill>
                <a:srgbClr val="435D74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9181" name="Google Shape;9181;p60"/>
            <p:cNvSpPr/>
            <p:nvPr/>
          </p:nvSpPr>
          <p:spPr>
            <a:xfrm>
              <a:off x="6601902" y="3746583"/>
              <a:ext cx="566400" cy="424800"/>
            </a:xfrm>
            <a:prstGeom prst="downArrow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182" name="Google Shape;9182;p60"/>
          <p:cNvGrpSpPr/>
          <p:nvPr/>
        </p:nvGrpSpPr>
        <p:grpSpPr>
          <a:xfrm>
            <a:off x="5772403" y="3330411"/>
            <a:ext cx="2664831" cy="843440"/>
            <a:chOff x="5916567" y="1099697"/>
            <a:chExt cx="2556683" cy="809211"/>
          </a:xfrm>
        </p:grpSpPr>
        <p:sp>
          <p:nvSpPr>
            <p:cNvPr id="9183" name="Google Shape;9183;p60"/>
            <p:cNvSpPr/>
            <p:nvPr/>
          </p:nvSpPr>
          <p:spPr>
            <a:xfrm>
              <a:off x="5916567" y="1105515"/>
              <a:ext cx="2329202" cy="797642"/>
            </a:xfrm>
            <a:custGeom>
              <a:rect l="l" t="t" r="r" b="b"/>
              <a:pathLst>
                <a:path w="260246" h="89122" extrusionOk="0">
                  <a:moveTo>
                    <a:pt x="260246" y="1"/>
                  </a:moveTo>
                  <a:lnTo>
                    <a:pt x="0" y="44559"/>
                  </a:lnTo>
                  <a:lnTo>
                    <a:pt x="260241" y="89121"/>
                  </a:lnTo>
                  <a:cubicBezTo>
                    <a:pt x="250030" y="85482"/>
                    <a:pt x="242259" y="66921"/>
                    <a:pt x="242259" y="44559"/>
                  </a:cubicBezTo>
                  <a:cubicBezTo>
                    <a:pt x="242259" y="22201"/>
                    <a:pt x="250039" y="3626"/>
                    <a:pt x="26024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84" name="Google Shape;9184;p60"/>
            <p:cNvSpPr/>
            <p:nvPr/>
          </p:nvSpPr>
          <p:spPr>
            <a:xfrm>
              <a:off x="6719328" y="1353967"/>
              <a:ext cx="156983" cy="301221"/>
            </a:xfrm>
            <a:custGeom>
              <a:rect l="l" t="t" r="r" b="b"/>
              <a:pathLst>
                <a:path w="17540" h="33656" extrusionOk="0">
                  <a:moveTo>
                    <a:pt x="8770" y="1"/>
                  </a:moveTo>
                  <a:cubicBezTo>
                    <a:pt x="3929" y="1"/>
                    <a:pt x="0" y="7536"/>
                    <a:pt x="0" y="16826"/>
                  </a:cubicBezTo>
                  <a:cubicBezTo>
                    <a:pt x="0" y="26120"/>
                    <a:pt x="3929" y="33655"/>
                    <a:pt x="8770" y="33655"/>
                  </a:cubicBezTo>
                  <a:cubicBezTo>
                    <a:pt x="13616" y="33655"/>
                    <a:pt x="17540" y="26120"/>
                    <a:pt x="17540" y="16826"/>
                  </a:cubicBezTo>
                  <a:cubicBezTo>
                    <a:pt x="17540" y="7536"/>
                    <a:pt x="13616" y="1"/>
                    <a:pt x="877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85" name="Google Shape;9185;p60"/>
            <p:cNvSpPr/>
            <p:nvPr/>
          </p:nvSpPr>
          <p:spPr>
            <a:xfrm>
              <a:off x="7142762" y="1276612"/>
              <a:ext cx="217467" cy="455564"/>
            </a:xfrm>
            <a:custGeom>
              <a:rect l="l" t="t" r="r" b="b"/>
              <a:pathLst>
                <a:path w="24298" h="50901" extrusionOk="0">
                  <a:moveTo>
                    <a:pt x="12147" y="1"/>
                  </a:moveTo>
                  <a:cubicBezTo>
                    <a:pt x="8924" y="1"/>
                    <a:pt x="5836" y="2681"/>
                    <a:pt x="3558" y="7450"/>
                  </a:cubicBezTo>
                  <a:cubicBezTo>
                    <a:pt x="1280" y="12224"/>
                    <a:pt x="0" y="18697"/>
                    <a:pt x="0" y="25451"/>
                  </a:cubicBezTo>
                  <a:cubicBezTo>
                    <a:pt x="0" y="32200"/>
                    <a:pt x="1280" y="38673"/>
                    <a:pt x="3558" y="43447"/>
                  </a:cubicBezTo>
                  <a:cubicBezTo>
                    <a:pt x="5836" y="48216"/>
                    <a:pt x="8924" y="50901"/>
                    <a:pt x="12147" y="50901"/>
                  </a:cubicBezTo>
                  <a:cubicBezTo>
                    <a:pt x="15370" y="50901"/>
                    <a:pt x="18457" y="48216"/>
                    <a:pt x="20735" y="43447"/>
                  </a:cubicBezTo>
                  <a:cubicBezTo>
                    <a:pt x="23014" y="38673"/>
                    <a:pt x="24298" y="32200"/>
                    <a:pt x="24298" y="25451"/>
                  </a:cubicBezTo>
                  <a:cubicBezTo>
                    <a:pt x="24298" y="18697"/>
                    <a:pt x="23014" y="12224"/>
                    <a:pt x="20735" y="7450"/>
                  </a:cubicBezTo>
                  <a:cubicBezTo>
                    <a:pt x="18457" y="2681"/>
                    <a:pt x="15370" y="1"/>
                    <a:pt x="12147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86" name="Google Shape;9186;p60"/>
            <p:cNvSpPr/>
            <p:nvPr/>
          </p:nvSpPr>
          <p:spPr>
            <a:xfrm>
              <a:off x="7621211" y="1188419"/>
              <a:ext cx="293739" cy="631637"/>
            </a:xfrm>
            <a:custGeom>
              <a:rect l="l" t="t" r="r" b="b"/>
              <a:pathLst>
                <a:path w="32820" h="70574" extrusionOk="0">
                  <a:moveTo>
                    <a:pt x="16410" y="0"/>
                  </a:moveTo>
                  <a:cubicBezTo>
                    <a:pt x="12057" y="0"/>
                    <a:pt x="7884" y="3716"/>
                    <a:pt x="4806" y="10334"/>
                  </a:cubicBezTo>
                  <a:cubicBezTo>
                    <a:pt x="1728" y="16952"/>
                    <a:pt x="1" y="25925"/>
                    <a:pt x="1" y="35287"/>
                  </a:cubicBezTo>
                  <a:cubicBezTo>
                    <a:pt x="1" y="44644"/>
                    <a:pt x="1728" y="53622"/>
                    <a:pt x="4806" y="60239"/>
                  </a:cubicBezTo>
                  <a:cubicBezTo>
                    <a:pt x="7884" y="66857"/>
                    <a:pt x="12057" y="70573"/>
                    <a:pt x="16410" y="70573"/>
                  </a:cubicBezTo>
                  <a:cubicBezTo>
                    <a:pt x="20759" y="70573"/>
                    <a:pt x="24936" y="66857"/>
                    <a:pt x="28014" y="60239"/>
                  </a:cubicBezTo>
                  <a:cubicBezTo>
                    <a:pt x="31088" y="53622"/>
                    <a:pt x="32819" y="44644"/>
                    <a:pt x="32819" y="35287"/>
                  </a:cubicBezTo>
                  <a:cubicBezTo>
                    <a:pt x="32819" y="25925"/>
                    <a:pt x="31088" y="16952"/>
                    <a:pt x="28014" y="10334"/>
                  </a:cubicBezTo>
                  <a:cubicBezTo>
                    <a:pt x="24936" y="3716"/>
                    <a:pt x="20759" y="0"/>
                    <a:pt x="1641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87" name="Google Shape;9187;p60"/>
            <p:cNvSpPr/>
            <p:nvPr/>
          </p:nvSpPr>
          <p:spPr>
            <a:xfrm>
              <a:off x="8279421" y="1099697"/>
              <a:ext cx="54" cy="0"/>
            </a:xfrm>
            <a:custGeom>
              <a:rect l="l" t="t" r="r" b="b"/>
              <a:pathLst>
                <a:path w="6" extrusionOk="0">
                  <a:moveTo>
                    <a:pt x="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E3E9E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88" name="Google Shape;9188;p60"/>
            <p:cNvSpPr/>
            <p:nvPr/>
          </p:nvSpPr>
          <p:spPr>
            <a:xfrm>
              <a:off x="8245760" y="1099697"/>
              <a:ext cx="33670" cy="5791"/>
            </a:xfrm>
            <a:custGeom>
              <a:rect l="l" t="t" r="r" b="b"/>
              <a:pathLst>
                <a:path w="3762" h="647" extrusionOk="0">
                  <a:moveTo>
                    <a:pt x="3662" y="0"/>
                  </a:moveTo>
                  <a:cubicBezTo>
                    <a:pt x="2415" y="0"/>
                    <a:pt x="1194" y="222"/>
                    <a:pt x="1" y="646"/>
                  </a:cubicBezTo>
                  <a:lnTo>
                    <a:pt x="3762" y="0"/>
                  </a:lnTo>
                  <a:close/>
                </a:path>
              </a:pathLst>
            </a:custGeom>
            <a:solidFill>
              <a:srgbClr val="CFD9E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89" name="Google Shape;9189;p60"/>
            <p:cNvSpPr/>
            <p:nvPr/>
          </p:nvSpPr>
          <p:spPr>
            <a:xfrm>
              <a:off x="8085689" y="1099747"/>
              <a:ext cx="387562" cy="809161"/>
            </a:xfrm>
            <a:custGeom>
              <a:rect l="l" t="t" r="r" b="b"/>
              <a:pathLst>
                <a:path w="43303" h="90409" extrusionOk="0">
                  <a:moveTo>
                    <a:pt x="21749" y="0"/>
                  </a:moveTo>
                  <a:lnTo>
                    <a:pt x="17988" y="646"/>
                  </a:lnTo>
                  <a:cubicBezTo>
                    <a:pt x="7781" y="4276"/>
                    <a:pt x="1" y="22846"/>
                    <a:pt x="1" y="45204"/>
                  </a:cubicBezTo>
                  <a:cubicBezTo>
                    <a:pt x="1" y="67562"/>
                    <a:pt x="7781" y="86132"/>
                    <a:pt x="17988" y="89766"/>
                  </a:cubicBezTo>
                  <a:lnTo>
                    <a:pt x="21753" y="90408"/>
                  </a:lnTo>
                  <a:lnTo>
                    <a:pt x="21758" y="90408"/>
                  </a:lnTo>
                  <a:cubicBezTo>
                    <a:pt x="33665" y="90291"/>
                    <a:pt x="43302" y="70094"/>
                    <a:pt x="43302" y="45204"/>
                  </a:cubicBezTo>
                  <a:cubicBezTo>
                    <a:pt x="43302" y="20315"/>
                    <a:pt x="33665" y="118"/>
                    <a:pt x="2175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90" name="Google Shape;9190;p60"/>
            <p:cNvSpPr/>
            <p:nvPr/>
          </p:nvSpPr>
          <p:spPr>
            <a:xfrm>
              <a:off x="6372480" y="1417485"/>
              <a:ext cx="104679" cy="173370"/>
            </a:xfrm>
            <a:custGeom>
              <a:rect l="l" t="t" r="r" b="b"/>
              <a:pathLst>
                <a:path w="11696" h="19371" extrusionOk="0">
                  <a:moveTo>
                    <a:pt x="5850" y="1"/>
                  </a:moveTo>
                  <a:cubicBezTo>
                    <a:pt x="2618" y="1"/>
                    <a:pt x="1" y="4336"/>
                    <a:pt x="1" y="9684"/>
                  </a:cubicBezTo>
                  <a:cubicBezTo>
                    <a:pt x="1" y="15036"/>
                    <a:pt x="2618" y="19371"/>
                    <a:pt x="5850" y="19371"/>
                  </a:cubicBezTo>
                  <a:cubicBezTo>
                    <a:pt x="9078" y="19371"/>
                    <a:pt x="11695" y="15036"/>
                    <a:pt x="11695" y="9684"/>
                  </a:cubicBezTo>
                  <a:cubicBezTo>
                    <a:pt x="11695" y="4336"/>
                    <a:pt x="9078" y="1"/>
                    <a:pt x="585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191" name="Google Shape;9191;p60"/>
          <p:cNvGrpSpPr/>
          <p:nvPr/>
        </p:nvGrpSpPr>
        <p:grpSpPr>
          <a:xfrm>
            <a:off x="5879943" y="979270"/>
            <a:ext cx="1299869" cy="1023338"/>
            <a:chOff x="5900602" y="1193063"/>
            <a:chExt cx="1299869" cy="1023338"/>
          </a:xfrm>
        </p:grpSpPr>
        <p:grpSp>
          <p:nvGrpSpPr>
            <p:cNvPr id="9192" name="Google Shape;9192;p60"/>
            <p:cNvGrpSpPr/>
            <p:nvPr/>
          </p:nvGrpSpPr>
          <p:grpSpPr>
            <a:xfrm>
              <a:off x="6743564" y="1193063"/>
              <a:ext cx="456907" cy="700379"/>
              <a:chOff x="6743564" y="1193063"/>
              <a:chExt cx="456907" cy="700379"/>
            </a:xfrm>
          </p:grpSpPr>
          <p:grpSp>
            <p:nvGrpSpPr>
              <p:cNvPr id="9193" name="Google Shape;9193;p60"/>
              <p:cNvGrpSpPr/>
              <p:nvPr/>
            </p:nvGrpSpPr>
            <p:grpSpPr>
              <a:xfrm>
                <a:off x="6743564" y="1690724"/>
                <a:ext cx="214416" cy="202717"/>
                <a:chOff x="6743564" y="1690724"/>
                <a:chExt cx="214416" cy="202717"/>
              </a:xfrm>
            </p:grpSpPr>
            <p:sp>
              <p:nvSpPr>
                <p:cNvPr id="9194" name="Google Shape;9194;p60"/>
                <p:cNvSpPr/>
                <p:nvPr/>
              </p:nvSpPr>
              <p:spPr>
                <a:xfrm rot="-5400000">
                  <a:off x="6796935" y="1637353"/>
                  <a:ext cx="107673" cy="214416"/>
                </a:xfrm>
                <a:custGeom>
                  <a:rect l="l" t="t" r="r" b="b"/>
                  <a:pathLst>
                    <a:path w="12379" h="24651" extrusionOk="0">
                      <a:moveTo>
                        <a:pt x="727" y="0"/>
                      </a:moveTo>
                      <a:cubicBezTo>
                        <a:pt x="483" y="0"/>
                        <a:pt x="243" y="4"/>
                        <a:pt x="1" y="7"/>
                      </a:cubicBezTo>
                      <a:lnTo>
                        <a:pt x="1" y="23223"/>
                      </a:lnTo>
                      <a:lnTo>
                        <a:pt x="727" y="24650"/>
                      </a:lnTo>
                      <a:lnTo>
                        <a:pt x="12378" y="1737"/>
                      </a:lnTo>
                      <a:cubicBezTo>
                        <a:pt x="8795" y="619"/>
                        <a:pt x="4857" y="0"/>
                        <a:pt x="727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CFD9E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95" name="Google Shape;9195;p60"/>
                <p:cNvSpPr/>
                <p:nvPr/>
              </p:nvSpPr>
              <p:spPr>
                <a:xfrm rot="-5400000">
                  <a:off x="6797062" y="1744953"/>
                  <a:ext cx="95052" cy="201926"/>
                </a:xfrm>
                <a:custGeom>
                  <a:rect l="l" t="t" r="r" b="b"/>
                  <a:pathLst>
                    <a:path w="10928" h="23215" extrusionOk="0">
                      <a:moveTo>
                        <a:pt x="10928" y="0"/>
                      </a:moveTo>
                      <a:cubicBezTo>
                        <a:pt x="8679" y="38"/>
                        <a:pt x="6494" y="261"/>
                        <a:pt x="4395" y="647"/>
                      </a:cubicBezTo>
                      <a:lnTo>
                        <a:pt x="4395" y="648"/>
                      </a:lnTo>
                      <a:cubicBezTo>
                        <a:pt x="3153" y="875"/>
                        <a:pt x="1943" y="1159"/>
                        <a:pt x="769" y="1499"/>
                      </a:cubicBezTo>
                      <a:cubicBezTo>
                        <a:pt x="691" y="1522"/>
                        <a:pt x="612" y="1544"/>
                        <a:pt x="535" y="1567"/>
                      </a:cubicBezTo>
                      <a:cubicBezTo>
                        <a:pt x="501" y="1576"/>
                        <a:pt x="469" y="1588"/>
                        <a:pt x="436" y="1596"/>
                      </a:cubicBezTo>
                      <a:cubicBezTo>
                        <a:pt x="404" y="1606"/>
                        <a:pt x="370" y="1617"/>
                        <a:pt x="338" y="1625"/>
                      </a:cubicBezTo>
                      <a:cubicBezTo>
                        <a:pt x="303" y="1637"/>
                        <a:pt x="270" y="1646"/>
                        <a:pt x="238" y="1657"/>
                      </a:cubicBezTo>
                      <a:cubicBezTo>
                        <a:pt x="159" y="1681"/>
                        <a:pt x="79" y="1704"/>
                        <a:pt x="1" y="1730"/>
                      </a:cubicBezTo>
                      <a:lnTo>
                        <a:pt x="10928" y="23215"/>
                      </a:lnTo>
                      <a:lnTo>
                        <a:pt x="10928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CFD9E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196" name="Google Shape;9196;p60"/>
              <p:cNvGrpSpPr/>
              <p:nvPr/>
            </p:nvGrpSpPr>
            <p:grpSpPr>
              <a:xfrm>
                <a:off x="6915505" y="1193063"/>
                <a:ext cx="284966" cy="589637"/>
                <a:chOff x="6915505" y="1193063"/>
                <a:chExt cx="284966" cy="589637"/>
              </a:xfrm>
            </p:grpSpPr>
            <p:sp>
              <p:nvSpPr>
                <p:cNvPr id="9197" name="Google Shape;9197;p60"/>
                <p:cNvSpPr/>
                <p:nvPr/>
              </p:nvSpPr>
              <p:spPr>
                <a:xfrm>
                  <a:off x="6915505" y="1193063"/>
                  <a:ext cx="284966" cy="63652"/>
                </a:xfrm>
                <a:custGeom>
                  <a:rect l="l" t="t" r="r" b="b"/>
                  <a:pathLst>
                    <a:path w="32762" h="7318" extrusionOk="0">
                      <a:moveTo>
                        <a:pt x="0" y="1"/>
                      </a:moveTo>
                      <a:lnTo>
                        <a:pt x="0" y="7318"/>
                      </a:lnTo>
                      <a:lnTo>
                        <a:pt x="32762" y="7318"/>
                      </a:lnTo>
                      <a:lnTo>
                        <a:pt x="32762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CFD9E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198" name="Google Shape;9198;p60"/>
                <p:cNvCxnSpPr/>
                <p:nvPr/>
              </p:nvCxnSpPr>
              <p:spPr>
                <a:xfrm rot="10800000" flipH="1">
                  <a:off x="6938275" y="1279600"/>
                  <a:ext cx="0" cy="503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CFD9E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9199" name="Google Shape;9199;p60"/>
            <p:cNvGrpSpPr/>
            <p:nvPr/>
          </p:nvGrpSpPr>
          <p:grpSpPr>
            <a:xfrm>
              <a:off x="6520337" y="1193063"/>
              <a:ext cx="341833" cy="801589"/>
              <a:chOff x="6520337" y="1193063"/>
              <a:chExt cx="341833" cy="801589"/>
            </a:xfrm>
          </p:grpSpPr>
          <p:grpSp>
            <p:nvGrpSpPr>
              <p:cNvPr id="9200" name="Google Shape;9200;p60"/>
              <p:cNvGrpSpPr/>
              <p:nvPr/>
            </p:nvGrpSpPr>
            <p:grpSpPr>
              <a:xfrm>
                <a:off x="6520337" y="1589514"/>
                <a:ext cx="213964" cy="405138"/>
                <a:chOff x="6520337" y="1589514"/>
                <a:chExt cx="213964" cy="405138"/>
              </a:xfrm>
            </p:grpSpPr>
            <p:sp>
              <p:nvSpPr>
                <p:cNvPr id="9201" name="Google Shape;9201;p60"/>
                <p:cNvSpPr/>
                <p:nvPr/>
              </p:nvSpPr>
              <p:spPr>
                <a:xfrm rot="-5400000">
                  <a:off x="6522864" y="1586987"/>
                  <a:ext cx="208867" cy="213920"/>
                </a:xfrm>
                <a:custGeom>
                  <a:rect l="l" t="t" r="r" b="b"/>
                  <a:pathLst>
                    <a:path w="24013" h="24594" extrusionOk="0">
                      <a:moveTo>
                        <a:pt x="725" y="0"/>
                      </a:moveTo>
                      <a:cubicBezTo>
                        <a:pt x="482" y="0"/>
                        <a:pt x="241" y="3"/>
                        <a:pt x="0" y="5"/>
                      </a:cubicBezTo>
                      <a:lnTo>
                        <a:pt x="0" y="22597"/>
                      </a:lnTo>
                      <a:cubicBezTo>
                        <a:pt x="118" y="22596"/>
                        <a:pt x="222" y="22595"/>
                        <a:pt x="312" y="22595"/>
                      </a:cubicBezTo>
                      <a:cubicBezTo>
                        <a:pt x="582" y="22595"/>
                        <a:pt x="725" y="22600"/>
                        <a:pt x="725" y="22600"/>
                      </a:cubicBezTo>
                      <a:cubicBezTo>
                        <a:pt x="725" y="22600"/>
                        <a:pt x="872" y="22595"/>
                        <a:pt x="1149" y="22595"/>
                      </a:cubicBezTo>
                      <a:cubicBezTo>
                        <a:pt x="2638" y="22595"/>
                        <a:pt x="7882" y="22740"/>
                        <a:pt x="14103" y="24594"/>
                      </a:cubicBezTo>
                      <a:lnTo>
                        <a:pt x="24013" y="5327"/>
                      </a:lnTo>
                      <a:cubicBezTo>
                        <a:pt x="24013" y="5327"/>
                        <a:pt x="16917" y="0"/>
                        <a:pt x="725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A5B7C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02" name="Google Shape;9202;p60"/>
                <p:cNvSpPr/>
                <p:nvPr/>
              </p:nvSpPr>
              <p:spPr>
                <a:xfrm rot="-5400000">
                  <a:off x="6529205" y="1789556"/>
                  <a:ext cx="196263" cy="213929"/>
                </a:xfrm>
                <a:custGeom>
                  <a:rect l="l" t="t" r="r" b="b"/>
                  <a:pathLst>
                    <a:path w="22564" h="24595" extrusionOk="0">
                      <a:moveTo>
                        <a:pt x="22564" y="1"/>
                      </a:moveTo>
                      <a:cubicBezTo>
                        <a:pt x="15114" y="73"/>
                        <a:pt x="9649" y="1280"/>
                        <a:pt x="5965" y="2527"/>
                      </a:cubicBezTo>
                      <a:lnTo>
                        <a:pt x="5965" y="2528"/>
                      </a:lnTo>
                      <a:cubicBezTo>
                        <a:pt x="2949" y="3548"/>
                        <a:pt x="1124" y="4595"/>
                        <a:pt x="385" y="5067"/>
                      </a:cubicBezTo>
                      <a:cubicBezTo>
                        <a:pt x="382" y="5067"/>
                        <a:pt x="382" y="5068"/>
                        <a:pt x="380" y="5068"/>
                      </a:cubicBezTo>
                      <a:cubicBezTo>
                        <a:pt x="373" y="5074"/>
                        <a:pt x="366" y="5078"/>
                        <a:pt x="358" y="5083"/>
                      </a:cubicBezTo>
                      <a:cubicBezTo>
                        <a:pt x="344" y="5091"/>
                        <a:pt x="329" y="5100"/>
                        <a:pt x="316" y="5110"/>
                      </a:cubicBezTo>
                      <a:cubicBezTo>
                        <a:pt x="315" y="5112"/>
                        <a:pt x="313" y="5113"/>
                        <a:pt x="312" y="5113"/>
                      </a:cubicBezTo>
                      <a:cubicBezTo>
                        <a:pt x="293" y="5125"/>
                        <a:pt x="275" y="5136"/>
                        <a:pt x="258" y="5148"/>
                      </a:cubicBezTo>
                      <a:cubicBezTo>
                        <a:pt x="255" y="5150"/>
                        <a:pt x="251" y="5152"/>
                        <a:pt x="248" y="5155"/>
                      </a:cubicBezTo>
                      <a:cubicBezTo>
                        <a:pt x="240" y="5160"/>
                        <a:pt x="232" y="5166"/>
                        <a:pt x="224" y="5171"/>
                      </a:cubicBezTo>
                      <a:lnTo>
                        <a:pt x="191" y="5193"/>
                      </a:lnTo>
                      <a:cubicBezTo>
                        <a:pt x="189" y="5193"/>
                        <a:pt x="189" y="5195"/>
                        <a:pt x="188" y="5195"/>
                      </a:cubicBezTo>
                      <a:lnTo>
                        <a:pt x="171" y="5206"/>
                      </a:lnTo>
                      <a:cubicBezTo>
                        <a:pt x="162" y="5211"/>
                        <a:pt x="153" y="5217"/>
                        <a:pt x="146" y="5222"/>
                      </a:cubicBezTo>
                      <a:cubicBezTo>
                        <a:pt x="144" y="5224"/>
                        <a:pt x="144" y="5225"/>
                        <a:pt x="141" y="5225"/>
                      </a:cubicBezTo>
                      <a:cubicBezTo>
                        <a:pt x="137" y="5230"/>
                        <a:pt x="131" y="5231"/>
                        <a:pt x="127" y="5236"/>
                      </a:cubicBezTo>
                      <a:cubicBezTo>
                        <a:pt x="118" y="5243"/>
                        <a:pt x="109" y="5247"/>
                        <a:pt x="102" y="5253"/>
                      </a:cubicBezTo>
                      <a:cubicBezTo>
                        <a:pt x="95" y="5260"/>
                        <a:pt x="88" y="5265"/>
                        <a:pt x="80" y="5269"/>
                      </a:cubicBezTo>
                      <a:cubicBezTo>
                        <a:pt x="39" y="5297"/>
                        <a:pt x="15" y="5316"/>
                        <a:pt x="6" y="5323"/>
                      </a:cubicBezTo>
                      <a:lnTo>
                        <a:pt x="3" y="5324"/>
                      </a:lnTo>
                      <a:lnTo>
                        <a:pt x="0" y="5326"/>
                      </a:lnTo>
                      <a:lnTo>
                        <a:pt x="9910" y="24594"/>
                      </a:lnTo>
                      <a:cubicBezTo>
                        <a:pt x="10017" y="24561"/>
                        <a:pt x="10124" y="24530"/>
                        <a:pt x="10231" y="24499"/>
                      </a:cubicBezTo>
                      <a:cubicBezTo>
                        <a:pt x="10284" y="24482"/>
                        <a:pt x="10339" y="24466"/>
                        <a:pt x="10392" y="24451"/>
                      </a:cubicBezTo>
                      <a:cubicBezTo>
                        <a:pt x="10473" y="24428"/>
                        <a:pt x="10553" y="24403"/>
                        <a:pt x="10633" y="24381"/>
                      </a:cubicBezTo>
                      <a:cubicBezTo>
                        <a:pt x="10664" y="24373"/>
                        <a:pt x="10691" y="24364"/>
                        <a:pt x="10721" y="24357"/>
                      </a:cubicBezTo>
                      <a:cubicBezTo>
                        <a:pt x="10786" y="24339"/>
                        <a:pt x="10855" y="24320"/>
                        <a:pt x="10920" y="24303"/>
                      </a:cubicBezTo>
                      <a:cubicBezTo>
                        <a:pt x="10930" y="24298"/>
                        <a:pt x="10943" y="24297"/>
                        <a:pt x="10955" y="24293"/>
                      </a:cubicBezTo>
                      <a:cubicBezTo>
                        <a:pt x="11032" y="24274"/>
                        <a:pt x="11111" y="24252"/>
                        <a:pt x="11188" y="24231"/>
                      </a:cubicBezTo>
                      <a:cubicBezTo>
                        <a:pt x="11192" y="24230"/>
                        <a:pt x="11200" y="24227"/>
                        <a:pt x="11206" y="24226"/>
                      </a:cubicBezTo>
                      <a:cubicBezTo>
                        <a:pt x="11307" y="24198"/>
                        <a:pt x="11409" y="24172"/>
                        <a:pt x="11511" y="24146"/>
                      </a:cubicBezTo>
                      <a:cubicBezTo>
                        <a:pt x="11613" y="24118"/>
                        <a:pt x="11715" y="24093"/>
                        <a:pt x="11816" y="24067"/>
                      </a:cubicBezTo>
                      <a:cubicBezTo>
                        <a:pt x="11877" y="24052"/>
                        <a:pt x="11938" y="24036"/>
                        <a:pt x="11998" y="24022"/>
                      </a:cubicBezTo>
                      <a:cubicBezTo>
                        <a:pt x="12071" y="24004"/>
                        <a:pt x="12143" y="23987"/>
                        <a:pt x="12216" y="23969"/>
                      </a:cubicBezTo>
                      <a:cubicBezTo>
                        <a:pt x="17046" y="22790"/>
                        <a:pt x="20998" y="22614"/>
                        <a:pt x="22564" y="22595"/>
                      </a:cubicBezTo>
                      <a:lnTo>
                        <a:pt x="22564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A5B7C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203" name="Google Shape;9203;p60"/>
              <p:cNvGrpSpPr/>
              <p:nvPr/>
            </p:nvGrpSpPr>
            <p:grpSpPr>
              <a:xfrm>
                <a:off x="6577204" y="1193063"/>
                <a:ext cx="284966" cy="453562"/>
                <a:chOff x="6577204" y="1193063"/>
                <a:chExt cx="284966" cy="453562"/>
              </a:xfrm>
            </p:grpSpPr>
            <p:sp>
              <p:nvSpPr>
                <p:cNvPr id="9204" name="Google Shape;9204;p60"/>
                <p:cNvSpPr/>
                <p:nvPr/>
              </p:nvSpPr>
              <p:spPr>
                <a:xfrm>
                  <a:off x="6577204" y="1193063"/>
                  <a:ext cx="284966" cy="63652"/>
                </a:xfrm>
                <a:custGeom>
                  <a:rect l="l" t="t" r="r" b="b"/>
                  <a:pathLst>
                    <a:path w="32762" h="7318" extrusionOk="0">
                      <a:moveTo>
                        <a:pt x="0" y="1"/>
                      </a:moveTo>
                      <a:lnTo>
                        <a:pt x="0" y="7318"/>
                      </a:lnTo>
                      <a:lnTo>
                        <a:pt x="32762" y="7318"/>
                      </a:lnTo>
                      <a:lnTo>
                        <a:pt x="32762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A5B7C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205" name="Google Shape;9205;p60"/>
                <p:cNvCxnSpPr/>
                <p:nvPr/>
              </p:nvCxnSpPr>
              <p:spPr>
                <a:xfrm rot="10800000" flipH="1">
                  <a:off x="6677825" y="1279425"/>
                  <a:ext cx="0" cy="367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9206" name="Google Shape;9206;p60"/>
            <p:cNvGrpSpPr/>
            <p:nvPr/>
          </p:nvGrpSpPr>
          <p:grpSpPr>
            <a:xfrm>
              <a:off x="6238903" y="1193063"/>
              <a:ext cx="300491" cy="901782"/>
              <a:chOff x="6238903" y="1193063"/>
              <a:chExt cx="300491" cy="901782"/>
            </a:xfrm>
          </p:grpSpPr>
          <p:grpSp>
            <p:nvGrpSpPr>
              <p:cNvPr id="9207" name="Google Shape;9207;p60"/>
              <p:cNvGrpSpPr/>
              <p:nvPr/>
            </p:nvGrpSpPr>
            <p:grpSpPr>
              <a:xfrm>
                <a:off x="6290865" y="1489295"/>
                <a:ext cx="248530" cy="605550"/>
                <a:chOff x="6290865" y="1489295"/>
                <a:chExt cx="248530" cy="605550"/>
              </a:xfrm>
            </p:grpSpPr>
            <p:sp>
              <p:nvSpPr>
                <p:cNvPr id="9208" name="Google Shape;9208;p60"/>
                <p:cNvSpPr/>
                <p:nvPr/>
              </p:nvSpPr>
              <p:spPr>
                <a:xfrm rot="-5400000">
                  <a:off x="6260587" y="1519573"/>
                  <a:ext cx="309086" cy="248530"/>
                </a:xfrm>
                <a:custGeom>
                  <a:rect l="l" t="t" r="r" b="b"/>
                  <a:pathLst>
                    <a:path w="35535" h="28573" extrusionOk="0">
                      <a:moveTo>
                        <a:pt x="727" y="0"/>
                      </a:moveTo>
                      <a:cubicBezTo>
                        <a:pt x="484" y="0"/>
                        <a:pt x="241" y="2"/>
                        <a:pt x="0" y="3"/>
                      </a:cubicBezTo>
                      <a:lnTo>
                        <a:pt x="0" y="22994"/>
                      </a:lnTo>
                      <a:cubicBezTo>
                        <a:pt x="259" y="22992"/>
                        <a:pt x="501" y="22989"/>
                        <a:pt x="727" y="22989"/>
                      </a:cubicBezTo>
                      <a:cubicBezTo>
                        <a:pt x="5078" y="22989"/>
                        <a:pt x="15152" y="23439"/>
                        <a:pt x="25134" y="28572"/>
                      </a:cubicBezTo>
                      <a:lnTo>
                        <a:pt x="35534" y="9632"/>
                      </a:lnTo>
                      <a:cubicBezTo>
                        <a:pt x="35534" y="9632"/>
                        <a:pt x="21952" y="0"/>
                        <a:pt x="727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09" name="Google Shape;9209;p60"/>
                <p:cNvSpPr/>
                <p:nvPr/>
              </p:nvSpPr>
              <p:spPr>
                <a:xfrm rot="-5400000">
                  <a:off x="6266915" y="1822365"/>
                  <a:ext cx="296456" cy="248504"/>
                </a:xfrm>
                <a:custGeom>
                  <a:rect l="l" t="t" r="r" b="b"/>
                  <a:pathLst>
                    <a:path w="34083" h="28569" extrusionOk="0">
                      <a:moveTo>
                        <a:pt x="34083" y="0"/>
                      </a:moveTo>
                      <a:cubicBezTo>
                        <a:pt x="22684" y="120"/>
                        <a:pt x="13548" y="2997"/>
                        <a:pt x="7617" y="5579"/>
                      </a:cubicBezTo>
                      <a:cubicBezTo>
                        <a:pt x="5629" y="6444"/>
                        <a:pt x="3999" y="7274"/>
                        <a:pt x="2767" y="7955"/>
                      </a:cubicBezTo>
                      <a:cubicBezTo>
                        <a:pt x="2743" y="7970"/>
                        <a:pt x="2717" y="7985"/>
                        <a:pt x="2693" y="7996"/>
                      </a:cubicBezTo>
                      <a:cubicBezTo>
                        <a:pt x="2692" y="7996"/>
                        <a:pt x="2689" y="7999"/>
                        <a:pt x="2687" y="7999"/>
                      </a:cubicBezTo>
                      <a:cubicBezTo>
                        <a:pt x="2454" y="8127"/>
                        <a:pt x="2237" y="8251"/>
                        <a:pt x="2034" y="8368"/>
                      </a:cubicBezTo>
                      <a:lnTo>
                        <a:pt x="1958" y="8411"/>
                      </a:lnTo>
                      <a:cubicBezTo>
                        <a:pt x="1952" y="8416"/>
                        <a:pt x="1949" y="8418"/>
                        <a:pt x="1943" y="8421"/>
                      </a:cubicBezTo>
                      <a:cubicBezTo>
                        <a:pt x="1913" y="8437"/>
                        <a:pt x="1884" y="8455"/>
                        <a:pt x="1854" y="8472"/>
                      </a:cubicBezTo>
                      <a:cubicBezTo>
                        <a:pt x="1844" y="8478"/>
                        <a:pt x="1834" y="8483"/>
                        <a:pt x="1825" y="8488"/>
                      </a:cubicBezTo>
                      <a:cubicBezTo>
                        <a:pt x="1718" y="8552"/>
                        <a:pt x="1616" y="8612"/>
                        <a:pt x="1517" y="8670"/>
                      </a:cubicBezTo>
                      <a:cubicBezTo>
                        <a:pt x="1476" y="8697"/>
                        <a:pt x="1435" y="8720"/>
                        <a:pt x="1396" y="8743"/>
                      </a:cubicBezTo>
                      <a:cubicBezTo>
                        <a:pt x="1349" y="8771"/>
                        <a:pt x="1305" y="8799"/>
                        <a:pt x="1262" y="8823"/>
                      </a:cubicBezTo>
                      <a:cubicBezTo>
                        <a:pt x="1246" y="8832"/>
                        <a:pt x="1230" y="8844"/>
                        <a:pt x="1214" y="8852"/>
                      </a:cubicBezTo>
                      <a:cubicBezTo>
                        <a:pt x="1166" y="8882"/>
                        <a:pt x="1119" y="8911"/>
                        <a:pt x="1072" y="8938"/>
                      </a:cubicBezTo>
                      <a:cubicBezTo>
                        <a:pt x="1042" y="8956"/>
                        <a:pt x="1013" y="8973"/>
                        <a:pt x="985" y="8991"/>
                      </a:cubicBezTo>
                      <a:cubicBezTo>
                        <a:pt x="941" y="9018"/>
                        <a:pt x="901" y="9043"/>
                        <a:pt x="860" y="9069"/>
                      </a:cubicBezTo>
                      <a:cubicBezTo>
                        <a:pt x="845" y="9078"/>
                        <a:pt x="832" y="9087"/>
                        <a:pt x="821" y="9094"/>
                      </a:cubicBezTo>
                      <a:cubicBezTo>
                        <a:pt x="794" y="9112"/>
                        <a:pt x="771" y="9126"/>
                        <a:pt x="748" y="9141"/>
                      </a:cubicBezTo>
                      <a:cubicBezTo>
                        <a:pt x="733" y="9148"/>
                        <a:pt x="720" y="9157"/>
                        <a:pt x="706" y="9166"/>
                      </a:cubicBezTo>
                      <a:cubicBezTo>
                        <a:pt x="692" y="9174"/>
                        <a:pt x="678" y="9182"/>
                        <a:pt x="665" y="9192"/>
                      </a:cubicBezTo>
                      <a:cubicBezTo>
                        <a:pt x="643" y="9206"/>
                        <a:pt x="621" y="9218"/>
                        <a:pt x="599" y="9233"/>
                      </a:cubicBezTo>
                      <a:cubicBezTo>
                        <a:pt x="582" y="9244"/>
                        <a:pt x="567" y="9254"/>
                        <a:pt x="551" y="9265"/>
                      </a:cubicBezTo>
                      <a:cubicBezTo>
                        <a:pt x="534" y="9275"/>
                        <a:pt x="518" y="9283"/>
                        <a:pt x="502" y="9295"/>
                      </a:cubicBezTo>
                      <a:cubicBezTo>
                        <a:pt x="483" y="9305"/>
                        <a:pt x="465" y="9318"/>
                        <a:pt x="446" y="9330"/>
                      </a:cubicBezTo>
                      <a:cubicBezTo>
                        <a:pt x="305" y="9422"/>
                        <a:pt x="196" y="9493"/>
                        <a:pt x="122" y="9544"/>
                      </a:cubicBezTo>
                      <a:lnTo>
                        <a:pt x="104" y="9556"/>
                      </a:lnTo>
                      <a:cubicBezTo>
                        <a:pt x="72" y="9578"/>
                        <a:pt x="46" y="9595"/>
                        <a:pt x="30" y="9607"/>
                      </a:cubicBezTo>
                      <a:cubicBezTo>
                        <a:pt x="28" y="9608"/>
                        <a:pt x="24" y="9610"/>
                        <a:pt x="23" y="9611"/>
                      </a:cubicBezTo>
                      <a:cubicBezTo>
                        <a:pt x="17" y="9615"/>
                        <a:pt x="14" y="9618"/>
                        <a:pt x="9" y="9621"/>
                      </a:cubicBezTo>
                      <a:cubicBezTo>
                        <a:pt x="8" y="9623"/>
                        <a:pt x="7" y="9624"/>
                        <a:pt x="5" y="9624"/>
                      </a:cubicBezTo>
                      <a:lnTo>
                        <a:pt x="1" y="9629"/>
                      </a:lnTo>
                      <a:lnTo>
                        <a:pt x="10402" y="28569"/>
                      </a:lnTo>
                      <a:lnTo>
                        <a:pt x="10669" y="28432"/>
                      </a:lnTo>
                      <a:cubicBezTo>
                        <a:pt x="10734" y="28399"/>
                        <a:pt x="10803" y="28365"/>
                        <a:pt x="10868" y="28333"/>
                      </a:cubicBezTo>
                      <a:cubicBezTo>
                        <a:pt x="10913" y="28309"/>
                        <a:pt x="10960" y="28287"/>
                        <a:pt x="11007" y="28263"/>
                      </a:cubicBezTo>
                      <a:cubicBezTo>
                        <a:pt x="11052" y="28242"/>
                        <a:pt x="11095" y="28220"/>
                        <a:pt x="11141" y="28198"/>
                      </a:cubicBezTo>
                      <a:cubicBezTo>
                        <a:pt x="11264" y="28138"/>
                        <a:pt x="11387" y="28079"/>
                        <a:pt x="11510" y="28020"/>
                      </a:cubicBezTo>
                      <a:cubicBezTo>
                        <a:pt x="11570" y="27991"/>
                        <a:pt x="11633" y="27962"/>
                        <a:pt x="11694" y="27933"/>
                      </a:cubicBezTo>
                      <a:cubicBezTo>
                        <a:pt x="11754" y="27904"/>
                        <a:pt x="11816" y="27875"/>
                        <a:pt x="11877" y="27846"/>
                      </a:cubicBezTo>
                      <a:cubicBezTo>
                        <a:pt x="20843" y="23637"/>
                        <a:pt x="29650" y="23043"/>
                        <a:pt x="34083" y="22991"/>
                      </a:cubicBezTo>
                      <a:lnTo>
                        <a:pt x="34083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210" name="Google Shape;9210;p60"/>
              <p:cNvGrpSpPr/>
              <p:nvPr/>
            </p:nvGrpSpPr>
            <p:grpSpPr>
              <a:xfrm>
                <a:off x="6238903" y="1193063"/>
                <a:ext cx="284966" cy="327512"/>
                <a:chOff x="6238903" y="1193063"/>
                <a:chExt cx="284966" cy="327512"/>
              </a:xfrm>
            </p:grpSpPr>
            <p:sp>
              <p:nvSpPr>
                <p:cNvPr id="9211" name="Google Shape;9211;p60"/>
                <p:cNvSpPr/>
                <p:nvPr/>
              </p:nvSpPr>
              <p:spPr>
                <a:xfrm>
                  <a:off x="6238903" y="1193063"/>
                  <a:ext cx="284966" cy="63652"/>
                </a:xfrm>
                <a:custGeom>
                  <a:rect l="l" t="t" r="r" b="b"/>
                  <a:pathLst>
                    <a:path w="32762" h="7318" extrusionOk="0">
                      <a:moveTo>
                        <a:pt x="0" y="0"/>
                      </a:moveTo>
                      <a:lnTo>
                        <a:pt x="0" y="7317"/>
                      </a:lnTo>
                      <a:lnTo>
                        <a:pt x="32762" y="7317"/>
                      </a:lnTo>
                      <a:lnTo>
                        <a:pt x="32762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212" name="Google Shape;9212;p60"/>
                <p:cNvCxnSpPr/>
                <p:nvPr/>
              </p:nvCxnSpPr>
              <p:spPr>
                <a:xfrm rot="10800000" flipH="1">
                  <a:off x="6431250" y="1279375"/>
                  <a:ext cx="0" cy="2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9213" name="Google Shape;9213;p60"/>
            <p:cNvGrpSpPr/>
            <p:nvPr/>
          </p:nvGrpSpPr>
          <p:grpSpPr>
            <a:xfrm>
              <a:off x="5900602" y="1193063"/>
              <a:ext cx="444365" cy="1023338"/>
              <a:chOff x="5900602" y="1193063"/>
              <a:chExt cx="444365" cy="1023338"/>
            </a:xfrm>
          </p:grpSpPr>
          <p:grpSp>
            <p:nvGrpSpPr>
              <p:cNvPr id="9214" name="Google Shape;9214;p60"/>
              <p:cNvGrpSpPr/>
              <p:nvPr/>
            </p:nvGrpSpPr>
            <p:grpSpPr>
              <a:xfrm>
                <a:off x="6046501" y="1367757"/>
                <a:ext cx="298465" cy="848644"/>
                <a:chOff x="6046501" y="1367757"/>
                <a:chExt cx="298465" cy="848644"/>
              </a:xfrm>
            </p:grpSpPr>
            <p:sp>
              <p:nvSpPr>
                <p:cNvPr id="9215" name="Google Shape;9215;p60"/>
                <p:cNvSpPr/>
                <p:nvPr/>
              </p:nvSpPr>
              <p:spPr>
                <a:xfrm rot="-5400000">
                  <a:off x="5980413" y="1433845"/>
                  <a:ext cx="430641" cy="298465"/>
                </a:xfrm>
                <a:custGeom>
                  <a:rect l="l" t="t" r="r" b="b"/>
                  <a:pathLst>
                    <a:path w="49510" h="34314" extrusionOk="0">
                      <a:moveTo>
                        <a:pt x="722" y="0"/>
                      </a:moveTo>
                      <a:cubicBezTo>
                        <a:pt x="481" y="0"/>
                        <a:pt x="241" y="0"/>
                        <a:pt x="1" y="3"/>
                      </a:cubicBezTo>
                      <a:lnTo>
                        <a:pt x="1" y="24234"/>
                      </a:lnTo>
                      <a:cubicBezTo>
                        <a:pt x="243" y="24230"/>
                        <a:pt x="428" y="24229"/>
                        <a:pt x="550" y="24229"/>
                      </a:cubicBezTo>
                      <a:cubicBezTo>
                        <a:pt x="648" y="24229"/>
                        <a:pt x="706" y="24230"/>
                        <a:pt x="722" y="24230"/>
                      </a:cubicBezTo>
                      <a:lnTo>
                        <a:pt x="729" y="24230"/>
                      </a:lnTo>
                      <a:cubicBezTo>
                        <a:pt x="773" y="24230"/>
                        <a:pt x="1173" y="24214"/>
                        <a:pt x="1871" y="24214"/>
                      </a:cubicBezTo>
                      <a:cubicBezTo>
                        <a:pt x="6340" y="24214"/>
                        <a:pt x="23046" y="24853"/>
                        <a:pt x="37171" y="34314"/>
                      </a:cubicBezTo>
                      <a:lnTo>
                        <a:pt x="49510" y="11872"/>
                      </a:lnTo>
                      <a:cubicBezTo>
                        <a:pt x="49510" y="11872"/>
                        <a:pt x="31299" y="3"/>
                        <a:pt x="729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657E9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16" name="Google Shape;9216;p60"/>
                <p:cNvSpPr/>
                <p:nvPr/>
              </p:nvSpPr>
              <p:spPr>
                <a:xfrm rot="-5400000">
                  <a:off x="5986741" y="1858175"/>
                  <a:ext cx="418012" cy="298439"/>
                </a:xfrm>
                <a:custGeom>
                  <a:rect l="l" t="t" r="r" b="b"/>
                  <a:pathLst>
                    <a:path w="48058" h="34311" extrusionOk="0">
                      <a:moveTo>
                        <a:pt x="48058" y="0"/>
                      </a:moveTo>
                      <a:cubicBezTo>
                        <a:pt x="40706" y="47"/>
                        <a:pt x="34078" y="776"/>
                        <a:pt x="28261" y="1849"/>
                      </a:cubicBezTo>
                      <a:cubicBezTo>
                        <a:pt x="20919" y="3208"/>
                        <a:pt x="14865" y="5126"/>
                        <a:pt x="10271" y="6917"/>
                      </a:cubicBezTo>
                      <a:cubicBezTo>
                        <a:pt x="5004" y="8972"/>
                        <a:pt x="1653" y="10865"/>
                        <a:pt x="474" y="11571"/>
                      </a:cubicBezTo>
                      <a:cubicBezTo>
                        <a:pt x="462" y="11578"/>
                        <a:pt x="449" y="11585"/>
                        <a:pt x="439" y="11593"/>
                      </a:cubicBezTo>
                      <a:cubicBezTo>
                        <a:pt x="427" y="11600"/>
                        <a:pt x="417" y="11606"/>
                        <a:pt x="406" y="11613"/>
                      </a:cubicBezTo>
                      <a:cubicBezTo>
                        <a:pt x="384" y="11628"/>
                        <a:pt x="365" y="11638"/>
                        <a:pt x="344" y="11651"/>
                      </a:cubicBezTo>
                      <a:cubicBezTo>
                        <a:pt x="328" y="11661"/>
                        <a:pt x="311" y="11671"/>
                        <a:pt x="296" y="11680"/>
                      </a:cubicBezTo>
                      <a:cubicBezTo>
                        <a:pt x="285" y="11689"/>
                        <a:pt x="273" y="11696"/>
                        <a:pt x="260" y="11703"/>
                      </a:cubicBezTo>
                      <a:cubicBezTo>
                        <a:pt x="251" y="11709"/>
                        <a:pt x="242" y="11715"/>
                        <a:pt x="235" y="11719"/>
                      </a:cubicBezTo>
                      <a:cubicBezTo>
                        <a:pt x="126" y="11788"/>
                        <a:pt x="53" y="11833"/>
                        <a:pt x="20" y="11855"/>
                      </a:cubicBezTo>
                      <a:cubicBezTo>
                        <a:pt x="18" y="11856"/>
                        <a:pt x="14" y="11858"/>
                        <a:pt x="12" y="11861"/>
                      </a:cubicBezTo>
                      <a:cubicBezTo>
                        <a:pt x="4" y="11865"/>
                        <a:pt x="1" y="11869"/>
                        <a:pt x="1" y="11869"/>
                      </a:cubicBezTo>
                      <a:lnTo>
                        <a:pt x="12338" y="34311"/>
                      </a:lnTo>
                      <a:cubicBezTo>
                        <a:pt x="12429" y="34252"/>
                        <a:pt x="12518" y="34194"/>
                        <a:pt x="12608" y="34136"/>
                      </a:cubicBezTo>
                      <a:cubicBezTo>
                        <a:pt x="12655" y="34107"/>
                        <a:pt x="12700" y="34076"/>
                        <a:pt x="12747" y="34047"/>
                      </a:cubicBezTo>
                      <a:cubicBezTo>
                        <a:pt x="12789" y="34021"/>
                        <a:pt x="12830" y="33996"/>
                        <a:pt x="12869" y="33970"/>
                      </a:cubicBezTo>
                      <a:cubicBezTo>
                        <a:pt x="12927" y="33932"/>
                        <a:pt x="12986" y="33896"/>
                        <a:pt x="13045" y="33858"/>
                      </a:cubicBezTo>
                      <a:cubicBezTo>
                        <a:pt x="13124" y="33808"/>
                        <a:pt x="13204" y="33759"/>
                        <a:pt x="13283" y="33709"/>
                      </a:cubicBezTo>
                      <a:cubicBezTo>
                        <a:pt x="13363" y="33661"/>
                        <a:pt x="13441" y="33612"/>
                        <a:pt x="13521" y="33562"/>
                      </a:cubicBezTo>
                      <a:cubicBezTo>
                        <a:pt x="13601" y="33513"/>
                        <a:pt x="13679" y="33465"/>
                        <a:pt x="13759" y="33417"/>
                      </a:cubicBezTo>
                      <a:cubicBezTo>
                        <a:pt x="13842" y="33367"/>
                        <a:pt x="13922" y="33319"/>
                        <a:pt x="14003" y="33270"/>
                      </a:cubicBezTo>
                      <a:cubicBezTo>
                        <a:pt x="14082" y="33222"/>
                        <a:pt x="14159" y="33175"/>
                        <a:pt x="14238" y="33130"/>
                      </a:cubicBezTo>
                      <a:cubicBezTo>
                        <a:pt x="14318" y="33082"/>
                        <a:pt x="14398" y="33037"/>
                        <a:pt x="14478" y="32990"/>
                      </a:cubicBezTo>
                      <a:cubicBezTo>
                        <a:pt x="14558" y="32943"/>
                        <a:pt x="14638" y="32897"/>
                        <a:pt x="14718" y="32852"/>
                      </a:cubicBezTo>
                      <a:cubicBezTo>
                        <a:pt x="14798" y="32804"/>
                        <a:pt x="14879" y="32758"/>
                        <a:pt x="14959" y="32713"/>
                      </a:cubicBezTo>
                      <a:cubicBezTo>
                        <a:pt x="15120" y="32622"/>
                        <a:pt x="15280" y="32531"/>
                        <a:pt x="15444" y="32441"/>
                      </a:cubicBezTo>
                      <a:cubicBezTo>
                        <a:pt x="15521" y="32397"/>
                        <a:pt x="15598" y="32357"/>
                        <a:pt x="15674" y="32314"/>
                      </a:cubicBezTo>
                      <a:cubicBezTo>
                        <a:pt x="15698" y="32301"/>
                        <a:pt x="15723" y="32287"/>
                        <a:pt x="15746" y="32274"/>
                      </a:cubicBezTo>
                      <a:cubicBezTo>
                        <a:pt x="15888" y="32196"/>
                        <a:pt x="16029" y="32119"/>
                        <a:pt x="16172" y="32045"/>
                      </a:cubicBezTo>
                      <a:cubicBezTo>
                        <a:pt x="29547" y="24910"/>
                        <a:pt x="44618" y="24279"/>
                        <a:pt x="48058" y="24228"/>
                      </a:cubicBezTo>
                      <a:lnTo>
                        <a:pt x="48058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657E9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217" name="Google Shape;9217;p60"/>
              <p:cNvGrpSpPr/>
              <p:nvPr/>
            </p:nvGrpSpPr>
            <p:grpSpPr>
              <a:xfrm>
                <a:off x="5900602" y="1193063"/>
                <a:ext cx="284966" cy="182312"/>
                <a:chOff x="5900602" y="1193063"/>
                <a:chExt cx="284966" cy="182312"/>
              </a:xfrm>
            </p:grpSpPr>
            <p:sp>
              <p:nvSpPr>
                <p:cNvPr id="9218" name="Google Shape;9218;p60"/>
                <p:cNvSpPr/>
                <p:nvPr/>
              </p:nvSpPr>
              <p:spPr>
                <a:xfrm>
                  <a:off x="5900602" y="1193063"/>
                  <a:ext cx="284966" cy="63652"/>
                </a:xfrm>
                <a:custGeom>
                  <a:rect l="l" t="t" r="r" b="b"/>
                  <a:pathLst>
                    <a:path w="32762" h="7318" extrusionOk="0">
                      <a:moveTo>
                        <a:pt x="0" y="0"/>
                      </a:moveTo>
                      <a:lnTo>
                        <a:pt x="0" y="7318"/>
                      </a:lnTo>
                      <a:lnTo>
                        <a:pt x="32762" y="7318"/>
                      </a:lnTo>
                      <a:lnTo>
                        <a:pt x="32762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657E9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219" name="Google Shape;9219;p60"/>
                <p:cNvCxnSpPr/>
                <p:nvPr/>
              </p:nvCxnSpPr>
              <p:spPr>
                <a:xfrm rot="10800000" flipH="1">
                  <a:off x="6156950" y="1279675"/>
                  <a:ext cx="0" cy="95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57E93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</p:grpSp>
      <p:grpSp>
        <p:nvGrpSpPr>
          <p:cNvPr id="9220" name="Google Shape;9220;p60"/>
          <p:cNvGrpSpPr/>
          <p:nvPr/>
        </p:nvGrpSpPr>
        <p:grpSpPr>
          <a:xfrm>
            <a:off x="7217825" y="979415"/>
            <a:ext cx="1219413" cy="1051379"/>
            <a:chOff x="7287122" y="1165658"/>
            <a:chExt cx="1219413" cy="1051379"/>
          </a:xfrm>
        </p:grpSpPr>
        <p:grpSp>
          <p:nvGrpSpPr>
            <p:cNvPr id="9221" name="Google Shape;9221;p60"/>
            <p:cNvGrpSpPr/>
            <p:nvPr/>
          </p:nvGrpSpPr>
          <p:grpSpPr>
            <a:xfrm>
              <a:off x="7287162" y="1969723"/>
              <a:ext cx="1219372" cy="247314"/>
              <a:chOff x="7287162" y="1969723"/>
              <a:chExt cx="1219372" cy="247314"/>
            </a:xfrm>
          </p:grpSpPr>
          <p:sp>
            <p:nvSpPr>
              <p:cNvPr id="9222" name="Google Shape;9222;p60"/>
              <p:cNvSpPr/>
              <p:nvPr/>
            </p:nvSpPr>
            <p:spPr>
              <a:xfrm flipH="1">
                <a:off x="8366239" y="1969723"/>
                <a:ext cx="140295" cy="247314"/>
              </a:xfrm>
              <a:custGeom>
                <a:rect l="l" t="t" r="r" b="b"/>
                <a:pathLst>
                  <a:path w="14992" h="26427" extrusionOk="0">
                    <a:moveTo>
                      <a:pt x="31" y="0"/>
                    </a:moveTo>
                    <a:cubicBezTo>
                      <a:pt x="25" y="0"/>
                      <a:pt x="19" y="0"/>
                      <a:pt x="13" y="0"/>
                    </a:cubicBezTo>
                    <a:lnTo>
                      <a:pt x="0" y="0"/>
                    </a:lnTo>
                    <a:lnTo>
                      <a:pt x="0" y="26407"/>
                    </a:lnTo>
                    <a:lnTo>
                      <a:pt x="13" y="26427"/>
                    </a:lnTo>
                    <a:lnTo>
                      <a:pt x="14992" y="1860"/>
                    </a:lnTo>
                    <a:cubicBezTo>
                      <a:pt x="10391" y="663"/>
                      <a:pt x="5335" y="0"/>
                      <a:pt x="3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9223" name="Google Shape;9223;p60"/>
              <p:cNvGrpSpPr/>
              <p:nvPr/>
            </p:nvGrpSpPr>
            <p:grpSpPr>
              <a:xfrm>
                <a:off x="7287162" y="2063892"/>
                <a:ext cx="1151713" cy="73432"/>
                <a:chOff x="7287162" y="2063892"/>
                <a:chExt cx="1151713" cy="73432"/>
              </a:xfrm>
            </p:grpSpPr>
            <p:sp>
              <p:nvSpPr>
                <p:cNvPr id="9224" name="Google Shape;9224;p60"/>
                <p:cNvSpPr/>
                <p:nvPr/>
              </p:nvSpPr>
              <p:spPr>
                <a:xfrm flipH="1">
                  <a:off x="7287162" y="2063892"/>
                  <a:ext cx="507062" cy="73432"/>
                </a:xfrm>
                <a:custGeom>
                  <a:rect l="l" t="t" r="r" b="b"/>
                  <a:pathLst>
                    <a:path w="35124" h="7847" extrusionOk="0">
                      <a:moveTo>
                        <a:pt x="0" y="1"/>
                      </a:moveTo>
                      <a:lnTo>
                        <a:pt x="0" y="7847"/>
                      </a:lnTo>
                      <a:lnTo>
                        <a:pt x="35123" y="7847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CFD9E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225" name="Google Shape;9225;p60"/>
                <p:cNvCxnSpPr/>
                <p:nvPr/>
              </p:nvCxnSpPr>
              <p:spPr>
                <a:xfrm rot="10800000">
                  <a:off x="7818475" y="2100600"/>
                  <a:ext cx="620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CFD9E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9226" name="Google Shape;9226;p60"/>
            <p:cNvGrpSpPr/>
            <p:nvPr/>
          </p:nvGrpSpPr>
          <p:grpSpPr>
            <a:xfrm>
              <a:off x="7287122" y="1712201"/>
              <a:ext cx="1219403" cy="246780"/>
              <a:chOff x="7287122" y="1712201"/>
              <a:chExt cx="1219403" cy="246780"/>
            </a:xfrm>
          </p:grpSpPr>
          <p:sp>
            <p:nvSpPr>
              <p:cNvPr id="9227" name="Google Shape;9227;p60"/>
              <p:cNvSpPr/>
              <p:nvPr/>
            </p:nvSpPr>
            <p:spPr>
              <a:xfrm flipH="1">
                <a:off x="8226234" y="1712201"/>
                <a:ext cx="280291" cy="246780"/>
              </a:xfrm>
              <a:custGeom>
                <a:rect l="l" t="t" r="r" b="b"/>
                <a:pathLst>
                  <a:path w="29952" h="26370" extrusionOk="0">
                    <a:moveTo>
                      <a:pt x="1" y="0"/>
                    </a:moveTo>
                    <a:lnTo>
                      <a:pt x="1" y="24234"/>
                    </a:lnTo>
                    <a:lnTo>
                      <a:pt x="14" y="24234"/>
                    </a:lnTo>
                    <a:cubicBezTo>
                      <a:pt x="14" y="24234"/>
                      <a:pt x="203" y="24229"/>
                      <a:pt x="558" y="24229"/>
                    </a:cubicBezTo>
                    <a:cubicBezTo>
                      <a:pt x="2473" y="24229"/>
                      <a:pt x="9215" y="24384"/>
                      <a:pt x="17213" y="26370"/>
                    </a:cubicBezTo>
                    <a:lnTo>
                      <a:pt x="29952" y="5713"/>
                    </a:lnTo>
                    <a:cubicBezTo>
                      <a:pt x="29952" y="5713"/>
                      <a:pt x="20827" y="0"/>
                      <a:pt x="1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9228" name="Google Shape;9228;p60"/>
              <p:cNvGrpSpPr/>
              <p:nvPr/>
            </p:nvGrpSpPr>
            <p:grpSpPr>
              <a:xfrm>
                <a:off x="7287122" y="1842861"/>
                <a:ext cx="1005303" cy="73419"/>
                <a:chOff x="7287122" y="1842861"/>
                <a:chExt cx="1005303" cy="73419"/>
              </a:xfrm>
            </p:grpSpPr>
            <p:sp>
              <p:nvSpPr>
                <p:cNvPr id="9229" name="Google Shape;9229;p60"/>
                <p:cNvSpPr/>
                <p:nvPr/>
              </p:nvSpPr>
              <p:spPr>
                <a:xfrm flipH="1">
                  <a:off x="7287122" y="1842861"/>
                  <a:ext cx="507103" cy="73419"/>
                </a:xfrm>
                <a:custGeom>
                  <a:rect l="l" t="t" r="r" b="b"/>
                  <a:pathLst>
                    <a:path w="35124" h="7844" extrusionOk="0">
                      <a:moveTo>
                        <a:pt x="0" y="1"/>
                      </a:moveTo>
                      <a:lnTo>
                        <a:pt x="0" y="7845"/>
                      </a:lnTo>
                      <a:lnTo>
                        <a:pt x="35123" y="7845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A5B7C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230" name="Google Shape;9230;p60"/>
                <p:cNvCxnSpPr/>
                <p:nvPr/>
              </p:nvCxnSpPr>
              <p:spPr>
                <a:xfrm rot="10800000">
                  <a:off x="7818425" y="1879575"/>
                  <a:ext cx="47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9231" name="Google Shape;9231;p60"/>
            <p:cNvGrpSpPr/>
            <p:nvPr/>
          </p:nvGrpSpPr>
          <p:grpSpPr>
            <a:xfrm>
              <a:off x="7287162" y="1447520"/>
              <a:ext cx="1219363" cy="286683"/>
              <a:chOff x="7287162" y="1447520"/>
              <a:chExt cx="1219363" cy="286683"/>
            </a:xfrm>
          </p:grpSpPr>
          <p:sp>
            <p:nvSpPr>
              <p:cNvPr id="9232" name="Google Shape;9232;p60"/>
              <p:cNvSpPr/>
              <p:nvPr/>
            </p:nvSpPr>
            <p:spPr>
              <a:xfrm flipH="1">
                <a:off x="8087641" y="1447520"/>
                <a:ext cx="418884" cy="286683"/>
              </a:xfrm>
              <a:custGeom>
                <a:rect l="l" t="t" r="r" b="b"/>
                <a:pathLst>
                  <a:path w="44762" h="30635" extrusionOk="0">
                    <a:moveTo>
                      <a:pt x="1" y="1"/>
                    </a:moveTo>
                    <a:lnTo>
                      <a:pt x="1" y="24648"/>
                    </a:lnTo>
                    <a:lnTo>
                      <a:pt x="14" y="24648"/>
                    </a:lnTo>
                    <a:cubicBezTo>
                      <a:pt x="5607" y="24648"/>
                      <a:pt x="18560" y="25130"/>
                      <a:pt x="31390" y="30635"/>
                    </a:cubicBezTo>
                    <a:lnTo>
                      <a:pt x="44761" y="10327"/>
                    </a:lnTo>
                    <a:cubicBezTo>
                      <a:pt x="44761" y="10327"/>
                      <a:pt x="27304" y="1"/>
                      <a:pt x="14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9233" name="Google Shape;9233;p60"/>
              <p:cNvGrpSpPr/>
              <p:nvPr/>
            </p:nvGrpSpPr>
            <p:grpSpPr>
              <a:xfrm>
                <a:off x="7287162" y="1581977"/>
                <a:ext cx="852763" cy="73432"/>
                <a:chOff x="7287162" y="1581977"/>
                <a:chExt cx="852763" cy="73432"/>
              </a:xfrm>
            </p:grpSpPr>
            <p:sp>
              <p:nvSpPr>
                <p:cNvPr id="9234" name="Google Shape;9234;p60"/>
                <p:cNvSpPr/>
                <p:nvPr/>
              </p:nvSpPr>
              <p:spPr>
                <a:xfrm flipH="1">
                  <a:off x="7287162" y="1581977"/>
                  <a:ext cx="507062" cy="73432"/>
                </a:xfrm>
                <a:custGeom>
                  <a:rect l="l" t="t" r="r" b="b"/>
                  <a:pathLst>
                    <a:path w="35124" h="7847" extrusionOk="0">
                      <a:moveTo>
                        <a:pt x="0" y="1"/>
                      </a:moveTo>
                      <a:lnTo>
                        <a:pt x="0" y="7847"/>
                      </a:lnTo>
                      <a:lnTo>
                        <a:pt x="35123" y="7847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235" name="Google Shape;9235;p60"/>
                <p:cNvCxnSpPr/>
                <p:nvPr/>
              </p:nvCxnSpPr>
              <p:spPr>
                <a:xfrm rot="10800000">
                  <a:off x="7818325" y="1618700"/>
                  <a:ext cx="321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9236" name="Google Shape;9236;p60"/>
            <p:cNvGrpSpPr/>
            <p:nvPr/>
          </p:nvGrpSpPr>
          <p:grpSpPr>
            <a:xfrm>
              <a:off x="7287162" y="1165658"/>
              <a:ext cx="1219363" cy="344284"/>
              <a:chOff x="7287162" y="1165658"/>
              <a:chExt cx="1219363" cy="344284"/>
            </a:xfrm>
          </p:grpSpPr>
          <p:sp>
            <p:nvSpPr>
              <p:cNvPr id="9237" name="Google Shape;9237;p60"/>
              <p:cNvSpPr/>
              <p:nvPr/>
            </p:nvSpPr>
            <p:spPr>
              <a:xfrm flipH="1">
                <a:off x="7919504" y="1165658"/>
                <a:ext cx="587021" cy="344284"/>
              </a:xfrm>
              <a:custGeom>
                <a:rect l="l" t="t" r="r" b="b"/>
                <a:pathLst>
                  <a:path w="62727" h="36789" extrusionOk="0">
                    <a:moveTo>
                      <a:pt x="1" y="1"/>
                    </a:moveTo>
                    <a:lnTo>
                      <a:pt x="1" y="25976"/>
                    </a:lnTo>
                    <a:lnTo>
                      <a:pt x="17" y="25976"/>
                    </a:lnTo>
                    <a:cubicBezTo>
                      <a:pt x="74" y="25976"/>
                      <a:pt x="588" y="25960"/>
                      <a:pt x="1487" y="25960"/>
                    </a:cubicBezTo>
                    <a:cubicBezTo>
                      <a:pt x="7235" y="25960"/>
                      <a:pt x="28709" y="26646"/>
                      <a:pt x="46867" y="36789"/>
                    </a:cubicBezTo>
                    <a:lnTo>
                      <a:pt x="62726" y="12728"/>
                    </a:lnTo>
                    <a:cubicBezTo>
                      <a:pt x="62726" y="12728"/>
                      <a:pt x="39312" y="2"/>
                      <a:pt x="1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9238" name="Google Shape;9238;p60"/>
              <p:cNvGrpSpPr/>
              <p:nvPr/>
            </p:nvGrpSpPr>
            <p:grpSpPr>
              <a:xfrm>
                <a:off x="7287162" y="1341025"/>
                <a:ext cx="695663" cy="73423"/>
                <a:chOff x="7287162" y="1341025"/>
                <a:chExt cx="695663" cy="73423"/>
              </a:xfrm>
            </p:grpSpPr>
            <p:sp>
              <p:nvSpPr>
                <p:cNvPr id="9239" name="Google Shape;9239;p60"/>
                <p:cNvSpPr/>
                <p:nvPr/>
              </p:nvSpPr>
              <p:spPr>
                <a:xfrm flipH="1">
                  <a:off x="7287162" y="1341025"/>
                  <a:ext cx="507062" cy="73423"/>
                </a:xfrm>
                <a:custGeom>
                  <a:rect l="l" t="t" r="r" b="b"/>
                  <a:pathLst>
                    <a:path w="35124" h="7844" extrusionOk="0">
                      <a:moveTo>
                        <a:pt x="0" y="1"/>
                      </a:moveTo>
                      <a:lnTo>
                        <a:pt x="0" y="7845"/>
                      </a:lnTo>
                      <a:lnTo>
                        <a:pt x="35123" y="7845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869FB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240" name="Google Shape;9240;p60"/>
                <p:cNvCxnSpPr/>
                <p:nvPr/>
              </p:nvCxnSpPr>
              <p:spPr>
                <a:xfrm rot="10800000">
                  <a:off x="7818425" y="1377750"/>
                  <a:ext cx="16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69FB1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</p:grp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</vt:lpstr>
      <vt:lpstr>Proxima Nova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2026-08-02T20:29:50.026</cp:lastPrinted>
  <dcterms:created xsi:type="dcterms:W3CDTF">2026-08-02T20:29:50Z</dcterms:created>
  <dcterms:modified xsi:type="dcterms:W3CDTF">2026-08-02T20:29:50Z</dcterms:modified>
</cp:coreProperties>
</file>