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1150"/>
        <p:cNvGrpSpPr/>
        <p:nvPr/>
      </p:nvGrpSpPr>
      <p:grpSpPr>
        <a:xfrm>
          <a:off x="0" y="0"/>
          <a:ext cx="0" cy="0"/>
        </a:xfrm>
      </p:grpSpPr>
      <p:sp>
        <p:nvSpPr>
          <p:cNvPr id="11151" name="Google Shape;11151;g2574187ba63_7_9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2" name="Google Shape;11152;g2574187ba63_7_9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10FA760-49E7-4D40-A409-EE274AD3C59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DE257E1-296F-4C60-954E-27CBD5DA41F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2AE75F-D584-4329-BECA-45236E89465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757ECA0-4C4E-4AEE-8007-51BFA7E9476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CFF64FE-31DF-45AF-9E34-33E663A8A45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5101E18A-D674-4E55-BF4D-09748BDE55A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BB51170-D623-47CE-8414-C306A0A133B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DA5A8E6-5D37-4767-AF20-3E6BF3FC25A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DF99269-B5EB-4D07-8C30-ED34F111ADF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D2DA89-2BBA-4BF8-8C31-F17E7830C2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F37D5E-2A67-4E14-8E99-B0C6427F4BC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11153"/>
        <p:cNvGrpSpPr/>
        <p:nvPr/>
      </p:nvGrpSpPr>
      <p:grpSpPr>
        <a:xfrm>
          <a:off x="0" y="0"/>
          <a:ext cx="0" cy="0"/>
        </a:xfrm>
      </p:grpSpPr>
      <p:sp>
        <p:nvSpPr>
          <p:cNvPr id="11155" name="Google Shape;11155;p67"/>
          <p:cNvSpPr/>
          <p:nvPr/>
        </p:nvSpPr>
        <p:spPr>
          <a:xfrm>
            <a:off x="832597" y="1630139"/>
            <a:ext cx="433284" cy="422781"/>
          </a:xfrm>
          <a:custGeom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156" name="Google Shape;11156;p67"/>
          <p:cNvGrpSpPr/>
          <p:nvPr/>
        </p:nvGrpSpPr>
        <p:grpSpPr>
          <a:xfrm>
            <a:off x="835580" y="2140412"/>
            <a:ext cx="426462" cy="420796"/>
            <a:chOff x="-6713450" y="2397900"/>
            <a:chExt cx="295375" cy="291450"/>
          </a:xfrm>
        </p:grpSpPr>
        <p:sp>
          <p:nvSpPr>
            <p:cNvPr id="11157" name="Google Shape;11157;p67"/>
            <p:cNvSpPr/>
            <p:nvPr/>
          </p:nvSpPr>
          <p:spPr>
            <a:xfrm>
              <a:off x="-6628400" y="2465650"/>
              <a:ext cx="69350" cy="17350"/>
            </a:xfrm>
            <a:custGeom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58" name="Google Shape;11158;p67"/>
            <p:cNvSpPr/>
            <p:nvPr/>
          </p:nvSpPr>
          <p:spPr>
            <a:xfrm>
              <a:off x="-6713450" y="2397900"/>
              <a:ext cx="295375" cy="291450"/>
            </a:xfrm>
            <a:custGeom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59" name="Google Shape;11159;p67"/>
          <p:cNvSpPr/>
          <p:nvPr/>
        </p:nvSpPr>
        <p:spPr>
          <a:xfrm>
            <a:off x="847921" y="2660229"/>
            <a:ext cx="426499" cy="421914"/>
          </a:xfrm>
          <a:custGeom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160" name="Google Shape;11160;p67"/>
          <p:cNvGrpSpPr/>
          <p:nvPr/>
        </p:nvGrpSpPr>
        <p:grpSpPr>
          <a:xfrm>
            <a:off x="3540341" y="1631401"/>
            <a:ext cx="423069" cy="420507"/>
            <a:chOff x="-4932650" y="2046625"/>
            <a:chExt cx="293025" cy="291250"/>
          </a:xfrm>
        </p:grpSpPr>
        <p:sp>
          <p:nvSpPr>
            <p:cNvPr id="11161" name="Google Shape;11161;p67"/>
            <p:cNvSpPr/>
            <p:nvPr/>
          </p:nvSpPr>
          <p:spPr>
            <a:xfrm>
              <a:off x="-4932650" y="2046625"/>
              <a:ext cx="293025" cy="291250"/>
            </a:xfrm>
            <a:custGeom>
              <a:rect l="l" t="t" r="r" b="b"/>
              <a:pathLst>
                <a:path w="11721" h="11650" extrusionOk="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62" name="Google Shape;11162;p67"/>
            <p:cNvSpPr/>
            <p:nvPr/>
          </p:nvSpPr>
          <p:spPr>
            <a:xfrm>
              <a:off x="-4802675" y="2115050"/>
              <a:ext cx="122100" cy="86075"/>
            </a:xfrm>
            <a:custGeom>
              <a:rect l="l" t="t" r="r" b="b"/>
              <a:pathLst>
                <a:path w="4884" h="3442" extrusionOk="0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63" name="Google Shape;11163;p67"/>
          <p:cNvSpPr/>
          <p:nvPr/>
        </p:nvSpPr>
        <p:spPr>
          <a:xfrm>
            <a:off x="3541793" y="2140826"/>
            <a:ext cx="420796" cy="419677"/>
          </a:xfrm>
          <a:custGeom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164" name="Google Shape;11164;p67"/>
          <p:cNvGrpSpPr/>
          <p:nvPr/>
        </p:nvGrpSpPr>
        <p:grpSpPr>
          <a:xfrm>
            <a:off x="3552272" y="2660957"/>
            <a:ext cx="423069" cy="420796"/>
            <a:chOff x="-4931075" y="2765725"/>
            <a:chExt cx="293025" cy="291450"/>
          </a:xfrm>
        </p:grpSpPr>
        <p:sp>
          <p:nvSpPr>
            <p:cNvPr id="11165" name="Google Shape;11165;p67"/>
            <p:cNvSpPr/>
            <p:nvPr/>
          </p:nvSpPr>
          <p:spPr>
            <a:xfrm>
              <a:off x="-4810550" y="2884650"/>
              <a:ext cx="51225" cy="51225"/>
            </a:xfrm>
            <a:custGeom>
              <a:rect l="l" t="t" r="r" b="b"/>
              <a:pathLst>
                <a:path w="2049" h="2049" extrusionOk="0">
                  <a:moveTo>
                    <a:pt x="1008" y="663"/>
                  </a:moveTo>
                  <a:cubicBezTo>
                    <a:pt x="1229" y="663"/>
                    <a:pt x="1386" y="820"/>
                    <a:pt x="1386" y="1041"/>
                  </a:cubicBezTo>
                  <a:cubicBezTo>
                    <a:pt x="1386" y="1230"/>
                    <a:pt x="1229" y="1387"/>
                    <a:pt x="1008" y="1387"/>
                  </a:cubicBezTo>
                  <a:cubicBezTo>
                    <a:pt x="819" y="1387"/>
                    <a:pt x="662" y="1230"/>
                    <a:pt x="662" y="1041"/>
                  </a:cubicBezTo>
                  <a:cubicBezTo>
                    <a:pt x="662" y="820"/>
                    <a:pt x="819" y="663"/>
                    <a:pt x="1008" y="663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5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66" name="Google Shape;11166;p67"/>
            <p:cNvSpPr/>
            <p:nvPr/>
          </p:nvSpPr>
          <p:spPr>
            <a:xfrm>
              <a:off x="-4931075" y="2765725"/>
              <a:ext cx="293025" cy="291450"/>
            </a:xfrm>
            <a:custGeom>
              <a:rect l="l" t="t" r="r" b="b"/>
              <a:pathLst>
                <a:path w="11721" h="11658" extrusionOk="0">
                  <a:moveTo>
                    <a:pt x="3214" y="1387"/>
                  </a:moveTo>
                  <a:lnTo>
                    <a:pt x="4475" y="3844"/>
                  </a:lnTo>
                  <a:cubicBezTo>
                    <a:pt x="4223" y="4002"/>
                    <a:pt x="4034" y="4222"/>
                    <a:pt x="3876" y="4443"/>
                  </a:cubicBezTo>
                  <a:lnTo>
                    <a:pt x="1356" y="3214"/>
                  </a:lnTo>
                  <a:cubicBezTo>
                    <a:pt x="1828" y="2427"/>
                    <a:pt x="2458" y="1796"/>
                    <a:pt x="3214" y="1387"/>
                  </a:cubicBezTo>
                  <a:close/>
                  <a:moveTo>
                    <a:pt x="5829" y="4128"/>
                  </a:moveTo>
                  <a:cubicBezTo>
                    <a:pt x="6775" y="4128"/>
                    <a:pt x="7531" y="4884"/>
                    <a:pt x="7531" y="5829"/>
                  </a:cubicBezTo>
                  <a:cubicBezTo>
                    <a:pt x="7562" y="6743"/>
                    <a:pt x="6775" y="7530"/>
                    <a:pt x="5829" y="7530"/>
                  </a:cubicBezTo>
                  <a:cubicBezTo>
                    <a:pt x="4884" y="7530"/>
                    <a:pt x="4160" y="6774"/>
                    <a:pt x="4160" y="5829"/>
                  </a:cubicBezTo>
                  <a:cubicBezTo>
                    <a:pt x="4160" y="4884"/>
                    <a:pt x="4884" y="4128"/>
                    <a:pt x="5829" y="4128"/>
                  </a:cubicBezTo>
                  <a:close/>
                  <a:moveTo>
                    <a:pt x="5798" y="662"/>
                  </a:moveTo>
                  <a:cubicBezTo>
                    <a:pt x="8665" y="662"/>
                    <a:pt x="10996" y="2994"/>
                    <a:pt x="10996" y="5861"/>
                  </a:cubicBezTo>
                  <a:cubicBezTo>
                    <a:pt x="10996" y="6585"/>
                    <a:pt x="10839" y="7247"/>
                    <a:pt x="10618" y="7845"/>
                  </a:cubicBezTo>
                  <a:lnTo>
                    <a:pt x="8129" y="6585"/>
                  </a:lnTo>
                  <a:cubicBezTo>
                    <a:pt x="8192" y="6333"/>
                    <a:pt x="8255" y="6050"/>
                    <a:pt x="8255" y="5829"/>
                  </a:cubicBezTo>
                  <a:cubicBezTo>
                    <a:pt x="8255" y="4474"/>
                    <a:pt x="7184" y="3435"/>
                    <a:pt x="5829" y="3435"/>
                  </a:cubicBezTo>
                  <a:cubicBezTo>
                    <a:pt x="5577" y="3435"/>
                    <a:pt x="5325" y="3466"/>
                    <a:pt x="5105" y="3529"/>
                  </a:cubicBezTo>
                  <a:lnTo>
                    <a:pt x="3845" y="1072"/>
                  </a:lnTo>
                  <a:cubicBezTo>
                    <a:pt x="4412" y="820"/>
                    <a:pt x="5105" y="662"/>
                    <a:pt x="5798" y="662"/>
                  </a:cubicBezTo>
                  <a:close/>
                  <a:moveTo>
                    <a:pt x="7814" y="7152"/>
                  </a:moveTo>
                  <a:lnTo>
                    <a:pt x="10303" y="8412"/>
                  </a:lnTo>
                  <a:cubicBezTo>
                    <a:pt x="9862" y="9200"/>
                    <a:pt x="9232" y="9830"/>
                    <a:pt x="8444" y="10271"/>
                  </a:cubicBezTo>
                  <a:lnTo>
                    <a:pt x="7216" y="7751"/>
                  </a:lnTo>
                  <a:cubicBezTo>
                    <a:pt x="7468" y="7593"/>
                    <a:pt x="7657" y="7404"/>
                    <a:pt x="7814" y="7152"/>
                  </a:cubicBezTo>
                  <a:close/>
                  <a:moveTo>
                    <a:pt x="1072" y="3844"/>
                  </a:moveTo>
                  <a:lnTo>
                    <a:pt x="3593" y="5073"/>
                  </a:lnTo>
                  <a:cubicBezTo>
                    <a:pt x="3530" y="5325"/>
                    <a:pt x="3498" y="5546"/>
                    <a:pt x="3498" y="5829"/>
                  </a:cubicBezTo>
                  <a:cubicBezTo>
                    <a:pt x="3498" y="7152"/>
                    <a:pt x="4538" y="8223"/>
                    <a:pt x="5892" y="8223"/>
                  </a:cubicBezTo>
                  <a:cubicBezTo>
                    <a:pt x="6176" y="8223"/>
                    <a:pt x="6396" y="8192"/>
                    <a:pt x="6648" y="8097"/>
                  </a:cubicBezTo>
                  <a:lnTo>
                    <a:pt x="7846" y="10618"/>
                  </a:lnTo>
                  <a:cubicBezTo>
                    <a:pt x="7216" y="10901"/>
                    <a:pt x="6554" y="11027"/>
                    <a:pt x="5892" y="11027"/>
                  </a:cubicBezTo>
                  <a:cubicBezTo>
                    <a:pt x="2994" y="10996"/>
                    <a:pt x="694" y="8665"/>
                    <a:pt x="694" y="5829"/>
                  </a:cubicBezTo>
                  <a:cubicBezTo>
                    <a:pt x="694" y="5104"/>
                    <a:pt x="852" y="4443"/>
                    <a:pt x="1072" y="3844"/>
                  </a:cubicBezTo>
                  <a:close/>
                  <a:moveTo>
                    <a:pt x="5798" y="1"/>
                  </a:moveTo>
                  <a:cubicBezTo>
                    <a:pt x="4254" y="1"/>
                    <a:pt x="2773" y="599"/>
                    <a:pt x="1702" y="1702"/>
                  </a:cubicBezTo>
                  <a:cubicBezTo>
                    <a:pt x="600" y="2805"/>
                    <a:pt x="1" y="4254"/>
                    <a:pt x="1" y="5798"/>
                  </a:cubicBezTo>
                  <a:cubicBezTo>
                    <a:pt x="1" y="8980"/>
                    <a:pt x="2647" y="11657"/>
                    <a:pt x="5892" y="11657"/>
                  </a:cubicBezTo>
                  <a:cubicBezTo>
                    <a:pt x="9106" y="11657"/>
                    <a:pt x="11721" y="9043"/>
                    <a:pt x="11721" y="5829"/>
                  </a:cubicBezTo>
                  <a:cubicBezTo>
                    <a:pt x="11658" y="2647"/>
                    <a:pt x="9043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67" name="Google Shape;11167;p67"/>
          <p:cNvGrpSpPr/>
          <p:nvPr/>
        </p:nvGrpSpPr>
        <p:grpSpPr>
          <a:xfrm>
            <a:off x="6257840" y="1656289"/>
            <a:ext cx="420796" cy="370732"/>
            <a:chOff x="-3137650" y="2067900"/>
            <a:chExt cx="291450" cy="256775"/>
          </a:xfrm>
        </p:grpSpPr>
        <p:sp>
          <p:nvSpPr>
            <p:cNvPr id="11168" name="Google Shape;11168;p67"/>
            <p:cNvSpPr/>
            <p:nvPr/>
          </p:nvSpPr>
          <p:spPr>
            <a:xfrm>
              <a:off x="-3137650" y="2067900"/>
              <a:ext cx="291450" cy="187475"/>
            </a:xfrm>
            <a:custGeom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69" name="Google Shape;11169;p67"/>
            <p:cNvSpPr/>
            <p:nvPr/>
          </p:nvSpPr>
          <p:spPr>
            <a:xfrm>
              <a:off x="-3137650" y="2273475"/>
              <a:ext cx="291450" cy="51200"/>
            </a:xfrm>
            <a:custGeom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0" name="Google Shape;11170;p67"/>
            <p:cNvSpPr/>
            <p:nvPr/>
          </p:nvSpPr>
          <p:spPr>
            <a:xfrm>
              <a:off x="-3035250" y="2103000"/>
              <a:ext cx="104000" cy="118500"/>
            </a:xfrm>
            <a:custGeom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71" name="Google Shape;11171;p67"/>
          <p:cNvGrpSpPr/>
          <p:nvPr/>
        </p:nvGrpSpPr>
        <p:grpSpPr>
          <a:xfrm>
            <a:off x="6257840" y="2139926"/>
            <a:ext cx="420796" cy="421770"/>
            <a:chOff x="-3137650" y="2408950"/>
            <a:chExt cx="291450" cy="292125"/>
          </a:xfrm>
        </p:grpSpPr>
        <p:sp>
          <p:nvSpPr>
            <p:cNvPr id="11172" name="Google Shape;11172;p67"/>
            <p:cNvSpPr/>
            <p:nvPr/>
          </p:nvSpPr>
          <p:spPr>
            <a:xfrm>
              <a:off x="-3137650" y="2408950"/>
              <a:ext cx="291450" cy="292125"/>
            </a:xfrm>
            <a:custGeom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3" name="Google Shape;11173;p67"/>
            <p:cNvSpPr/>
            <p:nvPr/>
          </p:nvSpPr>
          <p:spPr>
            <a:xfrm>
              <a:off x="-3104575" y="24428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4" name="Google Shape;11174;p67"/>
            <p:cNvSpPr/>
            <p:nvPr/>
          </p:nvSpPr>
          <p:spPr>
            <a:xfrm>
              <a:off x="-3069900" y="24428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5" name="Google Shape;11175;p67"/>
            <p:cNvSpPr/>
            <p:nvPr/>
          </p:nvSpPr>
          <p:spPr>
            <a:xfrm>
              <a:off x="-3035250" y="24428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6" name="Google Shape;11176;p67"/>
            <p:cNvSpPr/>
            <p:nvPr/>
          </p:nvSpPr>
          <p:spPr>
            <a:xfrm>
              <a:off x="-3002175" y="2442800"/>
              <a:ext cx="120525" cy="17350"/>
            </a:xfrm>
            <a:custGeom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77" name="Google Shape;11177;p67"/>
          <p:cNvGrpSpPr/>
          <p:nvPr/>
        </p:nvGrpSpPr>
        <p:grpSpPr>
          <a:xfrm>
            <a:off x="6269771" y="2685412"/>
            <a:ext cx="420796" cy="371887"/>
            <a:chOff x="-3137650" y="2787000"/>
            <a:chExt cx="291450" cy="257575"/>
          </a:xfrm>
        </p:grpSpPr>
        <p:sp>
          <p:nvSpPr>
            <p:cNvPr id="11178" name="Google Shape;11178;p67"/>
            <p:cNvSpPr/>
            <p:nvPr/>
          </p:nvSpPr>
          <p:spPr>
            <a:xfrm>
              <a:off x="-3137650" y="2787000"/>
              <a:ext cx="291450" cy="257575"/>
            </a:xfrm>
            <a:custGeom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79" name="Google Shape;11179;p67"/>
            <p:cNvSpPr/>
            <p:nvPr/>
          </p:nvSpPr>
          <p:spPr>
            <a:xfrm>
              <a:off x="-3104575" y="282087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0" name="Google Shape;11180;p67"/>
            <p:cNvSpPr/>
            <p:nvPr/>
          </p:nvSpPr>
          <p:spPr>
            <a:xfrm>
              <a:off x="-3069900" y="28208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1" name="Google Shape;11181;p67"/>
            <p:cNvSpPr/>
            <p:nvPr/>
          </p:nvSpPr>
          <p:spPr>
            <a:xfrm>
              <a:off x="-3035250" y="28208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2" name="Google Shape;11182;p67"/>
            <p:cNvSpPr/>
            <p:nvPr/>
          </p:nvSpPr>
          <p:spPr>
            <a:xfrm>
              <a:off x="-3002175" y="2820875"/>
              <a:ext cx="121325" cy="17350"/>
            </a:xfrm>
            <a:custGeom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3" name="Google Shape;11183;p67"/>
            <p:cNvSpPr/>
            <p:nvPr/>
          </p:nvSpPr>
          <p:spPr>
            <a:xfrm>
              <a:off x="-2948625" y="2907300"/>
              <a:ext cx="52025" cy="85300"/>
            </a:xfrm>
            <a:custGeom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4" name="Google Shape;11184;p67"/>
            <p:cNvSpPr/>
            <p:nvPr/>
          </p:nvSpPr>
          <p:spPr>
            <a:xfrm>
              <a:off x="-3088025" y="2907300"/>
              <a:ext cx="53575" cy="85300"/>
            </a:xfrm>
            <a:custGeom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85" name="Google Shape;11185;p67"/>
            <p:cNvSpPr/>
            <p:nvPr/>
          </p:nvSpPr>
          <p:spPr>
            <a:xfrm>
              <a:off x="-3019500" y="2888975"/>
              <a:ext cx="54375" cy="119400"/>
            </a:xfrm>
            <a:custGeom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86" name="Google Shape;11186;p67"/>
          <p:cNvSpPr/>
          <p:nvPr/>
        </p:nvSpPr>
        <p:spPr>
          <a:xfrm>
            <a:off x="1347632" y="3294616"/>
            <a:ext cx="420796" cy="295690"/>
          </a:xfrm>
          <a:custGeom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7" name="Google Shape;11187;p67"/>
          <p:cNvSpPr/>
          <p:nvPr/>
        </p:nvSpPr>
        <p:spPr>
          <a:xfrm>
            <a:off x="1376423" y="1630482"/>
            <a:ext cx="421914" cy="422095"/>
          </a:xfrm>
          <a:custGeom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8" name="Google Shape;11188;p67"/>
          <p:cNvSpPr/>
          <p:nvPr/>
        </p:nvSpPr>
        <p:spPr>
          <a:xfrm>
            <a:off x="1374708" y="2139274"/>
            <a:ext cx="425343" cy="422781"/>
          </a:xfrm>
          <a:custGeom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189" name="Google Shape;11189;p67"/>
          <p:cNvGrpSpPr/>
          <p:nvPr/>
        </p:nvGrpSpPr>
        <p:grpSpPr>
          <a:xfrm>
            <a:off x="1387948" y="2660397"/>
            <a:ext cx="421914" cy="421914"/>
            <a:chOff x="-6354300" y="2757075"/>
            <a:chExt cx="292225" cy="292225"/>
          </a:xfrm>
        </p:grpSpPr>
        <p:sp>
          <p:nvSpPr>
            <p:cNvPr id="11190" name="Google Shape;11190;p67"/>
            <p:cNvSpPr/>
            <p:nvPr/>
          </p:nvSpPr>
          <p:spPr>
            <a:xfrm>
              <a:off x="-6354300" y="2757075"/>
              <a:ext cx="292225" cy="292225"/>
            </a:xfrm>
            <a:custGeom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91" name="Google Shape;11191;p67"/>
            <p:cNvSpPr/>
            <p:nvPr/>
          </p:nvSpPr>
          <p:spPr>
            <a:xfrm>
              <a:off x="-6268450" y="2790150"/>
              <a:ext cx="119750" cy="18125"/>
            </a:xfrm>
            <a:custGeom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92" name="Google Shape;11192;p67"/>
            <p:cNvSpPr/>
            <p:nvPr/>
          </p:nvSpPr>
          <p:spPr>
            <a:xfrm>
              <a:off x="-6268450" y="2825600"/>
              <a:ext cx="119750" cy="18125"/>
            </a:xfrm>
            <a:custGeom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93" name="Google Shape;11193;p67"/>
            <p:cNvSpPr/>
            <p:nvPr/>
          </p:nvSpPr>
          <p:spPr>
            <a:xfrm>
              <a:off x="-6268450" y="2860250"/>
              <a:ext cx="119750" cy="17350"/>
            </a:xfrm>
            <a:custGeom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94" name="Google Shape;11194;p67"/>
          <p:cNvGrpSpPr/>
          <p:nvPr/>
        </p:nvGrpSpPr>
        <p:grpSpPr>
          <a:xfrm>
            <a:off x="4081951" y="1629560"/>
            <a:ext cx="424188" cy="424188"/>
            <a:chOff x="-4573475" y="2045850"/>
            <a:chExt cx="293800" cy="293800"/>
          </a:xfrm>
        </p:grpSpPr>
        <p:sp>
          <p:nvSpPr>
            <p:cNvPr id="11195" name="Google Shape;11195;p67"/>
            <p:cNvSpPr/>
            <p:nvPr/>
          </p:nvSpPr>
          <p:spPr>
            <a:xfrm>
              <a:off x="-4573475" y="2045850"/>
              <a:ext cx="293800" cy="293800"/>
            </a:xfrm>
            <a:custGeom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96" name="Google Shape;11196;p67"/>
            <p:cNvSpPr/>
            <p:nvPr/>
          </p:nvSpPr>
          <p:spPr>
            <a:xfrm>
              <a:off x="-4521500" y="2099400"/>
              <a:ext cx="189050" cy="188275"/>
            </a:xfrm>
            <a:custGeom>
              <a:rect l="l" t="t" r="r" b="b"/>
              <a:pathLst>
                <a:path w="7562" h="7531" extrusionOk="0">
                  <a:moveTo>
                    <a:pt x="3750" y="662"/>
                  </a:moveTo>
                  <a:cubicBezTo>
                    <a:pt x="5451" y="662"/>
                    <a:pt x="6837" y="2017"/>
                    <a:pt x="6837" y="3718"/>
                  </a:cubicBezTo>
                  <a:cubicBezTo>
                    <a:pt x="6869" y="5104"/>
                    <a:pt x="6049" y="6239"/>
                    <a:pt x="4821" y="6648"/>
                  </a:cubicBezTo>
                  <a:lnTo>
                    <a:pt x="4821" y="5892"/>
                  </a:lnTo>
                  <a:cubicBezTo>
                    <a:pt x="5640" y="5514"/>
                    <a:pt x="6207" y="4663"/>
                    <a:pt x="6207" y="3718"/>
                  </a:cubicBezTo>
                  <a:cubicBezTo>
                    <a:pt x="6207" y="2710"/>
                    <a:pt x="5577" y="1796"/>
                    <a:pt x="4569" y="1481"/>
                  </a:cubicBezTo>
                  <a:cubicBezTo>
                    <a:pt x="4535" y="1472"/>
                    <a:pt x="4501" y="1467"/>
                    <a:pt x="4468" y="1467"/>
                  </a:cubicBezTo>
                  <a:cubicBezTo>
                    <a:pt x="4278" y="1467"/>
                    <a:pt x="4096" y="1609"/>
                    <a:pt x="4096" y="1796"/>
                  </a:cubicBezTo>
                  <a:lnTo>
                    <a:pt x="4096" y="3372"/>
                  </a:lnTo>
                  <a:lnTo>
                    <a:pt x="3435" y="3372"/>
                  </a:lnTo>
                  <a:lnTo>
                    <a:pt x="3435" y="1796"/>
                  </a:lnTo>
                  <a:cubicBezTo>
                    <a:pt x="3435" y="1609"/>
                    <a:pt x="3276" y="1467"/>
                    <a:pt x="3073" y="1467"/>
                  </a:cubicBezTo>
                  <a:cubicBezTo>
                    <a:pt x="3037" y="1467"/>
                    <a:pt x="3000" y="1472"/>
                    <a:pt x="2962" y="1481"/>
                  </a:cubicBezTo>
                  <a:cubicBezTo>
                    <a:pt x="2017" y="1828"/>
                    <a:pt x="1355" y="2742"/>
                    <a:pt x="1355" y="3718"/>
                  </a:cubicBezTo>
                  <a:cubicBezTo>
                    <a:pt x="1355" y="4663"/>
                    <a:pt x="1891" y="5514"/>
                    <a:pt x="2741" y="5892"/>
                  </a:cubicBezTo>
                  <a:lnTo>
                    <a:pt x="2741" y="6648"/>
                  </a:lnTo>
                  <a:cubicBezTo>
                    <a:pt x="1544" y="6207"/>
                    <a:pt x="694" y="5073"/>
                    <a:pt x="694" y="3718"/>
                  </a:cubicBezTo>
                  <a:cubicBezTo>
                    <a:pt x="694" y="2017"/>
                    <a:pt x="2048" y="662"/>
                    <a:pt x="3750" y="662"/>
                  </a:cubicBezTo>
                  <a:close/>
                  <a:moveTo>
                    <a:pt x="4852" y="2363"/>
                  </a:moveTo>
                  <a:cubicBezTo>
                    <a:pt x="5293" y="2679"/>
                    <a:pt x="5514" y="3183"/>
                    <a:pt x="5514" y="3718"/>
                  </a:cubicBezTo>
                  <a:cubicBezTo>
                    <a:pt x="5514" y="4443"/>
                    <a:pt x="5041" y="5104"/>
                    <a:pt x="4380" y="5356"/>
                  </a:cubicBezTo>
                  <a:cubicBezTo>
                    <a:pt x="4254" y="5388"/>
                    <a:pt x="4159" y="5545"/>
                    <a:pt x="4159" y="5671"/>
                  </a:cubicBezTo>
                  <a:lnTo>
                    <a:pt x="4159" y="6806"/>
                  </a:lnTo>
                  <a:lnTo>
                    <a:pt x="3781" y="6806"/>
                  </a:lnTo>
                  <a:cubicBezTo>
                    <a:pt x="3734" y="6821"/>
                    <a:pt x="3679" y="6829"/>
                    <a:pt x="3624" y="6829"/>
                  </a:cubicBezTo>
                  <a:cubicBezTo>
                    <a:pt x="3568" y="6829"/>
                    <a:pt x="3513" y="6821"/>
                    <a:pt x="3466" y="6806"/>
                  </a:cubicBezTo>
                  <a:lnTo>
                    <a:pt x="3466" y="5671"/>
                  </a:lnTo>
                  <a:cubicBezTo>
                    <a:pt x="3466" y="5514"/>
                    <a:pt x="3403" y="5388"/>
                    <a:pt x="3246" y="5356"/>
                  </a:cubicBezTo>
                  <a:cubicBezTo>
                    <a:pt x="2584" y="5104"/>
                    <a:pt x="2111" y="4443"/>
                    <a:pt x="2111" y="3718"/>
                  </a:cubicBezTo>
                  <a:cubicBezTo>
                    <a:pt x="2111" y="3183"/>
                    <a:pt x="2363" y="2679"/>
                    <a:pt x="2773" y="2363"/>
                  </a:cubicBezTo>
                  <a:lnTo>
                    <a:pt x="2773" y="3718"/>
                  </a:lnTo>
                  <a:cubicBezTo>
                    <a:pt x="2773" y="3939"/>
                    <a:pt x="2930" y="4096"/>
                    <a:pt x="3120" y="4096"/>
                  </a:cubicBezTo>
                  <a:lnTo>
                    <a:pt x="4506" y="4096"/>
                  </a:lnTo>
                  <a:cubicBezTo>
                    <a:pt x="4695" y="4096"/>
                    <a:pt x="4852" y="3939"/>
                    <a:pt x="4852" y="3718"/>
                  </a:cubicBezTo>
                  <a:lnTo>
                    <a:pt x="4852" y="2363"/>
                  </a:lnTo>
                  <a:close/>
                  <a:moveTo>
                    <a:pt x="3781" y="1"/>
                  </a:moveTo>
                  <a:cubicBezTo>
                    <a:pt x="1702" y="1"/>
                    <a:pt x="1" y="1670"/>
                    <a:pt x="1" y="3781"/>
                  </a:cubicBezTo>
                  <a:cubicBezTo>
                    <a:pt x="1" y="5861"/>
                    <a:pt x="1702" y="7530"/>
                    <a:pt x="3781" y="7530"/>
                  </a:cubicBezTo>
                  <a:cubicBezTo>
                    <a:pt x="5892" y="7530"/>
                    <a:pt x="7562" y="5861"/>
                    <a:pt x="7562" y="3781"/>
                  </a:cubicBezTo>
                  <a:cubicBezTo>
                    <a:pt x="7562" y="1670"/>
                    <a:pt x="5892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197" name="Google Shape;11197;p67"/>
          <p:cNvGrpSpPr/>
          <p:nvPr/>
        </p:nvGrpSpPr>
        <p:grpSpPr>
          <a:xfrm>
            <a:off x="4081374" y="2138699"/>
            <a:ext cx="425343" cy="424225"/>
            <a:chOff x="-4570325" y="2405775"/>
            <a:chExt cx="294600" cy="293825"/>
          </a:xfrm>
        </p:grpSpPr>
        <p:sp>
          <p:nvSpPr>
            <p:cNvPr id="11198" name="Google Shape;11198;p67"/>
            <p:cNvSpPr/>
            <p:nvPr/>
          </p:nvSpPr>
          <p:spPr>
            <a:xfrm>
              <a:off x="-4570325" y="2405775"/>
              <a:ext cx="294600" cy="293825"/>
            </a:xfrm>
            <a:custGeom>
              <a:rect l="l" t="t" r="r" b="b"/>
              <a:pathLst>
                <a:path w="11784" h="11753" extrusionOk="0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99" name="Google Shape;11199;p67"/>
            <p:cNvSpPr/>
            <p:nvPr/>
          </p:nvSpPr>
          <p:spPr>
            <a:xfrm>
              <a:off x="-4478175" y="2439650"/>
              <a:ext cx="103975" cy="120525"/>
            </a:xfrm>
            <a:custGeom>
              <a:rect l="l" t="t" r="r" b="b"/>
              <a:pathLst>
                <a:path w="4159" h="4821" extrusionOk="0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00" name="Google Shape;11200;p67"/>
          <p:cNvGrpSpPr/>
          <p:nvPr/>
        </p:nvGrpSpPr>
        <p:grpSpPr>
          <a:xfrm>
            <a:off x="4094442" y="2659838"/>
            <a:ext cx="423069" cy="423033"/>
            <a:chOff x="-4572700" y="2764950"/>
            <a:chExt cx="293025" cy="293000"/>
          </a:xfrm>
        </p:grpSpPr>
        <p:sp>
          <p:nvSpPr>
            <p:cNvPr id="11201" name="Google Shape;11201;p67"/>
            <p:cNvSpPr/>
            <p:nvPr/>
          </p:nvSpPr>
          <p:spPr>
            <a:xfrm>
              <a:off x="-4572700" y="2764950"/>
              <a:ext cx="293025" cy="293000"/>
            </a:xfrm>
            <a:custGeom>
              <a:rect l="l" t="t" r="r" b="b"/>
              <a:pathLst>
                <a:path w="11721" h="11720" extrusionOk="0">
                  <a:moveTo>
                    <a:pt x="10681" y="2048"/>
                  </a:moveTo>
                  <a:cubicBezTo>
                    <a:pt x="10870" y="2048"/>
                    <a:pt x="11027" y="2206"/>
                    <a:pt x="11027" y="2395"/>
                  </a:cubicBezTo>
                  <a:lnTo>
                    <a:pt x="11027" y="7246"/>
                  </a:lnTo>
                  <a:cubicBezTo>
                    <a:pt x="11027" y="7435"/>
                    <a:pt x="10870" y="7593"/>
                    <a:pt x="10681" y="7593"/>
                  </a:cubicBezTo>
                  <a:lnTo>
                    <a:pt x="1072" y="7593"/>
                  </a:lnTo>
                  <a:cubicBezTo>
                    <a:pt x="883" y="7593"/>
                    <a:pt x="725" y="7435"/>
                    <a:pt x="725" y="7246"/>
                  </a:cubicBezTo>
                  <a:lnTo>
                    <a:pt x="725" y="2395"/>
                  </a:lnTo>
                  <a:cubicBezTo>
                    <a:pt x="725" y="2206"/>
                    <a:pt x="883" y="2048"/>
                    <a:pt x="1072" y="2048"/>
                  </a:cubicBezTo>
                  <a:close/>
                  <a:moveTo>
                    <a:pt x="4821" y="8286"/>
                  </a:moveTo>
                  <a:lnTo>
                    <a:pt x="4821" y="8979"/>
                  </a:lnTo>
                  <a:lnTo>
                    <a:pt x="3435" y="8979"/>
                  </a:lnTo>
                  <a:lnTo>
                    <a:pt x="3435" y="8286"/>
                  </a:lnTo>
                  <a:close/>
                  <a:moveTo>
                    <a:pt x="8287" y="8286"/>
                  </a:moveTo>
                  <a:lnTo>
                    <a:pt x="8287" y="8979"/>
                  </a:lnTo>
                  <a:lnTo>
                    <a:pt x="6869" y="8979"/>
                  </a:lnTo>
                  <a:lnTo>
                    <a:pt x="6869" y="8286"/>
                  </a:lnTo>
                  <a:close/>
                  <a:moveTo>
                    <a:pt x="6207" y="8254"/>
                  </a:moveTo>
                  <a:lnTo>
                    <a:pt x="6207" y="11027"/>
                  </a:lnTo>
                  <a:lnTo>
                    <a:pt x="5514" y="11027"/>
                  </a:lnTo>
                  <a:lnTo>
                    <a:pt x="5514" y="8254"/>
                  </a:ln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cubicBezTo>
                    <a:pt x="1387" y="536"/>
                    <a:pt x="1544" y="693"/>
                    <a:pt x="1733" y="693"/>
                  </a:cubicBezTo>
                  <a:lnTo>
                    <a:pt x="2112" y="693"/>
                  </a:lnTo>
                  <a:lnTo>
                    <a:pt x="2112" y="1355"/>
                  </a:lnTo>
                  <a:lnTo>
                    <a:pt x="1072" y="1355"/>
                  </a:lnTo>
                  <a:cubicBezTo>
                    <a:pt x="536" y="1355"/>
                    <a:pt x="64" y="1827"/>
                    <a:pt x="64" y="2395"/>
                  </a:cubicBezTo>
                  <a:lnTo>
                    <a:pt x="64" y="7246"/>
                  </a:lnTo>
                  <a:cubicBezTo>
                    <a:pt x="64" y="7782"/>
                    <a:pt x="536" y="8254"/>
                    <a:pt x="1072" y="8254"/>
                  </a:cubicBezTo>
                  <a:lnTo>
                    <a:pt x="2773" y="8254"/>
                  </a:lnTo>
                  <a:lnTo>
                    <a:pt x="2773" y="8916"/>
                  </a:lnTo>
                  <a:lnTo>
                    <a:pt x="1733" y="8916"/>
                  </a:lnTo>
                  <a:cubicBezTo>
                    <a:pt x="1544" y="8916"/>
                    <a:pt x="1387" y="9074"/>
                    <a:pt x="1387" y="9294"/>
                  </a:cubicBezTo>
                  <a:cubicBezTo>
                    <a:pt x="1387" y="9483"/>
                    <a:pt x="1544" y="9641"/>
                    <a:pt x="1733" y="9641"/>
                  </a:cubicBezTo>
                  <a:lnTo>
                    <a:pt x="4821" y="9641"/>
                  </a:lnTo>
                  <a:lnTo>
                    <a:pt x="4821" y="11027"/>
                  </a:lnTo>
                  <a:lnTo>
                    <a:pt x="379" y="11027"/>
                  </a:lnTo>
                  <a:cubicBezTo>
                    <a:pt x="158" y="11027"/>
                    <a:pt x="1" y="11184"/>
                    <a:pt x="1" y="11373"/>
                  </a:cubicBezTo>
                  <a:cubicBezTo>
                    <a:pt x="1" y="11562"/>
                    <a:pt x="158" y="11720"/>
                    <a:pt x="379" y="11720"/>
                  </a:cubicBezTo>
                  <a:lnTo>
                    <a:pt x="11342" y="11720"/>
                  </a:lnTo>
                  <a:cubicBezTo>
                    <a:pt x="11563" y="11720"/>
                    <a:pt x="11721" y="11562"/>
                    <a:pt x="11721" y="11373"/>
                  </a:cubicBezTo>
                  <a:cubicBezTo>
                    <a:pt x="11721" y="11184"/>
                    <a:pt x="11563" y="11027"/>
                    <a:pt x="11342" y="11027"/>
                  </a:cubicBezTo>
                  <a:lnTo>
                    <a:pt x="6869" y="11027"/>
                  </a:lnTo>
                  <a:lnTo>
                    <a:pt x="6869" y="9641"/>
                  </a:lnTo>
                  <a:lnTo>
                    <a:pt x="9988" y="9641"/>
                  </a:lnTo>
                  <a:cubicBezTo>
                    <a:pt x="10177" y="9641"/>
                    <a:pt x="10334" y="9483"/>
                    <a:pt x="10334" y="9294"/>
                  </a:cubicBezTo>
                  <a:cubicBezTo>
                    <a:pt x="10334" y="9074"/>
                    <a:pt x="10177" y="8916"/>
                    <a:pt x="9988" y="8916"/>
                  </a:cubicBezTo>
                  <a:lnTo>
                    <a:pt x="8948" y="8916"/>
                  </a:lnTo>
                  <a:lnTo>
                    <a:pt x="8948" y="8254"/>
                  </a:lnTo>
                  <a:lnTo>
                    <a:pt x="10681" y="8254"/>
                  </a:lnTo>
                  <a:cubicBezTo>
                    <a:pt x="11248" y="8254"/>
                    <a:pt x="11721" y="7782"/>
                    <a:pt x="11721" y="7246"/>
                  </a:cubicBezTo>
                  <a:lnTo>
                    <a:pt x="11721" y="2395"/>
                  </a:lnTo>
                  <a:cubicBezTo>
                    <a:pt x="11721" y="1827"/>
                    <a:pt x="11248" y="1355"/>
                    <a:pt x="10681" y="1355"/>
                  </a:cubicBezTo>
                  <a:lnTo>
                    <a:pt x="9673" y="1355"/>
                  </a:lnTo>
                  <a:lnTo>
                    <a:pt x="9673" y="693"/>
                  </a:lnTo>
                  <a:lnTo>
                    <a:pt x="10019" y="693"/>
                  </a:lnTo>
                  <a:cubicBezTo>
                    <a:pt x="10208" y="693"/>
                    <a:pt x="10366" y="536"/>
                    <a:pt x="10366" y="347"/>
                  </a:cubicBezTo>
                  <a:cubicBezTo>
                    <a:pt x="10366" y="158"/>
                    <a:pt x="10208" y="0"/>
                    <a:pt x="10019" y="0"/>
                  </a:cubicBezTo>
                  <a:lnTo>
                    <a:pt x="8633" y="0"/>
                  </a:lnTo>
                  <a:cubicBezTo>
                    <a:pt x="8444" y="0"/>
                    <a:pt x="8287" y="158"/>
                    <a:pt x="8287" y="347"/>
                  </a:cubicBezTo>
                  <a:cubicBezTo>
                    <a:pt x="8287" y="536"/>
                    <a:pt x="8444" y="693"/>
                    <a:pt x="8633" y="693"/>
                  </a:cubicBezTo>
                  <a:lnTo>
                    <a:pt x="8980" y="693"/>
                  </a:lnTo>
                  <a:lnTo>
                    <a:pt x="8980" y="1355"/>
                  </a:lnTo>
                  <a:lnTo>
                    <a:pt x="6207" y="1355"/>
                  </a:lnTo>
                  <a:lnTo>
                    <a:pt x="6207" y="693"/>
                  </a:lnTo>
                  <a:lnTo>
                    <a:pt x="6554" y="693"/>
                  </a:lnTo>
                  <a:cubicBezTo>
                    <a:pt x="6743" y="693"/>
                    <a:pt x="6900" y="536"/>
                    <a:pt x="6900" y="347"/>
                  </a:cubicBezTo>
                  <a:cubicBezTo>
                    <a:pt x="6900" y="158"/>
                    <a:pt x="6743" y="0"/>
                    <a:pt x="6554" y="0"/>
                  </a:cubicBezTo>
                  <a:lnTo>
                    <a:pt x="5168" y="0"/>
                  </a:lnTo>
                  <a:cubicBezTo>
                    <a:pt x="4978" y="0"/>
                    <a:pt x="4821" y="158"/>
                    <a:pt x="4821" y="347"/>
                  </a:cubicBezTo>
                  <a:cubicBezTo>
                    <a:pt x="4821" y="536"/>
                    <a:pt x="4978" y="693"/>
                    <a:pt x="5168" y="693"/>
                  </a:cubicBezTo>
                  <a:lnTo>
                    <a:pt x="5514" y="693"/>
                  </a:lnTo>
                  <a:lnTo>
                    <a:pt x="5514" y="1355"/>
                  </a:lnTo>
                  <a:lnTo>
                    <a:pt x="2773" y="1355"/>
                  </a:lnTo>
                  <a:lnTo>
                    <a:pt x="2773" y="693"/>
                  </a:lnTo>
                  <a:lnTo>
                    <a:pt x="3120" y="693"/>
                  </a:lnTo>
                  <a:cubicBezTo>
                    <a:pt x="3309" y="693"/>
                    <a:pt x="3466" y="536"/>
                    <a:pt x="3466" y="347"/>
                  </a:cubicBezTo>
                  <a:cubicBezTo>
                    <a:pt x="3466" y="158"/>
                    <a:pt x="3309" y="0"/>
                    <a:pt x="31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2" name="Google Shape;11202;p67"/>
            <p:cNvSpPr/>
            <p:nvPr/>
          </p:nvSpPr>
          <p:spPr>
            <a:xfrm>
              <a:off x="-4538825" y="2833475"/>
              <a:ext cx="86650" cy="104775"/>
            </a:xfrm>
            <a:custGeom>
              <a:rect l="l" t="t" r="r" b="b"/>
              <a:pathLst>
                <a:path w="3466" h="4191" extrusionOk="0">
                  <a:moveTo>
                    <a:pt x="2804" y="662"/>
                  </a:moveTo>
                  <a:lnTo>
                    <a:pt x="2804" y="3466"/>
                  </a:lnTo>
                  <a:lnTo>
                    <a:pt x="757" y="3466"/>
                  </a:lnTo>
                  <a:lnTo>
                    <a:pt x="757" y="662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812"/>
                  </a:lnTo>
                  <a:cubicBezTo>
                    <a:pt x="0" y="4033"/>
                    <a:pt x="158" y="4190"/>
                    <a:pt x="347" y="4190"/>
                  </a:cubicBezTo>
                  <a:lnTo>
                    <a:pt x="3119" y="4190"/>
                  </a:lnTo>
                  <a:cubicBezTo>
                    <a:pt x="3308" y="4190"/>
                    <a:pt x="3466" y="4033"/>
                    <a:pt x="3466" y="3812"/>
                  </a:cubicBezTo>
                  <a:lnTo>
                    <a:pt x="3466" y="347"/>
                  </a:ln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3" name="Google Shape;11203;p67"/>
            <p:cNvSpPr/>
            <p:nvPr/>
          </p:nvSpPr>
          <p:spPr>
            <a:xfrm>
              <a:off x="-4435650" y="2902775"/>
              <a:ext cx="121325" cy="17350"/>
            </a:xfrm>
            <a:custGeom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4" name="Google Shape;11204;p67"/>
            <p:cNvSpPr/>
            <p:nvPr/>
          </p:nvSpPr>
          <p:spPr>
            <a:xfrm>
              <a:off x="-4435650" y="2867325"/>
              <a:ext cx="121325" cy="17350"/>
            </a:xfrm>
            <a:custGeom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68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5" name="Google Shape;11205;p67"/>
            <p:cNvSpPr/>
            <p:nvPr/>
          </p:nvSpPr>
          <p:spPr>
            <a:xfrm>
              <a:off x="-4435650" y="2833475"/>
              <a:ext cx="121325" cy="18125"/>
            </a:xfrm>
            <a:custGeom>
              <a:rect l="l" t="t" r="r" b="b"/>
              <a:pathLst>
                <a:path w="4853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67"/>
                    <a:pt x="158" y="725"/>
                    <a:pt x="347" y="725"/>
                  </a:cubicBezTo>
                  <a:lnTo>
                    <a:pt x="4506" y="725"/>
                  </a:lnTo>
                  <a:cubicBezTo>
                    <a:pt x="4695" y="725"/>
                    <a:pt x="4852" y="567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06" name="Google Shape;11206;p67"/>
          <p:cNvGrpSpPr/>
          <p:nvPr/>
        </p:nvGrpSpPr>
        <p:grpSpPr>
          <a:xfrm>
            <a:off x="6813205" y="1631239"/>
            <a:ext cx="414840" cy="420832"/>
            <a:chOff x="-2777700" y="2049775"/>
            <a:chExt cx="287325" cy="291475"/>
          </a:xfrm>
        </p:grpSpPr>
        <p:sp>
          <p:nvSpPr>
            <p:cNvPr id="11207" name="Google Shape;11207;p67"/>
            <p:cNvSpPr/>
            <p:nvPr/>
          </p:nvSpPr>
          <p:spPr>
            <a:xfrm>
              <a:off x="-2777700" y="2049775"/>
              <a:ext cx="287325" cy="291475"/>
            </a:xfrm>
            <a:custGeom>
              <a:rect l="l" t="t" r="r" b="b"/>
              <a:pathLst>
                <a:path w="11493" h="11659" extrusionOk="0">
                  <a:moveTo>
                    <a:pt x="7121" y="662"/>
                  </a:moveTo>
                  <a:cubicBezTo>
                    <a:pt x="7341" y="662"/>
                    <a:pt x="7499" y="820"/>
                    <a:pt x="7499" y="1040"/>
                  </a:cubicBezTo>
                  <a:cubicBezTo>
                    <a:pt x="7499" y="1230"/>
                    <a:pt x="7341" y="1387"/>
                    <a:pt x="7121" y="1387"/>
                  </a:cubicBezTo>
                  <a:lnTo>
                    <a:pt x="4380" y="1387"/>
                  </a:lnTo>
                  <a:cubicBezTo>
                    <a:pt x="4191" y="1387"/>
                    <a:pt x="4033" y="1230"/>
                    <a:pt x="4033" y="1040"/>
                  </a:cubicBezTo>
                  <a:cubicBezTo>
                    <a:pt x="4033" y="820"/>
                    <a:pt x="4191" y="662"/>
                    <a:pt x="4380" y="662"/>
                  </a:cubicBezTo>
                  <a:close/>
                  <a:moveTo>
                    <a:pt x="6774" y="2049"/>
                  </a:moveTo>
                  <a:lnTo>
                    <a:pt x="6774" y="4285"/>
                  </a:lnTo>
                  <a:cubicBezTo>
                    <a:pt x="6774" y="4412"/>
                    <a:pt x="6774" y="4443"/>
                    <a:pt x="7499" y="5514"/>
                  </a:cubicBezTo>
                  <a:lnTo>
                    <a:pt x="3970" y="5514"/>
                  </a:lnTo>
                  <a:cubicBezTo>
                    <a:pt x="4758" y="4412"/>
                    <a:pt x="4726" y="4443"/>
                    <a:pt x="4726" y="4348"/>
                  </a:cubicBezTo>
                  <a:lnTo>
                    <a:pt x="4726" y="2049"/>
                  </a:lnTo>
                  <a:close/>
                  <a:moveTo>
                    <a:pt x="8003" y="6176"/>
                  </a:moveTo>
                  <a:cubicBezTo>
                    <a:pt x="8696" y="7215"/>
                    <a:pt x="9578" y="8507"/>
                    <a:pt x="10177" y="9389"/>
                  </a:cubicBezTo>
                  <a:cubicBezTo>
                    <a:pt x="10649" y="10082"/>
                    <a:pt x="10177" y="10996"/>
                    <a:pt x="9294" y="10996"/>
                  </a:cubicBezTo>
                  <a:lnTo>
                    <a:pt x="2206" y="10996"/>
                  </a:lnTo>
                  <a:cubicBezTo>
                    <a:pt x="1387" y="10996"/>
                    <a:pt x="914" y="10051"/>
                    <a:pt x="1387" y="9389"/>
                  </a:cubicBezTo>
                  <a:cubicBezTo>
                    <a:pt x="1859" y="8665"/>
                    <a:pt x="2804" y="7341"/>
                    <a:pt x="3561" y="6176"/>
                  </a:cubicBezTo>
                  <a:close/>
                  <a:moveTo>
                    <a:pt x="4380" y="1"/>
                  </a:moveTo>
                  <a:cubicBezTo>
                    <a:pt x="3813" y="1"/>
                    <a:pt x="3340" y="473"/>
                    <a:pt x="3340" y="1040"/>
                  </a:cubicBezTo>
                  <a:cubicBezTo>
                    <a:pt x="3340" y="1513"/>
                    <a:pt x="3655" y="1860"/>
                    <a:pt x="4065" y="2017"/>
                  </a:cubicBezTo>
                  <a:lnTo>
                    <a:pt x="4065" y="4222"/>
                  </a:lnTo>
                  <a:cubicBezTo>
                    <a:pt x="3718" y="4790"/>
                    <a:pt x="1198" y="8413"/>
                    <a:pt x="788" y="8980"/>
                  </a:cubicBezTo>
                  <a:cubicBezTo>
                    <a:pt x="1" y="10114"/>
                    <a:pt x="820" y="11658"/>
                    <a:pt x="2206" y="11658"/>
                  </a:cubicBezTo>
                  <a:lnTo>
                    <a:pt x="9294" y="11658"/>
                  </a:lnTo>
                  <a:cubicBezTo>
                    <a:pt x="9308" y="11658"/>
                    <a:pt x="9322" y="11658"/>
                    <a:pt x="9335" y="11658"/>
                  </a:cubicBezTo>
                  <a:cubicBezTo>
                    <a:pt x="10697" y="11658"/>
                    <a:pt x="11492" y="10103"/>
                    <a:pt x="10712" y="9011"/>
                  </a:cubicBezTo>
                  <a:cubicBezTo>
                    <a:pt x="10271" y="8444"/>
                    <a:pt x="7845" y="4853"/>
                    <a:pt x="7499" y="4254"/>
                  </a:cubicBezTo>
                  <a:lnTo>
                    <a:pt x="7499" y="1986"/>
                  </a:lnTo>
                  <a:cubicBezTo>
                    <a:pt x="7877" y="1828"/>
                    <a:pt x="8160" y="1450"/>
                    <a:pt x="8160" y="1040"/>
                  </a:cubicBezTo>
                  <a:cubicBezTo>
                    <a:pt x="8160" y="473"/>
                    <a:pt x="7688" y="1"/>
                    <a:pt x="71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8" name="Google Shape;11208;p67"/>
            <p:cNvSpPr/>
            <p:nvPr/>
          </p:nvSpPr>
          <p:spPr>
            <a:xfrm>
              <a:off x="-2694200" y="2221475"/>
              <a:ext cx="69325" cy="68550"/>
            </a:xfrm>
            <a:custGeom>
              <a:rect l="l" t="t" r="r" b="b"/>
              <a:pathLst>
                <a:path w="2773" h="2742" extrusionOk="0">
                  <a:moveTo>
                    <a:pt x="1386" y="694"/>
                  </a:moveTo>
                  <a:cubicBezTo>
                    <a:pt x="1733" y="694"/>
                    <a:pt x="2048" y="1009"/>
                    <a:pt x="2048" y="1356"/>
                  </a:cubicBezTo>
                  <a:cubicBezTo>
                    <a:pt x="2048" y="1765"/>
                    <a:pt x="1764" y="2049"/>
                    <a:pt x="1386" y="2049"/>
                  </a:cubicBezTo>
                  <a:cubicBezTo>
                    <a:pt x="1008" y="2049"/>
                    <a:pt x="725" y="1702"/>
                    <a:pt x="725" y="1356"/>
                  </a:cubicBezTo>
                  <a:cubicBezTo>
                    <a:pt x="725" y="978"/>
                    <a:pt x="1040" y="694"/>
                    <a:pt x="1386" y="694"/>
                  </a:cubicBezTo>
                  <a:close/>
                  <a:moveTo>
                    <a:pt x="1386" y="1"/>
                  </a:moveTo>
                  <a:cubicBezTo>
                    <a:pt x="630" y="1"/>
                    <a:pt x="0" y="631"/>
                    <a:pt x="0" y="1356"/>
                  </a:cubicBezTo>
                  <a:cubicBezTo>
                    <a:pt x="0" y="2112"/>
                    <a:pt x="630" y="2742"/>
                    <a:pt x="1386" y="2742"/>
                  </a:cubicBezTo>
                  <a:cubicBezTo>
                    <a:pt x="2142" y="2742"/>
                    <a:pt x="2772" y="2112"/>
                    <a:pt x="2772" y="1356"/>
                  </a:cubicBezTo>
                  <a:cubicBezTo>
                    <a:pt x="2772" y="631"/>
                    <a:pt x="2142" y="1"/>
                    <a:pt x="1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09" name="Google Shape;11209;p67"/>
            <p:cNvSpPr/>
            <p:nvPr/>
          </p:nvSpPr>
          <p:spPr>
            <a:xfrm>
              <a:off x="-2608350" y="2255350"/>
              <a:ext cx="51200" cy="51225"/>
            </a:xfrm>
            <a:custGeom>
              <a:rect l="l" t="t" r="r" b="b"/>
              <a:pathLst>
                <a:path w="2048" h="2049" extrusionOk="0">
                  <a:moveTo>
                    <a:pt x="1040" y="694"/>
                  </a:moveTo>
                  <a:cubicBezTo>
                    <a:pt x="1229" y="694"/>
                    <a:pt x="1386" y="851"/>
                    <a:pt x="1386" y="1040"/>
                  </a:cubicBezTo>
                  <a:cubicBezTo>
                    <a:pt x="1386" y="1229"/>
                    <a:pt x="1229" y="1387"/>
                    <a:pt x="1040" y="1387"/>
                  </a:cubicBezTo>
                  <a:cubicBezTo>
                    <a:pt x="819" y="1387"/>
                    <a:pt x="693" y="1229"/>
                    <a:pt x="693" y="1040"/>
                  </a:cubicBezTo>
                  <a:cubicBezTo>
                    <a:pt x="693" y="851"/>
                    <a:pt x="819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10" name="Google Shape;11210;p67"/>
          <p:cNvGrpSpPr/>
          <p:nvPr/>
        </p:nvGrpSpPr>
        <p:grpSpPr>
          <a:xfrm>
            <a:off x="6809667" y="2140431"/>
            <a:ext cx="421914" cy="420759"/>
            <a:chOff x="-2571737" y="2403625"/>
            <a:chExt cx="292225" cy="291425"/>
          </a:xfrm>
        </p:grpSpPr>
        <p:sp>
          <p:nvSpPr>
            <p:cNvPr id="11211" name="Google Shape;11211;p67"/>
            <p:cNvSpPr/>
            <p:nvPr/>
          </p:nvSpPr>
          <p:spPr>
            <a:xfrm>
              <a:off x="-2571737" y="2403625"/>
              <a:ext cx="292225" cy="291425"/>
            </a:xfrm>
            <a:custGeom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2" name="Google Shape;11212;p67"/>
            <p:cNvSpPr/>
            <p:nvPr/>
          </p:nvSpPr>
          <p:spPr>
            <a:xfrm>
              <a:off x="-2485967" y="2649150"/>
              <a:ext cx="173300" cy="18150"/>
            </a:xfrm>
            <a:custGeom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3" name="Google Shape;11213;p67"/>
            <p:cNvSpPr/>
            <p:nvPr/>
          </p:nvSpPr>
          <p:spPr>
            <a:xfrm>
              <a:off x="-2485967" y="2511325"/>
              <a:ext cx="173300" cy="18150"/>
            </a:xfrm>
            <a:custGeom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4" name="Google Shape;11214;p67"/>
            <p:cNvSpPr/>
            <p:nvPr/>
          </p:nvSpPr>
          <p:spPr>
            <a:xfrm>
              <a:off x="-2540185" y="2511325"/>
              <a:ext cx="18125" cy="18925"/>
            </a:xfrm>
            <a:custGeom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5" name="Google Shape;11215;p67"/>
            <p:cNvSpPr/>
            <p:nvPr/>
          </p:nvSpPr>
          <p:spPr>
            <a:xfrm>
              <a:off x="-2485579" y="2580625"/>
              <a:ext cx="172525" cy="17350"/>
            </a:xfrm>
            <a:custGeom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6" name="Google Shape;11216;p67"/>
            <p:cNvSpPr/>
            <p:nvPr/>
          </p:nvSpPr>
          <p:spPr>
            <a:xfrm>
              <a:off x="-2540185" y="2580625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17" name="Google Shape;11217;p67"/>
            <p:cNvSpPr/>
            <p:nvPr/>
          </p:nvSpPr>
          <p:spPr>
            <a:xfrm>
              <a:off x="-2540185" y="2649150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18" name="Google Shape;11218;p67"/>
          <p:cNvGrpSpPr/>
          <p:nvPr/>
        </p:nvGrpSpPr>
        <p:grpSpPr>
          <a:xfrm>
            <a:off x="6809667" y="2661534"/>
            <a:ext cx="421914" cy="419640"/>
            <a:chOff x="-2571737" y="2764550"/>
            <a:chExt cx="292225" cy="290650"/>
          </a:xfrm>
        </p:grpSpPr>
        <p:sp>
          <p:nvSpPr>
            <p:cNvPr id="11219" name="Google Shape;11219;p67"/>
            <p:cNvSpPr/>
            <p:nvPr/>
          </p:nvSpPr>
          <p:spPr>
            <a:xfrm>
              <a:off x="-2496085" y="30091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27" y="1"/>
                    <a:pt x="0" y="158"/>
                    <a:pt x="0" y="347"/>
                  </a:cubicBezTo>
                  <a:cubicBezTo>
                    <a:pt x="0" y="536"/>
                    <a:pt x="127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05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0" name="Google Shape;11220;p67"/>
            <p:cNvSpPr/>
            <p:nvPr/>
          </p:nvSpPr>
          <p:spPr>
            <a:xfrm>
              <a:off x="-2398548" y="2800375"/>
              <a:ext cx="52000" cy="120525"/>
            </a:xfrm>
            <a:custGeom>
              <a:rect l="l" t="t" r="r" b="b"/>
              <a:pathLst>
                <a:path w="2080" h="4821" extrusionOk="0">
                  <a:moveTo>
                    <a:pt x="1008" y="0"/>
                  </a:moveTo>
                  <a:cubicBezTo>
                    <a:pt x="819" y="0"/>
                    <a:pt x="662" y="158"/>
                    <a:pt x="662" y="378"/>
                  </a:cubicBezTo>
                  <a:lnTo>
                    <a:pt x="662" y="757"/>
                  </a:lnTo>
                  <a:cubicBezTo>
                    <a:pt x="252" y="914"/>
                    <a:pt x="0" y="1261"/>
                    <a:pt x="0" y="1733"/>
                  </a:cubicBezTo>
                  <a:cubicBezTo>
                    <a:pt x="0" y="2300"/>
                    <a:pt x="473" y="2773"/>
                    <a:pt x="1008" y="2773"/>
                  </a:cubicBezTo>
                  <a:cubicBezTo>
                    <a:pt x="1323" y="2773"/>
                    <a:pt x="1481" y="3119"/>
                    <a:pt x="1260" y="3371"/>
                  </a:cubicBezTo>
                  <a:cubicBezTo>
                    <a:pt x="1197" y="3419"/>
                    <a:pt x="1103" y="3442"/>
                    <a:pt x="1012" y="3442"/>
                  </a:cubicBezTo>
                  <a:cubicBezTo>
                    <a:pt x="922" y="3442"/>
                    <a:pt x="835" y="3419"/>
                    <a:pt x="788" y="3371"/>
                  </a:cubicBezTo>
                  <a:cubicBezTo>
                    <a:pt x="725" y="3308"/>
                    <a:pt x="630" y="3277"/>
                    <a:pt x="540" y="3277"/>
                  </a:cubicBezTo>
                  <a:cubicBezTo>
                    <a:pt x="449" y="3277"/>
                    <a:pt x="362" y="3308"/>
                    <a:pt x="315" y="3371"/>
                  </a:cubicBezTo>
                  <a:cubicBezTo>
                    <a:pt x="189" y="3466"/>
                    <a:pt x="189" y="3718"/>
                    <a:pt x="315" y="3844"/>
                  </a:cubicBezTo>
                  <a:cubicBezTo>
                    <a:pt x="410" y="3939"/>
                    <a:pt x="536" y="4033"/>
                    <a:pt x="693" y="4065"/>
                  </a:cubicBezTo>
                  <a:lnTo>
                    <a:pt x="693" y="4474"/>
                  </a:lnTo>
                  <a:cubicBezTo>
                    <a:pt x="693" y="4663"/>
                    <a:pt x="851" y="4821"/>
                    <a:pt x="1040" y="4821"/>
                  </a:cubicBezTo>
                  <a:cubicBezTo>
                    <a:pt x="1260" y="4821"/>
                    <a:pt x="1418" y="4663"/>
                    <a:pt x="1418" y="4474"/>
                  </a:cubicBezTo>
                  <a:lnTo>
                    <a:pt x="1418" y="4065"/>
                  </a:lnTo>
                  <a:cubicBezTo>
                    <a:pt x="1796" y="3907"/>
                    <a:pt x="2079" y="3560"/>
                    <a:pt x="2079" y="3088"/>
                  </a:cubicBezTo>
                  <a:cubicBezTo>
                    <a:pt x="2079" y="2521"/>
                    <a:pt x="1607" y="2048"/>
                    <a:pt x="1040" y="2048"/>
                  </a:cubicBezTo>
                  <a:cubicBezTo>
                    <a:pt x="851" y="2048"/>
                    <a:pt x="693" y="1891"/>
                    <a:pt x="693" y="1702"/>
                  </a:cubicBezTo>
                  <a:cubicBezTo>
                    <a:pt x="693" y="1495"/>
                    <a:pt x="842" y="1356"/>
                    <a:pt x="1016" y="1356"/>
                  </a:cubicBezTo>
                  <a:cubicBezTo>
                    <a:pt x="1107" y="1356"/>
                    <a:pt x="1205" y="1394"/>
                    <a:pt x="1292" y="1481"/>
                  </a:cubicBezTo>
                  <a:cubicBezTo>
                    <a:pt x="1355" y="1528"/>
                    <a:pt x="1441" y="1552"/>
                    <a:pt x="1528" y="1552"/>
                  </a:cubicBezTo>
                  <a:cubicBezTo>
                    <a:pt x="1615" y="1552"/>
                    <a:pt x="1701" y="1528"/>
                    <a:pt x="1764" y="1481"/>
                  </a:cubicBezTo>
                  <a:cubicBezTo>
                    <a:pt x="1859" y="1355"/>
                    <a:pt x="1859" y="1103"/>
                    <a:pt x="1764" y="1009"/>
                  </a:cubicBezTo>
                  <a:cubicBezTo>
                    <a:pt x="1638" y="883"/>
                    <a:pt x="1512" y="788"/>
                    <a:pt x="1355" y="757"/>
                  </a:cubicBezTo>
                  <a:lnTo>
                    <a:pt x="1355" y="378"/>
                  </a:lnTo>
                  <a:cubicBezTo>
                    <a:pt x="1355" y="158"/>
                    <a:pt x="1197" y="0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1" name="Google Shape;11221;p67"/>
            <p:cNvSpPr/>
            <p:nvPr/>
          </p:nvSpPr>
          <p:spPr>
            <a:xfrm>
              <a:off x="-2571737" y="2764550"/>
              <a:ext cx="292225" cy="290650"/>
            </a:xfrm>
            <a:custGeom>
              <a:rect l="l" t="t" r="r" b="b"/>
              <a:pathLst>
                <a:path w="11689" h="11626" extrusionOk="0">
                  <a:moveTo>
                    <a:pt x="5009" y="1355"/>
                  </a:moveTo>
                  <a:cubicBezTo>
                    <a:pt x="4789" y="1576"/>
                    <a:pt x="4694" y="1796"/>
                    <a:pt x="4537" y="2049"/>
                  </a:cubicBezTo>
                  <a:lnTo>
                    <a:pt x="662" y="2049"/>
                  </a:lnTo>
                  <a:lnTo>
                    <a:pt x="662" y="1670"/>
                  </a:lnTo>
                  <a:cubicBezTo>
                    <a:pt x="662" y="1513"/>
                    <a:pt x="819" y="1355"/>
                    <a:pt x="1008" y="1355"/>
                  </a:cubicBezTo>
                  <a:close/>
                  <a:moveTo>
                    <a:pt x="7908" y="694"/>
                  </a:moveTo>
                  <a:cubicBezTo>
                    <a:pt x="9609" y="694"/>
                    <a:pt x="10995" y="2080"/>
                    <a:pt x="10995" y="3781"/>
                  </a:cubicBezTo>
                  <a:cubicBezTo>
                    <a:pt x="10995" y="5451"/>
                    <a:pt x="9609" y="6837"/>
                    <a:pt x="7908" y="6837"/>
                  </a:cubicBezTo>
                  <a:cubicBezTo>
                    <a:pt x="7309" y="6837"/>
                    <a:pt x="6679" y="6680"/>
                    <a:pt x="6206" y="6365"/>
                  </a:cubicBezTo>
                  <a:cubicBezTo>
                    <a:pt x="6162" y="6342"/>
                    <a:pt x="6086" y="6320"/>
                    <a:pt x="6023" y="6320"/>
                  </a:cubicBezTo>
                  <a:cubicBezTo>
                    <a:pt x="5997" y="6320"/>
                    <a:pt x="5973" y="6324"/>
                    <a:pt x="5954" y="6333"/>
                  </a:cubicBezTo>
                  <a:cubicBezTo>
                    <a:pt x="5671" y="6396"/>
                    <a:pt x="5324" y="6522"/>
                    <a:pt x="5009" y="6648"/>
                  </a:cubicBezTo>
                  <a:lnTo>
                    <a:pt x="5324" y="5703"/>
                  </a:lnTo>
                  <a:cubicBezTo>
                    <a:pt x="5356" y="5609"/>
                    <a:pt x="5324" y="5514"/>
                    <a:pt x="5261" y="5420"/>
                  </a:cubicBezTo>
                  <a:cubicBezTo>
                    <a:pt x="4946" y="4947"/>
                    <a:pt x="4789" y="4348"/>
                    <a:pt x="4789" y="3781"/>
                  </a:cubicBezTo>
                  <a:cubicBezTo>
                    <a:pt x="4789" y="2080"/>
                    <a:pt x="6238" y="694"/>
                    <a:pt x="7908" y="694"/>
                  </a:cubicBezTo>
                  <a:close/>
                  <a:moveTo>
                    <a:pt x="4253" y="2710"/>
                  </a:moveTo>
                  <a:cubicBezTo>
                    <a:pt x="4190" y="3025"/>
                    <a:pt x="4096" y="3372"/>
                    <a:pt x="4096" y="3718"/>
                  </a:cubicBezTo>
                  <a:cubicBezTo>
                    <a:pt x="4096" y="4411"/>
                    <a:pt x="4253" y="5041"/>
                    <a:pt x="4600" y="5609"/>
                  </a:cubicBezTo>
                  <a:lnTo>
                    <a:pt x="4127" y="7089"/>
                  </a:lnTo>
                  <a:cubicBezTo>
                    <a:pt x="4096" y="7184"/>
                    <a:pt x="4127" y="7341"/>
                    <a:pt x="4222" y="7436"/>
                  </a:cubicBezTo>
                  <a:cubicBezTo>
                    <a:pt x="4266" y="7480"/>
                    <a:pt x="4358" y="7525"/>
                    <a:pt x="4453" y="7525"/>
                  </a:cubicBezTo>
                  <a:cubicBezTo>
                    <a:pt x="4492" y="7525"/>
                    <a:pt x="4531" y="7517"/>
                    <a:pt x="4568" y="7499"/>
                  </a:cubicBezTo>
                  <a:cubicBezTo>
                    <a:pt x="4568" y="7499"/>
                    <a:pt x="5387" y="7247"/>
                    <a:pt x="6017" y="7026"/>
                  </a:cubicBezTo>
                  <a:cubicBezTo>
                    <a:pt x="6080" y="7089"/>
                    <a:pt x="6143" y="7089"/>
                    <a:pt x="6175" y="7121"/>
                  </a:cubicBezTo>
                  <a:lnTo>
                    <a:pt x="6175" y="8223"/>
                  </a:lnTo>
                  <a:lnTo>
                    <a:pt x="662" y="8223"/>
                  </a:lnTo>
                  <a:lnTo>
                    <a:pt x="662" y="2710"/>
                  </a:lnTo>
                  <a:close/>
                  <a:moveTo>
                    <a:pt x="6112" y="8885"/>
                  </a:moveTo>
                  <a:lnTo>
                    <a:pt x="6112" y="10618"/>
                  </a:lnTo>
                  <a:cubicBezTo>
                    <a:pt x="6143" y="10807"/>
                    <a:pt x="5986" y="10964"/>
                    <a:pt x="5797" y="10964"/>
                  </a:cubicBezTo>
                  <a:lnTo>
                    <a:pt x="977" y="10964"/>
                  </a:lnTo>
                  <a:cubicBezTo>
                    <a:pt x="788" y="10964"/>
                    <a:pt x="630" y="10807"/>
                    <a:pt x="630" y="10618"/>
                  </a:cubicBezTo>
                  <a:lnTo>
                    <a:pt x="630" y="8885"/>
                  </a:lnTo>
                  <a:close/>
                  <a:moveTo>
                    <a:pt x="7908" y="1"/>
                  </a:moveTo>
                  <a:cubicBezTo>
                    <a:pt x="7120" y="1"/>
                    <a:pt x="6364" y="221"/>
                    <a:pt x="5734" y="662"/>
                  </a:cubicBezTo>
                  <a:lnTo>
                    <a:pt x="1008" y="662"/>
                  </a:lnTo>
                  <a:cubicBezTo>
                    <a:pt x="473" y="662"/>
                    <a:pt x="0" y="1135"/>
                    <a:pt x="0" y="1670"/>
                  </a:cubicBezTo>
                  <a:lnTo>
                    <a:pt x="0" y="10618"/>
                  </a:lnTo>
                  <a:cubicBezTo>
                    <a:pt x="0" y="11153"/>
                    <a:pt x="473" y="11626"/>
                    <a:pt x="1008" y="11626"/>
                  </a:cubicBezTo>
                  <a:lnTo>
                    <a:pt x="5828" y="11626"/>
                  </a:lnTo>
                  <a:cubicBezTo>
                    <a:pt x="6364" y="11626"/>
                    <a:pt x="6837" y="11153"/>
                    <a:pt x="6837" y="10618"/>
                  </a:cubicBezTo>
                  <a:lnTo>
                    <a:pt x="6837" y="7341"/>
                  </a:lnTo>
                  <a:cubicBezTo>
                    <a:pt x="7215" y="7436"/>
                    <a:pt x="7561" y="7499"/>
                    <a:pt x="7908" y="7499"/>
                  </a:cubicBezTo>
                  <a:cubicBezTo>
                    <a:pt x="9987" y="7499"/>
                    <a:pt x="11688" y="5798"/>
                    <a:pt x="11688" y="3718"/>
                  </a:cubicBezTo>
                  <a:cubicBezTo>
                    <a:pt x="11657" y="1670"/>
                    <a:pt x="9956" y="1"/>
                    <a:pt x="79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22" name="Google Shape;11222;p67"/>
          <p:cNvGrpSpPr/>
          <p:nvPr/>
        </p:nvGrpSpPr>
        <p:grpSpPr>
          <a:xfrm>
            <a:off x="3009168" y="3230538"/>
            <a:ext cx="421914" cy="423864"/>
            <a:chOff x="-1333975" y="2365850"/>
            <a:chExt cx="292225" cy="293575"/>
          </a:xfrm>
        </p:grpSpPr>
        <p:sp>
          <p:nvSpPr>
            <p:cNvPr id="11223" name="Google Shape;11223;p67"/>
            <p:cNvSpPr/>
            <p:nvPr/>
          </p:nvSpPr>
          <p:spPr>
            <a:xfrm>
              <a:off x="-1285150" y="2365850"/>
              <a:ext cx="191225" cy="293575"/>
            </a:xfrm>
            <a:custGeom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4" name="Google Shape;11224;p67"/>
            <p:cNvSpPr/>
            <p:nvPr/>
          </p:nvSpPr>
          <p:spPr>
            <a:xfrm>
              <a:off x="-1076425" y="2452250"/>
              <a:ext cx="34675" cy="18150"/>
            </a:xfrm>
            <a:custGeom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5" name="Google Shape;11225;p67"/>
            <p:cNvSpPr/>
            <p:nvPr/>
          </p:nvSpPr>
          <p:spPr>
            <a:xfrm>
              <a:off x="-1333975" y="2452250"/>
              <a:ext cx="34675" cy="18150"/>
            </a:xfrm>
            <a:custGeom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6" name="Google Shape;11226;p67"/>
            <p:cNvSpPr/>
            <p:nvPr/>
          </p:nvSpPr>
          <p:spPr>
            <a:xfrm>
              <a:off x="-1093750" y="2383050"/>
              <a:ext cx="35450" cy="26575"/>
            </a:xfrm>
            <a:custGeom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7" name="Google Shape;11227;p67"/>
            <p:cNvSpPr/>
            <p:nvPr/>
          </p:nvSpPr>
          <p:spPr>
            <a:xfrm>
              <a:off x="-1317450" y="2512575"/>
              <a:ext cx="35475" cy="26225"/>
            </a:xfrm>
            <a:custGeom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8" name="Google Shape;11228;p67"/>
            <p:cNvSpPr/>
            <p:nvPr/>
          </p:nvSpPr>
          <p:spPr>
            <a:xfrm>
              <a:off x="-1092975" y="2512575"/>
              <a:ext cx="34675" cy="25525"/>
            </a:xfrm>
            <a:custGeom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29" name="Google Shape;11229;p67"/>
            <p:cNvSpPr/>
            <p:nvPr/>
          </p:nvSpPr>
          <p:spPr>
            <a:xfrm>
              <a:off x="-1316650" y="2383750"/>
              <a:ext cx="34675" cy="25525"/>
            </a:xfrm>
            <a:custGeom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0" name="Google Shape;11230;p67"/>
            <p:cNvSpPr/>
            <p:nvPr/>
          </p:nvSpPr>
          <p:spPr>
            <a:xfrm>
              <a:off x="-1239475" y="2401575"/>
              <a:ext cx="102425" cy="153100"/>
            </a:xfrm>
            <a:custGeom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31" name="Google Shape;11231;p67"/>
          <p:cNvGrpSpPr/>
          <p:nvPr/>
        </p:nvGrpSpPr>
        <p:grpSpPr>
          <a:xfrm>
            <a:off x="1942643" y="2660397"/>
            <a:ext cx="398020" cy="421914"/>
            <a:chOff x="-5995925" y="2757850"/>
            <a:chExt cx="275675" cy="292225"/>
          </a:xfrm>
        </p:grpSpPr>
        <p:sp>
          <p:nvSpPr>
            <p:cNvPr id="11232" name="Google Shape;11232;p67"/>
            <p:cNvSpPr/>
            <p:nvPr/>
          </p:nvSpPr>
          <p:spPr>
            <a:xfrm>
              <a:off x="-5995925" y="2757850"/>
              <a:ext cx="275675" cy="292225"/>
            </a:xfrm>
            <a:custGeom>
              <a:rect l="l" t="t" r="r" b="b"/>
              <a:pathLst>
                <a:path w="11027" h="11689" extrusionOk="0">
                  <a:moveTo>
                    <a:pt x="9924" y="1324"/>
                  </a:moveTo>
                  <a:cubicBezTo>
                    <a:pt x="10113" y="1324"/>
                    <a:pt x="10271" y="1481"/>
                    <a:pt x="10271" y="1702"/>
                  </a:cubicBezTo>
                  <a:lnTo>
                    <a:pt x="10271" y="9263"/>
                  </a:lnTo>
                  <a:lnTo>
                    <a:pt x="10302" y="9263"/>
                  </a:lnTo>
                  <a:cubicBezTo>
                    <a:pt x="10302" y="9452"/>
                    <a:pt x="10145" y="9610"/>
                    <a:pt x="9956" y="9610"/>
                  </a:cubicBezTo>
                  <a:lnTo>
                    <a:pt x="9609" y="9610"/>
                  </a:lnTo>
                  <a:lnTo>
                    <a:pt x="9609" y="8570"/>
                  </a:lnTo>
                  <a:cubicBezTo>
                    <a:pt x="9609" y="8381"/>
                    <a:pt x="9452" y="8223"/>
                    <a:pt x="9263" y="8223"/>
                  </a:cubicBezTo>
                  <a:lnTo>
                    <a:pt x="4442" y="8223"/>
                  </a:lnTo>
                  <a:cubicBezTo>
                    <a:pt x="4253" y="8223"/>
                    <a:pt x="4096" y="8381"/>
                    <a:pt x="4096" y="8570"/>
                  </a:cubicBezTo>
                  <a:lnTo>
                    <a:pt x="4096" y="9610"/>
                  </a:lnTo>
                  <a:lnTo>
                    <a:pt x="3434" y="9610"/>
                  </a:lnTo>
                  <a:lnTo>
                    <a:pt x="3434" y="1324"/>
                  </a:lnTo>
                  <a:close/>
                  <a:moveTo>
                    <a:pt x="2426" y="631"/>
                  </a:moveTo>
                  <a:cubicBezTo>
                    <a:pt x="2647" y="631"/>
                    <a:pt x="2804" y="788"/>
                    <a:pt x="2804" y="977"/>
                  </a:cubicBezTo>
                  <a:lnTo>
                    <a:pt x="2804" y="9925"/>
                  </a:lnTo>
                  <a:cubicBezTo>
                    <a:pt x="2804" y="10114"/>
                    <a:pt x="2647" y="10271"/>
                    <a:pt x="2426" y="10271"/>
                  </a:cubicBezTo>
                  <a:lnTo>
                    <a:pt x="1071" y="10271"/>
                  </a:lnTo>
                  <a:cubicBezTo>
                    <a:pt x="851" y="10271"/>
                    <a:pt x="693" y="10114"/>
                    <a:pt x="693" y="9925"/>
                  </a:cubicBezTo>
                  <a:lnTo>
                    <a:pt x="693" y="977"/>
                  </a:lnTo>
                  <a:cubicBezTo>
                    <a:pt x="693" y="788"/>
                    <a:pt x="851" y="631"/>
                    <a:pt x="1071" y="631"/>
                  </a:cubicBezTo>
                  <a:close/>
                  <a:moveTo>
                    <a:pt x="8948" y="8948"/>
                  </a:moveTo>
                  <a:lnTo>
                    <a:pt x="8948" y="10996"/>
                  </a:lnTo>
                  <a:lnTo>
                    <a:pt x="4852" y="10996"/>
                  </a:lnTo>
                  <a:lnTo>
                    <a:pt x="4852" y="8948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0" y="10523"/>
                    <a:pt x="473" y="10996"/>
                    <a:pt x="1008" y="10996"/>
                  </a:cubicBezTo>
                  <a:lnTo>
                    <a:pt x="2395" y="10996"/>
                  </a:lnTo>
                  <a:cubicBezTo>
                    <a:pt x="2836" y="10996"/>
                    <a:pt x="3214" y="10712"/>
                    <a:pt x="3371" y="10303"/>
                  </a:cubicBezTo>
                  <a:lnTo>
                    <a:pt x="4127" y="10303"/>
                  </a:lnTo>
                  <a:lnTo>
                    <a:pt x="4127" y="11342"/>
                  </a:lnTo>
                  <a:cubicBezTo>
                    <a:pt x="4127" y="11531"/>
                    <a:pt x="4285" y="11689"/>
                    <a:pt x="4474" y="11689"/>
                  </a:cubicBezTo>
                  <a:lnTo>
                    <a:pt x="9294" y="11689"/>
                  </a:lnTo>
                  <a:cubicBezTo>
                    <a:pt x="9483" y="11689"/>
                    <a:pt x="9641" y="11531"/>
                    <a:pt x="9641" y="11342"/>
                  </a:cubicBezTo>
                  <a:lnTo>
                    <a:pt x="9641" y="10271"/>
                  </a:lnTo>
                  <a:lnTo>
                    <a:pt x="9987" y="10271"/>
                  </a:lnTo>
                  <a:cubicBezTo>
                    <a:pt x="10554" y="10271"/>
                    <a:pt x="11027" y="9799"/>
                    <a:pt x="11027" y="9263"/>
                  </a:cubicBezTo>
                  <a:lnTo>
                    <a:pt x="11027" y="1702"/>
                  </a:lnTo>
                  <a:cubicBezTo>
                    <a:pt x="10995" y="1103"/>
                    <a:pt x="10554" y="662"/>
                    <a:pt x="9956" y="662"/>
                  </a:cubicBezTo>
                  <a:lnTo>
                    <a:pt x="3371" y="662"/>
                  </a:lnTo>
                  <a:cubicBezTo>
                    <a:pt x="3214" y="284"/>
                    <a:pt x="2867" y="1"/>
                    <a:pt x="2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3" name="Google Shape;11233;p67"/>
            <p:cNvSpPr/>
            <p:nvPr/>
          </p:nvSpPr>
          <p:spPr>
            <a:xfrm>
              <a:off x="-5892750" y="2808250"/>
              <a:ext cx="137850" cy="69350"/>
            </a:xfrm>
            <a:custGeom>
              <a:rect l="l" t="t" r="r" b="b"/>
              <a:pathLst>
                <a:path w="5514" h="2774" extrusionOk="0">
                  <a:moveTo>
                    <a:pt x="4821" y="694"/>
                  </a:moveTo>
                  <a:lnTo>
                    <a:pt x="4821" y="2112"/>
                  </a:lnTo>
                  <a:lnTo>
                    <a:pt x="725" y="2112"/>
                  </a:lnTo>
                  <a:lnTo>
                    <a:pt x="725" y="694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2427"/>
                  </a:lnTo>
                  <a:cubicBezTo>
                    <a:pt x="0" y="2616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6"/>
                    <a:pt x="5514" y="2427"/>
                  </a:cubicBezTo>
                  <a:lnTo>
                    <a:pt x="5514" y="348"/>
                  </a:lnTo>
                  <a:cubicBezTo>
                    <a:pt x="5514" y="158"/>
                    <a:pt x="5356" y="1"/>
                    <a:pt x="5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4" name="Google Shape;11234;p67"/>
            <p:cNvSpPr/>
            <p:nvPr/>
          </p:nvSpPr>
          <p:spPr>
            <a:xfrm>
              <a:off x="-5891975" y="2895675"/>
              <a:ext cx="34700" cy="17375"/>
            </a:xfrm>
            <a:custGeom>
              <a:rect l="l" t="t" r="r" b="b"/>
              <a:pathLst>
                <a:path w="1388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1" y="694"/>
                  </a:lnTo>
                  <a:cubicBezTo>
                    <a:pt x="1230" y="694"/>
                    <a:pt x="1387" y="537"/>
                    <a:pt x="1387" y="348"/>
                  </a:cubicBezTo>
                  <a:cubicBezTo>
                    <a:pt x="1356" y="127"/>
                    <a:pt x="1198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5" name="Google Shape;11235;p67"/>
            <p:cNvSpPr/>
            <p:nvPr/>
          </p:nvSpPr>
          <p:spPr>
            <a:xfrm>
              <a:off x="-5891975" y="2928775"/>
              <a:ext cx="34700" cy="18125"/>
            </a:xfrm>
            <a:custGeom>
              <a:rect l="l" t="t" r="r" b="b"/>
              <a:pathLst>
                <a:path w="1388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1" y="725"/>
                  </a:lnTo>
                  <a:cubicBezTo>
                    <a:pt x="1230" y="725"/>
                    <a:pt x="1387" y="567"/>
                    <a:pt x="1387" y="378"/>
                  </a:cubicBezTo>
                  <a:cubicBezTo>
                    <a:pt x="1356" y="158"/>
                    <a:pt x="1198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6" name="Google Shape;11236;p67"/>
            <p:cNvSpPr/>
            <p:nvPr/>
          </p:nvSpPr>
          <p:spPr>
            <a:xfrm>
              <a:off x="-5840775" y="2928775"/>
              <a:ext cx="34675" cy="18125"/>
            </a:xfrm>
            <a:custGeom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7" name="Google Shape;11237;p67"/>
            <p:cNvSpPr/>
            <p:nvPr/>
          </p:nvSpPr>
          <p:spPr>
            <a:xfrm>
              <a:off x="-5840775" y="2895675"/>
              <a:ext cx="34675" cy="17375"/>
            </a:xfrm>
            <a:custGeom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8" name="Google Shape;11238;p67"/>
            <p:cNvSpPr/>
            <p:nvPr/>
          </p:nvSpPr>
          <p:spPr>
            <a:xfrm>
              <a:off x="-5789575" y="2895675"/>
              <a:ext cx="34675" cy="17375"/>
            </a:xfrm>
            <a:custGeom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39" name="Google Shape;11239;p67"/>
            <p:cNvSpPr/>
            <p:nvPr/>
          </p:nvSpPr>
          <p:spPr>
            <a:xfrm>
              <a:off x="-5789575" y="2928775"/>
              <a:ext cx="34675" cy="18125"/>
            </a:xfrm>
            <a:custGeom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40" name="Google Shape;11240;p67"/>
            <p:cNvSpPr/>
            <p:nvPr/>
          </p:nvSpPr>
          <p:spPr>
            <a:xfrm>
              <a:off x="-5858100" y="2998075"/>
              <a:ext cx="68550" cy="17350"/>
            </a:xfrm>
            <a:custGeom>
              <a:rect l="l" t="t" r="r" b="b"/>
              <a:pathLst>
                <a:path w="274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2" y="536"/>
                    <a:pt x="2742" y="347"/>
                  </a:cubicBezTo>
                  <a:cubicBezTo>
                    <a:pt x="2742" y="158"/>
                    <a:pt x="2584" y="1"/>
                    <a:pt x="2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41" name="Google Shape;11241;p67"/>
          <p:cNvGrpSpPr/>
          <p:nvPr/>
        </p:nvGrpSpPr>
        <p:grpSpPr>
          <a:xfrm>
            <a:off x="4622930" y="1631816"/>
            <a:ext cx="421951" cy="419677"/>
            <a:chOff x="-4211975" y="2046625"/>
            <a:chExt cx="292250" cy="290675"/>
          </a:xfrm>
        </p:grpSpPr>
        <p:sp>
          <p:nvSpPr>
            <p:cNvPr id="11242" name="Google Shape;11242;p67"/>
            <p:cNvSpPr/>
            <p:nvPr/>
          </p:nvSpPr>
          <p:spPr>
            <a:xfrm>
              <a:off x="-4211975" y="2081300"/>
              <a:ext cx="256025" cy="256000"/>
            </a:xfrm>
            <a:custGeom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43" name="Google Shape;11243;p67"/>
            <p:cNvSpPr/>
            <p:nvPr/>
          </p:nvSpPr>
          <p:spPr>
            <a:xfrm>
              <a:off x="-4057600" y="2046625"/>
              <a:ext cx="137875" cy="137875"/>
            </a:xfrm>
            <a:custGeom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44" name="Google Shape;11244;p67"/>
          <p:cNvGrpSpPr/>
          <p:nvPr/>
        </p:nvGrpSpPr>
        <p:grpSpPr>
          <a:xfrm>
            <a:off x="4672976" y="2138699"/>
            <a:ext cx="321859" cy="424225"/>
            <a:chOff x="-4178875" y="2405775"/>
            <a:chExt cx="222925" cy="293825"/>
          </a:xfrm>
        </p:grpSpPr>
        <p:sp>
          <p:nvSpPr>
            <p:cNvPr id="11245" name="Google Shape;11245;p67"/>
            <p:cNvSpPr/>
            <p:nvPr/>
          </p:nvSpPr>
          <p:spPr>
            <a:xfrm>
              <a:off x="-4178875" y="2405775"/>
              <a:ext cx="222925" cy="293825"/>
            </a:xfrm>
            <a:custGeom>
              <a:rect l="l" t="t" r="r" b="b"/>
              <a:pathLst>
                <a:path w="8917" h="11753" extrusionOk="0">
                  <a:moveTo>
                    <a:pt x="4474" y="694"/>
                  </a:moveTo>
                  <a:cubicBezTo>
                    <a:pt x="6553" y="694"/>
                    <a:pt x="8254" y="2395"/>
                    <a:pt x="8254" y="4475"/>
                  </a:cubicBezTo>
                  <a:cubicBezTo>
                    <a:pt x="8191" y="5262"/>
                    <a:pt x="7971" y="6018"/>
                    <a:pt x="7530" y="6649"/>
                  </a:cubicBezTo>
                  <a:lnTo>
                    <a:pt x="4474" y="10776"/>
                  </a:lnTo>
                  <a:lnTo>
                    <a:pt x="1418" y="6712"/>
                  </a:lnTo>
                  <a:cubicBezTo>
                    <a:pt x="945" y="6050"/>
                    <a:pt x="693" y="5294"/>
                    <a:pt x="693" y="4475"/>
                  </a:cubicBezTo>
                  <a:cubicBezTo>
                    <a:pt x="693" y="2395"/>
                    <a:pt x="2363" y="694"/>
                    <a:pt x="4474" y="694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2017"/>
                    <a:pt x="0" y="4475"/>
                  </a:cubicBezTo>
                  <a:cubicBezTo>
                    <a:pt x="0" y="5451"/>
                    <a:pt x="315" y="6365"/>
                    <a:pt x="882" y="7153"/>
                  </a:cubicBezTo>
                  <a:lnTo>
                    <a:pt x="4190" y="11595"/>
                  </a:lnTo>
                  <a:cubicBezTo>
                    <a:pt x="4253" y="11689"/>
                    <a:pt x="4348" y="11752"/>
                    <a:pt x="4474" y="11752"/>
                  </a:cubicBezTo>
                  <a:cubicBezTo>
                    <a:pt x="4568" y="11752"/>
                    <a:pt x="4663" y="11721"/>
                    <a:pt x="4726" y="11595"/>
                  </a:cubicBezTo>
                  <a:lnTo>
                    <a:pt x="8097" y="7058"/>
                  </a:lnTo>
                  <a:cubicBezTo>
                    <a:pt x="8633" y="6333"/>
                    <a:pt x="8916" y="5420"/>
                    <a:pt x="8916" y="4506"/>
                  </a:cubicBezTo>
                  <a:cubicBezTo>
                    <a:pt x="8916" y="1986"/>
                    <a:pt x="6900" y="1"/>
                    <a:pt x="4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46" name="Google Shape;11246;p67"/>
            <p:cNvSpPr/>
            <p:nvPr/>
          </p:nvSpPr>
          <p:spPr>
            <a:xfrm>
              <a:off x="-4093025" y="2491650"/>
              <a:ext cx="51225" cy="51200"/>
            </a:xfrm>
            <a:custGeom>
              <a:rect l="l" t="t" r="r" b="b"/>
              <a:pathLst>
                <a:path w="2049" h="2048" extrusionOk="0">
                  <a:moveTo>
                    <a:pt x="1040" y="630"/>
                  </a:moveTo>
                  <a:cubicBezTo>
                    <a:pt x="1229" y="630"/>
                    <a:pt x="1386" y="788"/>
                    <a:pt x="1386" y="1008"/>
                  </a:cubicBezTo>
                  <a:cubicBezTo>
                    <a:pt x="1386" y="1197"/>
                    <a:pt x="1197" y="1355"/>
                    <a:pt x="1040" y="1355"/>
                  </a:cubicBezTo>
                  <a:cubicBezTo>
                    <a:pt x="819" y="1355"/>
                    <a:pt x="662" y="1197"/>
                    <a:pt x="662" y="1008"/>
                  </a:cubicBezTo>
                  <a:cubicBezTo>
                    <a:pt x="662" y="788"/>
                    <a:pt x="819" y="630"/>
                    <a:pt x="1040" y="630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5"/>
                    <a:pt x="473" y="2048"/>
                    <a:pt x="1040" y="2048"/>
                  </a:cubicBezTo>
                  <a:cubicBezTo>
                    <a:pt x="1575" y="2048"/>
                    <a:pt x="2048" y="1575"/>
                    <a:pt x="2048" y="1040"/>
                  </a:cubicBezTo>
                  <a:cubicBezTo>
                    <a:pt x="2048" y="441"/>
                    <a:pt x="1575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47" name="Google Shape;11247;p67"/>
            <p:cNvSpPr/>
            <p:nvPr/>
          </p:nvSpPr>
          <p:spPr>
            <a:xfrm>
              <a:off x="-4145800" y="2439650"/>
              <a:ext cx="155975" cy="155200"/>
            </a:xfrm>
            <a:custGeom>
              <a:rect l="l" t="t" r="r" b="b"/>
              <a:pathLst>
                <a:path w="6239" h="6208" extrusionOk="0">
                  <a:moveTo>
                    <a:pt x="3403" y="694"/>
                  </a:moveTo>
                  <a:lnTo>
                    <a:pt x="3403" y="1166"/>
                  </a:lnTo>
                  <a:cubicBezTo>
                    <a:pt x="3403" y="1324"/>
                    <a:pt x="3497" y="1450"/>
                    <a:pt x="3655" y="1481"/>
                  </a:cubicBezTo>
                  <a:cubicBezTo>
                    <a:pt x="3844" y="1576"/>
                    <a:pt x="4033" y="1670"/>
                    <a:pt x="4191" y="1828"/>
                  </a:cubicBezTo>
                  <a:cubicBezTo>
                    <a:pt x="4268" y="1867"/>
                    <a:pt x="4358" y="1894"/>
                    <a:pt x="4445" y="1894"/>
                  </a:cubicBezTo>
                  <a:cubicBezTo>
                    <a:pt x="4499" y="1894"/>
                    <a:pt x="4552" y="1884"/>
                    <a:pt x="4600" y="1859"/>
                  </a:cubicBezTo>
                  <a:lnTo>
                    <a:pt x="4978" y="1607"/>
                  </a:lnTo>
                  <a:lnTo>
                    <a:pt x="5356" y="2206"/>
                  </a:lnTo>
                  <a:lnTo>
                    <a:pt x="4947" y="2458"/>
                  </a:lnTo>
                  <a:cubicBezTo>
                    <a:pt x="4821" y="2521"/>
                    <a:pt x="4789" y="2647"/>
                    <a:pt x="4789" y="2805"/>
                  </a:cubicBezTo>
                  <a:cubicBezTo>
                    <a:pt x="4821" y="3025"/>
                    <a:pt x="4821" y="3183"/>
                    <a:pt x="4789" y="3435"/>
                  </a:cubicBezTo>
                  <a:cubicBezTo>
                    <a:pt x="4758" y="3592"/>
                    <a:pt x="4821" y="3687"/>
                    <a:pt x="4947" y="3781"/>
                  </a:cubicBezTo>
                  <a:lnTo>
                    <a:pt x="5356" y="4033"/>
                  </a:lnTo>
                  <a:lnTo>
                    <a:pt x="4978" y="4600"/>
                  </a:lnTo>
                  <a:lnTo>
                    <a:pt x="4600" y="4380"/>
                  </a:lnTo>
                  <a:cubicBezTo>
                    <a:pt x="4554" y="4345"/>
                    <a:pt x="4503" y="4332"/>
                    <a:pt x="4452" y="4332"/>
                  </a:cubicBezTo>
                  <a:cubicBezTo>
                    <a:pt x="4363" y="4332"/>
                    <a:pt x="4270" y="4372"/>
                    <a:pt x="4191" y="4411"/>
                  </a:cubicBezTo>
                  <a:cubicBezTo>
                    <a:pt x="4033" y="4537"/>
                    <a:pt x="3844" y="4632"/>
                    <a:pt x="3655" y="4726"/>
                  </a:cubicBezTo>
                  <a:cubicBezTo>
                    <a:pt x="3529" y="4758"/>
                    <a:pt x="3403" y="4915"/>
                    <a:pt x="3403" y="5041"/>
                  </a:cubicBezTo>
                  <a:lnTo>
                    <a:pt x="3403" y="5514"/>
                  </a:lnTo>
                  <a:lnTo>
                    <a:pt x="2741" y="5514"/>
                  </a:lnTo>
                  <a:lnTo>
                    <a:pt x="2741" y="5041"/>
                  </a:lnTo>
                  <a:cubicBezTo>
                    <a:pt x="2741" y="4884"/>
                    <a:pt x="2678" y="4758"/>
                    <a:pt x="2521" y="4726"/>
                  </a:cubicBezTo>
                  <a:cubicBezTo>
                    <a:pt x="2300" y="4663"/>
                    <a:pt x="2111" y="4569"/>
                    <a:pt x="1954" y="4411"/>
                  </a:cubicBezTo>
                  <a:cubicBezTo>
                    <a:pt x="1874" y="4372"/>
                    <a:pt x="1782" y="4332"/>
                    <a:pt x="1701" y="4332"/>
                  </a:cubicBezTo>
                  <a:cubicBezTo>
                    <a:pt x="1654" y="4332"/>
                    <a:pt x="1610" y="4345"/>
                    <a:pt x="1576" y="4380"/>
                  </a:cubicBezTo>
                  <a:lnTo>
                    <a:pt x="1166" y="4600"/>
                  </a:lnTo>
                  <a:lnTo>
                    <a:pt x="820" y="4033"/>
                  </a:lnTo>
                  <a:lnTo>
                    <a:pt x="1198" y="3781"/>
                  </a:lnTo>
                  <a:cubicBezTo>
                    <a:pt x="1324" y="3718"/>
                    <a:pt x="1418" y="3592"/>
                    <a:pt x="1355" y="3435"/>
                  </a:cubicBezTo>
                  <a:cubicBezTo>
                    <a:pt x="1324" y="3183"/>
                    <a:pt x="1324" y="3025"/>
                    <a:pt x="1355" y="2805"/>
                  </a:cubicBezTo>
                  <a:cubicBezTo>
                    <a:pt x="1418" y="2647"/>
                    <a:pt x="1324" y="2521"/>
                    <a:pt x="1198" y="2458"/>
                  </a:cubicBezTo>
                  <a:lnTo>
                    <a:pt x="820" y="2206"/>
                  </a:lnTo>
                  <a:lnTo>
                    <a:pt x="1166" y="1607"/>
                  </a:lnTo>
                  <a:lnTo>
                    <a:pt x="1576" y="1859"/>
                  </a:lnTo>
                  <a:cubicBezTo>
                    <a:pt x="1612" y="1884"/>
                    <a:pt x="1657" y="1894"/>
                    <a:pt x="1706" y="1894"/>
                  </a:cubicBezTo>
                  <a:cubicBezTo>
                    <a:pt x="1786" y="1894"/>
                    <a:pt x="1876" y="1867"/>
                    <a:pt x="1954" y="1828"/>
                  </a:cubicBezTo>
                  <a:cubicBezTo>
                    <a:pt x="2111" y="1702"/>
                    <a:pt x="2300" y="1576"/>
                    <a:pt x="2521" y="1481"/>
                  </a:cubicBezTo>
                  <a:cubicBezTo>
                    <a:pt x="2615" y="1450"/>
                    <a:pt x="2741" y="1292"/>
                    <a:pt x="2741" y="1166"/>
                  </a:cubicBezTo>
                  <a:lnTo>
                    <a:pt x="2741" y="694"/>
                  </a:ln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946"/>
                  </a:lnTo>
                  <a:cubicBezTo>
                    <a:pt x="1954" y="977"/>
                    <a:pt x="1828" y="1072"/>
                    <a:pt x="1765" y="1135"/>
                  </a:cubicBezTo>
                  <a:lnTo>
                    <a:pt x="1261" y="851"/>
                  </a:lnTo>
                  <a:cubicBezTo>
                    <a:pt x="1211" y="831"/>
                    <a:pt x="1158" y="821"/>
                    <a:pt x="1104" y="821"/>
                  </a:cubicBezTo>
                  <a:cubicBezTo>
                    <a:pt x="990" y="821"/>
                    <a:pt x="874" y="870"/>
                    <a:pt x="788" y="977"/>
                  </a:cubicBezTo>
                  <a:lnTo>
                    <a:pt x="126" y="2175"/>
                  </a:lnTo>
                  <a:cubicBezTo>
                    <a:pt x="32" y="2332"/>
                    <a:pt x="63" y="2521"/>
                    <a:pt x="221" y="2647"/>
                  </a:cubicBezTo>
                  <a:lnTo>
                    <a:pt x="757" y="2899"/>
                  </a:lnTo>
                  <a:lnTo>
                    <a:pt x="757" y="3120"/>
                  </a:lnTo>
                  <a:lnTo>
                    <a:pt x="757" y="3309"/>
                  </a:lnTo>
                  <a:lnTo>
                    <a:pt x="221" y="3592"/>
                  </a:lnTo>
                  <a:cubicBezTo>
                    <a:pt x="63" y="3655"/>
                    <a:pt x="0" y="3907"/>
                    <a:pt x="126" y="4065"/>
                  </a:cubicBezTo>
                  <a:lnTo>
                    <a:pt x="788" y="5231"/>
                  </a:lnTo>
                  <a:cubicBezTo>
                    <a:pt x="831" y="5337"/>
                    <a:pt x="960" y="5415"/>
                    <a:pt x="1088" y="5415"/>
                  </a:cubicBezTo>
                  <a:cubicBezTo>
                    <a:pt x="1149" y="5415"/>
                    <a:pt x="1210" y="5397"/>
                    <a:pt x="1261" y="5357"/>
                  </a:cubicBezTo>
                  <a:lnTo>
                    <a:pt x="1765" y="5073"/>
                  </a:lnTo>
                  <a:cubicBezTo>
                    <a:pt x="1891" y="5167"/>
                    <a:pt x="1954" y="5199"/>
                    <a:pt x="2080" y="5262"/>
                  </a:cubicBezTo>
                  <a:lnTo>
                    <a:pt x="2080" y="5861"/>
                  </a:lnTo>
                  <a:cubicBezTo>
                    <a:pt x="2080" y="6050"/>
                    <a:pt x="2237" y="6207"/>
                    <a:pt x="2426" y="6207"/>
                  </a:cubicBezTo>
                  <a:lnTo>
                    <a:pt x="3812" y="6207"/>
                  </a:lnTo>
                  <a:cubicBezTo>
                    <a:pt x="4002" y="6207"/>
                    <a:pt x="4159" y="6050"/>
                    <a:pt x="4159" y="5861"/>
                  </a:cubicBezTo>
                  <a:lnTo>
                    <a:pt x="4159" y="5262"/>
                  </a:lnTo>
                  <a:cubicBezTo>
                    <a:pt x="4285" y="5231"/>
                    <a:pt x="4411" y="5167"/>
                    <a:pt x="4474" y="5073"/>
                  </a:cubicBezTo>
                  <a:lnTo>
                    <a:pt x="4978" y="5357"/>
                  </a:lnTo>
                  <a:cubicBezTo>
                    <a:pt x="5028" y="5376"/>
                    <a:pt x="5084" y="5387"/>
                    <a:pt x="5141" y="5387"/>
                  </a:cubicBezTo>
                  <a:cubicBezTo>
                    <a:pt x="5263" y="5387"/>
                    <a:pt x="5386" y="5338"/>
                    <a:pt x="5451" y="5231"/>
                  </a:cubicBezTo>
                  <a:lnTo>
                    <a:pt x="6144" y="4065"/>
                  </a:lnTo>
                  <a:cubicBezTo>
                    <a:pt x="6207" y="3907"/>
                    <a:pt x="6175" y="3687"/>
                    <a:pt x="6018" y="3592"/>
                  </a:cubicBezTo>
                  <a:lnTo>
                    <a:pt x="5514" y="3309"/>
                  </a:lnTo>
                  <a:lnTo>
                    <a:pt x="5514" y="3120"/>
                  </a:lnTo>
                  <a:lnTo>
                    <a:pt x="5514" y="2899"/>
                  </a:lnTo>
                  <a:lnTo>
                    <a:pt x="6018" y="2647"/>
                  </a:lnTo>
                  <a:cubicBezTo>
                    <a:pt x="6175" y="2521"/>
                    <a:pt x="6238" y="2332"/>
                    <a:pt x="6144" y="2175"/>
                  </a:cubicBezTo>
                  <a:lnTo>
                    <a:pt x="5451" y="977"/>
                  </a:lnTo>
                  <a:cubicBezTo>
                    <a:pt x="5408" y="870"/>
                    <a:pt x="5278" y="807"/>
                    <a:pt x="5149" y="807"/>
                  </a:cubicBezTo>
                  <a:cubicBezTo>
                    <a:pt x="5089" y="807"/>
                    <a:pt x="5029" y="821"/>
                    <a:pt x="4978" y="851"/>
                  </a:cubicBezTo>
                  <a:lnTo>
                    <a:pt x="4474" y="1135"/>
                  </a:lnTo>
                  <a:cubicBezTo>
                    <a:pt x="4348" y="1072"/>
                    <a:pt x="4285" y="1009"/>
                    <a:pt x="4159" y="946"/>
                  </a:cubicBezTo>
                  <a:lnTo>
                    <a:pt x="4159" y="347"/>
                  </a:lnTo>
                  <a:cubicBezTo>
                    <a:pt x="4159" y="158"/>
                    <a:pt x="4002" y="1"/>
                    <a:pt x="3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48" name="Google Shape;11248;p67"/>
          <p:cNvGrpSpPr/>
          <p:nvPr/>
        </p:nvGrpSpPr>
        <p:grpSpPr>
          <a:xfrm>
            <a:off x="4635439" y="2673483"/>
            <a:ext cx="420796" cy="395746"/>
            <a:chOff x="-4211975" y="2783850"/>
            <a:chExt cx="291450" cy="274100"/>
          </a:xfrm>
        </p:grpSpPr>
        <p:sp>
          <p:nvSpPr>
            <p:cNvPr id="11249" name="Google Shape;11249;p67"/>
            <p:cNvSpPr/>
            <p:nvPr/>
          </p:nvSpPr>
          <p:spPr>
            <a:xfrm>
              <a:off x="-4211975" y="2937125"/>
              <a:ext cx="291450" cy="120825"/>
            </a:xfrm>
            <a:custGeom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0" name="Google Shape;11250;p67"/>
            <p:cNvSpPr/>
            <p:nvPr/>
          </p:nvSpPr>
          <p:spPr>
            <a:xfrm>
              <a:off x="-4109575" y="2783850"/>
              <a:ext cx="153625" cy="154400"/>
            </a:xfrm>
            <a:custGeom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1" name="Google Shape;11251;p67"/>
            <p:cNvSpPr/>
            <p:nvPr/>
          </p:nvSpPr>
          <p:spPr>
            <a:xfrm>
              <a:off x="-4074925" y="2818500"/>
              <a:ext cx="84300" cy="85100"/>
            </a:xfrm>
            <a:custGeom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52" name="Google Shape;11252;p67"/>
          <p:cNvSpPr/>
          <p:nvPr/>
        </p:nvSpPr>
        <p:spPr>
          <a:xfrm>
            <a:off x="7351333" y="1629995"/>
            <a:ext cx="399175" cy="423069"/>
          </a:xfrm>
          <a:custGeom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253" name="Google Shape;11253;p67"/>
          <p:cNvGrpSpPr/>
          <p:nvPr/>
        </p:nvGrpSpPr>
        <p:grpSpPr>
          <a:xfrm>
            <a:off x="7340368" y="2140413"/>
            <a:ext cx="420796" cy="420796"/>
            <a:chOff x="-2419325" y="2408150"/>
            <a:chExt cx="291450" cy="291450"/>
          </a:xfrm>
        </p:grpSpPr>
        <p:sp>
          <p:nvSpPr>
            <p:cNvPr id="11254" name="Google Shape;11254;p67"/>
            <p:cNvSpPr/>
            <p:nvPr/>
          </p:nvSpPr>
          <p:spPr>
            <a:xfrm>
              <a:off x="-2419325" y="2408150"/>
              <a:ext cx="291450" cy="291450"/>
            </a:xfrm>
            <a:custGeom>
              <a:rect l="l" t="t" r="r" b="b"/>
              <a:pathLst>
                <a:path w="11658" h="11658" extrusionOk="0">
                  <a:moveTo>
                    <a:pt x="8948" y="725"/>
                  </a:moveTo>
                  <a:lnTo>
                    <a:pt x="8948" y="2489"/>
                  </a:lnTo>
                  <a:lnTo>
                    <a:pt x="8948" y="10366"/>
                  </a:lnTo>
                  <a:cubicBezTo>
                    <a:pt x="8948" y="10586"/>
                    <a:pt x="9011" y="10838"/>
                    <a:pt x="9137" y="11027"/>
                  </a:cubicBezTo>
                  <a:lnTo>
                    <a:pt x="1733" y="11027"/>
                  </a:lnTo>
                  <a:cubicBezTo>
                    <a:pt x="1134" y="11027"/>
                    <a:pt x="662" y="10586"/>
                    <a:pt x="662" y="10019"/>
                  </a:cubicBezTo>
                  <a:lnTo>
                    <a:pt x="662" y="725"/>
                  </a:lnTo>
                  <a:close/>
                  <a:moveTo>
                    <a:pt x="11027" y="2836"/>
                  </a:moveTo>
                  <a:lnTo>
                    <a:pt x="11027" y="10366"/>
                  </a:lnTo>
                  <a:lnTo>
                    <a:pt x="10995" y="10366"/>
                  </a:lnTo>
                  <a:cubicBezTo>
                    <a:pt x="10995" y="10744"/>
                    <a:pt x="10680" y="11027"/>
                    <a:pt x="10334" y="11027"/>
                  </a:cubicBezTo>
                  <a:cubicBezTo>
                    <a:pt x="9987" y="11027"/>
                    <a:pt x="9672" y="10712"/>
                    <a:pt x="9672" y="10366"/>
                  </a:cubicBezTo>
                  <a:lnTo>
                    <a:pt x="9672" y="2836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956"/>
                  </a:lnTo>
                  <a:cubicBezTo>
                    <a:pt x="0" y="10901"/>
                    <a:pt x="756" y="11657"/>
                    <a:pt x="1702" y="11657"/>
                  </a:cubicBezTo>
                  <a:lnTo>
                    <a:pt x="10302" y="11657"/>
                  </a:lnTo>
                  <a:cubicBezTo>
                    <a:pt x="11027" y="11657"/>
                    <a:pt x="11657" y="11027"/>
                    <a:pt x="11657" y="10271"/>
                  </a:cubicBezTo>
                  <a:lnTo>
                    <a:pt x="11657" y="2395"/>
                  </a:lnTo>
                  <a:cubicBezTo>
                    <a:pt x="11657" y="2300"/>
                    <a:pt x="11500" y="2143"/>
                    <a:pt x="11342" y="2143"/>
                  </a:cubicBezTo>
                  <a:lnTo>
                    <a:pt x="9641" y="2143"/>
                  </a:lnTo>
                  <a:lnTo>
                    <a:pt x="9641" y="347"/>
                  </a:lnTo>
                  <a:cubicBezTo>
                    <a:pt x="9641" y="158"/>
                    <a:pt x="9483" y="1"/>
                    <a:pt x="9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5" name="Google Shape;11255;p67"/>
            <p:cNvSpPr/>
            <p:nvPr/>
          </p:nvSpPr>
          <p:spPr>
            <a:xfrm>
              <a:off x="-2385475" y="2444375"/>
              <a:ext cx="173325" cy="86675"/>
            </a:xfrm>
            <a:custGeom>
              <a:rect l="l" t="t" r="r" b="b"/>
              <a:pathLst>
                <a:path w="6933" h="3467" extrusionOk="0">
                  <a:moveTo>
                    <a:pt x="6207" y="694"/>
                  </a:moveTo>
                  <a:lnTo>
                    <a:pt x="6207" y="2742"/>
                  </a:lnTo>
                  <a:lnTo>
                    <a:pt x="694" y="2742"/>
                  </a:lnTo>
                  <a:lnTo>
                    <a:pt x="694" y="694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79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6554" y="3466"/>
                  </a:lnTo>
                  <a:cubicBezTo>
                    <a:pt x="6775" y="3466"/>
                    <a:pt x="6932" y="3309"/>
                    <a:pt x="6932" y="3120"/>
                  </a:cubicBezTo>
                  <a:lnTo>
                    <a:pt x="6932" y="379"/>
                  </a:lnTo>
                  <a:cubicBezTo>
                    <a:pt x="6869" y="158"/>
                    <a:pt x="6712" y="1"/>
                    <a:pt x="6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6" name="Google Shape;11256;p67"/>
            <p:cNvSpPr/>
            <p:nvPr/>
          </p:nvSpPr>
          <p:spPr>
            <a:xfrm>
              <a:off x="-2385475" y="2545975"/>
              <a:ext cx="86675" cy="86675"/>
            </a:xfrm>
            <a:custGeom>
              <a:rect l="l" t="t" r="r" b="b"/>
              <a:pathLst>
                <a:path w="3467" h="3467" extrusionOk="0">
                  <a:moveTo>
                    <a:pt x="2742" y="757"/>
                  </a:moveTo>
                  <a:lnTo>
                    <a:pt x="2742" y="2805"/>
                  </a:lnTo>
                  <a:lnTo>
                    <a:pt x="694" y="2805"/>
                  </a:lnTo>
                  <a:lnTo>
                    <a:pt x="694" y="757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3088" y="3466"/>
                  </a:lnTo>
                  <a:cubicBezTo>
                    <a:pt x="3309" y="3466"/>
                    <a:pt x="3467" y="3309"/>
                    <a:pt x="3467" y="3120"/>
                  </a:cubicBezTo>
                  <a:lnTo>
                    <a:pt x="3467" y="347"/>
                  </a:lnTo>
                  <a:cubicBezTo>
                    <a:pt x="3467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7" name="Google Shape;11257;p67"/>
            <p:cNvSpPr/>
            <p:nvPr/>
          </p:nvSpPr>
          <p:spPr>
            <a:xfrm>
              <a:off x="-2281500" y="2546775"/>
              <a:ext cx="69350" cy="18125"/>
            </a:xfrm>
            <a:custGeom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553" y="0"/>
                    <a:pt x="2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8" name="Google Shape;11258;p67"/>
            <p:cNvSpPr/>
            <p:nvPr/>
          </p:nvSpPr>
          <p:spPr>
            <a:xfrm>
              <a:off x="-2281500" y="2581425"/>
              <a:ext cx="69350" cy="18150"/>
            </a:xfrm>
            <a:custGeom>
              <a:rect l="l" t="t" r="r" b="b"/>
              <a:pathLst>
                <a:path w="277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8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59" name="Google Shape;11259;p67"/>
            <p:cNvSpPr/>
            <p:nvPr/>
          </p:nvSpPr>
          <p:spPr>
            <a:xfrm>
              <a:off x="-2281500" y="2616075"/>
              <a:ext cx="69350" cy="17350"/>
            </a:xfrm>
            <a:custGeom>
              <a:rect l="l" t="t" r="r" b="b"/>
              <a:pathLst>
                <a:path w="277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616" y="694"/>
                    <a:pt x="2773" y="536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60" name="Google Shape;11260;p67"/>
            <p:cNvSpPr/>
            <p:nvPr/>
          </p:nvSpPr>
          <p:spPr>
            <a:xfrm>
              <a:off x="-2385475" y="2649150"/>
              <a:ext cx="173325" cy="18150"/>
            </a:xfrm>
            <a:custGeom>
              <a:rect l="l" t="t" r="r" b="b"/>
              <a:pathLst>
                <a:path w="6933" h="726" extrusionOk="0">
                  <a:moveTo>
                    <a:pt x="348" y="1"/>
                  </a:moveTo>
                  <a:cubicBezTo>
                    <a:pt x="159" y="1"/>
                    <a:pt x="1" y="159"/>
                    <a:pt x="1" y="379"/>
                  </a:cubicBezTo>
                  <a:cubicBezTo>
                    <a:pt x="1" y="568"/>
                    <a:pt x="159" y="726"/>
                    <a:pt x="348" y="726"/>
                  </a:cubicBezTo>
                  <a:lnTo>
                    <a:pt x="6554" y="726"/>
                  </a:lnTo>
                  <a:cubicBezTo>
                    <a:pt x="6775" y="726"/>
                    <a:pt x="6932" y="568"/>
                    <a:pt x="6932" y="379"/>
                  </a:cubicBezTo>
                  <a:cubicBezTo>
                    <a:pt x="6869" y="159"/>
                    <a:pt x="6712" y="1"/>
                    <a:pt x="6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61" name="Google Shape;11261;p67"/>
          <p:cNvSpPr/>
          <p:nvPr/>
        </p:nvSpPr>
        <p:spPr>
          <a:xfrm>
            <a:off x="7350758" y="2659651"/>
            <a:ext cx="424188" cy="423069"/>
          </a:xfrm>
          <a:custGeom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262" name="Google Shape;11262;p67"/>
          <p:cNvGrpSpPr/>
          <p:nvPr/>
        </p:nvGrpSpPr>
        <p:grpSpPr>
          <a:xfrm>
            <a:off x="4661893" y="3231514"/>
            <a:ext cx="420796" cy="421914"/>
            <a:chOff x="-1333200" y="2770450"/>
            <a:chExt cx="291450" cy="292225"/>
          </a:xfrm>
        </p:grpSpPr>
        <p:sp>
          <p:nvSpPr>
            <p:cNvPr id="11263" name="Google Shape;11263;p67"/>
            <p:cNvSpPr/>
            <p:nvPr/>
          </p:nvSpPr>
          <p:spPr>
            <a:xfrm>
              <a:off x="-1299325" y="2808250"/>
              <a:ext cx="222925" cy="134725"/>
            </a:xfrm>
            <a:custGeom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64" name="Google Shape;11264;p67"/>
            <p:cNvSpPr/>
            <p:nvPr/>
          </p:nvSpPr>
          <p:spPr>
            <a:xfrm>
              <a:off x="-1333200" y="2770450"/>
              <a:ext cx="291450" cy="292225"/>
            </a:xfrm>
            <a:custGeom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65" name="Google Shape;11265;p67"/>
          <p:cNvGrpSpPr/>
          <p:nvPr/>
        </p:nvGrpSpPr>
        <p:grpSpPr>
          <a:xfrm>
            <a:off x="2458506" y="1631256"/>
            <a:ext cx="423069" cy="420796"/>
            <a:chOff x="-5635200" y="2037975"/>
            <a:chExt cx="293025" cy="291450"/>
          </a:xfrm>
        </p:grpSpPr>
        <p:sp>
          <p:nvSpPr>
            <p:cNvPr id="11266" name="Google Shape;11266;p67"/>
            <p:cNvSpPr/>
            <p:nvPr/>
          </p:nvSpPr>
          <p:spPr>
            <a:xfrm>
              <a:off x="-5635200" y="2037975"/>
              <a:ext cx="293025" cy="291450"/>
            </a:xfrm>
            <a:custGeom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67" name="Google Shape;11267;p67"/>
            <p:cNvSpPr/>
            <p:nvPr/>
          </p:nvSpPr>
          <p:spPr>
            <a:xfrm>
              <a:off x="-5496575" y="2072625"/>
              <a:ext cx="102425" cy="102425"/>
            </a:xfrm>
            <a:custGeom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68" name="Google Shape;11268;p67"/>
          <p:cNvGrpSpPr/>
          <p:nvPr/>
        </p:nvGrpSpPr>
        <p:grpSpPr>
          <a:xfrm>
            <a:off x="2456792" y="2140412"/>
            <a:ext cx="426499" cy="420796"/>
            <a:chOff x="-5637575" y="2397900"/>
            <a:chExt cx="295400" cy="291450"/>
          </a:xfrm>
        </p:grpSpPr>
        <p:sp>
          <p:nvSpPr>
            <p:cNvPr id="11269" name="Google Shape;11269;p67"/>
            <p:cNvSpPr/>
            <p:nvPr/>
          </p:nvSpPr>
          <p:spPr>
            <a:xfrm>
              <a:off x="-5575350" y="2547550"/>
              <a:ext cx="79575" cy="88250"/>
            </a:xfrm>
            <a:custGeom>
              <a:rect l="l" t="t" r="r" b="b"/>
              <a:pathLst>
                <a:path w="3183" h="3530" extrusionOk="0">
                  <a:moveTo>
                    <a:pt x="1088" y="1"/>
                  </a:moveTo>
                  <a:cubicBezTo>
                    <a:pt x="1001" y="1"/>
                    <a:pt x="915" y="32"/>
                    <a:pt x="852" y="95"/>
                  </a:cubicBezTo>
                  <a:lnTo>
                    <a:pt x="379" y="568"/>
                  </a:lnTo>
                  <a:cubicBezTo>
                    <a:pt x="1" y="978"/>
                    <a:pt x="1" y="1639"/>
                    <a:pt x="379" y="2017"/>
                  </a:cubicBezTo>
                  <a:cubicBezTo>
                    <a:pt x="584" y="2222"/>
                    <a:pt x="852" y="2324"/>
                    <a:pt x="1115" y="2324"/>
                  </a:cubicBezTo>
                  <a:cubicBezTo>
                    <a:pt x="1379" y="2324"/>
                    <a:pt x="1639" y="2222"/>
                    <a:pt x="1828" y="2017"/>
                  </a:cubicBezTo>
                  <a:cubicBezTo>
                    <a:pt x="1891" y="1970"/>
                    <a:pt x="1986" y="1946"/>
                    <a:pt x="2076" y="1946"/>
                  </a:cubicBezTo>
                  <a:cubicBezTo>
                    <a:pt x="2167" y="1946"/>
                    <a:pt x="2253" y="1970"/>
                    <a:pt x="2301" y="2017"/>
                  </a:cubicBezTo>
                  <a:cubicBezTo>
                    <a:pt x="2427" y="2143"/>
                    <a:pt x="2427" y="2395"/>
                    <a:pt x="2301" y="2490"/>
                  </a:cubicBezTo>
                  <a:lnTo>
                    <a:pt x="1828" y="2962"/>
                  </a:lnTo>
                  <a:cubicBezTo>
                    <a:pt x="1734" y="3088"/>
                    <a:pt x="1734" y="3340"/>
                    <a:pt x="1828" y="3435"/>
                  </a:cubicBezTo>
                  <a:cubicBezTo>
                    <a:pt x="1891" y="3498"/>
                    <a:pt x="1986" y="3529"/>
                    <a:pt x="2076" y="3529"/>
                  </a:cubicBezTo>
                  <a:cubicBezTo>
                    <a:pt x="2167" y="3529"/>
                    <a:pt x="2253" y="3498"/>
                    <a:pt x="2301" y="3435"/>
                  </a:cubicBezTo>
                  <a:lnTo>
                    <a:pt x="2773" y="2962"/>
                  </a:lnTo>
                  <a:cubicBezTo>
                    <a:pt x="3183" y="2584"/>
                    <a:pt x="3183" y="1923"/>
                    <a:pt x="2773" y="1513"/>
                  </a:cubicBezTo>
                  <a:cubicBezTo>
                    <a:pt x="2569" y="1293"/>
                    <a:pt x="2309" y="1182"/>
                    <a:pt x="2049" y="1182"/>
                  </a:cubicBezTo>
                  <a:cubicBezTo>
                    <a:pt x="1789" y="1182"/>
                    <a:pt x="1529" y="1293"/>
                    <a:pt x="1324" y="1513"/>
                  </a:cubicBezTo>
                  <a:cubicBezTo>
                    <a:pt x="1261" y="1576"/>
                    <a:pt x="1174" y="1608"/>
                    <a:pt x="1088" y="1608"/>
                  </a:cubicBezTo>
                  <a:cubicBezTo>
                    <a:pt x="1001" y="1608"/>
                    <a:pt x="915" y="1576"/>
                    <a:pt x="852" y="1513"/>
                  </a:cubicBezTo>
                  <a:cubicBezTo>
                    <a:pt x="726" y="1387"/>
                    <a:pt x="726" y="1167"/>
                    <a:pt x="852" y="1041"/>
                  </a:cubicBezTo>
                  <a:lnTo>
                    <a:pt x="1324" y="568"/>
                  </a:lnTo>
                  <a:cubicBezTo>
                    <a:pt x="1450" y="442"/>
                    <a:pt x="1450" y="221"/>
                    <a:pt x="1324" y="95"/>
                  </a:cubicBezTo>
                  <a:cubicBezTo>
                    <a:pt x="1261" y="32"/>
                    <a:pt x="1174" y="1"/>
                    <a:pt x="1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70" name="Google Shape;11270;p67"/>
            <p:cNvSpPr/>
            <p:nvPr/>
          </p:nvSpPr>
          <p:spPr>
            <a:xfrm>
              <a:off x="-5526500" y="2499525"/>
              <a:ext cx="85075" cy="81725"/>
            </a:xfrm>
            <a:custGeom>
              <a:rect l="l" t="t" r="r" b="b"/>
              <a:pathLst>
                <a:path w="3403" h="3269" extrusionOk="0">
                  <a:moveTo>
                    <a:pt x="1107" y="0"/>
                  </a:moveTo>
                  <a:cubicBezTo>
                    <a:pt x="1016" y="0"/>
                    <a:pt x="930" y="32"/>
                    <a:pt x="882" y="95"/>
                  </a:cubicBezTo>
                  <a:lnTo>
                    <a:pt x="410" y="567"/>
                  </a:lnTo>
                  <a:cubicBezTo>
                    <a:pt x="0" y="945"/>
                    <a:pt x="0" y="1638"/>
                    <a:pt x="410" y="2016"/>
                  </a:cubicBezTo>
                  <a:lnTo>
                    <a:pt x="882" y="2489"/>
                  </a:lnTo>
                  <a:lnTo>
                    <a:pt x="1355" y="2962"/>
                  </a:lnTo>
                  <a:cubicBezTo>
                    <a:pt x="1544" y="3166"/>
                    <a:pt x="1804" y="3269"/>
                    <a:pt x="2068" y="3269"/>
                  </a:cubicBezTo>
                  <a:cubicBezTo>
                    <a:pt x="2332" y="3269"/>
                    <a:pt x="2599" y="3166"/>
                    <a:pt x="2804" y="2962"/>
                  </a:cubicBezTo>
                  <a:lnTo>
                    <a:pt x="3277" y="2489"/>
                  </a:lnTo>
                  <a:cubicBezTo>
                    <a:pt x="3403" y="2363"/>
                    <a:pt x="3403" y="2142"/>
                    <a:pt x="3277" y="2016"/>
                  </a:cubicBezTo>
                  <a:cubicBezTo>
                    <a:pt x="3178" y="1918"/>
                    <a:pt x="3070" y="1870"/>
                    <a:pt x="2977" y="1870"/>
                  </a:cubicBezTo>
                  <a:cubicBezTo>
                    <a:pt x="2892" y="1870"/>
                    <a:pt x="2818" y="1910"/>
                    <a:pt x="2773" y="1985"/>
                  </a:cubicBezTo>
                  <a:lnTo>
                    <a:pt x="2300" y="2457"/>
                  </a:lnTo>
                  <a:cubicBezTo>
                    <a:pt x="2237" y="2520"/>
                    <a:pt x="2143" y="2552"/>
                    <a:pt x="2052" y="2552"/>
                  </a:cubicBezTo>
                  <a:cubicBezTo>
                    <a:pt x="1961" y="2552"/>
                    <a:pt x="1875" y="2520"/>
                    <a:pt x="1827" y="2457"/>
                  </a:cubicBezTo>
                  <a:lnTo>
                    <a:pt x="1575" y="2205"/>
                  </a:lnTo>
                  <a:lnTo>
                    <a:pt x="2300" y="1512"/>
                  </a:lnTo>
                  <a:cubicBezTo>
                    <a:pt x="2395" y="1386"/>
                    <a:pt x="2395" y="1134"/>
                    <a:pt x="2300" y="1040"/>
                  </a:cubicBezTo>
                  <a:cubicBezTo>
                    <a:pt x="2237" y="977"/>
                    <a:pt x="2143" y="945"/>
                    <a:pt x="2052" y="945"/>
                  </a:cubicBezTo>
                  <a:cubicBezTo>
                    <a:pt x="1961" y="945"/>
                    <a:pt x="1875" y="977"/>
                    <a:pt x="1827" y="1040"/>
                  </a:cubicBezTo>
                  <a:lnTo>
                    <a:pt x="1103" y="1733"/>
                  </a:lnTo>
                  <a:lnTo>
                    <a:pt x="882" y="1512"/>
                  </a:lnTo>
                  <a:cubicBezTo>
                    <a:pt x="756" y="1386"/>
                    <a:pt x="756" y="1166"/>
                    <a:pt x="882" y="1040"/>
                  </a:cubicBezTo>
                  <a:lnTo>
                    <a:pt x="1355" y="567"/>
                  </a:lnTo>
                  <a:cubicBezTo>
                    <a:pt x="1449" y="441"/>
                    <a:pt x="1449" y="221"/>
                    <a:pt x="1355" y="95"/>
                  </a:cubicBezTo>
                  <a:cubicBezTo>
                    <a:pt x="1292" y="32"/>
                    <a:pt x="1197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71" name="Google Shape;11271;p67"/>
            <p:cNvSpPr/>
            <p:nvPr/>
          </p:nvSpPr>
          <p:spPr>
            <a:xfrm>
              <a:off x="-5480050" y="2456975"/>
              <a:ext cx="80375" cy="75650"/>
            </a:xfrm>
            <a:custGeom>
              <a:rect l="l" t="t" r="r" b="b"/>
              <a:pathLst>
                <a:path w="3215" h="3026" extrusionOk="0">
                  <a:moveTo>
                    <a:pt x="1100" y="686"/>
                  </a:moveTo>
                  <a:cubicBezTo>
                    <a:pt x="1190" y="686"/>
                    <a:pt x="1277" y="710"/>
                    <a:pt x="1324" y="757"/>
                  </a:cubicBezTo>
                  <a:lnTo>
                    <a:pt x="2332" y="1765"/>
                  </a:lnTo>
                  <a:cubicBezTo>
                    <a:pt x="2490" y="1860"/>
                    <a:pt x="2490" y="2112"/>
                    <a:pt x="2332" y="2238"/>
                  </a:cubicBezTo>
                  <a:cubicBezTo>
                    <a:pt x="2269" y="2285"/>
                    <a:pt x="2183" y="2309"/>
                    <a:pt x="2096" y="2309"/>
                  </a:cubicBezTo>
                  <a:cubicBezTo>
                    <a:pt x="2009" y="2309"/>
                    <a:pt x="1923" y="2285"/>
                    <a:pt x="1860" y="2238"/>
                  </a:cubicBezTo>
                  <a:lnTo>
                    <a:pt x="852" y="1229"/>
                  </a:lnTo>
                  <a:cubicBezTo>
                    <a:pt x="757" y="1135"/>
                    <a:pt x="757" y="883"/>
                    <a:pt x="852" y="757"/>
                  </a:cubicBezTo>
                  <a:cubicBezTo>
                    <a:pt x="915" y="710"/>
                    <a:pt x="1009" y="686"/>
                    <a:pt x="1100" y="686"/>
                  </a:cubicBezTo>
                  <a:close/>
                  <a:moveTo>
                    <a:pt x="1119" y="1"/>
                  </a:moveTo>
                  <a:cubicBezTo>
                    <a:pt x="852" y="1"/>
                    <a:pt x="584" y="95"/>
                    <a:pt x="379" y="284"/>
                  </a:cubicBezTo>
                  <a:cubicBezTo>
                    <a:pt x="1" y="694"/>
                    <a:pt x="1" y="1356"/>
                    <a:pt x="379" y="1765"/>
                  </a:cubicBezTo>
                  <a:lnTo>
                    <a:pt x="1387" y="2742"/>
                  </a:lnTo>
                  <a:cubicBezTo>
                    <a:pt x="1576" y="2931"/>
                    <a:pt x="1836" y="3025"/>
                    <a:pt x="2100" y="3025"/>
                  </a:cubicBezTo>
                  <a:cubicBezTo>
                    <a:pt x="2364" y="3025"/>
                    <a:pt x="2632" y="2931"/>
                    <a:pt x="2836" y="2742"/>
                  </a:cubicBezTo>
                  <a:cubicBezTo>
                    <a:pt x="3214" y="2332"/>
                    <a:pt x="3214" y="1671"/>
                    <a:pt x="2836" y="1293"/>
                  </a:cubicBezTo>
                  <a:lnTo>
                    <a:pt x="1860" y="284"/>
                  </a:lnTo>
                  <a:cubicBezTo>
                    <a:pt x="1655" y="95"/>
                    <a:pt x="1387" y="1"/>
                    <a:pt x="1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72" name="Google Shape;11272;p67"/>
            <p:cNvSpPr/>
            <p:nvPr/>
          </p:nvSpPr>
          <p:spPr>
            <a:xfrm>
              <a:off x="-5637575" y="2397900"/>
              <a:ext cx="295400" cy="291450"/>
            </a:xfrm>
            <a:custGeom>
              <a:rect l="l" t="t" r="r" b="b"/>
              <a:pathLst>
                <a:path w="11816" h="11658" extrusionOk="0">
                  <a:moveTo>
                    <a:pt x="9185" y="1479"/>
                  </a:moveTo>
                  <a:cubicBezTo>
                    <a:pt x="9245" y="1479"/>
                    <a:pt x="9245" y="1482"/>
                    <a:pt x="9263" y="1482"/>
                  </a:cubicBezTo>
                  <a:cubicBezTo>
                    <a:pt x="9421" y="1482"/>
                    <a:pt x="9579" y="1513"/>
                    <a:pt x="9673" y="1545"/>
                  </a:cubicBezTo>
                  <a:lnTo>
                    <a:pt x="9106" y="2143"/>
                  </a:lnTo>
                  <a:cubicBezTo>
                    <a:pt x="8980" y="2269"/>
                    <a:pt x="8980" y="2490"/>
                    <a:pt x="9106" y="2616"/>
                  </a:cubicBezTo>
                  <a:cubicBezTo>
                    <a:pt x="9153" y="2679"/>
                    <a:pt x="9240" y="2710"/>
                    <a:pt x="9330" y="2710"/>
                  </a:cubicBezTo>
                  <a:cubicBezTo>
                    <a:pt x="9421" y="2710"/>
                    <a:pt x="9515" y="2679"/>
                    <a:pt x="9579" y="2616"/>
                  </a:cubicBezTo>
                  <a:lnTo>
                    <a:pt x="10146" y="2017"/>
                  </a:lnTo>
                  <a:cubicBezTo>
                    <a:pt x="10272" y="2175"/>
                    <a:pt x="10303" y="2332"/>
                    <a:pt x="10303" y="2553"/>
                  </a:cubicBezTo>
                  <a:lnTo>
                    <a:pt x="10146" y="5325"/>
                  </a:lnTo>
                  <a:cubicBezTo>
                    <a:pt x="10114" y="5798"/>
                    <a:pt x="9925" y="6239"/>
                    <a:pt x="9515" y="6554"/>
                  </a:cubicBezTo>
                  <a:lnTo>
                    <a:pt x="9484" y="6585"/>
                  </a:lnTo>
                  <a:lnTo>
                    <a:pt x="8570" y="7499"/>
                  </a:lnTo>
                  <a:cubicBezTo>
                    <a:pt x="5231" y="10902"/>
                    <a:pt x="5829" y="10303"/>
                    <a:pt x="5199" y="10902"/>
                  </a:cubicBezTo>
                  <a:cubicBezTo>
                    <a:pt x="5136" y="10949"/>
                    <a:pt x="5050" y="10972"/>
                    <a:pt x="4963" y="10972"/>
                  </a:cubicBezTo>
                  <a:cubicBezTo>
                    <a:pt x="4876" y="10972"/>
                    <a:pt x="4790" y="10949"/>
                    <a:pt x="4727" y="10902"/>
                  </a:cubicBezTo>
                  <a:lnTo>
                    <a:pt x="820" y="6995"/>
                  </a:lnTo>
                  <a:cubicBezTo>
                    <a:pt x="694" y="6869"/>
                    <a:pt x="694" y="6648"/>
                    <a:pt x="820" y="6522"/>
                  </a:cubicBezTo>
                  <a:lnTo>
                    <a:pt x="5262" y="2112"/>
                  </a:lnTo>
                  <a:cubicBezTo>
                    <a:pt x="5577" y="1797"/>
                    <a:pt x="5987" y="1639"/>
                    <a:pt x="6365" y="1608"/>
                  </a:cubicBezTo>
                  <a:cubicBezTo>
                    <a:pt x="8503" y="1495"/>
                    <a:pt x="9033" y="1479"/>
                    <a:pt x="9185" y="1479"/>
                  </a:cubicBezTo>
                  <a:close/>
                  <a:moveTo>
                    <a:pt x="11422" y="1"/>
                  </a:moveTo>
                  <a:cubicBezTo>
                    <a:pt x="11335" y="1"/>
                    <a:pt x="11248" y="32"/>
                    <a:pt x="11185" y="95"/>
                  </a:cubicBezTo>
                  <a:lnTo>
                    <a:pt x="10240" y="1041"/>
                  </a:lnTo>
                  <a:cubicBezTo>
                    <a:pt x="9958" y="871"/>
                    <a:pt x="9650" y="752"/>
                    <a:pt x="9316" y="752"/>
                  </a:cubicBezTo>
                  <a:cubicBezTo>
                    <a:pt x="9278" y="752"/>
                    <a:pt x="9239" y="754"/>
                    <a:pt x="9200" y="757"/>
                  </a:cubicBezTo>
                  <a:lnTo>
                    <a:pt x="6428" y="883"/>
                  </a:lnTo>
                  <a:cubicBezTo>
                    <a:pt x="5829" y="915"/>
                    <a:pt x="5262" y="1167"/>
                    <a:pt x="4853" y="1608"/>
                  </a:cubicBezTo>
                  <a:lnTo>
                    <a:pt x="379" y="6018"/>
                  </a:lnTo>
                  <a:cubicBezTo>
                    <a:pt x="1" y="6396"/>
                    <a:pt x="1" y="7058"/>
                    <a:pt x="379" y="7468"/>
                  </a:cubicBezTo>
                  <a:lnTo>
                    <a:pt x="4286" y="11374"/>
                  </a:lnTo>
                  <a:cubicBezTo>
                    <a:pt x="4490" y="11563"/>
                    <a:pt x="4758" y="11658"/>
                    <a:pt x="5022" y="11658"/>
                  </a:cubicBezTo>
                  <a:cubicBezTo>
                    <a:pt x="5286" y="11658"/>
                    <a:pt x="5546" y="11563"/>
                    <a:pt x="5735" y="11374"/>
                  </a:cubicBezTo>
                  <a:lnTo>
                    <a:pt x="9137" y="7972"/>
                  </a:lnTo>
                  <a:lnTo>
                    <a:pt x="10051" y="7058"/>
                  </a:lnTo>
                  <a:cubicBezTo>
                    <a:pt x="10555" y="6648"/>
                    <a:pt x="10870" y="6018"/>
                    <a:pt x="10902" y="5388"/>
                  </a:cubicBezTo>
                  <a:lnTo>
                    <a:pt x="11059" y="2584"/>
                  </a:lnTo>
                  <a:cubicBezTo>
                    <a:pt x="11059" y="2238"/>
                    <a:pt x="10996" y="1828"/>
                    <a:pt x="10776" y="1545"/>
                  </a:cubicBezTo>
                  <a:lnTo>
                    <a:pt x="11721" y="600"/>
                  </a:lnTo>
                  <a:cubicBezTo>
                    <a:pt x="11815" y="442"/>
                    <a:pt x="11815" y="221"/>
                    <a:pt x="11658" y="95"/>
                  </a:cubicBezTo>
                  <a:cubicBezTo>
                    <a:pt x="11595" y="32"/>
                    <a:pt x="11508" y="1"/>
                    <a:pt x="114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73" name="Google Shape;11273;p67"/>
          <p:cNvGrpSpPr/>
          <p:nvPr/>
        </p:nvGrpSpPr>
        <p:grpSpPr>
          <a:xfrm>
            <a:off x="2470455" y="2660397"/>
            <a:ext cx="423033" cy="421914"/>
            <a:chOff x="-5635975" y="2757075"/>
            <a:chExt cx="293000" cy="292225"/>
          </a:xfrm>
        </p:grpSpPr>
        <p:sp>
          <p:nvSpPr>
            <p:cNvPr id="11274" name="Google Shape;11274;p67"/>
            <p:cNvSpPr/>
            <p:nvPr/>
          </p:nvSpPr>
          <p:spPr>
            <a:xfrm>
              <a:off x="-5635975" y="2757075"/>
              <a:ext cx="293000" cy="292225"/>
            </a:xfrm>
            <a:custGeom>
              <a:rect l="l" t="t" r="r" b="b"/>
              <a:pathLst>
                <a:path w="11720" h="11689" extrusionOk="0">
                  <a:moveTo>
                    <a:pt x="10649" y="693"/>
                  </a:moveTo>
                  <a:cubicBezTo>
                    <a:pt x="10838" y="693"/>
                    <a:pt x="10995" y="851"/>
                    <a:pt x="10995" y="1040"/>
                  </a:cubicBezTo>
                  <a:lnTo>
                    <a:pt x="10995" y="7593"/>
                  </a:lnTo>
                  <a:lnTo>
                    <a:pt x="693" y="7593"/>
                  </a:lnTo>
                  <a:lnTo>
                    <a:pt x="693" y="1040"/>
                  </a:lnTo>
                  <a:cubicBezTo>
                    <a:pt x="725" y="851"/>
                    <a:pt x="882" y="693"/>
                    <a:pt x="1040" y="693"/>
                  </a:cubicBezTo>
                  <a:close/>
                  <a:moveTo>
                    <a:pt x="10995" y="8223"/>
                  </a:moveTo>
                  <a:lnTo>
                    <a:pt x="10995" y="8569"/>
                  </a:lnTo>
                  <a:cubicBezTo>
                    <a:pt x="11027" y="8821"/>
                    <a:pt x="10869" y="8916"/>
                    <a:pt x="10680" y="8916"/>
                  </a:cubicBezTo>
                  <a:lnTo>
                    <a:pt x="1040" y="8916"/>
                  </a:lnTo>
                  <a:cubicBezTo>
                    <a:pt x="851" y="8916"/>
                    <a:pt x="693" y="8758"/>
                    <a:pt x="693" y="8569"/>
                  </a:cubicBezTo>
                  <a:lnTo>
                    <a:pt x="693" y="8223"/>
                  </a:lnTo>
                  <a:close/>
                  <a:moveTo>
                    <a:pt x="6679" y="9641"/>
                  </a:moveTo>
                  <a:lnTo>
                    <a:pt x="6994" y="11027"/>
                  </a:lnTo>
                  <a:lnTo>
                    <a:pt x="4694" y="11027"/>
                  </a:lnTo>
                  <a:lnTo>
                    <a:pt x="5009" y="9641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8569"/>
                  </a:lnTo>
                  <a:cubicBezTo>
                    <a:pt x="0" y="9137"/>
                    <a:pt x="473" y="9609"/>
                    <a:pt x="1040" y="9609"/>
                  </a:cubicBezTo>
                  <a:lnTo>
                    <a:pt x="4316" y="9609"/>
                  </a:lnTo>
                  <a:lnTo>
                    <a:pt x="4001" y="10964"/>
                  </a:lnTo>
                  <a:lnTo>
                    <a:pt x="3087" y="10964"/>
                  </a:lnTo>
                  <a:cubicBezTo>
                    <a:pt x="2898" y="10964"/>
                    <a:pt x="2741" y="11121"/>
                    <a:pt x="2741" y="11342"/>
                  </a:cubicBezTo>
                  <a:cubicBezTo>
                    <a:pt x="2741" y="11531"/>
                    <a:pt x="2898" y="11688"/>
                    <a:pt x="3087" y="11688"/>
                  </a:cubicBezTo>
                  <a:lnTo>
                    <a:pt x="8569" y="11688"/>
                  </a:lnTo>
                  <a:cubicBezTo>
                    <a:pt x="8758" y="11688"/>
                    <a:pt x="8916" y="11531"/>
                    <a:pt x="8916" y="11342"/>
                  </a:cubicBezTo>
                  <a:cubicBezTo>
                    <a:pt x="8916" y="11121"/>
                    <a:pt x="8758" y="10964"/>
                    <a:pt x="8569" y="10964"/>
                  </a:cubicBezTo>
                  <a:lnTo>
                    <a:pt x="7656" y="10964"/>
                  </a:lnTo>
                  <a:lnTo>
                    <a:pt x="7341" y="9609"/>
                  </a:lnTo>
                  <a:lnTo>
                    <a:pt x="10649" y="9609"/>
                  </a:lnTo>
                  <a:cubicBezTo>
                    <a:pt x="11216" y="9609"/>
                    <a:pt x="11688" y="9137"/>
                    <a:pt x="11688" y="8569"/>
                  </a:cubicBezTo>
                  <a:lnTo>
                    <a:pt x="11688" y="1008"/>
                  </a:lnTo>
                  <a:cubicBezTo>
                    <a:pt x="11720" y="473"/>
                    <a:pt x="11247" y="0"/>
                    <a:pt x="10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75" name="Google Shape;11275;p67"/>
            <p:cNvSpPr/>
            <p:nvPr/>
          </p:nvSpPr>
          <p:spPr>
            <a:xfrm>
              <a:off x="-5584800" y="2790150"/>
              <a:ext cx="189850" cy="138050"/>
            </a:xfrm>
            <a:custGeom>
              <a:rect l="l" t="t" r="r" b="b"/>
              <a:pathLst>
                <a:path w="7594" h="5522" extrusionOk="0">
                  <a:moveTo>
                    <a:pt x="2994" y="725"/>
                  </a:moveTo>
                  <a:lnTo>
                    <a:pt x="2332" y="1387"/>
                  </a:lnTo>
                  <a:lnTo>
                    <a:pt x="1230" y="1387"/>
                  </a:lnTo>
                  <a:lnTo>
                    <a:pt x="1891" y="725"/>
                  </a:lnTo>
                  <a:close/>
                  <a:moveTo>
                    <a:pt x="3781" y="882"/>
                  </a:moveTo>
                  <a:lnTo>
                    <a:pt x="4349" y="1418"/>
                  </a:lnTo>
                  <a:lnTo>
                    <a:pt x="3246" y="1418"/>
                  </a:lnTo>
                  <a:lnTo>
                    <a:pt x="3781" y="882"/>
                  </a:lnTo>
                  <a:close/>
                  <a:moveTo>
                    <a:pt x="5735" y="756"/>
                  </a:moveTo>
                  <a:lnTo>
                    <a:pt x="6396" y="1418"/>
                  </a:lnTo>
                  <a:lnTo>
                    <a:pt x="5294" y="1418"/>
                  </a:lnTo>
                  <a:lnTo>
                    <a:pt x="4632" y="756"/>
                  </a:lnTo>
                  <a:close/>
                  <a:moveTo>
                    <a:pt x="2175" y="2080"/>
                  </a:moveTo>
                  <a:lnTo>
                    <a:pt x="2868" y="3749"/>
                  </a:lnTo>
                  <a:lnTo>
                    <a:pt x="1198" y="2080"/>
                  </a:lnTo>
                  <a:close/>
                  <a:moveTo>
                    <a:pt x="6396" y="2080"/>
                  </a:moveTo>
                  <a:lnTo>
                    <a:pt x="4727" y="3749"/>
                  </a:lnTo>
                  <a:lnTo>
                    <a:pt x="5420" y="2080"/>
                  </a:lnTo>
                  <a:close/>
                  <a:moveTo>
                    <a:pt x="4664" y="2080"/>
                  </a:moveTo>
                  <a:lnTo>
                    <a:pt x="3781" y="4253"/>
                  </a:lnTo>
                  <a:lnTo>
                    <a:pt x="2931" y="2080"/>
                  </a:lnTo>
                  <a:close/>
                  <a:moveTo>
                    <a:pt x="1734" y="0"/>
                  </a:moveTo>
                  <a:cubicBezTo>
                    <a:pt x="1671" y="0"/>
                    <a:pt x="1545" y="32"/>
                    <a:pt x="1513" y="126"/>
                  </a:cubicBezTo>
                  <a:lnTo>
                    <a:pt x="127" y="1513"/>
                  </a:lnTo>
                  <a:cubicBezTo>
                    <a:pt x="1" y="1670"/>
                    <a:pt x="1" y="1859"/>
                    <a:pt x="127" y="2017"/>
                  </a:cubicBezTo>
                  <a:lnTo>
                    <a:pt x="3561" y="5451"/>
                  </a:lnTo>
                  <a:cubicBezTo>
                    <a:pt x="3624" y="5498"/>
                    <a:pt x="3711" y="5522"/>
                    <a:pt x="3797" y="5522"/>
                  </a:cubicBezTo>
                  <a:cubicBezTo>
                    <a:pt x="3884" y="5522"/>
                    <a:pt x="3970" y="5498"/>
                    <a:pt x="4033" y="5451"/>
                  </a:cubicBezTo>
                  <a:lnTo>
                    <a:pt x="7468" y="2017"/>
                  </a:lnTo>
                  <a:cubicBezTo>
                    <a:pt x="7594" y="1891"/>
                    <a:pt x="7594" y="1702"/>
                    <a:pt x="7499" y="1544"/>
                  </a:cubicBezTo>
                  <a:lnTo>
                    <a:pt x="7468" y="1513"/>
                  </a:lnTo>
                  <a:lnTo>
                    <a:pt x="6081" y="126"/>
                  </a:lnTo>
                  <a:cubicBezTo>
                    <a:pt x="6018" y="32"/>
                    <a:pt x="5924" y="0"/>
                    <a:pt x="5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76" name="Google Shape;11276;p67"/>
          <p:cNvGrpSpPr/>
          <p:nvPr/>
        </p:nvGrpSpPr>
        <p:grpSpPr>
          <a:xfrm>
            <a:off x="5154391" y="1631256"/>
            <a:ext cx="423069" cy="420796"/>
            <a:chOff x="-3854375" y="2046625"/>
            <a:chExt cx="293025" cy="291450"/>
          </a:xfrm>
        </p:grpSpPr>
        <p:sp>
          <p:nvSpPr>
            <p:cNvPr id="11277" name="Google Shape;11277;p67"/>
            <p:cNvSpPr/>
            <p:nvPr/>
          </p:nvSpPr>
          <p:spPr>
            <a:xfrm>
              <a:off x="-3854375" y="2046625"/>
              <a:ext cx="293025" cy="291450"/>
            </a:xfrm>
            <a:custGeom>
              <a:rect l="l" t="t" r="r" b="b"/>
              <a:pathLst>
                <a:path w="11721" h="11658" extrusionOk="0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78" name="Google Shape;11278;p67"/>
            <p:cNvSpPr/>
            <p:nvPr/>
          </p:nvSpPr>
          <p:spPr>
            <a:xfrm>
              <a:off x="-3714975" y="2080500"/>
              <a:ext cx="103200" cy="119750"/>
            </a:xfrm>
            <a:custGeom>
              <a:rect l="l" t="t" r="r" b="b"/>
              <a:pathLst>
                <a:path w="4128" h="4790" extrusionOk="0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79" name="Google Shape;11279;p67"/>
          <p:cNvGrpSpPr/>
          <p:nvPr/>
        </p:nvGrpSpPr>
        <p:grpSpPr>
          <a:xfrm>
            <a:off x="5153254" y="2138717"/>
            <a:ext cx="425343" cy="424188"/>
            <a:chOff x="-3854375" y="2405000"/>
            <a:chExt cx="294600" cy="293800"/>
          </a:xfrm>
        </p:grpSpPr>
        <p:sp>
          <p:nvSpPr>
            <p:cNvPr id="11280" name="Google Shape;11280;p67"/>
            <p:cNvSpPr/>
            <p:nvPr/>
          </p:nvSpPr>
          <p:spPr>
            <a:xfrm>
              <a:off x="-3854375" y="2405000"/>
              <a:ext cx="294600" cy="293800"/>
            </a:xfrm>
            <a:custGeom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81" name="Google Shape;11281;p67"/>
            <p:cNvSpPr/>
            <p:nvPr/>
          </p:nvSpPr>
          <p:spPr>
            <a:xfrm>
              <a:off x="-3731500" y="2458550"/>
              <a:ext cx="84300" cy="84300"/>
            </a:xfrm>
            <a:custGeom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82" name="Google Shape;11282;p67"/>
          <p:cNvGrpSpPr/>
          <p:nvPr/>
        </p:nvGrpSpPr>
        <p:grpSpPr>
          <a:xfrm>
            <a:off x="5167459" y="2659838"/>
            <a:ext cx="420796" cy="423033"/>
            <a:chOff x="-3852025" y="2764950"/>
            <a:chExt cx="291450" cy="293000"/>
          </a:xfrm>
        </p:grpSpPr>
        <p:sp>
          <p:nvSpPr>
            <p:cNvPr id="11283" name="Google Shape;11283;p67"/>
            <p:cNvSpPr/>
            <p:nvPr/>
          </p:nvSpPr>
          <p:spPr>
            <a:xfrm>
              <a:off x="-3852025" y="2764950"/>
              <a:ext cx="291450" cy="293000"/>
            </a:xfrm>
            <a:custGeom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84" name="Google Shape;11284;p67"/>
            <p:cNvSpPr/>
            <p:nvPr/>
          </p:nvSpPr>
          <p:spPr>
            <a:xfrm>
              <a:off x="-3707100" y="2937425"/>
              <a:ext cx="103200" cy="67775"/>
            </a:xfrm>
            <a:custGeom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85" name="Google Shape;11285;p67"/>
          <p:cNvSpPr/>
          <p:nvPr/>
        </p:nvSpPr>
        <p:spPr>
          <a:xfrm>
            <a:off x="7889488" y="1681753"/>
            <a:ext cx="421914" cy="319549"/>
          </a:xfrm>
          <a:custGeom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86" name="Google Shape;11286;p67"/>
          <p:cNvSpPr/>
          <p:nvPr/>
        </p:nvSpPr>
        <p:spPr>
          <a:xfrm>
            <a:off x="7889488" y="2140284"/>
            <a:ext cx="421914" cy="420759"/>
          </a:xfrm>
          <a:custGeom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287" name="Google Shape;11287;p67"/>
          <p:cNvGrpSpPr/>
          <p:nvPr/>
        </p:nvGrpSpPr>
        <p:grpSpPr>
          <a:xfrm>
            <a:off x="7890048" y="2660398"/>
            <a:ext cx="420796" cy="421914"/>
            <a:chOff x="-2060175" y="2768875"/>
            <a:chExt cx="291450" cy="292225"/>
          </a:xfrm>
        </p:grpSpPr>
        <p:sp>
          <p:nvSpPr>
            <p:cNvPr id="11288" name="Google Shape;11288;p67"/>
            <p:cNvSpPr/>
            <p:nvPr/>
          </p:nvSpPr>
          <p:spPr>
            <a:xfrm>
              <a:off x="-2060175" y="2768875"/>
              <a:ext cx="291450" cy="292225"/>
            </a:xfrm>
            <a:custGeom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89" name="Google Shape;11289;p67"/>
            <p:cNvSpPr/>
            <p:nvPr/>
          </p:nvSpPr>
          <p:spPr>
            <a:xfrm>
              <a:off x="-2008975" y="2855525"/>
              <a:ext cx="189050" cy="84500"/>
            </a:xfrm>
            <a:custGeom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90" name="Google Shape;11290;p67"/>
          <p:cNvGrpSpPr/>
          <p:nvPr/>
        </p:nvGrpSpPr>
        <p:grpSpPr>
          <a:xfrm>
            <a:off x="1903657" y="3232071"/>
            <a:ext cx="421914" cy="420796"/>
            <a:chOff x="-937025" y="2064750"/>
            <a:chExt cx="292225" cy="291450"/>
          </a:xfrm>
        </p:grpSpPr>
        <p:sp>
          <p:nvSpPr>
            <p:cNvPr id="11291" name="Google Shape;11291;p67"/>
            <p:cNvSpPr/>
            <p:nvPr/>
          </p:nvSpPr>
          <p:spPr>
            <a:xfrm>
              <a:off x="-834625" y="2134850"/>
              <a:ext cx="86650" cy="85075"/>
            </a:xfrm>
            <a:custGeom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92" name="Google Shape;11292;p67"/>
            <p:cNvSpPr/>
            <p:nvPr/>
          </p:nvSpPr>
          <p:spPr>
            <a:xfrm>
              <a:off x="-936225" y="2304975"/>
              <a:ext cx="289850" cy="51225"/>
            </a:xfrm>
            <a:custGeom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93" name="Google Shape;11293;p67"/>
            <p:cNvSpPr/>
            <p:nvPr/>
          </p:nvSpPr>
          <p:spPr>
            <a:xfrm>
              <a:off x="-937025" y="2064750"/>
              <a:ext cx="292225" cy="223125"/>
            </a:xfrm>
            <a:custGeom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294" name="Google Shape;11294;p67"/>
          <p:cNvGrpSpPr/>
          <p:nvPr/>
        </p:nvGrpSpPr>
        <p:grpSpPr>
          <a:xfrm>
            <a:off x="3006820" y="1630697"/>
            <a:ext cx="421951" cy="421914"/>
            <a:chOff x="-5276050" y="2037975"/>
            <a:chExt cx="292250" cy="292225"/>
          </a:xfrm>
        </p:grpSpPr>
        <p:sp>
          <p:nvSpPr>
            <p:cNvPr id="11295" name="Google Shape;11295;p67"/>
            <p:cNvSpPr/>
            <p:nvPr/>
          </p:nvSpPr>
          <p:spPr>
            <a:xfrm>
              <a:off x="-5102775" y="2211250"/>
              <a:ext cx="51225" cy="49650"/>
            </a:xfrm>
            <a:custGeom>
              <a:rect l="l" t="t" r="r" b="b"/>
              <a:pathLst>
                <a:path w="2049" h="1986" extrusionOk="0">
                  <a:moveTo>
                    <a:pt x="343" y="0"/>
                  </a:moveTo>
                  <a:cubicBezTo>
                    <a:pt x="253" y="0"/>
                    <a:pt x="158" y="32"/>
                    <a:pt x="95" y="95"/>
                  </a:cubicBezTo>
                  <a:cubicBezTo>
                    <a:pt x="1" y="189"/>
                    <a:pt x="1" y="441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1" y="1544"/>
                    <a:pt x="1" y="1765"/>
                    <a:pt x="95" y="1891"/>
                  </a:cubicBezTo>
                  <a:cubicBezTo>
                    <a:pt x="158" y="1954"/>
                    <a:pt x="253" y="1985"/>
                    <a:pt x="343" y="1985"/>
                  </a:cubicBezTo>
                  <a:cubicBezTo>
                    <a:pt x="434" y="1985"/>
                    <a:pt x="521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600" y="1985"/>
                    <a:pt x="1686" y="1985"/>
                  </a:cubicBezTo>
                  <a:cubicBezTo>
                    <a:pt x="1773" y="1985"/>
                    <a:pt x="1860" y="1954"/>
                    <a:pt x="1923" y="1891"/>
                  </a:cubicBezTo>
                  <a:cubicBezTo>
                    <a:pt x="2049" y="1765"/>
                    <a:pt x="2049" y="1544"/>
                    <a:pt x="1923" y="1418"/>
                  </a:cubicBezTo>
                  <a:lnTo>
                    <a:pt x="1482" y="977"/>
                  </a:lnTo>
                  <a:lnTo>
                    <a:pt x="1923" y="536"/>
                  </a:lnTo>
                  <a:cubicBezTo>
                    <a:pt x="2049" y="441"/>
                    <a:pt x="2049" y="189"/>
                    <a:pt x="1923" y="95"/>
                  </a:cubicBezTo>
                  <a:cubicBezTo>
                    <a:pt x="1860" y="32"/>
                    <a:pt x="1773" y="0"/>
                    <a:pt x="1686" y="0"/>
                  </a:cubicBezTo>
                  <a:cubicBezTo>
                    <a:pt x="1600" y="0"/>
                    <a:pt x="1513" y="32"/>
                    <a:pt x="1450" y="95"/>
                  </a:cubicBezTo>
                  <a:lnTo>
                    <a:pt x="1009" y="504"/>
                  </a:lnTo>
                  <a:lnTo>
                    <a:pt x="568" y="95"/>
                  </a:lnTo>
                  <a:cubicBezTo>
                    <a:pt x="521" y="32"/>
                    <a:pt x="434" y="0"/>
                    <a:pt x="3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96" name="Google Shape;11296;p67"/>
            <p:cNvSpPr/>
            <p:nvPr/>
          </p:nvSpPr>
          <p:spPr>
            <a:xfrm>
              <a:off x="-5224050" y="2107875"/>
              <a:ext cx="51200" cy="49825"/>
            </a:xfrm>
            <a:custGeom>
              <a:rect l="l" t="t" r="r" b="b"/>
              <a:pathLst>
                <a:path w="2048" h="1992" extrusionOk="0">
                  <a:moveTo>
                    <a:pt x="351" y="0"/>
                  </a:moveTo>
                  <a:cubicBezTo>
                    <a:pt x="260" y="0"/>
                    <a:pt x="173" y="24"/>
                    <a:pt x="126" y="71"/>
                  </a:cubicBezTo>
                  <a:cubicBezTo>
                    <a:pt x="0" y="197"/>
                    <a:pt x="0" y="449"/>
                    <a:pt x="126" y="544"/>
                  </a:cubicBezTo>
                  <a:lnTo>
                    <a:pt x="536" y="985"/>
                  </a:lnTo>
                  <a:lnTo>
                    <a:pt x="126" y="1426"/>
                  </a:lnTo>
                  <a:cubicBezTo>
                    <a:pt x="0" y="1552"/>
                    <a:pt x="0" y="1772"/>
                    <a:pt x="126" y="1898"/>
                  </a:cubicBezTo>
                  <a:cubicBezTo>
                    <a:pt x="173" y="1961"/>
                    <a:pt x="260" y="1993"/>
                    <a:pt x="351" y="1993"/>
                  </a:cubicBezTo>
                  <a:cubicBezTo>
                    <a:pt x="441" y="1993"/>
                    <a:pt x="536" y="1961"/>
                    <a:pt x="599" y="1898"/>
                  </a:cubicBezTo>
                  <a:lnTo>
                    <a:pt x="1008" y="1457"/>
                  </a:lnTo>
                  <a:lnTo>
                    <a:pt x="1449" y="1898"/>
                  </a:lnTo>
                  <a:cubicBezTo>
                    <a:pt x="1512" y="1961"/>
                    <a:pt x="1599" y="1993"/>
                    <a:pt x="1686" y="1993"/>
                  </a:cubicBezTo>
                  <a:cubicBezTo>
                    <a:pt x="1772" y="1993"/>
                    <a:pt x="1859" y="1961"/>
                    <a:pt x="1922" y="1898"/>
                  </a:cubicBezTo>
                  <a:cubicBezTo>
                    <a:pt x="2048" y="1772"/>
                    <a:pt x="2048" y="1520"/>
                    <a:pt x="1922" y="1426"/>
                  </a:cubicBezTo>
                  <a:lnTo>
                    <a:pt x="1481" y="985"/>
                  </a:lnTo>
                  <a:lnTo>
                    <a:pt x="1922" y="544"/>
                  </a:lnTo>
                  <a:cubicBezTo>
                    <a:pt x="2048" y="449"/>
                    <a:pt x="2048" y="197"/>
                    <a:pt x="1922" y="71"/>
                  </a:cubicBezTo>
                  <a:cubicBezTo>
                    <a:pt x="1875" y="24"/>
                    <a:pt x="1788" y="0"/>
                    <a:pt x="1697" y="0"/>
                  </a:cubicBezTo>
                  <a:cubicBezTo>
                    <a:pt x="1607" y="0"/>
                    <a:pt x="1512" y="24"/>
                    <a:pt x="1449" y="71"/>
                  </a:cubicBezTo>
                  <a:lnTo>
                    <a:pt x="1008" y="512"/>
                  </a:lnTo>
                  <a:lnTo>
                    <a:pt x="599" y="71"/>
                  </a:lnTo>
                  <a:cubicBezTo>
                    <a:pt x="536" y="24"/>
                    <a:pt x="441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297" name="Google Shape;11297;p67"/>
            <p:cNvSpPr/>
            <p:nvPr/>
          </p:nvSpPr>
          <p:spPr>
            <a:xfrm>
              <a:off x="-5276050" y="2037975"/>
              <a:ext cx="292250" cy="292225"/>
            </a:xfrm>
            <a:custGeom>
              <a:rect l="l" t="t" r="r" b="b"/>
              <a:pathLst>
                <a:path w="11690" h="11689" extrusionOk="0">
                  <a:moveTo>
                    <a:pt x="10334" y="3119"/>
                  </a:moveTo>
                  <a:cubicBezTo>
                    <a:pt x="10712" y="3119"/>
                    <a:pt x="11028" y="3403"/>
                    <a:pt x="11028" y="3781"/>
                  </a:cubicBezTo>
                  <a:cubicBezTo>
                    <a:pt x="11028" y="4190"/>
                    <a:pt x="10712" y="4442"/>
                    <a:pt x="10334" y="4442"/>
                  </a:cubicBezTo>
                  <a:cubicBezTo>
                    <a:pt x="9956" y="4442"/>
                    <a:pt x="9673" y="4127"/>
                    <a:pt x="9673" y="3781"/>
                  </a:cubicBezTo>
                  <a:cubicBezTo>
                    <a:pt x="9673" y="3403"/>
                    <a:pt x="9988" y="3119"/>
                    <a:pt x="10334" y="3119"/>
                  </a:cubicBezTo>
                  <a:close/>
                  <a:moveTo>
                    <a:pt x="4443" y="7593"/>
                  </a:moveTo>
                  <a:cubicBezTo>
                    <a:pt x="4853" y="7593"/>
                    <a:pt x="5105" y="7908"/>
                    <a:pt x="5105" y="8255"/>
                  </a:cubicBezTo>
                  <a:cubicBezTo>
                    <a:pt x="5105" y="8664"/>
                    <a:pt x="4790" y="8948"/>
                    <a:pt x="4443" y="8948"/>
                  </a:cubicBezTo>
                  <a:cubicBezTo>
                    <a:pt x="4065" y="8948"/>
                    <a:pt x="3781" y="8633"/>
                    <a:pt x="3781" y="8255"/>
                  </a:cubicBezTo>
                  <a:cubicBezTo>
                    <a:pt x="3781" y="7876"/>
                    <a:pt x="4096" y="7593"/>
                    <a:pt x="4443" y="7593"/>
                  </a:cubicBezTo>
                  <a:close/>
                  <a:moveTo>
                    <a:pt x="5829" y="725"/>
                  </a:moveTo>
                  <a:cubicBezTo>
                    <a:pt x="7341" y="725"/>
                    <a:pt x="8822" y="1386"/>
                    <a:pt x="9799" y="2521"/>
                  </a:cubicBezTo>
                  <a:cubicBezTo>
                    <a:pt x="9326" y="2710"/>
                    <a:pt x="8980" y="3245"/>
                    <a:pt x="8980" y="3781"/>
                  </a:cubicBezTo>
                  <a:cubicBezTo>
                    <a:pt x="8980" y="3718"/>
                    <a:pt x="8917" y="3623"/>
                    <a:pt x="8885" y="3560"/>
                  </a:cubicBezTo>
                  <a:lnTo>
                    <a:pt x="8854" y="3497"/>
                  </a:lnTo>
                  <a:lnTo>
                    <a:pt x="8192" y="2836"/>
                  </a:lnTo>
                  <a:cubicBezTo>
                    <a:pt x="8129" y="2773"/>
                    <a:pt x="8035" y="2741"/>
                    <a:pt x="7944" y="2741"/>
                  </a:cubicBezTo>
                  <a:cubicBezTo>
                    <a:pt x="7853" y="2741"/>
                    <a:pt x="7767" y="2773"/>
                    <a:pt x="7719" y="2836"/>
                  </a:cubicBezTo>
                  <a:cubicBezTo>
                    <a:pt x="7593" y="2962"/>
                    <a:pt x="7593" y="3182"/>
                    <a:pt x="7719" y="3308"/>
                  </a:cubicBezTo>
                  <a:lnTo>
                    <a:pt x="7814" y="3434"/>
                  </a:lnTo>
                  <a:cubicBezTo>
                    <a:pt x="6869" y="3466"/>
                    <a:pt x="5987" y="3875"/>
                    <a:pt x="5262" y="4568"/>
                  </a:cubicBezTo>
                  <a:cubicBezTo>
                    <a:pt x="4600" y="5230"/>
                    <a:pt x="4254" y="6081"/>
                    <a:pt x="4159" y="6963"/>
                  </a:cubicBezTo>
                  <a:cubicBezTo>
                    <a:pt x="3561" y="7120"/>
                    <a:pt x="3151" y="7656"/>
                    <a:pt x="3151" y="8318"/>
                  </a:cubicBezTo>
                  <a:cubicBezTo>
                    <a:pt x="3151" y="9074"/>
                    <a:pt x="3781" y="9704"/>
                    <a:pt x="4506" y="9704"/>
                  </a:cubicBezTo>
                  <a:cubicBezTo>
                    <a:pt x="5262" y="9704"/>
                    <a:pt x="5892" y="9074"/>
                    <a:pt x="5892" y="8318"/>
                  </a:cubicBezTo>
                  <a:cubicBezTo>
                    <a:pt x="5892" y="7687"/>
                    <a:pt x="5451" y="7120"/>
                    <a:pt x="4884" y="6963"/>
                  </a:cubicBezTo>
                  <a:cubicBezTo>
                    <a:pt x="5042" y="5482"/>
                    <a:pt x="6302" y="4222"/>
                    <a:pt x="7814" y="4127"/>
                  </a:cubicBezTo>
                  <a:lnTo>
                    <a:pt x="7814" y="4127"/>
                  </a:lnTo>
                  <a:lnTo>
                    <a:pt x="7751" y="4222"/>
                  </a:lnTo>
                  <a:cubicBezTo>
                    <a:pt x="7625" y="4348"/>
                    <a:pt x="7625" y="4568"/>
                    <a:pt x="7751" y="4694"/>
                  </a:cubicBezTo>
                  <a:cubicBezTo>
                    <a:pt x="7814" y="4757"/>
                    <a:pt x="7901" y="4789"/>
                    <a:pt x="7987" y="4789"/>
                  </a:cubicBezTo>
                  <a:cubicBezTo>
                    <a:pt x="8074" y="4789"/>
                    <a:pt x="8161" y="4757"/>
                    <a:pt x="8224" y="4694"/>
                  </a:cubicBezTo>
                  <a:lnTo>
                    <a:pt x="8885" y="4033"/>
                  </a:lnTo>
                  <a:cubicBezTo>
                    <a:pt x="8980" y="3938"/>
                    <a:pt x="9011" y="3875"/>
                    <a:pt x="9011" y="3781"/>
                  </a:cubicBezTo>
                  <a:cubicBezTo>
                    <a:pt x="9011" y="4537"/>
                    <a:pt x="9641" y="5167"/>
                    <a:pt x="10397" y="5167"/>
                  </a:cubicBezTo>
                  <a:cubicBezTo>
                    <a:pt x="10618" y="5167"/>
                    <a:pt x="10807" y="5136"/>
                    <a:pt x="11028" y="5010"/>
                  </a:cubicBezTo>
                  <a:cubicBezTo>
                    <a:pt x="11059" y="5293"/>
                    <a:pt x="11091" y="5545"/>
                    <a:pt x="11091" y="5829"/>
                  </a:cubicBezTo>
                  <a:cubicBezTo>
                    <a:pt x="11028" y="8696"/>
                    <a:pt x="8696" y="11027"/>
                    <a:pt x="5829" y="11027"/>
                  </a:cubicBezTo>
                  <a:cubicBezTo>
                    <a:pt x="2994" y="11027"/>
                    <a:pt x="694" y="8696"/>
                    <a:pt x="694" y="5829"/>
                  </a:cubicBezTo>
                  <a:cubicBezTo>
                    <a:pt x="694" y="2993"/>
                    <a:pt x="2994" y="725"/>
                    <a:pt x="5829" y="725"/>
                  </a:cubicBezTo>
                  <a:close/>
                  <a:moveTo>
                    <a:pt x="5829" y="0"/>
                  </a:moveTo>
                  <a:cubicBezTo>
                    <a:pt x="2584" y="0"/>
                    <a:pt x="1" y="2615"/>
                    <a:pt x="1" y="5829"/>
                  </a:cubicBezTo>
                  <a:cubicBezTo>
                    <a:pt x="1" y="7404"/>
                    <a:pt x="599" y="8853"/>
                    <a:pt x="1702" y="9956"/>
                  </a:cubicBezTo>
                  <a:cubicBezTo>
                    <a:pt x="2773" y="11058"/>
                    <a:pt x="4254" y="11689"/>
                    <a:pt x="5829" y="11689"/>
                  </a:cubicBezTo>
                  <a:cubicBezTo>
                    <a:pt x="6617" y="11689"/>
                    <a:pt x="7341" y="11531"/>
                    <a:pt x="8098" y="11216"/>
                  </a:cubicBezTo>
                  <a:cubicBezTo>
                    <a:pt x="8822" y="10901"/>
                    <a:pt x="9452" y="10523"/>
                    <a:pt x="9956" y="9956"/>
                  </a:cubicBezTo>
                  <a:cubicBezTo>
                    <a:pt x="10492" y="9420"/>
                    <a:pt x="10901" y="8790"/>
                    <a:pt x="11217" y="8128"/>
                  </a:cubicBezTo>
                  <a:cubicBezTo>
                    <a:pt x="11532" y="7404"/>
                    <a:pt x="11689" y="6616"/>
                    <a:pt x="11689" y="5829"/>
                  </a:cubicBezTo>
                  <a:cubicBezTo>
                    <a:pt x="11689" y="5356"/>
                    <a:pt x="11658" y="4884"/>
                    <a:pt x="11532" y="4442"/>
                  </a:cubicBezTo>
                  <a:cubicBezTo>
                    <a:pt x="11595" y="4253"/>
                    <a:pt x="11689" y="4033"/>
                    <a:pt x="11689" y="3781"/>
                  </a:cubicBezTo>
                  <a:cubicBezTo>
                    <a:pt x="11689" y="3119"/>
                    <a:pt x="11217" y="2552"/>
                    <a:pt x="10586" y="2458"/>
                  </a:cubicBezTo>
                  <a:cubicBezTo>
                    <a:pt x="9484" y="945"/>
                    <a:pt x="7719" y="0"/>
                    <a:pt x="5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98" name="Google Shape;11298;p67"/>
          <p:cNvSpPr/>
          <p:nvPr/>
        </p:nvSpPr>
        <p:spPr>
          <a:xfrm>
            <a:off x="3003187" y="2152917"/>
            <a:ext cx="429891" cy="395493"/>
          </a:xfrm>
          <a:custGeom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99" name="Google Shape;11299;p67"/>
          <p:cNvSpPr/>
          <p:nvPr/>
        </p:nvSpPr>
        <p:spPr>
          <a:xfrm>
            <a:off x="3019106" y="2660806"/>
            <a:ext cx="421914" cy="420759"/>
          </a:xfrm>
          <a:custGeom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300" name="Google Shape;11300;p67"/>
          <p:cNvGrpSpPr/>
          <p:nvPr/>
        </p:nvGrpSpPr>
        <p:grpSpPr>
          <a:xfrm>
            <a:off x="5765634" y="1631256"/>
            <a:ext cx="324133" cy="420796"/>
            <a:chOff x="-3462150" y="2046625"/>
            <a:chExt cx="224500" cy="291450"/>
          </a:xfrm>
        </p:grpSpPr>
        <p:sp>
          <p:nvSpPr>
            <p:cNvPr id="11301" name="Google Shape;11301;p67"/>
            <p:cNvSpPr/>
            <p:nvPr/>
          </p:nvSpPr>
          <p:spPr>
            <a:xfrm>
              <a:off x="-3425125" y="2253000"/>
              <a:ext cx="51225" cy="50425"/>
            </a:xfrm>
            <a:custGeom>
              <a:rect l="l" t="t" r="r" b="b"/>
              <a:pathLst>
                <a:path w="2049" h="2017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08"/>
                  </a:cubicBezTo>
                  <a:cubicBezTo>
                    <a:pt x="1355" y="1197"/>
                    <a:pt x="1166" y="1355"/>
                    <a:pt x="1009" y="1355"/>
                  </a:cubicBezTo>
                  <a:cubicBezTo>
                    <a:pt x="820" y="1355"/>
                    <a:pt x="662" y="1197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41"/>
                    <a:pt x="0" y="1008"/>
                  </a:cubicBezTo>
                  <a:cubicBezTo>
                    <a:pt x="0" y="1575"/>
                    <a:pt x="473" y="2016"/>
                    <a:pt x="1009" y="2016"/>
                  </a:cubicBezTo>
                  <a:cubicBezTo>
                    <a:pt x="1576" y="2016"/>
                    <a:pt x="2048" y="1575"/>
                    <a:pt x="2048" y="1008"/>
                  </a:cubicBezTo>
                  <a:cubicBezTo>
                    <a:pt x="2048" y="441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2" name="Google Shape;11302;p67"/>
            <p:cNvSpPr/>
            <p:nvPr/>
          </p:nvSpPr>
          <p:spPr>
            <a:xfrm>
              <a:off x="-3425125" y="2116725"/>
              <a:ext cx="51225" cy="49650"/>
            </a:xfrm>
            <a:custGeom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190"/>
                    <a:pt x="0" y="442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0" y="1544"/>
                    <a:pt x="0" y="1765"/>
                    <a:pt x="95" y="1891"/>
                  </a:cubicBezTo>
                  <a:cubicBezTo>
                    <a:pt x="158" y="1954"/>
                    <a:pt x="252" y="1986"/>
                    <a:pt x="343" y="1986"/>
                  </a:cubicBezTo>
                  <a:cubicBezTo>
                    <a:pt x="434" y="1986"/>
                    <a:pt x="520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599" y="1986"/>
                    <a:pt x="1686" y="1986"/>
                  </a:cubicBezTo>
                  <a:cubicBezTo>
                    <a:pt x="1773" y="1986"/>
                    <a:pt x="1859" y="1954"/>
                    <a:pt x="1922" y="1891"/>
                  </a:cubicBezTo>
                  <a:cubicBezTo>
                    <a:pt x="2048" y="1765"/>
                    <a:pt x="2048" y="1544"/>
                    <a:pt x="1922" y="1418"/>
                  </a:cubicBezTo>
                  <a:lnTo>
                    <a:pt x="1481" y="977"/>
                  </a:lnTo>
                  <a:lnTo>
                    <a:pt x="1922" y="536"/>
                  </a:lnTo>
                  <a:cubicBezTo>
                    <a:pt x="2048" y="442"/>
                    <a:pt x="2048" y="190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05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3" name="Google Shape;11303;p67"/>
            <p:cNvSpPr/>
            <p:nvPr/>
          </p:nvSpPr>
          <p:spPr>
            <a:xfrm>
              <a:off x="-3425125" y="2185250"/>
              <a:ext cx="51225" cy="49650"/>
            </a:xfrm>
            <a:custGeom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536" y="1009"/>
                  </a:lnTo>
                  <a:lnTo>
                    <a:pt x="95" y="1418"/>
                  </a:lnTo>
                  <a:cubicBezTo>
                    <a:pt x="0" y="1544"/>
                    <a:pt x="0" y="1796"/>
                    <a:pt x="95" y="1891"/>
                  </a:cubicBezTo>
                  <a:cubicBezTo>
                    <a:pt x="158" y="1954"/>
                    <a:pt x="252" y="1985"/>
                    <a:pt x="343" y="1985"/>
                  </a:cubicBezTo>
                  <a:cubicBezTo>
                    <a:pt x="434" y="1985"/>
                    <a:pt x="520" y="1954"/>
                    <a:pt x="568" y="1891"/>
                  </a:cubicBezTo>
                  <a:lnTo>
                    <a:pt x="1009" y="1481"/>
                  </a:lnTo>
                  <a:lnTo>
                    <a:pt x="1450" y="1891"/>
                  </a:lnTo>
                  <a:cubicBezTo>
                    <a:pt x="1513" y="1954"/>
                    <a:pt x="1599" y="1985"/>
                    <a:pt x="1686" y="1985"/>
                  </a:cubicBezTo>
                  <a:cubicBezTo>
                    <a:pt x="1773" y="1985"/>
                    <a:pt x="1859" y="1954"/>
                    <a:pt x="1922" y="1891"/>
                  </a:cubicBezTo>
                  <a:cubicBezTo>
                    <a:pt x="2048" y="1796"/>
                    <a:pt x="2048" y="1544"/>
                    <a:pt x="1922" y="1418"/>
                  </a:cubicBezTo>
                  <a:lnTo>
                    <a:pt x="1481" y="1009"/>
                  </a:lnTo>
                  <a:lnTo>
                    <a:pt x="1922" y="568"/>
                  </a:lnTo>
                  <a:cubicBezTo>
                    <a:pt x="2048" y="410"/>
                    <a:pt x="2048" y="221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36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4" name="Google Shape;11304;p67"/>
            <p:cNvSpPr/>
            <p:nvPr/>
          </p:nvSpPr>
          <p:spPr>
            <a:xfrm>
              <a:off x="-3462150" y="2046625"/>
              <a:ext cx="224500" cy="291450"/>
            </a:xfrm>
            <a:custGeom>
              <a:rect l="l" t="t" r="r" b="b"/>
              <a:pathLst>
                <a:path w="8980" h="11658" extrusionOk="0">
                  <a:moveTo>
                    <a:pt x="5924" y="694"/>
                  </a:moveTo>
                  <a:cubicBezTo>
                    <a:pt x="6113" y="694"/>
                    <a:pt x="6270" y="851"/>
                    <a:pt x="6270" y="1040"/>
                  </a:cubicBezTo>
                  <a:cubicBezTo>
                    <a:pt x="6270" y="1229"/>
                    <a:pt x="6113" y="1387"/>
                    <a:pt x="5924" y="1387"/>
                  </a:cubicBezTo>
                  <a:lnTo>
                    <a:pt x="3151" y="1387"/>
                  </a:lnTo>
                  <a:cubicBezTo>
                    <a:pt x="2962" y="1387"/>
                    <a:pt x="2805" y="1229"/>
                    <a:pt x="2805" y="1040"/>
                  </a:cubicBezTo>
                  <a:cubicBezTo>
                    <a:pt x="2805" y="851"/>
                    <a:pt x="2962" y="694"/>
                    <a:pt x="3151" y="694"/>
                  </a:cubicBezTo>
                  <a:close/>
                  <a:moveTo>
                    <a:pt x="8034" y="1356"/>
                  </a:moveTo>
                  <a:cubicBezTo>
                    <a:pt x="8255" y="1356"/>
                    <a:pt x="8413" y="1513"/>
                    <a:pt x="8413" y="1702"/>
                  </a:cubicBezTo>
                  <a:lnTo>
                    <a:pt x="8413" y="10649"/>
                  </a:lnTo>
                  <a:lnTo>
                    <a:pt x="8287" y="10649"/>
                  </a:lnTo>
                  <a:cubicBezTo>
                    <a:pt x="8287" y="10838"/>
                    <a:pt x="8129" y="10996"/>
                    <a:pt x="7940" y="10996"/>
                  </a:cubicBezTo>
                  <a:lnTo>
                    <a:pt x="1103" y="10996"/>
                  </a:lnTo>
                  <a:cubicBezTo>
                    <a:pt x="914" y="10996"/>
                    <a:pt x="757" y="10838"/>
                    <a:pt x="757" y="10649"/>
                  </a:cubicBezTo>
                  <a:lnTo>
                    <a:pt x="757" y="1702"/>
                  </a:lnTo>
                  <a:cubicBezTo>
                    <a:pt x="757" y="1513"/>
                    <a:pt x="914" y="1356"/>
                    <a:pt x="1103" y="1356"/>
                  </a:cubicBezTo>
                  <a:lnTo>
                    <a:pt x="2206" y="1356"/>
                  </a:lnTo>
                  <a:cubicBezTo>
                    <a:pt x="2364" y="1734"/>
                    <a:pt x="2742" y="2017"/>
                    <a:pt x="3214" y="2017"/>
                  </a:cubicBezTo>
                  <a:lnTo>
                    <a:pt x="5955" y="2017"/>
                  </a:lnTo>
                  <a:cubicBezTo>
                    <a:pt x="6396" y="2017"/>
                    <a:pt x="6774" y="1734"/>
                    <a:pt x="6932" y="1356"/>
                  </a:cubicBezTo>
                  <a:close/>
                  <a:moveTo>
                    <a:pt x="3120" y="1"/>
                  </a:moveTo>
                  <a:cubicBezTo>
                    <a:pt x="2679" y="1"/>
                    <a:pt x="2301" y="284"/>
                    <a:pt x="2143" y="694"/>
                  </a:cubicBezTo>
                  <a:lnTo>
                    <a:pt x="1040" y="694"/>
                  </a:lnTo>
                  <a:cubicBezTo>
                    <a:pt x="473" y="694"/>
                    <a:pt x="1" y="1166"/>
                    <a:pt x="1" y="1702"/>
                  </a:cubicBezTo>
                  <a:lnTo>
                    <a:pt x="1" y="10649"/>
                  </a:lnTo>
                  <a:cubicBezTo>
                    <a:pt x="1" y="11185"/>
                    <a:pt x="473" y="11658"/>
                    <a:pt x="1040" y="11658"/>
                  </a:cubicBezTo>
                  <a:lnTo>
                    <a:pt x="7877" y="11658"/>
                  </a:lnTo>
                  <a:cubicBezTo>
                    <a:pt x="8444" y="11658"/>
                    <a:pt x="8917" y="11185"/>
                    <a:pt x="8917" y="10649"/>
                  </a:cubicBezTo>
                  <a:lnTo>
                    <a:pt x="8917" y="1702"/>
                  </a:lnTo>
                  <a:cubicBezTo>
                    <a:pt x="8980" y="1166"/>
                    <a:pt x="8507" y="694"/>
                    <a:pt x="7971" y="694"/>
                  </a:cubicBezTo>
                  <a:lnTo>
                    <a:pt x="6869" y="694"/>
                  </a:lnTo>
                  <a:cubicBezTo>
                    <a:pt x="6711" y="284"/>
                    <a:pt x="6365" y="1"/>
                    <a:pt x="5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5" name="Google Shape;11305;p67"/>
            <p:cNvSpPr/>
            <p:nvPr/>
          </p:nvSpPr>
          <p:spPr>
            <a:xfrm>
              <a:off x="-3358175" y="2133275"/>
              <a:ext cx="86650" cy="18125"/>
            </a:xfrm>
            <a:custGeom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78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6" name="Google Shape;11306;p67"/>
            <p:cNvSpPr/>
            <p:nvPr/>
          </p:nvSpPr>
          <p:spPr>
            <a:xfrm>
              <a:off x="-3358175" y="2201800"/>
              <a:ext cx="86650" cy="17350"/>
            </a:xfrm>
            <a:custGeom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088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07" name="Google Shape;11307;p67"/>
            <p:cNvSpPr/>
            <p:nvPr/>
          </p:nvSpPr>
          <p:spPr>
            <a:xfrm>
              <a:off x="-3358175" y="2270325"/>
              <a:ext cx="86650" cy="18125"/>
            </a:xfrm>
            <a:custGeom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08" name="Google Shape;11308;p67"/>
          <p:cNvGrpSpPr/>
          <p:nvPr/>
        </p:nvGrpSpPr>
        <p:grpSpPr>
          <a:xfrm>
            <a:off x="5741197" y="2139276"/>
            <a:ext cx="373006" cy="423069"/>
            <a:chOff x="-3478675" y="2405775"/>
            <a:chExt cx="258350" cy="293025"/>
          </a:xfrm>
        </p:grpSpPr>
        <p:sp>
          <p:nvSpPr>
            <p:cNvPr id="11309" name="Google Shape;11309;p67"/>
            <p:cNvSpPr/>
            <p:nvPr/>
          </p:nvSpPr>
          <p:spPr>
            <a:xfrm>
              <a:off x="-3478675" y="2405775"/>
              <a:ext cx="258350" cy="293025"/>
            </a:xfrm>
            <a:custGeom>
              <a:rect l="l" t="t" r="r" b="b"/>
              <a:pathLst>
                <a:path w="10334" h="11721" extrusionOk="0">
                  <a:moveTo>
                    <a:pt x="6018" y="694"/>
                  </a:moveTo>
                  <a:cubicBezTo>
                    <a:pt x="6175" y="694"/>
                    <a:pt x="6301" y="757"/>
                    <a:pt x="6333" y="915"/>
                  </a:cubicBezTo>
                  <a:lnTo>
                    <a:pt x="6490" y="1450"/>
                  </a:lnTo>
                  <a:lnTo>
                    <a:pt x="3781" y="1450"/>
                  </a:lnTo>
                  <a:lnTo>
                    <a:pt x="3970" y="915"/>
                  </a:lnTo>
                  <a:cubicBezTo>
                    <a:pt x="4033" y="757"/>
                    <a:pt x="4127" y="694"/>
                    <a:pt x="4285" y="694"/>
                  </a:cubicBezTo>
                  <a:close/>
                  <a:moveTo>
                    <a:pt x="9326" y="2049"/>
                  </a:moveTo>
                  <a:cubicBezTo>
                    <a:pt x="9546" y="2049"/>
                    <a:pt x="9704" y="2206"/>
                    <a:pt x="9704" y="2427"/>
                  </a:cubicBezTo>
                  <a:lnTo>
                    <a:pt x="9704" y="2773"/>
                  </a:lnTo>
                  <a:lnTo>
                    <a:pt x="756" y="2773"/>
                  </a:lnTo>
                  <a:lnTo>
                    <a:pt x="756" y="2427"/>
                  </a:lnTo>
                  <a:cubicBezTo>
                    <a:pt x="756" y="2206"/>
                    <a:pt x="914" y="2049"/>
                    <a:pt x="1103" y="2049"/>
                  </a:cubicBezTo>
                  <a:close/>
                  <a:moveTo>
                    <a:pt x="8916" y="3498"/>
                  </a:moveTo>
                  <a:lnTo>
                    <a:pt x="8317" y="10681"/>
                  </a:lnTo>
                  <a:cubicBezTo>
                    <a:pt x="8317" y="10839"/>
                    <a:pt x="8160" y="10996"/>
                    <a:pt x="7971" y="10996"/>
                  </a:cubicBezTo>
                  <a:lnTo>
                    <a:pt x="2363" y="10996"/>
                  </a:lnTo>
                  <a:cubicBezTo>
                    <a:pt x="2174" y="10996"/>
                    <a:pt x="2048" y="10902"/>
                    <a:pt x="2016" y="10681"/>
                  </a:cubicBezTo>
                  <a:lnTo>
                    <a:pt x="1418" y="3498"/>
                  </a:lnTo>
                  <a:close/>
                  <a:moveTo>
                    <a:pt x="4285" y="1"/>
                  </a:moveTo>
                  <a:cubicBezTo>
                    <a:pt x="3875" y="1"/>
                    <a:pt x="3466" y="285"/>
                    <a:pt x="3308" y="726"/>
                  </a:cubicBezTo>
                  <a:lnTo>
                    <a:pt x="3088" y="1450"/>
                  </a:lnTo>
                  <a:lnTo>
                    <a:pt x="1040" y="1450"/>
                  </a:lnTo>
                  <a:cubicBezTo>
                    <a:pt x="473" y="1450"/>
                    <a:pt x="0" y="1923"/>
                    <a:pt x="0" y="2458"/>
                  </a:cubicBezTo>
                  <a:lnTo>
                    <a:pt x="0" y="3120"/>
                  </a:lnTo>
                  <a:cubicBezTo>
                    <a:pt x="0" y="3341"/>
                    <a:pt x="158" y="3498"/>
                    <a:pt x="347" y="3498"/>
                  </a:cubicBezTo>
                  <a:lnTo>
                    <a:pt x="725" y="3498"/>
                  </a:lnTo>
                  <a:lnTo>
                    <a:pt x="1292" y="10776"/>
                  </a:lnTo>
                  <a:cubicBezTo>
                    <a:pt x="1355" y="11311"/>
                    <a:pt x="1764" y="11721"/>
                    <a:pt x="2331" y="11721"/>
                  </a:cubicBezTo>
                  <a:lnTo>
                    <a:pt x="7908" y="11721"/>
                  </a:lnTo>
                  <a:cubicBezTo>
                    <a:pt x="8475" y="11721"/>
                    <a:pt x="8916" y="11311"/>
                    <a:pt x="8948" y="10776"/>
                  </a:cubicBezTo>
                  <a:lnTo>
                    <a:pt x="9546" y="3498"/>
                  </a:lnTo>
                  <a:lnTo>
                    <a:pt x="9893" y="3498"/>
                  </a:lnTo>
                  <a:cubicBezTo>
                    <a:pt x="10082" y="3498"/>
                    <a:pt x="10239" y="3341"/>
                    <a:pt x="10239" y="3120"/>
                  </a:cubicBezTo>
                  <a:lnTo>
                    <a:pt x="10239" y="2458"/>
                  </a:lnTo>
                  <a:cubicBezTo>
                    <a:pt x="10334" y="1860"/>
                    <a:pt x="9861" y="1450"/>
                    <a:pt x="9294" y="1450"/>
                  </a:cubicBezTo>
                  <a:lnTo>
                    <a:pt x="7246" y="1450"/>
                  </a:lnTo>
                  <a:lnTo>
                    <a:pt x="7026" y="726"/>
                  </a:lnTo>
                  <a:cubicBezTo>
                    <a:pt x="6868" y="285"/>
                    <a:pt x="6490" y="1"/>
                    <a:pt x="60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0" name="Google Shape;11310;p67"/>
            <p:cNvSpPr/>
            <p:nvPr/>
          </p:nvSpPr>
          <p:spPr>
            <a:xfrm>
              <a:off x="-3408575" y="2509750"/>
              <a:ext cx="17350" cy="154400"/>
            </a:xfrm>
            <a:custGeom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5829"/>
                  </a:lnTo>
                  <a:cubicBezTo>
                    <a:pt x="0" y="6018"/>
                    <a:pt x="158" y="6176"/>
                    <a:pt x="347" y="6176"/>
                  </a:cubicBezTo>
                  <a:cubicBezTo>
                    <a:pt x="536" y="6176"/>
                    <a:pt x="693" y="6018"/>
                    <a:pt x="693" y="5829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1" name="Google Shape;11311;p67"/>
            <p:cNvSpPr/>
            <p:nvPr/>
          </p:nvSpPr>
          <p:spPr>
            <a:xfrm>
              <a:off x="-3357400" y="2509750"/>
              <a:ext cx="17350" cy="154400"/>
            </a:xfrm>
            <a:custGeom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2" name="Google Shape;11312;p67"/>
            <p:cNvSpPr/>
            <p:nvPr/>
          </p:nvSpPr>
          <p:spPr>
            <a:xfrm>
              <a:off x="-3306200" y="2509750"/>
              <a:ext cx="17350" cy="154400"/>
            </a:xfrm>
            <a:custGeom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13" name="Google Shape;11313;p67"/>
          <p:cNvGrpSpPr/>
          <p:nvPr/>
        </p:nvGrpSpPr>
        <p:grpSpPr>
          <a:xfrm>
            <a:off x="5803715" y="2660398"/>
            <a:ext cx="271831" cy="421914"/>
            <a:chOff x="-3443250" y="2765725"/>
            <a:chExt cx="188275" cy="292225"/>
          </a:xfrm>
        </p:grpSpPr>
        <p:sp>
          <p:nvSpPr>
            <p:cNvPr id="11314" name="Google Shape;11314;p67"/>
            <p:cNvSpPr/>
            <p:nvPr/>
          </p:nvSpPr>
          <p:spPr>
            <a:xfrm>
              <a:off x="-3443250" y="2765725"/>
              <a:ext cx="188275" cy="292225"/>
            </a:xfrm>
            <a:custGeom>
              <a:rect l="l" t="t" r="r" b="b"/>
              <a:pathLst>
                <a:path w="7531" h="11689" extrusionOk="0">
                  <a:moveTo>
                    <a:pt x="6491" y="662"/>
                  </a:moveTo>
                  <a:cubicBezTo>
                    <a:pt x="6711" y="662"/>
                    <a:pt x="6869" y="820"/>
                    <a:pt x="6869" y="1009"/>
                  </a:cubicBezTo>
                  <a:lnTo>
                    <a:pt x="6869" y="7908"/>
                  </a:lnTo>
                  <a:cubicBezTo>
                    <a:pt x="6869" y="8097"/>
                    <a:pt x="6711" y="8255"/>
                    <a:pt x="6491" y="8255"/>
                  </a:cubicBezTo>
                  <a:lnTo>
                    <a:pt x="1040" y="8255"/>
                  </a:lnTo>
                  <a:cubicBezTo>
                    <a:pt x="851" y="8255"/>
                    <a:pt x="694" y="8097"/>
                    <a:pt x="694" y="7908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4821" y="8948"/>
                  </a:moveTo>
                  <a:lnTo>
                    <a:pt x="4821" y="10996"/>
                  </a:lnTo>
                  <a:lnTo>
                    <a:pt x="2773" y="10996"/>
                  </a:lnTo>
                  <a:lnTo>
                    <a:pt x="2773" y="8948"/>
                  </a:ln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7908"/>
                  </a:lnTo>
                  <a:cubicBezTo>
                    <a:pt x="1" y="8475"/>
                    <a:pt x="473" y="8917"/>
                    <a:pt x="1040" y="8917"/>
                  </a:cubicBezTo>
                  <a:lnTo>
                    <a:pt x="2049" y="8917"/>
                  </a:lnTo>
                  <a:lnTo>
                    <a:pt x="2049" y="10964"/>
                  </a:lnTo>
                  <a:lnTo>
                    <a:pt x="1040" y="10964"/>
                  </a:lnTo>
                  <a:cubicBezTo>
                    <a:pt x="851" y="10964"/>
                    <a:pt x="694" y="11122"/>
                    <a:pt x="694" y="11342"/>
                  </a:cubicBezTo>
                  <a:cubicBezTo>
                    <a:pt x="694" y="11531"/>
                    <a:pt x="851" y="11689"/>
                    <a:pt x="1040" y="11689"/>
                  </a:cubicBezTo>
                  <a:lnTo>
                    <a:pt x="6491" y="11689"/>
                  </a:lnTo>
                  <a:cubicBezTo>
                    <a:pt x="6711" y="11689"/>
                    <a:pt x="6869" y="11531"/>
                    <a:pt x="6869" y="11342"/>
                  </a:cubicBezTo>
                  <a:cubicBezTo>
                    <a:pt x="6869" y="11122"/>
                    <a:pt x="6711" y="10964"/>
                    <a:pt x="6491" y="10964"/>
                  </a:cubicBezTo>
                  <a:lnTo>
                    <a:pt x="5483" y="10964"/>
                  </a:lnTo>
                  <a:lnTo>
                    <a:pt x="5483" y="8917"/>
                  </a:lnTo>
                  <a:lnTo>
                    <a:pt x="6491" y="8917"/>
                  </a:lnTo>
                  <a:cubicBezTo>
                    <a:pt x="7058" y="8917"/>
                    <a:pt x="7531" y="8475"/>
                    <a:pt x="7531" y="7908"/>
                  </a:cubicBezTo>
                  <a:lnTo>
                    <a:pt x="7531" y="1009"/>
                  </a:lnTo>
                  <a:cubicBezTo>
                    <a:pt x="7531" y="442"/>
                    <a:pt x="7089" y="1"/>
                    <a:pt x="6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5" name="Google Shape;11315;p67"/>
            <p:cNvSpPr/>
            <p:nvPr/>
          </p:nvSpPr>
          <p:spPr>
            <a:xfrm>
              <a:off x="-3411725" y="2799375"/>
              <a:ext cx="124450" cy="86100"/>
            </a:xfrm>
            <a:custGeom>
              <a:rect l="l" t="t" r="r" b="b"/>
              <a:pathLst>
                <a:path w="4978" h="3444" extrusionOk="0">
                  <a:moveTo>
                    <a:pt x="1859" y="1144"/>
                  </a:moveTo>
                  <a:lnTo>
                    <a:pt x="2678" y="2750"/>
                  </a:lnTo>
                  <a:lnTo>
                    <a:pt x="1040" y="2750"/>
                  </a:lnTo>
                  <a:lnTo>
                    <a:pt x="1859" y="1144"/>
                  </a:lnTo>
                  <a:close/>
                  <a:moveTo>
                    <a:pt x="3151" y="1049"/>
                  </a:moveTo>
                  <a:lnTo>
                    <a:pt x="4033" y="2782"/>
                  </a:lnTo>
                  <a:lnTo>
                    <a:pt x="3403" y="2782"/>
                  </a:lnTo>
                  <a:lnTo>
                    <a:pt x="3403" y="2750"/>
                  </a:lnTo>
                  <a:lnTo>
                    <a:pt x="2804" y="1553"/>
                  </a:lnTo>
                  <a:lnTo>
                    <a:pt x="3151" y="1049"/>
                  </a:lnTo>
                  <a:close/>
                  <a:moveTo>
                    <a:pt x="3213" y="1"/>
                  </a:moveTo>
                  <a:cubicBezTo>
                    <a:pt x="3110" y="1"/>
                    <a:pt x="3003" y="48"/>
                    <a:pt x="2930" y="135"/>
                  </a:cubicBezTo>
                  <a:lnTo>
                    <a:pt x="2457" y="829"/>
                  </a:lnTo>
                  <a:lnTo>
                    <a:pt x="2142" y="198"/>
                  </a:lnTo>
                  <a:cubicBezTo>
                    <a:pt x="2079" y="72"/>
                    <a:pt x="1961" y="9"/>
                    <a:pt x="1839" y="9"/>
                  </a:cubicBezTo>
                  <a:cubicBezTo>
                    <a:pt x="1717" y="9"/>
                    <a:pt x="1591" y="72"/>
                    <a:pt x="1512" y="198"/>
                  </a:cubicBezTo>
                  <a:lnTo>
                    <a:pt x="126" y="2939"/>
                  </a:lnTo>
                  <a:cubicBezTo>
                    <a:pt x="0" y="3191"/>
                    <a:pt x="158" y="3443"/>
                    <a:pt x="441" y="3443"/>
                  </a:cubicBezTo>
                  <a:lnTo>
                    <a:pt x="4537" y="3443"/>
                  </a:lnTo>
                  <a:cubicBezTo>
                    <a:pt x="4757" y="3443"/>
                    <a:pt x="4978" y="3191"/>
                    <a:pt x="4852" y="2939"/>
                  </a:cubicBezTo>
                  <a:lnTo>
                    <a:pt x="3497" y="198"/>
                  </a:lnTo>
                  <a:cubicBezTo>
                    <a:pt x="3446" y="63"/>
                    <a:pt x="3332" y="1"/>
                    <a:pt x="3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6" name="Google Shape;11316;p67"/>
            <p:cNvSpPr/>
            <p:nvPr/>
          </p:nvSpPr>
          <p:spPr>
            <a:xfrm>
              <a:off x="-3392825" y="2903575"/>
              <a:ext cx="86650" cy="17350"/>
            </a:xfrm>
            <a:custGeom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17" name="Google Shape;11317;p67"/>
            <p:cNvSpPr/>
            <p:nvPr/>
          </p:nvSpPr>
          <p:spPr>
            <a:xfrm>
              <a:off x="-3392825" y="2938225"/>
              <a:ext cx="86650" cy="17350"/>
            </a:xfrm>
            <a:custGeom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18" name="Google Shape;11318;p67"/>
          <p:cNvGrpSpPr/>
          <p:nvPr/>
        </p:nvGrpSpPr>
        <p:grpSpPr>
          <a:xfrm>
            <a:off x="832612" y="3230934"/>
            <a:ext cx="371887" cy="423069"/>
            <a:chOff x="-1684475" y="2049000"/>
            <a:chExt cx="257575" cy="293025"/>
          </a:xfrm>
        </p:grpSpPr>
        <p:sp>
          <p:nvSpPr>
            <p:cNvPr id="11319" name="Google Shape;11319;p67"/>
            <p:cNvSpPr/>
            <p:nvPr/>
          </p:nvSpPr>
          <p:spPr>
            <a:xfrm>
              <a:off x="-1684475" y="2049000"/>
              <a:ext cx="257575" cy="293025"/>
            </a:xfrm>
            <a:custGeom>
              <a:rect l="l" t="t" r="r" b="b"/>
              <a:pathLst>
                <a:path w="10303" h="11721" extrusionOk="0">
                  <a:moveTo>
                    <a:pt x="1355" y="693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693"/>
                  </a:lnTo>
                  <a:close/>
                  <a:moveTo>
                    <a:pt x="9546" y="693"/>
                  </a:moveTo>
                  <a:lnTo>
                    <a:pt x="9546" y="1387"/>
                  </a:lnTo>
                  <a:lnTo>
                    <a:pt x="8885" y="1387"/>
                  </a:lnTo>
                  <a:lnTo>
                    <a:pt x="8885" y="693"/>
                  </a:lnTo>
                  <a:close/>
                  <a:moveTo>
                    <a:pt x="8223" y="1387"/>
                  </a:moveTo>
                  <a:lnTo>
                    <a:pt x="8223" y="1733"/>
                  </a:lnTo>
                  <a:cubicBezTo>
                    <a:pt x="8223" y="1922"/>
                    <a:pt x="8381" y="2080"/>
                    <a:pt x="8570" y="2080"/>
                  </a:cubicBezTo>
                  <a:lnTo>
                    <a:pt x="8916" y="2080"/>
                  </a:lnTo>
                  <a:lnTo>
                    <a:pt x="8916" y="9641"/>
                  </a:lnTo>
                  <a:lnTo>
                    <a:pt x="8538" y="9641"/>
                  </a:lnTo>
                  <a:cubicBezTo>
                    <a:pt x="8349" y="9641"/>
                    <a:pt x="8192" y="9798"/>
                    <a:pt x="8192" y="9987"/>
                  </a:cubicBezTo>
                  <a:lnTo>
                    <a:pt x="8192" y="10365"/>
                  </a:lnTo>
                  <a:lnTo>
                    <a:pt x="2080" y="10365"/>
                  </a:lnTo>
                  <a:lnTo>
                    <a:pt x="2080" y="9987"/>
                  </a:lnTo>
                  <a:cubicBezTo>
                    <a:pt x="2080" y="9798"/>
                    <a:pt x="1922" y="9641"/>
                    <a:pt x="1733" y="9641"/>
                  </a:cubicBezTo>
                  <a:lnTo>
                    <a:pt x="1355" y="9641"/>
                  </a:lnTo>
                  <a:lnTo>
                    <a:pt x="1355" y="2080"/>
                  </a:lnTo>
                  <a:lnTo>
                    <a:pt x="1733" y="2080"/>
                  </a:lnTo>
                  <a:cubicBezTo>
                    <a:pt x="1922" y="2080"/>
                    <a:pt x="2080" y="1922"/>
                    <a:pt x="2080" y="1733"/>
                  </a:cubicBezTo>
                  <a:lnTo>
                    <a:pt x="2080" y="1387"/>
                  </a:lnTo>
                  <a:close/>
                  <a:moveTo>
                    <a:pt x="1355" y="10365"/>
                  </a:moveTo>
                  <a:lnTo>
                    <a:pt x="1355" y="11027"/>
                  </a:lnTo>
                  <a:lnTo>
                    <a:pt x="694" y="11027"/>
                  </a:lnTo>
                  <a:lnTo>
                    <a:pt x="694" y="10365"/>
                  </a:lnTo>
                  <a:close/>
                  <a:moveTo>
                    <a:pt x="9609" y="10365"/>
                  </a:moveTo>
                  <a:lnTo>
                    <a:pt x="9609" y="11027"/>
                  </a:lnTo>
                  <a:lnTo>
                    <a:pt x="8916" y="11027"/>
                  </a:lnTo>
                  <a:lnTo>
                    <a:pt x="8916" y="1036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694" y="2080"/>
                  </a:lnTo>
                  <a:lnTo>
                    <a:pt x="694" y="9641"/>
                  </a:lnTo>
                  <a:lnTo>
                    <a:pt x="347" y="9641"/>
                  </a:lnTo>
                  <a:cubicBezTo>
                    <a:pt x="158" y="9641"/>
                    <a:pt x="0" y="9798"/>
                    <a:pt x="0" y="9987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47" y="11720"/>
                  </a:cubicBezTo>
                  <a:lnTo>
                    <a:pt x="1733" y="11720"/>
                  </a:lnTo>
                  <a:cubicBezTo>
                    <a:pt x="1922" y="11720"/>
                    <a:pt x="2080" y="11563"/>
                    <a:pt x="2080" y="11374"/>
                  </a:cubicBezTo>
                  <a:lnTo>
                    <a:pt x="2080" y="11027"/>
                  </a:lnTo>
                  <a:lnTo>
                    <a:pt x="8223" y="11027"/>
                  </a:lnTo>
                  <a:lnTo>
                    <a:pt x="8223" y="11374"/>
                  </a:lnTo>
                  <a:cubicBezTo>
                    <a:pt x="8223" y="11563"/>
                    <a:pt x="8381" y="11720"/>
                    <a:pt x="8570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74"/>
                  </a:cubicBezTo>
                  <a:lnTo>
                    <a:pt x="10303" y="9987"/>
                  </a:lnTo>
                  <a:cubicBezTo>
                    <a:pt x="10303" y="9798"/>
                    <a:pt x="10145" y="9641"/>
                    <a:pt x="9956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24" y="2080"/>
                  </a:lnTo>
                  <a:cubicBezTo>
                    <a:pt x="10113" y="2080"/>
                    <a:pt x="10271" y="1922"/>
                    <a:pt x="10271" y="1733"/>
                  </a:cubicBezTo>
                  <a:lnTo>
                    <a:pt x="10271" y="347"/>
                  </a:lnTo>
                  <a:cubicBezTo>
                    <a:pt x="10271" y="158"/>
                    <a:pt x="10113" y="0"/>
                    <a:pt x="9924" y="0"/>
                  </a:cubicBezTo>
                  <a:lnTo>
                    <a:pt x="8538" y="0"/>
                  </a:lnTo>
                  <a:cubicBezTo>
                    <a:pt x="8349" y="0"/>
                    <a:pt x="8192" y="158"/>
                    <a:pt x="8192" y="347"/>
                  </a:cubicBezTo>
                  <a:lnTo>
                    <a:pt x="8192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0" name="Google Shape;11320;p67"/>
            <p:cNvSpPr/>
            <p:nvPr/>
          </p:nvSpPr>
          <p:spPr>
            <a:xfrm>
              <a:off x="-1615950" y="2238800"/>
              <a:ext cx="120525" cy="18150"/>
            </a:xfrm>
            <a:custGeom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4443" y="726"/>
                  </a:lnTo>
                  <a:cubicBezTo>
                    <a:pt x="4663" y="726"/>
                    <a:pt x="4821" y="568"/>
                    <a:pt x="4821" y="348"/>
                  </a:cubicBezTo>
                  <a:cubicBezTo>
                    <a:pt x="4821" y="159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1" name="Google Shape;11321;p67"/>
            <p:cNvSpPr/>
            <p:nvPr/>
          </p:nvSpPr>
          <p:spPr>
            <a:xfrm>
              <a:off x="-1615950" y="2273475"/>
              <a:ext cx="120525" cy="17350"/>
            </a:xfrm>
            <a:custGeom>
              <a:rect l="l" t="t" r="r" b="b"/>
              <a:pathLst>
                <a:path w="482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63" y="693"/>
                    <a:pt x="4821" y="536"/>
                    <a:pt x="4821" y="347"/>
                  </a:cubicBezTo>
                  <a:cubicBezTo>
                    <a:pt x="4821" y="158"/>
                    <a:pt x="4663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2" name="Google Shape;11322;p67"/>
            <p:cNvSpPr/>
            <p:nvPr/>
          </p:nvSpPr>
          <p:spPr>
            <a:xfrm>
              <a:off x="-1630925" y="2100975"/>
              <a:ext cx="153625" cy="116600"/>
            </a:xfrm>
            <a:custGeom>
              <a:rect l="l" t="t" r="r" b="b"/>
              <a:pathLst>
                <a:path w="6145" h="4664" extrusionOk="0">
                  <a:moveTo>
                    <a:pt x="4695" y="662"/>
                  </a:moveTo>
                  <a:lnTo>
                    <a:pt x="2994" y="1985"/>
                  </a:lnTo>
                  <a:lnTo>
                    <a:pt x="1261" y="662"/>
                  </a:lnTo>
                  <a:close/>
                  <a:moveTo>
                    <a:pt x="599" y="1040"/>
                  </a:moveTo>
                  <a:lnTo>
                    <a:pt x="2427" y="2395"/>
                  </a:lnTo>
                  <a:lnTo>
                    <a:pt x="599" y="3781"/>
                  </a:lnTo>
                  <a:lnTo>
                    <a:pt x="599" y="1040"/>
                  </a:lnTo>
                  <a:close/>
                  <a:moveTo>
                    <a:pt x="5357" y="1040"/>
                  </a:moveTo>
                  <a:lnTo>
                    <a:pt x="5357" y="3781"/>
                  </a:lnTo>
                  <a:lnTo>
                    <a:pt x="3561" y="2395"/>
                  </a:lnTo>
                  <a:lnTo>
                    <a:pt x="5357" y="1040"/>
                  </a:lnTo>
                  <a:close/>
                  <a:moveTo>
                    <a:pt x="2994" y="2836"/>
                  </a:moveTo>
                  <a:lnTo>
                    <a:pt x="4695" y="4128"/>
                  </a:lnTo>
                  <a:lnTo>
                    <a:pt x="1292" y="4128"/>
                  </a:lnTo>
                  <a:lnTo>
                    <a:pt x="2994" y="2836"/>
                  </a:lnTo>
                  <a:close/>
                  <a:moveTo>
                    <a:pt x="316" y="1"/>
                  </a:moveTo>
                  <a:cubicBezTo>
                    <a:pt x="158" y="1"/>
                    <a:pt x="1" y="127"/>
                    <a:pt x="1" y="284"/>
                  </a:cubicBezTo>
                  <a:lnTo>
                    <a:pt x="1" y="4380"/>
                  </a:lnTo>
                  <a:cubicBezTo>
                    <a:pt x="64" y="4506"/>
                    <a:pt x="127" y="4600"/>
                    <a:pt x="253" y="4663"/>
                  </a:cubicBezTo>
                  <a:lnTo>
                    <a:pt x="5798" y="4663"/>
                  </a:lnTo>
                  <a:cubicBezTo>
                    <a:pt x="5955" y="4663"/>
                    <a:pt x="6113" y="4537"/>
                    <a:pt x="6144" y="4317"/>
                  </a:cubicBezTo>
                  <a:lnTo>
                    <a:pt x="6081" y="316"/>
                  </a:lnTo>
                  <a:cubicBezTo>
                    <a:pt x="6081" y="158"/>
                    <a:pt x="5955" y="32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23" name="Google Shape;11323;p67"/>
          <p:cNvSpPr/>
          <p:nvPr/>
        </p:nvSpPr>
        <p:spPr>
          <a:xfrm>
            <a:off x="2460792" y="3231775"/>
            <a:ext cx="440106" cy="421373"/>
          </a:xfrm>
          <a:custGeom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324" name="Google Shape;11324;p67"/>
          <p:cNvGrpSpPr/>
          <p:nvPr/>
        </p:nvGrpSpPr>
        <p:grpSpPr>
          <a:xfrm>
            <a:off x="4122504" y="3231514"/>
            <a:ext cx="420796" cy="421914"/>
            <a:chOff x="-1700225" y="2768875"/>
            <a:chExt cx="291450" cy="292225"/>
          </a:xfrm>
        </p:grpSpPr>
        <p:sp>
          <p:nvSpPr>
            <p:cNvPr id="11325" name="Google Shape;11325;p67"/>
            <p:cNvSpPr/>
            <p:nvPr/>
          </p:nvSpPr>
          <p:spPr>
            <a:xfrm>
              <a:off x="-1700225" y="2768875"/>
              <a:ext cx="291450" cy="292225"/>
            </a:xfrm>
            <a:custGeom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6" name="Google Shape;11326;p67"/>
            <p:cNvSpPr/>
            <p:nvPr/>
          </p:nvSpPr>
          <p:spPr>
            <a:xfrm>
              <a:off x="-1667150" y="2801950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7" name="Google Shape;11327;p67"/>
            <p:cNvSpPr/>
            <p:nvPr/>
          </p:nvSpPr>
          <p:spPr>
            <a:xfrm>
              <a:off x="-1632500" y="280195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8" name="Google Shape;11328;p67"/>
            <p:cNvSpPr/>
            <p:nvPr/>
          </p:nvSpPr>
          <p:spPr>
            <a:xfrm>
              <a:off x="-1597850" y="2801950"/>
              <a:ext cx="17375" cy="18150"/>
            </a:xfrm>
            <a:custGeom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29" name="Google Shape;11329;p67"/>
            <p:cNvSpPr/>
            <p:nvPr/>
          </p:nvSpPr>
          <p:spPr>
            <a:xfrm>
              <a:off x="-1564750" y="2801950"/>
              <a:ext cx="120525" cy="18150"/>
            </a:xfrm>
            <a:custGeom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30" name="Google Shape;11330;p67"/>
            <p:cNvSpPr/>
            <p:nvPr/>
          </p:nvSpPr>
          <p:spPr>
            <a:xfrm>
              <a:off x="-1597850" y="2924050"/>
              <a:ext cx="85100" cy="85075"/>
            </a:xfrm>
            <a:custGeom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31" name="Google Shape;11331;p67"/>
          <p:cNvGrpSpPr/>
          <p:nvPr/>
        </p:nvGrpSpPr>
        <p:grpSpPr>
          <a:xfrm>
            <a:off x="3590852" y="3230935"/>
            <a:ext cx="371887" cy="423069"/>
            <a:chOff x="-919700" y="2420750"/>
            <a:chExt cx="257575" cy="293025"/>
          </a:xfrm>
        </p:grpSpPr>
        <p:sp>
          <p:nvSpPr>
            <p:cNvPr id="11332" name="Google Shape;11332;p67"/>
            <p:cNvSpPr/>
            <p:nvPr/>
          </p:nvSpPr>
          <p:spPr>
            <a:xfrm>
              <a:off x="-884250" y="2490850"/>
              <a:ext cx="84300" cy="51225"/>
            </a:xfrm>
            <a:custGeom>
              <a:rect l="l" t="t" r="r" b="b"/>
              <a:pathLst>
                <a:path w="3372" h="2049" extrusionOk="0">
                  <a:moveTo>
                    <a:pt x="977" y="631"/>
                  </a:moveTo>
                  <a:cubicBezTo>
                    <a:pt x="1166" y="631"/>
                    <a:pt x="1324" y="788"/>
                    <a:pt x="1324" y="977"/>
                  </a:cubicBezTo>
                  <a:cubicBezTo>
                    <a:pt x="1324" y="1198"/>
                    <a:pt x="1166" y="1355"/>
                    <a:pt x="977" y="1355"/>
                  </a:cubicBezTo>
                  <a:cubicBezTo>
                    <a:pt x="788" y="1355"/>
                    <a:pt x="631" y="1198"/>
                    <a:pt x="631" y="977"/>
                  </a:cubicBezTo>
                  <a:cubicBezTo>
                    <a:pt x="631" y="788"/>
                    <a:pt x="788" y="631"/>
                    <a:pt x="977" y="631"/>
                  </a:cubicBezTo>
                  <a:close/>
                  <a:moveTo>
                    <a:pt x="2363" y="631"/>
                  </a:moveTo>
                  <a:cubicBezTo>
                    <a:pt x="2552" y="631"/>
                    <a:pt x="2710" y="788"/>
                    <a:pt x="2710" y="977"/>
                  </a:cubicBezTo>
                  <a:cubicBezTo>
                    <a:pt x="2710" y="1198"/>
                    <a:pt x="2552" y="1355"/>
                    <a:pt x="2363" y="1355"/>
                  </a:cubicBezTo>
                  <a:cubicBezTo>
                    <a:pt x="2174" y="1355"/>
                    <a:pt x="2017" y="1198"/>
                    <a:pt x="2017" y="977"/>
                  </a:cubicBezTo>
                  <a:cubicBezTo>
                    <a:pt x="2017" y="788"/>
                    <a:pt x="2174" y="631"/>
                    <a:pt x="2363" y="631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292" y="2048"/>
                    <a:pt x="1544" y="1922"/>
                    <a:pt x="1702" y="1765"/>
                  </a:cubicBezTo>
                  <a:cubicBezTo>
                    <a:pt x="1891" y="1922"/>
                    <a:pt x="2111" y="2048"/>
                    <a:pt x="2363" y="2048"/>
                  </a:cubicBezTo>
                  <a:cubicBezTo>
                    <a:pt x="2899" y="2048"/>
                    <a:pt x="3371" y="1576"/>
                    <a:pt x="3371" y="1040"/>
                  </a:cubicBezTo>
                  <a:cubicBezTo>
                    <a:pt x="3371" y="442"/>
                    <a:pt x="2899" y="1"/>
                    <a:pt x="2363" y="1"/>
                  </a:cubicBezTo>
                  <a:cubicBezTo>
                    <a:pt x="2080" y="1"/>
                    <a:pt x="1859" y="127"/>
                    <a:pt x="1702" y="284"/>
                  </a:cubicBezTo>
                  <a:cubicBezTo>
                    <a:pt x="1481" y="127"/>
                    <a:pt x="1261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33" name="Google Shape;11333;p67"/>
            <p:cNvSpPr/>
            <p:nvPr/>
          </p:nvSpPr>
          <p:spPr>
            <a:xfrm>
              <a:off x="-919700" y="2420750"/>
              <a:ext cx="257575" cy="293025"/>
            </a:xfrm>
            <a:custGeom>
              <a:rect l="l" t="t" r="r" b="b"/>
              <a:pathLst>
                <a:path w="10303" h="11721" extrusionOk="0">
                  <a:moveTo>
                    <a:pt x="7152" y="694"/>
                  </a:moveTo>
                  <a:cubicBezTo>
                    <a:pt x="7373" y="694"/>
                    <a:pt x="7530" y="851"/>
                    <a:pt x="7530" y="1040"/>
                  </a:cubicBezTo>
                  <a:lnTo>
                    <a:pt x="7530" y="1418"/>
                  </a:lnTo>
                  <a:lnTo>
                    <a:pt x="662" y="1418"/>
                  </a:lnTo>
                  <a:lnTo>
                    <a:pt x="662" y="1040"/>
                  </a:lnTo>
                  <a:cubicBezTo>
                    <a:pt x="694" y="851"/>
                    <a:pt x="851" y="694"/>
                    <a:pt x="1009" y="694"/>
                  </a:cubicBezTo>
                  <a:close/>
                  <a:moveTo>
                    <a:pt x="7562" y="2111"/>
                  </a:moveTo>
                  <a:lnTo>
                    <a:pt x="7562" y="3403"/>
                  </a:lnTo>
                  <a:lnTo>
                    <a:pt x="7247" y="3088"/>
                  </a:lnTo>
                  <a:cubicBezTo>
                    <a:pt x="7042" y="2883"/>
                    <a:pt x="6784" y="2792"/>
                    <a:pt x="6528" y="2792"/>
                  </a:cubicBezTo>
                  <a:cubicBezTo>
                    <a:pt x="5999" y="2792"/>
                    <a:pt x="5483" y="3186"/>
                    <a:pt x="5483" y="3781"/>
                  </a:cubicBezTo>
                  <a:cubicBezTo>
                    <a:pt x="5483" y="4065"/>
                    <a:pt x="5577" y="4348"/>
                    <a:pt x="5798" y="4506"/>
                  </a:cubicBezTo>
                  <a:lnTo>
                    <a:pt x="6774" y="5482"/>
                  </a:lnTo>
                  <a:lnTo>
                    <a:pt x="1009" y="5482"/>
                  </a:lnTo>
                  <a:cubicBezTo>
                    <a:pt x="995" y="5485"/>
                    <a:pt x="982" y="5486"/>
                    <a:pt x="968" y="5486"/>
                  </a:cubicBezTo>
                  <a:cubicBezTo>
                    <a:pt x="825" y="5486"/>
                    <a:pt x="694" y="5340"/>
                    <a:pt x="694" y="5167"/>
                  </a:cubicBezTo>
                  <a:lnTo>
                    <a:pt x="694" y="2111"/>
                  </a:lnTo>
                  <a:close/>
                  <a:moveTo>
                    <a:pt x="8160" y="2584"/>
                  </a:moveTo>
                  <a:lnTo>
                    <a:pt x="9200" y="3624"/>
                  </a:lnTo>
                  <a:cubicBezTo>
                    <a:pt x="9421" y="3844"/>
                    <a:pt x="9515" y="4065"/>
                    <a:pt x="9515" y="4348"/>
                  </a:cubicBezTo>
                  <a:lnTo>
                    <a:pt x="9515" y="6900"/>
                  </a:lnTo>
                  <a:cubicBezTo>
                    <a:pt x="9515" y="7373"/>
                    <a:pt x="9358" y="7845"/>
                    <a:pt x="9043" y="8192"/>
                  </a:cubicBezTo>
                  <a:lnTo>
                    <a:pt x="5955" y="8192"/>
                  </a:lnTo>
                  <a:cubicBezTo>
                    <a:pt x="5640" y="7845"/>
                    <a:pt x="5483" y="7373"/>
                    <a:pt x="5483" y="6900"/>
                  </a:cubicBezTo>
                  <a:lnTo>
                    <a:pt x="5483" y="6144"/>
                  </a:lnTo>
                  <a:lnTo>
                    <a:pt x="6837" y="6144"/>
                  </a:lnTo>
                  <a:lnTo>
                    <a:pt x="6837" y="6207"/>
                  </a:lnTo>
                  <a:cubicBezTo>
                    <a:pt x="6837" y="6585"/>
                    <a:pt x="6900" y="6932"/>
                    <a:pt x="7089" y="7373"/>
                  </a:cubicBezTo>
                  <a:cubicBezTo>
                    <a:pt x="7135" y="7487"/>
                    <a:pt x="7263" y="7568"/>
                    <a:pt x="7403" y="7568"/>
                  </a:cubicBezTo>
                  <a:cubicBezTo>
                    <a:pt x="7455" y="7568"/>
                    <a:pt x="7510" y="7556"/>
                    <a:pt x="7562" y="7530"/>
                  </a:cubicBezTo>
                  <a:cubicBezTo>
                    <a:pt x="7719" y="7467"/>
                    <a:pt x="7782" y="7247"/>
                    <a:pt x="7719" y="7058"/>
                  </a:cubicBezTo>
                  <a:cubicBezTo>
                    <a:pt x="7593" y="6774"/>
                    <a:pt x="7530" y="6522"/>
                    <a:pt x="7530" y="6239"/>
                  </a:cubicBezTo>
                  <a:lnTo>
                    <a:pt x="7530" y="5451"/>
                  </a:lnTo>
                  <a:cubicBezTo>
                    <a:pt x="7530" y="5356"/>
                    <a:pt x="7467" y="5262"/>
                    <a:pt x="7404" y="5199"/>
                  </a:cubicBezTo>
                  <a:lnTo>
                    <a:pt x="6207" y="4033"/>
                  </a:lnTo>
                  <a:cubicBezTo>
                    <a:pt x="6018" y="3844"/>
                    <a:pt x="6144" y="3435"/>
                    <a:pt x="6459" y="3435"/>
                  </a:cubicBezTo>
                  <a:cubicBezTo>
                    <a:pt x="6522" y="3435"/>
                    <a:pt x="6648" y="3466"/>
                    <a:pt x="6680" y="3561"/>
                  </a:cubicBezTo>
                  <a:lnTo>
                    <a:pt x="8255" y="5136"/>
                  </a:lnTo>
                  <a:cubicBezTo>
                    <a:pt x="8318" y="5199"/>
                    <a:pt x="8413" y="5230"/>
                    <a:pt x="8503" y="5230"/>
                  </a:cubicBezTo>
                  <a:cubicBezTo>
                    <a:pt x="8594" y="5230"/>
                    <a:pt x="8680" y="5199"/>
                    <a:pt x="8728" y="5136"/>
                  </a:cubicBezTo>
                  <a:cubicBezTo>
                    <a:pt x="8854" y="5010"/>
                    <a:pt x="8854" y="4789"/>
                    <a:pt x="8728" y="4663"/>
                  </a:cubicBezTo>
                  <a:lnTo>
                    <a:pt x="8160" y="4065"/>
                  </a:lnTo>
                  <a:lnTo>
                    <a:pt x="8160" y="2584"/>
                  </a:lnTo>
                  <a:close/>
                  <a:moveTo>
                    <a:pt x="9295" y="8948"/>
                  </a:moveTo>
                  <a:cubicBezTo>
                    <a:pt x="9484" y="8948"/>
                    <a:pt x="9641" y="9105"/>
                    <a:pt x="9641" y="9295"/>
                  </a:cubicBezTo>
                  <a:lnTo>
                    <a:pt x="9641" y="10996"/>
                  </a:lnTo>
                  <a:lnTo>
                    <a:pt x="5514" y="10996"/>
                  </a:lnTo>
                  <a:lnTo>
                    <a:pt x="5514" y="9295"/>
                  </a:lnTo>
                  <a:cubicBezTo>
                    <a:pt x="5514" y="9105"/>
                    <a:pt x="5672" y="8948"/>
                    <a:pt x="5861" y="8948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5167"/>
                  </a:lnTo>
                  <a:cubicBezTo>
                    <a:pt x="1" y="5734"/>
                    <a:pt x="473" y="6207"/>
                    <a:pt x="1009" y="6207"/>
                  </a:cubicBezTo>
                  <a:lnTo>
                    <a:pt x="4789" y="6207"/>
                  </a:lnTo>
                  <a:lnTo>
                    <a:pt x="4789" y="6932"/>
                  </a:lnTo>
                  <a:cubicBezTo>
                    <a:pt x="4789" y="7499"/>
                    <a:pt x="4947" y="8003"/>
                    <a:pt x="5231" y="8444"/>
                  </a:cubicBezTo>
                  <a:cubicBezTo>
                    <a:pt x="4947" y="8633"/>
                    <a:pt x="4789" y="8948"/>
                    <a:pt x="4789" y="9295"/>
                  </a:cubicBezTo>
                  <a:lnTo>
                    <a:pt x="4789" y="11342"/>
                  </a:lnTo>
                  <a:cubicBezTo>
                    <a:pt x="4789" y="11563"/>
                    <a:pt x="4947" y="11720"/>
                    <a:pt x="5168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42"/>
                  </a:cubicBezTo>
                  <a:lnTo>
                    <a:pt x="10303" y="9295"/>
                  </a:lnTo>
                  <a:cubicBezTo>
                    <a:pt x="10303" y="8948"/>
                    <a:pt x="10114" y="8633"/>
                    <a:pt x="9893" y="8444"/>
                  </a:cubicBezTo>
                  <a:cubicBezTo>
                    <a:pt x="10177" y="8003"/>
                    <a:pt x="10303" y="7499"/>
                    <a:pt x="10303" y="6932"/>
                  </a:cubicBezTo>
                  <a:lnTo>
                    <a:pt x="10303" y="4380"/>
                  </a:lnTo>
                  <a:lnTo>
                    <a:pt x="10271" y="4380"/>
                  </a:lnTo>
                  <a:cubicBezTo>
                    <a:pt x="10271" y="3907"/>
                    <a:pt x="10082" y="3466"/>
                    <a:pt x="9767" y="3151"/>
                  </a:cubicBezTo>
                  <a:lnTo>
                    <a:pt x="8224" y="1639"/>
                  </a:lnTo>
                  <a:lnTo>
                    <a:pt x="8224" y="1040"/>
                  </a:lnTo>
                  <a:cubicBezTo>
                    <a:pt x="8224" y="473"/>
                    <a:pt x="7751" y="1"/>
                    <a:pt x="7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34" name="Google Shape;11334;p67"/>
            <p:cNvSpPr/>
            <p:nvPr/>
          </p:nvSpPr>
          <p:spPr>
            <a:xfrm>
              <a:off x="-766100" y="266097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725" y="568"/>
                    <a:pt x="725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35" name="Google Shape;11335;p67"/>
          <p:cNvGrpSpPr/>
          <p:nvPr/>
        </p:nvGrpSpPr>
        <p:grpSpPr>
          <a:xfrm>
            <a:off x="1926044" y="1645950"/>
            <a:ext cx="409531" cy="410617"/>
            <a:chOff x="6679825" y="2693700"/>
            <a:chExt cx="257875" cy="258575"/>
          </a:xfrm>
        </p:grpSpPr>
        <p:sp>
          <p:nvSpPr>
            <p:cNvPr id="11336" name="Google Shape;11336;p67"/>
            <p:cNvSpPr/>
            <p:nvPr/>
          </p:nvSpPr>
          <p:spPr>
            <a:xfrm>
              <a:off x="6679825" y="2693700"/>
              <a:ext cx="257875" cy="258575"/>
            </a:xfrm>
            <a:custGeom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37" name="Google Shape;11337;p67"/>
            <p:cNvSpPr/>
            <p:nvPr/>
          </p:nvSpPr>
          <p:spPr>
            <a:xfrm flipH="1">
              <a:off x="6679825" y="2693700"/>
              <a:ext cx="257875" cy="258575"/>
            </a:xfrm>
            <a:custGeom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38" name="Google Shape;11338;p67"/>
          <p:cNvGrpSpPr/>
          <p:nvPr/>
        </p:nvGrpSpPr>
        <p:grpSpPr>
          <a:xfrm>
            <a:off x="1915618" y="2142110"/>
            <a:ext cx="420531" cy="417262"/>
            <a:chOff x="6790450" y="3119050"/>
            <a:chExt cx="262750" cy="260675"/>
          </a:xfrm>
        </p:grpSpPr>
        <p:sp>
          <p:nvSpPr>
            <p:cNvPr id="11339" name="Google Shape;11339;p67"/>
            <p:cNvSpPr/>
            <p:nvPr/>
          </p:nvSpPr>
          <p:spPr>
            <a:xfrm>
              <a:off x="6790450" y="3119050"/>
              <a:ext cx="262750" cy="260675"/>
            </a:xfrm>
            <a:custGeom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40" name="Google Shape;11340;p67"/>
            <p:cNvSpPr/>
            <p:nvPr/>
          </p:nvSpPr>
          <p:spPr>
            <a:xfrm flipH="1">
              <a:off x="6790450" y="3119050"/>
              <a:ext cx="262750" cy="260675"/>
            </a:xfrm>
            <a:custGeom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41" name="Google Shape;11341;p67"/>
          <p:cNvGrpSpPr/>
          <p:nvPr/>
        </p:nvGrpSpPr>
        <p:grpSpPr>
          <a:xfrm>
            <a:off x="6542730" y="3755436"/>
            <a:ext cx="358093" cy="407391"/>
            <a:chOff x="7660859" y="2571753"/>
            <a:chExt cx="366561" cy="417024"/>
          </a:xfrm>
        </p:grpSpPr>
        <p:sp>
          <p:nvSpPr>
            <p:cNvPr id="11342" name="Google Shape;11342;p67"/>
            <p:cNvSpPr/>
            <p:nvPr/>
          </p:nvSpPr>
          <p:spPr>
            <a:xfrm>
              <a:off x="7770506" y="2633631"/>
              <a:ext cx="147259" cy="146633"/>
            </a:xfrm>
            <a:custGeom>
              <a:rect l="l" t="t" r="r" b="b"/>
              <a:pathLst>
                <a:path w="7056" h="7026" extrusionOk="0">
                  <a:moveTo>
                    <a:pt x="4114" y="2928"/>
                  </a:moveTo>
                  <a:lnTo>
                    <a:pt x="4114" y="4099"/>
                  </a:lnTo>
                  <a:lnTo>
                    <a:pt x="2943" y="4099"/>
                  </a:lnTo>
                  <a:lnTo>
                    <a:pt x="2943" y="2928"/>
                  </a:lnTo>
                  <a:close/>
                  <a:moveTo>
                    <a:pt x="2354" y="1"/>
                  </a:moveTo>
                  <a:cubicBezTo>
                    <a:pt x="2032" y="1"/>
                    <a:pt x="1771" y="263"/>
                    <a:pt x="1771" y="586"/>
                  </a:cubicBezTo>
                  <a:lnTo>
                    <a:pt x="1771" y="1757"/>
                  </a:lnTo>
                  <a:lnTo>
                    <a:pt x="618" y="1757"/>
                  </a:lnTo>
                  <a:cubicBezTo>
                    <a:pt x="301" y="1757"/>
                    <a:pt x="31" y="1999"/>
                    <a:pt x="17" y="2314"/>
                  </a:cubicBezTo>
                  <a:cubicBezTo>
                    <a:pt x="1" y="2650"/>
                    <a:pt x="268" y="2928"/>
                    <a:pt x="600" y="2928"/>
                  </a:cubicBezTo>
                  <a:lnTo>
                    <a:pt x="1771" y="2928"/>
                  </a:lnTo>
                  <a:lnTo>
                    <a:pt x="1771" y="4099"/>
                  </a:lnTo>
                  <a:lnTo>
                    <a:pt x="618" y="4099"/>
                  </a:lnTo>
                  <a:cubicBezTo>
                    <a:pt x="301" y="4099"/>
                    <a:pt x="31" y="4341"/>
                    <a:pt x="17" y="4656"/>
                  </a:cubicBezTo>
                  <a:cubicBezTo>
                    <a:pt x="1" y="4992"/>
                    <a:pt x="268" y="5270"/>
                    <a:pt x="600" y="5270"/>
                  </a:cubicBezTo>
                  <a:lnTo>
                    <a:pt x="1771" y="5270"/>
                  </a:lnTo>
                  <a:lnTo>
                    <a:pt x="1771" y="6423"/>
                  </a:lnTo>
                  <a:cubicBezTo>
                    <a:pt x="1771" y="6738"/>
                    <a:pt x="2014" y="7011"/>
                    <a:pt x="2329" y="7025"/>
                  </a:cubicBezTo>
                  <a:cubicBezTo>
                    <a:pt x="2338" y="7025"/>
                    <a:pt x="2348" y="7025"/>
                    <a:pt x="2357" y="7025"/>
                  </a:cubicBezTo>
                  <a:cubicBezTo>
                    <a:pt x="2680" y="7025"/>
                    <a:pt x="2943" y="6764"/>
                    <a:pt x="2943" y="6441"/>
                  </a:cubicBezTo>
                  <a:lnTo>
                    <a:pt x="2943" y="5270"/>
                  </a:lnTo>
                  <a:lnTo>
                    <a:pt x="4114" y="5270"/>
                  </a:lnTo>
                  <a:lnTo>
                    <a:pt x="4114" y="6423"/>
                  </a:lnTo>
                  <a:cubicBezTo>
                    <a:pt x="4114" y="6738"/>
                    <a:pt x="4356" y="7011"/>
                    <a:pt x="4671" y="7025"/>
                  </a:cubicBezTo>
                  <a:cubicBezTo>
                    <a:pt x="4680" y="7025"/>
                    <a:pt x="4690" y="7025"/>
                    <a:pt x="4699" y="7025"/>
                  </a:cubicBezTo>
                  <a:cubicBezTo>
                    <a:pt x="5023" y="7025"/>
                    <a:pt x="5285" y="6764"/>
                    <a:pt x="5285" y="6441"/>
                  </a:cubicBezTo>
                  <a:lnTo>
                    <a:pt x="5285" y="5270"/>
                  </a:lnTo>
                  <a:lnTo>
                    <a:pt x="6456" y="5270"/>
                  </a:lnTo>
                  <a:cubicBezTo>
                    <a:pt x="6788" y="5270"/>
                    <a:pt x="7056" y="4992"/>
                    <a:pt x="7040" y="4656"/>
                  </a:cubicBezTo>
                  <a:cubicBezTo>
                    <a:pt x="7025" y="4341"/>
                    <a:pt x="6753" y="4099"/>
                    <a:pt x="6438" y="4099"/>
                  </a:cubicBezTo>
                  <a:lnTo>
                    <a:pt x="5285" y="4099"/>
                  </a:lnTo>
                  <a:lnTo>
                    <a:pt x="5285" y="2928"/>
                  </a:lnTo>
                  <a:lnTo>
                    <a:pt x="6438" y="2928"/>
                  </a:lnTo>
                  <a:cubicBezTo>
                    <a:pt x="6753" y="2928"/>
                    <a:pt x="7025" y="2685"/>
                    <a:pt x="7040" y="2370"/>
                  </a:cubicBezTo>
                  <a:cubicBezTo>
                    <a:pt x="7056" y="2034"/>
                    <a:pt x="6788" y="1757"/>
                    <a:pt x="6456" y="1757"/>
                  </a:cubicBezTo>
                  <a:lnTo>
                    <a:pt x="5285" y="1757"/>
                  </a:lnTo>
                  <a:lnTo>
                    <a:pt x="5285" y="603"/>
                  </a:lnTo>
                  <a:cubicBezTo>
                    <a:pt x="5285" y="287"/>
                    <a:pt x="5042" y="16"/>
                    <a:pt x="4727" y="2"/>
                  </a:cubicBezTo>
                  <a:cubicBezTo>
                    <a:pt x="4717" y="1"/>
                    <a:pt x="4707" y="1"/>
                    <a:pt x="4696" y="1"/>
                  </a:cubicBezTo>
                  <a:cubicBezTo>
                    <a:pt x="4374" y="1"/>
                    <a:pt x="4114" y="263"/>
                    <a:pt x="4114" y="586"/>
                  </a:cubicBezTo>
                  <a:lnTo>
                    <a:pt x="4114" y="1757"/>
                  </a:lnTo>
                  <a:lnTo>
                    <a:pt x="2943" y="1757"/>
                  </a:lnTo>
                  <a:lnTo>
                    <a:pt x="2943" y="603"/>
                  </a:lnTo>
                  <a:cubicBezTo>
                    <a:pt x="2943" y="287"/>
                    <a:pt x="2700" y="16"/>
                    <a:pt x="2385" y="2"/>
                  </a:cubicBezTo>
                  <a:cubicBezTo>
                    <a:pt x="2375" y="1"/>
                    <a:pt x="2364" y="1"/>
                    <a:pt x="2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43" name="Google Shape;11343;p67"/>
            <p:cNvSpPr/>
            <p:nvPr/>
          </p:nvSpPr>
          <p:spPr>
            <a:xfrm>
              <a:off x="7730834" y="2792447"/>
              <a:ext cx="226648" cy="76781"/>
            </a:xfrm>
            <a:custGeom>
              <a:rect l="l" t="t" r="r" b="b"/>
              <a:pathLst>
                <a:path w="10860" h="3679" extrusionOk="0">
                  <a:moveTo>
                    <a:pt x="747" y="0"/>
                  </a:moveTo>
                  <a:cubicBezTo>
                    <a:pt x="280" y="0"/>
                    <a:pt x="0" y="520"/>
                    <a:pt x="258" y="910"/>
                  </a:cubicBezTo>
                  <a:cubicBezTo>
                    <a:pt x="1470" y="2730"/>
                    <a:pt x="3430" y="3678"/>
                    <a:pt x="5429" y="3678"/>
                  </a:cubicBezTo>
                  <a:cubicBezTo>
                    <a:pt x="7423" y="3678"/>
                    <a:pt x="9385" y="2733"/>
                    <a:pt x="10600" y="911"/>
                  </a:cubicBezTo>
                  <a:cubicBezTo>
                    <a:pt x="10860" y="523"/>
                    <a:pt x="10578" y="2"/>
                    <a:pt x="10116" y="2"/>
                  </a:cubicBezTo>
                  <a:cubicBezTo>
                    <a:pt x="10115" y="2"/>
                    <a:pt x="10114" y="2"/>
                    <a:pt x="10113" y="2"/>
                  </a:cubicBezTo>
                  <a:cubicBezTo>
                    <a:pt x="9924" y="2"/>
                    <a:pt x="9738" y="92"/>
                    <a:pt x="9625" y="262"/>
                  </a:cubicBezTo>
                  <a:cubicBezTo>
                    <a:pt x="8688" y="1668"/>
                    <a:pt x="7119" y="2507"/>
                    <a:pt x="5429" y="2507"/>
                  </a:cubicBezTo>
                  <a:cubicBezTo>
                    <a:pt x="3740" y="2507"/>
                    <a:pt x="2172" y="1668"/>
                    <a:pt x="1235" y="264"/>
                  </a:cubicBezTo>
                  <a:cubicBezTo>
                    <a:pt x="1125" y="101"/>
                    <a:pt x="943" y="0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44" name="Google Shape;11344;p67"/>
            <p:cNvSpPr/>
            <p:nvPr/>
          </p:nvSpPr>
          <p:spPr>
            <a:xfrm>
              <a:off x="7660859" y="2571753"/>
              <a:ext cx="366561" cy="417024"/>
            </a:xfrm>
            <a:custGeom>
              <a:rect l="l" t="t" r="r" b="b"/>
              <a:pathLst>
                <a:path w="17564" h="19982" extrusionOk="0">
                  <a:moveTo>
                    <a:pt x="14636" y="1169"/>
                  </a:moveTo>
                  <a:cubicBezTo>
                    <a:pt x="15587" y="1169"/>
                    <a:pt x="16392" y="1992"/>
                    <a:pt x="16392" y="2965"/>
                  </a:cubicBezTo>
                  <a:lnTo>
                    <a:pt x="16392" y="14674"/>
                  </a:lnTo>
                  <a:cubicBezTo>
                    <a:pt x="16392" y="15643"/>
                    <a:pt x="15607" y="16431"/>
                    <a:pt x="14636" y="16431"/>
                  </a:cubicBezTo>
                  <a:lnTo>
                    <a:pt x="11124" y="16431"/>
                  </a:lnTo>
                  <a:cubicBezTo>
                    <a:pt x="10967" y="16431"/>
                    <a:pt x="10816" y="16493"/>
                    <a:pt x="10707" y="16604"/>
                  </a:cubicBezTo>
                  <a:lnTo>
                    <a:pt x="8782" y="18561"/>
                  </a:lnTo>
                  <a:lnTo>
                    <a:pt x="6857" y="16604"/>
                  </a:lnTo>
                  <a:cubicBezTo>
                    <a:pt x="6748" y="16493"/>
                    <a:pt x="6597" y="16431"/>
                    <a:pt x="6440" y="16431"/>
                  </a:cubicBezTo>
                  <a:lnTo>
                    <a:pt x="2928" y="16431"/>
                  </a:lnTo>
                  <a:cubicBezTo>
                    <a:pt x="1959" y="16431"/>
                    <a:pt x="1172" y="15643"/>
                    <a:pt x="1172" y="14674"/>
                  </a:cubicBezTo>
                  <a:lnTo>
                    <a:pt x="1172" y="2965"/>
                  </a:lnTo>
                  <a:cubicBezTo>
                    <a:pt x="1172" y="1992"/>
                    <a:pt x="1977" y="1169"/>
                    <a:pt x="2928" y="1169"/>
                  </a:cubicBezTo>
                  <a:close/>
                  <a:moveTo>
                    <a:pt x="2928" y="0"/>
                  </a:moveTo>
                  <a:cubicBezTo>
                    <a:pt x="1310" y="0"/>
                    <a:pt x="1" y="1346"/>
                    <a:pt x="1" y="2965"/>
                  </a:cubicBezTo>
                  <a:lnTo>
                    <a:pt x="1" y="14674"/>
                  </a:lnTo>
                  <a:cubicBezTo>
                    <a:pt x="1" y="16291"/>
                    <a:pt x="1312" y="17600"/>
                    <a:pt x="2928" y="17600"/>
                  </a:cubicBezTo>
                  <a:lnTo>
                    <a:pt x="6196" y="17600"/>
                  </a:lnTo>
                  <a:lnTo>
                    <a:pt x="8365" y="19806"/>
                  </a:lnTo>
                  <a:cubicBezTo>
                    <a:pt x="8474" y="19919"/>
                    <a:pt x="8625" y="19981"/>
                    <a:pt x="8782" y="19981"/>
                  </a:cubicBezTo>
                  <a:cubicBezTo>
                    <a:pt x="8940" y="19981"/>
                    <a:pt x="9090" y="19919"/>
                    <a:pt x="9200" y="19806"/>
                  </a:cubicBezTo>
                  <a:lnTo>
                    <a:pt x="11370" y="17600"/>
                  </a:lnTo>
                  <a:lnTo>
                    <a:pt x="14636" y="17600"/>
                  </a:lnTo>
                  <a:cubicBezTo>
                    <a:pt x="16251" y="17600"/>
                    <a:pt x="17563" y="16287"/>
                    <a:pt x="17563" y="14674"/>
                  </a:cubicBezTo>
                  <a:lnTo>
                    <a:pt x="17563" y="2965"/>
                  </a:lnTo>
                  <a:cubicBezTo>
                    <a:pt x="17563" y="1348"/>
                    <a:pt x="16254" y="0"/>
                    <a:pt x="14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45" name="Google Shape;11345;p67"/>
          <p:cNvGrpSpPr/>
          <p:nvPr/>
        </p:nvGrpSpPr>
        <p:grpSpPr>
          <a:xfrm>
            <a:off x="4077412" y="3755436"/>
            <a:ext cx="407391" cy="407391"/>
            <a:chOff x="5566722" y="2571753"/>
            <a:chExt cx="417024" cy="417024"/>
          </a:xfrm>
        </p:grpSpPr>
        <p:sp>
          <p:nvSpPr>
            <p:cNvPr id="11346" name="Google Shape;11346;p67"/>
            <p:cNvSpPr/>
            <p:nvPr/>
          </p:nvSpPr>
          <p:spPr>
            <a:xfrm>
              <a:off x="5566722" y="2571753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9990" y="1171"/>
                  </a:moveTo>
                  <a:cubicBezTo>
                    <a:pt x="14855" y="1171"/>
                    <a:pt x="18810" y="5127"/>
                    <a:pt x="18810" y="9991"/>
                  </a:cubicBezTo>
                  <a:cubicBezTo>
                    <a:pt x="18810" y="14854"/>
                    <a:pt x="14855" y="18810"/>
                    <a:pt x="9990" y="18810"/>
                  </a:cubicBezTo>
                  <a:cubicBezTo>
                    <a:pt x="5127" y="18810"/>
                    <a:pt x="1170" y="14854"/>
                    <a:pt x="1170" y="9991"/>
                  </a:cubicBezTo>
                  <a:cubicBezTo>
                    <a:pt x="1170" y="5127"/>
                    <a:pt x="5127" y="1171"/>
                    <a:pt x="9990" y="1171"/>
                  </a:cubicBezTo>
                  <a:close/>
                  <a:moveTo>
                    <a:pt x="9990" y="0"/>
                  </a:moveTo>
                  <a:cubicBezTo>
                    <a:pt x="4488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0" y="19981"/>
                  </a:cubicBezTo>
                  <a:cubicBezTo>
                    <a:pt x="15492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47" name="Google Shape;11347;p67"/>
            <p:cNvSpPr/>
            <p:nvPr/>
          </p:nvSpPr>
          <p:spPr>
            <a:xfrm>
              <a:off x="5653037" y="2658069"/>
              <a:ext cx="207719" cy="243052"/>
            </a:xfrm>
            <a:custGeom>
              <a:rect l="l" t="t" r="r" b="b"/>
              <a:pathLst>
                <a:path w="9953" h="11646" extrusionOk="0">
                  <a:moveTo>
                    <a:pt x="8782" y="1300"/>
                  </a:moveTo>
                  <a:lnTo>
                    <a:pt x="8782" y="2448"/>
                  </a:lnTo>
                  <a:lnTo>
                    <a:pt x="4099" y="3384"/>
                  </a:lnTo>
                  <a:lnTo>
                    <a:pt x="4099" y="2236"/>
                  </a:lnTo>
                  <a:lnTo>
                    <a:pt x="8782" y="1300"/>
                  </a:lnTo>
                  <a:close/>
                  <a:moveTo>
                    <a:pt x="8782" y="7304"/>
                  </a:moveTo>
                  <a:lnTo>
                    <a:pt x="8782" y="8447"/>
                  </a:lnTo>
                  <a:cubicBezTo>
                    <a:pt x="8782" y="8766"/>
                    <a:pt x="8591" y="9047"/>
                    <a:pt x="8295" y="9165"/>
                  </a:cubicBezTo>
                  <a:cubicBezTo>
                    <a:pt x="8163" y="9218"/>
                    <a:pt x="7987" y="9306"/>
                    <a:pt x="7782" y="9306"/>
                  </a:cubicBezTo>
                  <a:cubicBezTo>
                    <a:pt x="7653" y="9306"/>
                    <a:pt x="7513" y="9271"/>
                    <a:pt x="7365" y="9171"/>
                  </a:cubicBezTo>
                  <a:cubicBezTo>
                    <a:pt x="6850" y="8824"/>
                    <a:pt x="6937" y="8042"/>
                    <a:pt x="7512" y="7812"/>
                  </a:cubicBezTo>
                  <a:lnTo>
                    <a:pt x="8782" y="7304"/>
                  </a:lnTo>
                  <a:close/>
                  <a:moveTo>
                    <a:pt x="2928" y="8475"/>
                  </a:moveTo>
                  <a:lnTo>
                    <a:pt x="2928" y="9618"/>
                  </a:lnTo>
                  <a:cubicBezTo>
                    <a:pt x="2928" y="9937"/>
                    <a:pt x="2737" y="10218"/>
                    <a:pt x="2442" y="10336"/>
                  </a:cubicBezTo>
                  <a:cubicBezTo>
                    <a:pt x="2308" y="10389"/>
                    <a:pt x="2132" y="10476"/>
                    <a:pt x="1928" y="10476"/>
                  </a:cubicBezTo>
                  <a:cubicBezTo>
                    <a:pt x="1799" y="10476"/>
                    <a:pt x="1659" y="10442"/>
                    <a:pt x="1511" y="10342"/>
                  </a:cubicBezTo>
                  <a:cubicBezTo>
                    <a:pt x="996" y="9993"/>
                    <a:pt x="1083" y="9213"/>
                    <a:pt x="1658" y="8983"/>
                  </a:cubicBezTo>
                  <a:lnTo>
                    <a:pt x="2928" y="8475"/>
                  </a:lnTo>
                  <a:close/>
                  <a:moveTo>
                    <a:pt x="9369" y="1"/>
                  </a:moveTo>
                  <a:cubicBezTo>
                    <a:pt x="9330" y="1"/>
                    <a:pt x="9291" y="4"/>
                    <a:pt x="9252" y="12"/>
                  </a:cubicBezTo>
                  <a:lnTo>
                    <a:pt x="3399" y="1182"/>
                  </a:lnTo>
                  <a:cubicBezTo>
                    <a:pt x="3124" y="1237"/>
                    <a:pt x="2928" y="1477"/>
                    <a:pt x="2928" y="1757"/>
                  </a:cubicBezTo>
                  <a:lnTo>
                    <a:pt x="2928" y="7214"/>
                  </a:lnTo>
                  <a:lnTo>
                    <a:pt x="1223" y="7897"/>
                  </a:lnTo>
                  <a:cubicBezTo>
                    <a:pt x="480" y="8192"/>
                    <a:pt x="0" y="8902"/>
                    <a:pt x="0" y="9701"/>
                  </a:cubicBezTo>
                  <a:cubicBezTo>
                    <a:pt x="0" y="10782"/>
                    <a:pt x="880" y="11645"/>
                    <a:pt x="1944" y="11645"/>
                  </a:cubicBezTo>
                  <a:cubicBezTo>
                    <a:pt x="2362" y="11645"/>
                    <a:pt x="2624" y="11523"/>
                    <a:pt x="2877" y="11423"/>
                  </a:cubicBezTo>
                  <a:cubicBezTo>
                    <a:pt x="3618" y="11125"/>
                    <a:pt x="4099" y="10418"/>
                    <a:pt x="4099" y="9618"/>
                  </a:cubicBezTo>
                  <a:lnTo>
                    <a:pt x="4099" y="4578"/>
                  </a:lnTo>
                  <a:lnTo>
                    <a:pt x="8782" y="3641"/>
                  </a:lnTo>
                  <a:lnTo>
                    <a:pt x="8782" y="6043"/>
                  </a:lnTo>
                  <a:lnTo>
                    <a:pt x="7076" y="6726"/>
                  </a:lnTo>
                  <a:cubicBezTo>
                    <a:pt x="6335" y="7023"/>
                    <a:pt x="5854" y="7731"/>
                    <a:pt x="5854" y="8530"/>
                  </a:cubicBezTo>
                  <a:cubicBezTo>
                    <a:pt x="5854" y="9611"/>
                    <a:pt x="6733" y="10476"/>
                    <a:pt x="7798" y="10476"/>
                  </a:cubicBezTo>
                  <a:cubicBezTo>
                    <a:pt x="8216" y="10476"/>
                    <a:pt x="8477" y="10354"/>
                    <a:pt x="8730" y="10251"/>
                  </a:cubicBezTo>
                  <a:cubicBezTo>
                    <a:pt x="9473" y="9956"/>
                    <a:pt x="9953" y="9247"/>
                    <a:pt x="9953" y="8447"/>
                  </a:cubicBezTo>
                  <a:lnTo>
                    <a:pt x="9953" y="586"/>
                  </a:lnTo>
                  <a:cubicBezTo>
                    <a:pt x="9953" y="410"/>
                    <a:pt x="9873" y="244"/>
                    <a:pt x="9739" y="133"/>
                  </a:cubicBezTo>
                  <a:cubicBezTo>
                    <a:pt x="9633" y="47"/>
                    <a:pt x="9503" y="1"/>
                    <a:pt x="93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48" name="Google Shape;11348;p67"/>
          <p:cNvGrpSpPr/>
          <p:nvPr/>
        </p:nvGrpSpPr>
        <p:grpSpPr>
          <a:xfrm>
            <a:off x="4693744" y="3857692"/>
            <a:ext cx="407381" cy="202880"/>
            <a:chOff x="6090251" y="2676413"/>
            <a:chExt cx="417014" cy="207677"/>
          </a:xfrm>
        </p:grpSpPr>
        <p:sp>
          <p:nvSpPr>
            <p:cNvPr id="11349" name="Google Shape;11349;p67"/>
            <p:cNvSpPr/>
            <p:nvPr/>
          </p:nvSpPr>
          <p:spPr>
            <a:xfrm>
              <a:off x="6237672" y="2725248"/>
              <a:ext cx="61086" cy="158842"/>
            </a:xfrm>
            <a:custGeom>
              <a:rect l="l" t="t" r="r" b="b"/>
              <a:pathLst>
                <a:path w="2927" h="7611" extrusionOk="0">
                  <a:moveTo>
                    <a:pt x="1463" y="1172"/>
                  </a:moveTo>
                  <a:cubicBezTo>
                    <a:pt x="1624" y="1172"/>
                    <a:pt x="1757" y="1303"/>
                    <a:pt x="1757" y="1465"/>
                  </a:cubicBezTo>
                  <a:lnTo>
                    <a:pt x="1757" y="6148"/>
                  </a:lnTo>
                  <a:cubicBezTo>
                    <a:pt x="1757" y="6309"/>
                    <a:pt x="1624" y="6440"/>
                    <a:pt x="1463" y="6440"/>
                  </a:cubicBezTo>
                  <a:cubicBezTo>
                    <a:pt x="1302" y="6440"/>
                    <a:pt x="1171" y="6309"/>
                    <a:pt x="1171" y="6148"/>
                  </a:cubicBezTo>
                  <a:lnTo>
                    <a:pt x="1171" y="1465"/>
                  </a:lnTo>
                  <a:cubicBezTo>
                    <a:pt x="1171" y="1303"/>
                    <a:pt x="1302" y="1172"/>
                    <a:pt x="1463" y="1172"/>
                  </a:cubicBezTo>
                  <a:close/>
                  <a:moveTo>
                    <a:pt x="1463" y="1"/>
                  </a:moveTo>
                  <a:cubicBezTo>
                    <a:pt x="657" y="1"/>
                    <a:pt x="0" y="657"/>
                    <a:pt x="0" y="1465"/>
                  </a:cubicBezTo>
                  <a:lnTo>
                    <a:pt x="0" y="6148"/>
                  </a:lnTo>
                  <a:cubicBezTo>
                    <a:pt x="0" y="6955"/>
                    <a:pt x="657" y="7611"/>
                    <a:pt x="1463" y="7611"/>
                  </a:cubicBezTo>
                  <a:cubicBezTo>
                    <a:pt x="2270" y="7611"/>
                    <a:pt x="2926" y="6955"/>
                    <a:pt x="2926" y="6148"/>
                  </a:cubicBezTo>
                  <a:lnTo>
                    <a:pt x="2926" y="1465"/>
                  </a:lnTo>
                  <a:cubicBezTo>
                    <a:pt x="2926" y="657"/>
                    <a:pt x="2270" y="1"/>
                    <a:pt x="1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0" name="Google Shape;11350;p67"/>
            <p:cNvSpPr/>
            <p:nvPr/>
          </p:nvSpPr>
          <p:spPr>
            <a:xfrm>
              <a:off x="6446178" y="2761915"/>
              <a:ext cx="61086" cy="61086"/>
            </a:xfrm>
            <a:custGeom>
              <a:rect l="l" t="t" r="r" b="b"/>
              <a:pathLst>
                <a:path w="2927" h="2927" extrusionOk="0">
                  <a:moveTo>
                    <a:pt x="1464" y="1171"/>
                  </a:moveTo>
                  <a:cubicBezTo>
                    <a:pt x="1625" y="1171"/>
                    <a:pt x="1756" y="1302"/>
                    <a:pt x="1756" y="1463"/>
                  </a:cubicBezTo>
                  <a:cubicBezTo>
                    <a:pt x="1756" y="1626"/>
                    <a:pt x="1625" y="1757"/>
                    <a:pt x="1464" y="1757"/>
                  </a:cubicBezTo>
                  <a:cubicBezTo>
                    <a:pt x="1303" y="1757"/>
                    <a:pt x="1170" y="1626"/>
                    <a:pt x="1170" y="1463"/>
                  </a:cubicBezTo>
                  <a:cubicBezTo>
                    <a:pt x="1170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cubicBezTo>
                    <a:pt x="1" y="2270"/>
                    <a:pt x="657" y="2926"/>
                    <a:pt x="1464" y="2926"/>
                  </a:cubicBezTo>
                  <a:cubicBezTo>
                    <a:pt x="2270" y="2926"/>
                    <a:pt x="2927" y="2270"/>
                    <a:pt x="2927" y="1463"/>
                  </a:cubicBez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1" name="Google Shape;11351;p67"/>
            <p:cNvSpPr/>
            <p:nvPr/>
          </p:nvSpPr>
          <p:spPr>
            <a:xfrm>
              <a:off x="6311758" y="2676413"/>
              <a:ext cx="135446" cy="207677"/>
            </a:xfrm>
            <a:custGeom>
              <a:rect l="l" t="t" r="r" b="b"/>
              <a:pathLst>
                <a:path w="6488" h="9951" extrusionOk="0">
                  <a:moveTo>
                    <a:pt x="1466" y="1171"/>
                  </a:moveTo>
                  <a:cubicBezTo>
                    <a:pt x="1627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6" y="3598"/>
                  </a:lnTo>
                  <a:cubicBezTo>
                    <a:pt x="4243" y="3541"/>
                    <a:pt x="4318" y="3512"/>
                    <a:pt x="4392" y="3512"/>
                  </a:cubicBezTo>
                  <a:cubicBezTo>
                    <a:pt x="4467" y="3512"/>
                    <a:pt x="4542" y="3541"/>
                    <a:pt x="4598" y="3598"/>
                  </a:cubicBezTo>
                  <a:cubicBezTo>
                    <a:pt x="4713" y="3712"/>
                    <a:pt x="4713" y="3897"/>
                    <a:pt x="4598" y="4012"/>
                  </a:cubicBezTo>
                  <a:lnTo>
                    <a:pt x="3247" y="5364"/>
                  </a:lnTo>
                  <a:lnTo>
                    <a:pt x="5221" y="8325"/>
                  </a:lnTo>
                  <a:cubicBezTo>
                    <a:pt x="5280" y="8414"/>
                    <a:pt x="5274" y="8500"/>
                    <a:pt x="5265" y="8546"/>
                  </a:cubicBezTo>
                  <a:cubicBezTo>
                    <a:pt x="5257" y="8591"/>
                    <a:pt x="5228" y="8674"/>
                    <a:pt x="5140" y="8732"/>
                  </a:cubicBezTo>
                  <a:cubicBezTo>
                    <a:pt x="5090" y="8764"/>
                    <a:pt x="5037" y="8780"/>
                    <a:pt x="4979" y="8780"/>
                  </a:cubicBezTo>
                  <a:cubicBezTo>
                    <a:pt x="4880" y="8780"/>
                    <a:pt x="4788" y="8732"/>
                    <a:pt x="4735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7" y="8782"/>
                    <a:pt x="1466" y="8782"/>
                  </a:cubicBezTo>
                  <a:cubicBezTo>
                    <a:pt x="1305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5" y="1171"/>
                    <a:pt x="1466" y="1171"/>
                  </a:cubicBezTo>
                  <a:close/>
                  <a:moveTo>
                    <a:pt x="1466" y="0"/>
                  </a:moveTo>
                  <a:cubicBezTo>
                    <a:pt x="659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9" y="9951"/>
                    <a:pt x="1466" y="9951"/>
                  </a:cubicBezTo>
                  <a:cubicBezTo>
                    <a:pt x="2272" y="9951"/>
                    <a:pt x="2929" y="9295"/>
                    <a:pt x="2929" y="8488"/>
                  </a:cubicBezTo>
                  <a:lnTo>
                    <a:pt x="2929" y="8053"/>
                  </a:lnTo>
                  <a:lnTo>
                    <a:pt x="3760" y="9300"/>
                  </a:lnTo>
                  <a:cubicBezTo>
                    <a:pt x="4032" y="9709"/>
                    <a:pt x="4487" y="9951"/>
                    <a:pt x="4979" y="9951"/>
                  </a:cubicBezTo>
                  <a:cubicBezTo>
                    <a:pt x="5269" y="9951"/>
                    <a:pt x="5548" y="9866"/>
                    <a:pt x="5789" y="9705"/>
                  </a:cubicBezTo>
                  <a:cubicBezTo>
                    <a:pt x="6114" y="9489"/>
                    <a:pt x="6336" y="9158"/>
                    <a:pt x="6413" y="8775"/>
                  </a:cubicBezTo>
                  <a:cubicBezTo>
                    <a:pt x="6490" y="8391"/>
                    <a:pt x="6412" y="8001"/>
                    <a:pt x="6196" y="7676"/>
                  </a:cubicBezTo>
                  <a:lnTo>
                    <a:pt x="4754" y="5512"/>
                  </a:lnTo>
                  <a:lnTo>
                    <a:pt x="5426" y="4840"/>
                  </a:lnTo>
                  <a:cubicBezTo>
                    <a:pt x="5998" y="4269"/>
                    <a:pt x="5998" y="3340"/>
                    <a:pt x="5426" y="2771"/>
                  </a:cubicBezTo>
                  <a:cubicBezTo>
                    <a:pt x="5142" y="2485"/>
                    <a:pt x="4767" y="2342"/>
                    <a:pt x="4392" y="2342"/>
                  </a:cubicBezTo>
                  <a:cubicBezTo>
                    <a:pt x="4017" y="2342"/>
                    <a:pt x="3642" y="2485"/>
                    <a:pt x="3357" y="2771"/>
                  </a:cubicBezTo>
                  <a:lnTo>
                    <a:pt x="2929" y="3199"/>
                  </a:lnTo>
                  <a:lnTo>
                    <a:pt x="2929" y="1463"/>
                  </a:lnTo>
                  <a:cubicBezTo>
                    <a:pt x="2929" y="657"/>
                    <a:pt x="2272" y="0"/>
                    <a:pt x="1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2" name="Google Shape;11352;p67"/>
            <p:cNvSpPr/>
            <p:nvPr/>
          </p:nvSpPr>
          <p:spPr>
            <a:xfrm>
              <a:off x="6090251" y="2676413"/>
              <a:ext cx="135405" cy="207677"/>
            </a:xfrm>
            <a:custGeom>
              <a:rect l="l" t="t" r="r" b="b"/>
              <a:pathLst>
                <a:path w="6488" h="9951" extrusionOk="0">
                  <a:moveTo>
                    <a:pt x="1464" y="1171"/>
                  </a:moveTo>
                  <a:cubicBezTo>
                    <a:pt x="1625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4" y="3598"/>
                  </a:lnTo>
                  <a:cubicBezTo>
                    <a:pt x="4241" y="3541"/>
                    <a:pt x="4316" y="3512"/>
                    <a:pt x="4391" y="3512"/>
                  </a:cubicBezTo>
                  <a:cubicBezTo>
                    <a:pt x="4466" y="3512"/>
                    <a:pt x="4541" y="3541"/>
                    <a:pt x="4598" y="3598"/>
                  </a:cubicBezTo>
                  <a:cubicBezTo>
                    <a:pt x="4712" y="3712"/>
                    <a:pt x="4712" y="3897"/>
                    <a:pt x="4598" y="4012"/>
                  </a:cubicBezTo>
                  <a:lnTo>
                    <a:pt x="3245" y="5364"/>
                  </a:lnTo>
                  <a:lnTo>
                    <a:pt x="5219" y="8325"/>
                  </a:lnTo>
                  <a:cubicBezTo>
                    <a:pt x="5278" y="8414"/>
                    <a:pt x="5272" y="8500"/>
                    <a:pt x="5264" y="8546"/>
                  </a:cubicBezTo>
                  <a:cubicBezTo>
                    <a:pt x="5255" y="8591"/>
                    <a:pt x="5226" y="8674"/>
                    <a:pt x="5138" y="8732"/>
                  </a:cubicBezTo>
                  <a:cubicBezTo>
                    <a:pt x="5090" y="8764"/>
                    <a:pt x="5035" y="8780"/>
                    <a:pt x="4977" y="8780"/>
                  </a:cubicBezTo>
                  <a:cubicBezTo>
                    <a:pt x="4878" y="8780"/>
                    <a:pt x="4788" y="8732"/>
                    <a:pt x="4733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5" y="8782"/>
                    <a:pt x="1464" y="8782"/>
                  </a:cubicBezTo>
                  <a:cubicBezTo>
                    <a:pt x="1303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7" y="9951"/>
                    <a:pt x="1464" y="9951"/>
                  </a:cubicBezTo>
                  <a:cubicBezTo>
                    <a:pt x="2270" y="9951"/>
                    <a:pt x="2927" y="9295"/>
                    <a:pt x="2927" y="8488"/>
                  </a:cubicBezTo>
                  <a:lnTo>
                    <a:pt x="2927" y="8053"/>
                  </a:lnTo>
                  <a:lnTo>
                    <a:pt x="3758" y="9300"/>
                  </a:lnTo>
                  <a:cubicBezTo>
                    <a:pt x="4031" y="9709"/>
                    <a:pt x="4485" y="9951"/>
                    <a:pt x="4977" y="9951"/>
                  </a:cubicBezTo>
                  <a:cubicBezTo>
                    <a:pt x="5267" y="9951"/>
                    <a:pt x="5548" y="9866"/>
                    <a:pt x="5787" y="9705"/>
                  </a:cubicBezTo>
                  <a:cubicBezTo>
                    <a:pt x="6113" y="9489"/>
                    <a:pt x="6336" y="9158"/>
                    <a:pt x="6412" y="8775"/>
                  </a:cubicBezTo>
                  <a:cubicBezTo>
                    <a:pt x="6488" y="8391"/>
                    <a:pt x="6410" y="8001"/>
                    <a:pt x="6194" y="7676"/>
                  </a:cubicBezTo>
                  <a:lnTo>
                    <a:pt x="4752" y="5512"/>
                  </a:lnTo>
                  <a:lnTo>
                    <a:pt x="5426" y="4840"/>
                  </a:lnTo>
                  <a:cubicBezTo>
                    <a:pt x="5996" y="4269"/>
                    <a:pt x="5996" y="3340"/>
                    <a:pt x="5426" y="2771"/>
                  </a:cubicBezTo>
                  <a:cubicBezTo>
                    <a:pt x="5141" y="2485"/>
                    <a:pt x="4766" y="2342"/>
                    <a:pt x="4391" y="2342"/>
                  </a:cubicBezTo>
                  <a:cubicBezTo>
                    <a:pt x="4016" y="2342"/>
                    <a:pt x="3641" y="2485"/>
                    <a:pt x="3357" y="2771"/>
                  </a:cubicBezTo>
                  <a:lnTo>
                    <a:pt x="2927" y="3199"/>
                  </a:lnTo>
                  <a:lnTo>
                    <a:pt x="2927" y="1463"/>
                  </a:ln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53" name="Google Shape;11353;p67"/>
          <p:cNvGrpSpPr/>
          <p:nvPr/>
        </p:nvGrpSpPr>
        <p:grpSpPr>
          <a:xfrm>
            <a:off x="5926398" y="3755436"/>
            <a:ext cx="407391" cy="407391"/>
            <a:chOff x="7137330" y="2571753"/>
            <a:chExt cx="417024" cy="417024"/>
          </a:xfrm>
        </p:grpSpPr>
        <p:sp>
          <p:nvSpPr>
            <p:cNvPr id="11354" name="Google Shape;11354;p67"/>
            <p:cNvSpPr/>
            <p:nvPr/>
          </p:nvSpPr>
          <p:spPr>
            <a:xfrm>
              <a:off x="7235854" y="2645840"/>
              <a:ext cx="219949" cy="268826"/>
            </a:xfrm>
            <a:custGeom>
              <a:rect l="l" t="t" r="r" b="b"/>
              <a:pathLst>
                <a:path w="10539" h="12881" extrusionOk="0">
                  <a:moveTo>
                    <a:pt x="5271" y="1172"/>
                  </a:moveTo>
                  <a:cubicBezTo>
                    <a:pt x="7530" y="1172"/>
                    <a:pt x="9368" y="3010"/>
                    <a:pt x="9368" y="5270"/>
                  </a:cubicBezTo>
                  <a:cubicBezTo>
                    <a:pt x="9368" y="6273"/>
                    <a:pt x="8717" y="7797"/>
                    <a:pt x="7624" y="9343"/>
                  </a:cubicBezTo>
                  <a:cubicBezTo>
                    <a:pt x="6513" y="10917"/>
                    <a:pt x="5536" y="11665"/>
                    <a:pt x="5271" y="11708"/>
                  </a:cubicBezTo>
                  <a:cubicBezTo>
                    <a:pt x="5004" y="11665"/>
                    <a:pt x="4029" y="10917"/>
                    <a:pt x="2916" y="9343"/>
                  </a:cubicBezTo>
                  <a:cubicBezTo>
                    <a:pt x="1825" y="7797"/>
                    <a:pt x="1172" y="6273"/>
                    <a:pt x="1172" y="5270"/>
                  </a:cubicBezTo>
                  <a:cubicBezTo>
                    <a:pt x="1172" y="3010"/>
                    <a:pt x="3010" y="1172"/>
                    <a:pt x="5271" y="1172"/>
                  </a:cubicBezTo>
                  <a:close/>
                  <a:moveTo>
                    <a:pt x="5271" y="1"/>
                  </a:moveTo>
                  <a:cubicBezTo>
                    <a:pt x="2366" y="1"/>
                    <a:pt x="1" y="2364"/>
                    <a:pt x="1" y="5270"/>
                  </a:cubicBezTo>
                  <a:cubicBezTo>
                    <a:pt x="1" y="7084"/>
                    <a:pt x="1409" y="9247"/>
                    <a:pt x="2014" y="10093"/>
                  </a:cubicBezTo>
                  <a:cubicBezTo>
                    <a:pt x="2481" y="10747"/>
                    <a:pt x="4098" y="12881"/>
                    <a:pt x="5271" y="12881"/>
                  </a:cubicBezTo>
                  <a:cubicBezTo>
                    <a:pt x="6444" y="12881"/>
                    <a:pt x="8059" y="10747"/>
                    <a:pt x="8528" y="10093"/>
                  </a:cubicBezTo>
                  <a:cubicBezTo>
                    <a:pt x="9133" y="9247"/>
                    <a:pt x="10539" y="7084"/>
                    <a:pt x="10539" y="5270"/>
                  </a:cubicBezTo>
                  <a:cubicBezTo>
                    <a:pt x="10539" y="2364"/>
                    <a:pt x="8175" y="1"/>
                    <a:pt x="5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5" name="Google Shape;11355;p67"/>
            <p:cNvSpPr/>
            <p:nvPr/>
          </p:nvSpPr>
          <p:spPr>
            <a:xfrm>
              <a:off x="7137330" y="2571753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9992" y="1171"/>
                  </a:moveTo>
                  <a:cubicBezTo>
                    <a:pt x="14855" y="1171"/>
                    <a:pt x="18812" y="5127"/>
                    <a:pt x="18812" y="9991"/>
                  </a:cubicBezTo>
                  <a:cubicBezTo>
                    <a:pt x="18812" y="14854"/>
                    <a:pt x="14855" y="18810"/>
                    <a:pt x="9992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2" y="1171"/>
                  </a:cubicBezTo>
                  <a:close/>
                  <a:moveTo>
                    <a:pt x="9992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1"/>
                    <a:pt x="4490" y="19981"/>
                    <a:pt x="9992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6" name="Google Shape;11356;p67"/>
            <p:cNvSpPr/>
            <p:nvPr/>
          </p:nvSpPr>
          <p:spPr>
            <a:xfrm>
              <a:off x="7284751" y="2694716"/>
              <a:ext cx="122173" cy="122194"/>
            </a:xfrm>
            <a:custGeom>
              <a:rect l="l" t="t" r="r" b="b"/>
              <a:pathLst>
                <a:path w="5854" h="5855" extrusionOk="0">
                  <a:moveTo>
                    <a:pt x="2928" y="1172"/>
                  </a:moveTo>
                  <a:cubicBezTo>
                    <a:pt x="3895" y="1172"/>
                    <a:pt x="4684" y="1959"/>
                    <a:pt x="4684" y="2928"/>
                  </a:cubicBezTo>
                  <a:cubicBezTo>
                    <a:pt x="4684" y="3896"/>
                    <a:pt x="3895" y="4683"/>
                    <a:pt x="2928" y="4683"/>
                  </a:cubicBezTo>
                  <a:cubicBezTo>
                    <a:pt x="1958" y="4683"/>
                    <a:pt x="1171" y="3896"/>
                    <a:pt x="1171" y="2928"/>
                  </a:cubicBezTo>
                  <a:cubicBezTo>
                    <a:pt x="2139" y="2928"/>
                    <a:pt x="2928" y="2139"/>
                    <a:pt x="2928" y="1172"/>
                  </a:cubicBezTo>
                  <a:close/>
                  <a:moveTo>
                    <a:pt x="2928" y="1"/>
                  </a:moveTo>
                  <a:cubicBezTo>
                    <a:pt x="2655" y="1"/>
                    <a:pt x="2374" y="47"/>
                    <a:pt x="2066" y="142"/>
                  </a:cubicBezTo>
                  <a:cubicBezTo>
                    <a:pt x="1732" y="245"/>
                    <a:pt x="1562" y="616"/>
                    <a:pt x="1704" y="936"/>
                  </a:cubicBezTo>
                  <a:cubicBezTo>
                    <a:pt x="1885" y="1345"/>
                    <a:pt x="1569" y="1756"/>
                    <a:pt x="1177" y="1756"/>
                  </a:cubicBezTo>
                  <a:cubicBezTo>
                    <a:pt x="1099" y="1756"/>
                    <a:pt x="1018" y="1740"/>
                    <a:pt x="938" y="1704"/>
                  </a:cubicBezTo>
                  <a:cubicBezTo>
                    <a:pt x="860" y="1670"/>
                    <a:pt x="780" y="1654"/>
                    <a:pt x="701" y="1654"/>
                  </a:cubicBezTo>
                  <a:cubicBezTo>
                    <a:pt x="453" y="1654"/>
                    <a:pt x="219" y="1813"/>
                    <a:pt x="142" y="2067"/>
                  </a:cubicBezTo>
                  <a:cubicBezTo>
                    <a:pt x="46" y="2373"/>
                    <a:pt x="0" y="2656"/>
                    <a:pt x="0" y="2928"/>
                  </a:cubicBezTo>
                  <a:cubicBezTo>
                    <a:pt x="0" y="4542"/>
                    <a:pt x="1313" y="5854"/>
                    <a:pt x="2928" y="5854"/>
                  </a:cubicBezTo>
                  <a:cubicBezTo>
                    <a:pt x="4541" y="5854"/>
                    <a:pt x="5854" y="4542"/>
                    <a:pt x="5854" y="2928"/>
                  </a:cubicBezTo>
                  <a:cubicBezTo>
                    <a:pt x="5854" y="1313"/>
                    <a:pt x="4541" y="1"/>
                    <a:pt x="2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57" name="Google Shape;11357;p67"/>
          <p:cNvGrpSpPr/>
          <p:nvPr/>
        </p:nvGrpSpPr>
        <p:grpSpPr>
          <a:xfrm>
            <a:off x="5310066" y="3755436"/>
            <a:ext cx="407391" cy="407391"/>
            <a:chOff x="6613801" y="2571753"/>
            <a:chExt cx="417024" cy="417024"/>
          </a:xfrm>
        </p:grpSpPr>
        <p:sp>
          <p:nvSpPr>
            <p:cNvPr id="11358" name="Google Shape;11358;p67"/>
            <p:cNvSpPr/>
            <p:nvPr/>
          </p:nvSpPr>
          <p:spPr>
            <a:xfrm>
              <a:off x="6613801" y="2571753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9991" y="1171"/>
                  </a:moveTo>
                  <a:cubicBezTo>
                    <a:pt x="14854" y="1171"/>
                    <a:pt x="18812" y="5127"/>
                    <a:pt x="18812" y="9991"/>
                  </a:cubicBezTo>
                  <a:cubicBezTo>
                    <a:pt x="18812" y="14854"/>
                    <a:pt x="14854" y="18810"/>
                    <a:pt x="9991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1" y="1171"/>
                  </a:cubicBezTo>
                  <a:close/>
                  <a:moveTo>
                    <a:pt x="9991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1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1" y="0"/>
                    <a:pt x="9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59" name="Google Shape;11359;p67"/>
            <p:cNvSpPr/>
            <p:nvPr/>
          </p:nvSpPr>
          <p:spPr>
            <a:xfrm>
              <a:off x="6663449" y="2645840"/>
              <a:ext cx="317704" cy="268826"/>
            </a:xfrm>
            <a:custGeom>
              <a:rect l="l" t="t" r="r" b="b"/>
              <a:pathLst>
                <a:path w="15223" h="12881" extrusionOk="0">
                  <a:moveTo>
                    <a:pt x="12295" y="1172"/>
                  </a:moveTo>
                  <a:cubicBezTo>
                    <a:pt x="12619" y="1172"/>
                    <a:pt x="12881" y="1435"/>
                    <a:pt x="12881" y="1757"/>
                  </a:cubicBezTo>
                  <a:cubicBezTo>
                    <a:pt x="12881" y="2079"/>
                    <a:pt x="12617" y="2343"/>
                    <a:pt x="12295" y="2343"/>
                  </a:cubicBezTo>
                  <a:cubicBezTo>
                    <a:pt x="11973" y="2343"/>
                    <a:pt x="11709" y="2079"/>
                    <a:pt x="11709" y="1757"/>
                  </a:cubicBezTo>
                  <a:cubicBezTo>
                    <a:pt x="11709" y="1435"/>
                    <a:pt x="11973" y="1172"/>
                    <a:pt x="12295" y="1172"/>
                  </a:cubicBezTo>
                  <a:close/>
                  <a:moveTo>
                    <a:pt x="2343" y="4685"/>
                  </a:moveTo>
                  <a:cubicBezTo>
                    <a:pt x="2592" y="4685"/>
                    <a:pt x="2827" y="4763"/>
                    <a:pt x="3022" y="4902"/>
                  </a:cubicBezTo>
                  <a:cubicBezTo>
                    <a:pt x="2330" y="5410"/>
                    <a:pt x="1821" y="6015"/>
                    <a:pt x="1513" y="6677"/>
                  </a:cubicBezTo>
                  <a:cubicBezTo>
                    <a:pt x="1301" y="6461"/>
                    <a:pt x="1173" y="6167"/>
                    <a:pt x="1173" y="5856"/>
                  </a:cubicBezTo>
                  <a:cubicBezTo>
                    <a:pt x="1173" y="5210"/>
                    <a:pt x="1697" y="4685"/>
                    <a:pt x="2343" y="4685"/>
                  </a:cubicBezTo>
                  <a:close/>
                  <a:moveTo>
                    <a:pt x="12881" y="4685"/>
                  </a:moveTo>
                  <a:cubicBezTo>
                    <a:pt x="13526" y="4685"/>
                    <a:pt x="14052" y="5208"/>
                    <a:pt x="14052" y="5854"/>
                  </a:cubicBezTo>
                  <a:cubicBezTo>
                    <a:pt x="14052" y="6167"/>
                    <a:pt x="13923" y="6461"/>
                    <a:pt x="13712" y="6677"/>
                  </a:cubicBezTo>
                  <a:cubicBezTo>
                    <a:pt x="13404" y="6015"/>
                    <a:pt x="12893" y="5410"/>
                    <a:pt x="12201" y="4902"/>
                  </a:cubicBezTo>
                  <a:cubicBezTo>
                    <a:pt x="12396" y="4763"/>
                    <a:pt x="12633" y="4685"/>
                    <a:pt x="12881" y="4685"/>
                  </a:cubicBezTo>
                  <a:close/>
                  <a:moveTo>
                    <a:pt x="7616" y="4685"/>
                  </a:moveTo>
                  <a:cubicBezTo>
                    <a:pt x="9058" y="4685"/>
                    <a:pt x="10407" y="5074"/>
                    <a:pt x="11416" y="5778"/>
                  </a:cubicBezTo>
                  <a:cubicBezTo>
                    <a:pt x="12360" y="6440"/>
                    <a:pt x="12881" y="7299"/>
                    <a:pt x="12881" y="8196"/>
                  </a:cubicBezTo>
                  <a:cubicBezTo>
                    <a:pt x="12881" y="9095"/>
                    <a:pt x="12360" y="9953"/>
                    <a:pt x="11416" y="10615"/>
                  </a:cubicBezTo>
                  <a:cubicBezTo>
                    <a:pt x="10407" y="11320"/>
                    <a:pt x="9056" y="11710"/>
                    <a:pt x="7612" y="11710"/>
                  </a:cubicBezTo>
                  <a:cubicBezTo>
                    <a:pt x="6167" y="11710"/>
                    <a:pt x="4816" y="11320"/>
                    <a:pt x="3807" y="10615"/>
                  </a:cubicBezTo>
                  <a:cubicBezTo>
                    <a:pt x="2863" y="9953"/>
                    <a:pt x="2343" y="9095"/>
                    <a:pt x="2343" y="8196"/>
                  </a:cubicBezTo>
                  <a:cubicBezTo>
                    <a:pt x="2343" y="7299"/>
                    <a:pt x="2863" y="6440"/>
                    <a:pt x="3807" y="5778"/>
                  </a:cubicBezTo>
                  <a:cubicBezTo>
                    <a:pt x="4816" y="5074"/>
                    <a:pt x="6165" y="4685"/>
                    <a:pt x="7609" y="4685"/>
                  </a:cubicBezTo>
                  <a:close/>
                  <a:moveTo>
                    <a:pt x="8782" y="0"/>
                  </a:moveTo>
                  <a:cubicBezTo>
                    <a:pt x="8538" y="0"/>
                    <a:pt x="8309" y="156"/>
                    <a:pt x="8228" y="402"/>
                  </a:cubicBezTo>
                  <a:lnTo>
                    <a:pt x="7186" y="3524"/>
                  </a:lnTo>
                  <a:cubicBezTo>
                    <a:pt x="6065" y="3576"/>
                    <a:pt x="4998" y="3836"/>
                    <a:pt x="4073" y="4276"/>
                  </a:cubicBezTo>
                  <a:cubicBezTo>
                    <a:pt x="3634" y="3797"/>
                    <a:pt x="3011" y="3514"/>
                    <a:pt x="2343" y="3514"/>
                  </a:cubicBezTo>
                  <a:cubicBezTo>
                    <a:pt x="1051" y="3514"/>
                    <a:pt x="0" y="4565"/>
                    <a:pt x="0" y="5856"/>
                  </a:cubicBezTo>
                  <a:cubicBezTo>
                    <a:pt x="0" y="6702"/>
                    <a:pt x="469" y="7478"/>
                    <a:pt x="1186" y="7889"/>
                  </a:cubicBezTo>
                  <a:cubicBezTo>
                    <a:pt x="1177" y="7991"/>
                    <a:pt x="1171" y="8094"/>
                    <a:pt x="1171" y="8196"/>
                  </a:cubicBezTo>
                  <a:cubicBezTo>
                    <a:pt x="1171" y="9488"/>
                    <a:pt x="1870" y="10687"/>
                    <a:pt x="3137" y="11573"/>
                  </a:cubicBezTo>
                  <a:cubicBezTo>
                    <a:pt x="4340" y="12415"/>
                    <a:pt x="5928" y="12881"/>
                    <a:pt x="7611" y="12881"/>
                  </a:cubicBezTo>
                  <a:cubicBezTo>
                    <a:pt x="9293" y="12881"/>
                    <a:pt x="10883" y="12415"/>
                    <a:pt x="12086" y="11573"/>
                  </a:cubicBezTo>
                  <a:cubicBezTo>
                    <a:pt x="13353" y="10687"/>
                    <a:pt x="14050" y="9488"/>
                    <a:pt x="14050" y="8196"/>
                  </a:cubicBezTo>
                  <a:cubicBezTo>
                    <a:pt x="14050" y="8094"/>
                    <a:pt x="14046" y="7991"/>
                    <a:pt x="14037" y="7889"/>
                  </a:cubicBezTo>
                  <a:cubicBezTo>
                    <a:pt x="14754" y="7478"/>
                    <a:pt x="15223" y="6702"/>
                    <a:pt x="15223" y="5856"/>
                  </a:cubicBezTo>
                  <a:cubicBezTo>
                    <a:pt x="15223" y="4565"/>
                    <a:pt x="14172" y="3514"/>
                    <a:pt x="12881" y="3514"/>
                  </a:cubicBezTo>
                  <a:cubicBezTo>
                    <a:pt x="12212" y="3514"/>
                    <a:pt x="11589" y="3797"/>
                    <a:pt x="11152" y="4276"/>
                  </a:cubicBezTo>
                  <a:cubicBezTo>
                    <a:pt x="10330" y="3885"/>
                    <a:pt x="9396" y="3636"/>
                    <a:pt x="8412" y="3549"/>
                  </a:cubicBezTo>
                  <a:lnTo>
                    <a:pt x="9153" y="1327"/>
                  </a:lnTo>
                  <a:lnTo>
                    <a:pt x="10540" y="1789"/>
                  </a:lnTo>
                  <a:cubicBezTo>
                    <a:pt x="10556" y="2742"/>
                    <a:pt x="11338" y="3514"/>
                    <a:pt x="12295" y="3514"/>
                  </a:cubicBezTo>
                  <a:cubicBezTo>
                    <a:pt x="13263" y="3514"/>
                    <a:pt x="14052" y="2725"/>
                    <a:pt x="14052" y="1757"/>
                  </a:cubicBezTo>
                  <a:cubicBezTo>
                    <a:pt x="14052" y="790"/>
                    <a:pt x="13263" y="1"/>
                    <a:pt x="12295" y="1"/>
                  </a:cubicBezTo>
                  <a:cubicBezTo>
                    <a:pt x="11732" y="1"/>
                    <a:pt x="11232" y="268"/>
                    <a:pt x="10910" y="678"/>
                  </a:cubicBezTo>
                  <a:lnTo>
                    <a:pt x="8968" y="31"/>
                  </a:lnTo>
                  <a:cubicBezTo>
                    <a:pt x="8906" y="10"/>
                    <a:pt x="8844" y="0"/>
                    <a:pt x="87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0" name="Google Shape;11360;p67"/>
            <p:cNvSpPr/>
            <p:nvPr/>
          </p:nvSpPr>
          <p:spPr>
            <a:xfrm>
              <a:off x="6748992" y="2768030"/>
              <a:ext cx="48898" cy="48878"/>
            </a:xfrm>
            <a:custGeom>
              <a:rect l="l" t="t" r="r" b="b"/>
              <a:pathLst>
                <a:path w="2343" h="2342" extrusionOk="0">
                  <a:moveTo>
                    <a:pt x="1171" y="1"/>
                  </a:moveTo>
                  <a:cubicBezTo>
                    <a:pt x="526" y="1"/>
                    <a:pt x="0" y="525"/>
                    <a:pt x="0" y="1170"/>
                  </a:cubicBezTo>
                  <a:cubicBezTo>
                    <a:pt x="0" y="1816"/>
                    <a:pt x="526" y="2341"/>
                    <a:pt x="1171" y="2341"/>
                  </a:cubicBezTo>
                  <a:cubicBezTo>
                    <a:pt x="1817" y="2341"/>
                    <a:pt x="2342" y="1816"/>
                    <a:pt x="2342" y="1170"/>
                  </a:cubicBezTo>
                  <a:cubicBezTo>
                    <a:pt x="2342" y="525"/>
                    <a:pt x="1817" y="1"/>
                    <a:pt x="1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1" name="Google Shape;11361;p67"/>
            <p:cNvSpPr/>
            <p:nvPr/>
          </p:nvSpPr>
          <p:spPr>
            <a:xfrm>
              <a:off x="6846703" y="2768030"/>
              <a:ext cx="48898" cy="48878"/>
            </a:xfrm>
            <a:custGeom>
              <a:rect l="l" t="t" r="r" b="b"/>
              <a:pathLst>
                <a:path w="2343" h="2342" extrusionOk="0">
                  <a:moveTo>
                    <a:pt x="1172" y="1"/>
                  </a:moveTo>
                  <a:cubicBezTo>
                    <a:pt x="526" y="1"/>
                    <a:pt x="1" y="525"/>
                    <a:pt x="1" y="1170"/>
                  </a:cubicBezTo>
                  <a:cubicBezTo>
                    <a:pt x="1" y="1816"/>
                    <a:pt x="526" y="2341"/>
                    <a:pt x="1172" y="2341"/>
                  </a:cubicBezTo>
                  <a:cubicBezTo>
                    <a:pt x="1818" y="2341"/>
                    <a:pt x="2343" y="1816"/>
                    <a:pt x="2343" y="1170"/>
                  </a:cubicBezTo>
                  <a:cubicBezTo>
                    <a:pt x="2343" y="525"/>
                    <a:pt x="1818" y="1"/>
                    <a:pt x="11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2" name="Google Shape;11362;p67"/>
            <p:cNvSpPr/>
            <p:nvPr/>
          </p:nvSpPr>
          <p:spPr>
            <a:xfrm>
              <a:off x="6759469" y="2841323"/>
              <a:ext cx="125658" cy="35938"/>
            </a:xfrm>
            <a:custGeom>
              <a:rect l="l" t="t" r="r" b="b"/>
              <a:pathLst>
                <a:path w="6021" h="1722" extrusionOk="0">
                  <a:moveTo>
                    <a:pt x="670" y="0"/>
                  </a:moveTo>
                  <a:cubicBezTo>
                    <a:pt x="455" y="0"/>
                    <a:pt x="249" y="119"/>
                    <a:pt x="146" y="324"/>
                  </a:cubicBezTo>
                  <a:cubicBezTo>
                    <a:pt x="1" y="614"/>
                    <a:pt x="117" y="965"/>
                    <a:pt x="407" y="1110"/>
                  </a:cubicBezTo>
                  <a:cubicBezTo>
                    <a:pt x="1223" y="1516"/>
                    <a:pt x="2116" y="1722"/>
                    <a:pt x="3011" y="1722"/>
                  </a:cubicBezTo>
                  <a:cubicBezTo>
                    <a:pt x="3905" y="1722"/>
                    <a:pt x="4800" y="1518"/>
                    <a:pt x="5614" y="1110"/>
                  </a:cubicBezTo>
                  <a:cubicBezTo>
                    <a:pt x="5904" y="965"/>
                    <a:pt x="6021" y="614"/>
                    <a:pt x="5875" y="324"/>
                  </a:cubicBezTo>
                  <a:cubicBezTo>
                    <a:pt x="5774" y="119"/>
                    <a:pt x="5567" y="0"/>
                    <a:pt x="5352" y="0"/>
                  </a:cubicBezTo>
                  <a:cubicBezTo>
                    <a:pt x="5264" y="0"/>
                    <a:pt x="5174" y="20"/>
                    <a:pt x="5090" y="62"/>
                  </a:cubicBezTo>
                  <a:cubicBezTo>
                    <a:pt x="4439" y="388"/>
                    <a:pt x="3725" y="551"/>
                    <a:pt x="3011" y="551"/>
                  </a:cubicBezTo>
                  <a:cubicBezTo>
                    <a:pt x="2296" y="551"/>
                    <a:pt x="1582" y="388"/>
                    <a:pt x="931" y="62"/>
                  </a:cubicBezTo>
                  <a:cubicBezTo>
                    <a:pt x="847" y="20"/>
                    <a:pt x="758" y="0"/>
                    <a:pt x="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63" name="Google Shape;11363;p67"/>
          <p:cNvGrpSpPr/>
          <p:nvPr/>
        </p:nvGrpSpPr>
        <p:grpSpPr>
          <a:xfrm>
            <a:off x="7896740" y="3238780"/>
            <a:ext cx="407411" cy="407411"/>
            <a:chOff x="2964567" y="2571753"/>
            <a:chExt cx="417045" cy="417045"/>
          </a:xfrm>
        </p:grpSpPr>
        <p:sp>
          <p:nvSpPr>
            <p:cNvPr id="11364" name="Google Shape;11364;p67"/>
            <p:cNvSpPr/>
            <p:nvPr/>
          </p:nvSpPr>
          <p:spPr>
            <a:xfrm>
              <a:off x="2964567" y="2571753"/>
              <a:ext cx="417045" cy="417045"/>
            </a:xfrm>
            <a:custGeom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5" name="Google Shape;11365;p67"/>
            <p:cNvSpPr/>
            <p:nvPr/>
          </p:nvSpPr>
          <p:spPr>
            <a:xfrm>
              <a:off x="3037777" y="2694715"/>
              <a:ext cx="270642" cy="146633"/>
            </a:xfrm>
            <a:custGeom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66" name="Google Shape;11366;p67"/>
          <p:cNvGrpSpPr/>
          <p:nvPr/>
        </p:nvGrpSpPr>
        <p:grpSpPr>
          <a:xfrm>
            <a:off x="1612062" y="3815897"/>
            <a:ext cx="407391" cy="286470"/>
            <a:chOff x="3476576" y="2633631"/>
            <a:chExt cx="417024" cy="293244"/>
          </a:xfrm>
        </p:grpSpPr>
        <p:sp>
          <p:nvSpPr>
            <p:cNvPr id="11367" name="Google Shape;11367;p67"/>
            <p:cNvSpPr/>
            <p:nvPr/>
          </p:nvSpPr>
          <p:spPr>
            <a:xfrm>
              <a:off x="3476576" y="2633631"/>
              <a:ext cx="417024" cy="293244"/>
            </a:xfrm>
            <a:custGeom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68" name="Google Shape;11368;p67"/>
            <p:cNvSpPr/>
            <p:nvPr/>
          </p:nvSpPr>
          <p:spPr>
            <a:xfrm>
              <a:off x="3636206" y="2706945"/>
              <a:ext cx="122194" cy="146633"/>
            </a:xfrm>
            <a:custGeom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69" name="Google Shape;11369;p67"/>
          <p:cNvGrpSpPr/>
          <p:nvPr/>
        </p:nvGrpSpPr>
        <p:grpSpPr>
          <a:xfrm>
            <a:off x="2228394" y="3755508"/>
            <a:ext cx="407411" cy="407248"/>
            <a:chOff x="3988564" y="2571836"/>
            <a:chExt cx="417045" cy="416878"/>
          </a:xfrm>
        </p:grpSpPr>
        <p:sp>
          <p:nvSpPr>
            <p:cNvPr id="11370" name="Google Shape;11370;p67"/>
            <p:cNvSpPr/>
            <p:nvPr/>
          </p:nvSpPr>
          <p:spPr>
            <a:xfrm>
              <a:off x="4090678" y="2650431"/>
              <a:ext cx="213124" cy="259268"/>
            </a:xfrm>
            <a:custGeom>
              <a:rect l="l" t="t" r="r" b="b"/>
              <a:pathLst>
                <a:path w="10212" h="12423" extrusionOk="0">
                  <a:moveTo>
                    <a:pt x="4938" y="1172"/>
                  </a:moveTo>
                  <a:cubicBezTo>
                    <a:pt x="7267" y="1172"/>
                    <a:pt x="8610" y="2621"/>
                    <a:pt x="8610" y="3081"/>
                  </a:cubicBezTo>
                  <a:cubicBezTo>
                    <a:pt x="8610" y="3348"/>
                    <a:pt x="8308" y="3471"/>
                    <a:pt x="8102" y="3471"/>
                  </a:cubicBezTo>
                  <a:cubicBezTo>
                    <a:pt x="7867" y="3471"/>
                    <a:pt x="7733" y="3357"/>
                    <a:pt x="7407" y="3026"/>
                  </a:cubicBezTo>
                  <a:cubicBezTo>
                    <a:pt x="6933" y="2541"/>
                    <a:pt x="6282" y="1879"/>
                    <a:pt x="4821" y="1879"/>
                  </a:cubicBezTo>
                  <a:cubicBezTo>
                    <a:pt x="4177" y="1879"/>
                    <a:pt x="3602" y="2046"/>
                    <a:pt x="3162" y="2362"/>
                  </a:cubicBezTo>
                  <a:cubicBezTo>
                    <a:pt x="2687" y="2700"/>
                    <a:pt x="2417" y="3188"/>
                    <a:pt x="2417" y="3701"/>
                  </a:cubicBezTo>
                  <a:cubicBezTo>
                    <a:pt x="2417" y="4145"/>
                    <a:pt x="2603" y="4758"/>
                    <a:pt x="3491" y="5152"/>
                  </a:cubicBezTo>
                  <a:cubicBezTo>
                    <a:pt x="3997" y="5378"/>
                    <a:pt x="4646" y="5506"/>
                    <a:pt x="5334" y="5642"/>
                  </a:cubicBezTo>
                  <a:cubicBezTo>
                    <a:pt x="7566" y="6081"/>
                    <a:pt x="9029" y="6514"/>
                    <a:pt x="9029" y="8449"/>
                  </a:cubicBezTo>
                  <a:cubicBezTo>
                    <a:pt x="9029" y="8455"/>
                    <a:pt x="9029" y="8464"/>
                    <a:pt x="9029" y="8478"/>
                  </a:cubicBezTo>
                  <a:cubicBezTo>
                    <a:pt x="9035" y="8646"/>
                    <a:pt x="9028" y="9518"/>
                    <a:pt x="8347" y="10222"/>
                  </a:cubicBezTo>
                  <a:cubicBezTo>
                    <a:pt x="7688" y="10903"/>
                    <a:pt x="6597" y="11248"/>
                    <a:pt x="5102" y="11252"/>
                  </a:cubicBezTo>
                  <a:cubicBezTo>
                    <a:pt x="2240" y="11250"/>
                    <a:pt x="1171" y="9891"/>
                    <a:pt x="1171" y="9033"/>
                  </a:cubicBezTo>
                  <a:cubicBezTo>
                    <a:pt x="1171" y="8780"/>
                    <a:pt x="1518" y="8672"/>
                    <a:pt x="1656" y="8672"/>
                  </a:cubicBezTo>
                  <a:cubicBezTo>
                    <a:pt x="1844" y="8672"/>
                    <a:pt x="2005" y="8837"/>
                    <a:pt x="2327" y="9212"/>
                  </a:cubicBezTo>
                  <a:cubicBezTo>
                    <a:pt x="2843" y="9813"/>
                    <a:pt x="3551" y="10636"/>
                    <a:pt x="5095" y="10636"/>
                  </a:cubicBezTo>
                  <a:cubicBezTo>
                    <a:pt x="6363" y="10636"/>
                    <a:pt x="7727" y="9881"/>
                    <a:pt x="7727" y="8612"/>
                  </a:cubicBezTo>
                  <a:cubicBezTo>
                    <a:pt x="7727" y="7951"/>
                    <a:pt x="7363" y="7445"/>
                    <a:pt x="6647" y="7109"/>
                  </a:cubicBezTo>
                  <a:cubicBezTo>
                    <a:pt x="6130" y="6866"/>
                    <a:pt x="5472" y="6726"/>
                    <a:pt x="4773" y="6578"/>
                  </a:cubicBezTo>
                  <a:cubicBezTo>
                    <a:pt x="2620" y="6120"/>
                    <a:pt x="1209" y="5683"/>
                    <a:pt x="1209" y="3859"/>
                  </a:cubicBezTo>
                  <a:cubicBezTo>
                    <a:pt x="1209" y="2893"/>
                    <a:pt x="1667" y="2191"/>
                    <a:pt x="2606" y="1711"/>
                  </a:cubicBezTo>
                  <a:cubicBezTo>
                    <a:pt x="3388" y="1313"/>
                    <a:pt x="4350" y="1172"/>
                    <a:pt x="4938" y="1172"/>
                  </a:cubicBezTo>
                  <a:close/>
                  <a:moveTo>
                    <a:pt x="4938" y="1"/>
                  </a:moveTo>
                  <a:cubicBezTo>
                    <a:pt x="2944" y="1"/>
                    <a:pt x="39" y="991"/>
                    <a:pt x="39" y="3861"/>
                  </a:cubicBezTo>
                  <a:cubicBezTo>
                    <a:pt x="39" y="5149"/>
                    <a:pt x="579" y="6129"/>
                    <a:pt x="1644" y="6772"/>
                  </a:cubicBezTo>
                  <a:cubicBezTo>
                    <a:pt x="2505" y="7293"/>
                    <a:pt x="3581" y="7523"/>
                    <a:pt x="4529" y="7724"/>
                  </a:cubicBezTo>
                  <a:cubicBezTo>
                    <a:pt x="5159" y="7857"/>
                    <a:pt x="5755" y="7984"/>
                    <a:pt x="6149" y="8170"/>
                  </a:cubicBezTo>
                  <a:cubicBezTo>
                    <a:pt x="6556" y="8359"/>
                    <a:pt x="6556" y="8518"/>
                    <a:pt x="6556" y="8612"/>
                  </a:cubicBezTo>
                  <a:cubicBezTo>
                    <a:pt x="6556" y="9100"/>
                    <a:pt x="5785" y="9465"/>
                    <a:pt x="5095" y="9465"/>
                  </a:cubicBezTo>
                  <a:cubicBezTo>
                    <a:pt x="4089" y="9465"/>
                    <a:pt x="3664" y="8971"/>
                    <a:pt x="3215" y="8449"/>
                  </a:cubicBezTo>
                  <a:cubicBezTo>
                    <a:pt x="2833" y="8005"/>
                    <a:pt x="2401" y="7501"/>
                    <a:pt x="1656" y="7501"/>
                  </a:cubicBezTo>
                  <a:cubicBezTo>
                    <a:pt x="860" y="7501"/>
                    <a:pt x="0" y="8087"/>
                    <a:pt x="0" y="9035"/>
                  </a:cubicBezTo>
                  <a:cubicBezTo>
                    <a:pt x="0" y="10459"/>
                    <a:pt x="1462" y="12423"/>
                    <a:pt x="5104" y="12423"/>
                  </a:cubicBezTo>
                  <a:cubicBezTo>
                    <a:pt x="6926" y="12419"/>
                    <a:pt x="8301" y="11954"/>
                    <a:pt x="9187" y="11036"/>
                  </a:cubicBezTo>
                  <a:cubicBezTo>
                    <a:pt x="10167" y="10024"/>
                    <a:pt x="10211" y="8803"/>
                    <a:pt x="10200" y="8442"/>
                  </a:cubicBezTo>
                  <a:cubicBezTo>
                    <a:pt x="10199" y="7101"/>
                    <a:pt x="9638" y="6090"/>
                    <a:pt x="8536" y="5435"/>
                  </a:cubicBezTo>
                  <a:cubicBezTo>
                    <a:pt x="7642" y="4904"/>
                    <a:pt x="6537" y="4685"/>
                    <a:pt x="5560" y="4492"/>
                  </a:cubicBezTo>
                  <a:cubicBezTo>
                    <a:pt x="4939" y="4370"/>
                    <a:pt x="4354" y="4255"/>
                    <a:pt x="3966" y="4084"/>
                  </a:cubicBezTo>
                  <a:cubicBezTo>
                    <a:pt x="3588" y="3916"/>
                    <a:pt x="3588" y="3781"/>
                    <a:pt x="3588" y="3703"/>
                  </a:cubicBezTo>
                  <a:cubicBezTo>
                    <a:pt x="3588" y="3429"/>
                    <a:pt x="4016" y="3050"/>
                    <a:pt x="4821" y="3050"/>
                  </a:cubicBezTo>
                  <a:cubicBezTo>
                    <a:pt x="5790" y="3050"/>
                    <a:pt x="6153" y="3418"/>
                    <a:pt x="6570" y="3847"/>
                  </a:cubicBezTo>
                  <a:cubicBezTo>
                    <a:pt x="6921" y="4202"/>
                    <a:pt x="7354" y="4644"/>
                    <a:pt x="8102" y="4644"/>
                  </a:cubicBezTo>
                  <a:cubicBezTo>
                    <a:pt x="8966" y="4644"/>
                    <a:pt x="9781" y="4016"/>
                    <a:pt x="9781" y="3082"/>
                  </a:cubicBezTo>
                  <a:cubicBezTo>
                    <a:pt x="9781" y="1768"/>
                    <a:pt x="7722" y="1"/>
                    <a:pt x="4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71" name="Google Shape;11371;p67"/>
            <p:cNvSpPr/>
            <p:nvPr/>
          </p:nvSpPr>
          <p:spPr>
            <a:xfrm>
              <a:off x="3988564" y="2571836"/>
              <a:ext cx="417045" cy="416878"/>
            </a:xfrm>
            <a:custGeom>
              <a:rect l="l" t="t" r="r" b="b"/>
              <a:pathLst>
                <a:path w="19983" h="19975" extrusionOk="0">
                  <a:moveTo>
                    <a:pt x="5465" y="1172"/>
                  </a:moveTo>
                  <a:cubicBezTo>
                    <a:pt x="6229" y="1172"/>
                    <a:pt x="6714" y="1356"/>
                    <a:pt x="7184" y="1548"/>
                  </a:cubicBezTo>
                  <a:cubicBezTo>
                    <a:pt x="7842" y="1820"/>
                    <a:pt x="8120" y="1882"/>
                    <a:pt x="8506" y="1882"/>
                  </a:cubicBezTo>
                  <a:cubicBezTo>
                    <a:pt x="8831" y="1882"/>
                    <a:pt x="9232" y="1838"/>
                    <a:pt x="10000" y="1838"/>
                  </a:cubicBezTo>
                  <a:cubicBezTo>
                    <a:pt x="13275" y="1838"/>
                    <a:pt x="15226" y="3478"/>
                    <a:pt x="16286" y="4855"/>
                  </a:cubicBezTo>
                  <a:cubicBezTo>
                    <a:pt x="17660" y="6641"/>
                    <a:pt x="18149" y="8709"/>
                    <a:pt x="18149" y="9937"/>
                  </a:cubicBezTo>
                  <a:cubicBezTo>
                    <a:pt x="18149" y="11304"/>
                    <a:pt x="17841" y="11405"/>
                    <a:pt x="18414" y="12744"/>
                  </a:cubicBezTo>
                  <a:cubicBezTo>
                    <a:pt x="18610" y="13203"/>
                    <a:pt x="18812" y="13675"/>
                    <a:pt x="18812" y="14565"/>
                  </a:cubicBezTo>
                  <a:cubicBezTo>
                    <a:pt x="18812" y="15702"/>
                    <a:pt x="18373" y="16765"/>
                    <a:pt x="17575" y="17561"/>
                  </a:cubicBezTo>
                  <a:cubicBezTo>
                    <a:pt x="16776" y="18358"/>
                    <a:pt x="15671" y="18803"/>
                    <a:pt x="14546" y="18803"/>
                  </a:cubicBezTo>
                  <a:cubicBezTo>
                    <a:pt x="14544" y="18803"/>
                    <a:pt x="14542" y="18803"/>
                    <a:pt x="14540" y="18803"/>
                  </a:cubicBezTo>
                  <a:lnTo>
                    <a:pt x="14519" y="18803"/>
                  </a:lnTo>
                  <a:cubicBezTo>
                    <a:pt x="13754" y="18803"/>
                    <a:pt x="13270" y="18612"/>
                    <a:pt x="12799" y="18418"/>
                  </a:cubicBezTo>
                  <a:cubicBezTo>
                    <a:pt x="12161" y="18154"/>
                    <a:pt x="11842" y="18085"/>
                    <a:pt x="11520" y="18085"/>
                  </a:cubicBezTo>
                  <a:cubicBezTo>
                    <a:pt x="11167" y="18085"/>
                    <a:pt x="10809" y="18168"/>
                    <a:pt x="10022" y="18168"/>
                  </a:cubicBezTo>
                  <a:cubicBezTo>
                    <a:pt x="6746" y="18168"/>
                    <a:pt x="4785" y="16516"/>
                    <a:pt x="3717" y="15131"/>
                  </a:cubicBezTo>
                  <a:cubicBezTo>
                    <a:pt x="2328" y="13328"/>
                    <a:pt x="1835" y="11257"/>
                    <a:pt x="1835" y="10031"/>
                  </a:cubicBezTo>
                  <a:cubicBezTo>
                    <a:pt x="1835" y="8674"/>
                    <a:pt x="2146" y="8571"/>
                    <a:pt x="1569" y="7222"/>
                  </a:cubicBezTo>
                  <a:cubicBezTo>
                    <a:pt x="1375" y="6765"/>
                    <a:pt x="1173" y="6293"/>
                    <a:pt x="1171" y="5408"/>
                  </a:cubicBezTo>
                  <a:cubicBezTo>
                    <a:pt x="1175" y="3063"/>
                    <a:pt x="3100" y="1172"/>
                    <a:pt x="5465" y="1172"/>
                  </a:cubicBezTo>
                  <a:close/>
                  <a:moveTo>
                    <a:pt x="5465" y="0"/>
                  </a:moveTo>
                  <a:cubicBezTo>
                    <a:pt x="3993" y="0"/>
                    <a:pt x="2617" y="552"/>
                    <a:pt x="1587" y="1582"/>
                  </a:cubicBezTo>
                  <a:cubicBezTo>
                    <a:pt x="566" y="2603"/>
                    <a:pt x="4" y="3960"/>
                    <a:pt x="0" y="5403"/>
                  </a:cubicBezTo>
                  <a:lnTo>
                    <a:pt x="0" y="5414"/>
                  </a:lnTo>
                  <a:cubicBezTo>
                    <a:pt x="2" y="6535"/>
                    <a:pt x="274" y="7170"/>
                    <a:pt x="492" y="7682"/>
                  </a:cubicBezTo>
                  <a:cubicBezTo>
                    <a:pt x="938" y="8725"/>
                    <a:pt x="664" y="8547"/>
                    <a:pt x="664" y="10031"/>
                  </a:cubicBezTo>
                  <a:cubicBezTo>
                    <a:pt x="664" y="11738"/>
                    <a:pt x="1385" y="14023"/>
                    <a:pt x="2790" y="15845"/>
                  </a:cubicBezTo>
                  <a:cubicBezTo>
                    <a:pt x="4019" y="17439"/>
                    <a:pt x="6270" y="19339"/>
                    <a:pt x="10022" y="19339"/>
                  </a:cubicBezTo>
                  <a:cubicBezTo>
                    <a:pt x="10942" y="19339"/>
                    <a:pt x="11234" y="19255"/>
                    <a:pt x="11494" y="19255"/>
                  </a:cubicBezTo>
                  <a:cubicBezTo>
                    <a:pt x="11700" y="19255"/>
                    <a:pt x="11887" y="19308"/>
                    <a:pt x="12353" y="19500"/>
                  </a:cubicBezTo>
                  <a:cubicBezTo>
                    <a:pt x="12875" y="19716"/>
                    <a:pt x="13523" y="19974"/>
                    <a:pt x="14519" y="19974"/>
                  </a:cubicBezTo>
                  <a:lnTo>
                    <a:pt x="14554" y="19974"/>
                  </a:lnTo>
                  <a:cubicBezTo>
                    <a:pt x="15985" y="19974"/>
                    <a:pt x="17386" y="19403"/>
                    <a:pt x="18402" y="18391"/>
                  </a:cubicBezTo>
                  <a:cubicBezTo>
                    <a:pt x="19422" y="17374"/>
                    <a:pt x="19983" y="16015"/>
                    <a:pt x="19983" y="14565"/>
                  </a:cubicBezTo>
                  <a:cubicBezTo>
                    <a:pt x="19983" y="13436"/>
                    <a:pt x="19711" y="12797"/>
                    <a:pt x="19491" y="12284"/>
                  </a:cubicBezTo>
                  <a:cubicBezTo>
                    <a:pt x="19045" y="11243"/>
                    <a:pt x="19320" y="11421"/>
                    <a:pt x="19320" y="9937"/>
                  </a:cubicBezTo>
                  <a:cubicBezTo>
                    <a:pt x="19320" y="8218"/>
                    <a:pt x="18603" y="5946"/>
                    <a:pt x="17213" y="4140"/>
                  </a:cubicBezTo>
                  <a:cubicBezTo>
                    <a:pt x="15994" y="2557"/>
                    <a:pt x="13753" y="667"/>
                    <a:pt x="10000" y="667"/>
                  </a:cubicBezTo>
                  <a:cubicBezTo>
                    <a:pt x="9146" y="667"/>
                    <a:pt x="8785" y="712"/>
                    <a:pt x="8528" y="712"/>
                  </a:cubicBezTo>
                  <a:cubicBezTo>
                    <a:pt x="8261" y="712"/>
                    <a:pt x="8109" y="664"/>
                    <a:pt x="7630" y="466"/>
                  </a:cubicBezTo>
                  <a:cubicBezTo>
                    <a:pt x="7110" y="252"/>
                    <a:pt x="6461" y="0"/>
                    <a:pt x="5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72" name="Google Shape;11372;p67"/>
          <p:cNvGrpSpPr/>
          <p:nvPr/>
        </p:nvGrpSpPr>
        <p:grpSpPr>
          <a:xfrm>
            <a:off x="2844747" y="3755436"/>
            <a:ext cx="407391" cy="407391"/>
            <a:chOff x="4500573" y="2571753"/>
            <a:chExt cx="417024" cy="417024"/>
          </a:xfrm>
        </p:grpSpPr>
        <p:sp>
          <p:nvSpPr>
            <p:cNvPr id="11373" name="Google Shape;11373;p67"/>
            <p:cNvSpPr/>
            <p:nvPr/>
          </p:nvSpPr>
          <p:spPr>
            <a:xfrm>
              <a:off x="4550263" y="2632817"/>
              <a:ext cx="317683" cy="293244"/>
            </a:xfrm>
            <a:custGeom>
              <a:rect l="l" t="t" r="r" b="b"/>
              <a:pathLst>
                <a:path w="15222" h="14051" extrusionOk="0">
                  <a:moveTo>
                    <a:pt x="7616" y="1172"/>
                  </a:moveTo>
                  <a:cubicBezTo>
                    <a:pt x="8529" y="1202"/>
                    <a:pt x="10613" y="1570"/>
                    <a:pt x="10613" y="4280"/>
                  </a:cubicBezTo>
                  <a:cubicBezTo>
                    <a:pt x="10613" y="4791"/>
                    <a:pt x="10565" y="5662"/>
                    <a:pt x="10565" y="5683"/>
                  </a:cubicBezTo>
                  <a:cubicBezTo>
                    <a:pt x="10565" y="6490"/>
                    <a:pt x="11186" y="6530"/>
                    <a:pt x="11312" y="6530"/>
                  </a:cubicBezTo>
                  <a:cubicBezTo>
                    <a:pt x="11563" y="6530"/>
                    <a:pt x="11867" y="6461"/>
                    <a:pt x="12149" y="6399"/>
                  </a:cubicBezTo>
                  <a:lnTo>
                    <a:pt x="12149" y="6399"/>
                  </a:lnTo>
                  <a:cubicBezTo>
                    <a:pt x="11697" y="6589"/>
                    <a:pt x="10875" y="6838"/>
                    <a:pt x="10875" y="7608"/>
                  </a:cubicBezTo>
                  <a:cubicBezTo>
                    <a:pt x="10875" y="9260"/>
                    <a:pt x="12294" y="9897"/>
                    <a:pt x="13233" y="10316"/>
                  </a:cubicBezTo>
                  <a:cubicBezTo>
                    <a:pt x="13419" y="10399"/>
                    <a:pt x="13661" y="10509"/>
                    <a:pt x="13838" y="10608"/>
                  </a:cubicBezTo>
                  <a:cubicBezTo>
                    <a:pt x="13590" y="10652"/>
                    <a:pt x="13247" y="10703"/>
                    <a:pt x="12826" y="10802"/>
                  </a:cubicBezTo>
                  <a:cubicBezTo>
                    <a:pt x="12446" y="10894"/>
                    <a:pt x="12149" y="11195"/>
                    <a:pt x="12067" y="11574"/>
                  </a:cubicBezTo>
                  <a:cubicBezTo>
                    <a:pt x="12058" y="11614"/>
                    <a:pt x="12049" y="11652"/>
                    <a:pt x="12041" y="11683"/>
                  </a:cubicBezTo>
                  <a:cubicBezTo>
                    <a:pt x="11837" y="11646"/>
                    <a:pt x="11549" y="11584"/>
                    <a:pt x="11156" y="11584"/>
                  </a:cubicBezTo>
                  <a:cubicBezTo>
                    <a:pt x="10220" y="11584"/>
                    <a:pt x="9658" y="11968"/>
                    <a:pt x="9161" y="12306"/>
                  </a:cubicBezTo>
                  <a:cubicBezTo>
                    <a:pt x="8711" y="12614"/>
                    <a:pt x="8322" y="12879"/>
                    <a:pt x="7611" y="12881"/>
                  </a:cubicBezTo>
                  <a:cubicBezTo>
                    <a:pt x="6900" y="12879"/>
                    <a:pt x="6511" y="12614"/>
                    <a:pt x="6060" y="12306"/>
                  </a:cubicBezTo>
                  <a:cubicBezTo>
                    <a:pt x="5563" y="11968"/>
                    <a:pt x="5000" y="11584"/>
                    <a:pt x="4064" y="11584"/>
                  </a:cubicBezTo>
                  <a:cubicBezTo>
                    <a:pt x="3671" y="11584"/>
                    <a:pt x="3381" y="11646"/>
                    <a:pt x="3180" y="11683"/>
                  </a:cubicBezTo>
                  <a:cubicBezTo>
                    <a:pt x="3171" y="11652"/>
                    <a:pt x="3164" y="11614"/>
                    <a:pt x="3155" y="11574"/>
                  </a:cubicBezTo>
                  <a:cubicBezTo>
                    <a:pt x="3072" y="11195"/>
                    <a:pt x="2775" y="10894"/>
                    <a:pt x="2394" y="10802"/>
                  </a:cubicBezTo>
                  <a:cubicBezTo>
                    <a:pt x="1973" y="10703"/>
                    <a:pt x="1630" y="10652"/>
                    <a:pt x="1384" y="10608"/>
                  </a:cubicBezTo>
                  <a:cubicBezTo>
                    <a:pt x="1559" y="10509"/>
                    <a:pt x="1803" y="10399"/>
                    <a:pt x="1987" y="10316"/>
                  </a:cubicBezTo>
                  <a:cubicBezTo>
                    <a:pt x="2927" y="9897"/>
                    <a:pt x="4347" y="9260"/>
                    <a:pt x="4347" y="7608"/>
                  </a:cubicBezTo>
                  <a:cubicBezTo>
                    <a:pt x="4347" y="6838"/>
                    <a:pt x="3525" y="6589"/>
                    <a:pt x="3072" y="6399"/>
                  </a:cubicBezTo>
                  <a:lnTo>
                    <a:pt x="3072" y="6399"/>
                  </a:lnTo>
                  <a:cubicBezTo>
                    <a:pt x="3355" y="6461"/>
                    <a:pt x="3657" y="6530"/>
                    <a:pt x="3910" y="6530"/>
                  </a:cubicBezTo>
                  <a:cubicBezTo>
                    <a:pt x="4034" y="6530"/>
                    <a:pt x="4655" y="6490"/>
                    <a:pt x="4655" y="5683"/>
                  </a:cubicBezTo>
                  <a:cubicBezTo>
                    <a:pt x="4655" y="5662"/>
                    <a:pt x="4609" y="4793"/>
                    <a:pt x="4609" y="4280"/>
                  </a:cubicBezTo>
                  <a:cubicBezTo>
                    <a:pt x="4609" y="1558"/>
                    <a:pt x="6698" y="1199"/>
                    <a:pt x="7616" y="1172"/>
                  </a:cubicBezTo>
                  <a:close/>
                  <a:moveTo>
                    <a:pt x="7602" y="1"/>
                  </a:moveTo>
                  <a:cubicBezTo>
                    <a:pt x="7201" y="11"/>
                    <a:pt x="6164" y="98"/>
                    <a:pt x="5219" y="691"/>
                  </a:cubicBezTo>
                  <a:cubicBezTo>
                    <a:pt x="4407" y="1200"/>
                    <a:pt x="3438" y="2237"/>
                    <a:pt x="3438" y="4280"/>
                  </a:cubicBezTo>
                  <a:cubicBezTo>
                    <a:pt x="3438" y="4714"/>
                    <a:pt x="3454" y="5041"/>
                    <a:pt x="3466" y="5288"/>
                  </a:cubicBezTo>
                  <a:cubicBezTo>
                    <a:pt x="3176" y="5225"/>
                    <a:pt x="2914" y="5159"/>
                    <a:pt x="2711" y="5159"/>
                  </a:cubicBezTo>
                  <a:cubicBezTo>
                    <a:pt x="2005" y="5159"/>
                    <a:pt x="1492" y="5593"/>
                    <a:pt x="1492" y="6187"/>
                  </a:cubicBezTo>
                  <a:cubicBezTo>
                    <a:pt x="1492" y="7031"/>
                    <a:pt x="2302" y="7355"/>
                    <a:pt x="2785" y="7547"/>
                  </a:cubicBezTo>
                  <a:cubicBezTo>
                    <a:pt x="2907" y="7595"/>
                    <a:pt x="3077" y="7664"/>
                    <a:pt x="3173" y="7717"/>
                  </a:cubicBezTo>
                  <a:cubicBezTo>
                    <a:pt x="3084" y="8885"/>
                    <a:pt x="1453" y="9124"/>
                    <a:pt x="595" y="9723"/>
                  </a:cubicBezTo>
                  <a:cubicBezTo>
                    <a:pt x="201" y="9999"/>
                    <a:pt x="1" y="10337"/>
                    <a:pt x="1" y="10730"/>
                  </a:cubicBezTo>
                  <a:cubicBezTo>
                    <a:pt x="1" y="11119"/>
                    <a:pt x="194" y="11425"/>
                    <a:pt x="547" y="11590"/>
                  </a:cubicBezTo>
                  <a:cubicBezTo>
                    <a:pt x="892" y="11752"/>
                    <a:pt x="1340" y="11765"/>
                    <a:pt x="2032" y="11920"/>
                  </a:cubicBezTo>
                  <a:cubicBezTo>
                    <a:pt x="2081" y="12138"/>
                    <a:pt x="2134" y="12318"/>
                    <a:pt x="2231" y="12474"/>
                  </a:cubicBezTo>
                  <a:cubicBezTo>
                    <a:pt x="2428" y="12789"/>
                    <a:pt x="2691" y="12874"/>
                    <a:pt x="2981" y="12874"/>
                  </a:cubicBezTo>
                  <a:cubicBezTo>
                    <a:pt x="3325" y="12874"/>
                    <a:pt x="3708" y="12754"/>
                    <a:pt x="4064" y="12754"/>
                  </a:cubicBezTo>
                  <a:cubicBezTo>
                    <a:pt x="4639" y="12754"/>
                    <a:pt x="4975" y="12984"/>
                    <a:pt x="5400" y="13274"/>
                  </a:cubicBezTo>
                  <a:cubicBezTo>
                    <a:pt x="5907" y="13619"/>
                    <a:pt x="6537" y="14050"/>
                    <a:pt x="7609" y="14050"/>
                  </a:cubicBezTo>
                  <a:lnTo>
                    <a:pt x="7611" y="14050"/>
                  </a:lnTo>
                  <a:cubicBezTo>
                    <a:pt x="8683" y="14050"/>
                    <a:pt x="9315" y="13620"/>
                    <a:pt x="9821" y="13274"/>
                  </a:cubicBezTo>
                  <a:cubicBezTo>
                    <a:pt x="10247" y="12984"/>
                    <a:pt x="10581" y="12754"/>
                    <a:pt x="11156" y="12754"/>
                  </a:cubicBezTo>
                  <a:cubicBezTo>
                    <a:pt x="11621" y="12754"/>
                    <a:pt x="11881" y="12881"/>
                    <a:pt x="12228" y="12881"/>
                  </a:cubicBezTo>
                  <a:cubicBezTo>
                    <a:pt x="12647" y="12881"/>
                    <a:pt x="12874" y="12660"/>
                    <a:pt x="12991" y="12474"/>
                  </a:cubicBezTo>
                  <a:cubicBezTo>
                    <a:pt x="13088" y="12318"/>
                    <a:pt x="13139" y="12136"/>
                    <a:pt x="13189" y="11920"/>
                  </a:cubicBezTo>
                  <a:cubicBezTo>
                    <a:pt x="13880" y="11765"/>
                    <a:pt x="14328" y="11752"/>
                    <a:pt x="14673" y="11590"/>
                  </a:cubicBezTo>
                  <a:cubicBezTo>
                    <a:pt x="15027" y="11425"/>
                    <a:pt x="15221" y="11119"/>
                    <a:pt x="15221" y="10730"/>
                  </a:cubicBezTo>
                  <a:cubicBezTo>
                    <a:pt x="15221" y="10337"/>
                    <a:pt x="15020" y="9999"/>
                    <a:pt x="14625" y="9723"/>
                  </a:cubicBezTo>
                  <a:cubicBezTo>
                    <a:pt x="13769" y="9124"/>
                    <a:pt x="12136" y="8885"/>
                    <a:pt x="12048" y="7717"/>
                  </a:cubicBezTo>
                  <a:cubicBezTo>
                    <a:pt x="12143" y="7664"/>
                    <a:pt x="12313" y="7595"/>
                    <a:pt x="12435" y="7547"/>
                  </a:cubicBezTo>
                  <a:cubicBezTo>
                    <a:pt x="12918" y="7355"/>
                    <a:pt x="13728" y="7031"/>
                    <a:pt x="13728" y="6187"/>
                  </a:cubicBezTo>
                  <a:cubicBezTo>
                    <a:pt x="13728" y="5593"/>
                    <a:pt x="13215" y="5159"/>
                    <a:pt x="12509" y="5159"/>
                  </a:cubicBezTo>
                  <a:cubicBezTo>
                    <a:pt x="12306" y="5159"/>
                    <a:pt x="12044" y="5225"/>
                    <a:pt x="11754" y="5288"/>
                  </a:cubicBezTo>
                  <a:cubicBezTo>
                    <a:pt x="11768" y="5041"/>
                    <a:pt x="11782" y="4714"/>
                    <a:pt x="11782" y="4280"/>
                  </a:cubicBezTo>
                  <a:cubicBezTo>
                    <a:pt x="11782" y="2246"/>
                    <a:pt x="10822" y="1211"/>
                    <a:pt x="10017" y="700"/>
                  </a:cubicBezTo>
                  <a:cubicBezTo>
                    <a:pt x="9076" y="105"/>
                    <a:pt x="8037" y="13"/>
                    <a:pt x="76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74" name="Google Shape;11374;p67"/>
            <p:cNvSpPr/>
            <p:nvPr/>
          </p:nvSpPr>
          <p:spPr>
            <a:xfrm>
              <a:off x="4500573" y="2571753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75" name="Google Shape;11375;p67"/>
          <p:cNvGrpSpPr/>
          <p:nvPr/>
        </p:nvGrpSpPr>
        <p:grpSpPr>
          <a:xfrm>
            <a:off x="3461079" y="3755436"/>
            <a:ext cx="407391" cy="407391"/>
            <a:chOff x="5012603" y="2571753"/>
            <a:chExt cx="417024" cy="417024"/>
          </a:xfrm>
        </p:grpSpPr>
        <p:sp>
          <p:nvSpPr>
            <p:cNvPr id="11376" name="Google Shape;11376;p67"/>
            <p:cNvSpPr/>
            <p:nvPr/>
          </p:nvSpPr>
          <p:spPr>
            <a:xfrm>
              <a:off x="5133124" y="2631210"/>
              <a:ext cx="180818" cy="300048"/>
            </a:xfrm>
            <a:custGeom>
              <a:rect l="l" t="t" r="r" b="b"/>
              <a:pathLst>
                <a:path w="8664" h="14377" extrusionOk="0">
                  <a:moveTo>
                    <a:pt x="4683" y="1171"/>
                  </a:moveTo>
                  <a:lnTo>
                    <a:pt x="4683" y="3395"/>
                  </a:lnTo>
                  <a:cubicBezTo>
                    <a:pt x="4683" y="3719"/>
                    <a:pt x="4945" y="3980"/>
                    <a:pt x="5269" y="3980"/>
                  </a:cubicBezTo>
                  <a:lnTo>
                    <a:pt x="7493" y="3980"/>
                  </a:lnTo>
                  <a:lnTo>
                    <a:pt x="7493" y="5620"/>
                  </a:lnTo>
                  <a:lnTo>
                    <a:pt x="5269" y="5620"/>
                  </a:lnTo>
                  <a:cubicBezTo>
                    <a:pt x="4945" y="5620"/>
                    <a:pt x="4683" y="5882"/>
                    <a:pt x="4683" y="6206"/>
                  </a:cubicBezTo>
                  <a:lnTo>
                    <a:pt x="4683" y="9859"/>
                  </a:lnTo>
                  <a:cubicBezTo>
                    <a:pt x="4683" y="10227"/>
                    <a:pt x="4706" y="10648"/>
                    <a:pt x="4975" y="10986"/>
                  </a:cubicBezTo>
                  <a:cubicBezTo>
                    <a:pt x="5327" y="11423"/>
                    <a:pt x="5899" y="11474"/>
                    <a:pt x="6299" y="11474"/>
                  </a:cubicBezTo>
                  <a:lnTo>
                    <a:pt x="7494" y="11474"/>
                  </a:lnTo>
                  <a:lnTo>
                    <a:pt x="7494" y="13158"/>
                  </a:lnTo>
                  <a:cubicBezTo>
                    <a:pt x="7137" y="13183"/>
                    <a:pt x="6635" y="13207"/>
                    <a:pt x="6113" y="13207"/>
                  </a:cubicBezTo>
                  <a:cubicBezTo>
                    <a:pt x="3848" y="13207"/>
                    <a:pt x="3044" y="11806"/>
                    <a:pt x="3044" y="10607"/>
                  </a:cubicBezTo>
                  <a:lnTo>
                    <a:pt x="3044" y="6206"/>
                  </a:lnTo>
                  <a:cubicBezTo>
                    <a:pt x="3044" y="5882"/>
                    <a:pt x="2782" y="5620"/>
                    <a:pt x="2460" y="5620"/>
                  </a:cubicBezTo>
                  <a:lnTo>
                    <a:pt x="1172" y="5620"/>
                  </a:lnTo>
                  <a:lnTo>
                    <a:pt x="1172" y="4090"/>
                  </a:lnTo>
                  <a:cubicBezTo>
                    <a:pt x="2035" y="3913"/>
                    <a:pt x="2690" y="3487"/>
                    <a:pt x="3120" y="2820"/>
                  </a:cubicBezTo>
                  <a:cubicBezTo>
                    <a:pt x="3463" y="2289"/>
                    <a:pt x="3608" y="1697"/>
                    <a:pt x="3703" y="1171"/>
                  </a:cubicBezTo>
                  <a:close/>
                  <a:moveTo>
                    <a:pt x="3208" y="0"/>
                  </a:moveTo>
                  <a:cubicBezTo>
                    <a:pt x="2922" y="0"/>
                    <a:pt x="2677" y="207"/>
                    <a:pt x="2631" y="490"/>
                  </a:cubicBezTo>
                  <a:cubicBezTo>
                    <a:pt x="2409" y="1822"/>
                    <a:pt x="2209" y="2861"/>
                    <a:pt x="537" y="3000"/>
                  </a:cubicBezTo>
                  <a:cubicBezTo>
                    <a:pt x="234" y="3025"/>
                    <a:pt x="1" y="3278"/>
                    <a:pt x="1" y="3582"/>
                  </a:cubicBezTo>
                  <a:lnTo>
                    <a:pt x="1" y="6206"/>
                  </a:lnTo>
                  <a:cubicBezTo>
                    <a:pt x="1" y="6529"/>
                    <a:pt x="263" y="6791"/>
                    <a:pt x="586" y="6791"/>
                  </a:cubicBezTo>
                  <a:lnTo>
                    <a:pt x="1874" y="6791"/>
                  </a:lnTo>
                  <a:lnTo>
                    <a:pt x="1874" y="10607"/>
                  </a:lnTo>
                  <a:cubicBezTo>
                    <a:pt x="1874" y="12618"/>
                    <a:pt x="3355" y="14377"/>
                    <a:pt x="6111" y="14377"/>
                  </a:cubicBezTo>
                  <a:cubicBezTo>
                    <a:pt x="7158" y="14377"/>
                    <a:pt x="8098" y="14285"/>
                    <a:pt x="8137" y="14281"/>
                  </a:cubicBezTo>
                  <a:cubicBezTo>
                    <a:pt x="8436" y="14251"/>
                    <a:pt x="8664" y="14000"/>
                    <a:pt x="8664" y="13699"/>
                  </a:cubicBezTo>
                  <a:lnTo>
                    <a:pt x="8664" y="10888"/>
                  </a:lnTo>
                  <a:cubicBezTo>
                    <a:pt x="8664" y="10565"/>
                    <a:pt x="8402" y="10303"/>
                    <a:pt x="8078" y="10303"/>
                  </a:cubicBezTo>
                  <a:lnTo>
                    <a:pt x="6299" y="10303"/>
                  </a:lnTo>
                  <a:cubicBezTo>
                    <a:pt x="5828" y="10303"/>
                    <a:pt x="5855" y="10292"/>
                    <a:pt x="5855" y="9859"/>
                  </a:cubicBezTo>
                  <a:lnTo>
                    <a:pt x="5855" y="6791"/>
                  </a:lnTo>
                  <a:lnTo>
                    <a:pt x="8078" y="6791"/>
                  </a:lnTo>
                  <a:cubicBezTo>
                    <a:pt x="8402" y="6791"/>
                    <a:pt x="8664" y="6529"/>
                    <a:pt x="8664" y="6206"/>
                  </a:cubicBezTo>
                  <a:lnTo>
                    <a:pt x="8664" y="3397"/>
                  </a:lnTo>
                  <a:cubicBezTo>
                    <a:pt x="8664" y="3073"/>
                    <a:pt x="8402" y="2811"/>
                    <a:pt x="8078" y="2811"/>
                  </a:cubicBezTo>
                  <a:lnTo>
                    <a:pt x="5855" y="2811"/>
                  </a:lnTo>
                  <a:lnTo>
                    <a:pt x="5855" y="586"/>
                  </a:lnTo>
                  <a:cubicBezTo>
                    <a:pt x="5855" y="262"/>
                    <a:pt x="5593" y="0"/>
                    <a:pt x="5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77" name="Google Shape;11377;p67"/>
            <p:cNvSpPr/>
            <p:nvPr/>
          </p:nvSpPr>
          <p:spPr>
            <a:xfrm>
              <a:off x="5012603" y="2571753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17053" y="1172"/>
                  </a:moveTo>
                  <a:cubicBezTo>
                    <a:pt x="18007" y="1172"/>
                    <a:pt x="18810" y="1993"/>
                    <a:pt x="18810" y="2966"/>
                  </a:cubicBezTo>
                  <a:lnTo>
                    <a:pt x="18810" y="17017"/>
                  </a:lnTo>
                  <a:cubicBezTo>
                    <a:pt x="18810" y="17990"/>
                    <a:pt x="18007" y="18811"/>
                    <a:pt x="17053" y="18811"/>
                  </a:cubicBezTo>
                  <a:lnTo>
                    <a:pt x="2965" y="18811"/>
                  </a:lnTo>
                  <a:cubicBezTo>
                    <a:pt x="1992" y="18811"/>
                    <a:pt x="1169" y="17990"/>
                    <a:pt x="1169" y="17017"/>
                  </a:cubicBezTo>
                  <a:lnTo>
                    <a:pt x="1169" y="2966"/>
                  </a:lnTo>
                  <a:cubicBezTo>
                    <a:pt x="1169" y="1993"/>
                    <a:pt x="1992" y="1172"/>
                    <a:pt x="2965" y="1172"/>
                  </a:cubicBezTo>
                  <a:close/>
                  <a:moveTo>
                    <a:pt x="2965" y="1"/>
                  </a:moveTo>
                  <a:cubicBezTo>
                    <a:pt x="1346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6"/>
                    <a:pt x="1348" y="19982"/>
                    <a:pt x="2965" y="19982"/>
                  </a:cubicBezTo>
                  <a:lnTo>
                    <a:pt x="17053" y="19982"/>
                  </a:lnTo>
                  <a:cubicBezTo>
                    <a:pt x="18672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9"/>
                    <a:pt x="18672" y="1"/>
                    <a:pt x="17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78" name="Google Shape;11378;p67"/>
          <p:cNvSpPr/>
          <p:nvPr/>
        </p:nvSpPr>
        <p:spPr>
          <a:xfrm>
            <a:off x="5201286" y="3238852"/>
            <a:ext cx="407383" cy="407383"/>
          </a:xfrm>
          <a:custGeom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379" name="Google Shape;11379;p67"/>
          <p:cNvGrpSpPr/>
          <p:nvPr/>
        </p:nvGrpSpPr>
        <p:grpSpPr>
          <a:xfrm>
            <a:off x="5721826" y="3238790"/>
            <a:ext cx="407432" cy="407391"/>
            <a:chOff x="812101" y="2571761"/>
            <a:chExt cx="417066" cy="417024"/>
          </a:xfrm>
        </p:grpSpPr>
        <p:sp>
          <p:nvSpPr>
            <p:cNvPr id="11380" name="Google Shape;11380;p67"/>
            <p:cNvSpPr/>
            <p:nvPr/>
          </p:nvSpPr>
          <p:spPr>
            <a:xfrm>
              <a:off x="935084" y="2694744"/>
              <a:ext cx="171071" cy="171071"/>
            </a:xfrm>
            <a:custGeom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1" name="Google Shape;11381;p67"/>
            <p:cNvSpPr/>
            <p:nvPr/>
          </p:nvSpPr>
          <p:spPr>
            <a:xfrm>
              <a:off x="860977" y="2620616"/>
              <a:ext cx="319311" cy="319290"/>
            </a:xfrm>
            <a:custGeom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2" name="Google Shape;11382;p67"/>
            <p:cNvSpPr/>
            <p:nvPr/>
          </p:nvSpPr>
          <p:spPr>
            <a:xfrm>
              <a:off x="812101" y="2571761"/>
              <a:ext cx="417066" cy="417024"/>
            </a:xfrm>
            <a:custGeom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3" name="Google Shape;11383;p67"/>
            <p:cNvSpPr/>
            <p:nvPr/>
          </p:nvSpPr>
          <p:spPr>
            <a:xfrm>
              <a:off x="1081712" y="2670306"/>
              <a:ext cx="48878" cy="48898"/>
            </a:xfrm>
            <a:custGeom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84" name="Google Shape;11384;p67"/>
          <p:cNvGrpSpPr/>
          <p:nvPr/>
        </p:nvGrpSpPr>
        <p:grpSpPr>
          <a:xfrm>
            <a:off x="6242420" y="3238790"/>
            <a:ext cx="407391" cy="407391"/>
            <a:chOff x="1323129" y="2571761"/>
            <a:chExt cx="417024" cy="417024"/>
          </a:xfrm>
        </p:grpSpPr>
        <p:sp>
          <p:nvSpPr>
            <p:cNvPr id="11385" name="Google Shape;11385;p67"/>
            <p:cNvSpPr/>
            <p:nvPr/>
          </p:nvSpPr>
          <p:spPr>
            <a:xfrm>
              <a:off x="1385007" y="2719183"/>
              <a:ext cx="73337" cy="219907"/>
            </a:xfrm>
            <a:custGeom>
              <a:rect l="l" t="t" r="r" b="b"/>
              <a:pathLst>
                <a:path w="3513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6" name="Google Shape;11386;p67"/>
            <p:cNvSpPr/>
            <p:nvPr/>
          </p:nvSpPr>
          <p:spPr>
            <a:xfrm>
              <a:off x="1385007" y="2621430"/>
              <a:ext cx="73337" cy="73337"/>
            </a:xfrm>
            <a:custGeom>
              <a:rect l="l" t="t" r="r" b="b"/>
              <a:pathLst>
                <a:path w="3513" h="3513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7" name="Google Shape;11387;p67"/>
            <p:cNvSpPr/>
            <p:nvPr/>
          </p:nvSpPr>
          <p:spPr>
            <a:xfrm>
              <a:off x="1482759" y="2718786"/>
              <a:ext cx="195510" cy="220304"/>
            </a:xfrm>
            <a:custGeom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88" name="Google Shape;11388;p67"/>
            <p:cNvSpPr/>
            <p:nvPr/>
          </p:nvSpPr>
          <p:spPr>
            <a:xfrm>
              <a:off x="1323129" y="2571761"/>
              <a:ext cx="417024" cy="417024"/>
            </a:xfrm>
            <a:custGeom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89" name="Google Shape;11389;p67"/>
          <p:cNvSpPr/>
          <p:nvPr/>
        </p:nvSpPr>
        <p:spPr>
          <a:xfrm>
            <a:off x="6815924" y="3275603"/>
            <a:ext cx="409401" cy="333886"/>
          </a:xfrm>
          <a:custGeom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1390" name="Google Shape;11390;p67"/>
          <p:cNvGrpSpPr/>
          <p:nvPr/>
        </p:nvGrpSpPr>
        <p:grpSpPr>
          <a:xfrm>
            <a:off x="7378895" y="3238843"/>
            <a:ext cx="408023" cy="407411"/>
            <a:chOff x="2344476" y="2571761"/>
            <a:chExt cx="417671" cy="417045"/>
          </a:xfrm>
        </p:grpSpPr>
        <p:sp>
          <p:nvSpPr>
            <p:cNvPr id="11391" name="Google Shape;11391;p67"/>
            <p:cNvSpPr/>
            <p:nvPr/>
          </p:nvSpPr>
          <p:spPr>
            <a:xfrm>
              <a:off x="2344476" y="2571761"/>
              <a:ext cx="417671" cy="417045"/>
            </a:xfrm>
            <a:custGeom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92" name="Google Shape;11392;p67"/>
            <p:cNvSpPr/>
            <p:nvPr/>
          </p:nvSpPr>
          <p:spPr>
            <a:xfrm>
              <a:off x="2421672" y="2657388"/>
              <a:ext cx="260625" cy="243636"/>
            </a:xfrm>
            <a:custGeom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393" name="Google Shape;11393;p67"/>
          <p:cNvGrpSpPr/>
          <p:nvPr/>
        </p:nvGrpSpPr>
        <p:grpSpPr>
          <a:xfrm>
            <a:off x="7109755" y="3759535"/>
            <a:ext cx="399178" cy="399178"/>
            <a:chOff x="2038375" y="3798025"/>
            <a:chExt cx="841792" cy="841792"/>
          </a:xfrm>
        </p:grpSpPr>
        <p:sp>
          <p:nvSpPr>
            <p:cNvPr id="11394" name="Google Shape;11394;p67"/>
            <p:cNvSpPr/>
            <p:nvPr/>
          </p:nvSpPr>
          <p:spPr>
            <a:xfrm>
              <a:off x="2186646" y="3907135"/>
              <a:ext cx="545341" cy="623694"/>
            </a:xfrm>
            <a:custGeom>
              <a:rect l="l" t="t" r="r" b="b"/>
              <a:pathLst>
                <a:path w="182541" h="208766" extrusionOk="0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395" name="Google Shape;11395;p67"/>
            <p:cNvSpPr/>
            <p:nvPr/>
          </p:nvSpPr>
          <p:spPr>
            <a:xfrm>
              <a:off x="2038375" y="3798025"/>
              <a:ext cx="841792" cy="841792"/>
            </a:xfrm>
            <a:custGeom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59593F-BD6E-8D2D-A92C-E6ADA777D5D4}"/>
              </a:ext>
            </a:extLst>
          </p:cNvPr>
          <p:cNvSpPr txBox="1"/>
          <p:nvPr/>
        </p:nvSpPr>
        <p:spPr>
          <a:xfrm>
            <a:off x="2698272" y="567172"/>
            <a:ext cx="36936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>
                <a:solidFill>
                  <a:schemeClr val="bg1"/>
                </a:solidFill>
              </a:rPr>
              <a:t>Маркетинг и SEO иконки 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2026-08-03T14:32:03.026</cp:lastPrinted>
  <dcterms:created xsi:type="dcterms:W3CDTF">2026-08-03T14:32:03Z</dcterms:created>
  <dcterms:modified xsi:type="dcterms:W3CDTF">2026-08-03T14:32:03Z</dcterms:modified>
</cp:coreProperties>
</file>