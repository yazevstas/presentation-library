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7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</p:cSldViewPr>
  </p:slideViewPr>
  <p:notesViewPr>
    <p:cSldViewPr>
      <p:cViewPr>
        <p:scale>
          <a:sx n="1" d="100"/>
          <a:sy n="1" d="100"/>
        </p:scale>
        <p:origin x="0" y="0"/>
      </p:cViewPr>
    </p:cSldViewPr>
  </p:notesViewPr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11150"/>
        <p:cNvGrpSpPr/>
        <p:nvPr/>
      </p:nvGrpSpPr>
      <p:grpSpPr>
        <a:xfrm>
          <a:off x="0" y="0"/>
          <a:ext cx="0" cy="0"/>
        </a:xfrm>
      </p:grpSpPr>
      <p:sp>
        <p:nvSpPr>
          <p:cNvPr id="11151" name="Google Shape;11151;g2574187ba63_7_95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52" name="Google Shape;11152;g2574187ba63_7_95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690867D5-5145-470A-AB0B-689CF91A262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8FFB23C0-1280-49FB-BA34-DC078E30EF2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005477CB-4B5F-40D1-8E90-D3D33A1845B4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7DED15E8-7583-4266-AA8A-8F5AB7465C3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E56A73B2-6C58-4B90-BAFE-473CC53D0A0B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A95B4CA9-D59D-4B58-B66E-A685ED1656F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C507FDE1-5A09-4688-AFC8-B1A3151480E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FBB402C1-A8A4-4981-AA23-FA37002F03B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7B5B9725-CFA8-43A4-AE1D-8BEB641C66D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10F8FFD9-46AD-44BB-9C85-D842A5C0C66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0D1B9667-9D94-4E33-91D3-620A2ECFCA35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 slide" type="blank">
  <p:cSld name="BLANK">
    <p:spTree>
      <p:nvGrpSpPr>
        <p:cNvPr id="1" name="Shape 655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>
  <p:cSld name="CUSTOM">
    <p:spTree>
      <p:nvGrpSpPr>
        <p:cNvPr id="1" name="Shape 656"/>
        <p:cNvGrpSpPr/>
        <p:nvPr/>
      </p:nvGrpSpPr>
      <p:grpSpPr>
        <a:xfrm>
          <a:off x="0" y="0"/>
          <a:ext cx="0" cy="0"/>
        </a:xfrm>
      </p:grpSpPr>
      <p:sp>
        <p:nvSpPr>
          <p:cNvPr id="657" name="Google Shape;657;p27"/>
          <p:cNvSpPr txBox="1">
            <a:spLocks noGrp="1"/>
          </p:cNvSpPr>
          <p:nvPr>
            <p:ph type="title"/>
          </p:nvPr>
        </p:nvSpPr>
        <p:spPr>
          <a:xfrm>
            <a:off x="716700" y="511025"/>
            <a:ext cx="77106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24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2pPr>
            <a:lvl3pPr lvl="2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3pPr>
            <a:lvl4pPr lvl="3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4pPr>
            <a:lvl5pPr lvl="4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5pPr>
            <a:lvl6pPr lvl="5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6pPr>
            <a:lvl7pPr lvl="6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7pPr>
            <a:lvl8pPr lvl="7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8pPr>
            <a:lvl9pPr lvl="8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2" Type="http://schemas.openxmlformats.org/officeDocument/2006/relationships/slideLayout" Target="../slideLayouts/slideLayout13.xml" /><Relationship Id="rId3" Type="http://schemas.openxmlformats.org/officeDocument/2006/relationships/theme" Target="../theme/theme2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652"/>
        <p:cNvGrpSpPr/>
        <p:nvPr/>
      </p:nvGrpSpPr>
      <p:grpSpPr>
        <a:xfrm>
          <a:off x="0" y="0"/>
          <a:ext cx="0" cy="0"/>
        </a:xfrm>
      </p:grpSpPr>
      <p:sp>
        <p:nvSpPr>
          <p:cNvPr id="653" name="Google Shape;653;p25"/>
          <p:cNvSpPr txBox="1">
            <a:spLocks noGrp="1"/>
          </p:cNvSpPr>
          <p:nvPr>
            <p:ph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654" name="Google Shape;654;p25"/>
          <p:cNvSpPr txBox="1">
            <a:spLocks noGrp="1"/>
          </p:cNvSpPr>
          <p:nvPr>
            <p:ph type="body" idx="1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72" r:id="rId2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3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bg>
      <p:bgPr>
        <a:solidFill>
          <a:srgbClr val="0E2A47"/>
        </a:solidFill>
        <a:effectLst/>
      </p:bgPr>
    </p:bg>
    <p:spTree>
      <p:nvGrpSpPr>
        <p:cNvPr id="1" name="Shape 11153"/>
        <p:cNvGrpSpPr/>
        <p:nvPr/>
      </p:nvGrpSpPr>
      <p:grpSpPr>
        <a:xfrm>
          <a:off x="0" y="0"/>
          <a:ext cx="0" cy="0"/>
        </a:xfrm>
      </p:grpSpPr>
      <p:sp>
        <p:nvSpPr>
          <p:cNvPr id="11155" name="Google Shape;11155;p67"/>
          <p:cNvSpPr/>
          <p:nvPr/>
        </p:nvSpPr>
        <p:spPr>
          <a:xfrm>
            <a:off x="832597" y="1630139"/>
            <a:ext cx="433284" cy="422781"/>
          </a:xfrm>
          <a:custGeom>
            <a:rect l="l" t="t" r="r" b="b"/>
            <a:pathLst>
              <a:path w="12004" h="11713" extrusionOk="0">
                <a:moveTo>
                  <a:pt x="8633" y="2088"/>
                </a:moveTo>
                <a:cubicBezTo>
                  <a:pt x="8900" y="2088"/>
                  <a:pt x="9168" y="2182"/>
                  <a:pt x="9357" y="2371"/>
                </a:cubicBezTo>
                <a:cubicBezTo>
                  <a:pt x="9767" y="2781"/>
                  <a:pt x="9767" y="3442"/>
                  <a:pt x="9357" y="3820"/>
                </a:cubicBezTo>
                <a:lnTo>
                  <a:pt x="8128" y="5018"/>
                </a:lnTo>
                <a:cubicBezTo>
                  <a:pt x="7939" y="4702"/>
                  <a:pt x="7750" y="4419"/>
                  <a:pt x="7498" y="4135"/>
                </a:cubicBezTo>
                <a:cubicBezTo>
                  <a:pt x="7278" y="3915"/>
                  <a:pt x="6994" y="3726"/>
                  <a:pt x="6679" y="3568"/>
                </a:cubicBezTo>
                <a:lnTo>
                  <a:pt x="7908" y="2371"/>
                </a:lnTo>
                <a:cubicBezTo>
                  <a:pt x="8097" y="2182"/>
                  <a:pt x="8365" y="2088"/>
                  <a:pt x="8633" y="2088"/>
                </a:cubicBezTo>
                <a:close/>
                <a:moveTo>
                  <a:pt x="5230" y="5333"/>
                </a:moveTo>
                <a:cubicBezTo>
                  <a:pt x="5514" y="5333"/>
                  <a:pt x="5829" y="5396"/>
                  <a:pt x="6018" y="5648"/>
                </a:cubicBezTo>
                <a:cubicBezTo>
                  <a:pt x="6207" y="5837"/>
                  <a:pt x="6333" y="6120"/>
                  <a:pt x="6333" y="6435"/>
                </a:cubicBezTo>
                <a:cubicBezTo>
                  <a:pt x="6049" y="6435"/>
                  <a:pt x="5766" y="6309"/>
                  <a:pt x="5545" y="6120"/>
                </a:cubicBezTo>
                <a:cubicBezTo>
                  <a:pt x="5356" y="5931"/>
                  <a:pt x="5230" y="5648"/>
                  <a:pt x="5230" y="5333"/>
                </a:cubicBezTo>
                <a:close/>
                <a:moveTo>
                  <a:pt x="8617" y="717"/>
                </a:moveTo>
                <a:cubicBezTo>
                  <a:pt x="9223" y="717"/>
                  <a:pt x="9830" y="953"/>
                  <a:pt x="10302" y="1426"/>
                </a:cubicBezTo>
                <a:cubicBezTo>
                  <a:pt x="11247" y="2340"/>
                  <a:pt x="11247" y="3883"/>
                  <a:pt x="10302" y="4828"/>
                </a:cubicBezTo>
                <a:lnTo>
                  <a:pt x="8381" y="6719"/>
                </a:lnTo>
                <a:cubicBezTo>
                  <a:pt x="8412" y="6404"/>
                  <a:pt x="8412" y="6089"/>
                  <a:pt x="8349" y="5774"/>
                </a:cubicBezTo>
                <a:lnTo>
                  <a:pt x="9798" y="4356"/>
                </a:lnTo>
                <a:cubicBezTo>
                  <a:pt x="10460" y="3663"/>
                  <a:pt x="10460" y="2560"/>
                  <a:pt x="9798" y="1930"/>
                </a:cubicBezTo>
                <a:cubicBezTo>
                  <a:pt x="9467" y="1599"/>
                  <a:pt x="9034" y="1434"/>
                  <a:pt x="8601" y="1434"/>
                </a:cubicBezTo>
                <a:cubicBezTo>
                  <a:pt x="8168" y="1434"/>
                  <a:pt x="7735" y="1599"/>
                  <a:pt x="7404" y="1930"/>
                </a:cubicBezTo>
                <a:cubicBezTo>
                  <a:pt x="7309" y="2025"/>
                  <a:pt x="5356" y="3946"/>
                  <a:pt x="5073" y="4230"/>
                </a:cubicBezTo>
                <a:cubicBezTo>
                  <a:pt x="4411" y="4892"/>
                  <a:pt x="4411" y="5963"/>
                  <a:pt x="5073" y="6624"/>
                </a:cubicBezTo>
                <a:cubicBezTo>
                  <a:pt x="5356" y="6908"/>
                  <a:pt x="5671" y="7065"/>
                  <a:pt x="6049" y="7097"/>
                </a:cubicBezTo>
                <a:lnTo>
                  <a:pt x="5514" y="7664"/>
                </a:lnTo>
                <a:cubicBezTo>
                  <a:pt x="5167" y="7538"/>
                  <a:pt x="4883" y="7349"/>
                  <a:pt x="4600" y="7097"/>
                </a:cubicBezTo>
                <a:cubicBezTo>
                  <a:pt x="3655" y="6152"/>
                  <a:pt x="3655" y="4671"/>
                  <a:pt x="4600" y="3726"/>
                </a:cubicBezTo>
                <a:lnTo>
                  <a:pt x="6931" y="1426"/>
                </a:lnTo>
                <a:cubicBezTo>
                  <a:pt x="7404" y="953"/>
                  <a:pt x="8010" y="717"/>
                  <a:pt x="8617" y="717"/>
                </a:cubicBezTo>
                <a:close/>
                <a:moveTo>
                  <a:pt x="3497" y="6719"/>
                </a:moveTo>
                <a:cubicBezTo>
                  <a:pt x="3655" y="7034"/>
                  <a:pt x="3844" y="7286"/>
                  <a:pt x="4127" y="7569"/>
                </a:cubicBezTo>
                <a:cubicBezTo>
                  <a:pt x="4348" y="7821"/>
                  <a:pt x="4663" y="8042"/>
                  <a:pt x="4978" y="8168"/>
                </a:cubicBezTo>
                <a:lnTo>
                  <a:pt x="3812" y="9334"/>
                </a:lnTo>
                <a:cubicBezTo>
                  <a:pt x="3608" y="9538"/>
                  <a:pt x="3340" y="9641"/>
                  <a:pt x="3076" y="9641"/>
                </a:cubicBezTo>
                <a:cubicBezTo>
                  <a:pt x="2812" y="9641"/>
                  <a:pt x="2552" y="9538"/>
                  <a:pt x="2363" y="9334"/>
                </a:cubicBezTo>
                <a:cubicBezTo>
                  <a:pt x="1954" y="8956"/>
                  <a:pt x="1954" y="8294"/>
                  <a:pt x="2363" y="7884"/>
                </a:cubicBezTo>
                <a:lnTo>
                  <a:pt x="3497" y="6719"/>
                </a:lnTo>
                <a:close/>
                <a:moveTo>
                  <a:pt x="6112" y="4135"/>
                </a:moveTo>
                <a:cubicBezTo>
                  <a:pt x="6396" y="4261"/>
                  <a:pt x="6742" y="4450"/>
                  <a:pt x="6963" y="4702"/>
                </a:cubicBezTo>
                <a:cubicBezTo>
                  <a:pt x="7908" y="5648"/>
                  <a:pt x="7908" y="7128"/>
                  <a:pt x="6963" y="8073"/>
                </a:cubicBezTo>
                <a:lnTo>
                  <a:pt x="4757" y="10342"/>
                </a:lnTo>
                <a:cubicBezTo>
                  <a:pt x="4285" y="10814"/>
                  <a:pt x="3671" y="11051"/>
                  <a:pt x="3056" y="11051"/>
                </a:cubicBezTo>
                <a:cubicBezTo>
                  <a:pt x="2442" y="11051"/>
                  <a:pt x="1828" y="10814"/>
                  <a:pt x="1355" y="10342"/>
                </a:cubicBezTo>
                <a:cubicBezTo>
                  <a:pt x="945" y="9901"/>
                  <a:pt x="662" y="9271"/>
                  <a:pt x="662" y="8641"/>
                </a:cubicBezTo>
                <a:cubicBezTo>
                  <a:pt x="662" y="8010"/>
                  <a:pt x="882" y="7380"/>
                  <a:pt x="1355" y="6939"/>
                </a:cubicBezTo>
                <a:lnTo>
                  <a:pt x="3214" y="5081"/>
                </a:lnTo>
                <a:lnTo>
                  <a:pt x="3214" y="5081"/>
                </a:lnTo>
                <a:cubicBezTo>
                  <a:pt x="3182" y="5396"/>
                  <a:pt x="3214" y="5679"/>
                  <a:pt x="3245" y="5994"/>
                </a:cubicBezTo>
                <a:lnTo>
                  <a:pt x="1828" y="7443"/>
                </a:lnTo>
                <a:cubicBezTo>
                  <a:pt x="1166" y="8105"/>
                  <a:pt x="1166" y="9176"/>
                  <a:pt x="1828" y="9838"/>
                </a:cubicBezTo>
                <a:cubicBezTo>
                  <a:pt x="2174" y="10184"/>
                  <a:pt x="2623" y="10358"/>
                  <a:pt x="3064" y="10358"/>
                </a:cubicBezTo>
                <a:cubicBezTo>
                  <a:pt x="3505" y="10358"/>
                  <a:pt x="3938" y="10184"/>
                  <a:pt x="4253" y="9838"/>
                </a:cubicBezTo>
                <a:lnTo>
                  <a:pt x="6490" y="7569"/>
                </a:lnTo>
                <a:cubicBezTo>
                  <a:pt x="7152" y="6908"/>
                  <a:pt x="7152" y="5837"/>
                  <a:pt x="6490" y="5175"/>
                </a:cubicBezTo>
                <a:cubicBezTo>
                  <a:pt x="6207" y="4892"/>
                  <a:pt x="5892" y="4734"/>
                  <a:pt x="5514" y="4702"/>
                </a:cubicBezTo>
                <a:lnTo>
                  <a:pt x="6112" y="4135"/>
                </a:lnTo>
                <a:close/>
                <a:moveTo>
                  <a:pt x="8585" y="0"/>
                </a:moveTo>
                <a:cubicBezTo>
                  <a:pt x="7798" y="0"/>
                  <a:pt x="7010" y="308"/>
                  <a:pt x="6396" y="922"/>
                </a:cubicBezTo>
                <a:lnTo>
                  <a:pt x="4096" y="3190"/>
                </a:lnTo>
                <a:lnTo>
                  <a:pt x="882" y="6467"/>
                </a:lnTo>
                <a:cubicBezTo>
                  <a:pt x="315" y="7065"/>
                  <a:pt x="0" y="7821"/>
                  <a:pt x="0" y="8641"/>
                </a:cubicBezTo>
                <a:cubicBezTo>
                  <a:pt x="0" y="9460"/>
                  <a:pt x="315" y="10247"/>
                  <a:pt x="882" y="10814"/>
                </a:cubicBezTo>
                <a:cubicBezTo>
                  <a:pt x="1497" y="11413"/>
                  <a:pt x="2284" y="11712"/>
                  <a:pt x="3072" y="11712"/>
                </a:cubicBezTo>
                <a:cubicBezTo>
                  <a:pt x="3860" y="11712"/>
                  <a:pt x="4647" y="11413"/>
                  <a:pt x="5262" y="10814"/>
                </a:cubicBezTo>
                <a:cubicBezTo>
                  <a:pt x="8034" y="8010"/>
                  <a:pt x="6837" y="9145"/>
                  <a:pt x="10775" y="5301"/>
                </a:cubicBezTo>
                <a:cubicBezTo>
                  <a:pt x="12004" y="4072"/>
                  <a:pt x="12004" y="2151"/>
                  <a:pt x="10775" y="922"/>
                </a:cubicBezTo>
                <a:cubicBezTo>
                  <a:pt x="10161" y="308"/>
                  <a:pt x="9373" y="0"/>
                  <a:pt x="8585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1156" name="Google Shape;11156;p67"/>
          <p:cNvGrpSpPr/>
          <p:nvPr/>
        </p:nvGrpSpPr>
        <p:grpSpPr>
          <a:xfrm>
            <a:off x="835580" y="2140412"/>
            <a:ext cx="426462" cy="420796"/>
            <a:chOff x="-6713450" y="2397900"/>
            <a:chExt cx="295375" cy="291450"/>
          </a:xfrm>
        </p:grpSpPr>
        <p:sp>
          <p:nvSpPr>
            <p:cNvPr id="11157" name="Google Shape;11157;p67"/>
            <p:cNvSpPr/>
            <p:nvPr/>
          </p:nvSpPr>
          <p:spPr>
            <a:xfrm>
              <a:off x="-6628400" y="2465650"/>
              <a:ext cx="69350" cy="17350"/>
            </a:xfrm>
            <a:custGeom>
              <a:rect l="l" t="t" r="r" b="b"/>
              <a:pathLst>
                <a:path w="2774" h="694" extrusionOk="0">
                  <a:moveTo>
                    <a:pt x="379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3"/>
                    <a:pt x="379" y="693"/>
                  </a:cubicBezTo>
                  <a:lnTo>
                    <a:pt x="2427" y="693"/>
                  </a:lnTo>
                  <a:cubicBezTo>
                    <a:pt x="2616" y="693"/>
                    <a:pt x="2773" y="536"/>
                    <a:pt x="2773" y="347"/>
                  </a:cubicBezTo>
                  <a:cubicBezTo>
                    <a:pt x="2773" y="158"/>
                    <a:pt x="2616" y="0"/>
                    <a:pt x="24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58" name="Google Shape;11158;p67"/>
            <p:cNvSpPr/>
            <p:nvPr/>
          </p:nvSpPr>
          <p:spPr>
            <a:xfrm>
              <a:off x="-6713450" y="2397900"/>
              <a:ext cx="295375" cy="291450"/>
            </a:xfrm>
            <a:custGeom>
              <a:rect l="l" t="t" r="r" b="b"/>
              <a:pathLst>
                <a:path w="11815" h="11658" extrusionOk="0">
                  <a:moveTo>
                    <a:pt x="2048" y="1167"/>
                  </a:moveTo>
                  <a:lnTo>
                    <a:pt x="2048" y="2017"/>
                  </a:lnTo>
                  <a:lnTo>
                    <a:pt x="1166" y="2017"/>
                  </a:lnTo>
                  <a:lnTo>
                    <a:pt x="2048" y="1167"/>
                  </a:lnTo>
                  <a:close/>
                  <a:moveTo>
                    <a:pt x="10330" y="2773"/>
                  </a:moveTo>
                  <a:cubicBezTo>
                    <a:pt x="10507" y="2773"/>
                    <a:pt x="10680" y="2836"/>
                    <a:pt x="10806" y="2962"/>
                  </a:cubicBezTo>
                  <a:cubicBezTo>
                    <a:pt x="11058" y="3246"/>
                    <a:pt x="11058" y="3687"/>
                    <a:pt x="10775" y="3908"/>
                  </a:cubicBezTo>
                  <a:lnTo>
                    <a:pt x="10176" y="4506"/>
                  </a:lnTo>
                  <a:lnTo>
                    <a:pt x="9231" y="3561"/>
                  </a:lnTo>
                  <a:lnTo>
                    <a:pt x="9830" y="2962"/>
                  </a:lnTo>
                  <a:cubicBezTo>
                    <a:pt x="9972" y="2836"/>
                    <a:pt x="10153" y="2773"/>
                    <a:pt x="10330" y="2773"/>
                  </a:cubicBezTo>
                  <a:close/>
                  <a:moveTo>
                    <a:pt x="8727" y="4034"/>
                  </a:moveTo>
                  <a:lnTo>
                    <a:pt x="9672" y="4979"/>
                  </a:lnTo>
                  <a:cubicBezTo>
                    <a:pt x="8538" y="6207"/>
                    <a:pt x="7026" y="7688"/>
                    <a:pt x="5892" y="8854"/>
                  </a:cubicBezTo>
                  <a:lnTo>
                    <a:pt x="4915" y="7846"/>
                  </a:lnTo>
                  <a:lnTo>
                    <a:pt x="8727" y="4034"/>
                  </a:lnTo>
                  <a:close/>
                  <a:moveTo>
                    <a:pt x="4600" y="8539"/>
                  </a:moveTo>
                  <a:lnTo>
                    <a:pt x="5230" y="9169"/>
                  </a:lnTo>
                  <a:lnTo>
                    <a:pt x="4285" y="9421"/>
                  </a:lnTo>
                  <a:cubicBezTo>
                    <a:pt x="4348" y="9232"/>
                    <a:pt x="4505" y="8728"/>
                    <a:pt x="4600" y="8539"/>
                  </a:cubicBezTo>
                  <a:close/>
                  <a:moveTo>
                    <a:pt x="7908" y="694"/>
                  </a:moveTo>
                  <a:cubicBezTo>
                    <a:pt x="8097" y="694"/>
                    <a:pt x="8255" y="852"/>
                    <a:pt x="8255" y="1041"/>
                  </a:cubicBezTo>
                  <a:lnTo>
                    <a:pt x="8255" y="3592"/>
                  </a:lnTo>
                  <a:lnTo>
                    <a:pt x="7467" y="4380"/>
                  </a:lnTo>
                  <a:cubicBezTo>
                    <a:pt x="7435" y="4286"/>
                    <a:pt x="7309" y="4160"/>
                    <a:pt x="7152" y="4160"/>
                  </a:cubicBezTo>
                  <a:lnTo>
                    <a:pt x="1733" y="4160"/>
                  </a:lnTo>
                  <a:cubicBezTo>
                    <a:pt x="1512" y="4160"/>
                    <a:pt x="1386" y="4317"/>
                    <a:pt x="1386" y="4506"/>
                  </a:cubicBezTo>
                  <a:cubicBezTo>
                    <a:pt x="1386" y="4695"/>
                    <a:pt x="1512" y="4853"/>
                    <a:pt x="1733" y="4853"/>
                  </a:cubicBezTo>
                  <a:lnTo>
                    <a:pt x="6994" y="4853"/>
                  </a:lnTo>
                  <a:lnTo>
                    <a:pt x="6333" y="5546"/>
                  </a:lnTo>
                  <a:lnTo>
                    <a:pt x="1733" y="5546"/>
                  </a:lnTo>
                  <a:cubicBezTo>
                    <a:pt x="1512" y="5546"/>
                    <a:pt x="1355" y="5703"/>
                    <a:pt x="1355" y="5892"/>
                  </a:cubicBezTo>
                  <a:cubicBezTo>
                    <a:pt x="1355" y="6081"/>
                    <a:pt x="1512" y="6239"/>
                    <a:pt x="1733" y="6239"/>
                  </a:cubicBezTo>
                  <a:lnTo>
                    <a:pt x="5608" y="6239"/>
                  </a:lnTo>
                  <a:lnTo>
                    <a:pt x="4947" y="6901"/>
                  </a:lnTo>
                  <a:lnTo>
                    <a:pt x="1733" y="6901"/>
                  </a:lnTo>
                  <a:cubicBezTo>
                    <a:pt x="1512" y="6901"/>
                    <a:pt x="1355" y="7058"/>
                    <a:pt x="1355" y="7279"/>
                  </a:cubicBezTo>
                  <a:cubicBezTo>
                    <a:pt x="1355" y="7468"/>
                    <a:pt x="1512" y="7625"/>
                    <a:pt x="1733" y="7625"/>
                  </a:cubicBezTo>
                  <a:lnTo>
                    <a:pt x="4285" y="7625"/>
                  </a:lnTo>
                  <a:cubicBezTo>
                    <a:pt x="4190" y="7688"/>
                    <a:pt x="4159" y="7751"/>
                    <a:pt x="4127" y="7814"/>
                  </a:cubicBezTo>
                  <a:lnTo>
                    <a:pt x="3970" y="8287"/>
                  </a:lnTo>
                  <a:lnTo>
                    <a:pt x="1733" y="8287"/>
                  </a:lnTo>
                  <a:cubicBezTo>
                    <a:pt x="1512" y="8287"/>
                    <a:pt x="1355" y="8444"/>
                    <a:pt x="1355" y="8633"/>
                  </a:cubicBezTo>
                  <a:cubicBezTo>
                    <a:pt x="1355" y="8854"/>
                    <a:pt x="1512" y="9011"/>
                    <a:pt x="1733" y="9011"/>
                  </a:cubicBezTo>
                  <a:lnTo>
                    <a:pt x="3718" y="9011"/>
                  </a:lnTo>
                  <a:lnTo>
                    <a:pt x="3466" y="9893"/>
                  </a:lnTo>
                  <a:cubicBezTo>
                    <a:pt x="3385" y="10136"/>
                    <a:pt x="3557" y="10355"/>
                    <a:pt x="3766" y="10355"/>
                  </a:cubicBezTo>
                  <a:cubicBezTo>
                    <a:pt x="3802" y="10355"/>
                    <a:pt x="3839" y="10348"/>
                    <a:pt x="3875" y="10335"/>
                  </a:cubicBezTo>
                  <a:lnTo>
                    <a:pt x="6018" y="9704"/>
                  </a:lnTo>
                  <a:cubicBezTo>
                    <a:pt x="6049" y="9704"/>
                    <a:pt x="6144" y="9673"/>
                    <a:pt x="6175" y="9641"/>
                  </a:cubicBezTo>
                  <a:lnTo>
                    <a:pt x="8286" y="7499"/>
                  </a:lnTo>
                  <a:lnTo>
                    <a:pt x="8286" y="10681"/>
                  </a:lnTo>
                  <a:cubicBezTo>
                    <a:pt x="8255" y="10839"/>
                    <a:pt x="8097" y="10996"/>
                    <a:pt x="7908" y="10996"/>
                  </a:cubicBezTo>
                  <a:lnTo>
                    <a:pt x="1040" y="10996"/>
                  </a:lnTo>
                  <a:cubicBezTo>
                    <a:pt x="851" y="10996"/>
                    <a:pt x="693" y="10839"/>
                    <a:pt x="693" y="10650"/>
                  </a:cubicBezTo>
                  <a:lnTo>
                    <a:pt x="693" y="2742"/>
                  </a:lnTo>
                  <a:lnTo>
                    <a:pt x="2395" y="2742"/>
                  </a:lnTo>
                  <a:cubicBezTo>
                    <a:pt x="2584" y="2742"/>
                    <a:pt x="2741" y="2584"/>
                    <a:pt x="2741" y="2395"/>
                  </a:cubicBezTo>
                  <a:lnTo>
                    <a:pt x="2741" y="694"/>
                  </a:lnTo>
                  <a:close/>
                  <a:moveTo>
                    <a:pt x="2363" y="1"/>
                  </a:moveTo>
                  <a:cubicBezTo>
                    <a:pt x="2237" y="1"/>
                    <a:pt x="2143" y="64"/>
                    <a:pt x="2111" y="127"/>
                  </a:cubicBezTo>
                  <a:lnTo>
                    <a:pt x="158" y="2112"/>
                  </a:lnTo>
                  <a:cubicBezTo>
                    <a:pt x="63" y="2175"/>
                    <a:pt x="0" y="2269"/>
                    <a:pt x="0" y="2364"/>
                  </a:cubicBezTo>
                  <a:lnTo>
                    <a:pt x="0" y="10650"/>
                  </a:lnTo>
                  <a:cubicBezTo>
                    <a:pt x="0" y="11217"/>
                    <a:pt x="473" y="11658"/>
                    <a:pt x="1008" y="11658"/>
                  </a:cubicBezTo>
                  <a:lnTo>
                    <a:pt x="7908" y="11658"/>
                  </a:lnTo>
                  <a:cubicBezTo>
                    <a:pt x="8444" y="11658"/>
                    <a:pt x="8916" y="11217"/>
                    <a:pt x="8916" y="10650"/>
                  </a:cubicBezTo>
                  <a:lnTo>
                    <a:pt x="8916" y="6774"/>
                  </a:lnTo>
                  <a:lnTo>
                    <a:pt x="11279" y="4412"/>
                  </a:lnTo>
                  <a:cubicBezTo>
                    <a:pt x="11815" y="3876"/>
                    <a:pt x="11815" y="3025"/>
                    <a:pt x="11279" y="2490"/>
                  </a:cubicBezTo>
                  <a:cubicBezTo>
                    <a:pt x="11011" y="2222"/>
                    <a:pt x="10657" y="2088"/>
                    <a:pt x="10306" y="2088"/>
                  </a:cubicBezTo>
                  <a:cubicBezTo>
                    <a:pt x="9956" y="2088"/>
                    <a:pt x="9609" y="2222"/>
                    <a:pt x="9357" y="2490"/>
                  </a:cubicBezTo>
                  <a:lnTo>
                    <a:pt x="8916" y="2931"/>
                  </a:lnTo>
                  <a:lnTo>
                    <a:pt x="8916" y="1041"/>
                  </a:lnTo>
                  <a:cubicBezTo>
                    <a:pt x="8916" y="474"/>
                    <a:pt x="8444" y="1"/>
                    <a:pt x="79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1159" name="Google Shape;11159;p67"/>
          <p:cNvSpPr/>
          <p:nvPr/>
        </p:nvSpPr>
        <p:spPr>
          <a:xfrm>
            <a:off x="847921" y="2660229"/>
            <a:ext cx="426499" cy="421914"/>
          </a:xfrm>
          <a:custGeom>
            <a:rect l="l" t="t" r="r" b="b"/>
            <a:pathLst>
              <a:path w="11816" h="11689" extrusionOk="0">
                <a:moveTo>
                  <a:pt x="7026" y="757"/>
                </a:moveTo>
                <a:lnTo>
                  <a:pt x="7026" y="2710"/>
                </a:lnTo>
                <a:lnTo>
                  <a:pt x="5829" y="2710"/>
                </a:lnTo>
                <a:cubicBezTo>
                  <a:pt x="5924" y="2332"/>
                  <a:pt x="6081" y="1954"/>
                  <a:pt x="6176" y="1702"/>
                </a:cubicBezTo>
                <a:cubicBezTo>
                  <a:pt x="6428" y="1229"/>
                  <a:pt x="6711" y="914"/>
                  <a:pt x="7026" y="757"/>
                </a:cubicBezTo>
                <a:close/>
                <a:moveTo>
                  <a:pt x="7688" y="757"/>
                </a:moveTo>
                <a:cubicBezTo>
                  <a:pt x="8003" y="914"/>
                  <a:pt x="8287" y="1229"/>
                  <a:pt x="8507" y="1702"/>
                </a:cubicBezTo>
                <a:cubicBezTo>
                  <a:pt x="8665" y="2017"/>
                  <a:pt x="8791" y="2364"/>
                  <a:pt x="8854" y="2710"/>
                </a:cubicBezTo>
                <a:lnTo>
                  <a:pt x="7688" y="2710"/>
                </a:lnTo>
                <a:lnTo>
                  <a:pt x="7688" y="757"/>
                </a:lnTo>
                <a:close/>
                <a:moveTo>
                  <a:pt x="8917" y="977"/>
                </a:moveTo>
                <a:cubicBezTo>
                  <a:pt x="9704" y="1387"/>
                  <a:pt x="10334" y="1954"/>
                  <a:pt x="10712" y="2710"/>
                </a:cubicBezTo>
                <a:lnTo>
                  <a:pt x="9578" y="2710"/>
                </a:lnTo>
                <a:cubicBezTo>
                  <a:pt x="9452" y="2206"/>
                  <a:pt x="9295" y="1765"/>
                  <a:pt x="9106" y="1387"/>
                </a:cubicBezTo>
                <a:cubicBezTo>
                  <a:pt x="9011" y="1261"/>
                  <a:pt x="8948" y="1103"/>
                  <a:pt x="8917" y="977"/>
                </a:cubicBezTo>
                <a:close/>
                <a:moveTo>
                  <a:pt x="5798" y="1009"/>
                </a:moveTo>
                <a:lnTo>
                  <a:pt x="5798" y="1009"/>
                </a:lnTo>
                <a:cubicBezTo>
                  <a:pt x="5703" y="1135"/>
                  <a:pt x="5640" y="1261"/>
                  <a:pt x="5609" y="1418"/>
                </a:cubicBezTo>
                <a:cubicBezTo>
                  <a:pt x="5388" y="1796"/>
                  <a:pt x="5231" y="2269"/>
                  <a:pt x="5136" y="2742"/>
                </a:cubicBezTo>
                <a:lnTo>
                  <a:pt x="3970" y="2742"/>
                </a:lnTo>
                <a:cubicBezTo>
                  <a:pt x="4380" y="1954"/>
                  <a:pt x="5042" y="1387"/>
                  <a:pt x="5798" y="1009"/>
                </a:cubicBezTo>
                <a:close/>
                <a:moveTo>
                  <a:pt x="5010" y="3435"/>
                </a:moveTo>
                <a:cubicBezTo>
                  <a:pt x="4978" y="3750"/>
                  <a:pt x="4915" y="4096"/>
                  <a:pt x="4915" y="4443"/>
                </a:cubicBezTo>
                <a:cubicBezTo>
                  <a:pt x="4978" y="4789"/>
                  <a:pt x="4978" y="5167"/>
                  <a:pt x="5010" y="5482"/>
                </a:cubicBezTo>
                <a:lnTo>
                  <a:pt x="3718" y="5482"/>
                </a:lnTo>
                <a:cubicBezTo>
                  <a:pt x="3624" y="5167"/>
                  <a:pt x="3561" y="4789"/>
                  <a:pt x="3561" y="4443"/>
                </a:cubicBezTo>
                <a:cubicBezTo>
                  <a:pt x="3561" y="4096"/>
                  <a:pt x="3592" y="3750"/>
                  <a:pt x="3718" y="3435"/>
                </a:cubicBezTo>
                <a:close/>
                <a:moveTo>
                  <a:pt x="7026" y="3435"/>
                </a:moveTo>
                <a:lnTo>
                  <a:pt x="7026" y="5482"/>
                </a:lnTo>
                <a:lnTo>
                  <a:pt x="5703" y="5482"/>
                </a:lnTo>
                <a:cubicBezTo>
                  <a:pt x="5672" y="5136"/>
                  <a:pt x="5640" y="4789"/>
                  <a:pt x="5640" y="4443"/>
                </a:cubicBezTo>
                <a:cubicBezTo>
                  <a:pt x="5640" y="4096"/>
                  <a:pt x="5672" y="3718"/>
                  <a:pt x="5703" y="3435"/>
                </a:cubicBezTo>
                <a:close/>
                <a:moveTo>
                  <a:pt x="8980" y="3435"/>
                </a:moveTo>
                <a:cubicBezTo>
                  <a:pt x="9011" y="3750"/>
                  <a:pt x="9074" y="4096"/>
                  <a:pt x="9074" y="4443"/>
                </a:cubicBezTo>
                <a:cubicBezTo>
                  <a:pt x="9074" y="4789"/>
                  <a:pt x="9011" y="5167"/>
                  <a:pt x="8980" y="5482"/>
                </a:cubicBezTo>
                <a:lnTo>
                  <a:pt x="7688" y="5482"/>
                </a:lnTo>
                <a:lnTo>
                  <a:pt x="7688" y="3435"/>
                </a:lnTo>
                <a:close/>
                <a:moveTo>
                  <a:pt x="10996" y="3435"/>
                </a:moveTo>
                <a:cubicBezTo>
                  <a:pt x="11059" y="3750"/>
                  <a:pt x="11153" y="4096"/>
                  <a:pt x="11153" y="4443"/>
                </a:cubicBezTo>
                <a:cubicBezTo>
                  <a:pt x="11153" y="4789"/>
                  <a:pt x="11122" y="5167"/>
                  <a:pt x="10996" y="5482"/>
                </a:cubicBezTo>
                <a:lnTo>
                  <a:pt x="9704" y="5482"/>
                </a:lnTo>
                <a:cubicBezTo>
                  <a:pt x="9736" y="5136"/>
                  <a:pt x="9767" y="4789"/>
                  <a:pt x="9767" y="4443"/>
                </a:cubicBezTo>
                <a:cubicBezTo>
                  <a:pt x="9736" y="4096"/>
                  <a:pt x="9736" y="3750"/>
                  <a:pt x="9704" y="3435"/>
                </a:cubicBezTo>
                <a:close/>
                <a:moveTo>
                  <a:pt x="5136" y="6144"/>
                </a:moveTo>
                <a:cubicBezTo>
                  <a:pt x="5231" y="6648"/>
                  <a:pt x="5388" y="7089"/>
                  <a:pt x="5609" y="7467"/>
                </a:cubicBezTo>
                <a:cubicBezTo>
                  <a:pt x="5672" y="7593"/>
                  <a:pt x="5766" y="7751"/>
                  <a:pt x="5798" y="7877"/>
                </a:cubicBezTo>
                <a:cubicBezTo>
                  <a:pt x="5042" y="7530"/>
                  <a:pt x="4380" y="6932"/>
                  <a:pt x="3970" y="6144"/>
                </a:cubicBezTo>
                <a:close/>
                <a:moveTo>
                  <a:pt x="10712" y="6144"/>
                </a:moveTo>
                <a:cubicBezTo>
                  <a:pt x="10334" y="6932"/>
                  <a:pt x="9704" y="7530"/>
                  <a:pt x="8917" y="7877"/>
                </a:cubicBezTo>
                <a:cubicBezTo>
                  <a:pt x="8980" y="7751"/>
                  <a:pt x="9074" y="7625"/>
                  <a:pt x="9106" y="7467"/>
                </a:cubicBezTo>
                <a:cubicBezTo>
                  <a:pt x="9295" y="7089"/>
                  <a:pt x="9452" y="6617"/>
                  <a:pt x="9578" y="6144"/>
                </a:cubicBezTo>
                <a:close/>
                <a:moveTo>
                  <a:pt x="7026" y="6144"/>
                </a:moveTo>
                <a:lnTo>
                  <a:pt x="7026" y="8097"/>
                </a:lnTo>
                <a:cubicBezTo>
                  <a:pt x="6743" y="7940"/>
                  <a:pt x="6428" y="7625"/>
                  <a:pt x="6239" y="7152"/>
                </a:cubicBezTo>
                <a:cubicBezTo>
                  <a:pt x="6081" y="6837"/>
                  <a:pt x="5955" y="6491"/>
                  <a:pt x="5861" y="6144"/>
                </a:cubicBezTo>
                <a:close/>
                <a:moveTo>
                  <a:pt x="8854" y="6144"/>
                </a:moveTo>
                <a:cubicBezTo>
                  <a:pt x="8791" y="6522"/>
                  <a:pt x="8633" y="6900"/>
                  <a:pt x="8507" y="7152"/>
                </a:cubicBezTo>
                <a:cubicBezTo>
                  <a:pt x="8287" y="7688"/>
                  <a:pt x="8003" y="8003"/>
                  <a:pt x="7688" y="8097"/>
                </a:cubicBezTo>
                <a:lnTo>
                  <a:pt x="7688" y="6144"/>
                </a:lnTo>
                <a:close/>
                <a:moveTo>
                  <a:pt x="2726" y="8759"/>
                </a:moveTo>
                <a:cubicBezTo>
                  <a:pt x="2813" y="8759"/>
                  <a:pt x="2899" y="8790"/>
                  <a:pt x="2962" y="8853"/>
                </a:cubicBezTo>
                <a:cubicBezTo>
                  <a:pt x="3088" y="8980"/>
                  <a:pt x="3088" y="9169"/>
                  <a:pt x="2962" y="9326"/>
                </a:cubicBezTo>
                <a:lnTo>
                  <a:pt x="1387" y="10901"/>
                </a:lnTo>
                <a:cubicBezTo>
                  <a:pt x="1324" y="10964"/>
                  <a:pt x="1237" y="10996"/>
                  <a:pt x="1151" y="10996"/>
                </a:cubicBezTo>
                <a:cubicBezTo>
                  <a:pt x="1064" y="10996"/>
                  <a:pt x="977" y="10964"/>
                  <a:pt x="914" y="10901"/>
                </a:cubicBezTo>
                <a:cubicBezTo>
                  <a:pt x="788" y="10775"/>
                  <a:pt x="788" y="10555"/>
                  <a:pt x="914" y="10429"/>
                </a:cubicBezTo>
                <a:lnTo>
                  <a:pt x="2490" y="8853"/>
                </a:lnTo>
                <a:cubicBezTo>
                  <a:pt x="2553" y="8790"/>
                  <a:pt x="2639" y="8759"/>
                  <a:pt x="2726" y="8759"/>
                </a:cubicBezTo>
                <a:close/>
                <a:moveTo>
                  <a:pt x="7373" y="1"/>
                </a:moveTo>
                <a:cubicBezTo>
                  <a:pt x="4915" y="1"/>
                  <a:pt x="2931" y="1985"/>
                  <a:pt x="2931" y="4443"/>
                </a:cubicBezTo>
                <a:cubicBezTo>
                  <a:pt x="2931" y="5514"/>
                  <a:pt x="3309" y="6522"/>
                  <a:pt x="4002" y="7310"/>
                </a:cubicBezTo>
                <a:lnTo>
                  <a:pt x="3151" y="8160"/>
                </a:lnTo>
                <a:cubicBezTo>
                  <a:pt x="3011" y="8079"/>
                  <a:pt x="2858" y="8040"/>
                  <a:pt x="2705" y="8040"/>
                </a:cubicBezTo>
                <a:cubicBezTo>
                  <a:pt x="2445" y="8040"/>
                  <a:pt x="2184" y="8151"/>
                  <a:pt x="1986" y="8349"/>
                </a:cubicBezTo>
                <a:lnTo>
                  <a:pt x="410" y="9925"/>
                </a:lnTo>
                <a:cubicBezTo>
                  <a:pt x="1" y="10303"/>
                  <a:pt x="1" y="10996"/>
                  <a:pt x="410" y="11374"/>
                </a:cubicBezTo>
                <a:cubicBezTo>
                  <a:pt x="599" y="11563"/>
                  <a:pt x="883" y="11689"/>
                  <a:pt x="1103" y="11689"/>
                </a:cubicBezTo>
                <a:cubicBezTo>
                  <a:pt x="1387" y="11689"/>
                  <a:pt x="1607" y="11563"/>
                  <a:pt x="1828" y="11374"/>
                </a:cubicBezTo>
                <a:lnTo>
                  <a:pt x="3403" y="9799"/>
                </a:lnTo>
                <a:cubicBezTo>
                  <a:pt x="3718" y="9484"/>
                  <a:pt x="3781" y="9011"/>
                  <a:pt x="3592" y="8633"/>
                </a:cubicBezTo>
                <a:lnTo>
                  <a:pt x="4411" y="7782"/>
                </a:lnTo>
                <a:cubicBezTo>
                  <a:pt x="5199" y="8444"/>
                  <a:pt x="6207" y="8853"/>
                  <a:pt x="7278" y="8853"/>
                </a:cubicBezTo>
                <a:cubicBezTo>
                  <a:pt x="7298" y="8854"/>
                  <a:pt x="7318" y="8854"/>
                  <a:pt x="7338" y="8854"/>
                </a:cubicBezTo>
                <a:cubicBezTo>
                  <a:pt x="9830" y="8854"/>
                  <a:pt x="11815" y="6881"/>
                  <a:pt x="11815" y="4443"/>
                </a:cubicBezTo>
                <a:cubicBezTo>
                  <a:pt x="11815" y="2017"/>
                  <a:pt x="9799" y="1"/>
                  <a:pt x="7373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1160" name="Google Shape;11160;p67"/>
          <p:cNvGrpSpPr/>
          <p:nvPr/>
        </p:nvGrpSpPr>
        <p:grpSpPr>
          <a:xfrm>
            <a:off x="3540341" y="1631401"/>
            <a:ext cx="423069" cy="420507"/>
            <a:chOff x="-4932650" y="2046625"/>
            <a:chExt cx="293025" cy="291250"/>
          </a:xfrm>
        </p:grpSpPr>
        <p:sp>
          <p:nvSpPr>
            <p:cNvPr id="11161" name="Google Shape;11161;p67"/>
            <p:cNvSpPr/>
            <p:nvPr/>
          </p:nvSpPr>
          <p:spPr>
            <a:xfrm>
              <a:off x="-4932650" y="2046625"/>
              <a:ext cx="293025" cy="291250"/>
            </a:xfrm>
            <a:custGeom>
              <a:rect l="l" t="t" r="r" b="b"/>
              <a:pathLst>
                <a:path w="11721" h="11650" extrusionOk="0">
                  <a:moveTo>
                    <a:pt x="7625" y="694"/>
                  </a:moveTo>
                  <a:cubicBezTo>
                    <a:pt x="9515" y="694"/>
                    <a:pt x="11059" y="2206"/>
                    <a:pt x="11059" y="4096"/>
                  </a:cubicBezTo>
                  <a:cubicBezTo>
                    <a:pt x="11059" y="5987"/>
                    <a:pt x="9515" y="7530"/>
                    <a:pt x="7625" y="7530"/>
                  </a:cubicBezTo>
                  <a:cubicBezTo>
                    <a:pt x="5735" y="7530"/>
                    <a:pt x="4223" y="5987"/>
                    <a:pt x="4223" y="4096"/>
                  </a:cubicBezTo>
                  <a:cubicBezTo>
                    <a:pt x="4223" y="2206"/>
                    <a:pt x="5735" y="694"/>
                    <a:pt x="7625" y="694"/>
                  </a:cubicBezTo>
                  <a:close/>
                  <a:moveTo>
                    <a:pt x="3344" y="8066"/>
                  </a:moveTo>
                  <a:cubicBezTo>
                    <a:pt x="3435" y="8066"/>
                    <a:pt x="3529" y="8098"/>
                    <a:pt x="3593" y="8161"/>
                  </a:cubicBezTo>
                  <a:cubicBezTo>
                    <a:pt x="3719" y="8287"/>
                    <a:pt x="3719" y="8507"/>
                    <a:pt x="3593" y="8633"/>
                  </a:cubicBezTo>
                  <a:lnTo>
                    <a:pt x="1324" y="10870"/>
                  </a:lnTo>
                  <a:cubicBezTo>
                    <a:pt x="1277" y="10933"/>
                    <a:pt x="1190" y="10964"/>
                    <a:pt x="1100" y="10964"/>
                  </a:cubicBezTo>
                  <a:cubicBezTo>
                    <a:pt x="1009" y="10964"/>
                    <a:pt x="915" y="10933"/>
                    <a:pt x="852" y="10870"/>
                  </a:cubicBezTo>
                  <a:cubicBezTo>
                    <a:pt x="757" y="10744"/>
                    <a:pt x="757" y="10523"/>
                    <a:pt x="852" y="10397"/>
                  </a:cubicBezTo>
                  <a:lnTo>
                    <a:pt x="3120" y="8161"/>
                  </a:lnTo>
                  <a:cubicBezTo>
                    <a:pt x="3167" y="8098"/>
                    <a:pt x="3254" y="8066"/>
                    <a:pt x="3344" y="8066"/>
                  </a:cubicBezTo>
                  <a:close/>
                  <a:moveTo>
                    <a:pt x="7625" y="1"/>
                  </a:moveTo>
                  <a:cubicBezTo>
                    <a:pt x="5357" y="1"/>
                    <a:pt x="3529" y="1860"/>
                    <a:pt x="3529" y="4096"/>
                  </a:cubicBezTo>
                  <a:cubicBezTo>
                    <a:pt x="3529" y="5136"/>
                    <a:pt x="3908" y="6050"/>
                    <a:pt x="4538" y="6743"/>
                  </a:cubicBezTo>
                  <a:lnTo>
                    <a:pt x="3813" y="7467"/>
                  </a:lnTo>
                  <a:cubicBezTo>
                    <a:pt x="3673" y="7386"/>
                    <a:pt x="3520" y="7347"/>
                    <a:pt x="3367" y="7347"/>
                  </a:cubicBezTo>
                  <a:cubicBezTo>
                    <a:pt x="3106" y="7347"/>
                    <a:pt x="2846" y="7458"/>
                    <a:pt x="2647" y="7656"/>
                  </a:cubicBezTo>
                  <a:lnTo>
                    <a:pt x="379" y="9893"/>
                  </a:lnTo>
                  <a:cubicBezTo>
                    <a:pt x="1" y="10271"/>
                    <a:pt x="1" y="10964"/>
                    <a:pt x="379" y="11343"/>
                  </a:cubicBezTo>
                  <a:cubicBezTo>
                    <a:pt x="584" y="11547"/>
                    <a:pt x="852" y="11650"/>
                    <a:pt x="1119" y="11650"/>
                  </a:cubicBezTo>
                  <a:cubicBezTo>
                    <a:pt x="1387" y="11650"/>
                    <a:pt x="1655" y="11547"/>
                    <a:pt x="1860" y="11343"/>
                  </a:cubicBezTo>
                  <a:lnTo>
                    <a:pt x="4097" y="9106"/>
                  </a:lnTo>
                  <a:cubicBezTo>
                    <a:pt x="4412" y="8791"/>
                    <a:pt x="4506" y="8318"/>
                    <a:pt x="4286" y="7909"/>
                  </a:cubicBezTo>
                  <a:lnTo>
                    <a:pt x="5010" y="7215"/>
                  </a:lnTo>
                  <a:cubicBezTo>
                    <a:pt x="5703" y="7814"/>
                    <a:pt x="6648" y="8192"/>
                    <a:pt x="7625" y="8192"/>
                  </a:cubicBezTo>
                  <a:cubicBezTo>
                    <a:pt x="9925" y="8192"/>
                    <a:pt x="11721" y="6333"/>
                    <a:pt x="11721" y="4096"/>
                  </a:cubicBezTo>
                  <a:cubicBezTo>
                    <a:pt x="11721" y="1828"/>
                    <a:pt x="9893" y="1"/>
                    <a:pt x="762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62" name="Google Shape;11162;p67"/>
            <p:cNvSpPr/>
            <p:nvPr/>
          </p:nvSpPr>
          <p:spPr>
            <a:xfrm>
              <a:off x="-4802675" y="2115050"/>
              <a:ext cx="122100" cy="86075"/>
            </a:xfrm>
            <a:custGeom>
              <a:rect l="l" t="t" r="r" b="b"/>
              <a:pathLst>
                <a:path w="4884" h="3442" extrusionOk="0">
                  <a:moveTo>
                    <a:pt x="2428" y="1"/>
                  </a:moveTo>
                  <a:cubicBezTo>
                    <a:pt x="2301" y="1"/>
                    <a:pt x="2172" y="72"/>
                    <a:pt x="2111" y="225"/>
                  </a:cubicBezTo>
                  <a:lnTo>
                    <a:pt x="1418" y="2116"/>
                  </a:lnTo>
                  <a:lnTo>
                    <a:pt x="693" y="225"/>
                  </a:lnTo>
                  <a:cubicBezTo>
                    <a:pt x="645" y="105"/>
                    <a:pt x="524" y="4"/>
                    <a:pt x="400" y="4"/>
                  </a:cubicBezTo>
                  <a:cubicBezTo>
                    <a:pt x="361" y="4"/>
                    <a:pt x="321" y="14"/>
                    <a:pt x="284" y="36"/>
                  </a:cubicBezTo>
                  <a:cubicBezTo>
                    <a:pt x="126" y="99"/>
                    <a:pt x="0" y="288"/>
                    <a:pt x="63" y="446"/>
                  </a:cubicBezTo>
                  <a:lnTo>
                    <a:pt x="1103" y="3218"/>
                  </a:lnTo>
                  <a:cubicBezTo>
                    <a:pt x="1168" y="3364"/>
                    <a:pt x="1299" y="3443"/>
                    <a:pt x="1428" y="3443"/>
                  </a:cubicBezTo>
                  <a:cubicBezTo>
                    <a:pt x="1551" y="3443"/>
                    <a:pt x="1672" y="3372"/>
                    <a:pt x="1733" y="3218"/>
                  </a:cubicBezTo>
                  <a:lnTo>
                    <a:pt x="2426" y="1328"/>
                  </a:lnTo>
                  <a:lnTo>
                    <a:pt x="3151" y="3218"/>
                  </a:lnTo>
                  <a:cubicBezTo>
                    <a:pt x="3215" y="3364"/>
                    <a:pt x="3346" y="3443"/>
                    <a:pt x="3476" y="3443"/>
                  </a:cubicBezTo>
                  <a:cubicBezTo>
                    <a:pt x="3598" y="3443"/>
                    <a:pt x="3719" y="3372"/>
                    <a:pt x="3781" y="3218"/>
                  </a:cubicBezTo>
                  <a:lnTo>
                    <a:pt x="4789" y="446"/>
                  </a:lnTo>
                  <a:cubicBezTo>
                    <a:pt x="4884" y="257"/>
                    <a:pt x="4789" y="68"/>
                    <a:pt x="4600" y="36"/>
                  </a:cubicBezTo>
                  <a:cubicBezTo>
                    <a:pt x="4562" y="14"/>
                    <a:pt x="4521" y="4"/>
                    <a:pt x="4479" y="4"/>
                  </a:cubicBezTo>
                  <a:cubicBezTo>
                    <a:pt x="4346" y="4"/>
                    <a:pt x="4207" y="105"/>
                    <a:pt x="4159" y="225"/>
                  </a:cubicBezTo>
                  <a:lnTo>
                    <a:pt x="3466" y="2116"/>
                  </a:lnTo>
                  <a:lnTo>
                    <a:pt x="2741" y="225"/>
                  </a:lnTo>
                  <a:cubicBezTo>
                    <a:pt x="2693" y="80"/>
                    <a:pt x="2561" y="1"/>
                    <a:pt x="242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1163" name="Google Shape;11163;p67"/>
          <p:cNvSpPr/>
          <p:nvPr/>
        </p:nvSpPr>
        <p:spPr>
          <a:xfrm>
            <a:off x="3541793" y="2140826"/>
            <a:ext cx="420796" cy="419677"/>
          </a:xfrm>
          <a:custGeom>
            <a:rect l="l" t="t" r="r" b="b"/>
            <a:pathLst>
              <a:path w="11658" h="11627" extrusionOk="0">
                <a:moveTo>
                  <a:pt x="6806" y="2017"/>
                </a:moveTo>
                <a:lnTo>
                  <a:pt x="6806" y="2773"/>
                </a:lnTo>
                <a:lnTo>
                  <a:pt x="4758" y="2773"/>
                </a:lnTo>
                <a:lnTo>
                  <a:pt x="4758" y="2017"/>
                </a:lnTo>
                <a:close/>
                <a:moveTo>
                  <a:pt x="7152" y="694"/>
                </a:moveTo>
                <a:cubicBezTo>
                  <a:pt x="7688" y="694"/>
                  <a:pt x="8192" y="1167"/>
                  <a:pt x="8192" y="1702"/>
                </a:cubicBezTo>
                <a:lnTo>
                  <a:pt x="8192" y="2773"/>
                </a:lnTo>
                <a:lnTo>
                  <a:pt x="7499" y="2773"/>
                </a:lnTo>
                <a:lnTo>
                  <a:pt x="7499" y="1702"/>
                </a:lnTo>
                <a:cubicBezTo>
                  <a:pt x="7499" y="1513"/>
                  <a:pt x="7341" y="1356"/>
                  <a:pt x="7152" y="1356"/>
                </a:cubicBezTo>
                <a:lnTo>
                  <a:pt x="4411" y="1356"/>
                </a:lnTo>
                <a:cubicBezTo>
                  <a:pt x="4191" y="1356"/>
                  <a:pt x="4033" y="1513"/>
                  <a:pt x="4033" y="1702"/>
                </a:cubicBezTo>
                <a:lnTo>
                  <a:pt x="4033" y="2773"/>
                </a:lnTo>
                <a:lnTo>
                  <a:pt x="3371" y="2773"/>
                </a:lnTo>
                <a:lnTo>
                  <a:pt x="3371" y="1702"/>
                </a:lnTo>
                <a:cubicBezTo>
                  <a:pt x="3371" y="1167"/>
                  <a:pt x="3844" y="694"/>
                  <a:pt x="4411" y="694"/>
                </a:cubicBezTo>
                <a:close/>
                <a:moveTo>
                  <a:pt x="10618" y="3498"/>
                </a:moveTo>
                <a:cubicBezTo>
                  <a:pt x="10807" y="3498"/>
                  <a:pt x="10964" y="3656"/>
                  <a:pt x="10964" y="3845"/>
                </a:cubicBezTo>
                <a:lnTo>
                  <a:pt x="10964" y="5010"/>
                </a:lnTo>
                <a:cubicBezTo>
                  <a:pt x="9546" y="6239"/>
                  <a:pt x="7688" y="6901"/>
                  <a:pt x="5766" y="6901"/>
                </a:cubicBezTo>
                <a:cubicBezTo>
                  <a:pt x="3876" y="6901"/>
                  <a:pt x="2080" y="6239"/>
                  <a:pt x="662" y="5010"/>
                </a:cubicBezTo>
                <a:lnTo>
                  <a:pt x="662" y="3971"/>
                </a:lnTo>
                <a:cubicBezTo>
                  <a:pt x="662" y="3687"/>
                  <a:pt x="851" y="3498"/>
                  <a:pt x="1135" y="3498"/>
                </a:cubicBezTo>
                <a:close/>
                <a:moveTo>
                  <a:pt x="6806" y="7531"/>
                </a:moveTo>
                <a:lnTo>
                  <a:pt x="6806" y="7940"/>
                </a:lnTo>
                <a:cubicBezTo>
                  <a:pt x="6806" y="8129"/>
                  <a:pt x="6648" y="8287"/>
                  <a:pt x="6459" y="8287"/>
                </a:cubicBezTo>
                <a:lnTo>
                  <a:pt x="5073" y="8287"/>
                </a:lnTo>
                <a:cubicBezTo>
                  <a:pt x="4884" y="8287"/>
                  <a:pt x="4726" y="8129"/>
                  <a:pt x="4726" y="7940"/>
                </a:cubicBezTo>
                <a:lnTo>
                  <a:pt x="4726" y="7531"/>
                </a:lnTo>
                <a:lnTo>
                  <a:pt x="4758" y="7531"/>
                </a:lnTo>
                <a:cubicBezTo>
                  <a:pt x="5104" y="7594"/>
                  <a:pt x="5419" y="7625"/>
                  <a:pt x="5766" y="7625"/>
                </a:cubicBezTo>
                <a:cubicBezTo>
                  <a:pt x="6112" y="7625"/>
                  <a:pt x="6427" y="7594"/>
                  <a:pt x="6806" y="7531"/>
                </a:cubicBezTo>
                <a:close/>
                <a:moveTo>
                  <a:pt x="10964" y="5892"/>
                </a:moveTo>
                <a:lnTo>
                  <a:pt x="10964" y="9988"/>
                </a:lnTo>
                <a:cubicBezTo>
                  <a:pt x="10964" y="10524"/>
                  <a:pt x="10492" y="10996"/>
                  <a:pt x="9956" y="10996"/>
                </a:cubicBezTo>
                <a:lnTo>
                  <a:pt x="1670" y="10996"/>
                </a:lnTo>
                <a:cubicBezTo>
                  <a:pt x="1135" y="10996"/>
                  <a:pt x="662" y="10524"/>
                  <a:pt x="662" y="9988"/>
                </a:cubicBezTo>
                <a:lnTo>
                  <a:pt x="662" y="5892"/>
                </a:lnTo>
                <a:cubicBezTo>
                  <a:pt x="1670" y="6649"/>
                  <a:pt x="2804" y="7184"/>
                  <a:pt x="4065" y="7436"/>
                </a:cubicBezTo>
                <a:lnTo>
                  <a:pt x="4065" y="7940"/>
                </a:lnTo>
                <a:cubicBezTo>
                  <a:pt x="4065" y="8476"/>
                  <a:pt x="4537" y="8948"/>
                  <a:pt x="5104" y="8948"/>
                </a:cubicBezTo>
                <a:lnTo>
                  <a:pt x="6490" y="8948"/>
                </a:lnTo>
                <a:cubicBezTo>
                  <a:pt x="7026" y="8948"/>
                  <a:pt x="7499" y="8476"/>
                  <a:pt x="7499" y="7940"/>
                </a:cubicBezTo>
                <a:lnTo>
                  <a:pt x="7499" y="7436"/>
                </a:lnTo>
                <a:cubicBezTo>
                  <a:pt x="7971" y="7342"/>
                  <a:pt x="8444" y="7184"/>
                  <a:pt x="8916" y="7027"/>
                </a:cubicBezTo>
                <a:cubicBezTo>
                  <a:pt x="9672" y="6743"/>
                  <a:pt x="10334" y="6365"/>
                  <a:pt x="10964" y="5892"/>
                </a:cubicBezTo>
                <a:close/>
                <a:moveTo>
                  <a:pt x="4411" y="1"/>
                </a:moveTo>
                <a:cubicBezTo>
                  <a:pt x="3466" y="1"/>
                  <a:pt x="2710" y="757"/>
                  <a:pt x="2710" y="1702"/>
                </a:cubicBezTo>
                <a:lnTo>
                  <a:pt x="2710" y="2773"/>
                </a:lnTo>
                <a:lnTo>
                  <a:pt x="1135" y="2773"/>
                </a:lnTo>
                <a:cubicBezTo>
                  <a:pt x="505" y="2773"/>
                  <a:pt x="0" y="3277"/>
                  <a:pt x="0" y="3908"/>
                </a:cubicBezTo>
                <a:lnTo>
                  <a:pt x="0" y="9957"/>
                </a:lnTo>
                <a:cubicBezTo>
                  <a:pt x="0" y="10902"/>
                  <a:pt x="725" y="11626"/>
                  <a:pt x="1670" y="11626"/>
                </a:cubicBezTo>
                <a:lnTo>
                  <a:pt x="9956" y="11626"/>
                </a:lnTo>
                <a:cubicBezTo>
                  <a:pt x="10901" y="11626"/>
                  <a:pt x="11657" y="10902"/>
                  <a:pt x="11657" y="9957"/>
                </a:cubicBezTo>
                <a:lnTo>
                  <a:pt x="11657" y="3813"/>
                </a:lnTo>
                <a:cubicBezTo>
                  <a:pt x="11626" y="3246"/>
                  <a:pt x="11153" y="2773"/>
                  <a:pt x="10618" y="2773"/>
                </a:cubicBezTo>
                <a:lnTo>
                  <a:pt x="8853" y="2773"/>
                </a:lnTo>
                <a:lnTo>
                  <a:pt x="8853" y="1702"/>
                </a:lnTo>
                <a:cubicBezTo>
                  <a:pt x="8853" y="757"/>
                  <a:pt x="8097" y="1"/>
                  <a:pt x="7152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1164" name="Google Shape;11164;p67"/>
          <p:cNvGrpSpPr/>
          <p:nvPr/>
        </p:nvGrpSpPr>
        <p:grpSpPr>
          <a:xfrm>
            <a:off x="3552272" y="2660957"/>
            <a:ext cx="423069" cy="420796"/>
            <a:chOff x="-4931075" y="2765725"/>
            <a:chExt cx="293025" cy="291450"/>
          </a:xfrm>
        </p:grpSpPr>
        <p:sp>
          <p:nvSpPr>
            <p:cNvPr id="11165" name="Google Shape;11165;p67"/>
            <p:cNvSpPr/>
            <p:nvPr/>
          </p:nvSpPr>
          <p:spPr>
            <a:xfrm>
              <a:off x="-4810550" y="2884650"/>
              <a:ext cx="51225" cy="51225"/>
            </a:xfrm>
            <a:custGeom>
              <a:rect l="l" t="t" r="r" b="b"/>
              <a:pathLst>
                <a:path w="2049" h="2049" extrusionOk="0">
                  <a:moveTo>
                    <a:pt x="1008" y="663"/>
                  </a:moveTo>
                  <a:cubicBezTo>
                    <a:pt x="1229" y="663"/>
                    <a:pt x="1386" y="820"/>
                    <a:pt x="1386" y="1041"/>
                  </a:cubicBezTo>
                  <a:cubicBezTo>
                    <a:pt x="1386" y="1230"/>
                    <a:pt x="1229" y="1387"/>
                    <a:pt x="1008" y="1387"/>
                  </a:cubicBezTo>
                  <a:cubicBezTo>
                    <a:pt x="819" y="1387"/>
                    <a:pt x="662" y="1230"/>
                    <a:pt x="662" y="1041"/>
                  </a:cubicBezTo>
                  <a:cubicBezTo>
                    <a:pt x="662" y="820"/>
                    <a:pt x="819" y="663"/>
                    <a:pt x="1008" y="663"/>
                  </a:cubicBezTo>
                  <a:close/>
                  <a:moveTo>
                    <a:pt x="1008" y="1"/>
                  </a:moveTo>
                  <a:cubicBezTo>
                    <a:pt x="473" y="1"/>
                    <a:pt x="0" y="473"/>
                    <a:pt x="0" y="1041"/>
                  </a:cubicBezTo>
                  <a:cubicBezTo>
                    <a:pt x="0" y="1576"/>
                    <a:pt x="473" y="2049"/>
                    <a:pt x="1040" y="2049"/>
                  </a:cubicBezTo>
                  <a:cubicBezTo>
                    <a:pt x="1575" y="2049"/>
                    <a:pt x="2048" y="1576"/>
                    <a:pt x="2048" y="1041"/>
                  </a:cubicBezTo>
                  <a:cubicBezTo>
                    <a:pt x="2048" y="473"/>
                    <a:pt x="1607" y="1"/>
                    <a:pt x="10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66" name="Google Shape;11166;p67"/>
            <p:cNvSpPr/>
            <p:nvPr/>
          </p:nvSpPr>
          <p:spPr>
            <a:xfrm>
              <a:off x="-4931075" y="2765725"/>
              <a:ext cx="293025" cy="291450"/>
            </a:xfrm>
            <a:custGeom>
              <a:rect l="l" t="t" r="r" b="b"/>
              <a:pathLst>
                <a:path w="11721" h="11658" extrusionOk="0">
                  <a:moveTo>
                    <a:pt x="3214" y="1387"/>
                  </a:moveTo>
                  <a:lnTo>
                    <a:pt x="4475" y="3844"/>
                  </a:lnTo>
                  <a:cubicBezTo>
                    <a:pt x="4223" y="4002"/>
                    <a:pt x="4034" y="4222"/>
                    <a:pt x="3876" y="4443"/>
                  </a:cubicBezTo>
                  <a:lnTo>
                    <a:pt x="1356" y="3214"/>
                  </a:lnTo>
                  <a:cubicBezTo>
                    <a:pt x="1828" y="2427"/>
                    <a:pt x="2458" y="1796"/>
                    <a:pt x="3214" y="1387"/>
                  </a:cubicBezTo>
                  <a:close/>
                  <a:moveTo>
                    <a:pt x="5829" y="4128"/>
                  </a:moveTo>
                  <a:cubicBezTo>
                    <a:pt x="6775" y="4128"/>
                    <a:pt x="7531" y="4884"/>
                    <a:pt x="7531" y="5829"/>
                  </a:cubicBezTo>
                  <a:cubicBezTo>
                    <a:pt x="7562" y="6743"/>
                    <a:pt x="6775" y="7530"/>
                    <a:pt x="5829" y="7530"/>
                  </a:cubicBezTo>
                  <a:cubicBezTo>
                    <a:pt x="4884" y="7530"/>
                    <a:pt x="4160" y="6774"/>
                    <a:pt x="4160" y="5829"/>
                  </a:cubicBezTo>
                  <a:cubicBezTo>
                    <a:pt x="4160" y="4884"/>
                    <a:pt x="4884" y="4128"/>
                    <a:pt x="5829" y="4128"/>
                  </a:cubicBezTo>
                  <a:close/>
                  <a:moveTo>
                    <a:pt x="5798" y="662"/>
                  </a:moveTo>
                  <a:cubicBezTo>
                    <a:pt x="8665" y="662"/>
                    <a:pt x="10996" y="2994"/>
                    <a:pt x="10996" y="5861"/>
                  </a:cubicBezTo>
                  <a:cubicBezTo>
                    <a:pt x="10996" y="6585"/>
                    <a:pt x="10839" y="7247"/>
                    <a:pt x="10618" y="7845"/>
                  </a:cubicBezTo>
                  <a:lnTo>
                    <a:pt x="8129" y="6585"/>
                  </a:lnTo>
                  <a:cubicBezTo>
                    <a:pt x="8192" y="6333"/>
                    <a:pt x="8255" y="6050"/>
                    <a:pt x="8255" y="5829"/>
                  </a:cubicBezTo>
                  <a:cubicBezTo>
                    <a:pt x="8255" y="4474"/>
                    <a:pt x="7184" y="3435"/>
                    <a:pt x="5829" y="3435"/>
                  </a:cubicBezTo>
                  <a:cubicBezTo>
                    <a:pt x="5577" y="3435"/>
                    <a:pt x="5325" y="3466"/>
                    <a:pt x="5105" y="3529"/>
                  </a:cubicBezTo>
                  <a:lnTo>
                    <a:pt x="3845" y="1072"/>
                  </a:lnTo>
                  <a:cubicBezTo>
                    <a:pt x="4412" y="820"/>
                    <a:pt x="5105" y="662"/>
                    <a:pt x="5798" y="662"/>
                  </a:cubicBezTo>
                  <a:close/>
                  <a:moveTo>
                    <a:pt x="7814" y="7152"/>
                  </a:moveTo>
                  <a:lnTo>
                    <a:pt x="10303" y="8412"/>
                  </a:lnTo>
                  <a:cubicBezTo>
                    <a:pt x="9862" y="9200"/>
                    <a:pt x="9232" y="9830"/>
                    <a:pt x="8444" y="10271"/>
                  </a:cubicBezTo>
                  <a:lnTo>
                    <a:pt x="7216" y="7751"/>
                  </a:lnTo>
                  <a:cubicBezTo>
                    <a:pt x="7468" y="7593"/>
                    <a:pt x="7657" y="7404"/>
                    <a:pt x="7814" y="7152"/>
                  </a:cubicBezTo>
                  <a:close/>
                  <a:moveTo>
                    <a:pt x="1072" y="3844"/>
                  </a:moveTo>
                  <a:lnTo>
                    <a:pt x="3593" y="5073"/>
                  </a:lnTo>
                  <a:cubicBezTo>
                    <a:pt x="3530" y="5325"/>
                    <a:pt x="3498" y="5546"/>
                    <a:pt x="3498" y="5829"/>
                  </a:cubicBezTo>
                  <a:cubicBezTo>
                    <a:pt x="3498" y="7152"/>
                    <a:pt x="4538" y="8223"/>
                    <a:pt x="5892" y="8223"/>
                  </a:cubicBezTo>
                  <a:cubicBezTo>
                    <a:pt x="6176" y="8223"/>
                    <a:pt x="6396" y="8192"/>
                    <a:pt x="6648" y="8097"/>
                  </a:cubicBezTo>
                  <a:lnTo>
                    <a:pt x="7846" y="10618"/>
                  </a:lnTo>
                  <a:cubicBezTo>
                    <a:pt x="7216" y="10901"/>
                    <a:pt x="6554" y="11027"/>
                    <a:pt x="5892" y="11027"/>
                  </a:cubicBezTo>
                  <a:cubicBezTo>
                    <a:pt x="2994" y="10996"/>
                    <a:pt x="694" y="8665"/>
                    <a:pt x="694" y="5829"/>
                  </a:cubicBezTo>
                  <a:cubicBezTo>
                    <a:pt x="694" y="5104"/>
                    <a:pt x="852" y="4443"/>
                    <a:pt x="1072" y="3844"/>
                  </a:cubicBezTo>
                  <a:close/>
                  <a:moveTo>
                    <a:pt x="5798" y="1"/>
                  </a:moveTo>
                  <a:cubicBezTo>
                    <a:pt x="4254" y="1"/>
                    <a:pt x="2773" y="599"/>
                    <a:pt x="1702" y="1702"/>
                  </a:cubicBezTo>
                  <a:cubicBezTo>
                    <a:pt x="600" y="2805"/>
                    <a:pt x="1" y="4254"/>
                    <a:pt x="1" y="5798"/>
                  </a:cubicBezTo>
                  <a:cubicBezTo>
                    <a:pt x="1" y="8980"/>
                    <a:pt x="2647" y="11657"/>
                    <a:pt x="5892" y="11657"/>
                  </a:cubicBezTo>
                  <a:cubicBezTo>
                    <a:pt x="9106" y="11657"/>
                    <a:pt x="11721" y="9043"/>
                    <a:pt x="11721" y="5829"/>
                  </a:cubicBezTo>
                  <a:cubicBezTo>
                    <a:pt x="11658" y="2647"/>
                    <a:pt x="9043" y="1"/>
                    <a:pt x="57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167" name="Google Shape;11167;p67"/>
          <p:cNvGrpSpPr/>
          <p:nvPr/>
        </p:nvGrpSpPr>
        <p:grpSpPr>
          <a:xfrm>
            <a:off x="6257840" y="1656289"/>
            <a:ext cx="420796" cy="370732"/>
            <a:chOff x="-3137650" y="2067900"/>
            <a:chExt cx="291450" cy="256775"/>
          </a:xfrm>
        </p:grpSpPr>
        <p:sp>
          <p:nvSpPr>
            <p:cNvPr id="11168" name="Google Shape;11168;p67"/>
            <p:cNvSpPr/>
            <p:nvPr/>
          </p:nvSpPr>
          <p:spPr>
            <a:xfrm>
              <a:off x="-3137650" y="2067900"/>
              <a:ext cx="291450" cy="187475"/>
            </a:xfrm>
            <a:custGeom>
              <a:rect l="l" t="t" r="r" b="b"/>
              <a:pathLst>
                <a:path w="11658" h="7499" extrusionOk="0">
                  <a:moveTo>
                    <a:pt x="10618" y="694"/>
                  </a:moveTo>
                  <a:cubicBezTo>
                    <a:pt x="10838" y="694"/>
                    <a:pt x="10964" y="851"/>
                    <a:pt x="10964" y="1040"/>
                  </a:cubicBezTo>
                  <a:lnTo>
                    <a:pt x="10964" y="6522"/>
                  </a:lnTo>
                  <a:cubicBezTo>
                    <a:pt x="10964" y="6711"/>
                    <a:pt x="10838" y="6868"/>
                    <a:pt x="10618" y="6868"/>
                  </a:cubicBezTo>
                  <a:lnTo>
                    <a:pt x="1009" y="6868"/>
                  </a:lnTo>
                  <a:cubicBezTo>
                    <a:pt x="820" y="6868"/>
                    <a:pt x="662" y="6711"/>
                    <a:pt x="662" y="6522"/>
                  </a:cubicBezTo>
                  <a:lnTo>
                    <a:pt x="662" y="1040"/>
                  </a:lnTo>
                  <a:cubicBezTo>
                    <a:pt x="662" y="851"/>
                    <a:pt x="820" y="694"/>
                    <a:pt x="1009" y="694"/>
                  </a:cubicBezTo>
                  <a:close/>
                  <a:moveTo>
                    <a:pt x="1009" y="0"/>
                  </a:moveTo>
                  <a:cubicBezTo>
                    <a:pt x="473" y="0"/>
                    <a:pt x="1" y="473"/>
                    <a:pt x="1" y="1009"/>
                  </a:cubicBezTo>
                  <a:lnTo>
                    <a:pt x="1" y="6490"/>
                  </a:lnTo>
                  <a:cubicBezTo>
                    <a:pt x="1" y="7026"/>
                    <a:pt x="473" y="7499"/>
                    <a:pt x="1009" y="7499"/>
                  </a:cubicBezTo>
                  <a:lnTo>
                    <a:pt x="10618" y="7499"/>
                  </a:lnTo>
                  <a:cubicBezTo>
                    <a:pt x="11185" y="7499"/>
                    <a:pt x="11658" y="7026"/>
                    <a:pt x="11658" y="6490"/>
                  </a:cubicBezTo>
                  <a:lnTo>
                    <a:pt x="11658" y="1009"/>
                  </a:lnTo>
                  <a:cubicBezTo>
                    <a:pt x="11658" y="473"/>
                    <a:pt x="11217" y="0"/>
                    <a:pt x="106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69" name="Google Shape;11169;p67"/>
            <p:cNvSpPr/>
            <p:nvPr/>
          </p:nvSpPr>
          <p:spPr>
            <a:xfrm>
              <a:off x="-3137650" y="2273475"/>
              <a:ext cx="291450" cy="51200"/>
            </a:xfrm>
            <a:custGeom>
              <a:rect l="l" t="t" r="r" b="b"/>
              <a:pathLst>
                <a:path w="11658" h="2048" extrusionOk="0">
                  <a:moveTo>
                    <a:pt x="10618" y="662"/>
                  </a:moveTo>
                  <a:cubicBezTo>
                    <a:pt x="10838" y="662"/>
                    <a:pt x="10964" y="819"/>
                    <a:pt x="10964" y="1008"/>
                  </a:cubicBezTo>
                  <a:cubicBezTo>
                    <a:pt x="10964" y="1197"/>
                    <a:pt x="10838" y="1355"/>
                    <a:pt x="10618" y="1355"/>
                  </a:cubicBezTo>
                  <a:lnTo>
                    <a:pt x="6050" y="1355"/>
                  </a:lnTo>
                  <a:cubicBezTo>
                    <a:pt x="6113" y="1260"/>
                    <a:pt x="6113" y="1134"/>
                    <a:pt x="6113" y="1008"/>
                  </a:cubicBezTo>
                  <a:cubicBezTo>
                    <a:pt x="6113" y="882"/>
                    <a:pt x="6050" y="788"/>
                    <a:pt x="6050" y="662"/>
                  </a:cubicBezTo>
                  <a:close/>
                  <a:moveTo>
                    <a:pt x="5105" y="662"/>
                  </a:moveTo>
                  <a:cubicBezTo>
                    <a:pt x="5294" y="662"/>
                    <a:pt x="5451" y="819"/>
                    <a:pt x="5451" y="1008"/>
                  </a:cubicBezTo>
                  <a:cubicBezTo>
                    <a:pt x="5451" y="1229"/>
                    <a:pt x="5294" y="1386"/>
                    <a:pt x="5105" y="1386"/>
                  </a:cubicBezTo>
                  <a:lnTo>
                    <a:pt x="1009" y="1386"/>
                  </a:lnTo>
                  <a:cubicBezTo>
                    <a:pt x="820" y="1355"/>
                    <a:pt x="662" y="1229"/>
                    <a:pt x="662" y="1008"/>
                  </a:cubicBezTo>
                  <a:cubicBezTo>
                    <a:pt x="662" y="819"/>
                    <a:pt x="820" y="662"/>
                    <a:pt x="1009" y="662"/>
                  </a:cubicBezTo>
                  <a:close/>
                  <a:moveTo>
                    <a:pt x="1009" y="0"/>
                  </a:moveTo>
                  <a:cubicBezTo>
                    <a:pt x="473" y="0"/>
                    <a:pt x="1" y="473"/>
                    <a:pt x="1" y="1008"/>
                  </a:cubicBezTo>
                  <a:cubicBezTo>
                    <a:pt x="1" y="1575"/>
                    <a:pt x="473" y="2048"/>
                    <a:pt x="1009" y="2048"/>
                  </a:cubicBezTo>
                  <a:lnTo>
                    <a:pt x="10618" y="2048"/>
                  </a:lnTo>
                  <a:cubicBezTo>
                    <a:pt x="11185" y="2048"/>
                    <a:pt x="11658" y="1575"/>
                    <a:pt x="11658" y="1008"/>
                  </a:cubicBezTo>
                  <a:cubicBezTo>
                    <a:pt x="11658" y="473"/>
                    <a:pt x="11217" y="0"/>
                    <a:pt x="106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70" name="Google Shape;11170;p67"/>
            <p:cNvSpPr/>
            <p:nvPr/>
          </p:nvSpPr>
          <p:spPr>
            <a:xfrm>
              <a:off x="-3035250" y="2103000"/>
              <a:ext cx="104000" cy="118500"/>
            </a:xfrm>
            <a:custGeom>
              <a:rect l="l" t="t" r="r" b="b"/>
              <a:pathLst>
                <a:path w="4160" h="4740" extrusionOk="0">
                  <a:moveTo>
                    <a:pt x="662" y="896"/>
                  </a:moveTo>
                  <a:lnTo>
                    <a:pt x="3056" y="2346"/>
                  </a:lnTo>
                  <a:lnTo>
                    <a:pt x="662" y="3826"/>
                  </a:lnTo>
                  <a:lnTo>
                    <a:pt x="662" y="896"/>
                  </a:lnTo>
                  <a:close/>
                  <a:moveTo>
                    <a:pt x="322" y="1"/>
                  </a:moveTo>
                  <a:cubicBezTo>
                    <a:pt x="144" y="1"/>
                    <a:pt x="0" y="131"/>
                    <a:pt x="0" y="298"/>
                  </a:cubicBezTo>
                  <a:lnTo>
                    <a:pt x="0" y="4425"/>
                  </a:lnTo>
                  <a:cubicBezTo>
                    <a:pt x="0" y="4607"/>
                    <a:pt x="132" y="4740"/>
                    <a:pt x="301" y="4740"/>
                  </a:cubicBezTo>
                  <a:cubicBezTo>
                    <a:pt x="365" y="4740"/>
                    <a:pt x="435" y="4720"/>
                    <a:pt x="504" y="4677"/>
                  </a:cubicBezTo>
                  <a:lnTo>
                    <a:pt x="3939" y="2629"/>
                  </a:lnTo>
                  <a:cubicBezTo>
                    <a:pt x="4159" y="2535"/>
                    <a:pt x="4159" y="2219"/>
                    <a:pt x="3939" y="2093"/>
                  </a:cubicBezTo>
                  <a:lnTo>
                    <a:pt x="504" y="46"/>
                  </a:lnTo>
                  <a:cubicBezTo>
                    <a:pt x="443" y="15"/>
                    <a:pt x="381" y="1"/>
                    <a:pt x="32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171" name="Google Shape;11171;p67"/>
          <p:cNvGrpSpPr/>
          <p:nvPr/>
        </p:nvGrpSpPr>
        <p:grpSpPr>
          <a:xfrm>
            <a:off x="6257840" y="2139926"/>
            <a:ext cx="420796" cy="421770"/>
            <a:chOff x="-3137650" y="2408950"/>
            <a:chExt cx="291450" cy="292125"/>
          </a:xfrm>
        </p:grpSpPr>
        <p:sp>
          <p:nvSpPr>
            <p:cNvPr id="11172" name="Google Shape;11172;p67"/>
            <p:cNvSpPr/>
            <p:nvPr/>
          </p:nvSpPr>
          <p:spPr>
            <a:xfrm>
              <a:off x="-3137650" y="2408950"/>
              <a:ext cx="291450" cy="292125"/>
            </a:xfrm>
            <a:custGeom>
              <a:rect l="l" t="t" r="r" b="b"/>
              <a:pathLst>
                <a:path w="11658" h="11685" extrusionOk="0">
                  <a:moveTo>
                    <a:pt x="10618" y="662"/>
                  </a:moveTo>
                  <a:cubicBezTo>
                    <a:pt x="10807" y="662"/>
                    <a:pt x="10964" y="851"/>
                    <a:pt x="10964" y="1040"/>
                  </a:cubicBezTo>
                  <a:lnTo>
                    <a:pt x="10964" y="2741"/>
                  </a:lnTo>
                  <a:lnTo>
                    <a:pt x="662" y="2741"/>
                  </a:lnTo>
                  <a:lnTo>
                    <a:pt x="662" y="1040"/>
                  </a:lnTo>
                  <a:cubicBezTo>
                    <a:pt x="662" y="851"/>
                    <a:pt x="820" y="662"/>
                    <a:pt x="1009" y="662"/>
                  </a:cubicBezTo>
                  <a:close/>
                  <a:moveTo>
                    <a:pt x="10964" y="3403"/>
                  </a:moveTo>
                  <a:lnTo>
                    <a:pt x="10964" y="8601"/>
                  </a:lnTo>
                  <a:cubicBezTo>
                    <a:pt x="10964" y="8790"/>
                    <a:pt x="10838" y="8947"/>
                    <a:pt x="10618" y="8947"/>
                  </a:cubicBezTo>
                  <a:lnTo>
                    <a:pt x="10145" y="8947"/>
                  </a:lnTo>
                  <a:cubicBezTo>
                    <a:pt x="10208" y="8727"/>
                    <a:pt x="10240" y="8443"/>
                    <a:pt x="10240" y="8160"/>
                  </a:cubicBezTo>
                  <a:lnTo>
                    <a:pt x="10240" y="5860"/>
                  </a:lnTo>
                  <a:cubicBezTo>
                    <a:pt x="10240" y="5673"/>
                    <a:pt x="10058" y="5531"/>
                    <a:pt x="9868" y="5531"/>
                  </a:cubicBezTo>
                  <a:cubicBezTo>
                    <a:pt x="9835" y="5531"/>
                    <a:pt x="9801" y="5535"/>
                    <a:pt x="9767" y="5545"/>
                  </a:cubicBezTo>
                  <a:cubicBezTo>
                    <a:pt x="9545" y="5641"/>
                    <a:pt x="9341" y="5691"/>
                    <a:pt x="9142" y="5691"/>
                  </a:cubicBezTo>
                  <a:cubicBezTo>
                    <a:pt x="8693" y="5691"/>
                    <a:pt x="8275" y="5439"/>
                    <a:pt x="7751" y="4915"/>
                  </a:cubicBezTo>
                  <a:cubicBezTo>
                    <a:pt x="7688" y="4868"/>
                    <a:pt x="7601" y="4844"/>
                    <a:pt x="7515" y="4844"/>
                  </a:cubicBezTo>
                  <a:cubicBezTo>
                    <a:pt x="7428" y="4844"/>
                    <a:pt x="7341" y="4868"/>
                    <a:pt x="7278" y="4915"/>
                  </a:cubicBezTo>
                  <a:cubicBezTo>
                    <a:pt x="6753" y="5440"/>
                    <a:pt x="6334" y="5677"/>
                    <a:pt x="5884" y="5677"/>
                  </a:cubicBezTo>
                  <a:cubicBezTo>
                    <a:pt x="5686" y="5677"/>
                    <a:pt x="5483" y="5631"/>
                    <a:pt x="5262" y="5545"/>
                  </a:cubicBezTo>
                  <a:cubicBezTo>
                    <a:pt x="5229" y="5535"/>
                    <a:pt x="5195" y="5531"/>
                    <a:pt x="5161" y="5531"/>
                  </a:cubicBezTo>
                  <a:cubicBezTo>
                    <a:pt x="4971" y="5531"/>
                    <a:pt x="4789" y="5673"/>
                    <a:pt x="4789" y="5860"/>
                  </a:cubicBezTo>
                  <a:lnTo>
                    <a:pt x="4789" y="8160"/>
                  </a:lnTo>
                  <a:cubicBezTo>
                    <a:pt x="4789" y="8443"/>
                    <a:pt x="4821" y="8664"/>
                    <a:pt x="4884" y="8947"/>
                  </a:cubicBezTo>
                  <a:lnTo>
                    <a:pt x="1009" y="8947"/>
                  </a:lnTo>
                  <a:cubicBezTo>
                    <a:pt x="820" y="8947"/>
                    <a:pt x="662" y="8790"/>
                    <a:pt x="662" y="8601"/>
                  </a:cubicBezTo>
                  <a:lnTo>
                    <a:pt x="662" y="3403"/>
                  </a:lnTo>
                  <a:close/>
                  <a:moveTo>
                    <a:pt x="7152" y="5923"/>
                  </a:moveTo>
                  <a:lnTo>
                    <a:pt x="7152" y="10838"/>
                  </a:lnTo>
                  <a:cubicBezTo>
                    <a:pt x="6144" y="10365"/>
                    <a:pt x="5451" y="9357"/>
                    <a:pt x="5451" y="8160"/>
                  </a:cubicBezTo>
                  <a:lnTo>
                    <a:pt x="5451" y="6301"/>
                  </a:lnTo>
                  <a:cubicBezTo>
                    <a:pt x="5604" y="6330"/>
                    <a:pt x="5750" y="6344"/>
                    <a:pt x="5891" y="6344"/>
                  </a:cubicBezTo>
                  <a:cubicBezTo>
                    <a:pt x="6359" y="6344"/>
                    <a:pt x="6765" y="6189"/>
                    <a:pt x="7152" y="5923"/>
                  </a:cubicBezTo>
                  <a:close/>
                  <a:moveTo>
                    <a:pt x="7877" y="5923"/>
                  </a:moveTo>
                  <a:cubicBezTo>
                    <a:pt x="8242" y="6166"/>
                    <a:pt x="8644" y="6353"/>
                    <a:pt x="9128" y="6353"/>
                  </a:cubicBezTo>
                  <a:cubicBezTo>
                    <a:pt x="9271" y="6353"/>
                    <a:pt x="9420" y="6337"/>
                    <a:pt x="9578" y="6301"/>
                  </a:cubicBezTo>
                  <a:lnTo>
                    <a:pt x="9578" y="8160"/>
                  </a:lnTo>
                  <a:cubicBezTo>
                    <a:pt x="9547" y="9357"/>
                    <a:pt x="8885" y="10365"/>
                    <a:pt x="7877" y="10838"/>
                  </a:cubicBezTo>
                  <a:lnTo>
                    <a:pt x="7877" y="5923"/>
                  </a:lnTo>
                  <a:close/>
                  <a:moveTo>
                    <a:pt x="1009" y="0"/>
                  </a:moveTo>
                  <a:cubicBezTo>
                    <a:pt x="473" y="0"/>
                    <a:pt x="1" y="473"/>
                    <a:pt x="1" y="1040"/>
                  </a:cubicBezTo>
                  <a:lnTo>
                    <a:pt x="1" y="8601"/>
                  </a:lnTo>
                  <a:cubicBezTo>
                    <a:pt x="1" y="9136"/>
                    <a:pt x="473" y="9609"/>
                    <a:pt x="1009" y="9609"/>
                  </a:cubicBezTo>
                  <a:lnTo>
                    <a:pt x="5073" y="9609"/>
                  </a:lnTo>
                  <a:cubicBezTo>
                    <a:pt x="5199" y="9893"/>
                    <a:pt x="5357" y="10145"/>
                    <a:pt x="5514" y="10365"/>
                  </a:cubicBezTo>
                  <a:cubicBezTo>
                    <a:pt x="5987" y="10995"/>
                    <a:pt x="6617" y="11436"/>
                    <a:pt x="7404" y="11657"/>
                  </a:cubicBezTo>
                  <a:cubicBezTo>
                    <a:pt x="7446" y="11657"/>
                    <a:pt x="7488" y="11685"/>
                    <a:pt x="7530" y="11685"/>
                  </a:cubicBezTo>
                  <a:cubicBezTo>
                    <a:pt x="7551" y="11685"/>
                    <a:pt x="7572" y="11678"/>
                    <a:pt x="7593" y="11657"/>
                  </a:cubicBezTo>
                  <a:cubicBezTo>
                    <a:pt x="8350" y="11436"/>
                    <a:pt x="9011" y="10995"/>
                    <a:pt x="9484" y="10365"/>
                  </a:cubicBezTo>
                  <a:cubicBezTo>
                    <a:pt x="9641" y="10145"/>
                    <a:pt x="9799" y="9893"/>
                    <a:pt x="9925" y="9609"/>
                  </a:cubicBezTo>
                  <a:lnTo>
                    <a:pt x="10618" y="9609"/>
                  </a:lnTo>
                  <a:cubicBezTo>
                    <a:pt x="11185" y="9609"/>
                    <a:pt x="11658" y="9136"/>
                    <a:pt x="11658" y="8601"/>
                  </a:cubicBezTo>
                  <a:lnTo>
                    <a:pt x="11658" y="1040"/>
                  </a:lnTo>
                  <a:cubicBezTo>
                    <a:pt x="11658" y="473"/>
                    <a:pt x="11217" y="0"/>
                    <a:pt x="106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73" name="Google Shape;11173;p67"/>
            <p:cNvSpPr/>
            <p:nvPr/>
          </p:nvSpPr>
          <p:spPr>
            <a:xfrm>
              <a:off x="-3104575" y="2442800"/>
              <a:ext cx="18150" cy="17350"/>
            </a:xfrm>
            <a:custGeom>
              <a:rect l="l" t="t" r="r" b="b"/>
              <a:pathLst>
                <a:path w="726" h="694" extrusionOk="0">
                  <a:moveTo>
                    <a:pt x="348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8" y="694"/>
                  </a:cubicBezTo>
                  <a:cubicBezTo>
                    <a:pt x="568" y="694"/>
                    <a:pt x="726" y="536"/>
                    <a:pt x="726" y="347"/>
                  </a:cubicBezTo>
                  <a:cubicBezTo>
                    <a:pt x="726" y="158"/>
                    <a:pt x="568" y="1"/>
                    <a:pt x="34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74" name="Google Shape;11174;p67"/>
            <p:cNvSpPr/>
            <p:nvPr/>
          </p:nvSpPr>
          <p:spPr>
            <a:xfrm>
              <a:off x="-3069900" y="2442800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cubicBezTo>
                    <a:pt x="536" y="694"/>
                    <a:pt x="693" y="536"/>
                    <a:pt x="693" y="347"/>
                  </a:cubicBez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75" name="Google Shape;11175;p67"/>
            <p:cNvSpPr/>
            <p:nvPr/>
          </p:nvSpPr>
          <p:spPr>
            <a:xfrm>
              <a:off x="-3035250" y="2442800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cubicBezTo>
                    <a:pt x="536" y="694"/>
                    <a:pt x="693" y="536"/>
                    <a:pt x="693" y="347"/>
                  </a:cubicBez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76" name="Google Shape;11176;p67"/>
            <p:cNvSpPr/>
            <p:nvPr/>
          </p:nvSpPr>
          <p:spPr>
            <a:xfrm>
              <a:off x="-3002175" y="2442800"/>
              <a:ext cx="120525" cy="17350"/>
            </a:xfrm>
            <a:custGeom>
              <a:rect l="l" t="t" r="r" b="b"/>
              <a:pathLst>
                <a:path w="4821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32" y="536"/>
                    <a:pt x="190" y="694"/>
                    <a:pt x="347" y="694"/>
                  </a:cubicBezTo>
                  <a:lnTo>
                    <a:pt x="4443" y="694"/>
                  </a:lnTo>
                  <a:cubicBezTo>
                    <a:pt x="4663" y="694"/>
                    <a:pt x="4821" y="536"/>
                    <a:pt x="4821" y="347"/>
                  </a:cubicBezTo>
                  <a:cubicBezTo>
                    <a:pt x="4821" y="158"/>
                    <a:pt x="4663" y="1"/>
                    <a:pt x="444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177" name="Google Shape;11177;p67"/>
          <p:cNvGrpSpPr/>
          <p:nvPr/>
        </p:nvGrpSpPr>
        <p:grpSpPr>
          <a:xfrm>
            <a:off x="6269771" y="2685412"/>
            <a:ext cx="420796" cy="371887"/>
            <a:chOff x="-3137650" y="2787000"/>
            <a:chExt cx="291450" cy="257575"/>
          </a:xfrm>
        </p:grpSpPr>
        <p:sp>
          <p:nvSpPr>
            <p:cNvPr id="11178" name="Google Shape;11178;p67"/>
            <p:cNvSpPr/>
            <p:nvPr/>
          </p:nvSpPr>
          <p:spPr>
            <a:xfrm>
              <a:off x="-3137650" y="2787000"/>
              <a:ext cx="291450" cy="257575"/>
            </a:xfrm>
            <a:custGeom>
              <a:rect l="l" t="t" r="r" b="b"/>
              <a:pathLst>
                <a:path w="11658" h="10303" extrusionOk="0">
                  <a:moveTo>
                    <a:pt x="10618" y="693"/>
                  </a:moveTo>
                  <a:cubicBezTo>
                    <a:pt x="10807" y="693"/>
                    <a:pt x="10964" y="851"/>
                    <a:pt x="10964" y="1040"/>
                  </a:cubicBezTo>
                  <a:lnTo>
                    <a:pt x="10964" y="2741"/>
                  </a:lnTo>
                  <a:lnTo>
                    <a:pt x="662" y="2741"/>
                  </a:lnTo>
                  <a:lnTo>
                    <a:pt x="662" y="1040"/>
                  </a:lnTo>
                  <a:cubicBezTo>
                    <a:pt x="662" y="851"/>
                    <a:pt x="820" y="693"/>
                    <a:pt x="1009" y="693"/>
                  </a:cubicBezTo>
                  <a:close/>
                  <a:moveTo>
                    <a:pt x="10996" y="3403"/>
                  </a:moveTo>
                  <a:lnTo>
                    <a:pt x="10996" y="9231"/>
                  </a:lnTo>
                  <a:cubicBezTo>
                    <a:pt x="10964" y="9420"/>
                    <a:pt x="10838" y="9578"/>
                    <a:pt x="10618" y="9578"/>
                  </a:cubicBezTo>
                  <a:lnTo>
                    <a:pt x="1009" y="9578"/>
                  </a:lnTo>
                  <a:cubicBezTo>
                    <a:pt x="820" y="9578"/>
                    <a:pt x="662" y="9420"/>
                    <a:pt x="662" y="9231"/>
                  </a:cubicBezTo>
                  <a:lnTo>
                    <a:pt x="662" y="3403"/>
                  </a:lnTo>
                  <a:close/>
                  <a:moveTo>
                    <a:pt x="1009" y="0"/>
                  </a:moveTo>
                  <a:cubicBezTo>
                    <a:pt x="473" y="0"/>
                    <a:pt x="1" y="473"/>
                    <a:pt x="1" y="1040"/>
                  </a:cubicBezTo>
                  <a:lnTo>
                    <a:pt x="1" y="9263"/>
                  </a:lnTo>
                  <a:cubicBezTo>
                    <a:pt x="1" y="9830"/>
                    <a:pt x="473" y="10302"/>
                    <a:pt x="1009" y="10302"/>
                  </a:cubicBezTo>
                  <a:lnTo>
                    <a:pt x="10618" y="10302"/>
                  </a:lnTo>
                  <a:cubicBezTo>
                    <a:pt x="11185" y="10302"/>
                    <a:pt x="11658" y="9830"/>
                    <a:pt x="11658" y="9263"/>
                  </a:cubicBezTo>
                  <a:lnTo>
                    <a:pt x="11658" y="1040"/>
                  </a:lnTo>
                  <a:cubicBezTo>
                    <a:pt x="11658" y="441"/>
                    <a:pt x="11217" y="0"/>
                    <a:pt x="106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79" name="Google Shape;11179;p67"/>
            <p:cNvSpPr/>
            <p:nvPr/>
          </p:nvSpPr>
          <p:spPr>
            <a:xfrm>
              <a:off x="-3104575" y="2820875"/>
              <a:ext cx="18150" cy="17350"/>
            </a:xfrm>
            <a:custGeom>
              <a:rect l="l" t="t" r="r" b="b"/>
              <a:pathLst>
                <a:path w="726" h="694" extrusionOk="0">
                  <a:moveTo>
                    <a:pt x="348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3"/>
                    <a:pt x="348" y="693"/>
                  </a:cubicBezTo>
                  <a:cubicBezTo>
                    <a:pt x="568" y="693"/>
                    <a:pt x="726" y="536"/>
                    <a:pt x="726" y="347"/>
                  </a:cubicBezTo>
                  <a:cubicBezTo>
                    <a:pt x="726" y="158"/>
                    <a:pt x="568" y="0"/>
                    <a:pt x="34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80" name="Google Shape;11180;p67"/>
            <p:cNvSpPr/>
            <p:nvPr/>
          </p:nvSpPr>
          <p:spPr>
            <a:xfrm>
              <a:off x="-3069900" y="2820875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3"/>
                    <a:pt x="347" y="693"/>
                  </a:cubicBezTo>
                  <a:cubicBezTo>
                    <a:pt x="536" y="693"/>
                    <a:pt x="693" y="536"/>
                    <a:pt x="693" y="347"/>
                  </a:cubicBez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81" name="Google Shape;11181;p67"/>
            <p:cNvSpPr/>
            <p:nvPr/>
          </p:nvSpPr>
          <p:spPr>
            <a:xfrm>
              <a:off x="-3035250" y="2820875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3"/>
                    <a:pt x="347" y="693"/>
                  </a:cubicBezTo>
                  <a:cubicBezTo>
                    <a:pt x="536" y="693"/>
                    <a:pt x="693" y="536"/>
                    <a:pt x="693" y="347"/>
                  </a:cubicBez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82" name="Google Shape;11182;p67"/>
            <p:cNvSpPr/>
            <p:nvPr/>
          </p:nvSpPr>
          <p:spPr>
            <a:xfrm>
              <a:off x="-3002175" y="2820875"/>
              <a:ext cx="121325" cy="17350"/>
            </a:xfrm>
            <a:custGeom>
              <a:rect l="l" t="t" r="r" b="b"/>
              <a:pathLst>
                <a:path w="4853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32" y="536"/>
                    <a:pt x="190" y="693"/>
                    <a:pt x="347" y="693"/>
                  </a:cubicBezTo>
                  <a:lnTo>
                    <a:pt x="4506" y="693"/>
                  </a:lnTo>
                  <a:cubicBezTo>
                    <a:pt x="4695" y="693"/>
                    <a:pt x="4852" y="536"/>
                    <a:pt x="4852" y="347"/>
                  </a:cubicBezTo>
                  <a:cubicBezTo>
                    <a:pt x="4852" y="158"/>
                    <a:pt x="4695" y="0"/>
                    <a:pt x="450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83" name="Google Shape;11183;p67"/>
            <p:cNvSpPr/>
            <p:nvPr/>
          </p:nvSpPr>
          <p:spPr>
            <a:xfrm>
              <a:off x="-2948625" y="2907300"/>
              <a:ext cx="52025" cy="85300"/>
            </a:xfrm>
            <a:custGeom>
              <a:rect l="l" t="t" r="r" b="b"/>
              <a:pathLst>
                <a:path w="2081" h="3412" extrusionOk="0">
                  <a:moveTo>
                    <a:pt x="347" y="1"/>
                  </a:moveTo>
                  <a:cubicBezTo>
                    <a:pt x="261" y="1"/>
                    <a:pt x="174" y="24"/>
                    <a:pt x="127" y="72"/>
                  </a:cubicBezTo>
                  <a:cubicBezTo>
                    <a:pt x="1" y="198"/>
                    <a:pt x="1" y="450"/>
                    <a:pt x="127" y="544"/>
                  </a:cubicBezTo>
                  <a:lnTo>
                    <a:pt x="1261" y="1710"/>
                  </a:lnTo>
                  <a:lnTo>
                    <a:pt x="127" y="2844"/>
                  </a:lnTo>
                  <a:cubicBezTo>
                    <a:pt x="1" y="2970"/>
                    <a:pt x="1" y="3191"/>
                    <a:pt x="127" y="3317"/>
                  </a:cubicBezTo>
                  <a:cubicBezTo>
                    <a:pt x="174" y="3380"/>
                    <a:pt x="261" y="3411"/>
                    <a:pt x="347" y="3411"/>
                  </a:cubicBezTo>
                  <a:cubicBezTo>
                    <a:pt x="434" y="3411"/>
                    <a:pt x="521" y="3380"/>
                    <a:pt x="568" y="3317"/>
                  </a:cubicBezTo>
                  <a:lnTo>
                    <a:pt x="1954" y="1930"/>
                  </a:lnTo>
                  <a:cubicBezTo>
                    <a:pt x="2080" y="1804"/>
                    <a:pt x="2080" y="1584"/>
                    <a:pt x="1954" y="1458"/>
                  </a:cubicBezTo>
                  <a:lnTo>
                    <a:pt x="568" y="72"/>
                  </a:lnTo>
                  <a:cubicBezTo>
                    <a:pt x="521" y="24"/>
                    <a:pt x="434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84" name="Google Shape;11184;p67"/>
            <p:cNvSpPr/>
            <p:nvPr/>
          </p:nvSpPr>
          <p:spPr>
            <a:xfrm>
              <a:off x="-3088025" y="2907300"/>
              <a:ext cx="53575" cy="85300"/>
            </a:xfrm>
            <a:custGeom>
              <a:rect l="l" t="t" r="r" b="b"/>
              <a:pathLst>
                <a:path w="2143" h="3412" extrusionOk="0">
                  <a:moveTo>
                    <a:pt x="1749" y="1"/>
                  </a:moveTo>
                  <a:cubicBezTo>
                    <a:pt x="1662" y="1"/>
                    <a:pt x="1576" y="24"/>
                    <a:pt x="1513" y="72"/>
                  </a:cubicBezTo>
                  <a:lnTo>
                    <a:pt x="127" y="1458"/>
                  </a:lnTo>
                  <a:cubicBezTo>
                    <a:pt x="1" y="1584"/>
                    <a:pt x="1" y="1804"/>
                    <a:pt x="127" y="1930"/>
                  </a:cubicBezTo>
                  <a:lnTo>
                    <a:pt x="1513" y="3317"/>
                  </a:lnTo>
                  <a:cubicBezTo>
                    <a:pt x="1576" y="3380"/>
                    <a:pt x="1662" y="3411"/>
                    <a:pt x="1749" y="3411"/>
                  </a:cubicBezTo>
                  <a:cubicBezTo>
                    <a:pt x="1836" y="3411"/>
                    <a:pt x="1922" y="3380"/>
                    <a:pt x="1985" y="3317"/>
                  </a:cubicBezTo>
                  <a:cubicBezTo>
                    <a:pt x="2111" y="3191"/>
                    <a:pt x="2111" y="2970"/>
                    <a:pt x="1985" y="2844"/>
                  </a:cubicBezTo>
                  <a:lnTo>
                    <a:pt x="851" y="1710"/>
                  </a:lnTo>
                  <a:lnTo>
                    <a:pt x="1985" y="544"/>
                  </a:lnTo>
                  <a:cubicBezTo>
                    <a:pt x="2143" y="450"/>
                    <a:pt x="2143" y="198"/>
                    <a:pt x="1985" y="72"/>
                  </a:cubicBezTo>
                  <a:cubicBezTo>
                    <a:pt x="1922" y="24"/>
                    <a:pt x="1836" y="1"/>
                    <a:pt x="174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85" name="Google Shape;11185;p67"/>
            <p:cNvSpPr/>
            <p:nvPr/>
          </p:nvSpPr>
          <p:spPr>
            <a:xfrm>
              <a:off x="-3019500" y="2888975"/>
              <a:ext cx="54375" cy="119400"/>
            </a:xfrm>
            <a:custGeom>
              <a:rect l="l" t="t" r="r" b="b"/>
              <a:pathLst>
                <a:path w="2175" h="4776" extrusionOk="0">
                  <a:moveTo>
                    <a:pt x="1778" y="0"/>
                  </a:moveTo>
                  <a:cubicBezTo>
                    <a:pt x="1617" y="0"/>
                    <a:pt x="1501" y="108"/>
                    <a:pt x="1450" y="237"/>
                  </a:cubicBezTo>
                  <a:lnTo>
                    <a:pt x="63" y="4333"/>
                  </a:lnTo>
                  <a:cubicBezTo>
                    <a:pt x="0" y="4522"/>
                    <a:pt x="95" y="4680"/>
                    <a:pt x="253" y="4743"/>
                  </a:cubicBezTo>
                  <a:cubicBezTo>
                    <a:pt x="305" y="4765"/>
                    <a:pt x="354" y="4775"/>
                    <a:pt x="399" y="4775"/>
                  </a:cubicBezTo>
                  <a:cubicBezTo>
                    <a:pt x="543" y="4775"/>
                    <a:pt x="646" y="4674"/>
                    <a:pt x="694" y="4554"/>
                  </a:cubicBezTo>
                  <a:lnTo>
                    <a:pt x="2080" y="458"/>
                  </a:lnTo>
                  <a:cubicBezTo>
                    <a:pt x="2174" y="300"/>
                    <a:pt x="2048" y="111"/>
                    <a:pt x="1891" y="17"/>
                  </a:cubicBezTo>
                  <a:cubicBezTo>
                    <a:pt x="1851" y="6"/>
                    <a:pt x="1813" y="0"/>
                    <a:pt x="177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1186" name="Google Shape;11186;p67"/>
          <p:cNvSpPr/>
          <p:nvPr/>
        </p:nvSpPr>
        <p:spPr>
          <a:xfrm>
            <a:off x="1347632" y="3294616"/>
            <a:ext cx="420796" cy="295690"/>
          </a:xfrm>
          <a:custGeom>
            <a:rect l="l" t="t" r="r" b="b"/>
            <a:pathLst>
              <a:path w="11658" h="8192" extrusionOk="0">
                <a:moveTo>
                  <a:pt x="10429" y="662"/>
                </a:moveTo>
                <a:cubicBezTo>
                  <a:pt x="10114" y="1008"/>
                  <a:pt x="6207" y="4915"/>
                  <a:pt x="6081" y="5072"/>
                </a:cubicBezTo>
                <a:cubicBezTo>
                  <a:pt x="6018" y="5135"/>
                  <a:pt x="5916" y="5167"/>
                  <a:pt x="5813" y="5167"/>
                </a:cubicBezTo>
                <a:cubicBezTo>
                  <a:pt x="5711" y="5167"/>
                  <a:pt x="5608" y="5135"/>
                  <a:pt x="5545" y="5072"/>
                </a:cubicBezTo>
                <a:lnTo>
                  <a:pt x="1135" y="662"/>
                </a:lnTo>
                <a:close/>
                <a:moveTo>
                  <a:pt x="662" y="1134"/>
                </a:moveTo>
                <a:lnTo>
                  <a:pt x="3624" y="4096"/>
                </a:lnTo>
                <a:lnTo>
                  <a:pt x="662" y="7057"/>
                </a:lnTo>
                <a:lnTo>
                  <a:pt x="662" y="1134"/>
                </a:lnTo>
                <a:close/>
                <a:moveTo>
                  <a:pt x="10996" y="1134"/>
                </a:moveTo>
                <a:lnTo>
                  <a:pt x="10996" y="7057"/>
                </a:lnTo>
                <a:lnTo>
                  <a:pt x="8034" y="4096"/>
                </a:lnTo>
                <a:lnTo>
                  <a:pt x="10996" y="1134"/>
                </a:lnTo>
                <a:close/>
                <a:moveTo>
                  <a:pt x="7562" y="4568"/>
                </a:moveTo>
                <a:lnTo>
                  <a:pt x="10492" y="7530"/>
                </a:lnTo>
                <a:lnTo>
                  <a:pt x="1198" y="7530"/>
                </a:lnTo>
                <a:lnTo>
                  <a:pt x="4096" y="4568"/>
                </a:lnTo>
                <a:lnTo>
                  <a:pt x="5073" y="5545"/>
                </a:lnTo>
                <a:cubicBezTo>
                  <a:pt x="5278" y="5750"/>
                  <a:pt x="5553" y="5852"/>
                  <a:pt x="5829" y="5852"/>
                </a:cubicBezTo>
                <a:cubicBezTo>
                  <a:pt x="6105" y="5852"/>
                  <a:pt x="6380" y="5750"/>
                  <a:pt x="6585" y="5545"/>
                </a:cubicBezTo>
                <a:lnTo>
                  <a:pt x="7562" y="4568"/>
                </a:lnTo>
                <a:close/>
                <a:moveTo>
                  <a:pt x="1009" y="0"/>
                </a:moveTo>
                <a:cubicBezTo>
                  <a:pt x="473" y="0"/>
                  <a:pt x="1" y="473"/>
                  <a:pt x="1" y="1008"/>
                </a:cubicBezTo>
                <a:lnTo>
                  <a:pt x="1" y="7152"/>
                </a:lnTo>
                <a:cubicBezTo>
                  <a:pt x="1" y="7719"/>
                  <a:pt x="473" y="8191"/>
                  <a:pt x="1009" y="8191"/>
                </a:cubicBezTo>
                <a:lnTo>
                  <a:pt x="10618" y="8191"/>
                </a:lnTo>
                <a:cubicBezTo>
                  <a:pt x="11185" y="8191"/>
                  <a:pt x="11657" y="7719"/>
                  <a:pt x="11657" y="7152"/>
                </a:cubicBezTo>
                <a:lnTo>
                  <a:pt x="11657" y="1008"/>
                </a:lnTo>
                <a:cubicBezTo>
                  <a:pt x="11657" y="441"/>
                  <a:pt x="11185" y="0"/>
                  <a:pt x="10618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1187" name="Google Shape;11187;p67"/>
          <p:cNvSpPr/>
          <p:nvPr/>
        </p:nvSpPr>
        <p:spPr>
          <a:xfrm>
            <a:off x="1376423" y="1630482"/>
            <a:ext cx="421914" cy="422095"/>
          </a:xfrm>
          <a:custGeom>
            <a:rect l="l" t="t" r="r" b="b"/>
            <a:pathLst>
              <a:path w="11689" h="11694" extrusionOk="0">
                <a:moveTo>
                  <a:pt x="5829" y="2048"/>
                </a:moveTo>
                <a:cubicBezTo>
                  <a:pt x="6018" y="2048"/>
                  <a:pt x="6175" y="2206"/>
                  <a:pt x="6175" y="2395"/>
                </a:cubicBezTo>
                <a:cubicBezTo>
                  <a:pt x="6175" y="2615"/>
                  <a:pt x="6018" y="2804"/>
                  <a:pt x="5829" y="2804"/>
                </a:cubicBezTo>
                <a:cubicBezTo>
                  <a:pt x="5640" y="2804"/>
                  <a:pt x="5482" y="2615"/>
                  <a:pt x="5482" y="2395"/>
                </a:cubicBezTo>
                <a:cubicBezTo>
                  <a:pt x="5482" y="2206"/>
                  <a:pt x="5640" y="2048"/>
                  <a:pt x="5829" y="2048"/>
                </a:cubicBezTo>
                <a:close/>
                <a:moveTo>
                  <a:pt x="5829" y="725"/>
                </a:moveTo>
                <a:cubicBezTo>
                  <a:pt x="6774" y="725"/>
                  <a:pt x="7530" y="1449"/>
                  <a:pt x="7530" y="2395"/>
                </a:cubicBezTo>
                <a:cubicBezTo>
                  <a:pt x="7530" y="2521"/>
                  <a:pt x="7530" y="2678"/>
                  <a:pt x="7467" y="2804"/>
                </a:cubicBezTo>
                <a:lnTo>
                  <a:pt x="6774" y="2804"/>
                </a:lnTo>
                <a:cubicBezTo>
                  <a:pt x="6806" y="2678"/>
                  <a:pt x="6837" y="2552"/>
                  <a:pt x="6837" y="2395"/>
                </a:cubicBezTo>
                <a:cubicBezTo>
                  <a:pt x="6837" y="1859"/>
                  <a:pt x="6364" y="1386"/>
                  <a:pt x="5829" y="1386"/>
                </a:cubicBezTo>
                <a:cubicBezTo>
                  <a:pt x="5262" y="1386"/>
                  <a:pt x="4789" y="1859"/>
                  <a:pt x="4789" y="2395"/>
                </a:cubicBezTo>
                <a:cubicBezTo>
                  <a:pt x="4789" y="2521"/>
                  <a:pt x="4852" y="2678"/>
                  <a:pt x="4884" y="2804"/>
                </a:cubicBezTo>
                <a:lnTo>
                  <a:pt x="4159" y="2804"/>
                </a:lnTo>
                <a:cubicBezTo>
                  <a:pt x="4128" y="2678"/>
                  <a:pt x="4128" y="2521"/>
                  <a:pt x="4128" y="2395"/>
                </a:cubicBezTo>
                <a:cubicBezTo>
                  <a:pt x="4128" y="1449"/>
                  <a:pt x="4884" y="725"/>
                  <a:pt x="5829" y="725"/>
                </a:cubicBezTo>
                <a:close/>
                <a:moveTo>
                  <a:pt x="10681" y="3466"/>
                </a:moveTo>
                <a:cubicBezTo>
                  <a:pt x="10870" y="3466"/>
                  <a:pt x="11027" y="3623"/>
                  <a:pt x="11027" y="3812"/>
                </a:cubicBezTo>
                <a:cubicBezTo>
                  <a:pt x="11027" y="4033"/>
                  <a:pt x="10870" y="4190"/>
                  <a:pt x="10681" y="4190"/>
                </a:cubicBezTo>
                <a:lnTo>
                  <a:pt x="1009" y="4190"/>
                </a:lnTo>
                <a:cubicBezTo>
                  <a:pt x="820" y="4190"/>
                  <a:pt x="662" y="4033"/>
                  <a:pt x="662" y="3812"/>
                </a:cubicBezTo>
                <a:cubicBezTo>
                  <a:pt x="662" y="3623"/>
                  <a:pt x="851" y="3466"/>
                  <a:pt x="1009" y="3466"/>
                </a:cubicBezTo>
                <a:close/>
                <a:moveTo>
                  <a:pt x="9799" y="4852"/>
                </a:moveTo>
                <a:lnTo>
                  <a:pt x="7058" y="7593"/>
                </a:lnTo>
                <a:lnTo>
                  <a:pt x="4600" y="7593"/>
                </a:lnTo>
                <a:lnTo>
                  <a:pt x="1859" y="4852"/>
                </a:lnTo>
                <a:close/>
                <a:moveTo>
                  <a:pt x="6869" y="8255"/>
                </a:moveTo>
                <a:lnTo>
                  <a:pt x="6869" y="9767"/>
                </a:lnTo>
                <a:lnTo>
                  <a:pt x="4789" y="10775"/>
                </a:lnTo>
                <a:lnTo>
                  <a:pt x="4789" y="8255"/>
                </a:lnTo>
                <a:close/>
                <a:moveTo>
                  <a:pt x="5829" y="0"/>
                </a:moveTo>
                <a:cubicBezTo>
                  <a:pt x="4474" y="0"/>
                  <a:pt x="3435" y="1071"/>
                  <a:pt x="3435" y="2395"/>
                </a:cubicBezTo>
                <a:cubicBezTo>
                  <a:pt x="3435" y="2521"/>
                  <a:pt x="3435" y="2678"/>
                  <a:pt x="3466" y="2804"/>
                </a:cubicBezTo>
                <a:lnTo>
                  <a:pt x="1009" y="2804"/>
                </a:lnTo>
                <a:cubicBezTo>
                  <a:pt x="473" y="2804"/>
                  <a:pt x="0" y="3277"/>
                  <a:pt x="0" y="3812"/>
                </a:cubicBezTo>
                <a:cubicBezTo>
                  <a:pt x="0" y="4348"/>
                  <a:pt x="379" y="4757"/>
                  <a:pt x="851" y="4852"/>
                </a:cubicBezTo>
                <a:lnTo>
                  <a:pt x="4096" y="8065"/>
                </a:lnTo>
                <a:lnTo>
                  <a:pt x="4096" y="11342"/>
                </a:lnTo>
                <a:cubicBezTo>
                  <a:pt x="4096" y="11518"/>
                  <a:pt x="4277" y="11694"/>
                  <a:pt x="4462" y="11694"/>
                </a:cubicBezTo>
                <a:cubicBezTo>
                  <a:pt x="4508" y="11694"/>
                  <a:pt x="4556" y="11683"/>
                  <a:pt x="4600" y="11657"/>
                </a:cubicBezTo>
                <a:lnTo>
                  <a:pt x="7373" y="10271"/>
                </a:lnTo>
                <a:cubicBezTo>
                  <a:pt x="7467" y="10239"/>
                  <a:pt x="7562" y="10113"/>
                  <a:pt x="7562" y="9956"/>
                </a:cubicBezTo>
                <a:lnTo>
                  <a:pt x="7562" y="8034"/>
                </a:lnTo>
                <a:lnTo>
                  <a:pt x="10838" y="4820"/>
                </a:lnTo>
                <a:cubicBezTo>
                  <a:pt x="11311" y="4757"/>
                  <a:pt x="11689" y="4348"/>
                  <a:pt x="11689" y="3812"/>
                </a:cubicBezTo>
                <a:cubicBezTo>
                  <a:pt x="11689" y="3277"/>
                  <a:pt x="11216" y="2804"/>
                  <a:pt x="10681" y="2804"/>
                </a:cubicBezTo>
                <a:lnTo>
                  <a:pt x="8192" y="2804"/>
                </a:lnTo>
                <a:cubicBezTo>
                  <a:pt x="8192" y="2678"/>
                  <a:pt x="8223" y="2521"/>
                  <a:pt x="8223" y="2395"/>
                </a:cubicBezTo>
                <a:cubicBezTo>
                  <a:pt x="8223" y="1071"/>
                  <a:pt x="7152" y="0"/>
                  <a:pt x="5829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1188" name="Google Shape;11188;p67"/>
          <p:cNvSpPr/>
          <p:nvPr/>
        </p:nvSpPr>
        <p:spPr>
          <a:xfrm>
            <a:off x="1374708" y="2139274"/>
            <a:ext cx="425343" cy="422781"/>
          </a:xfrm>
          <a:custGeom>
            <a:rect l="l" t="t" r="r" b="b"/>
            <a:pathLst>
              <a:path w="11784" h="11713" extrusionOk="0">
                <a:moveTo>
                  <a:pt x="5136" y="4128"/>
                </a:moveTo>
                <a:cubicBezTo>
                  <a:pt x="5671" y="4128"/>
                  <a:pt x="6112" y="4569"/>
                  <a:pt x="6144" y="5136"/>
                </a:cubicBezTo>
                <a:lnTo>
                  <a:pt x="5230" y="4853"/>
                </a:lnTo>
                <a:cubicBezTo>
                  <a:pt x="5198" y="4839"/>
                  <a:pt x="5165" y="4832"/>
                  <a:pt x="5131" y="4832"/>
                </a:cubicBezTo>
                <a:cubicBezTo>
                  <a:pt x="4934" y="4832"/>
                  <a:pt x="4735" y="5052"/>
                  <a:pt x="4789" y="5294"/>
                </a:cubicBezTo>
                <a:lnTo>
                  <a:pt x="5073" y="6239"/>
                </a:lnTo>
                <a:cubicBezTo>
                  <a:pt x="4537" y="6176"/>
                  <a:pt x="4096" y="5703"/>
                  <a:pt x="4096" y="5168"/>
                </a:cubicBezTo>
                <a:cubicBezTo>
                  <a:pt x="4096" y="4601"/>
                  <a:pt x="4569" y="4128"/>
                  <a:pt x="5136" y="4128"/>
                </a:cubicBezTo>
                <a:close/>
                <a:moveTo>
                  <a:pt x="5199" y="2364"/>
                </a:moveTo>
                <a:cubicBezTo>
                  <a:pt x="6680" y="2364"/>
                  <a:pt x="7940" y="3592"/>
                  <a:pt x="7940" y="5136"/>
                </a:cubicBezTo>
                <a:cubicBezTo>
                  <a:pt x="7940" y="5294"/>
                  <a:pt x="7940" y="5388"/>
                  <a:pt x="7908" y="5546"/>
                </a:cubicBezTo>
                <a:lnTo>
                  <a:pt x="6932" y="5294"/>
                </a:lnTo>
                <a:lnTo>
                  <a:pt x="6932" y="5136"/>
                </a:lnTo>
                <a:cubicBezTo>
                  <a:pt x="6806" y="4223"/>
                  <a:pt x="6049" y="3466"/>
                  <a:pt x="5104" y="3466"/>
                </a:cubicBezTo>
                <a:cubicBezTo>
                  <a:pt x="4159" y="3466"/>
                  <a:pt x="3435" y="4223"/>
                  <a:pt x="3435" y="5168"/>
                </a:cubicBezTo>
                <a:cubicBezTo>
                  <a:pt x="3435" y="5609"/>
                  <a:pt x="3624" y="6081"/>
                  <a:pt x="3939" y="6396"/>
                </a:cubicBezTo>
                <a:cubicBezTo>
                  <a:pt x="4254" y="6743"/>
                  <a:pt x="4695" y="6900"/>
                  <a:pt x="5167" y="6900"/>
                </a:cubicBezTo>
                <a:lnTo>
                  <a:pt x="5325" y="6900"/>
                </a:lnTo>
                <a:lnTo>
                  <a:pt x="5577" y="7877"/>
                </a:lnTo>
                <a:cubicBezTo>
                  <a:pt x="5482" y="7909"/>
                  <a:pt x="5325" y="7909"/>
                  <a:pt x="5199" y="7909"/>
                </a:cubicBezTo>
                <a:cubicBezTo>
                  <a:pt x="3687" y="7909"/>
                  <a:pt x="2426" y="6648"/>
                  <a:pt x="2426" y="5136"/>
                </a:cubicBezTo>
                <a:cubicBezTo>
                  <a:pt x="2426" y="3624"/>
                  <a:pt x="3655" y="2364"/>
                  <a:pt x="5199" y="2364"/>
                </a:cubicBezTo>
                <a:close/>
                <a:moveTo>
                  <a:pt x="5167" y="726"/>
                </a:moveTo>
                <a:cubicBezTo>
                  <a:pt x="7940" y="726"/>
                  <a:pt x="10051" y="3277"/>
                  <a:pt x="9515" y="6018"/>
                </a:cubicBezTo>
                <a:lnTo>
                  <a:pt x="8507" y="5766"/>
                </a:lnTo>
                <a:cubicBezTo>
                  <a:pt x="8538" y="5546"/>
                  <a:pt x="8538" y="5357"/>
                  <a:pt x="8538" y="5136"/>
                </a:cubicBezTo>
                <a:cubicBezTo>
                  <a:pt x="8538" y="3246"/>
                  <a:pt x="7026" y="1702"/>
                  <a:pt x="5104" y="1702"/>
                </a:cubicBezTo>
                <a:cubicBezTo>
                  <a:pt x="3214" y="1702"/>
                  <a:pt x="1702" y="3246"/>
                  <a:pt x="1702" y="5136"/>
                </a:cubicBezTo>
                <a:cubicBezTo>
                  <a:pt x="1702" y="7027"/>
                  <a:pt x="3214" y="8602"/>
                  <a:pt x="5104" y="8602"/>
                </a:cubicBezTo>
                <a:cubicBezTo>
                  <a:pt x="5325" y="8602"/>
                  <a:pt x="5514" y="8602"/>
                  <a:pt x="5703" y="8539"/>
                </a:cubicBezTo>
                <a:lnTo>
                  <a:pt x="5986" y="9578"/>
                </a:lnTo>
                <a:cubicBezTo>
                  <a:pt x="5695" y="9636"/>
                  <a:pt x="5405" y="9664"/>
                  <a:pt x="5119" y="9664"/>
                </a:cubicBezTo>
                <a:cubicBezTo>
                  <a:pt x="2751" y="9664"/>
                  <a:pt x="694" y="7758"/>
                  <a:pt x="694" y="5199"/>
                </a:cubicBezTo>
                <a:cubicBezTo>
                  <a:pt x="694" y="2679"/>
                  <a:pt x="2773" y="726"/>
                  <a:pt x="5167" y="726"/>
                </a:cubicBezTo>
                <a:close/>
                <a:moveTo>
                  <a:pt x="5671" y="5672"/>
                </a:moveTo>
                <a:lnTo>
                  <a:pt x="5671" y="5672"/>
                </a:lnTo>
                <a:cubicBezTo>
                  <a:pt x="10240" y="6964"/>
                  <a:pt x="9578" y="6774"/>
                  <a:pt x="9704" y="6806"/>
                </a:cubicBezTo>
                <a:lnTo>
                  <a:pt x="8853" y="7373"/>
                </a:lnTo>
                <a:cubicBezTo>
                  <a:pt x="8664" y="7499"/>
                  <a:pt x="8664" y="7751"/>
                  <a:pt x="8822" y="7877"/>
                </a:cubicBezTo>
                <a:lnTo>
                  <a:pt x="10964" y="9956"/>
                </a:lnTo>
                <a:cubicBezTo>
                  <a:pt x="11027" y="10114"/>
                  <a:pt x="11027" y="10335"/>
                  <a:pt x="10901" y="10492"/>
                </a:cubicBezTo>
                <a:lnTo>
                  <a:pt x="10429" y="10965"/>
                </a:lnTo>
                <a:cubicBezTo>
                  <a:pt x="10366" y="11012"/>
                  <a:pt x="10279" y="11035"/>
                  <a:pt x="10192" y="11035"/>
                </a:cubicBezTo>
                <a:cubicBezTo>
                  <a:pt x="10106" y="11035"/>
                  <a:pt x="10019" y="11012"/>
                  <a:pt x="9956" y="10965"/>
                </a:cubicBezTo>
                <a:lnTo>
                  <a:pt x="7845" y="8854"/>
                </a:lnTo>
                <a:cubicBezTo>
                  <a:pt x="7777" y="8786"/>
                  <a:pt x="7691" y="8753"/>
                  <a:pt x="7606" y="8753"/>
                </a:cubicBezTo>
                <a:cubicBezTo>
                  <a:pt x="7493" y="8753"/>
                  <a:pt x="7381" y="8809"/>
                  <a:pt x="7310" y="8917"/>
                </a:cubicBezTo>
                <a:cubicBezTo>
                  <a:pt x="7247" y="8980"/>
                  <a:pt x="6806" y="9641"/>
                  <a:pt x="6774" y="9736"/>
                </a:cubicBezTo>
                <a:cubicBezTo>
                  <a:pt x="6680" y="9484"/>
                  <a:pt x="5703" y="5861"/>
                  <a:pt x="5671" y="5672"/>
                </a:cubicBezTo>
                <a:close/>
                <a:moveTo>
                  <a:pt x="5104" y="1"/>
                </a:moveTo>
                <a:cubicBezTo>
                  <a:pt x="2363" y="1"/>
                  <a:pt x="0" y="2238"/>
                  <a:pt x="0" y="5168"/>
                </a:cubicBezTo>
                <a:cubicBezTo>
                  <a:pt x="0" y="8066"/>
                  <a:pt x="2332" y="10303"/>
                  <a:pt x="5104" y="10303"/>
                </a:cubicBezTo>
                <a:cubicBezTo>
                  <a:pt x="5482" y="10303"/>
                  <a:pt x="5797" y="10272"/>
                  <a:pt x="6144" y="10208"/>
                </a:cubicBezTo>
                <a:lnTo>
                  <a:pt x="6270" y="10587"/>
                </a:lnTo>
                <a:cubicBezTo>
                  <a:pt x="6307" y="10755"/>
                  <a:pt x="6444" y="10845"/>
                  <a:pt x="6596" y="10845"/>
                </a:cubicBezTo>
                <a:cubicBezTo>
                  <a:pt x="6700" y="10845"/>
                  <a:pt x="6810" y="10802"/>
                  <a:pt x="6900" y="10713"/>
                </a:cubicBezTo>
                <a:lnTo>
                  <a:pt x="7625" y="9610"/>
                </a:lnTo>
                <a:lnTo>
                  <a:pt x="9483" y="11406"/>
                </a:lnTo>
                <a:cubicBezTo>
                  <a:pt x="9688" y="11610"/>
                  <a:pt x="9956" y="11713"/>
                  <a:pt x="10220" y="11713"/>
                </a:cubicBezTo>
                <a:cubicBezTo>
                  <a:pt x="10484" y="11713"/>
                  <a:pt x="10744" y="11610"/>
                  <a:pt x="10933" y="11406"/>
                </a:cubicBezTo>
                <a:lnTo>
                  <a:pt x="11405" y="10933"/>
                </a:lnTo>
                <a:cubicBezTo>
                  <a:pt x="11783" y="10555"/>
                  <a:pt x="11783" y="9893"/>
                  <a:pt x="11374" y="9484"/>
                </a:cubicBezTo>
                <a:lnTo>
                  <a:pt x="9515" y="7720"/>
                </a:lnTo>
                <a:lnTo>
                  <a:pt x="10618" y="6964"/>
                </a:lnTo>
                <a:cubicBezTo>
                  <a:pt x="10870" y="6806"/>
                  <a:pt x="10838" y="6428"/>
                  <a:pt x="10555" y="6333"/>
                </a:cubicBezTo>
                <a:lnTo>
                  <a:pt x="10145" y="6239"/>
                </a:lnTo>
                <a:cubicBezTo>
                  <a:pt x="10303" y="5483"/>
                  <a:pt x="10271" y="4695"/>
                  <a:pt x="10082" y="3908"/>
                </a:cubicBezTo>
                <a:cubicBezTo>
                  <a:pt x="9483" y="1576"/>
                  <a:pt x="7436" y="1"/>
                  <a:pt x="5104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1189" name="Google Shape;11189;p67"/>
          <p:cNvGrpSpPr/>
          <p:nvPr/>
        </p:nvGrpSpPr>
        <p:grpSpPr>
          <a:xfrm>
            <a:off x="1387948" y="2660397"/>
            <a:ext cx="421914" cy="421914"/>
            <a:chOff x="-6354300" y="2757075"/>
            <a:chExt cx="292225" cy="292225"/>
          </a:xfrm>
        </p:grpSpPr>
        <p:sp>
          <p:nvSpPr>
            <p:cNvPr id="11190" name="Google Shape;11190;p67"/>
            <p:cNvSpPr/>
            <p:nvPr/>
          </p:nvSpPr>
          <p:spPr>
            <a:xfrm>
              <a:off x="-6354300" y="2757075"/>
              <a:ext cx="292225" cy="292225"/>
            </a:xfrm>
            <a:custGeom>
              <a:rect l="l" t="t" r="r" b="b"/>
              <a:pathLst>
                <a:path w="11689" h="11689" extrusionOk="0">
                  <a:moveTo>
                    <a:pt x="10681" y="4159"/>
                  </a:moveTo>
                  <a:cubicBezTo>
                    <a:pt x="10870" y="4159"/>
                    <a:pt x="11027" y="4316"/>
                    <a:pt x="11027" y="4505"/>
                  </a:cubicBezTo>
                  <a:lnTo>
                    <a:pt x="11027" y="4915"/>
                  </a:lnTo>
                  <a:cubicBezTo>
                    <a:pt x="10901" y="4883"/>
                    <a:pt x="10775" y="4883"/>
                    <a:pt x="10681" y="4883"/>
                  </a:cubicBezTo>
                  <a:lnTo>
                    <a:pt x="9609" y="4883"/>
                  </a:lnTo>
                  <a:lnTo>
                    <a:pt x="9609" y="4190"/>
                  </a:lnTo>
                  <a:lnTo>
                    <a:pt x="10681" y="4190"/>
                  </a:lnTo>
                  <a:lnTo>
                    <a:pt x="10681" y="4159"/>
                  </a:lnTo>
                  <a:close/>
                  <a:moveTo>
                    <a:pt x="2048" y="2773"/>
                  </a:moveTo>
                  <a:lnTo>
                    <a:pt x="2048" y="6207"/>
                  </a:lnTo>
                  <a:lnTo>
                    <a:pt x="662" y="6207"/>
                  </a:lnTo>
                  <a:lnTo>
                    <a:pt x="662" y="3151"/>
                  </a:lnTo>
                  <a:cubicBezTo>
                    <a:pt x="694" y="2930"/>
                    <a:pt x="851" y="2773"/>
                    <a:pt x="1009" y="2773"/>
                  </a:cubicBezTo>
                  <a:close/>
                  <a:moveTo>
                    <a:pt x="8885" y="693"/>
                  </a:moveTo>
                  <a:lnTo>
                    <a:pt x="8885" y="4883"/>
                  </a:lnTo>
                  <a:cubicBezTo>
                    <a:pt x="8538" y="4915"/>
                    <a:pt x="8223" y="5104"/>
                    <a:pt x="8066" y="5419"/>
                  </a:cubicBezTo>
                  <a:lnTo>
                    <a:pt x="7751" y="6049"/>
                  </a:lnTo>
                  <a:cubicBezTo>
                    <a:pt x="7719" y="6175"/>
                    <a:pt x="7593" y="6238"/>
                    <a:pt x="7436" y="6238"/>
                  </a:cubicBezTo>
                  <a:lnTo>
                    <a:pt x="2710" y="6238"/>
                  </a:lnTo>
                  <a:lnTo>
                    <a:pt x="2710" y="693"/>
                  </a:lnTo>
                  <a:close/>
                  <a:moveTo>
                    <a:pt x="10681" y="5513"/>
                  </a:moveTo>
                  <a:cubicBezTo>
                    <a:pt x="10870" y="5513"/>
                    <a:pt x="11027" y="5671"/>
                    <a:pt x="11027" y="5860"/>
                  </a:cubicBezTo>
                  <a:lnTo>
                    <a:pt x="11027" y="10649"/>
                  </a:lnTo>
                  <a:cubicBezTo>
                    <a:pt x="11027" y="10869"/>
                    <a:pt x="10870" y="11027"/>
                    <a:pt x="10681" y="11027"/>
                  </a:cubicBezTo>
                  <a:lnTo>
                    <a:pt x="1009" y="11027"/>
                  </a:lnTo>
                  <a:cubicBezTo>
                    <a:pt x="820" y="11027"/>
                    <a:pt x="662" y="10869"/>
                    <a:pt x="662" y="10649"/>
                  </a:cubicBezTo>
                  <a:lnTo>
                    <a:pt x="662" y="6868"/>
                  </a:lnTo>
                  <a:lnTo>
                    <a:pt x="7436" y="6868"/>
                  </a:lnTo>
                  <a:cubicBezTo>
                    <a:pt x="7845" y="6868"/>
                    <a:pt x="8192" y="6648"/>
                    <a:pt x="8349" y="6333"/>
                  </a:cubicBezTo>
                  <a:lnTo>
                    <a:pt x="8664" y="5703"/>
                  </a:lnTo>
                  <a:cubicBezTo>
                    <a:pt x="8696" y="5576"/>
                    <a:pt x="8822" y="5513"/>
                    <a:pt x="8979" y="5513"/>
                  </a:cubicBezTo>
                  <a:close/>
                  <a:moveTo>
                    <a:pt x="2395" y="0"/>
                  </a:moveTo>
                  <a:cubicBezTo>
                    <a:pt x="2206" y="0"/>
                    <a:pt x="2048" y="158"/>
                    <a:pt x="2048" y="347"/>
                  </a:cubicBezTo>
                  <a:lnTo>
                    <a:pt x="2048" y="2111"/>
                  </a:lnTo>
                  <a:lnTo>
                    <a:pt x="1009" y="2111"/>
                  </a:lnTo>
                  <a:cubicBezTo>
                    <a:pt x="473" y="2111"/>
                    <a:pt x="0" y="2584"/>
                    <a:pt x="0" y="3151"/>
                  </a:cubicBezTo>
                  <a:lnTo>
                    <a:pt x="0" y="10649"/>
                  </a:lnTo>
                  <a:cubicBezTo>
                    <a:pt x="0" y="11216"/>
                    <a:pt x="473" y="11688"/>
                    <a:pt x="1009" y="11688"/>
                  </a:cubicBezTo>
                  <a:lnTo>
                    <a:pt x="10618" y="11688"/>
                  </a:lnTo>
                  <a:cubicBezTo>
                    <a:pt x="11185" y="11688"/>
                    <a:pt x="11657" y="11216"/>
                    <a:pt x="11657" y="10649"/>
                  </a:cubicBezTo>
                  <a:lnTo>
                    <a:pt x="11657" y="4505"/>
                  </a:lnTo>
                  <a:cubicBezTo>
                    <a:pt x="11689" y="3938"/>
                    <a:pt x="11216" y="3466"/>
                    <a:pt x="10681" y="3466"/>
                  </a:cubicBezTo>
                  <a:lnTo>
                    <a:pt x="9609" y="3466"/>
                  </a:lnTo>
                  <a:lnTo>
                    <a:pt x="9609" y="347"/>
                  </a:lnTo>
                  <a:cubicBezTo>
                    <a:pt x="9609" y="158"/>
                    <a:pt x="9452" y="0"/>
                    <a:pt x="926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91" name="Google Shape;11191;p67"/>
            <p:cNvSpPr/>
            <p:nvPr/>
          </p:nvSpPr>
          <p:spPr>
            <a:xfrm>
              <a:off x="-6268450" y="2790150"/>
              <a:ext cx="119750" cy="18125"/>
            </a:xfrm>
            <a:custGeom>
              <a:rect l="l" t="t" r="r" b="b"/>
              <a:pathLst>
                <a:path w="4790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99"/>
                    <a:pt x="158" y="725"/>
                    <a:pt x="347" y="725"/>
                  </a:cubicBezTo>
                  <a:lnTo>
                    <a:pt x="4443" y="725"/>
                  </a:lnTo>
                  <a:cubicBezTo>
                    <a:pt x="4632" y="725"/>
                    <a:pt x="4789" y="567"/>
                    <a:pt x="4789" y="347"/>
                  </a:cubicBezTo>
                  <a:cubicBezTo>
                    <a:pt x="4789" y="158"/>
                    <a:pt x="4632" y="0"/>
                    <a:pt x="444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92" name="Google Shape;11192;p67"/>
            <p:cNvSpPr/>
            <p:nvPr/>
          </p:nvSpPr>
          <p:spPr>
            <a:xfrm>
              <a:off x="-6268450" y="2825600"/>
              <a:ext cx="119750" cy="18125"/>
            </a:xfrm>
            <a:custGeom>
              <a:rect l="l" t="t" r="r" b="b"/>
              <a:pathLst>
                <a:path w="4790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99"/>
                    <a:pt x="158" y="725"/>
                    <a:pt x="347" y="725"/>
                  </a:cubicBezTo>
                  <a:lnTo>
                    <a:pt x="4443" y="725"/>
                  </a:lnTo>
                  <a:cubicBezTo>
                    <a:pt x="4632" y="725"/>
                    <a:pt x="4789" y="567"/>
                    <a:pt x="4789" y="347"/>
                  </a:cubicBezTo>
                  <a:cubicBezTo>
                    <a:pt x="4789" y="158"/>
                    <a:pt x="4632" y="0"/>
                    <a:pt x="444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93" name="Google Shape;11193;p67"/>
            <p:cNvSpPr/>
            <p:nvPr/>
          </p:nvSpPr>
          <p:spPr>
            <a:xfrm>
              <a:off x="-6268450" y="2860250"/>
              <a:ext cx="119750" cy="17350"/>
            </a:xfrm>
            <a:custGeom>
              <a:rect l="l" t="t" r="r" b="b"/>
              <a:pathLst>
                <a:path w="4790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3"/>
                    <a:pt x="347" y="693"/>
                  </a:cubicBezTo>
                  <a:lnTo>
                    <a:pt x="4443" y="693"/>
                  </a:lnTo>
                  <a:cubicBezTo>
                    <a:pt x="4632" y="693"/>
                    <a:pt x="4789" y="536"/>
                    <a:pt x="4789" y="347"/>
                  </a:cubicBezTo>
                  <a:cubicBezTo>
                    <a:pt x="4789" y="158"/>
                    <a:pt x="4632" y="0"/>
                    <a:pt x="444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194" name="Google Shape;11194;p67"/>
          <p:cNvGrpSpPr/>
          <p:nvPr/>
        </p:nvGrpSpPr>
        <p:grpSpPr>
          <a:xfrm>
            <a:off x="4081951" y="1629560"/>
            <a:ext cx="424188" cy="424188"/>
            <a:chOff x="-4573475" y="2045850"/>
            <a:chExt cx="293800" cy="293800"/>
          </a:xfrm>
        </p:grpSpPr>
        <p:sp>
          <p:nvSpPr>
            <p:cNvPr id="11195" name="Google Shape;11195;p67"/>
            <p:cNvSpPr/>
            <p:nvPr/>
          </p:nvSpPr>
          <p:spPr>
            <a:xfrm>
              <a:off x="-4573475" y="2045850"/>
              <a:ext cx="293800" cy="293800"/>
            </a:xfrm>
            <a:custGeom>
              <a:rect l="l" t="t" r="r" b="b"/>
              <a:pathLst>
                <a:path w="11752" h="11752" extrusionOk="0">
                  <a:moveTo>
                    <a:pt x="6333" y="756"/>
                  </a:moveTo>
                  <a:lnTo>
                    <a:pt x="6459" y="1292"/>
                  </a:lnTo>
                  <a:cubicBezTo>
                    <a:pt x="6490" y="1418"/>
                    <a:pt x="6585" y="1544"/>
                    <a:pt x="6742" y="1576"/>
                  </a:cubicBezTo>
                  <a:cubicBezTo>
                    <a:pt x="7372" y="1702"/>
                    <a:pt x="7908" y="1922"/>
                    <a:pt x="8444" y="2300"/>
                  </a:cubicBezTo>
                  <a:cubicBezTo>
                    <a:pt x="8491" y="2332"/>
                    <a:pt x="8546" y="2347"/>
                    <a:pt x="8605" y="2347"/>
                  </a:cubicBezTo>
                  <a:cubicBezTo>
                    <a:pt x="8664" y="2347"/>
                    <a:pt x="8727" y="2332"/>
                    <a:pt x="8790" y="2300"/>
                  </a:cubicBezTo>
                  <a:lnTo>
                    <a:pt x="9231" y="2017"/>
                  </a:lnTo>
                  <a:lnTo>
                    <a:pt x="9798" y="2584"/>
                  </a:lnTo>
                  <a:lnTo>
                    <a:pt x="9546" y="3025"/>
                  </a:lnTo>
                  <a:cubicBezTo>
                    <a:pt x="9452" y="3151"/>
                    <a:pt x="9452" y="3308"/>
                    <a:pt x="9546" y="3371"/>
                  </a:cubicBezTo>
                  <a:cubicBezTo>
                    <a:pt x="9893" y="3907"/>
                    <a:pt x="10113" y="4505"/>
                    <a:pt x="10239" y="5073"/>
                  </a:cubicBezTo>
                  <a:cubicBezTo>
                    <a:pt x="10271" y="5199"/>
                    <a:pt x="10365" y="5325"/>
                    <a:pt x="10523" y="5356"/>
                  </a:cubicBezTo>
                  <a:lnTo>
                    <a:pt x="11058" y="5482"/>
                  </a:lnTo>
                  <a:lnTo>
                    <a:pt x="11058" y="6301"/>
                  </a:lnTo>
                  <a:lnTo>
                    <a:pt x="10523" y="6427"/>
                  </a:lnTo>
                  <a:cubicBezTo>
                    <a:pt x="10397" y="6459"/>
                    <a:pt x="10271" y="6553"/>
                    <a:pt x="10239" y="6711"/>
                  </a:cubicBezTo>
                  <a:cubicBezTo>
                    <a:pt x="10113" y="7309"/>
                    <a:pt x="9893" y="7877"/>
                    <a:pt x="9546" y="8381"/>
                  </a:cubicBezTo>
                  <a:cubicBezTo>
                    <a:pt x="9452" y="8507"/>
                    <a:pt x="9452" y="8633"/>
                    <a:pt x="9546" y="8759"/>
                  </a:cubicBezTo>
                  <a:lnTo>
                    <a:pt x="9798" y="9168"/>
                  </a:lnTo>
                  <a:lnTo>
                    <a:pt x="9231" y="9767"/>
                  </a:lnTo>
                  <a:lnTo>
                    <a:pt x="8790" y="9483"/>
                  </a:lnTo>
                  <a:cubicBezTo>
                    <a:pt x="8727" y="9452"/>
                    <a:pt x="8656" y="9436"/>
                    <a:pt x="8593" y="9436"/>
                  </a:cubicBezTo>
                  <a:cubicBezTo>
                    <a:pt x="8530" y="9436"/>
                    <a:pt x="8475" y="9452"/>
                    <a:pt x="8444" y="9483"/>
                  </a:cubicBezTo>
                  <a:cubicBezTo>
                    <a:pt x="7908" y="9861"/>
                    <a:pt x="7341" y="10082"/>
                    <a:pt x="6742" y="10208"/>
                  </a:cubicBezTo>
                  <a:cubicBezTo>
                    <a:pt x="6616" y="10239"/>
                    <a:pt x="6490" y="10334"/>
                    <a:pt x="6459" y="10428"/>
                  </a:cubicBezTo>
                  <a:lnTo>
                    <a:pt x="6333" y="10964"/>
                  </a:lnTo>
                  <a:lnTo>
                    <a:pt x="5514" y="10964"/>
                  </a:lnTo>
                  <a:lnTo>
                    <a:pt x="5388" y="10428"/>
                  </a:lnTo>
                  <a:cubicBezTo>
                    <a:pt x="5356" y="10334"/>
                    <a:pt x="5230" y="10208"/>
                    <a:pt x="5136" y="10208"/>
                  </a:cubicBezTo>
                  <a:cubicBezTo>
                    <a:pt x="4505" y="10082"/>
                    <a:pt x="3938" y="9861"/>
                    <a:pt x="3434" y="9483"/>
                  </a:cubicBezTo>
                  <a:cubicBezTo>
                    <a:pt x="3371" y="9452"/>
                    <a:pt x="3308" y="9436"/>
                    <a:pt x="3249" y="9436"/>
                  </a:cubicBezTo>
                  <a:cubicBezTo>
                    <a:pt x="3190" y="9436"/>
                    <a:pt x="3135" y="9452"/>
                    <a:pt x="3088" y="9483"/>
                  </a:cubicBezTo>
                  <a:lnTo>
                    <a:pt x="2647" y="9767"/>
                  </a:lnTo>
                  <a:lnTo>
                    <a:pt x="2048" y="9168"/>
                  </a:lnTo>
                  <a:lnTo>
                    <a:pt x="2332" y="8759"/>
                  </a:lnTo>
                  <a:cubicBezTo>
                    <a:pt x="2395" y="8633"/>
                    <a:pt x="2395" y="8475"/>
                    <a:pt x="2332" y="8381"/>
                  </a:cubicBezTo>
                  <a:cubicBezTo>
                    <a:pt x="1985" y="7877"/>
                    <a:pt x="1733" y="7278"/>
                    <a:pt x="1607" y="6711"/>
                  </a:cubicBezTo>
                  <a:cubicBezTo>
                    <a:pt x="1575" y="6585"/>
                    <a:pt x="1512" y="6459"/>
                    <a:pt x="1386" y="6427"/>
                  </a:cubicBezTo>
                  <a:lnTo>
                    <a:pt x="882" y="6301"/>
                  </a:lnTo>
                  <a:lnTo>
                    <a:pt x="882" y="5482"/>
                  </a:lnTo>
                  <a:lnTo>
                    <a:pt x="1386" y="5356"/>
                  </a:lnTo>
                  <a:cubicBezTo>
                    <a:pt x="1512" y="5325"/>
                    <a:pt x="1607" y="5199"/>
                    <a:pt x="1607" y="5073"/>
                  </a:cubicBezTo>
                  <a:cubicBezTo>
                    <a:pt x="1733" y="4442"/>
                    <a:pt x="1985" y="3907"/>
                    <a:pt x="2332" y="3371"/>
                  </a:cubicBezTo>
                  <a:cubicBezTo>
                    <a:pt x="2395" y="3277"/>
                    <a:pt x="2395" y="3151"/>
                    <a:pt x="2332" y="3025"/>
                  </a:cubicBezTo>
                  <a:lnTo>
                    <a:pt x="2048" y="2584"/>
                  </a:lnTo>
                  <a:lnTo>
                    <a:pt x="2647" y="2017"/>
                  </a:lnTo>
                  <a:lnTo>
                    <a:pt x="3088" y="2300"/>
                  </a:lnTo>
                  <a:cubicBezTo>
                    <a:pt x="3135" y="2332"/>
                    <a:pt x="3198" y="2347"/>
                    <a:pt x="3261" y="2347"/>
                  </a:cubicBezTo>
                  <a:cubicBezTo>
                    <a:pt x="3324" y="2347"/>
                    <a:pt x="3387" y="2332"/>
                    <a:pt x="3434" y="2300"/>
                  </a:cubicBezTo>
                  <a:cubicBezTo>
                    <a:pt x="3938" y="1922"/>
                    <a:pt x="4537" y="1702"/>
                    <a:pt x="5136" y="1576"/>
                  </a:cubicBezTo>
                  <a:cubicBezTo>
                    <a:pt x="5230" y="1544"/>
                    <a:pt x="5356" y="1450"/>
                    <a:pt x="5388" y="1292"/>
                  </a:cubicBezTo>
                  <a:lnTo>
                    <a:pt x="5514" y="756"/>
                  </a:lnTo>
                  <a:close/>
                  <a:moveTo>
                    <a:pt x="5167" y="0"/>
                  </a:moveTo>
                  <a:cubicBezTo>
                    <a:pt x="5009" y="0"/>
                    <a:pt x="4852" y="126"/>
                    <a:pt x="4852" y="284"/>
                  </a:cubicBezTo>
                  <a:lnTo>
                    <a:pt x="4694" y="882"/>
                  </a:lnTo>
                  <a:cubicBezTo>
                    <a:pt x="4127" y="977"/>
                    <a:pt x="3623" y="1229"/>
                    <a:pt x="3119" y="1513"/>
                  </a:cubicBezTo>
                  <a:lnTo>
                    <a:pt x="2615" y="1197"/>
                  </a:lnTo>
                  <a:cubicBezTo>
                    <a:pt x="2557" y="1154"/>
                    <a:pt x="2485" y="1130"/>
                    <a:pt x="2412" y="1130"/>
                  </a:cubicBezTo>
                  <a:cubicBezTo>
                    <a:pt x="2327" y="1130"/>
                    <a:pt x="2242" y="1161"/>
                    <a:pt x="2174" y="1229"/>
                  </a:cubicBezTo>
                  <a:lnTo>
                    <a:pt x="1197" y="2206"/>
                  </a:lnTo>
                  <a:cubicBezTo>
                    <a:pt x="1071" y="2332"/>
                    <a:pt x="1071" y="2489"/>
                    <a:pt x="1134" y="2647"/>
                  </a:cubicBezTo>
                  <a:lnTo>
                    <a:pt x="1449" y="3151"/>
                  </a:lnTo>
                  <a:cubicBezTo>
                    <a:pt x="1134" y="3623"/>
                    <a:pt x="945" y="4159"/>
                    <a:pt x="819" y="4726"/>
                  </a:cubicBezTo>
                  <a:lnTo>
                    <a:pt x="284" y="4884"/>
                  </a:lnTo>
                  <a:cubicBezTo>
                    <a:pt x="126" y="4915"/>
                    <a:pt x="0" y="5041"/>
                    <a:pt x="0" y="5199"/>
                  </a:cubicBezTo>
                  <a:lnTo>
                    <a:pt x="0" y="6585"/>
                  </a:lnTo>
                  <a:cubicBezTo>
                    <a:pt x="0" y="6742"/>
                    <a:pt x="126" y="6868"/>
                    <a:pt x="284" y="6900"/>
                  </a:cubicBezTo>
                  <a:lnTo>
                    <a:pt x="819" y="7057"/>
                  </a:lnTo>
                  <a:cubicBezTo>
                    <a:pt x="945" y="7593"/>
                    <a:pt x="1197" y="8129"/>
                    <a:pt x="1449" y="8633"/>
                  </a:cubicBezTo>
                  <a:lnTo>
                    <a:pt x="1134" y="9137"/>
                  </a:lnTo>
                  <a:cubicBezTo>
                    <a:pt x="1071" y="9263"/>
                    <a:pt x="1071" y="9452"/>
                    <a:pt x="1197" y="9578"/>
                  </a:cubicBezTo>
                  <a:lnTo>
                    <a:pt x="2174" y="10554"/>
                  </a:lnTo>
                  <a:cubicBezTo>
                    <a:pt x="2242" y="10622"/>
                    <a:pt x="2318" y="10653"/>
                    <a:pt x="2399" y="10653"/>
                  </a:cubicBezTo>
                  <a:cubicBezTo>
                    <a:pt x="2469" y="10653"/>
                    <a:pt x="2542" y="10630"/>
                    <a:pt x="2615" y="10586"/>
                  </a:cubicBezTo>
                  <a:lnTo>
                    <a:pt x="3119" y="10271"/>
                  </a:lnTo>
                  <a:cubicBezTo>
                    <a:pt x="3592" y="10586"/>
                    <a:pt x="4127" y="10806"/>
                    <a:pt x="4694" y="10901"/>
                  </a:cubicBezTo>
                  <a:lnTo>
                    <a:pt x="4852" y="11468"/>
                  </a:lnTo>
                  <a:cubicBezTo>
                    <a:pt x="4883" y="11626"/>
                    <a:pt x="5009" y="11752"/>
                    <a:pt x="5167" y="11752"/>
                  </a:cubicBezTo>
                  <a:lnTo>
                    <a:pt x="6553" y="11752"/>
                  </a:lnTo>
                  <a:cubicBezTo>
                    <a:pt x="6711" y="11752"/>
                    <a:pt x="6805" y="11626"/>
                    <a:pt x="6868" y="11468"/>
                  </a:cubicBezTo>
                  <a:lnTo>
                    <a:pt x="7026" y="10901"/>
                  </a:lnTo>
                  <a:cubicBezTo>
                    <a:pt x="7561" y="10806"/>
                    <a:pt x="8065" y="10554"/>
                    <a:pt x="8601" y="10271"/>
                  </a:cubicBezTo>
                  <a:lnTo>
                    <a:pt x="9105" y="10586"/>
                  </a:lnTo>
                  <a:cubicBezTo>
                    <a:pt x="9164" y="10630"/>
                    <a:pt x="9236" y="10653"/>
                    <a:pt x="9309" y="10653"/>
                  </a:cubicBezTo>
                  <a:cubicBezTo>
                    <a:pt x="9393" y="10653"/>
                    <a:pt x="9479" y="10622"/>
                    <a:pt x="9546" y="10554"/>
                  </a:cubicBezTo>
                  <a:lnTo>
                    <a:pt x="10523" y="9578"/>
                  </a:lnTo>
                  <a:cubicBezTo>
                    <a:pt x="10649" y="9452"/>
                    <a:pt x="10649" y="9294"/>
                    <a:pt x="10554" y="9137"/>
                  </a:cubicBezTo>
                  <a:lnTo>
                    <a:pt x="10239" y="8633"/>
                  </a:lnTo>
                  <a:cubicBezTo>
                    <a:pt x="10554" y="8160"/>
                    <a:pt x="10743" y="7656"/>
                    <a:pt x="10869" y="7057"/>
                  </a:cubicBezTo>
                  <a:lnTo>
                    <a:pt x="11468" y="6900"/>
                  </a:lnTo>
                  <a:cubicBezTo>
                    <a:pt x="11626" y="6868"/>
                    <a:pt x="11752" y="6742"/>
                    <a:pt x="11752" y="6585"/>
                  </a:cubicBezTo>
                  <a:lnTo>
                    <a:pt x="11752" y="5199"/>
                  </a:lnTo>
                  <a:cubicBezTo>
                    <a:pt x="11752" y="5041"/>
                    <a:pt x="11626" y="4915"/>
                    <a:pt x="11468" y="4884"/>
                  </a:cubicBezTo>
                  <a:lnTo>
                    <a:pt x="10869" y="4726"/>
                  </a:lnTo>
                  <a:cubicBezTo>
                    <a:pt x="10743" y="4159"/>
                    <a:pt x="10523" y="3655"/>
                    <a:pt x="10239" y="3151"/>
                  </a:cubicBezTo>
                  <a:lnTo>
                    <a:pt x="10554" y="2647"/>
                  </a:lnTo>
                  <a:cubicBezTo>
                    <a:pt x="10649" y="2521"/>
                    <a:pt x="10649" y="2332"/>
                    <a:pt x="10523" y="2206"/>
                  </a:cubicBezTo>
                  <a:lnTo>
                    <a:pt x="9546" y="1229"/>
                  </a:lnTo>
                  <a:cubicBezTo>
                    <a:pt x="9479" y="1161"/>
                    <a:pt x="9402" y="1130"/>
                    <a:pt x="9321" y="1130"/>
                  </a:cubicBezTo>
                  <a:cubicBezTo>
                    <a:pt x="9251" y="1130"/>
                    <a:pt x="9178" y="1154"/>
                    <a:pt x="9105" y="1197"/>
                  </a:cubicBezTo>
                  <a:lnTo>
                    <a:pt x="8601" y="1513"/>
                  </a:lnTo>
                  <a:cubicBezTo>
                    <a:pt x="8128" y="1197"/>
                    <a:pt x="7593" y="977"/>
                    <a:pt x="7026" y="882"/>
                  </a:cubicBezTo>
                  <a:lnTo>
                    <a:pt x="6868" y="284"/>
                  </a:lnTo>
                  <a:cubicBezTo>
                    <a:pt x="6805" y="126"/>
                    <a:pt x="6711" y="0"/>
                    <a:pt x="655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96" name="Google Shape;11196;p67"/>
            <p:cNvSpPr/>
            <p:nvPr/>
          </p:nvSpPr>
          <p:spPr>
            <a:xfrm>
              <a:off x="-4521500" y="2099400"/>
              <a:ext cx="189050" cy="188275"/>
            </a:xfrm>
            <a:custGeom>
              <a:rect l="l" t="t" r="r" b="b"/>
              <a:pathLst>
                <a:path w="7562" h="7531" extrusionOk="0">
                  <a:moveTo>
                    <a:pt x="3750" y="662"/>
                  </a:moveTo>
                  <a:cubicBezTo>
                    <a:pt x="5451" y="662"/>
                    <a:pt x="6837" y="2017"/>
                    <a:pt x="6837" y="3718"/>
                  </a:cubicBezTo>
                  <a:cubicBezTo>
                    <a:pt x="6869" y="5104"/>
                    <a:pt x="6049" y="6239"/>
                    <a:pt x="4821" y="6648"/>
                  </a:cubicBezTo>
                  <a:lnTo>
                    <a:pt x="4821" y="5892"/>
                  </a:lnTo>
                  <a:cubicBezTo>
                    <a:pt x="5640" y="5514"/>
                    <a:pt x="6207" y="4663"/>
                    <a:pt x="6207" y="3718"/>
                  </a:cubicBezTo>
                  <a:cubicBezTo>
                    <a:pt x="6207" y="2710"/>
                    <a:pt x="5577" y="1796"/>
                    <a:pt x="4569" y="1481"/>
                  </a:cubicBezTo>
                  <a:cubicBezTo>
                    <a:pt x="4535" y="1472"/>
                    <a:pt x="4501" y="1467"/>
                    <a:pt x="4468" y="1467"/>
                  </a:cubicBezTo>
                  <a:cubicBezTo>
                    <a:pt x="4278" y="1467"/>
                    <a:pt x="4096" y="1609"/>
                    <a:pt x="4096" y="1796"/>
                  </a:cubicBezTo>
                  <a:lnTo>
                    <a:pt x="4096" y="3372"/>
                  </a:lnTo>
                  <a:lnTo>
                    <a:pt x="3435" y="3372"/>
                  </a:lnTo>
                  <a:lnTo>
                    <a:pt x="3435" y="1796"/>
                  </a:lnTo>
                  <a:cubicBezTo>
                    <a:pt x="3435" y="1609"/>
                    <a:pt x="3276" y="1467"/>
                    <a:pt x="3073" y="1467"/>
                  </a:cubicBezTo>
                  <a:cubicBezTo>
                    <a:pt x="3037" y="1467"/>
                    <a:pt x="3000" y="1472"/>
                    <a:pt x="2962" y="1481"/>
                  </a:cubicBezTo>
                  <a:cubicBezTo>
                    <a:pt x="2017" y="1828"/>
                    <a:pt x="1355" y="2742"/>
                    <a:pt x="1355" y="3718"/>
                  </a:cubicBezTo>
                  <a:cubicBezTo>
                    <a:pt x="1355" y="4663"/>
                    <a:pt x="1891" y="5514"/>
                    <a:pt x="2741" y="5892"/>
                  </a:cubicBezTo>
                  <a:lnTo>
                    <a:pt x="2741" y="6648"/>
                  </a:lnTo>
                  <a:cubicBezTo>
                    <a:pt x="1544" y="6207"/>
                    <a:pt x="694" y="5073"/>
                    <a:pt x="694" y="3718"/>
                  </a:cubicBezTo>
                  <a:cubicBezTo>
                    <a:pt x="694" y="2017"/>
                    <a:pt x="2048" y="662"/>
                    <a:pt x="3750" y="662"/>
                  </a:cubicBezTo>
                  <a:close/>
                  <a:moveTo>
                    <a:pt x="4852" y="2363"/>
                  </a:moveTo>
                  <a:cubicBezTo>
                    <a:pt x="5293" y="2679"/>
                    <a:pt x="5514" y="3183"/>
                    <a:pt x="5514" y="3718"/>
                  </a:cubicBezTo>
                  <a:cubicBezTo>
                    <a:pt x="5514" y="4443"/>
                    <a:pt x="5041" y="5104"/>
                    <a:pt x="4380" y="5356"/>
                  </a:cubicBezTo>
                  <a:cubicBezTo>
                    <a:pt x="4254" y="5388"/>
                    <a:pt x="4159" y="5545"/>
                    <a:pt x="4159" y="5671"/>
                  </a:cubicBezTo>
                  <a:lnTo>
                    <a:pt x="4159" y="6806"/>
                  </a:lnTo>
                  <a:lnTo>
                    <a:pt x="3781" y="6806"/>
                  </a:lnTo>
                  <a:cubicBezTo>
                    <a:pt x="3734" y="6821"/>
                    <a:pt x="3679" y="6829"/>
                    <a:pt x="3624" y="6829"/>
                  </a:cubicBezTo>
                  <a:cubicBezTo>
                    <a:pt x="3568" y="6829"/>
                    <a:pt x="3513" y="6821"/>
                    <a:pt x="3466" y="6806"/>
                  </a:cubicBezTo>
                  <a:lnTo>
                    <a:pt x="3466" y="5671"/>
                  </a:lnTo>
                  <a:cubicBezTo>
                    <a:pt x="3466" y="5514"/>
                    <a:pt x="3403" y="5388"/>
                    <a:pt x="3246" y="5356"/>
                  </a:cubicBezTo>
                  <a:cubicBezTo>
                    <a:pt x="2584" y="5104"/>
                    <a:pt x="2111" y="4443"/>
                    <a:pt x="2111" y="3718"/>
                  </a:cubicBezTo>
                  <a:cubicBezTo>
                    <a:pt x="2111" y="3183"/>
                    <a:pt x="2363" y="2679"/>
                    <a:pt x="2773" y="2363"/>
                  </a:cubicBezTo>
                  <a:lnTo>
                    <a:pt x="2773" y="3718"/>
                  </a:lnTo>
                  <a:cubicBezTo>
                    <a:pt x="2773" y="3939"/>
                    <a:pt x="2930" y="4096"/>
                    <a:pt x="3120" y="4096"/>
                  </a:cubicBezTo>
                  <a:lnTo>
                    <a:pt x="4506" y="4096"/>
                  </a:lnTo>
                  <a:cubicBezTo>
                    <a:pt x="4695" y="4096"/>
                    <a:pt x="4852" y="3939"/>
                    <a:pt x="4852" y="3718"/>
                  </a:cubicBezTo>
                  <a:lnTo>
                    <a:pt x="4852" y="2363"/>
                  </a:lnTo>
                  <a:close/>
                  <a:moveTo>
                    <a:pt x="3781" y="1"/>
                  </a:moveTo>
                  <a:cubicBezTo>
                    <a:pt x="1702" y="1"/>
                    <a:pt x="1" y="1670"/>
                    <a:pt x="1" y="3781"/>
                  </a:cubicBezTo>
                  <a:cubicBezTo>
                    <a:pt x="1" y="5861"/>
                    <a:pt x="1702" y="7530"/>
                    <a:pt x="3781" y="7530"/>
                  </a:cubicBezTo>
                  <a:cubicBezTo>
                    <a:pt x="5892" y="7530"/>
                    <a:pt x="7562" y="5861"/>
                    <a:pt x="7562" y="3781"/>
                  </a:cubicBezTo>
                  <a:cubicBezTo>
                    <a:pt x="7562" y="1670"/>
                    <a:pt x="5892" y="1"/>
                    <a:pt x="378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197" name="Google Shape;11197;p67"/>
          <p:cNvGrpSpPr/>
          <p:nvPr/>
        </p:nvGrpSpPr>
        <p:grpSpPr>
          <a:xfrm>
            <a:off x="4081374" y="2138699"/>
            <a:ext cx="425343" cy="424225"/>
            <a:chOff x="-4570325" y="2405775"/>
            <a:chExt cx="294600" cy="293825"/>
          </a:xfrm>
        </p:grpSpPr>
        <p:sp>
          <p:nvSpPr>
            <p:cNvPr id="11198" name="Google Shape;11198;p67"/>
            <p:cNvSpPr/>
            <p:nvPr/>
          </p:nvSpPr>
          <p:spPr>
            <a:xfrm>
              <a:off x="-4570325" y="2405775"/>
              <a:ext cx="294600" cy="293825"/>
            </a:xfrm>
            <a:custGeom>
              <a:rect l="l" t="t" r="r" b="b"/>
              <a:pathLst>
                <a:path w="11784" h="11753" extrusionOk="0">
                  <a:moveTo>
                    <a:pt x="5734" y="694"/>
                  </a:moveTo>
                  <a:cubicBezTo>
                    <a:pt x="7624" y="694"/>
                    <a:pt x="9168" y="2238"/>
                    <a:pt x="9168" y="4128"/>
                  </a:cubicBezTo>
                  <a:cubicBezTo>
                    <a:pt x="9168" y="6050"/>
                    <a:pt x="7624" y="7594"/>
                    <a:pt x="5734" y="7594"/>
                  </a:cubicBezTo>
                  <a:cubicBezTo>
                    <a:pt x="3844" y="7594"/>
                    <a:pt x="2332" y="6018"/>
                    <a:pt x="2332" y="4128"/>
                  </a:cubicBezTo>
                  <a:cubicBezTo>
                    <a:pt x="2332" y="2238"/>
                    <a:pt x="3844" y="694"/>
                    <a:pt x="5734" y="694"/>
                  </a:cubicBezTo>
                  <a:close/>
                  <a:moveTo>
                    <a:pt x="977" y="7531"/>
                  </a:moveTo>
                  <a:cubicBezTo>
                    <a:pt x="1166" y="7531"/>
                    <a:pt x="1323" y="7688"/>
                    <a:pt x="1323" y="7909"/>
                  </a:cubicBezTo>
                  <a:cubicBezTo>
                    <a:pt x="1292" y="8129"/>
                    <a:pt x="1134" y="8255"/>
                    <a:pt x="977" y="8255"/>
                  </a:cubicBezTo>
                  <a:cubicBezTo>
                    <a:pt x="788" y="8255"/>
                    <a:pt x="630" y="8098"/>
                    <a:pt x="630" y="7909"/>
                  </a:cubicBezTo>
                  <a:cubicBezTo>
                    <a:pt x="630" y="7688"/>
                    <a:pt x="788" y="7531"/>
                    <a:pt x="977" y="7531"/>
                  </a:cubicBezTo>
                  <a:close/>
                  <a:moveTo>
                    <a:pt x="10586" y="7531"/>
                  </a:moveTo>
                  <a:cubicBezTo>
                    <a:pt x="10775" y="7531"/>
                    <a:pt x="10932" y="7688"/>
                    <a:pt x="10932" y="7909"/>
                  </a:cubicBezTo>
                  <a:cubicBezTo>
                    <a:pt x="10932" y="8129"/>
                    <a:pt x="10775" y="8255"/>
                    <a:pt x="10586" y="8255"/>
                  </a:cubicBezTo>
                  <a:cubicBezTo>
                    <a:pt x="10397" y="8255"/>
                    <a:pt x="10239" y="8098"/>
                    <a:pt x="10239" y="7909"/>
                  </a:cubicBezTo>
                  <a:cubicBezTo>
                    <a:pt x="10239" y="7688"/>
                    <a:pt x="10397" y="7531"/>
                    <a:pt x="10586" y="7531"/>
                  </a:cubicBezTo>
                  <a:close/>
                  <a:moveTo>
                    <a:pt x="3025" y="9641"/>
                  </a:moveTo>
                  <a:cubicBezTo>
                    <a:pt x="3214" y="9641"/>
                    <a:pt x="3371" y="9799"/>
                    <a:pt x="3371" y="9988"/>
                  </a:cubicBezTo>
                  <a:cubicBezTo>
                    <a:pt x="3340" y="10177"/>
                    <a:pt x="3214" y="10335"/>
                    <a:pt x="3025" y="10335"/>
                  </a:cubicBezTo>
                  <a:cubicBezTo>
                    <a:pt x="2836" y="10335"/>
                    <a:pt x="2678" y="10177"/>
                    <a:pt x="2678" y="9988"/>
                  </a:cubicBezTo>
                  <a:cubicBezTo>
                    <a:pt x="2678" y="9799"/>
                    <a:pt x="2836" y="9641"/>
                    <a:pt x="3025" y="9641"/>
                  </a:cubicBezTo>
                  <a:close/>
                  <a:moveTo>
                    <a:pt x="8475" y="9641"/>
                  </a:moveTo>
                  <a:cubicBezTo>
                    <a:pt x="8696" y="9641"/>
                    <a:pt x="8822" y="9799"/>
                    <a:pt x="8822" y="9988"/>
                  </a:cubicBezTo>
                  <a:cubicBezTo>
                    <a:pt x="8822" y="10177"/>
                    <a:pt x="8664" y="10335"/>
                    <a:pt x="8475" y="10335"/>
                  </a:cubicBezTo>
                  <a:cubicBezTo>
                    <a:pt x="8255" y="10335"/>
                    <a:pt x="8128" y="10177"/>
                    <a:pt x="8128" y="9988"/>
                  </a:cubicBezTo>
                  <a:cubicBezTo>
                    <a:pt x="8128" y="9799"/>
                    <a:pt x="8255" y="9641"/>
                    <a:pt x="8475" y="9641"/>
                  </a:cubicBezTo>
                  <a:close/>
                  <a:moveTo>
                    <a:pt x="5734" y="10303"/>
                  </a:moveTo>
                  <a:cubicBezTo>
                    <a:pt x="5955" y="10303"/>
                    <a:pt x="6112" y="10461"/>
                    <a:pt x="6112" y="10650"/>
                  </a:cubicBezTo>
                  <a:cubicBezTo>
                    <a:pt x="6112" y="10839"/>
                    <a:pt x="5955" y="10996"/>
                    <a:pt x="5734" y="10996"/>
                  </a:cubicBezTo>
                  <a:cubicBezTo>
                    <a:pt x="5545" y="10996"/>
                    <a:pt x="5388" y="10839"/>
                    <a:pt x="5388" y="10650"/>
                  </a:cubicBezTo>
                  <a:cubicBezTo>
                    <a:pt x="5388" y="10461"/>
                    <a:pt x="5545" y="10303"/>
                    <a:pt x="5734" y="10303"/>
                  </a:cubicBezTo>
                  <a:close/>
                  <a:moveTo>
                    <a:pt x="5797" y="1"/>
                  </a:moveTo>
                  <a:cubicBezTo>
                    <a:pt x="3497" y="1"/>
                    <a:pt x="1701" y="1860"/>
                    <a:pt x="1701" y="4097"/>
                  </a:cubicBezTo>
                  <a:cubicBezTo>
                    <a:pt x="1701" y="5010"/>
                    <a:pt x="2017" y="5924"/>
                    <a:pt x="2552" y="6617"/>
                  </a:cubicBezTo>
                  <a:lnTo>
                    <a:pt x="1701" y="7153"/>
                  </a:lnTo>
                  <a:cubicBezTo>
                    <a:pt x="1481" y="6995"/>
                    <a:pt x="1260" y="6901"/>
                    <a:pt x="1040" y="6901"/>
                  </a:cubicBezTo>
                  <a:cubicBezTo>
                    <a:pt x="473" y="6901"/>
                    <a:pt x="0" y="7373"/>
                    <a:pt x="0" y="7940"/>
                  </a:cubicBezTo>
                  <a:cubicBezTo>
                    <a:pt x="0" y="8476"/>
                    <a:pt x="473" y="8948"/>
                    <a:pt x="1040" y="8948"/>
                  </a:cubicBezTo>
                  <a:cubicBezTo>
                    <a:pt x="1575" y="8948"/>
                    <a:pt x="2048" y="8476"/>
                    <a:pt x="2048" y="7940"/>
                  </a:cubicBezTo>
                  <a:lnTo>
                    <a:pt x="2048" y="7751"/>
                  </a:lnTo>
                  <a:lnTo>
                    <a:pt x="3088" y="7153"/>
                  </a:lnTo>
                  <a:cubicBezTo>
                    <a:pt x="3340" y="7373"/>
                    <a:pt x="3623" y="7625"/>
                    <a:pt x="3970" y="7783"/>
                  </a:cubicBezTo>
                  <a:lnTo>
                    <a:pt x="3308" y="8948"/>
                  </a:lnTo>
                  <a:lnTo>
                    <a:pt x="3119" y="8948"/>
                  </a:lnTo>
                  <a:cubicBezTo>
                    <a:pt x="2552" y="8948"/>
                    <a:pt x="2080" y="9421"/>
                    <a:pt x="2080" y="9988"/>
                  </a:cubicBezTo>
                  <a:cubicBezTo>
                    <a:pt x="2080" y="10524"/>
                    <a:pt x="2552" y="10996"/>
                    <a:pt x="3119" y="10996"/>
                  </a:cubicBezTo>
                  <a:cubicBezTo>
                    <a:pt x="3655" y="10996"/>
                    <a:pt x="4127" y="10524"/>
                    <a:pt x="4127" y="9988"/>
                  </a:cubicBezTo>
                  <a:cubicBezTo>
                    <a:pt x="4127" y="9736"/>
                    <a:pt x="4064" y="9515"/>
                    <a:pt x="3907" y="9326"/>
                  </a:cubicBezTo>
                  <a:lnTo>
                    <a:pt x="4600" y="8098"/>
                  </a:lnTo>
                  <a:cubicBezTo>
                    <a:pt x="4883" y="8161"/>
                    <a:pt x="5199" y="8255"/>
                    <a:pt x="5514" y="8287"/>
                  </a:cubicBezTo>
                  <a:lnTo>
                    <a:pt x="5514" y="9736"/>
                  </a:lnTo>
                  <a:cubicBezTo>
                    <a:pt x="5136" y="9894"/>
                    <a:pt x="4852" y="10272"/>
                    <a:pt x="4852" y="10713"/>
                  </a:cubicBezTo>
                  <a:cubicBezTo>
                    <a:pt x="4852" y="11280"/>
                    <a:pt x="5325" y="11752"/>
                    <a:pt x="5860" y="11752"/>
                  </a:cubicBezTo>
                  <a:cubicBezTo>
                    <a:pt x="6427" y="11752"/>
                    <a:pt x="6900" y="11280"/>
                    <a:pt x="6900" y="10713"/>
                  </a:cubicBezTo>
                  <a:cubicBezTo>
                    <a:pt x="6900" y="10303"/>
                    <a:pt x="6616" y="9894"/>
                    <a:pt x="6238" y="9736"/>
                  </a:cubicBezTo>
                  <a:lnTo>
                    <a:pt x="6238" y="8287"/>
                  </a:lnTo>
                  <a:cubicBezTo>
                    <a:pt x="6553" y="8255"/>
                    <a:pt x="6868" y="8224"/>
                    <a:pt x="7120" y="8098"/>
                  </a:cubicBezTo>
                  <a:lnTo>
                    <a:pt x="7845" y="9326"/>
                  </a:lnTo>
                  <a:cubicBezTo>
                    <a:pt x="7687" y="9515"/>
                    <a:pt x="7593" y="9736"/>
                    <a:pt x="7593" y="9988"/>
                  </a:cubicBezTo>
                  <a:cubicBezTo>
                    <a:pt x="7593" y="10524"/>
                    <a:pt x="8065" y="10996"/>
                    <a:pt x="8633" y="10996"/>
                  </a:cubicBezTo>
                  <a:cubicBezTo>
                    <a:pt x="9168" y="10996"/>
                    <a:pt x="9641" y="10524"/>
                    <a:pt x="9641" y="9988"/>
                  </a:cubicBezTo>
                  <a:cubicBezTo>
                    <a:pt x="9641" y="9421"/>
                    <a:pt x="9168" y="8948"/>
                    <a:pt x="8633" y="8948"/>
                  </a:cubicBezTo>
                  <a:lnTo>
                    <a:pt x="8444" y="8948"/>
                  </a:lnTo>
                  <a:lnTo>
                    <a:pt x="7750" y="7783"/>
                  </a:lnTo>
                  <a:cubicBezTo>
                    <a:pt x="8065" y="7625"/>
                    <a:pt x="8381" y="7373"/>
                    <a:pt x="8664" y="7153"/>
                  </a:cubicBezTo>
                  <a:lnTo>
                    <a:pt x="9735" y="7751"/>
                  </a:lnTo>
                  <a:lnTo>
                    <a:pt x="9735" y="7940"/>
                  </a:lnTo>
                  <a:cubicBezTo>
                    <a:pt x="9735" y="8476"/>
                    <a:pt x="10208" y="8948"/>
                    <a:pt x="10743" y="8948"/>
                  </a:cubicBezTo>
                  <a:cubicBezTo>
                    <a:pt x="11310" y="8948"/>
                    <a:pt x="11783" y="8476"/>
                    <a:pt x="11783" y="7940"/>
                  </a:cubicBezTo>
                  <a:cubicBezTo>
                    <a:pt x="11626" y="7342"/>
                    <a:pt x="11153" y="6901"/>
                    <a:pt x="10586" y="6901"/>
                  </a:cubicBezTo>
                  <a:cubicBezTo>
                    <a:pt x="10302" y="6901"/>
                    <a:pt x="10082" y="6995"/>
                    <a:pt x="9924" y="7153"/>
                  </a:cubicBezTo>
                  <a:lnTo>
                    <a:pt x="9011" y="6617"/>
                  </a:lnTo>
                  <a:cubicBezTo>
                    <a:pt x="9578" y="5924"/>
                    <a:pt x="9893" y="5010"/>
                    <a:pt x="9893" y="4097"/>
                  </a:cubicBezTo>
                  <a:cubicBezTo>
                    <a:pt x="9893" y="1828"/>
                    <a:pt x="8034" y="1"/>
                    <a:pt x="579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99" name="Google Shape;11199;p67"/>
            <p:cNvSpPr/>
            <p:nvPr/>
          </p:nvSpPr>
          <p:spPr>
            <a:xfrm>
              <a:off x="-4478175" y="2439650"/>
              <a:ext cx="103975" cy="120525"/>
            </a:xfrm>
            <a:custGeom>
              <a:rect l="l" t="t" r="r" b="b"/>
              <a:pathLst>
                <a:path w="4159" h="4821" extrusionOk="0">
                  <a:moveTo>
                    <a:pt x="2048" y="725"/>
                  </a:moveTo>
                  <a:cubicBezTo>
                    <a:pt x="2458" y="725"/>
                    <a:pt x="2741" y="1040"/>
                    <a:pt x="2741" y="1387"/>
                  </a:cubicBezTo>
                  <a:cubicBezTo>
                    <a:pt x="2741" y="1765"/>
                    <a:pt x="2426" y="2049"/>
                    <a:pt x="2048" y="2049"/>
                  </a:cubicBezTo>
                  <a:cubicBezTo>
                    <a:pt x="1702" y="2049"/>
                    <a:pt x="1387" y="1733"/>
                    <a:pt x="1387" y="1387"/>
                  </a:cubicBezTo>
                  <a:cubicBezTo>
                    <a:pt x="1387" y="1040"/>
                    <a:pt x="1702" y="725"/>
                    <a:pt x="2048" y="725"/>
                  </a:cubicBezTo>
                  <a:close/>
                  <a:moveTo>
                    <a:pt x="2363" y="2773"/>
                  </a:moveTo>
                  <a:cubicBezTo>
                    <a:pt x="2930" y="2773"/>
                    <a:pt x="3403" y="3246"/>
                    <a:pt x="3403" y="3781"/>
                  </a:cubicBezTo>
                  <a:lnTo>
                    <a:pt x="3403" y="4128"/>
                  </a:lnTo>
                  <a:lnTo>
                    <a:pt x="630" y="4128"/>
                  </a:lnTo>
                  <a:lnTo>
                    <a:pt x="630" y="3781"/>
                  </a:lnTo>
                  <a:lnTo>
                    <a:pt x="693" y="3781"/>
                  </a:lnTo>
                  <a:cubicBezTo>
                    <a:pt x="693" y="3246"/>
                    <a:pt x="1166" y="2773"/>
                    <a:pt x="1702" y="2773"/>
                  </a:cubicBezTo>
                  <a:close/>
                  <a:moveTo>
                    <a:pt x="2111" y="1"/>
                  </a:moveTo>
                  <a:cubicBezTo>
                    <a:pt x="1355" y="1"/>
                    <a:pt x="725" y="631"/>
                    <a:pt x="725" y="1387"/>
                  </a:cubicBezTo>
                  <a:cubicBezTo>
                    <a:pt x="725" y="1702"/>
                    <a:pt x="851" y="2017"/>
                    <a:pt x="1040" y="2238"/>
                  </a:cubicBezTo>
                  <a:cubicBezTo>
                    <a:pt x="441" y="2521"/>
                    <a:pt x="63" y="3120"/>
                    <a:pt x="63" y="3781"/>
                  </a:cubicBezTo>
                  <a:lnTo>
                    <a:pt x="63" y="4443"/>
                  </a:lnTo>
                  <a:cubicBezTo>
                    <a:pt x="0" y="4663"/>
                    <a:pt x="158" y="4821"/>
                    <a:pt x="378" y="4821"/>
                  </a:cubicBezTo>
                  <a:lnTo>
                    <a:pt x="3781" y="4821"/>
                  </a:lnTo>
                  <a:cubicBezTo>
                    <a:pt x="4001" y="4821"/>
                    <a:pt x="4159" y="4663"/>
                    <a:pt x="4159" y="4443"/>
                  </a:cubicBezTo>
                  <a:lnTo>
                    <a:pt x="4159" y="3781"/>
                  </a:lnTo>
                  <a:cubicBezTo>
                    <a:pt x="4159" y="3120"/>
                    <a:pt x="3749" y="2521"/>
                    <a:pt x="3151" y="2238"/>
                  </a:cubicBezTo>
                  <a:cubicBezTo>
                    <a:pt x="3371" y="2017"/>
                    <a:pt x="3466" y="1733"/>
                    <a:pt x="3466" y="1387"/>
                  </a:cubicBezTo>
                  <a:cubicBezTo>
                    <a:pt x="3466" y="631"/>
                    <a:pt x="2836" y="1"/>
                    <a:pt x="211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200" name="Google Shape;11200;p67"/>
          <p:cNvGrpSpPr/>
          <p:nvPr/>
        </p:nvGrpSpPr>
        <p:grpSpPr>
          <a:xfrm>
            <a:off x="4094442" y="2659838"/>
            <a:ext cx="423069" cy="423033"/>
            <a:chOff x="-4572700" y="2764950"/>
            <a:chExt cx="293025" cy="293000"/>
          </a:xfrm>
        </p:grpSpPr>
        <p:sp>
          <p:nvSpPr>
            <p:cNvPr id="11201" name="Google Shape;11201;p67"/>
            <p:cNvSpPr/>
            <p:nvPr/>
          </p:nvSpPr>
          <p:spPr>
            <a:xfrm>
              <a:off x="-4572700" y="2764950"/>
              <a:ext cx="293025" cy="293000"/>
            </a:xfrm>
            <a:custGeom>
              <a:rect l="l" t="t" r="r" b="b"/>
              <a:pathLst>
                <a:path w="11721" h="11720" extrusionOk="0">
                  <a:moveTo>
                    <a:pt x="10681" y="2048"/>
                  </a:moveTo>
                  <a:cubicBezTo>
                    <a:pt x="10870" y="2048"/>
                    <a:pt x="11027" y="2206"/>
                    <a:pt x="11027" y="2395"/>
                  </a:cubicBezTo>
                  <a:lnTo>
                    <a:pt x="11027" y="7246"/>
                  </a:lnTo>
                  <a:cubicBezTo>
                    <a:pt x="11027" y="7435"/>
                    <a:pt x="10870" y="7593"/>
                    <a:pt x="10681" y="7593"/>
                  </a:cubicBezTo>
                  <a:lnTo>
                    <a:pt x="1072" y="7593"/>
                  </a:lnTo>
                  <a:cubicBezTo>
                    <a:pt x="883" y="7593"/>
                    <a:pt x="725" y="7435"/>
                    <a:pt x="725" y="7246"/>
                  </a:cubicBezTo>
                  <a:lnTo>
                    <a:pt x="725" y="2395"/>
                  </a:lnTo>
                  <a:cubicBezTo>
                    <a:pt x="725" y="2206"/>
                    <a:pt x="883" y="2048"/>
                    <a:pt x="1072" y="2048"/>
                  </a:cubicBezTo>
                  <a:close/>
                  <a:moveTo>
                    <a:pt x="4821" y="8286"/>
                  </a:moveTo>
                  <a:lnTo>
                    <a:pt x="4821" y="8979"/>
                  </a:lnTo>
                  <a:lnTo>
                    <a:pt x="3435" y="8979"/>
                  </a:lnTo>
                  <a:lnTo>
                    <a:pt x="3435" y="8286"/>
                  </a:lnTo>
                  <a:close/>
                  <a:moveTo>
                    <a:pt x="8287" y="8286"/>
                  </a:moveTo>
                  <a:lnTo>
                    <a:pt x="8287" y="8979"/>
                  </a:lnTo>
                  <a:lnTo>
                    <a:pt x="6869" y="8979"/>
                  </a:lnTo>
                  <a:lnTo>
                    <a:pt x="6869" y="8286"/>
                  </a:lnTo>
                  <a:close/>
                  <a:moveTo>
                    <a:pt x="6207" y="8254"/>
                  </a:moveTo>
                  <a:lnTo>
                    <a:pt x="6207" y="11027"/>
                  </a:lnTo>
                  <a:lnTo>
                    <a:pt x="5514" y="11027"/>
                  </a:lnTo>
                  <a:lnTo>
                    <a:pt x="5514" y="8254"/>
                  </a:lnTo>
                  <a:close/>
                  <a:moveTo>
                    <a:pt x="1733" y="0"/>
                  </a:moveTo>
                  <a:cubicBezTo>
                    <a:pt x="1544" y="0"/>
                    <a:pt x="1387" y="158"/>
                    <a:pt x="1387" y="347"/>
                  </a:cubicBezTo>
                  <a:cubicBezTo>
                    <a:pt x="1387" y="536"/>
                    <a:pt x="1544" y="693"/>
                    <a:pt x="1733" y="693"/>
                  </a:cubicBezTo>
                  <a:lnTo>
                    <a:pt x="2112" y="693"/>
                  </a:lnTo>
                  <a:lnTo>
                    <a:pt x="2112" y="1355"/>
                  </a:lnTo>
                  <a:lnTo>
                    <a:pt x="1072" y="1355"/>
                  </a:lnTo>
                  <a:cubicBezTo>
                    <a:pt x="536" y="1355"/>
                    <a:pt x="64" y="1827"/>
                    <a:pt x="64" y="2395"/>
                  </a:cubicBezTo>
                  <a:lnTo>
                    <a:pt x="64" y="7246"/>
                  </a:lnTo>
                  <a:cubicBezTo>
                    <a:pt x="64" y="7782"/>
                    <a:pt x="536" y="8254"/>
                    <a:pt x="1072" y="8254"/>
                  </a:cubicBezTo>
                  <a:lnTo>
                    <a:pt x="2773" y="8254"/>
                  </a:lnTo>
                  <a:lnTo>
                    <a:pt x="2773" y="8916"/>
                  </a:lnTo>
                  <a:lnTo>
                    <a:pt x="1733" y="8916"/>
                  </a:lnTo>
                  <a:cubicBezTo>
                    <a:pt x="1544" y="8916"/>
                    <a:pt x="1387" y="9074"/>
                    <a:pt x="1387" y="9294"/>
                  </a:cubicBezTo>
                  <a:cubicBezTo>
                    <a:pt x="1387" y="9483"/>
                    <a:pt x="1544" y="9641"/>
                    <a:pt x="1733" y="9641"/>
                  </a:cubicBezTo>
                  <a:lnTo>
                    <a:pt x="4821" y="9641"/>
                  </a:lnTo>
                  <a:lnTo>
                    <a:pt x="4821" y="11027"/>
                  </a:lnTo>
                  <a:lnTo>
                    <a:pt x="379" y="11027"/>
                  </a:lnTo>
                  <a:cubicBezTo>
                    <a:pt x="158" y="11027"/>
                    <a:pt x="1" y="11184"/>
                    <a:pt x="1" y="11373"/>
                  </a:cubicBezTo>
                  <a:cubicBezTo>
                    <a:pt x="1" y="11562"/>
                    <a:pt x="158" y="11720"/>
                    <a:pt x="379" y="11720"/>
                  </a:cubicBezTo>
                  <a:lnTo>
                    <a:pt x="11342" y="11720"/>
                  </a:lnTo>
                  <a:cubicBezTo>
                    <a:pt x="11563" y="11720"/>
                    <a:pt x="11721" y="11562"/>
                    <a:pt x="11721" y="11373"/>
                  </a:cubicBezTo>
                  <a:cubicBezTo>
                    <a:pt x="11721" y="11184"/>
                    <a:pt x="11563" y="11027"/>
                    <a:pt x="11342" y="11027"/>
                  </a:cubicBezTo>
                  <a:lnTo>
                    <a:pt x="6869" y="11027"/>
                  </a:lnTo>
                  <a:lnTo>
                    <a:pt x="6869" y="9641"/>
                  </a:lnTo>
                  <a:lnTo>
                    <a:pt x="9988" y="9641"/>
                  </a:lnTo>
                  <a:cubicBezTo>
                    <a:pt x="10177" y="9641"/>
                    <a:pt x="10334" y="9483"/>
                    <a:pt x="10334" y="9294"/>
                  </a:cubicBezTo>
                  <a:cubicBezTo>
                    <a:pt x="10334" y="9074"/>
                    <a:pt x="10177" y="8916"/>
                    <a:pt x="9988" y="8916"/>
                  </a:cubicBezTo>
                  <a:lnTo>
                    <a:pt x="8948" y="8916"/>
                  </a:lnTo>
                  <a:lnTo>
                    <a:pt x="8948" y="8254"/>
                  </a:lnTo>
                  <a:lnTo>
                    <a:pt x="10681" y="8254"/>
                  </a:lnTo>
                  <a:cubicBezTo>
                    <a:pt x="11248" y="8254"/>
                    <a:pt x="11721" y="7782"/>
                    <a:pt x="11721" y="7246"/>
                  </a:cubicBezTo>
                  <a:lnTo>
                    <a:pt x="11721" y="2395"/>
                  </a:lnTo>
                  <a:cubicBezTo>
                    <a:pt x="11721" y="1827"/>
                    <a:pt x="11248" y="1355"/>
                    <a:pt x="10681" y="1355"/>
                  </a:cubicBezTo>
                  <a:lnTo>
                    <a:pt x="9673" y="1355"/>
                  </a:lnTo>
                  <a:lnTo>
                    <a:pt x="9673" y="693"/>
                  </a:lnTo>
                  <a:lnTo>
                    <a:pt x="10019" y="693"/>
                  </a:lnTo>
                  <a:cubicBezTo>
                    <a:pt x="10208" y="693"/>
                    <a:pt x="10366" y="536"/>
                    <a:pt x="10366" y="347"/>
                  </a:cubicBezTo>
                  <a:cubicBezTo>
                    <a:pt x="10366" y="158"/>
                    <a:pt x="10208" y="0"/>
                    <a:pt x="10019" y="0"/>
                  </a:cubicBezTo>
                  <a:lnTo>
                    <a:pt x="8633" y="0"/>
                  </a:lnTo>
                  <a:cubicBezTo>
                    <a:pt x="8444" y="0"/>
                    <a:pt x="8287" y="158"/>
                    <a:pt x="8287" y="347"/>
                  </a:cubicBezTo>
                  <a:cubicBezTo>
                    <a:pt x="8287" y="536"/>
                    <a:pt x="8444" y="693"/>
                    <a:pt x="8633" y="693"/>
                  </a:cubicBezTo>
                  <a:lnTo>
                    <a:pt x="8980" y="693"/>
                  </a:lnTo>
                  <a:lnTo>
                    <a:pt x="8980" y="1355"/>
                  </a:lnTo>
                  <a:lnTo>
                    <a:pt x="6207" y="1355"/>
                  </a:lnTo>
                  <a:lnTo>
                    <a:pt x="6207" y="693"/>
                  </a:lnTo>
                  <a:lnTo>
                    <a:pt x="6554" y="693"/>
                  </a:lnTo>
                  <a:cubicBezTo>
                    <a:pt x="6743" y="693"/>
                    <a:pt x="6900" y="536"/>
                    <a:pt x="6900" y="347"/>
                  </a:cubicBezTo>
                  <a:cubicBezTo>
                    <a:pt x="6900" y="158"/>
                    <a:pt x="6743" y="0"/>
                    <a:pt x="6554" y="0"/>
                  </a:cubicBezTo>
                  <a:lnTo>
                    <a:pt x="5168" y="0"/>
                  </a:lnTo>
                  <a:cubicBezTo>
                    <a:pt x="4978" y="0"/>
                    <a:pt x="4821" y="158"/>
                    <a:pt x="4821" y="347"/>
                  </a:cubicBezTo>
                  <a:cubicBezTo>
                    <a:pt x="4821" y="536"/>
                    <a:pt x="4978" y="693"/>
                    <a:pt x="5168" y="693"/>
                  </a:cubicBezTo>
                  <a:lnTo>
                    <a:pt x="5514" y="693"/>
                  </a:lnTo>
                  <a:lnTo>
                    <a:pt x="5514" y="1355"/>
                  </a:lnTo>
                  <a:lnTo>
                    <a:pt x="2773" y="1355"/>
                  </a:lnTo>
                  <a:lnTo>
                    <a:pt x="2773" y="693"/>
                  </a:lnTo>
                  <a:lnTo>
                    <a:pt x="3120" y="693"/>
                  </a:lnTo>
                  <a:cubicBezTo>
                    <a:pt x="3309" y="693"/>
                    <a:pt x="3466" y="536"/>
                    <a:pt x="3466" y="347"/>
                  </a:cubicBezTo>
                  <a:cubicBezTo>
                    <a:pt x="3466" y="158"/>
                    <a:pt x="3309" y="0"/>
                    <a:pt x="312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02" name="Google Shape;11202;p67"/>
            <p:cNvSpPr/>
            <p:nvPr/>
          </p:nvSpPr>
          <p:spPr>
            <a:xfrm>
              <a:off x="-4538825" y="2833475"/>
              <a:ext cx="86650" cy="104775"/>
            </a:xfrm>
            <a:custGeom>
              <a:rect l="l" t="t" r="r" b="b"/>
              <a:pathLst>
                <a:path w="3466" h="4191" extrusionOk="0">
                  <a:moveTo>
                    <a:pt x="2804" y="662"/>
                  </a:moveTo>
                  <a:lnTo>
                    <a:pt x="2804" y="3466"/>
                  </a:lnTo>
                  <a:lnTo>
                    <a:pt x="757" y="3466"/>
                  </a:lnTo>
                  <a:lnTo>
                    <a:pt x="757" y="662"/>
                  </a:lnTo>
                  <a:close/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lnTo>
                    <a:pt x="0" y="3812"/>
                  </a:lnTo>
                  <a:cubicBezTo>
                    <a:pt x="0" y="4033"/>
                    <a:pt x="158" y="4190"/>
                    <a:pt x="347" y="4190"/>
                  </a:cubicBezTo>
                  <a:lnTo>
                    <a:pt x="3119" y="4190"/>
                  </a:lnTo>
                  <a:cubicBezTo>
                    <a:pt x="3308" y="4190"/>
                    <a:pt x="3466" y="4033"/>
                    <a:pt x="3466" y="3812"/>
                  </a:cubicBezTo>
                  <a:lnTo>
                    <a:pt x="3466" y="347"/>
                  </a:lnTo>
                  <a:cubicBezTo>
                    <a:pt x="3466" y="158"/>
                    <a:pt x="3308" y="0"/>
                    <a:pt x="311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03" name="Google Shape;11203;p67"/>
            <p:cNvSpPr/>
            <p:nvPr/>
          </p:nvSpPr>
          <p:spPr>
            <a:xfrm>
              <a:off x="-4435650" y="2902775"/>
              <a:ext cx="121325" cy="17350"/>
            </a:xfrm>
            <a:custGeom>
              <a:rect l="l" t="t" r="r" b="b"/>
              <a:pathLst>
                <a:path w="4853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32" y="536"/>
                    <a:pt x="158" y="694"/>
                    <a:pt x="347" y="694"/>
                  </a:cubicBezTo>
                  <a:lnTo>
                    <a:pt x="4506" y="694"/>
                  </a:lnTo>
                  <a:cubicBezTo>
                    <a:pt x="4695" y="694"/>
                    <a:pt x="4852" y="536"/>
                    <a:pt x="4852" y="347"/>
                  </a:cubicBezTo>
                  <a:cubicBezTo>
                    <a:pt x="4852" y="158"/>
                    <a:pt x="4695" y="1"/>
                    <a:pt x="450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04" name="Google Shape;11204;p67"/>
            <p:cNvSpPr/>
            <p:nvPr/>
          </p:nvSpPr>
          <p:spPr>
            <a:xfrm>
              <a:off x="-4435650" y="2867325"/>
              <a:ext cx="121325" cy="17350"/>
            </a:xfrm>
            <a:custGeom>
              <a:rect l="l" t="t" r="r" b="b"/>
              <a:pathLst>
                <a:path w="4853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32" y="568"/>
                    <a:pt x="158" y="694"/>
                    <a:pt x="347" y="694"/>
                  </a:cubicBezTo>
                  <a:lnTo>
                    <a:pt x="4506" y="694"/>
                  </a:lnTo>
                  <a:cubicBezTo>
                    <a:pt x="4695" y="694"/>
                    <a:pt x="4852" y="536"/>
                    <a:pt x="4852" y="347"/>
                  </a:cubicBezTo>
                  <a:cubicBezTo>
                    <a:pt x="4852" y="158"/>
                    <a:pt x="4695" y="1"/>
                    <a:pt x="450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05" name="Google Shape;11205;p67"/>
            <p:cNvSpPr/>
            <p:nvPr/>
          </p:nvSpPr>
          <p:spPr>
            <a:xfrm>
              <a:off x="-4435650" y="2833475"/>
              <a:ext cx="121325" cy="18125"/>
            </a:xfrm>
            <a:custGeom>
              <a:rect l="l" t="t" r="r" b="b"/>
              <a:pathLst>
                <a:path w="4853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32" y="567"/>
                    <a:pt x="158" y="725"/>
                    <a:pt x="347" y="725"/>
                  </a:cubicBezTo>
                  <a:lnTo>
                    <a:pt x="4506" y="725"/>
                  </a:lnTo>
                  <a:cubicBezTo>
                    <a:pt x="4695" y="725"/>
                    <a:pt x="4852" y="567"/>
                    <a:pt x="4852" y="347"/>
                  </a:cubicBezTo>
                  <a:cubicBezTo>
                    <a:pt x="4852" y="158"/>
                    <a:pt x="4695" y="0"/>
                    <a:pt x="450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206" name="Google Shape;11206;p67"/>
          <p:cNvGrpSpPr/>
          <p:nvPr/>
        </p:nvGrpSpPr>
        <p:grpSpPr>
          <a:xfrm>
            <a:off x="6813205" y="1631239"/>
            <a:ext cx="414840" cy="420832"/>
            <a:chOff x="-2777700" y="2049775"/>
            <a:chExt cx="287325" cy="291475"/>
          </a:xfrm>
        </p:grpSpPr>
        <p:sp>
          <p:nvSpPr>
            <p:cNvPr id="11207" name="Google Shape;11207;p67"/>
            <p:cNvSpPr/>
            <p:nvPr/>
          </p:nvSpPr>
          <p:spPr>
            <a:xfrm>
              <a:off x="-2777700" y="2049775"/>
              <a:ext cx="287325" cy="291475"/>
            </a:xfrm>
            <a:custGeom>
              <a:rect l="l" t="t" r="r" b="b"/>
              <a:pathLst>
                <a:path w="11493" h="11659" extrusionOk="0">
                  <a:moveTo>
                    <a:pt x="7121" y="662"/>
                  </a:moveTo>
                  <a:cubicBezTo>
                    <a:pt x="7341" y="662"/>
                    <a:pt x="7499" y="820"/>
                    <a:pt x="7499" y="1040"/>
                  </a:cubicBezTo>
                  <a:cubicBezTo>
                    <a:pt x="7499" y="1230"/>
                    <a:pt x="7341" y="1387"/>
                    <a:pt x="7121" y="1387"/>
                  </a:cubicBezTo>
                  <a:lnTo>
                    <a:pt x="4380" y="1387"/>
                  </a:lnTo>
                  <a:cubicBezTo>
                    <a:pt x="4191" y="1387"/>
                    <a:pt x="4033" y="1230"/>
                    <a:pt x="4033" y="1040"/>
                  </a:cubicBezTo>
                  <a:cubicBezTo>
                    <a:pt x="4033" y="820"/>
                    <a:pt x="4191" y="662"/>
                    <a:pt x="4380" y="662"/>
                  </a:cubicBezTo>
                  <a:close/>
                  <a:moveTo>
                    <a:pt x="6774" y="2049"/>
                  </a:moveTo>
                  <a:lnTo>
                    <a:pt x="6774" y="4285"/>
                  </a:lnTo>
                  <a:cubicBezTo>
                    <a:pt x="6774" y="4412"/>
                    <a:pt x="6774" y="4443"/>
                    <a:pt x="7499" y="5514"/>
                  </a:cubicBezTo>
                  <a:lnTo>
                    <a:pt x="3970" y="5514"/>
                  </a:lnTo>
                  <a:cubicBezTo>
                    <a:pt x="4758" y="4412"/>
                    <a:pt x="4726" y="4443"/>
                    <a:pt x="4726" y="4348"/>
                  </a:cubicBezTo>
                  <a:lnTo>
                    <a:pt x="4726" y="2049"/>
                  </a:lnTo>
                  <a:close/>
                  <a:moveTo>
                    <a:pt x="8003" y="6176"/>
                  </a:moveTo>
                  <a:cubicBezTo>
                    <a:pt x="8696" y="7215"/>
                    <a:pt x="9578" y="8507"/>
                    <a:pt x="10177" y="9389"/>
                  </a:cubicBezTo>
                  <a:cubicBezTo>
                    <a:pt x="10649" y="10082"/>
                    <a:pt x="10177" y="10996"/>
                    <a:pt x="9294" y="10996"/>
                  </a:cubicBezTo>
                  <a:lnTo>
                    <a:pt x="2206" y="10996"/>
                  </a:lnTo>
                  <a:cubicBezTo>
                    <a:pt x="1387" y="10996"/>
                    <a:pt x="914" y="10051"/>
                    <a:pt x="1387" y="9389"/>
                  </a:cubicBezTo>
                  <a:cubicBezTo>
                    <a:pt x="1859" y="8665"/>
                    <a:pt x="2804" y="7341"/>
                    <a:pt x="3561" y="6176"/>
                  </a:cubicBezTo>
                  <a:close/>
                  <a:moveTo>
                    <a:pt x="4380" y="1"/>
                  </a:moveTo>
                  <a:cubicBezTo>
                    <a:pt x="3813" y="1"/>
                    <a:pt x="3340" y="473"/>
                    <a:pt x="3340" y="1040"/>
                  </a:cubicBezTo>
                  <a:cubicBezTo>
                    <a:pt x="3340" y="1513"/>
                    <a:pt x="3655" y="1860"/>
                    <a:pt x="4065" y="2017"/>
                  </a:cubicBezTo>
                  <a:lnTo>
                    <a:pt x="4065" y="4222"/>
                  </a:lnTo>
                  <a:cubicBezTo>
                    <a:pt x="3718" y="4790"/>
                    <a:pt x="1198" y="8413"/>
                    <a:pt x="788" y="8980"/>
                  </a:cubicBezTo>
                  <a:cubicBezTo>
                    <a:pt x="1" y="10114"/>
                    <a:pt x="820" y="11658"/>
                    <a:pt x="2206" y="11658"/>
                  </a:cubicBezTo>
                  <a:lnTo>
                    <a:pt x="9294" y="11658"/>
                  </a:lnTo>
                  <a:cubicBezTo>
                    <a:pt x="9308" y="11658"/>
                    <a:pt x="9322" y="11658"/>
                    <a:pt x="9335" y="11658"/>
                  </a:cubicBezTo>
                  <a:cubicBezTo>
                    <a:pt x="10697" y="11658"/>
                    <a:pt x="11492" y="10103"/>
                    <a:pt x="10712" y="9011"/>
                  </a:cubicBezTo>
                  <a:cubicBezTo>
                    <a:pt x="10271" y="8444"/>
                    <a:pt x="7845" y="4853"/>
                    <a:pt x="7499" y="4254"/>
                  </a:cubicBezTo>
                  <a:lnTo>
                    <a:pt x="7499" y="1986"/>
                  </a:lnTo>
                  <a:cubicBezTo>
                    <a:pt x="7877" y="1828"/>
                    <a:pt x="8160" y="1450"/>
                    <a:pt x="8160" y="1040"/>
                  </a:cubicBezTo>
                  <a:cubicBezTo>
                    <a:pt x="8160" y="473"/>
                    <a:pt x="7688" y="1"/>
                    <a:pt x="712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08" name="Google Shape;11208;p67"/>
            <p:cNvSpPr/>
            <p:nvPr/>
          </p:nvSpPr>
          <p:spPr>
            <a:xfrm>
              <a:off x="-2694200" y="2221475"/>
              <a:ext cx="69325" cy="68550"/>
            </a:xfrm>
            <a:custGeom>
              <a:rect l="l" t="t" r="r" b="b"/>
              <a:pathLst>
                <a:path w="2773" h="2742" extrusionOk="0">
                  <a:moveTo>
                    <a:pt x="1386" y="694"/>
                  </a:moveTo>
                  <a:cubicBezTo>
                    <a:pt x="1733" y="694"/>
                    <a:pt x="2048" y="1009"/>
                    <a:pt x="2048" y="1356"/>
                  </a:cubicBezTo>
                  <a:cubicBezTo>
                    <a:pt x="2048" y="1765"/>
                    <a:pt x="1764" y="2049"/>
                    <a:pt x="1386" y="2049"/>
                  </a:cubicBezTo>
                  <a:cubicBezTo>
                    <a:pt x="1008" y="2049"/>
                    <a:pt x="725" y="1702"/>
                    <a:pt x="725" y="1356"/>
                  </a:cubicBezTo>
                  <a:cubicBezTo>
                    <a:pt x="725" y="978"/>
                    <a:pt x="1040" y="694"/>
                    <a:pt x="1386" y="694"/>
                  </a:cubicBezTo>
                  <a:close/>
                  <a:moveTo>
                    <a:pt x="1386" y="1"/>
                  </a:moveTo>
                  <a:cubicBezTo>
                    <a:pt x="630" y="1"/>
                    <a:pt x="0" y="631"/>
                    <a:pt x="0" y="1356"/>
                  </a:cubicBezTo>
                  <a:cubicBezTo>
                    <a:pt x="0" y="2112"/>
                    <a:pt x="630" y="2742"/>
                    <a:pt x="1386" y="2742"/>
                  </a:cubicBezTo>
                  <a:cubicBezTo>
                    <a:pt x="2142" y="2742"/>
                    <a:pt x="2772" y="2112"/>
                    <a:pt x="2772" y="1356"/>
                  </a:cubicBezTo>
                  <a:cubicBezTo>
                    <a:pt x="2772" y="631"/>
                    <a:pt x="2142" y="1"/>
                    <a:pt x="138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09" name="Google Shape;11209;p67"/>
            <p:cNvSpPr/>
            <p:nvPr/>
          </p:nvSpPr>
          <p:spPr>
            <a:xfrm>
              <a:off x="-2608350" y="2255350"/>
              <a:ext cx="51200" cy="51225"/>
            </a:xfrm>
            <a:custGeom>
              <a:rect l="l" t="t" r="r" b="b"/>
              <a:pathLst>
                <a:path w="2048" h="2049" extrusionOk="0">
                  <a:moveTo>
                    <a:pt x="1040" y="694"/>
                  </a:moveTo>
                  <a:cubicBezTo>
                    <a:pt x="1229" y="694"/>
                    <a:pt x="1386" y="851"/>
                    <a:pt x="1386" y="1040"/>
                  </a:cubicBezTo>
                  <a:cubicBezTo>
                    <a:pt x="1386" y="1229"/>
                    <a:pt x="1229" y="1387"/>
                    <a:pt x="1040" y="1387"/>
                  </a:cubicBezTo>
                  <a:cubicBezTo>
                    <a:pt x="819" y="1387"/>
                    <a:pt x="693" y="1229"/>
                    <a:pt x="693" y="1040"/>
                  </a:cubicBezTo>
                  <a:cubicBezTo>
                    <a:pt x="693" y="851"/>
                    <a:pt x="819" y="694"/>
                    <a:pt x="1040" y="694"/>
                  </a:cubicBezTo>
                  <a:close/>
                  <a:moveTo>
                    <a:pt x="1040" y="1"/>
                  </a:moveTo>
                  <a:cubicBezTo>
                    <a:pt x="473" y="1"/>
                    <a:pt x="0" y="473"/>
                    <a:pt x="0" y="1040"/>
                  </a:cubicBezTo>
                  <a:cubicBezTo>
                    <a:pt x="0" y="1576"/>
                    <a:pt x="473" y="2048"/>
                    <a:pt x="1040" y="2048"/>
                  </a:cubicBezTo>
                  <a:cubicBezTo>
                    <a:pt x="1575" y="2048"/>
                    <a:pt x="2048" y="1576"/>
                    <a:pt x="2048" y="1040"/>
                  </a:cubicBezTo>
                  <a:cubicBezTo>
                    <a:pt x="2048" y="473"/>
                    <a:pt x="1575" y="1"/>
                    <a:pt x="10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210" name="Google Shape;11210;p67"/>
          <p:cNvGrpSpPr/>
          <p:nvPr/>
        </p:nvGrpSpPr>
        <p:grpSpPr>
          <a:xfrm>
            <a:off x="6809667" y="2140431"/>
            <a:ext cx="421914" cy="420759"/>
            <a:chOff x="-2571737" y="2403625"/>
            <a:chExt cx="292225" cy="291425"/>
          </a:xfrm>
        </p:grpSpPr>
        <p:sp>
          <p:nvSpPr>
            <p:cNvPr id="11211" name="Google Shape;11211;p67"/>
            <p:cNvSpPr/>
            <p:nvPr/>
          </p:nvSpPr>
          <p:spPr>
            <a:xfrm>
              <a:off x="-2571737" y="2403625"/>
              <a:ext cx="292225" cy="291425"/>
            </a:xfrm>
            <a:custGeom>
              <a:rect l="l" t="t" r="r" b="b"/>
              <a:pathLst>
                <a:path w="11689" h="11657" extrusionOk="0">
                  <a:moveTo>
                    <a:pt x="9547" y="725"/>
                  </a:moveTo>
                  <a:cubicBezTo>
                    <a:pt x="9704" y="725"/>
                    <a:pt x="9830" y="788"/>
                    <a:pt x="9893" y="914"/>
                  </a:cubicBezTo>
                  <a:lnTo>
                    <a:pt x="10681" y="2772"/>
                  </a:lnTo>
                  <a:lnTo>
                    <a:pt x="1135" y="2772"/>
                  </a:lnTo>
                  <a:lnTo>
                    <a:pt x="1891" y="914"/>
                  </a:lnTo>
                  <a:cubicBezTo>
                    <a:pt x="1922" y="788"/>
                    <a:pt x="2080" y="725"/>
                    <a:pt x="2206" y="725"/>
                  </a:cubicBezTo>
                  <a:close/>
                  <a:moveTo>
                    <a:pt x="10649" y="3403"/>
                  </a:moveTo>
                  <a:cubicBezTo>
                    <a:pt x="10870" y="3403"/>
                    <a:pt x="11027" y="3560"/>
                    <a:pt x="11027" y="3749"/>
                  </a:cubicBezTo>
                  <a:lnTo>
                    <a:pt x="11027" y="5167"/>
                  </a:lnTo>
                  <a:cubicBezTo>
                    <a:pt x="11027" y="5356"/>
                    <a:pt x="10870" y="5513"/>
                    <a:pt x="10649" y="5513"/>
                  </a:cubicBezTo>
                  <a:lnTo>
                    <a:pt x="1040" y="5513"/>
                  </a:lnTo>
                  <a:cubicBezTo>
                    <a:pt x="851" y="5513"/>
                    <a:pt x="694" y="5356"/>
                    <a:pt x="694" y="5167"/>
                  </a:cubicBezTo>
                  <a:lnTo>
                    <a:pt x="694" y="3749"/>
                  </a:lnTo>
                  <a:cubicBezTo>
                    <a:pt x="694" y="3560"/>
                    <a:pt x="851" y="3403"/>
                    <a:pt x="1040" y="3403"/>
                  </a:cubicBezTo>
                  <a:close/>
                  <a:moveTo>
                    <a:pt x="10681" y="6206"/>
                  </a:moveTo>
                  <a:cubicBezTo>
                    <a:pt x="10870" y="6238"/>
                    <a:pt x="11027" y="6364"/>
                    <a:pt x="11027" y="6553"/>
                  </a:cubicBezTo>
                  <a:lnTo>
                    <a:pt x="11027" y="7939"/>
                  </a:lnTo>
                  <a:cubicBezTo>
                    <a:pt x="11027" y="8128"/>
                    <a:pt x="10870" y="8286"/>
                    <a:pt x="10681" y="8286"/>
                  </a:cubicBezTo>
                  <a:lnTo>
                    <a:pt x="1072" y="8286"/>
                  </a:lnTo>
                  <a:cubicBezTo>
                    <a:pt x="851" y="8286"/>
                    <a:pt x="694" y="8128"/>
                    <a:pt x="694" y="7939"/>
                  </a:cubicBezTo>
                  <a:lnTo>
                    <a:pt x="694" y="6553"/>
                  </a:lnTo>
                  <a:cubicBezTo>
                    <a:pt x="694" y="6364"/>
                    <a:pt x="851" y="6206"/>
                    <a:pt x="1072" y="6206"/>
                  </a:cubicBezTo>
                  <a:close/>
                  <a:moveTo>
                    <a:pt x="10681" y="8947"/>
                  </a:moveTo>
                  <a:cubicBezTo>
                    <a:pt x="10870" y="8947"/>
                    <a:pt x="11027" y="9105"/>
                    <a:pt x="11027" y="9294"/>
                  </a:cubicBezTo>
                  <a:lnTo>
                    <a:pt x="11027" y="10680"/>
                  </a:lnTo>
                  <a:cubicBezTo>
                    <a:pt x="11027" y="10869"/>
                    <a:pt x="10870" y="11027"/>
                    <a:pt x="10681" y="11027"/>
                  </a:cubicBezTo>
                  <a:lnTo>
                    <a:pt x="1072" y="11027"/>
                  </a:lnTo>
                  <a:cubicBezTo>
                    <a:pt x="851" y="11027"/>
                    <a:pt x="694" y="10869"/>
                    <a:pt x="694" y="10680"/>
                  </a:cubicBezTo>
                  <a:lnTo>
                    <a:pt x="694" y="9294"/>
                  </a:lnTo>
                  <a:cubicBezTo>
                    <a:pt x="694" y="9105"/>
                    <a:pt x="851" y="8947"/>
                    <a:pt x="1072" y="8947"/>
                  </a:cubicBezTo>
                  <a:close/>
                  <a:moveTo>
                    <a:pt x="2174" y="0"/>
                  </a:moveTo>
                  <a:cubicBezTo>
                    <a:pt x="1733" y="0"/>
                    <a:pt x="1387" y="252"/>
                    <a:pt x="1229" y="630"/>
                  </a:cubicBezTo>
                  <a:lnTo>
                    <a:pt x="64" y="3403"/>
                  </a:lnTo>
                  <a:cubicBezTo>
                    <a:pt x="32" y="3529"/>
                    <a:pt x="0" y="3686"/>
                    <a:pt x="0" y="3781"/>
                  </a:cubicBezTo>
                  <a:lnTo>
                    <a:pt x="0" y="5198"/>
                  </a:lnTo>
                  <a:cubicBezTo>
                    <a:pt x="0" y="5482"/>
                    <a:pt x="127" y="5734"/>
                    <a:pt x="284" y="5860"/>
                  </a:cubicBezTo>
                  <a:cubicBezTo>
                    <a:pt x="127" y="6080"/>
                    <a:pt x="0" y="6301"/>
                    <a:pt x="0" y="6553"/>
                  </a:cubicBezTo>
                  <a:lnTo>
                    <a:pt x="0" y="7908"/>
                  </a:lnTo>
                  <a:cubicBezTo>
                    <a:pt x="0" y="8191"/>
                    <a:pt x="127" y="8443"/>
                    <a:pt x="284" y="8601"/>
                  </a:cubicBezTo>
                  <a:cubicBezTo>
                    <a:pt x="127" y="8790"/>
                    <a:pt x="0" y="9010"/>
                    <a:pt x="0" y="9262"/>
                  </a:cubicBezTo>
                  <a:lnTo>
                    <a:pt x="0" y="10649"/>
                  </a:lnTo>
                  <a:cubicBezTo>
                    <a:pt x="0" y="11184"/>
                    <a:pt x="473" y="11657"/>
                    <a:pt x="1009" y="11657"/>
                  </a:cubicBezTo>
                  <a:lnTo>
                    <a:pt x="10618" y="11657"/>
                  </a:lnTo>
                  <a:cubicBezTo>
                    <a:pt x="11185" y="11657"/>
                    <a:pt x="11657" y="11184"/>
                    <a:pt x="11657" y="10649"/>
                  </a:cubicBezTo>
                  <a:lnTo>
                    <a:pt x="11657" y="9262"/>
                  </a:lnTo>
                  <a:cubicBezTo>
                    <a:pt x="11657" y="8979"/>
                    <a:pt x="11531" y="8758"/>
                    <a:pt x="11374" y="8601"/>
                  </a:cubicBezTo>
                  <a:cubicBezTo>
                    <a:pt x="11531" y="8380"/>
                    <a:pt x="11657" y="8160"/>
                    <a:pt x="11657" y="7908"/>
                  </a:cubicBezTo>
                  <a:lnTo>
                    <a:pt x="11657" y="6553"/>
                  </a:lnTo>
                  <a:cubicBezTo>
                    <a:pt x="11657" y="6269"/>
                    <a:pt x="11531" y="6017"/>
                    <a:pt x="11374" y="5860"/>
                  </a:cubicBezTo>
                  <a:cubicBezTo>
                    <a:pt x="11531" y="5671"/>
                    <a:pt x="11657" y="5450"/>
                    <a:pt x="11657" y="5198"/>
                  </a:cubicBezTo>
                  <a:lnTo>
                    <a:pt x="11657" y="3781"/>
                  </a:lnTo>
                  <a:lnTo>
                    <a:pt x="11689" y="3781"/>
                  </a:lnTo>
                  <a:cubicBezTo>
                    <a:pt x="11689" y="3686"/>
                    <a:pt x="11657" y="3529"/>
                    <a:pt x="11594" y="3403"/>
                  </a:cubicBezTo>
                  <a:lnTo>
                    <a:pt x="10460" y="630"/>
                  </a:lnTo>
                  <a:cubicBezTo>
                    <a:pt x="10303" y="252"/>
                    <a:pt x="9925" y="0"/>
                    <a:pt x="951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12" name="Google Shape;11212;p67"/>
            <p:cNvSpPr/>
            <p:nvPr/>
          </p:nvSpPr>
          <p:spPr>
            <a:xfrm>
              <a:off x="-2485967" y="2649150"/>
              <a:ext cx="173300" cy="18150"/>
            </a:xfrm>
            <a:custGeom>
              <a:rect l="l" t="t" r="r" b="b"/>
              <a:pathLst>
                <a:path w="6932" h="726" extrusionOk="0">
                  <a:moveTo>
                    <a:pt x="378" y="1"/>
                  </a:moveTo>
                  <a:cubicBezTo>
                    <a:pt x="158" y="1"/>
                    <a:pt x="0" y="159"/>
                    <a:pt x="0" y="379"/>
                  </a:cubicBezTo>
                  <a:cubicBezTo>
                    <a:pt x="0" y="568"/>
                    <a:pt x="158" y="726"/>
                    <a:pt x="378" y="726"/>
                  </a:cubicBezTo>
                  <a:lnTo>
                    <a:pt x="6585" y="726"/>
                  </a:lnTo>
                  <a:cubicBezTo>
                    <a:pt x="6774" y="726"/>
                    <a:pt x="6931" y="568"/>
                    <a:pt x="6931" y="379"/>
                  </a:cubicBezTo>
                  <a:cubicBezTo>
                    <a:pt x="6931" y="159"/>
                    <a:pt x="6774" y="1"/>
                    <a:pt x="658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13" name="Google Shape;11213;p67"/>
            <p:cNvSpPr/>
            <p:nvPr/>
          </p:nvSpPr>
          <p:spPr>
            <a:xfrm>
              <a:off x="-2485967" y="2511325"/>
              <a:ext cx="173300" cy="18150"/>
            </a:xfrm>
            <a:custGeom>
              <a:rect l="l" t="t" r="r" b="b"/>
              <a:pathLst>
                <a:path w="6932" h="726" extrusionOk="0">
                  <a:moveTo>
                    <a:pt x="378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5"/>
                    <a:pt x="378" y="725"/>
                  </a:cubicBezTo>
                  <a:lnTo>
                    <a:pt x="6585" y="725"/>
                  </a:lnTo>
                  <a:cubicBezTo>
                    <a:pt x="6774" y="725"/>
                    <a:pt x="6931" y="568"/>
                    <a:pt x="6931" y="379"/>
                  </a:cubicBezTo>
                  <a:cubicBezTo>
                    <a:pt x="6931" y="158"/>
                    <a:pt x="6774" y="1"/>
                    <a:pt x="658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14" name="Google Shape;11214;p67"/>
            <p:cNvSpPr/>
            <p:nvPr/>
          </p:nvSpPr>
          <p:spPr>
            <a:xfrm>
              <a:off x="-2540185" y="2511325"/>
              <a:ext cx="18125" cy="18925"/>
            </a:xfrm>
            <a:custGeom>
              <a:rect l="l" t="t" r="r" b="b"/>
              <a:pathLst>
                <a:path w="725" h="757" extrusionOk="0">
                  <a:moveTo>
                    <a:pt x="378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57"/>
                    <a:pt x="378" y="757"/>
                  </a:cubicBezTo>
                  <a:cubicBezTo>
                    <a:pt x="567" y="757"/>
                    <a:pt x="725" y="568"/>
                    <a:pt x="725" y="379"/>
                  </a:cubicBezTo>
                  <a:cubicBezTo>
                    <a:pt x="725" y="158"/>
                    <a:pt x="567" y="1"/>
                    <a:pt x="37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15" name="Google Shape;11215;p67"/>
            <p:cNvSpPr/>
            <p:nvPr/>
          </p:nvSpPr>
          <p:spPr>
            <a:xfrm>
              <a:off x="-2485579" y="2580625"/>
              <a:ext cx="172525" cy="17350"/>
            </a:xfrm>
            <a:custGeom>
              <a:rect l="l" t="t" r="r" b="b"/>
              <a:pathLst>
                <a:path w="6901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32" y="536"/>
                    <a:pt x="158" y="693"/>
                    <a:pt x="347" y="693"/>
                  </a:cubicBezTo>
                  <a:lnTo>
                    <a:pt x="6554" y="693"/>
                  </a:lnTo>
                  <a:cubicBezTo>
                    <a:pt x="6774" y="693"/>
                    <a:pt x="6900" y="536"/>
                    <a:pt x="6900" y="347"/>
                  </a:cubicBezTo>
                  <a:cubicBezTo>
                    <a:pt x="6900" y="158"/>
                    <a:pt x="6774" y="0"/>
                    <a:pt x="655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16" name="Google Shape;11216;p67"/>
            <p:cNvSpPr/>
            <p:nvPr/>
          </p:nvSpPr>
          <p:spPr>
            <a:xfrm>
              <a:off x="-2540185" y="2580625"/>
              <a:ext cx="18125" cy="17350"/>
            </a:xfrm>
            <a:custGeom>
              <a:rect l="l" t="t" r="r" b="b"/>
              <a:pathLst>
                <a:path w="725" h="694" extrusionOk="0">
                  <a:moveTo>
                    <a:pt x="378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3"/>
                    <a:pt x="378" y="693"/>
                  </a:cubicBezTo>
                  <a:cubicBezTo>
                    <a:pt x="567" y="693"/>
                    <a:pt x="725" y="536"/>
                    <a:pt x="725" y="347"/>
                  </a:cubicBezTo>
                  <a:cubicBezTo>
                    <a:pt x="725" y="158"/>
                    <a:pt x="567" y="0"/>
                    <a:pt x="37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17" name="Google Shape;11217;p67"/>
            <p:cNvSpPr/>
            <p:nvPr/>
          </p:nvSpPr>
          <p:spPr>
            <a:xfrm>
              <a:off x="-2540185" y="2649150"/>
              <a:ext cx="18125" cy="18150"/>
            </a:xfrm>
            <a:custGeom>
              <a:rect l="l" t="t" r="r" b="b"/>
              <a:pathLst>
                <a:path w="725" h="726" extrusionOk="0">
                  <a:moveTo>
                    <a:pt x="378" y="1"/>
                  </a:moveTo>
                  <a:cubicBezTo>
                    <a:pt x="158" y="1"/>
                    <a:pt x="0" y="159"/>
                    <a:pt x="0" y="379"/>
                  </a:cubicBezTo>
                  <a:cubicBezTo>
                    <a:pt x="0" y="568"/>
                    <a:pt x="158" y="726"/>
                    <a:pt x="378" y="726"/>
                  </a:cubicBezTo>
                  <a:cubicBezTo>
                    <a:pt x="567" y="726"/>
                    <a:pt x="725" y="568"/>
                    <a:pt x="725" y="379"/>
                  </a:cubicBezTo>
                  <a:cubicBezTo>
                    <a:pt x="725" y="159"/>
                    <a:pt x="567" y="1"/>
                    <a:pt x="37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218" name="Google Shape;11218;p67"/>
          <p:cNvGrpSpPr/>
          <p:nvPr/>
        </p:nvGrpSpPr>
        <p:grpSpPr>
          <a:xfrm>
            <a:off x="6809667" y="2661534"/>
            <a:ext cx="421914" cy="419640"/>
            <a:chOff x="-2571737" y="2764550"/>
            <a:chExt cx="292225" cy="290650"/>
          </a:xfrm>
        </p:grpSpPr>
        <p:sp>
          <p:nvSpPr>
            <p:cNvPr id="11219" name="Google Shape;11219;p67"/>
            <p:cNvSpPr/>
            <p:nvPr/>
          </p:nvSpPr>
          <p:spPr>
            <a:xfrm>
              <a:off x="-2496085" y="3009100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1"/>
                  </a:moveTo>
                  <a:cubicBezTo>
                    <a:pt x="127" y="1"/>
                    <a:pt x="0" y="158"/>
                    <a:pt x="0" y="347"/>
                  </a:cubicBezTo>
                  <a:cubicBezTo>
                    <a:pt x="0" y="536"/>
                    <a:pt x="127" y="694"/>
                    <a:pt x="347" y="694"/>
                  </a:cubicBezTo>
                  <a:cubicBezTo>
                    <a:pt x="536" y="694"/>
                    <a:pt x="694" y="536"/>
                    <a:pt x="694" y="347"/>
                  </a:cubicBezTo>
                  <a:cubicBezTo>
                    <a:pt x="662" y="158"/>
                    <a:pt x="505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20" name="Google Shape;11220;p67"/>
            <p:cNvSpPr/>
            <p:nvPr/>
          </p:nvSpPr>
          <p:spPr>
            <a:xfrm>
              <a:off x="-2398548" y="2800375"/>
              <a:ext cx="52000" cy="120525"/>
            </a:xfrm>
            <a:custGeom>
              <a:rect l="l" t="t" r="r" b="b"/>
              <a:pathLst>
                <a:path w="2080" h="4821" extrusionOk="0">
                  <a:moveTo>
                    <a:pt x="1008" y="0"/>
                  </a:moveTo>
                  <a:cubicBezTo>
                    <a:pt x="819" y="0"/>
                    <a:pt x="662" y="158"/>
                    <a:pt x="662" y="378"/>
                  </a:cubicBezTo>
                  <a:lnTo>
                    <a:pt x="662" y="757"/>
                  </a:lnTo>
                  <a:cubicBezTo>
                    <a:pt x="252" y="914"/>
                    <a:pt x="0" y="1261"/>
                    <a:pt x="0" y="1733"/>
                  </a:cubicBezTo>
                  <a:cubicBezTo>
                    <a:pt x="0" y="2300"/>
                    <a:pt x="473" y="2773"/>
                    <a:pt x="1008" y="2773"/>
                  </a:cubicBezTo>
                  <a:cubicBezTo>
                    <a:pt x="1323" y="2773"/>
                    <a:pt x="1481" y="3119"/>
                    <a:pt x="1260" y="3371"/>
                  </a:cubicBezTo>
                  <a:cubicBezTo>
                    <a:pt x="1197" y="3419"/>
                    <a:pt x="1103" y="3442"/>
                    <a:pt x="1012" y="3442"/>
                  </a:cubicBezTo>
                  <a:cubicBezTo>
                    <a:pt x="922" y="3442"/>
                    <a:pt x="835" y="3419"/>
                    <a:pt x="788" y="3371"/>
                  </a:cubicBezTo>
                  <a:cubicBezTo>
                    <a:pt x="725" y="3308"/>
                    <a:pt x="630" y="3277"/>
                    <a:pt x="540" y="3277"/>
                  </a:cubicBezTo>
                  <a:cubicBezTo>
                    <a:pt x="449" y="3277"/>
                    <a:pt x="362" y="3308"/>
                    <a:pt x="315" y="3371"/>
                  </a:cubicBezTo>
                  <a:cubicBezTo>
                    <a:pt x="189" y="3466"/>
                    <a:pt x="189" y="3718"/>
                    <a:pt x="315" y="3844"/>
                  </a:cubicBezTo>
                  <a:cubicBezTo>
                    <a:pt x="410" y="3939"/>
                    <a:pt x="536" y="4033"/>
                    <a:pt x="693" y="4065"/>
                  </a:cubicBezTo>
                  <a:lnTo>
                    <a:pt x="693" y="4474"/>
                  </a:lnTo>
                  <a:cubicBezTo>
                    <a:pt x="693" y="4663"/>
                    <a:pt x="851" y="4821"/>
                    <a:pt x="1040" y="4821"/>
                  </a:cubicBezTo>
                  <a:cubicBezTo>
                    <a:pt x="1260" y="4821"/>
                    <a:pt x="1418" y="4663"/>
                    <a:pt x="1418" y="4474"/>
                  </a:cubicBezTo>
                  <a:lnTo>
                    <a:pt x="1418" y="4065"/>
                  </a:lnTo>
                  <a:cubicBezTo>
                    <a:pt x="1796" y="3907"/>
                    <a:pt x="2079" y="3560"/>
                    <a:pt x="2079" y="3088"/>
                  </a:cubicBezTo>
                  <a:cubicBezTo>
                    <a:pt x="2079" y="2521"/>
                    <a:pt x="1607" y="2048"/>
                    <a:pt x="1040" y="2048"/>
                  </a:cubicBezTo>
                  <a:cubicBezTo>
                    <a:pt x="851" y="2048"/>
                    <a:pt x="693" y="1891"/>
                    <a:pt x="693" y="1702"/>
                  </a:cubicBezTo>
                  <a:cubicBezTo>
                    <a:pt x="693" y="1495"/>
                    <a:pt x="842" y="1356"/>
                    <a:pt x="1016" y="1356"/>
                  </a:cubicBezTo>
                  <a:cubicBezTo>
                    <a:pt x="1107" y="1356"/>
                    <a:pt x="1205" y="1394"/>
                    <a:pt x="1292" y="1481"/>
                  </a:cubicBezTo>
                  <a:cubicBezTo>
                    <a:pt x="1355" y="1528"/>
                    <a:pt x="1441" y="1552"/>
                    <a:pt x="1528" y="1552"/>
                  </a:cubicBezTo>
                  <a:cubicBezTo>
                    <a:pt x="1615" y="1552"/>
                    <a:pt x="1701" y="1528"/>
                    <a:pt x="1764" y="1481"/>
                  </a:cubicBezTo>
                  <a:cubicBezTo>
                    <a:pt x="1859" y="1355"/>
                    <a:pt x="1859" y="1103"/>
                    <a:pt x="1764" y="1009"/>
                  </a:cubicBezTo>
                  <a:cubicBezTo>
                    <a:pt x="1638" y="883"/>
                    <a:pt x="1512" y="788"/>
                    <a:pt x="1355" y="757"/>
                  </a:cubicBezTo>
                  <a:lnTo>
                    <a:pt x="1355" y="378"/>
                  </a:lnTo>
                  <a:cubicBezTo>
                    <a:pt x="1355" y="158"/>
                    <a:pt x="1197" y="0"/>
                    <a:pt x="100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21" name="Google Shape;11221;p67"/>
            <p:cNvSpPr/>
            <p:nvPr/>
          </p:nvSpPr>
          <p:spPr>
            <a:xfrm>
              <a:off x="-2571737" y="2764550"/>
              <a:ext cx="292225" cy="290650"/>
            </a:xfrm>
            <a:custGeom>
              <a:rect l="l" t="t" r="r" b="b"/>
              <a:pathLst>
                <a:path w="11689" h="11626" extrusionOk="0">
                  <a:moveTo>
                    <a:pt x="5009" y="1355"/>
                  </a:moveTo>
                  <a:cubicBezTo>
                    <a:pt x="4789" y="1576"/>
                    <a:pt x="4694" y="1796"/>
                    <a:pt x="4537" y="2049"/>
                  </a:cubicBezTo>
                  <a:lnTo>
                    <a:pt x="662" y="2049"/>
                  </a:lnTo>
                  <a:lnTo>
                    <a:pt x="662" y="1670"/>
                  </a:lnTo>
                  <a:cubicBezTo>
                    <a:pt x="662" y="1513"/>
                    <a:pt x="819" y="1355"/>
                    <a:pt x="1008" y="1355"/>
                  </a:cubicBezTo>
                  <a:close/>
                  <a:moveTo>
                    <a:pt x="7908" y="694"/>
                  </a:moveTo>
                  <a:cubicBezTo>
                    <a:pt x="9609" y="694"/>
                    <a:pt x="10995" y="2080"/>
                    <a:pt x="10995" y="3781"/>
                  </a:cubicBezTo>
                  <a:cubicBezTo>
                    <a:pt x="10995" y="5451"/>
                    <a:pt x="9609" y="6837"/>
                    <a:pt x="7908" y="6837"/>
                  </a:cubicBezTo>
                  <a:cubicBezTo>
                    <a:pt x="7309" y="6837"/>
                    <a:pt x="6679" y="6680"/>
                    <a:pt x="6206" y="6365"/>
                  </a:cubicBezTo>
                  <a:cubicBezTo>
                    <a:pt x="6162" y="6342"/>
                    <a:pt x="6086" y="6320"/>
                    <a:pt x="6023" y="6320"/>
                  </a:cubicBezTo>
                  <a:cubicBezTo>
                    <a:pt x="5997" y="6320"/>
                    <a:pt x="5973" y="6324"/>
                    <a:pt x="5954" y="6333"/>
                  </a:cubicBezTo>
                  <a:cubicBezTo>
                    <a:pt x="5671" y="6396"/>
                    <a:pt x="5324" y="6522"/>
                    <a:pt x="5009" y="6648"/>
                  </a:cubicBezTo>
                  <a:lnTo>
                    <a:pt x="5324" y="5703"/>
                  </a:lnTo>
                  <a:cubicBezTo>
                    <a:pt x="5356" y="5609"/>
                    <a:pt x="5324" y="5514"/>
                    <a:pt x="5261" y="5420"/>
                  </a:cubicBezTo>
                  <a:cubicBezTo>
                    <a:pt x="4946" y="4947"/>
                    <a:pt x="4789" y="4348"/>
                    <a:pt x="4789" y="3781"/>
                  </a:cubicBezTo>
                  <a:cubicBezTo>
                    <a:pt x="4789" y="2080"/>
                    <a:pt x="6238" y="694"/>
                    <a:pt x="7908" y="694"/>
                  </a:cubicBezTo>
                  <a:close/>
                  <a:moveTo>
                    <a:pt x="4253" y="2710"/>
                  </a:moveTo>
                  <a:cubicBezTo>
                    <a:pt x="4190" y="3025"/>
                    <a:pt x="4096" y="3372"/>
                    <a:pt x="4096" y="3718"/>
                  </a:cubicBezTo>
                  <a:cubicBezTo>
                    <a:pt x="4096" y="4411"/>
                    <a:pt x="4253" y="5041"/>
                    <a:pt x="4600" y="5609"/>
                  </a:cubicBezTo>
                  <a:lnTo>
                    <a:pt x="4127" y="7089"/>
                  </a:lnTo>
                  <a:cubicBezTo>
                    <a:pt x="4096" y="7184"/>
                    <a:pt x="4127" y="7341"/>
                    <a:pt x="4222" y="7436"/>
                  </a:cubicBezTo>
                  <a:cubicBezTo>
                    <a:pt x="4266" y="7480"/>
                    <a:pt x="4358" y="7525"/>
                    <a:pt x="4453" y="7525"/>
                  </a:cubicBezTo>
                  <a:cubicBezTo>
                    <a:pt x="4492" y="7525"/>
                    <a:pt x="4531" y="7517"/>
                    <a:pt x="4568" y="7499"/>
                  </a:cubicBezTo>
                  <a:cubicBezTo>
                    <a:pt x="4568" y="7499"/>
                    <a:pt x="5387" y="7247"/>
                    <a:pt x="6017" y="7026"/>
                  </a:cubicBezTo>
                  <a:cubicBezTo>
                    <a:pt x="6080" y="7089"/>
                    <a:pt x="6143" y="7089"/>
                    <a:pt x="6175" y="7121"/>
                  </a:cubicBezTo>
                  <a:lnTo>
                    <a:pt x="6175" y="8223"/>
                  </a:lnTo>
                  <a:lnTo>
                    <a:pt x="662" y="8223"/>
                  </a:lnTo>
                  <a:lnTo>
                    <a:pt x="662" y="2710"/>
                  </a:lnTo>
                  <a:close/>
                  <a:moveTo>
                    <a:pt x="6112" y="8885"/>
                  </a:moveTo>
                  <a:lnTo>
                    <a:pt x="6112" y="10618"/>
                  </a:lnTo>
                  <a:cubicBezTo>
                    <a:pt x="6143" y="10807"/>
                    <a:pt x="5986" y="10964"/>
                    <a:pt x="5797" y="10964"/>
                  </a:cubicBezTo>
                  <a:lnTo>
                    <a:pt x="977" y="10964"/>
                  </a:lnTo>
                  <a:cubicBezTo>
                    <a:pt x="788" y="10964"/>
                    <a:pt x="630" y="10807"/>
                    <a:pt x="630" y="10618"/>
                  </a:cubicBezTo>
                  <a:lnTo>
                    <a:pt x="630" y="8885"/>
                  </a:lnTo>
                  <a:close/>
                  <a:moveTo>
                    <a:pt x="7908" y="1"/>
                  </a:moveTo>
                  <a:cubicBezTo>
                    <a:pt x="7120" y="1"/>
                    <a:pt x="6364" y="221"/>
                    <a:pt x="5734" y="662"/>
                  </a:cubicBezTo>
                  <a:lnTo>
                    <a:pt x="1008" y="662"/>
                  </a:lnTo>
                  <a:cubicBezTo>
                    <a:pt x="473" y="662"/>
                    <a:pt x="0" y="1135"/>
                    <a:pt x="0" y="1670"/>
                  </a:cubicBezTo>
                  <a:lnTo>
                    <a:pt x="0" y="10618"/>
                  </a:lnTo>
                  <a:cubicBezTo>
                    <a:pt x="0" y="11153"/>
                    <a:pt x="473" y="11626"/>
                    <a:pt x="1008" y="11626"/>
                  </a:cubicBezTo>
                  <a:lnTo>
                    <a:pt x="5828" y="11626"/>
                  </a:lnTo>
                  <a:cubicBezTo>
                    <a:pt x="6364" y="11626"/>
                    <a:pt x="6837" y="11153"/>
                    <a:pt x="6837" y="10618"/>
                  </a:cubicBezTo>
                  <a:lnTo>
                    <a:pt x="6837" y="7341"/>
                  </a:lnTo>
                  <a:cubicBezTo>
                    <a:pt x="7215" y="7436"/>
                    <a:pt x="7561" y="7499"/>
                    <a:pt x="7908" y="7499"/>
                  </a:cubicBezTo>
                  <a:cubicBezTo>
                    <a:pt x="9987" y="7499"/>
                    <a:pt x="11688" y="5798"/>
                    <a:pt x="11688" y="3718"/>
                  </a:cubicBezTo>
                  <a:cubicBezTo>
                    <a:pt x="11657" y="1670"/>
                    <a:pt x="9956" y="1"/>
                    <a:pt x="79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222" name="Google Shape;11222;p67"/>
          <p:cNvGrpSpPr/>
          <p:nvPr/>
        </p:nvGrpSpPr>
        <p:grpSpPr>
          <a:xfrm>
            <a:off x="3009168" y="3230538"/>
            <a:ext cx="421914" cy="423864"/>
            <a:chOff x="-1333975" y="2365850"/>
            <a:chExt cx="292225" cy="293575"/>
          </a:xfrm>
        </p:grpSpPr>
        <p:sp>
          <p:nvSpPr>
            <p:cNvPr id="11223" name="Google Shape;11223;p67"/>
            <p:cNvSpPr/>
            <p:nvPr/>
          </p:nvSpPr>
          <p:spPr>
            <a:xfrm>
              <a:off x="-1285150" y="2365850"/>
              <a:ext cx="191225" cy="293575"/>
            </a:xfrm>
            <a:custGeom>
              <a:rect l="l" t="t" r="r" b="b"/>
              <a:pathLst>
                <a:path w="7649" h="11743" extrusionOk="0">
                  <a:moveTo>
                    <a:pt x="3813" y="684"/>
                  </a:moveTo>
                  <a:cubicBezTo>
                    <a:pt x="5545" y="684"/>
                    <a:pt x="6900" y="2039"/>
                    <a:pt x="6900" y="3740"/>
                  </a:cubicBezTo>
                  <a:cubicBezTo>
                    <a:pt x="6931" y="4780"/>
                    <a:pt x="6553" y="5347"/>
                    <a:pt x="6270" y="5788"/>
                  </a:cubicBezTo>
                  <a:cubicBezTo>
                    <a:pt x="5797" y="6544"/>
                    <a:pt x="5608" y="6922"/>
                    <a:pt x="5608" y="7930"/>
                  </a:cubicBezTo>
                  <a:cubicBezTo>
                    <a:pt x="5608" y="8119"/>
                    <a:pt x="5451" y="8277"/>
                    <a:pt x="5230" y="8277"/>
                  </a:cubicBezTo>
                  <a:lnTo>
                    <a:pt x="2489" y="8277"/>
                  </a:lnTo>
                  <a:cubicBezTo>
                    <a:pt x="2300" y="8277"/>
                    <a:pt x="2143" y="8119"/>
                    <a:pt x="2143" y="7930"/>
                  </a:cubicBezTo>
                  <a:cubicBezTo>
                    <a:pt x="2143" y="6922"/>
                    <a:pt x="1922" y="6576"/>
                    <a:pt x="1450" y="5820"/>
                  </a:cubicBezTo>
                  <a:cubicBezTo>
                    <a:pt x="1198" y="5347"/>
                    <a:pt x="567" y="4528"/>
                    <a:pt x="788" y="3205"/>
                  </a:cubicBezTo>
                  <a:cubicBezTo>
                    <a:pt x="1040" y="1819"/>
                    <a:pt x="2237" y="684"/>
                    <a:pt x="3813" y="684"/>
                  </a:cubicBezTo>
                  <a:close/>
                  <a:moveTo>
                    <a:pt x="4852" y="8907"/>
                  </a:moveTo>
                  <a:lnTo>
                    <a:pt x="4852" y="9569"/>
                  </a:lnTo>
                  <a:lnTo>
                    <a:pt x="4506" y="9569"/>
                  </a:lnTo>
                  <a:cubicBezTo>
                    <a:pt x="4285" y="9569"/>
                    <a:pt x="4128" y="9726"/>
                    <a:pt x="4128" y="9915"/>
                  </a:cubicBezTo>
                  <a:cubicBezTo>
                    <a:pt x="4128" y="10136"/>
                    <a:pt x="4285" y="10293"/>
                    <a:pt x="4506" y="10293"/>
                  </a:cubicBezTo>
                  <a:lnTo>
                    <a:pt x="4852" y="10293"/>
                  </a:lnTo>
                  <a:lnTo>
                    <a:pt x="4852" y="10640"/>
                  </a:lnTo>
                  <a:cubicBezTo>
                    <a:pt x="4884" y="10829"/>
                    <a:pt x="4726" y="10986"/>
                    <a:pt x="4537" y="10986"/>
                  </a:cubicBezTo>
                  <a:lnTo>
                    <a:pt x="3151" y="10986"/>
                  </a:lnTo>
                  <a:cubicBezTo>
                    <a:pt x="2962" y="10986"/>
                    <a:pt x="2804" y="10829"/>
                    <a:pt x="2804" y="10640"/>
                  </a:cubicBezTo>
                  <a:lnTo>
                    <a:pt x="2804" y="10293"/>
                  </a:lnTo>
                  <a:lnTo>
                    <a:pt x="3151" y="10293"/>
                  </a:lnTo>
                  <a:cubicBezTo>
                    <a:pt x="3371" y="10293"/>
                    <a:pt x="3529" y="10136"/>
                    <a:pt x="3529" y="9915"/>
                  </a:cubicBezTo>
                  <a:cubicBezTo>
                    <a:pt x="3529" y="9726"/>
                    <a:pt x="3371" y="9569"/>
                    <a:pt x="3151" y="9569"/>
                  </a:cubicBezTo>
                  <a:lnTo>
                    <a:pt x="2804" y="9569"/>
                  </a:lnTo>
                  <a:lnTo>
                    <a:pt x="2804" y="8907"/>
                  </a:lnTo>
                  <a:close/>
                  <a:moveTo>
                    <a:pt x="3897" y="1"/>
                  </a:moveTo>
                  <a:cubicBezTo>
                    <a:pt x="3632" y="1"/>
                    <a:pt x="3361" y="28"/>
                    <a:pt x="3088" y="86"/>
                  </a:cubicBezTo>
                  <a:cubicBezTo>
                    <a:pt x="1607" y="401"/>
                    <a:pt x="441" y="1566"/>
                    <a:pt x="158" y="3079"/>
                  </a:cubicBezTo>
                  <a:cubicBezTo>
                    <a:pt x="0" y="3992"/>
                    <a:pt x="158" y="4969"/>
                    <a:pt x="631" y="5757"/>
                  </a:cubicBezTo>
                  <a:cubicBezTo>
                    <a:pt x="757" y="5914"/>
                    <a:pt x="820" y="6072"/>
                    <a:pt x="914" y="6229"/>
                  </a:cubicBezTo>
                  <a:cubicBezTo>
                    <a:pt x="1355" y="6891"/>
                    <a:pt x="1450" y="7143"/>
                    <a:pt x="1450" y="7962"/>
                  </a:cubicBezTo>
                  <a:cubicBezTo>
                    <a:pt x="1450" y="8403"/>
                    <a:pt x="1733" y="8781"/>
                    <a:pt x="2143" y="8939"/>
                  </a:cubicBezTo>
                  <a:lnTo>
                    <a:pt x="2143" y="10703"/>
                  </a:lnTo>
                  <a:cubicBezTo>
                    <a:pt x="2143" y="11270"/>
                    <a:pt x="2615" y="11743"/>
                    <a:pt x="3151" y="11743"/>
                  </a:cubicBezTo>
                  <a:lnTo>
                    <a:pt x="4537" y="11743"/>
                  </a:lnTo>
                  <a:cubicBezTo>
                    <a:pt x="5073" y="11743"/>
                    <a:pt x="5545" y="11270"/>
                    <a:pt x="5545" y="10703"/>
                  </a:cubicBezTo>
                  <a:lnTo>
                    <a:pt x="5545" y="8939"/>
                  </a:lnTo>
                  <a:cubicBezTo>
                    <a:pt x="5955" y="8781"/>
                    <a:pt x="6238" y="8435"/>
                    <a:pt x="6238" y="7962"/>
                  </a:cubicBezTo>
                  <a:lnTo>
                    <a:pt x="6238" y="7930"/>
                  </a:lnTo>
                  <a:cubicBezTo>
                    <a:pt x="6238" y="7143"/>
                    <a:pt x="6427" y="6828"/>
                    <a:pt x="6805" y="6229"/>
                  </a:cubicBezTo>
                  <a:cubicBezTo>
                    <a:pt x="7089" y="5788"/>
                    <a:pt x="7593" y="5032"/>
                    <a:pt x="7593" y="3835"/>
                  </a:cubicBezTo>
                  <a:cubicBezTo>
                    <a:pt x="7649" y="1658"/>
                    <a:pt x="5950" y="1"/>
                    <a:pt x="389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24" name="Google Shape;11224;p67"/>
            <p:cNvSpPr/>
            <p:nvPr/>
          </p:nvSpPr>
          <p:spPr>
            <a:xfrm>
              <a:off x="-1076425" y="2452250"/>
              <a:ext cx="34675" cy="18150"/>
            </a:xfrm>
            <a:custGeom>
              <a:rect l="l" t="t" r="r" b="b"/>
              <a:pathLst>
                <a:path w="1387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5"/>
                    <a:pt x="347" y="725"/>
                  </a:cubicBezTo>
                  <a:lnTo>
                    <a:pt x="1040" y="725"/>
                  </a:lnTo>
                  <a:cubicBezTo>
                    <a:pt x="1229" y="725"/>
                    <a:pt x="1386" y="568"/>
                    <a:pt x="1386" y="379"/>
                  </a:cubicBezTo>
                  <a:cubicBezTo>
                    <a:pt x="1386" y="158"/>
                    <a:pt x="1229" y="1"/>
                    <a:pt x="10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25" name="Google Shape;11225;p67"/>
            <p:cNvSpPr/>
            <p:nvPr/>
          </p:nvSpPr>
          <p:spPr>
            <a:xfrm>
              <a:off x="-1333975" y="2452250"/>
              <a:ext cx="34675" cy="18150"/>
            </a:xfrm>
            <a:custGeom>
              <a:rect l="l" t="t" r="r" b="b"/>
              <a:pathLst>
                <a:path w="1387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5"/>
                    <a:pt x="347" y="725"/>
                  </a:cubicBezTo>
                  <a:lnTo>
                    <a:pt x="1008" y="725"/>
                  </a:lnTo>
                  <a:cubicBezTo>
                    <a:pt x="1197" y="694"/>
                    <a:pt x="1386" y="536"/>
                    <a:pt x="1386" y="379"/>
                  </a:cubicBezTo>
                  <a:cubicBezTo>
                    <a:pt x="1386" y="158"/>
                    <a:pt x="1197" y="1"/>
                    <a:pt x="10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26" name="Google Shape;11226;p67"/>
            <p:cNvSpPr/>
            <p:nvPr/>
          </p:nvSpPr>
          <p:spPr>
            <a:xfrm>
              <a:off x="-1093750" y="2383050"/>
              <a:ext cx="35450" cy="26575"/>
            </a:xfrm>
            <a:custGeom>
              <a:rect l="l" t="t" r="r" b="b"/>
              <a:pathLst>
                <a:path w="1418" h="1063" extrusionOk="0">
                  <a:moveTo>
                    <a:pt x="992" y="1"/>
                  </a:moveTo>
                  <a:cubicBezTo>
                    <a:pt x="931" y="1"/>
                    <a:pt x="870" y="19"/>
                    <a:pt x="819" y="59"/>
                  </a:cubicBezTo>
                  <a:lnTo>
                    <a:pt x="221" y="406"/>
                  </a:lnTo>
                  <a:cubicBezTo>
                    <a:pt x="63" y="500"/>
                    <a:pt x="0" y="721"/>
                    <a:pt x="95" y="878"/>
                  </a:cubicBezTo>
                  <a:cubicBezTo>
                    <a:pt x="159" y="985"/>
                    <a:pt x="295" y="1063"/>
                    <a:pt x="415" y="1063"/>
                  </a:cubicBezTo>
                  <a:cubicBezTo>
                    <a:pt x="473" y="1063"/>
                    <a:pt x="527" y="1045"/>
                    <a:pt x="567" y="1005"/>
                  </a:cubicBezTo>
                  <a:lnTo>
                    <a:pt x="1166" y="658"/>
                  </a:lnTo>
                  <a:cubicBezTo>
                    <a:pt x="1323" y="563"/>
                    <a:pt x="1418" y="343"/>
                    <a:pt x="1292" y="185"/>
                  </a:cubicBezTo>
                  <a:cubicBezTo>
                    <a:pt x="1249" y="79"/>
                    <a:pt x="1120" y="1"/>
                    <a:pt x="9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27" name="Google Shape;11227;p67"/>
            <p:cNvSpPr/>
            <p:nvPr/>
          </p:nvSpPr>
          <p:spPr>
            <a:xfrm>
              <a:off x="-1317450" y="2512575"/>
              <a:ext cx="35475" cy="26225"/>
            </a:xfrm>
            <a:custGeom>
              <a:rect l="l" t="t" r="r" b="b"/>
              <a:pathLst>
                <a:path w="1419" h="1049" extrusionOk="0">
                  <a:moveTo>
                    <a:pt x="1005" y="1"/>
                  </a:moveTo>
                  <a:cubicBezTo>
                    <a:pt x="944" y="1"/>
                    <a:pt x="880" y="15"/>
                    <a:pt x="820" y="45"/>
                  </a:cubicBezTo>
                  <a:lnTo>
                    <a:pt x="221" y="392"/>
                  </a:lnTo>
                  <a:cubicBezTo>
                    <a:pt x="64" y="486"/>
                    <a:pt x="1" y="707"/>
                    <a:pt x="127" y="864"/>
                  </a:cubicBezTo>
                  <a:cubicBezTo>
                    <a:pt x="169" y="971"/>
                    <a:pt x="299" y="1049"/>
                    <a:pt x="427" y="1049"/>
                  </a:cubicBezTo>
                  <a:cubicBezTo>
                    <a:pt x="488" y="1049"/>
                    <a:pt x="548" y="1031"/>
                    <a:pt x="599" y="990"/>
                  </a:cubicBezTo>
                  <a:lnTo>
                    <a:pt x="1166" y="644"/>
                  </a:lnTo>
                  <a:cubicBezTo>
                    <a:pt x="1324" y="549"/>
                    <a:pt x="1418" y="329"/>
                    <a:pt x="1292" y="171"/>
                  </a:cubicBezTo>
                  <a:cubicBezTo>
                    <a:pt x="1250" y="64"/>
                    <a:pt x="1134" y="1"/>
                    <a:pt x="100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28" name="Google Shape;11228;p67"/>
            <p:cNvSpPr/>
            <p:nvPr/>
          </p:nvSpPr>
          <p:spPr>
            <a:xfrm>
              <a:off x="-1092975" y="2512575"/>
              <a:ext cx="34675" cy="25525"/>
            </a:xfrm>
            <a:custGeom>
              <a:rect l="l" t="t" r="r" b="b"/>
              <a:pathLst>
                <a:path w="1387" h="1021" extrusionOk="0">
                  <a:moveTo>
                    <a:pt x="378" y="1"/>
                  </a:moveTo>
                  <a:cubicBezTo>
                    <a:pt x="264" y="1"/>
                    <a:pt x="149" y="64"/>
                    <a:pt x="64" y="171"/>
                  </a:cubicBezTo>
                  <a:cubicBezTo>
                    <a:pt x="1" y="329"/>
                    <a:pt x="32" y="518"/>
                    <a:pt x="190" y="644"/>
                  </a:cubicBezTo>
                  <a:lnTo>
                    <a:pt x="788" y="990"/>
                  </a:lnTo>
                  <a:cubicBezTo>
                    <a:pt x="838" y="1010"/>
                    <a:pt x="891" y="1021"/>
                    <a:pt x="944" y="1021"/>
                  </a:cubicBezTo>
                  <a:cubicBezTo>
                    <a:pt x="1059" y="1021"/>
                    <a:pt x="1175" y="972"/>
                    <a:pt x="1261" y="864"/>
                  </a:cubicBezTo>
                  <a:cubicBezTo>
                    <a:pt x="1387" y="675"/>
                    <a:pt x="1292" y="486"/>
                    <a:pt x="1135" y="392"/>
                  </a:cubicBezTo>
                  <a:lnTo>
                    <a:pt x="536" y="45"/>
                  </a:lnTo>
                  <a:cubicBezTo>
                    <a:pt x="486" y="15"/>
                    <a:pt x="432" y="1"/>
                    <a:pt x="37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29" name="Google Shape;11229;p67"/>
            <p:cNvSpPr/>
            <p:nvPr/>
          </p:nvSpPr>
          <p:spPr>
            <a:xfrm>
              <a:off x="-1316650" y="2383750"/>
              <a:ext cx="34675" cy="25525"/>
            </a:xfrm>
            <a:custGeom>
              <a:rect l="l" t="t" r="r" b="b"/>
              <a:pathLst>
                <a:path w="1387" h="1021" extrusionOk="0">
                  <a:moveTo>
                    <a:pt x="405" y="1"/>
                  </a:moveTo>
                  <a:cubicBezTo>
                    <a:pt x="283" y="1"/>
                    <a:pt x="159" y="50"/>
                    <a:pt x="95" y="157"/>
                  </a:cubicBezTo>
                  <a:cubicBezTo>
                    <a:pt x="0" y="315"/>
                    <a:pt x="63" y="504"/>
                    <a:pt x="221" y="630"/>
                  </a:cubicBezTo>
                  <a:lnTo>
                    <a:pt x="788" y="977"/>
                  </a:lnTo>
                  <a:cubicBezTo>
                    <a:pt x="838" y="1007"/>
                    <a:pt x="895" y="1021"/>
                    <a:pt x="953" y="1021"/>
                  </a:cubicBezTo>
                  <a:cubicBezTo>
                    <a:pt x="1074" y="1021"/>
                    <a:pt x="1196" y="958"/>
                    <a:pt x="1260" y="850"/>
                  </a:cubicBezTo>
                  <a:cubicBezTo>
                    <a:pt x="1386" y="693"/>
                    <a:pt x="1292" y="504"/>
                    <a:pt x="1134" y="378"/>
                  </a:cubicBezTo>
                  <a:lnTo>
                    <a:pt x="567" y="31"/>
                  </a:lnTo>
                  <a:cubicBezTo>
                    <a:pt x="517" y="11"/>
                    <a:pt x="461" y="1"/>
                    <a:pt x="40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30" name="Google Shape;11230;p67"/>
            <p:cNvSpPr/>
            <p:nvPr/>
          </p:nvSpPr>
          <p:spPr>
            <a:xfrm>
              <a:off x="-1239475" y="2401575"/>
              <a:ext cx="102425" cy="153100"/>
            </a:xfrm>
            <a:custGeom>
              <a:rect l="l" t="t" r="r" b="b"/>
              <a:pathLst>
                <a:path w="4097" h="6124" extrusionOk="0">
                  <a:moveTo>
                    <a:pt x="1733" y="1492"/>
                  </a:moveTo>
                  <a:lnTo>
                    <a:pt x="1733" y="2343"/>
                  </a:lnTo>
                  <a:cubicBezTo>
                    <a:pt x="1733" y="2500"/>
                    <a:pt x="1796" y="2626"/>
                    <a:pt x="1922" y="2658"/>
                  </a:cubicBezTo>
                  <a:lnTo>
                    <a:pt x="3246" y="3225"/>
                  </a:lnTo>
                  <a:lnTo>
                    <a:pt x="2395" y="4611"/>
                  </a:lnTo>
                  <a:lnTo>
                    <a:pt x="2395" y="3729"/>
                  </a:lnTo>
                  <a:cubicBezTo>
                    <a:pt x="2395" y="3572"/>
                    <a:pt x="2332" y="3445"/>
                    <a:pt x="2206" y="3414"/>
                  </a:cubicBezTo>
                  <a:lnTo>
                    <a:pt x="851" y="2878"/>
                  </a:lnTo>
                  <a:lnTo>
                    <a:pt x="1733" y="1492"/>
                  </a:lnTo>
                  <a:close/>
                  <a:moveTo>
                    <a:pt x="2038" y="0"/>
                  </a:moveTo>
                  <a:cubicBezTo>
                    <a:pt x="1919" y="0"/>
                    <a:pt x="1814" y="47"/>
                    <a:pt x="1765" y="169"/>
                  </a:cubicBezTo>
                  <a:lnTo>
                    <a:pt x="64" y="2941"/>
                  </a:lnTo>
                  <a:cubicBezTo>
                    <a:pt x="32" y="3004"/>
                    <a:pt x="1" y="3130"/>
                    <a:pt x="32" y="3225"/>
                  </a:cubicBezTo>
                  <a:cubicBezTo>
                    <a:pt x="64" y="3288"/>
                    <a:pt x="158" y="3382"/>
                    <a:pt x="221" y="3414"/>
                  </a:cubicBezTo>
                  <a:lnTo>
                    <a:pt x="1733" y="4013"/>
                  </a:lnTo>
                  <a:lnTo>
                    <a:pt x="1733" y="5808"/>
                  </a:lnTo>
                  <a:cubicBezTo>
                    <a:pt x="1733" y="5966"/>
                    <a:pt x="1859" y="6092"/>
                    <a:pt x="1954" y="6123"/>
                  </a:cubicBezTo>
                  <a:lnTo>
                    <a:pt x="2049" y="6123"/>
                  </a:lnTo>
                  <a:cubicBezTo>
                    <a:pt x="2143" y="6123"/>
                    <a:pt x="2269" y="6092"/>
                    <a:pt x="2301" y="5966"/>
                  </a:cubicBezTo>
                  <a:lnTo>
                    <a:pt x="4002" y="3225"/>
                  </a:lnTo>
                  <a:cubicBezTo>
                    <a:pt x="4033" y="3130"/>
                    <a:pt x="4096" y="3004"/>
                    <a:pt x="4033" y="2941"/>
                  </a:cubicBezTo>
                  <a:cubicBezTo>
                    <a:pt x="4033" y="2878"/>
                    <a:pt x="3970" y="2784"/>
                    <a:pt x="3907" y="2752"/>
                  </a:cubicBezTo>
                  <a:lnTo>
                    <a:pt x="2395" y="2154"/>
                  </a:lnTo>
                  <a:lnTo>
                    <a:pt x="2395" y="358"/>
                  </a:lnTo>
                  <a:cubicBezTo>
                    <a:pt x="2395" y="169"/>
                    <a:pt x="2269" y="74"/>
                    <a:pt x="2143" y="11"/>
                  </a:cubicBezTo>
                  <a:cubicBezTo>
                    <a:pt x="2108" y="4"/>
                    <a:pt x="2072" y="0"/>
                    <a:pt x="203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231" name="Google Shape;11231;p67"/>
          <p:cNvGrpSpPr/>
          <p:nvPr/>
        </p:nvGrpSpPr>
        <p:grpSpPr>
          <a:xfrm>
            <a:off x="1942643" y="2660397"/>
            <a:ext cx="398020" cy="421914"/>
            <a:chOff x="-5995925" y="2757850"/>
            <a:chExt cx="275675" cy="292225"/>
          </a:xfrm>
        </p:grpSpPr>
        <p:sp>
          <p:nvSpPr>
            <p:cNvPr id="11232" name="Google Shape;11232;p67"/>
            <p:cNvSpPr/>
            <p:nvPr/>
          </p:nvSpPr>
          <p:spPr>
            <a:xfrm>
              <a:off x="-5995925" y="2757850"/>
              <a:ext cx="275675" cy="292225"/>
            </a:xfrm>
            <a:custGeom>
              <a:rect l="l" t="t" r="r" b="b"/>
              <a:pathLst>
                <a:path w="11027" h="11689" extrusionOk="0">
                  <a:moveTo>
                    <a:pt x="9924" y="1324"/>
                  </a:moveTo>
                  <a:cubicBezTo>
                    <a:pt x="10113" y="1324"/>
                    <a:pt x="10271" y="1481"/>
                    <a:pt x="10271" y="1702"/>
                  </a:cubicBezTo>
                  <a:lnTo>
                    <a:pt x="10271" y="9263"/>
                  </a:lnTo>
                  <a:lnTo>
                    <a:pt x="10302" y="9263"/>
                  </a:lnTo>
                  <a:cubicBezTo>
                    <a:pt x="10302" y="9452"/>
                    <a:pt x="10145" y="9610"/>
                    <a:pt x="9956" y="9610"/>
                  </a:cubicBezTo>
                  <a:lnTo>
                    <a:pt x="9609" y="9610"/>
                  </a:lnTo>
                  <a:lnTo>
                    <a:pt x="9609" y="8570"/>
                  </a:lnTo>
                  <a:cubicBezTo>
                    <a:pt x="9609" y="8381"/>
                    <a:pt x="9452" y="8223"/>
                    <a:pt x="9263" y="8223"/>
                  </a:cubicBezTo>
                  <a:lnTo>
                    <a:pt x="4442" y="8223"/>
                  </a:lnTo>
                  <a:cubicBezTo>
                    <a:pt x="4253" y="8223"/>
                    <a:pt x="4096" y="8381"/>
                    <a:pt x="4096" y="8570"/>
                  </a:cubicBezTo>
                  <a:lnTo>
                    <a:pt x="4096" y="9610"/>
                  </a:lnTo>
                  <a:lnTo>
                    <a:pt x="3434" y="9610"/>
                  </a:lnTo>
                  <a:lnTo>
                    <a:pt x="3434" y="1324"/>
                  </a:lnTo>
                  <a:close/>
                  <a:moveTo>
                    <a:pt x="2426" y="631"/>
                  </a:moveTo>
                  <a:cubicBezTo>
                    <a:pt x="2647" y="631"/>
                    <a:pt x="2804" y="788"/>
                    <a:pt x="2804" y="977"/>
                  </a:cubicBezTo>
                  <a:lnTo>
                    <a:pt x="2804" y="9925"/>
                  </a:lnTo>
                  <a:cubicBezTo>
                    <a:pt x="2804" y="10114"/>
                    <a:pt x="2647" y="10271"/>
                    <a:pt x="2426" y="10271"/>
                  </a:cubicBezTo>
                  <a:lnTo>
                    <a:pt x="1071" y="10271"/>
                  </a:lnTo>
                  <a:cubicBezTo>
                    <a:pt x="851" y="10271"/>
                    <a:pt x="693" y="10114"/>
                    <a:pt x="693" y="9925"/>
                  </a:cubicBezTo>
                  <a:lnTo>
                    <a:pt x="693" y="977"/>
                  </a:lnTo>
                  <a:cubicBezTo>
                    <a:pt x="693" y="788"/>
                    <a:pt x="851" y="631"/>
                    <a:pt x="1071" y="631"/>
                  </a:cubicBezTo>
                  <a:close/>
                  <a:moveTo>
                    <a:pt x="8948" y="8948"/>
                  </a:moveTo>
                  <a:lnTo>
                    <a:pt x="8948" y="10996"/>
                  </a:lnTo>
                  <a:lnTo>
                    <a:pt x="4852" y="10996"/>
                  </a:lnTo>
                  <a:lnTo>
                    <a:pt x="4852" y="8948"/>
                  </a:lnTo>
                  <a:close/>
                  <a:moveTo>
                    <a:pt x="1008" y="1"/>
                  </a:moveTo>
                  <a:cubicBezTo>
                    <a:pt x="473" y="1"/>
                    <a:pt x="0" y="473"/>
                    <a:pt x="0" y="1009"/>
                  </a:cubicBezTo>
                  <a:lnTo>
                    <a:pt x="0" y="9956"/>
                  </a:lnTo>
                  <a:cubicBezTo>
                    <a:pt x="0" y="10523"/>
                    <a:pt x="473" y="10996"/>
                    <a:pt x="1008" y="10996"/>
                  </a:cubicBezTo>
                  <a:lnTo>
                    <a:pt x="2395" y="10996"/>
                  </a:lnTo>
                  <a:cubicBezTo>
                    <a:pt x="2836" y="10996"/>
                    <a:pt x="3214" y="10712"/>
                    <a:pt x="3371" y="10303"/>
                  </a:cubicBezTo>
                  <a:lnTo>
                    <a:pt x="4127" y="10303"/>
                  </a:lnTo>
                  <a:lnTo>
                    <a:pt x="4127" y="11342"/>
                  </a:lnTo>
                  <a:cubicBezTo>
                    <a:pt x="4127" y="11531"/>
                    <a:pt x="4285" y="11689"/>
                    <a:pt x="4474" y="11689"/>
                  </a:cubicBezTo>
                  <a:lnTo>
                    <a:pt x="9294" y="11689"/>
                  </a:lnTo>
                  <a:cubicBezTo>
                    <a:pt x="9483" y="11689"/>
                    <a:pt x="9641" y="11531"/>
                    <a:pt x="9641" y="11342"/>
                  </a:cubicBezTo>
                  <a:lnTo>
                    <a:pt x="9641" y="10271"/>
                  </a:lnTo>
                  <a:lnTo>
                    <a:pt x="9987" y="10271"/>
                  </a:lnTo>
                  <a:cubicBezTo>
                    <a:pt x="10554" y="10271"/>
                    <a:pt x="11027" y="9799"/>
                    <a:pt x="11027" y="9263"/>
                  </a:cubicBezTo>
                  <a:lnTo>
                    <a:pt x="11027" y="1702"/>
                  </a:lnTo>
                  <a:cubicBezTo>
                    <a:pt x="10995" y="1103"/>
                    <a:pt x="10554" y="662"/>
                    <a:pt x="9956" y="662"/>
                  </a:cubicBezTo>
                  <a:lnTo>
                    <a:pt x="3371" y="662"/>
                  </a:lnTo>
                  <a:cubicBezTo>
                    <a:pt x="3214" y="284"/>
                    <a:pt x="2867" y="1"/>
                    <a:pt x="239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33" name="Google Shape;11233;p67"/>
            <p:cNvSpPr/>
            <p:nvPr/>
          </p:nvSpPr>
          <p:spPr>
            <a:xfrm>
              <a:off x="-5892750" y="2808250"/>
              <a:ext cx="137850" cy="69350"/>
            </a:xfrm>
            <a:custGeom>
              <a:rect l="l" t="t" r="r" b="b"/>
              <a:pathLst>
                <a:path w="5514" h="2774" extrusionOk="0">
                  <a:moveTo>
                    <a:pt x="4821" y="694"/>
                  </a:moveTo>
                  <a:lnTo>
                    <a:pt x="4821" y="2112"/>
                  </a:lnTo>
                  <a:lnTo>
                    <a:pt x="725" y="2112"/>
                  </a:lnTo>
                  <a:lnTo>
                    <a:pt x="725" y="694"/>
                  </a:lnTo>
                  <a:close/>
                  <a:moveTo>
                    <a:pt x="347" y="1"/>
                  </a:moveTo>
                  <a:cubicBezTo>
                    <a:pt x="158" y="1"/>
                    <a:pt x="0" y="158"/>
                    <a:pt x="0" y="348"/>
                  </a:cubicBezTo>
                  <a:lnTo>
                    <a:pt x="0" y="2427"/>
                  </a:lnTo>
                  <a:cubicBezTo>
                    <a:pt x="0" y="2616"/>
                    <a:pt x="158" y="2773"/>
                    <a:pt x="347" y="2773"/>
                  </a:cubicBezTo>
                  <a:lnTo>
                    <a:pt x="5167" y="2773"/>
                  </a:lnTo>
                  <a:cubicBezTo>
                    <a:pt x="5356" y="2773"/>
                    <a:pt x="5514" y="2616"/>
                    <a:pt x="5514" y="2427"/>
                  </a:cubicBezTo>
                  <a:lnTo>
                    <a:pt x="5514" y="348"/>
                  </a:lnTo>
                  <a:cubicBezTo>
                    <a:pt x="5514" y="158"/>
                    <a:pt x="5356" y="1"/>
                    <a:pt x="51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34" name="Google Shape;11234;p67"/>
            <p:cNvSpPr/>
            <p:nvPr/>
          </p:nvSpPr>
          <p:spPr>
            <a:xfrm>
              <a:off x="-5891975" y="2895675"/>
              <a:ext cx="34700" cy="17375"/>
            </a:xfrm>
            <a:custGeom>
              <a:rect l="l" t="t" r="r" b="b"/>
              <a:pathLst>
                <a:path w="1388" h="695" extrusionOk="0">
                  <a:moveTo>
                    <a:pt x="379" y="1"/>
                  </a:moveTo>
                  <a:cubicBezTo>
                    <a:pt x="158" y="1"/>
                    <a:pt x="1" y="159"/>
                    <a:pt x="1" y="348"/>
                  </a:cubicBezTo>
                  <a:cubicBezTo>
                    <a:pt x="1" y="537"/>
                    <a:pt x="158" y="694"/>
                    <a:pt x="379" y="694"/>
                  </a:cubicBezTo>
                  <a:lnTo>
                    <a:pt x="1041" y="694"/>
                  </a:lnTo>
                  <a:cubicBezTo>
                    <a:pt x="1230" y="694"/>
                    <a:pt x="1387" y="537"/>
                    <a:pt x="1387" y="348"/>
                  </a:cubicBezTo>
                  <a:cubicBezTo>
                    <a:pt x="1356" y="127"/>
                    <a:pt x="1198" y="1"/>
                    <a:pt x="104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35" name="Google Shape;11235;p67"/>
            <p:cNvSpPr/>
            <p:nvPr/>
          </p:nvSpPr>
          <p:spPr>
            <a:xfrm>
              <a:off x="-5891975" y="2928775"/>
              <a:ext cx="34700" cy="18125"/>
            </a:xfrm>
            <a:custGeom>
              <a:rect l="l" t="t" r="r" b="b"/>
              <a:pathLst>
                <a:path w="1388" h="725" extrusionOk="0">
                  <a:moveTo>
                    <a:pt x="379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79" y="725"/>
                  </a:cubicBezTo>
                  <a:lnTo>
                    <a:pt x="1041" y="725"/>
                  </a:lnTo>
                  <a:cubicBezTo>
                    <a:pt x="1230" y="725"/>
                    <a:pt x="1387" y="567"/>
                    <a:pt x="1387" y="378"/>
                  </a:cubicBezTo>
                  <a:cubicBezTo>
                    <a:pt x="1356" y="158"/>
                    <a:pt x="1198" y="0"/>
                    <a:pt x="104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36" name="Google Shape;11236;p67"/>
            <p:cNvSpPr/>
            <p:nvPr/>
          </p:nvSpPr>
          <p:spPr>
            <a:xfrm>
              <a:off x="-5840775" y="2928775"/>
              <a:ext cx="34675" cy="18125"/>
            </a:xfrm>
            <a:custGeom>
              <a:rect l="l" t="t" r="r" b="b"/>
              <a:pathLst>
                <a:path w="1387" h="725" extrusionOk="0">
                  <a:moveTo>
                    <a:pt x="379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79" y="725"/>
                  </a:cubicBezTo>
                  <a:lnTo>
                    <a:pt x="1040" y="725"/>
                  </a:lnTo>
                  <a:cubicBezTo>
                    <a:pt x="1229" y="725"/>
                    <a:pt x="1387" y="567"/>
                    <a:pt x="1387" y="378"/>
                  </a:cubicBezTo>
                  <a:cubicBezTo>
                    <a:pt x="1387" y="158"/>
                    <a:pt x="1229" y="0"/>
                    <a:pt x="104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37" name="Google Shape;11237;p67"/>
            <p:cNvSpPr/>
            <p:nvPr/>
          </p:nvSpPr>
          <p:spPr>
            <a:xfrm>
              <a:off x="-5840775" y="2895675"/>
              <a:ext cx="34675" cy="17375"/>
            </a:xfrm>
            <a:custGeom>
              <a:rect l="l" t="t" r="r" b="b"/>
              <a:pathLst>
                <a:path w="1387" h="695" extrusionOk="0">
                  <a:moveTo>
                    <a:pt x="379" y="1"/>
                  </a:moveTo>
                  <a:cubicBezTo>
                    <a:pt x="158" y="1"/>
                    <a:pt x="1" y="159"/>
                    <a:pt x="1" y="348"/>
                  </a:cubicBezTo>
                  <a:cubicBezTo>
                    <a:pt x="1" y="537"/>
                    <a:pt x="158" y="694"/>
                    <a:pt x="379" y="694"/>
                  </a:cubicBezTo>
                  <a:lnTo>
                    <a:pt x="1040" y="694"/>
                  </a:lnTo>
                  <a:cubicBezTo>
                    <a:pt x="1229" y="694"/>
                    <a:pt x="1387" y="537"/>
                    <a:pt x="1387" y="348"/>
                  </a:cubicBezTo>
                  <a:cubicBezTo>
                    <a:pt x="1387" y="127"/>
                    <a:pt x="1229" y="1"/>
                    <a:pt x="10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38" name="Google Shape;11238;p67"/>
            <p:cNvSpPr/>
            <p:nvPr/>
          </p:nvSpPr>
          <p:spPr>
            <a:xfrm>
              <a:off x="-5789575" y="2895675"/>
              <a:ext cx="34675" cy="17375"/>
            </a:xfrm>
            <a:custGeom>
              <a:rect l="l" t="t" r="r" b="b"/>
              <a:pathLst>
                <a:path w="1387" h="695" extrusionOk="0">
                  <a:moveTo>
                    <a:pt x="379" y="1"/>
                  </a:moveTo>
                  <a:cubicBezTo>
                    <a:pt x="158" y="1"/>
                    <a:pt x="1" y="159"/>
                    <a:pt x="1" y="348"/>
                  </a:cubicBezTo>
                  <a:cubicBezTo>
                    <a:pt x="1" y="537"/>
                    <a:pt x="158" y="694"/>
                    <a:pt x="379" y="694"/>
                  </a:cubicBezTo>
                  <a:lnTo>
                    <a:pt x="1040" y="694"/>
                  </a:lnTo>
                  <a:cubicBezTo>
                    <a:pt x="1229" y="694"/>
                    <a:pt x="1387" y="537"/>
                    <a:pt x="1387" y="348"/>
                  </a:cubicBezTo>
                  <a:cubicBezTo>
                    <a:pt x="1387" y="127"/>
                    <a:pt x="1229" y="1"/>
                    <a:pt x="10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39" name="Google Shape;11239;p67"/>
            <p:cNvSpPr/>
            <p:nvPr/>
          </p:nvSpPr>
          <p:spPr>
            <a:xfrm>
              <a:off x="-5789575" y="2928775"/>
              <a:ext cx="34675" cy="18125"/>
            </a:xfrm>
            <a:custGeom>
              <a:rect l="l" t="t" r="r" b="b"/>
              <a:pathLst>
                <a:path w="1387" h="725" extrusionOk="0">
                  <a:moveTo>
                    <a:pt x="379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79" y="725"/>
                  </a:cubicBezTo>
                  <a:lnTo>
                    <a:pt x="1040" y="725"/>
                  </a:lnTo>
                  <a:cubicBezTo>
                    <a:pt x="1229" y="725"/>
                    <a:pt x="1387" y="567"/>
                    <a:pt x="1387" y="378"/>
                  </a:cubicBezTo>
                  <a:cubicBezTo>
                    <a:pt x="1387" y="158"/>
                    <a:pt x="1229" y="0"/>
                    <a:pt x="104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40" name="Google Shape;11240;p67"/>
            <p:cNvSpPr/>
            <p:nvPr/>
          </p:nvSpPr>
          <p:spPr>
            <a:xfrm>
              <a:off x="-5858100" y="2998075"/>
              <a:ext cx="68550" cy="17350"/>
            </a:xfrm>
            <a:custGeom>
              <a:rect l="l" t="t" r="r" b="b"/>
              <a:pathLst>
                <a:path w="2742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lnTo>
                    <a:pt x="2395" y="694"/>
                  </a:lnTo>
                  <a:cubicBezTo>
                    <a:pt x="2584" y="694"/>
                    <a:pt x="2742" y="536"/>
                    <a:pt x="2742" y="347"/>
                  </a:cubicBezTo>
                  <a:cubicBezTo>
                    <a:pt x="2742" y="158"/>
                    <a:pt x="2584" y="1"/>
                    <a:pt x="239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241" name="Google Shape;11241;p67"/>
          <p:cNvGrpSpPr/>
          <p:nvPr/>
        </p:nvGrpSpPr>
        <p:grpSpPr>
          <a:xfrm>
            <a:off x="4622930" y="1631816"/>
            <a:ext cx="421951" cy="419677"/>
            <a:chOff x="-4211975" y="2046625"/>
            <a:chExt cx="292250" cy="290675"/>
          </a:xfrm>
        </p:grpSpPr>
        <p:sp>
          <p:nvSpPr>
            <p:cNvPr id="11242" name="Google Shape;11242;p67"/>
            <p:cNvSpPr/>
            <p:nvPr/>
          </p:nvSpPr>
          <p:spPr>
            <a:xfrm>
              <a:off x="-4211975" y="2081300"/>
              <a:ext cx="256025" cy="256000"/>
            </a:xfrm>
            <a:custGeom>
              <a:rect l="l" t="t" r="r" b="b"/>
              <a:pathLst>
                <a:path w="10241" h="10240" extrusionOk="0">
                  <a:moveTo>
                    <a:pt x="4758" y="693"/>
                  </a:moveTo>
                  <a:lnTo>
                    <a:pt x="4758" y="5167"/>
                  </a:lnTo>
                  <a:cubicBezTo>
                    <a:pt x="4758" y="5356"/>
                    <a:pt x="4916" y="5513"/>
                    <a:pt x="5105" y="5513"/>
                  </a:cubicBezTo>
                  <a:lnTo>
                    <a:pt x="9578" y="5513"/>
                  </a:lnTo>
                  <a:cubicBezTo>
                    <a:pt x="9358" y="7813"/>
                    <a:pt x="7436" y="9609"/>
                    <a:pt x="5105" y="9609"/>
                  </a:cubicBezTo>
                  <a:cubicBezTo>
                    <a:pt x="2679" y="9609"/>
                    <a:pt x="663" y="7593"/>
                    <a:pt x="663" y="5167"/>
                  </a:cubicBezTo>
                  <a:cubicBezTo>
                    <a:pt x="663" y="2835"/>
                    <a:pt x="2490" y="914"/>
                    <a:pt x="4758" y="693"/>
                  </a:cubicBezTo>
                  <a:close/>
                  <a:moveTo>
                    <a:pt x="5105" y="0"/>
                  </a:moveTo>
                  <a:cubicBezTo>
                    <a:pt x="2269" y="0"/>
                    <a:pt x="1" y="2300"/>
                    <a:pt x="1" y="5104"/>
                  </a:cubicBezTo>
                  <a:cubicBezTo>
                    <a:pt x="1" y="7939"/>
                    <a:pt x="2269" y="10239"/>
                    <a:pt x="5105" y="10239"/>
                  </a:cubicBezTo>
                  <a:cubicBezTo>
                    <a:pt x="7940" y="10239"/>
                    <a:pt x="10240" y="7939"/>
                    <a:pt x="10240" y="5104"/>
                  </a:cubicBezTo>
                  <a:cubicBezTo>
                    <a:pt x="10240" y="4978"/>
                    <a:pt x="10083" y="4820"/>
                    <a:pt x="9925" y="4820"/>
                  </a:cubicBezTo>
                  <a:lnTo>
                    <a:pt x="5483" y="4820"/>
                  </a:lnTo>
                  <a:lnTo>
                    <a:pt x="5483" y="347"/>
                  </a:lnTo>
                  <a:cubicBezTo>
                    <a:pt x="5483" y="158"/>
                    <a:pt x="5325" y="0"/>
                    <a:pt x="510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43" name="Google Shape;11243;p67"/>
            <p:cNvSpPr/>
            <p:nvPr/>
          </p:nvSpPr>
          <p:spPr>
            <a:xfrm>
              <a:off x="-4057600" y="2046625"/>
              <a:ext cx="137875" cy="137875"/>
            </a:xfrm>
            <a:custGeom>
              <a:rect l="l" t="t" r="r" b="b"/>
              <a:pathLst>
                <a:path w="5515" h="5515" extrusionOk="0">
                  <a:moveTo>
                    <a:pt x="663" y="694"/>
                  </a:moveTo>
                  <a:cubicBezTo>
                    <a:pt x="2836" y="851"/>
                    <a:pt x="4601" y="2616"/>
                    <a:pt x="4758" y="4790"/>
                  </a:cubicBezTo>
                  <a:lnTo>
                    <a:pt x="663" y="4790"/>
                  </a:lnTo>
                  <a:lnTo>
                    <a:pt x="663" y="694"/>
                  </a:lnTo>
                  <a:close/>
                  <a:moveTo>
                    <a:pt x="348" y="1"/>
                  </a:moveTo>
                  <a:cubicBezTo>
                    <a:pt x="158" y="1"/>
                    <a:pt x="1" y="158"/>
                    <a:pt x="1" y="379"/>
                  </a:cubicBezTo>
                  <a:lnTo>
                    <a:pt x="1" y="5168"/>
                  </a:lnTo>
                  <a:cubicBezTo>
                    <a:pt x="1" y="5357"/>
                    <a:pt x="158" y="5514"/>
                    <a:pt x="348" y="5514"/>
                  </a:cubicBezTo>
                  <a:lnTo>
                    <a:pt x="5168" y="5514"/>
                  </a:lnTo>
                  <a:cubicBezTo>
                    <a:pt x="5357" y="5514"/>
                    <a:pt x="5514" y="5357"/>
                    <a:pt x="5514" y="5168"/>
                  </a:cubicBezTo>
                  <a:cubicBezTo>
                    <a:pt x="5483" y="3750"/>
                    <a:pt x="4979" y="2490"/>
                    <a:pt x="3971" y="1513"/>
                  </a:cubicBezTo>
                  <a:cubicBezTo>
                    <a:pt x="2994" y="536"/>
                    <a:pt x="1734" y="1"/>
                    <a:pt x="34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244" name="Google Shape;11244;p67"/>
          <p:cNvGrpSpPr/>
          <p:nvPr/>
        </p:nvGrpSpPr>
        <p:grpSpPr>
          <a:xfrm>
            <a:off x="4672976" y="2138699"/>
            <a:ext cx="321859" cy="424225"/>
            <a:chOff x="-4178875" y="2405775"/>
            <a:chExt cx="222925" cy="293825"/>
          </a:xfrm>
        </p:grpSpPr>
        <p:sp>
          <p:nvSpPr>
            <p:cNvPr id="11245" name="Google Shape;11245;p67"/>
            <p:cNvSpPr/>
            <p:nvPr/>
          </p:nvSpPr>
          <p:spPr>
            <a:xfrm>
              <a:off x="-4178875" y="2405775"/>
              <a:ext cx="222925" cy="293825"/>
            </a:xfrm>
            <a:custGeom>
              <a:rect l="l" t="t" r="r" b="b"/>
              <a:pathLst>
                <a:path w="8917" h="11753" extrusionOk="0">
                  <a:moveTo>
                    <a:pt x="4474" y="694"/>
                  </a:moveTo>
                  <a:cubicBezTo>
                    <a:pt x="6553" y="694"/>
                    <a:pt x="8254" y="2395"/>
                    <a:pt x="8254" y="4475"/>
                  </a:cubicBezTo>
                  <a:cubicBezTo>
                    <a:pt x="8191" y="5262"/>
                    <a:pt x="7971" y="6018"/>
                    <a:pt x="7530" y="6649"/>
                  </a:cubicBezTo>
                  <a:lnTo>
                    <a:pt x="4474" y="10776"/>
                  </a:lnTo>
                  <a:lnTo>
                    <a:pt x="1418" y="6712"/>
                  </a:lnTo>
                  <a:cubicBezTo>
                    <a:pt x="945" y="6050"/>
                    <a:pt x="693" y="5294"/>
                    <a:pt x="693" y="4475"/>
                  </a:cubicBezTo>
                  <a:cubicBezTo>
                    <a:pt x="693" y="2395"/>
                    <a:pt x="2363" y="694"/>
                    <a:pt x="4474" y="694"/>
                  </a:cubicBezTo>
                  <a:close/>
                  <a:moveTo>
                    <a:pt x="4474" y="1"/>
                  </a:moveTo>
                  <a:cubicBezTo>
                    <a:pt x="2017" y="1"/>
                    <a:pt x="0" y="2017"/>
                    <a:pt x="0" y="4475"/>
                  </a:cubicBezTo>
                  <a:cubicBezTo>
                    <a:pt x="0" y="5451"/>
                    <a:pt x="315" y="6365"/>
                    <a:pt x="882" y="7153"/>
                  </a:cubicBezTo>
                  <a:lnTo>
                    <a:pt x="4190" y="11595"/>
                  </a:lnTo>
                  <a:cubicBezTo>
                    <a:pt x="4253" y="11689"/>
                    <a:pt x="4348" y="11752"/>
                    <a:pt x="4474" y="11752"/>
                  </a:cubicBezTo>
                  <a:cubicBezTo>
                    <a:pt x="4568" y="11752"/>
                    <a:pt x="4663" y="11721"/>
                    <a:pt x="4726" y="11595"/>
                  </a:cubicBezTo>
                  <a:lnTo>
                    <a:pt x="8097" y="7058"/>
                  </a:lnTo>
                  <a:cubicBezTo>
                    <a:pt x="8633" y="6333"/>
                    <a:pt x="8916" y="5420"/>
                    <a:pt x="8916" y="4506"/>
                  </a:cubicBezTo>
                  <a:cubicBezTo>
                    <a:pt x="8916" y="1986"/>
                    <a:pt x="6900" y="1"/>
                    <a:pt x="44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46" name="Google Shape;11246;p67"/>
            <p:cNvSpPr/>
            <p:nvPr/>
          </p:nvSpPr>
          <p:spPr>
            <a:xfrm>
              <a:off x="-4093025" y="2491650"/>
              <a:ext cx="51225" cy="51200"/>
            </a:xfrm>
            <a:custGeom>
              <a:rect l="l" t="t" r="r" b="b"/>
              <a:pathLst>
                <a:path w="2049" h="2048" extrusionOk="0">
                  <a:moveTo>
                    <a:pt x="1040" y="630"/>
                  </a:moveTo>
                  <a:cubicBezTo>
                    <a:pt x="1229" y="630"/>
                    <a:pt x="1386" y="788"/>
                    <a:pt x="1386" y="1008"/>
                  </a:cubicBezTo>
                  <a:cubicBezTo>
                    <a:pt x="1386" y="1197"/>
                    <a:pt x="1197" y="1355"/>
                    <a:pt x="1040" y="1355"/>
                  </a:cubicBezTo>
                  <a:cubicBezTo>
                    <a:pt x="819" y="1355"/>
                    <a:pt x="662" y="1197"/>
                    <a:pt x="662" y="1008"/>
                  </a:cubicBezTo>
                  <a:cubicBezTo>
                    <a:pt x="662" y="788"/>
                    <a:pt x="819" y="630"/>
                    <a:pt x="1040" y="630"/>
                  </a:cubicBezTo>
                  <a:close/>
                  <a:moveTo>
                    <a:pt x="1040" y="0"/>
                  </a:moveTo>
                  <a:cubicBezTo>
                    <a:pt x="473" y="0"/>
                    <a:pt x="0" y="473"/>
                    <a:pt x="0" y="1040"/>
                  </a:cubicBezTo>
                  <a:cubicBezTo>
                    <a:pt x="0" y="1575"/>
                    <a:pt x="473" y="2048"/>
                    <a:pt x="1040" y="2048"/>
                  </a:cubicBezTo>
                  <a:cubicBezTo>
                    <a:pt x="1575" y="2048"/>
                    <a:pt x="2048" y="1575"/>
                    <a:pt x="2048" y="1040"/>
                  </a:cubicBezTo>
                  <a:cubicBezTo>
                    <a:pt x="2048" y="441"/>
                    <a:pt x="1575" y="0"/>
                    <a:pt x="104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47" name="Google Shape;11247;p67"/>
            <p:cNvSpPr/>
            <p:nvPr/>
          </p:nvSpPr>
          <p:spPr>
            <a:xfrm>
              <a:off x="-4145800" y="2439650"/>
              <a:ext cx="155975" cy="155200"/>
            </a:xfrm>
            <a:custGeom>
              <a:rect l="l" t="t" r="r" b="b"/>
              <a:pathLst>
                <a:path w="6239" h="6208" extrusionOk="0">
                  <a:moveTo>
                    <a:pt x="3403" y="694"/>
                  </a:moveTo>
                  <a:lnTo>
                    <a:pt x="3403" y="1166"/>
                  </a:lnTo>
                  <a:cubicBezTo>
                    <a:pt x="3403" y="1324"/>
                    <a:pt x="3497" y="1450"/>
                    <a:pt x="3655" y="1481"/>
                  </a:cubicBezTo>
                  <a:cubicBezTo>
                    <a:pt x="3844" y="1576"/>
                    <a:pt x="4033" y="1670"/>
                    <a:pt x="4191" y="1828"/>
                  </a:cubicBezTo>
                  <a:cubicBezTo>
                    <a:pt x="4268" y="1867"/>
                    <a:pt x="4358" y="1894"/>
                    <a:pt x="4445" y="1894"/>
                  </a:cubicBezTo>
                  <a:cubicBezTo>
                    <a:pt x="4499" y="1894"/>
                    <a:pt x="4552" y="1884"/>
                    <a:pt x="4600" y="1859"/>
                  </a:cubicBezTo>
                  <a:lnTo>
                    <a:pt x="4978" y="1607"/>
                  </a:lnTo>
                  <a:lnTo>
                    <a:pt x="5356" y="2206"/>
                  </a:lnTo>
                  <a:lnTo>
                    <a:pt x="4947" y="2458"/>
                  </a:lnTo>
                  <a:cubicBezTo>
                    <a:pt x="4821" y="2521"/>
                    <a:pt x="4789" y="2647"/>
                    <a:pt x="4789" y="2805"/>
                  </a:cubicBezTo>
                  <a:cubicBezTo>
                    <a:pt x="4821" y="3025"/>
                    <a:pt x="4821" y="3183"/>
                    <a:pt x="4789" y="3435"/>
                  </a:cubicBezTo>
                  <a:cubicBezTo>
                    <a:pt x="4758" y="3592"/>
                    <a:pt x="4821" y="3687"/>
                    <a:pt x="4947" y="3781"/>
                  </a:cubicBezTo>
                  <a:lnTo>
                    <a:pt x="5356" y="4033"/>
                  </a:lnTo>
                  <a:lnTo>
                    <a:pt x="4978" y="4600"/>
                  </a:lnTo>
                  <a:lnTo>
                    <a:pt x="4600" y="4380"/>
                  </a:lnTo>
                  <a:cubicBezTo>
                    <a:pt x="4554" y="4345"/>
                    <a:pt x="4503" y="4332"/>
                    <a:pt x="4452" y="4332"/>
                  </a:cubicBezTo>
                  <a:cubicBezTo>
                    <a:pt x="4363" y="4332"/>
                    <a:pt x="4270" y="4372"/>
                    <a:pt x="4191" y="4411"/>
                  </a:cubicBezTo>
                  <a:cubicBezTo>
                    <a:pt x="4033" y="4537"/>
                    <a:pt x="3844" y="4632"/>
                    <a:pt x="3655" y="4726"/>
                  </a:cubicBezTo>
                  <a:cubicBezTo>
                    <a:pt x="3529" y="4758"/>
                    <a:pt x="3403" y="4915"/>
                    <a:pt x="3403" y="5041"/>
                  </a:cubicBezTo>
                  <a:lnTo>
                    <a:pt x="3403" y="5514"/>
                  </a:lnTo>
                  <a:lnTo>
                    <a:pt x="2741" y="5514"/>
                  </a:lnTo>
                  <a:lnTo>
                    <a:pt x="2741" y="5041"/>
                  </a:lnTo>
                  <a:cubicBezTo>
                    <a:pt x="2741" y="4884"/>
                    <a:pt x="2678" y="4758"/>
                    <a:pt x="2521" y="4726"/>
                  </a:cubicBezTo>
                  <a:cubicBezTo>
                    <a:pt x="2300" y="4663"/>
                    <a:pt x="2111" y="4569"/>
                    <a:pt x="1954" y="4411"/>
                  </a:cubicBezTo>
                  <a:cubicBezTo>
                    <a:pt x="1874" y="4372"/>
                    <a:pt x="1782" y="4332"/>
                    <a:pt x="1701" y="4332"/>
                  </a:cubicBezTo>
                  <a:cubicBezTo>
                    <a:pt x="1654" y="4332"/>
                    <a:pt x="1610" y="4345"/>
                    <a:pt x="1576" y="4380"/>
                  </a:cubicBezTo>
                  <a:lnTo>
                    <a:pt x="1166" y="4600"/>
                  </a:lnTo>
                  <a:lnTo>
                    <a:pt x="820" y="4033"/>
                  </a:lnTo>
                  <a:lnTo>
                    <a:pt x="1198" y="3781"/>
                  </a:lnTo>
                  <a:cubicBezTo>
                    <a:pt x="1324" y="3718"/>
                    <a:pt x="1418" y="3592"/>
                    <a:pt x="1355" y="3435"/>
                  </a:cubicBezTo>
                  <a:cubicBezTo>
                    <a:pt x="1324" y="3183"/>
                    <a:pt x="1324" y="3025"/>
                    <a:pt x="1355" y="2805"/>
                  </a:cubicBezTo>
                  <a:cubicBezTo>
                    <a:pt x="1418" y="2647"/>
                    <a:pt x="1324" y="2521"/>
                    <a:pt x="1198" y="2458"/>
                  </a:cubicBezTo>
                  <a:lnTo>
                    <a:pt x="820" y="2206"/>
                  </a:lnTo>
                  <a:lnTo>
                    <a:pt x="1166" y="1607"/>
                  </a:lnTo>
                  <a:lnTo>
                    <a:pt x="1576" y="1859"/>
                  </a:lnTo>
                  <a:cubicBezTo>
                    <a:pt x="1612" y="1884"/>
                    <a:pt x="1657" y="1894"/>
                    <a:pt x="1706" y="1894"/>
                  </a:cubicBezTo>
                  <a:cubicBezTo>
                    <a:pt x="1786" y="1894"/>
                    <a:pt x="1876" y="1867"/>
                    <a:pt x="1954" y="1828"/>
                  </a:cubicBezTo>
                  <a:cubicBezTo>
                    <a:pt x="2111" y="1702"/>
                    <a:pt x="2300" y="1576"/>
                    <a:pt x="2521" y="1481"/>
                  </a:cubicBezTo>
                  <a:cubicBezTo>
                    <a:pt x="2615" y="1450"/>
                    <a:pt x="2741" y="1292"/>
                    <a:pt x="2741" y="1166"/>
                  </a:cubicBezTo>
                  <a:lnTo>
                    <a:pt x="2741" y="694"/>
                  </a:lnTo>
                  <a:close/>
                  <a:moveTo>
                    <a:pt x="2426" y="1"/>
                  </a:moveTo>
                  <a:cubicBezTo>
                    <a:pt x="2237" y="1"/>
                    <a:pt x="2080" y="158"/>
                    <a:pt x="2080" y="347"/>
                  </a:cubicBezTo>
                  <a:lnTo>
                    <a:pt x="2080" y="946"/>
                  </a:lnTo>
                  <a:cubicBezTo>
                    <a:pt x="1954" y="977"/>
                    <a:pt x="1828" y="1072"/>
                    <a:pt x="1765" y="1135"/>
                  </a:cubicBezTo>
                  <a:lnTo>
                    <a:pt x="1261" y="851"/>
                  </a:lnTo>
                  <a:cubicBezTo>
                    <a:pt x="1211" y="831"/>
                    <a:pt x="1158" y="821"/>
                    <a:pt x="1104" y="821"/>
                  </a:cubicBezTo>
                  <a:cubicBezTo>
                    <a:pt x="990" y="821"/>
                    <a:pt x="874" y="870"/>
                    <a:pt x="788" y="977"/>
                  </a:cubicBezTo>
                  <a:lnTo>
                    <a:pt x="126" y="2175"/>
                  </a:lnTo>
                  <a:cubicBezTo>
                    <a:pt x="32" y="2332"/>
                    <a:pt x="63" y="2521"/>
                    <a:pt x="221" y="2647"/>
                  </a:cubicBezTo>
                  <a:lnTo>
                    <a:pt x="757" y="2899"/>
                  </a:lnTo>
                  <a:lnTo>
                    <a:pt x="757" y="3120"/>
                  </a:lnTo>
                  <a:lnTo>
                    <a:pt x="757" y="3309"/>
                  </a:lnTo>
                  <a:lnTo>
                    <a:pt x="221" y="3592"/>
                  </a:lnTo>
                  <a:cubicBezTo>
                    <a:pt x="63" y="3655"/>
                    <a:pt x="0" y="3907"/>
                    <a:pt x="126" y="4065"/>
                  </a:cubicBezTo>
                  <a:lnTo>
                    <a:pt x="788" y="5231"/>
                  </a:lnTo>
                  <a:cubicBezTo>
                    <a:pt x="831" y="5337"/>
                    <a:pt x="960" y="5415"/>
                    <a:pt x="1088" y="5415"/>
                  </a:cubicBezTo>
                  <a:cubicBezTo>
                    <a:pt x="1149" y="5415"/>
                    <a:pt x="1210" y="5397"/>
                    <a:pt x="1261" y="5357"/>
                  </a:cubicBezTo>
                  <a:lnTo>
                    <a:pt x="1765" y="5073"/>
                  </a:lnTo>
                  <a:cubicBezTo>
                    <a:pt x="1891" y="5167"/>
                    <a:pt x="1954" y="5199"/>
                    <a:pt x="2080" y="5262"/>
                  </a:cubicBezTo>
                  <a:lnTo>
                    <a:pt x="2080" y="5861"/>
                  </a:lnTo>
                  <a:cubicBezTo>
                    <a:pt x="2080" y="6050"/>
                    <a:pt x="2237" y="6207"/>
                    <a:pt x="2426" y="6207"/>
                  </a:cubicBezTo>
                  <a:lnTo>
                    <a:pt x="3812" y="6207"/>
                  </a:lnTo>
                  <a:cubicBezTo>
                    <a:pt x="4002" y="6207"/>
                    <a:pt x="4159" y="6050"/>
                    <a:pt x="4159" y="5861"/>
                  </a:cubicBezTo>
                  <a:lnTo>
                    <a:pt x="4159" y="5262"/>
                  </a:lnTo>
                  <a:cubicBezTo>
                    <a:pt x="4285" y="5231"/>
                    <a:pt x="4411" y="5167"/>
                    <a:pt x="4474" y="5073"/>
                  </a:cubicBezTo>
                  <a:lnTo>
                    <a:pt x="4978" y="5357"/>
                  </a:lnTo>
                  <a:cubicBezTo>
                    <a:pt x="5028" y="5376"/>
                    <a:pt x="5084" y="5387"/>
                    <a:pt x="5141" y="5387"/>
                  </a:cubicBezTo>
                  <a:cubicBezTo>
                    <a:pt x="5263" y="5387"/>
                    <a:pt x="5386" y="5338"/>
                    <a:pt x="5451" y="5231"/>
                  </a:cubicBezTo>
                  <a:lnTo>
                    <a:pt x="6144" y="4065"/>
                  </a:lnTo>
                  <a:cubicBezTo>
                    <a:pt x="6207" y="3907"/>
                    <a:pt x="6175" y="3687"/>
                    <a:pt x="6018" y="3592"/>
                  </a:cubicBezTo>
                  <a:lnTo>
                    <a:pt x="5514" y="3309"/>
                  </a:lnTo>
                  <a:lnTo>
                    <a:pt x="5514" y="3120"/>
                  </a:lnTo>
                  <a:lnTo>
                    <a:pt x="5514" y="2899"/>
                  </a:lnTo>
                  <a:lnTo>
                    <a:pt x="6018" y="2647"/>
                  </a:lnTo>
                  <a:cubicBezTo>
                    <a:pt x="6175" y="2521"/>
                    <a:pt x="6238" y="2332"/>
                    <a:pt x="6144" y="2175"/>
                  </a:cubicBezTo>
                  <a:lnTo>
                    <a:pt x="5451" y="977"/>
                  </a:lnTo>
                  <a:cubicBezTo>
                    <a:pt x="5408" y="870"/>
                    <a:pt x="5278" y="807"/>
                    <a:pt x="5149" y="807"/>
                  </a:cubicBezTo>
                  <a:cubicBezTo>
                    <a:pt x="5089" y="807"/>
                    <a:pt x="5029" y="821"/>
                    <a:pt x="4978" y="851"/>
                  </a:cubicBezTo>
                  <a:lnTo>
                    <a:pt x="4474" y="1135"/>
                  </a:lnTo>
                  <a:cubicBezTo>
                    <a:pt x="4348" y="1072"/>
                    <a:pt x="4285" y="1009"/>
                    <a:pt x="4159" y="946"/>
                  </a:cubicBezTo>
                  <a:lnTo>
                    <a:pt x="4159" y="347"/>
                  </a:lnTo>
                  <a:cubicBezTo>
                    <a:pt x="4159" y="158"/>
                    <a:pt x="4002" y="1"/>
                    <a:pt x="381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248" name="Google Shape;11248;p67"/>
          <p:cNvGrpSpPr/>
          <p:nvPr/>
        </p:nvGrpSpPr>
        <p:grpSpPr>
          <a:xfrm>
            <a:off x="4635439" y="2673483"/>
            <a:ext cx="420796" cy="395746"/>
            <a:chOff x="-4211975" y="2783850"/>
            <a:chExt cx="291450" cy="274100"/>
          </a:xfrm>
        </p:grpSpPr>
        <p:sp>
          <p:nvSpPr>
            <p:cNvPr id="11249" name="Google Shape;11249;p67"/>
            <p:cNvSpPr/>
            <p:nvPr/>
          </p:nvSpPr>
          <p:spPr>
            <a:xfrm>
              <a:off x="-4211975" y="2937125"/>
              <a:ext cx="291450" cy="120825"/>
            </a:xfrm>
            <a:custGeom>
              <a:rect l="l" t="t" r="r" b="b"/>
              <a:pathLst>
                <a:path w="11658" h="4833" extrusionOk="0">
                  <a:moveTo>
                    <a:pt x="978" y="706"/>
                  </a:moveTo>
                  <a:cubicBezTo>
                    <a:pt x="1167" y="706"/>
                    <a:pt x="1324" y="863"/>
                    <a:pt x="1324" y="1052"/>
                  </a:cubicBezTo>
                  <a:lnTo>
                    <a:pt x="1324" y="3762"/>
                  </a:lnTo>
                  <a:cubicBezTo>
                    <a:pt x="1324" y="3982"/>
                    <a:pt x="1167" y="4140"/>
                    <a:pt x="978" y="4140"/>
                  </a:cubicBezTo>
                  <a:lnTo>
                    <a:pt x="631" y="4140"/>
                  </a:lnTo>
                  <a:lnTo>
                    <a:pt x="631" y="706"/>
                  </a:lnTo>
                  <a:close/>
                  <a:moveTo>
                    <a:pt x="3866" y="717"/>
                  </a:moveTo>
                  <a:cubicBezTo>
                    <a:pt x="4374" y="717"/>
                    <a:pt x="4886" y="859"/>
                    <a:pt x="5325" y="1147"/>
                  </a:cubicBezTo>
                  <a:cubicBezTo>
                    <a:pt x="5672" y="1367"/>
                    <a:pt x="5703" y="1399"/>
                    <a:pt x="5829" y="1399"/>
                  </a:cubicBezTo>
                  <a:lnTo>
                    <a:pt x="7247" y="1399"/>
                  </a:lnTo>
                  <a:cubicBezTo>
                    <a:pt x="7436" y="1399"/>
                    <a:pt x="7594" y="1556"/>
                    <a:pt x="7594" y="1777"/>
                  </a:cubicBezTo>
                  <a:cubicBezTo>
                    <a:pt x="7594" y="1966"/>
                    <a:pt x="7436" y="2124"/>
                    <a:pt x="7247" y="2124"/>
                  </a:cubicBezTo>
                  <a:lnTo>
                    <a:pt x="4758" y="2124"/>
                  </a:lnTo>
                  <a:cubicBezTo>
                    <a:pt x="4380" y="2124"/>
                    <a:pt x="4034" y="2344"/>
                    <a:pt x="3845" y="2659"/>
                  </a:cubicBezTo>
                  <a:cubicBezTo>
                    <a:pt x="3782" y="2817"/>
                    <a:pt x="3845" y="3069"/>
                    <a:pt x="4002" y="3132"/>
                  </a:cubicBezTo>
                  <a:cubicBezTo>
                    <a:pt x="4045" y="3158"/>
                    <a:pt x="4096" y="3169"/>
                    <a:pt x="4148" y="3169"/>
                  </a:cubicBezTo>
                  <a:cubicBezTo>
                    <a:pt x="4284" y="3169"/>
                    <a:pt x="4429" y="3088"/>
                    <a:pt x="4475" y="2974"/>
                  </a:cubicBezTo>
                  <a:cubicBezTo>
                    <a:pt x="4538" y="2848"/>
                    <a:pt x="4632" y="2785"/>
                    <a:pt x="4790" y="2785"/>
                  </a:cubicBezTo>
                  <a:lnTo>
                    <a:pt x="7562" y="2785"/>
                  </a:lnTo>
                  <a:cubicBezTo>
                    <a:pt x="7783" y="2785"/>
                    <a:pt x="8003" y="2722"/>
                    <a:pt x="8192" y="2596"/>
                  </a:cubicBezTo>
                  <a:lnTo>
                    <a:pt x="10555" y="769"/>
                  </a:lnTo>
                  <a:cubicBezTo>
                    <a:pt x="10603" y="747"/>
                    <a:pt x="10649" y="737"/>
                    <a:pt x="10693" y="737"/>
                  </a:cubicBezTo>
                  <a:cubicBezTo>
                    <a:pt x="10969" y="737"/>
                    <a:pt x="11146" y="1123"/>
                    <a:pt x="10902" y="1367"/>
                  </a:cubicBezTo>
                  <a:cubicBezTo>
                    <a:pt x="10844" y="1406"/>
                    <a:pt x="10817" y="1419"/>
                    <a:pt x="10805" y="1419"/>
                  </a:cubicBezTo>
                  <a:cubicBezTo>
                    <a:pt x="10780" y="1419"/>
                    <a:pt x="10836" y="1354"/>
                    <a:pt x="10826" y="1354"/>
                  </a:cubicBezTo>
                  <a:cubicBezTo>
                    <a:pt x="10804" y="1354"/>
                    <a:pt x="10447" y="1686"/>
                    <a:pt x="8066" y="3856"/>
                  </a:cubicBezTo>
                  <a:cubicBezTo>
                    <a:pt x="7877" y="4014"/>
                    <a:pt x="7625" y="4140"/>
                    <a:pt x="7373" y="4140"/>
                  </a:cubicBezTo>
                  <a:lnTo>
                    <a:pt x="3435" y="4140"/>
                  </a:lnTo>
                  <a:cubicBezTo>
                    <a:pt x="2962" y="4140"/>
                    <a:pt x="2490" y="4014"/>
                    <a:pt x="2049" y="3825"/>
                  </a:cubicBezTo>
                  <a:lnTo>
                    <a:pt x="2049" y="1399"/>
                  </a:lnTo>
                  <a:lnTo>
                    <a:pt x="2332" y="1210"/>
                  </a:lnTo>
                  <a:cubicBezTo>
                    <a:pt x="2774" y="883"/>
                    <a:pt x="3318" y="717"/>
                    <a:pt x="3866" y="717"/>
                  </a:cubicBezTo>
                  <a:close/>
                  <a:moveTo>
                    <a:pt x="3817" y="0"/>
                  </a:moveTo>
                  <a:cubicBezTo>
                    <a:pt x="3151" y="0"/>
                    <a:pt x="2491" y="205"/>
                    <a:pt x="1923" y="611"/>
                  </a:cubicBezTo>
                  <a:cubicBezTo>
                    <a:pt x="1765" y="265"/>
                    <a:pt x="1419" y="13"/>
                    <a:pt x="1009" y="13"/>
                  </a:cubicBezTo>
                  <a:lnTo>
                    <a:pt x="348" y="13"/>
                  </a:lnTo>
                  <a:cubicBezTo>
                    <a:pt x="159" y="13"/>
                    <a:pt x="1" y="170"/>
                    <a:pt x="1" y="391"/>
                  </a:cubicBezTo>
                  <a:lnTo>
                    <a:pt x="1" y="4486"/>
                  </a:lnTo>
                  <a:cubicBezTo>
                    <a:pt x="1" y="4675"/>
                    <a:pt x="159" y="4833"/>
                    <a:pt x="348" y="4833"/>
                  </a:cubicBezTo>
                  <a:lnTo>
                    <a:pt x="1009" y="4833"/>
                  </a:lnTo>
                  <a:cubicBezTo>
                    <a:pt x="1324" y="4833"/>
                    <a:pt x="1608" y="4675"/>
                    <a:pt x="1797" y="4486"/>
                  </a:cubicBezTo>
                  <a:cubicBezTo>
                    <a:pt x="2332" y="4707"/>
                    <a:pt x="2868" y="4833"/>
                    <a:pt x="3435" y="4833"/>
                  </a:cubicBezTo>
                  <a:lnTo>
                    <a:pt x="7373" y="4833"/>
                  </a:lnTo>
                  <a:cubicBezTo>
                    <a:pt x="7783" y="4833"/>
                    <a:pt x="8192" y="4675"/>
                    <a:pt x="8507" y="4392"/>
                  </a:cubicBezTo>
                  <a:cubicBezTo>
                    <a:pt x="8539" y="4392"/>
                    <a:pt x="11217" y="1903"/>
                    <a:pt x="11248" y="1872"/>
                  </a:cubicBezTo>
                  <a:cubicBezTo>
                    <a:pt x="11406" y="1809"/>
                    <a:pt x="11658" y="1493"/>
                    <a:pt x="11658" y="1084"/>
                  </a:cubicBezTo>
                  <a:cubicBezTo>
                    <a:pt x="11658" y="454"/>
                    <a:pt x="11185" y="44"/>
                    <a:pt x="10618" y="44"/>
                  </a:cubicBezTo>
                  <a:cubicBezTo>
                    <a:pt x="10303" y="44"/>
                    <a:pt x="10051" y="202"/>
                    <a:pt x="9925" y="296"/>
                  </a:cubicBezTo>
                  <a:lnTo>
                    <a:pt x="8192" y="1619"/>
                  </a:lnTo>
                  <a:cubicBezTo>
                    <a:pt x="8098" y="1084"/>
                    <a:pt x="7688" y="706"/>
                    <a:pt x="7153" y="706"/>
                  </a:cubicBezTo>
                  <a:lnTo>
                    <a:pt x="5861" y="706"/>
                  </a:lnTo>
                  <a:lnTo>
                    <a:pt x="5640" y="548"/>
                  </a:lnTo>
                  <a:cubicBezTo>
                    <a:pt x="5075" y="182"/>
                    <a:pt x="4444" y="0"/>
                    <a:pt x="381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50" name="Google Shape;11250;p67"/>
            <p:cNvSpPr/>
            <p:nvPr/>
          </p:nvSpPr>
          <p:spPr>
            <a:xfrm>
              <a:off x="-4109575" y="2783850"/>
              <a:ext cx="153625" cy="154400"/>
            </a:xfrm>
            <a:custGeom>
              <a:rect l="l" t="t" r="r" b="b"/>
              <a:pathLst>
                <a:path w="6145" h="6176" extrusionOk="0">
                  <a:moveTo>
                    <a:pt x="3057" y="693"/>
                  </a:moveTo>
                  <a:cubicBezTo>
                    <a:pt x="4411" y="693"/>
                    <a:pt x="5482" y="1765"/>
                    <a:pt x="5482" y="3088"/>
                  </a:cubicBezTo>
                  <a:cubicBezTo>
                    <a:pt x="5482" y="4442"/>
                    <a:pt x="4411" y="5482"/>
                    <a:pt x="3057" y="5482"/>
                  </a:cubicBezTo>
                  <a:cubicBezTo>
                    <a:pt x="1733" y="5482"/>
                    <a:pt x="662" y="4442"/>
                    <a:pt x="662" y="3088"/>
                  </a:cubicBezTo>
                  <a:cubicBezTo>
                    <a:pt x="662" y="1765"/>
                    <a:pt x="1733" y="693"/>
                    <a:pt x="3057" y="693"/>
                  </a:cubicBezTo>
                  <a:close/>
                  <a:moveTo>
                    <a:pt x="3057" y="0"/>
                  </a:moveTo>
                  <a:cubicBezTo>
                    <a:pt x="1387" y="0"/>
                    <a:pt x="1" y="1387"/>
                    <a:pt x="1" y="3088"/>
                  </a:cubicBezTo>
                  <a:cubicBezTo>
                    <a:pt x="1" y="4789"/>
                    <a:pt x="1387" y="6175"/>
                    <a:pt x="3057" y="6175"/>
                  </a:cubicBezTo>
                  <a:cubicBezTo>
                    <a:pt x="4758" y="6175"/>
                    <a:pt x="6144" y="4789"/>
                    <a:pt x="6144" y="3088"/>
                  </a:cubicBezTo>
                  <a:cubicBezTo>
                    <a:pt x="6144" y="1387"/>
                    <a:pt x="4758" y="0"/>
                    <a:pt x="305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51" name="Google Shape;11251;p67"/>
            <p:cNvSpPr/>
            <p:nvPr/>
          </p:nvSpPr>
          <p:spPr>
            <a:xfrm>
              <a:off x="-4074925" y="2818500"/>
              <a:ext cx="84300" cy="85100"/>
            </a:xfrm>
            <a:custGeom>
              <a:rect l="l" t="t" r="r" b="b"/>
              <a:pathLst>
                <a:path w="3372" h="3404" extrusionOk="0">
                  <a:moveTo>
                    <a:pt x="1671" y="631"/>
                  </a:moveTo>
                  <a:cubicBezTo>
                    <a:pt x="2238" y="631"/>
                    <a:pt x="2710" y="1103"/>
                    <a:pt x="2710" y="1670"/>
                  </a:cubicBezTo>
                  <a:cubicBezTo>
                    <a:pt x="2710" y="2206"/>
                    <a:pt x="2238" y="2678"/>
                    <a:pt x="1671" y="2678"/>
                  </a:cubicBezTo>
                  <a:cubicBezTo>
                    <a:pt x="1135" y="2678"/>
                    <a:pt x="662" y="2206"/>
                    <a:pt x="662" y="1670"/>
                  </a:cubicBezTo>
                  <a:cubicBezTo>
                    <a:pt x="662" y="1103"/>
                    <a:pt x="1135" y="631"/>
                    <a:pt x="1671" y="631"/>
                  </a:cubicBezTo>
                  <a:close/>
                  <a:moveTo>
                    <a:pt x="1671" y="1"/>
                  </a:moveTo>
                  <a:cubicBezTo>
                    <a:pt x="725" y="1"/>
                    <a:pt x="1" y="757"/>
                    <a:pt x="1" y="1702"/>
                  </a:cubicBezTo>
                  <a:cubicBezTo>
                    <a:pt x="1" y="2647"/>
                    <a:pt x="725" y="3403"/>
                    <a:pt x="1671" y="3403"/>
                  </a:cubicBezTo>
                  <a:cubicBezTo>
                    <a:pt x="2616" y="3403"/>
                    <a:pt x="3372" y="2647"/>
                    <a:pt x="3372" y="1702"/>
                  </a:cubicBezTo>
                  <a:cubicBezTo>
                    <a:pt x="3372" y="757"/>
                    <a:pt x="2616" y="1"/>
                    <a:pt x="167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1252" name="Google Shape;11252;p67"/>
          <p:cNvSpPr/>
          <p:nvPr/>
        </p:nvSpPr>
        <p:spPr>
          <a:xfrm>
            <a:off x="7351333" y="1629995"/>
            <a:ext cx="399175" cy="423069"/>
          </a:xfrm>
          <a:custGeom>
            <a:rect l="l" t="t" r="r" b="b"/>
            <a:pathLst>
              <a:path w="11059" h="11721" extrusionOk="0">
                <a:moveTo>
                  <a:pt x="1418" y="693"/>
                </a:moveTo>
                <a:lnTo>
                  <a:pt x="1418" y="1387"/>
                </a:lnTo>
                <a:lnTo>
                  <a:pt x="725" y="1387"/>
                </a:lnTo>
                <a:lnTo>
                  <a:pt x="725" y="693"/>
                </a:lnTo>
                <a:close/>
                <a:moveTo>
                  <a:pt x="9011" y="693"/>
                </a:moveTo>
                <a:lnTo>
                  <a:pt x="9011" y="1387"/>
                </a:lnTo>
                <a:lnTo>
                  <a:pt x="8349" y="1387"/>
                </a:lnTo>
                <a:lnTo>
                  <a:pt x="8349" y="693"/>
                </a:lnTo>
                <a:close/>
                <a:moveTo>
                  <a:pt x="7656" y="1324"/>
                </a:moveTo>
                <a:lnTo>
                  <a:pt x="7656" y="1670"/>
                </a:lnTo>
                <a:cubicBezTo>
                  <a:pt x="7656" y="1891"/>
                  <a:pt x="7813" y="2048"/>
                  <a:pt x="8034" y="2048"/>
                </a:cubicBezTo>
                <a:lnTo>
                  <a:pt x="8381" y="2048"/>
                </a:lnTo>
                <a:lnTo>
                  <a:pt x="8381" y="4222"/>
                </a:lnTo>
                <a:cubicBezTo>
                  <a:pt x="8255" y="4253"/>
                  <a:pt x="8160" y="4316"/>
                  <a:pt x="8034" y="4411"/>
                </a:cubicBezTo>
                <a:cubicBezTo>
                  <a:pt x="7845" y="4243"/>
                  <a:pt x="7614" y="4159"/>
                  <a:pt x="7369" y="4159"/>
                </a:cubicBezTo>
                <a:cubicBezTo>
                  <a:pt x="7246" y="4159"/>
                  <a:pt x="7120" y="4180"/>
                  <a:pt x="6994" y="4222"/>
                </a:cubicBezTo>
                <a:lnTo>
                  <a:pt x="6994" y="3088"/>
                </a:lnTo>
                <a:cubicBezTo>
                  <a:pt x="6994" y="2552"/>
                  <a:pt x="6522" y="2080"/>
                  <a:pt x="5986" y="2080"/>
                </a:cubicBezTo>
                <a:cubicBezTo>
                  <a:pt x="5419" y="2080"/>
                  <a:pt x="4947" y="2552"/>
                  <a:pt x="4947" y="3088"/>
                </a:cubicBezTo>
                <a:lnTo>
                  <a:pt x="4947" y="6459"/>
                </a:lnTo>
                <a:lnTo>
                  <a:pt x="4789" y="6301"/>
                </a:lnTo>
                <a:cubicBezTo>
                  <a:pt x="4600" y="6097"/>
                  <a:pt x="4340" y="5994"/>
                  <a:pt x="4076" y="5994"/>
                </a:cubicBezTo>
                <a:cubicBezTo>
                  <a:pt x="3812" y="5994"/>
                  <a:pt x="3545" y="6097"/>
                  <a:pt x="3340" y="6301"/>
                </a:cubicBezTo>
                <a:cubicBezTo>
                  <a:pt x="2962" y="6679"/>
                  <a:pt x="2962" y="7341"/>
                  <a:pt x="3340" y="7751"/>
                </a:cubicBezTo>
                <a:lnTo>
                  <a:pt x="3812" y="8223"/>
                </a:lnTo>
                <a:lnTo>
                  <a:pt x="2111" y="8223"/>
                </a:lnTo>
                <a:lnTo>
                  <a:pt x="2111" y="7908"/>
                </a:lnTo>
                <a:cubicBezTo>
                  <a:pt x="2111" y="7719"/>
                  <a:pt x="1954" y="7561"/>
                  <a:pt x="1765" y="7561"/>
                </a:cubicBezTo>
                <a:lnTo>
                  <a:pt x="1418" y="7561"/>
                </a:lnTo>
                <a:lnTo>
                  <a:pt x="1418" y="2048"/>
                </a:lnTo>
                <a:lnTo>
                  <a:pt x="1765" y="2048"/>
                </a:lnTo>
                <a:cubicBezTo>
                  <a:pt x="1954" y="2048"/>
                  <a:pt x="2111" y="1891"/>
                  <a:pt x="2111" y="1670"/>
                </a:cubicBezTo>
                <a:lnTo>
                  <a:pt x="2111" y="1324"/>
                </a:lnTo>
                <a:close/>
                <a:moveTo>
                  <a:pt x="1418" y="8255"/>
                </a:moveTo>
                <a:lnTo>
                  <a:pt x="1418" y="8948"/>
                </a:lnTo>
                <a:lnTo>
                  <a:pt x="725" y="8948"/>
                </a:lnTo>
                <a:lnTo>
                  <a:pt x="725" y="8255"/>
                </a:lnTo>
                <a:close/>
                <a:moveTo>
                  <a:pt x="5955" y="2836"/>
                </a:moveTo>
                <a:cubicBezTo>
                  <a:pt x="6144" y="2836"/>
                  <a:pt x="6301" y="2993"/>
                  <a:pt x="6301" y="3182"/>
                </a:cubicBezTo>
                <a:lnTo>
                  <a:pt x="6301" y="6616"/>
                </a:lnTo>
                <a:cubicBezTo>
                  <a:pt x="6301" y="6805"/>
                  <a:pt x="6459" y="6963"/>
                  <a:pt x="6648" y="6963"/>
                </a:cubicBezTo>
                <a:cubicBezTo>
                  <a:pt x="6837" y="6963"/>
                  <a:pt x="6994" y="6805"/>
                  <a:pt x="6994" y="6616"/>
                </a:cubicBezTo>
                <a:lnTo>
                  <a:pt x="6994" y="5230"/>
                </a:lnTo>
                <a:cubicBezTo>
                  <a:pt x="6994" y="5041"/>
                  <a:pt x="7152" y="4884"/>
                  <a:pt x="7372" y="4884"/>
                </a:cubicBezTo>
                <a:cubicBezTo>
                  <a:pt x="7561" y="4884"/>
                  <a:pt x="7719" y="5041"/>
                  <a:pt x="7719" y="5230"/>
                </a:cubicBezTo>
                <a:lnTo>
                  <a:pt x="7719" y="6616"/>
                </a:lnTo>
                <a:cubicBezTo>
                  <a:pt x="7719" y="6805"/>
                  <a:pt x="7876" y="6963"/>
                  <a:pt x="8066" y="6963"/>
                </a:cubicBezTo>
                <a:cubicBezTo>
                  <a:pt x="8255" y="6963"/>
                  <a:pt x="8412" y="6805"/>
                  <a:pt x="8412" y="6616"/>
                </a:cubicBezTo>
                <a:lnTo>
                  <a:pt x="8412" y="5230"/>
                </a:lnTo>
                <a:cubicBezTo>
                  <a:pt x="8412" y="5041"/>
                  <a:pt x="8570" y="4884"/>
                  <a:pt x="8790" y="4884"/>
                </a:cubicBezTo>
                <a:cubicBezTo>
                  <a:pt x="8979" y="4884"/>
                  <a:pt x="9137" y="5041"/>
                  <a:pt x="9137" y="5230"/>
                </a:cubicBezTo>
                <a:lnTo>
                  <a:pt x="9137" y="6616"/>
                </a:lnTo>
                <a:cubicBezTo>
                  <a:pt x="9137" y="6805"/>
                  <a:pt x="9294" y="6963"/>
                  <a:pt x="9483" y="6963"/>
                </a:cubicBezTo>
                <a:cubicBezTo>
                  <a:pt x="9672" y="6963"/>
                  <a:pt x="9830" y="6805"/>
                  <a:pt x="9830" y="6616"/>
                </a:cubicBezTo>
                <a:lnTo>
                  <a:pt x="9830" y="5955"/>
                </a:lnTo>
                <a:cubicBezTo>
                  <a:pt x="9704" y="5703"/>
                  <a:pt x="9861" y="5545"/>
                  <a:pt x="10019" y="5545"/>
                </a:cubicBezTo>
                <a:cubicBezTo>
                  <a:pt x="10239" y="5545"/>
                  <a:pt x="10397" y="5703"/>
                  <a:pt x="10397" y="5892"/>
                </a:cubicBezTo>
                <a:lnTo>
                  <a:pt x="10397" y="7057"/>
                </a:lnTo>
                <a:cubicBezTo>
                  <a:pt x="10397" y="8003"/>
                  <a:pt x="10176" y="8885"/>
                  <a:pt x="9830" y="9672"/>
                </a:cubicBezTo>
                <a:lnTo>
                  <a:pt x="6144" y="9672"/>
                </a:lnTo>
                <a:lnTo>
                  <a:pt x="3812" y="7372"/>
                </a:lnTo>
                <a:cubicBezTo>
                  <a:pt x="3686" y="7246"/>
                  <a:pt x="3686" y="6994"/>
                  <a:pt x="3812" y="6900"/>
                </a:cubicBezTo>
                <a:cubicBezTo>
                  <a:pt x="3875" y="6837"/>
                  <a:pt x="3962" y="6805"/>
                  <a:pt x="4049" y="6805"/>
                </a:cubicBezTo>
                <a:cubicBezTo>
                  <a:pt x="4135" y="6805"/>
                  <a:pt x="4222" y="6837"/>
                  <a:pt x="4285" y="6900"/>
                </a:cubicBezTo>
                <a:lnTo>
                  <a:pt x="5010" y="7593"/>
                </a:lnTo>
                <a:cubicBezTo>
                  <a:pt x="5075" y="7659"/>
                  <a:pt x="5163" y="7690"/>
                  <a:pt x="5251" y="7690"/>
                </a:cubicBezTo>
                <a:cubicBezTo>
                  <a:pt x="5415" y="7690"/>
                  <a:pt x="5577" y="7578"/>
                  <a:pt x="5577" y="7372"/>
                </a:cubicBezTo>
                <a:lnTo>
                  <a:pt x="5577" y="3182"/>
                </a:lnTo>
                <a:cubicBezTo>
                  <a:pt x="5577" y="2993"/>
                  <a:pt x="5734" y="2836"/>
                  <a:pt x="5955" y="2836"/>
                </a:cubicBezTo>
                <a:close/>
                <a:moveTo>
                  <a:pt x="9672" y="10302"/>
                </a:moveTo>
                <a:lnTo>
                  <a:pt x="9672" y="10680"/>
                </a:lnTo>
                <a:cubicBezTo>
                  <a:pt x="9704" y="10869"/>
                  <a:pt x="9546" y="11027"/>
                  <a:pt x="9357" y="11027"/>
                </a:cubicBezTo>
                <a:lnTo>
                  <a:pt x="6616" y="11027"/>
                </a:lnTo>
                <a:cubicBezTo>
                  <a:pt x="6396" y="11027"/>
                  <a:pt x="6238" y="10869"/>
                  <a:pt x="6238" y="10680"/>
                </a:cubicBezTo>
                <a:lnTo>
                  <a:pt x="6238" y="10302"/>
                </a:lnTo>
                <a:close/>
                <a:moveTo>
                  <a:pt x="347" y="0"/>
                </a:moveTo>
                <a:cubicBezTo>
                  <a:pt x="158" y="0"/>
                  <a:pt x="0" y="158"/>
                  <a:pt x="0" y="347"/>
                </a:cubicBezTo>
                <a:lnTo>
                  <a:pt x="0" y="1733"/>
                </a:lnTo>
                <a:cubicBezTo>
                  <a:pt x="0" y="1922"/>
                  <a:pt x="158" y="2080"/>
                  <a:pt x="347" y="2080"/>
                </a:cubicBezTo>
                <a:lnTo>
                  <a:pt x="693" y="2080"/>
                </a:lnTo>
                <a:lnTo>
                  <a:pt x="693" y="7593"/>
                </a:lnTo>
                <a:lnTo>
                  <a:pt x="347" y="7593"/>
                </a:lnTo>
                <a:cubicBezTo>
                  <a:pt x="158" y="7593"/>
                  <a:pt x="0" y="7751"/>
                  <a:pt x="0" y="7940"/>
                </a:cubicBezTo>
                <a:lnTo>
                  <a:pt x="0" y="9326"/>
                </a:lnTo>
                <a:cubicBezTo>
                  <a:pt x="0" y="9515"/>
                  <a:pt x="158" y="9672"/>
                  <a:pt x="347" y="9672"/>
                </a:cubicBezTo>
                <a:lnTo>
                  <a:pt x="1733" y="9672"/>
                </a:lnTo>
                <a:cubicBezTo>
                  <a:pt x="1922" y="9672"/>
                  <a:pt x="2080" y="9515"/>
                  <a:pt x="2080" y="9326"/>
                </a:cubicBezTo>
                <a:lnTo>
                  <a:pt x="2080" y="8979"/>
                </a:lnTo>
                <a:lnTo>
                  <a:pt x="4442" y="8979"/>
                </a:lnTo>
                <a:lnTo>
                  <a:pt x="5577" y="10113"/>
                </a:lnTo>
                <a:lnTo>
                  <a:pt x="5577" y="10712"/>
                </a:lnTo>
                <a:cubicBezTo>
                  <a:pt x="5577" y="11248"/>
                  <a:pt x="6049" y="11720"/>
                  <a:pt x="6616" y="11720"/>
                </a:cubicBezTo>
                <a:lnTo>
                  <a:pt x="9357" y="11720"/>
                </a:lnTo>
                <a:cubicBezTo>
                  <a:pt x="9924" y="11720"/>
                  <a:pt x="10397" y="11248"/>
                  <a:pt x="10397" y="10712"/>
                </a:cubicBezTo>
                <a:lnTo>
                  <a:pt x="10397" y="10113"/>
                </a:lnTo>
                <a:cubicBezTo>
                  <a:pt x="10806" y="9200"/>
                  <a:pt x="11058" y="8160"/>
                  <a:pt x="11058" y="7026"/>
                </a:cubicBezTo>
                <a:lnTo>
                  <a:pt x="11058" y="5892"/>
                </a:lnTo>
                <a:cubicBezTo>
                  <a:pt x="11058" y="5325"/>
                  <a:pt x="10617" y="4884"/>
                  <a:pt x="10019" y="4884"/>
                </a:cubicBezTo>
                <a:cubicBezTo>
                  <a:pt x="9924" y="4884"/>
                  <a:pt x="9767" y="4915"/>
                  <a:pt x="9641" y="4947"/>
                </a:cubicBezTo>
                <a:cubicBezTo>
                  <a:pt x="9546" y="4632"/>
                  <a:pt x="9326" y="4379"/>
                  <a:pt x="9011" y="4253"/>
                </a:cubicBezTo>
                <a:lnTo>
                  <a:pt x="9011" y="2080"/>
                </a:lnTo>
                <a:lnTo>
                  <a:pt x="9357" y="2080"/>
                </a:lnTo>
                <a:cubicBezTo>
                  <a:pt x="9546" y="2080"/>
                  <a:pt x="9735" y="1922"/>
                  <a:pt x="9735" y="1733"/>
                </a:cubicBezTo>
                <a:lnTo>
                  <a:pt x="9735" y="347"/>
                </a:lnTo>
                <a:cubicBezTo>
                  <a:pt x="9735" y="158"/>
                  <a:pt x="9546" y="0"/>
                  <a:pt x="9357" y="0"/>
                </a:cubicBezTo>
                <a:lnTo>
                  <a:pt x="7971" y="0"/>
                </a:lnTo>
                <a:cubicBezTo>
                  <a:pt x="7782" y="0"/>
                  <a:pt x="7624" y="158"/>
                  <a:pt x="7624" y="347"/>
                </a:cubicBezTo>
                <a:lnTo>
                  <a:pt x="7624" y="693"/>
                </a:lnTo>
                <a:lnTo>
                  <a:pt x="2080" y="693"/>
                </a:lnTo>
                <a:lnTo>
                  <a:pt x="2080" y="347"/>
                </a:lnTo>
                <a:cubicBezTo>
                  <a:pt x="2080" y="158"/>
                  <a:pt x="1922" y="0"/>
                  <a:pt x="1733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1253" name="Google Shape;11253;p67"/>
          <p:cNvGrpSpPr/>
          <p:nvPr/>
        </p:nvGrpSpPr>
        <p:grpSpPr>
          <a:xfrm>
            <a:off x="7340368" y="2140413"/>
            <a:ext cx="420796" cy="420796"/>
            <a:chOff x="-2419325" y="2408150"/>
            <a:chExt cx="291450" cy="291450"/>
          </a:xfrm>
        </p:grpSpPr>
        <p:sp>
          <p:nvSpPr>
            <p:cNvPr id="11254" name="Google Shape;11254;p67"/>
            <p:cNvSpPr/>
            <p:nvPr/>
          </p:nvSpPr>
          <p:spPr>
            <a:xfrm>
              <a:off x="-2419325" y="2408150"/>
              <a:ext cx="291450" cy="291450"/>
            </a:xfrm>
            <a:custGeom>
              <a:rect l="l" t="t" r="r" b="b"/>
              <a:pathLst>
                <a:path w="11658" h="11658" extrusionOk="0">
                  <a:moveTo>
                    <a:pt x="8948" y="725"/>
                  </a:moveTo>
                  <a:lnTo>
                    <a:pt x="8948" y="2489"/>
                  </a:lnTo>
                  <a:lnTo>
                    <a:pt x="8948" y="10366"/>
                  </a:lnTo>
                  <a:cubicBezTo>
                    <a:pt x="8948" y="10586"/>
                    <a:pt x="9011" y="10838"/>
                    <a:pt x="9137" y="11027"/>
                  </a:cubicBezTo>
                  <a:lnTo>
                    <a:pt x="1733" y="11027"/>
                  </a:lnTo>
                  <a:cubicBezTo>
                    <a:pt x="1134" y="11027"/>
                    <a:pt x="662" y="10586"/>
                    <a:pt x="662" y="10019"/>
                  </a:cubicBezTo>
                  <a:lnTo>
                    <a:pt x="662" y="725"/>
                  </a:lnTo>
                  <a:close/>
                  <a:moveTo>
                    <a:pt x="11027" y="2836"/>
                  </a:moveTo>
                  <a:lnTo>
                    <a:pt x="11027" y="10366"/>
                  </a:lnTo>
                  <a:lnTo>
                    <a:pt x="10995" y="10366"/>
                  </a:lnTo>
                  <a:cubicBezTo>
                    <a:pt x="10995" y="10744"/>
                    <a:pt x="10680" y="11027"/>
                    <a:pt x="10334" y="11027"/>
                  </a:cubicBezTo>
                  <a:cubicBezTo>
                    <a:pt x="9987" y="11027"/>
                    <a:pt x="9672" y="10712"/>
                    <a:pt x="9672" y="10366"/>
                  </a:cubicBezTo>
                  <a:lnTo>
                    <a:pt x="9672" y="2836"/>
                  </a:lnTo>
                  <a:close/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lnTo>
                    <a:pt x="0" y="9956"/>
                  </a:lnTo>
                  <a:cubicBezTo>
                    <a:pt x="0" y="10901"/>
                    <a:pt x="756" y="11657"/>
                    <a:pt x="1702" y="11657"/>
                  </a:cubicBezTo>
                  <a:lnTo>
                    <a:pt x="10302" y="11657"/>
                  </a:lnTo>
                  <a:cubicBezTo>
                    <a:pt x="11027" y="11657"/>
                    <a:pt x="11657" y="11027"/>
                    <a:pt x="11657" y="10271"/>
                  </a:cubicBezTo>
                  <a:lnTo>
                    <a:pt x="11657" y="2395"/>
                  </a:lnTo>
                  <a:cubicBezTo>
                    <a:pt x="11657" y="2300"/>
                    <a:pt x="11500" y="2143"/>
                    <a:pt x="11342" y="2143"/>
                  </a:cubicBezTo>
                  <a:lnTo>
                    <a:pt x="9641" y="2143"/>
                  </a:lnTo>
                  <a:lnTo>
                    <a:pt x="9641" y="347"/>
                  </a:lnTo>
                  <a:cubicBezTo>
                    <a:pt x="9641" y="158"/>
                    <a:pt x="9483" y="1"/>
                    <a:pt x="929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55" name="Google Shape;11255;p67"/>
            <p:cNvSpPr/>
            <p:nvPr/>
          </p:nvSpPr>
          <p:spPr>
            <a:xfrm>
              <a:off x="-2385475" y="2444375"/>
              <a:ext cx="173325" cy="86675"/>
            </a:xfrm>
            <a:custGeom>
              <a:rect l="l" t="t" r="r" b="b"/>
              <a:pathLst>
                <a:path w="6933" h="3467" extrusionOk="0">
                  <a:moveTo>
                    <a:pt x="6207" y="694"/>
                  </a:moveTo>
                  <a:lnTo>
                    <a:pt x="6207" y="2742"/>
                  </a:lnTo>
                  <a:lnTo>
                    <a:pt x="694" y="2742"/>
                  </a:lnTo>
                  <a:lnTo>
                    <a:pt x="694" y="694"/>
                  </a:lnTo>
                  <a:close/>
                  <a:moveTo>
                    <a:pt x="348" y="1"/>
                  </a:moveTo>
                  <a:cubicBezTo>
                    <a:pt x="159" y="1"/>
                    <a:pt x="1" y="158"/>
                    <a:pt x="1" y="379"/>
                  </a:cubicBezTo>
                  <a:lnTo>
                    <a:pt x="1" y="3120"/>
                  </a:lnTo>
                  <a:cubicBezTo>
                    <a:pt x="1" y="3309"/>
                    <a:pt x="159" y="3466"/>
                    <a:pt x="348" y="3466"/>
                  </a:cubicBezTo>
                  <a:lnTo>
                    <a:pt x="6554" y="3466"/>
                  </a:lnTo>
                  <a:cubicBezTo>
                    <a:pt x="6775" y="3466"/>
                    <a:pt x="6932" y="3309"/>
                    <a:pt x="6932" y="3120"/>
                  </a:cubicBezTo>
                  <a:lnTo>
                    <a:pt x="6932" y="379"/>
                  </a:lnTo>
                  <a:cubicBezTo>
                    <a:pt x="6869" y="158"/>
                    <a:pt x="6712" y="1"/>
                    <a:pt x="655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56" name="Google Shape;11256;p67"/>
            <p:cNvSpPr/>
            <p:nvPr/>
          </p:nvSpPr>
          <p:spPr>
            <a:xfrm>
              <a:off x="-2385475" y="2545975"/>
              <a:ext cx="86675" cy="86675"/>
            </a:xfrm>
            <a:custGeom>
              <a:rect l="l" t="t" r="r" b="b"/>
              <a:pathLst>
                <a:path w="3467" h="3467" extrusionOk="0">
                  <a:moveTo>
                    <a:pt x="2742" y="757"/>
                  </a:moveTo>
                  <a:lnTo>
                    <a:pt x="2742" y="2805"/>
                  </a:lnTo>
                  <a:lnTo>
                    <a:pt x="694" y="2805"/>
                  </a:lnTo>
                  <a:lnTo>
                    <a:pt x="694" y="757"/>
                  </a:lnTo>
                  <a:close/>
                  <a:moveTo>
                    <a:pt x="348" y="1"/>
                  </a:moveTo>
                  <a:cubicBezTo>
                    <a:pt x="159" y="1"/>
                    <a:pt x="1" y="158"/>
                    <a:pt x="1" y="347"/>
                  </a:cubicBezTo>
                  <a:lnTo>
                    <a:pt x="1" y="3120"/>
                  </a:lnTo>
                  <a:cubicBezTo>
                    <a:pt x="1" y="3309"/>
                    <a:pt x="159" y="3466"/>
                    <a:pt x="348" y="3466"/>
                  </a:cubicBezTo>
                  <a:lnTo>
                    <a:pt x="3088" y="3466"/>
                  </a:lnTo>
                  <a:cubicBezTo>
                    <a:pt x="3309" y="3466"/>
                    <a:pt x="3467" y="3309"/>
                    <a:pt x="3467" y="3120"/>
                  </a:cubicBezTo>
                  <a:lnTo>
                    <a:pt x="3467" y="347"/>
                  </a:lnTo>
                  <a:cubicBezTo>
                    <a:pt x="3467" y="158"/>
                    <a:pt x="3309" y="1"/>
                    <a:pt x="308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57" name="Google Shape;11257;p67"/>
            <p:cNvSpPr/>
            <p:nvPr/>
          </p:nvSpPr>
          <p:spPr>
            <a:xfrm>
              <a:off x="-2281500" y="2546775"/>
              <a:ext cx="69350" cy="18125"/>
            </a:xfrm>
            <a:custGeom>
              <a:rect l="l" t="t" r="r" b="b"/>
              <a:pathLst>
                <a:path w="2774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2395" y="725"/>
                  </a:lnTo>
                  <a:cubicBezTo>
                    <a:pt x="2616" y="725"/>
                    <a:pt x="2773" y="567"/>
                    <a:pt x="2773" y="378"/>
                  </a:cubicBezTo>
                  <a:cubicBezTo>
                    <a:pt x="2710" y="158"/>
                    <a:pt x="2553" y="0"/>
                    <a:pt x="239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58" name="Google Shape;11258;p67"/>
            <p:cNvSpPr/>
            <p:nvPr/>
          </p:nvSpPr>
          <p:spPr>
            <a:xfrm>
              <a:off x="-2281500" y="2581425"/>
              <a:ext cx="69350" cy="18150"/>
            </a:xfrm>
            <a:custGeom>
              <a:rect l="l" t="t" r="r" b="b"/>
              <a:pathLst>
                <a:path w="2774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68"/>
                    <a:pt x="158" y="725"/>
                    <a:pt x="347" y="725"/>
                  </a:cubicBezTo>
                  <a:lnTo>
                    <a:pt x="2395" y="725"/>
                  </a:lnTo>
                  <a:cubicBezTo>
                    <a:pt x="2616" y="725"/>
                    <a:pt x="2773" y="568"/>
                    <a:pt x="2773" y="347"/>
                  </a:cubicBezTo>
                  <a:cubicBezTo>
                    <a:pt x="2710" y="158"/>
                    <a:pt x="2553" y="1"/>
                    <a:pt x="239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59" name="Google Shape;11259;p67"/>
            <p:cNvSpPr/>
            <p:nvPr/>
          </p:nvSpPr>
          <p:spPr>
            <a:xfrm>
              <a:off x="-2281500" y="2616075"/>
              <a:ext cx="69350" cy="17350"/>
            </a:xfrm>
            <a:custGeom>
              <a:rect l="l" t="t" r="r" b="b"/>
              <a:pathLst>
                <a:path w="2774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lnTo>
                    <a:pt x="2395" y="694"/>
                  </a:lnTo>
                  <a:cubicBezTo>
                    <a:pt x="2616" y="694"/>
                    <a:pt x="2773" y="536"/>
                    <a:pt x="2773" y="347"/>
                  </a:cubicBezTo>
                  <a:cubicBezTo>
                    <a:pt x="2710" y="158"/>
                    <a:pt x="2553" y="1"/>
                    <a:pt x="239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60" name="Google Shape;11260;p67"/>
            <p:cNvSpPr/>
            <p:nvPr/>
          </p:nvSpPr>
          <p:spPr>
            <a:xfrm>
              <a:off x="-2385475" y="2649150"/>
              <a:ext cx="173325" cy="18150"/>
            </a:xfrm>
            <a:custGeom>
              <a:rect l="l" t="t" r="r" b="b"/>
              <a:pathLst>
                <a:path w="6933" h="726" extrusionOk="0">
                  <a:moveTo>
                    <a:pt x="348" y="1"/>
                  </a:moveTo>
                  <a:cubicBezTo>
                    <a:pt x="159" y="1"/>
                    <a:pt x="1" y="159"/>
                    <a:pt x="1" y="379"/>
                  </a:cubicBezTo>
                  <a:cubicBezTo>
                    <a:pt x="1" y="568"/>
                    <a:pt x="159" y="726"/>
                    <a:pt x="348" y="726"/>
                  </a:cubicBezTo>
                  <a:lnTo>
                    <a:pt x="6554" y="726"/>
                  </a:lnTo>
                  <a:cubicBezTo>
                    <a:pt x="6775" y="726"/>
                    <a:pt x="6932" y="568"/>
                    <a:pt x="6932" y="379"/>
                  </a:cubicBezTo>
                  <a:cubicBezTo>
                    <a:pt x="6869" y="159"/>
                    <a:pt x="6712" y="1"/>
                    <a:pt x="655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1261" name="Google Shape;11261;p67"/>
          <p:cNvSpPr/>
          <p:nvPr/>
        </p:nvSpPr>
        <p:spPr>
          <a:xfrm>
            <a:off x="7350758" y="2659651"/>
            <a:ext cx="424188" cy="423069"/>
          </a:xfrm>
          <a:custGeom>
            <a:rect l="l" t="t" r="r" b="b"/>
            <a:pathLst>
              <a:path w="11752" h="11721" extrusionOk="0">
                <a:moveTo>
                  <a:pt x="6490" y="662"/>
                </a:moveTo>
                <a:cubicBezTo>
                  <a:pt x="6711" y="662"/>
                  <a:pt x="6868" y="820"/>
                  <a:pt x="6868" y="1009"/>
                </a:cubicBezTo>
                <a:lnTo>
                  <a:pt x="6868" y="1355"/>
                </a:lnTo>
                <a:lnTo>
                  <a:pt x="5167" y="1355"/>
                </a:lnTo>
                <a:cubicBezTo>
                  <a:pt x="4600" y="1355"/>
                  <a:pt x="4127" y="1828"/>
                  <a:pt x="4127" y="2395"/>
                </a:cubicBezTo>
                <a:lnTo>
                  <a:pt x="4127" y="2773"/>
                </a:lnTo>
                <a:lnTo>
                  <a:pt x="3088" y="2773"/>
                </a:lnTo>
                <a:cubicBezTo>
                  <a:pt x="2993" y="2773"/>
                  <a:pt x="2867" y="2836"/>
                  <a:pt x="2836" y="2899"/>
                </a:cubicBezTo>
                <a:lnTo>
                  <a:pt x="2048" y="3687"/>
                </a:lnTo>
                <a:lnTo>
                  <a:pt x="2048" y="3151"/>
                </a:lnTo>
                <a:cubicBezTo>
                  <a:pt x="2048" y="2931"/>
                  <a:pt x="1891" y="2773"/>
                  <a:pt x="1702" y="2773"/>
                </a:cubicBezTo>
                <a:lnTo>
                  <a:pt x="1040" y="2773"/>
                </a:lnTo>
                <a:cubicBezTo>
                  <a:pt x="819" y="2773"/>
                  <a:pt x="662" y="2616"/>
                  <a:pt x="662" y="2427"/>
                </a:cubicBezTo>
                <a:lnTo>
                  <a:pt x="662" y="1009"/>
                </a:lnTo>
                <a:cubicBezTo>
                  <a:pt x="662" y="820"/>
                  <a:pt x="819" y="662"/>
                  <a:pt x="1040" y="662"/>
                </a:cubicBezTo>
                <a:close/>
                <a:moveTo>
                  <a:pt x="10649" y="1986"/>
                </a:moveTo>
                <a:cubicBezTo>
                  <a:pt x="10838" y="1986"/>
                  <a:pt x="10995" y="2143"/>
                  <a:pt x="10995" y="2364"/>
                </a:cubicBezTo>
                <a:lnTo>
                  <a:pt x="10995" y="3781"/>
                </a:lnTo>
                <a:cubicBezTo>
                  <a:pt x="10995" y="3970"/>
                  <a:pt x="10838" y="4128"/>
                  <a:pt x="10649" y="4128"/>
                </a:cubicBezTo>
                <a:lnTo>
                  <a:pt x="8601" y="4128"/>
                </a:lnTo>
                <a:cubicBezTo>
                  <a:pt x="8412" y="4128"/>
                  <a:pt x="8255" y="4285"/>
                  <a:pt x="8255" y="4474"/>
                </a:cubicBezTo>
                <a:lnTo>
                  <a:pt x="8255" y="5041"/>
                </a:lnTo>
                <a:lnTo>
                  <a:pt x="7404" y="4191"/>
                </a:lnTo>
                <a:cubicBezTo>
                  <a:pt x="7372" y="4159"/>
                  <a:pt x="7246" y="4128"/>
                  <a:pt x="7183" y="4128"/>
                </a:cubicBezTo>
                <a:lnTo>
                  <a:pt x="5136" y="4128"/>
                </a:lnTo>
                <a:cubicBezTo>
                  <a:pt x="4947" y="4128"/>
                  <a:pt x="4789" y="3970"/>
                  <a:pt x="4789" y="3781"/>
                </a:cubicBezTo>
                <a:lnTo>
                  <a:pt x="4789" y="2364"/>
                </a:lnTo>
                <a:cubicBezTo>
                  <a:pt x="4789" y="2143"/>
                  <a:pt x="4947" y="1986"/>
                  <a:pt x="5136" y="1986"/>
                </a:cubicBezTo>
                <a:close/>
                <a:moveTo>
                  <a:pt x="3088" y="6207"/>
                </a:moveTo>
                <a:cubicBezTo>
                  <a:pt x="3623" y="6207"/>
                  <a:pt x="4096" y="6680"/>
                  <a:pt x="4096" y="7247"/>
                </a:cubicBezTo>
                <a:cubicBezTo>
                  <a:pt x="4096" y="7782"/>
                  <a:pt x="3623" y="8255"/>
                  <a:pt x="3088" y="8255"/>
                </a:cubicBezTo>
                <a:cubicBezTo>
                  <a:pt x="2521" y="8255"/>
                  <a:pt x="2048" y="7782"/>
                  <a:pt x="2048" y="7247"/>
                </a:cubicBezTo>
                <a:cubicBezTo>
                  <a:pt x="2048" y="6648"/>
                  <a:pt x="2489" y="6207"/>
                  <a:pt x="3088" y="6207"/>
                </a:cubicBezTo>
                <a:close/>
                <a:moveTo>
                  <a:pt x="8601" y="6207"/>
                </a:moveTo>
                <a:cubicBezTo>
                  <a:pt x="9137" y="6207"/>
                  <a:pt x="9609" y="6648"/>
                  <a:pt x="9609" y="7247"/>
                </a:cubicBezTo>
                <a:cubicBezTo>
                  <a:pt x="9609" y="7782"/>
                  <a:pt x="9137" y="8255"/>
                  <a:pt x="8601" y="8255"/>
                </a:cubicBezTo>
                <a:cubicBezTo>
                  <a:pt x="8003" y="8255"/>
                  <a:pt x="7530" y="7782"/>
                  <a:pt x="7530" y="7247"/>
                </a:cubicBezTo>
                <a:cubicBezTo>
                  <a:pt x="7530" y="6680"/>
                  <a:pt x="8003" y="6207"/>
                  <a:pt x="8601" y="6207"/>
                </a:cubicBezTo>
                <a:close/>
                <a:moveTo>
                  <a:pt x="3749" y="8980"/>
                </a:moveTo>
                <a:cubicBezTo>
                  <a:pt x="4695" y="8980"/>
                  <a:pt x="5451" y="9704"/>
                  <a:pt x="5451" y="10649"/>
                </a:cubicBezTo>
                <a:lnTo>
                  <a:pt x="5451" y="11027"/>
                </a:lnTo>
                <a:lnTo>
                  <a:pt x="630" y="11027"/>
                </a:lnTo>
                <a:lnTo>
                  <a:pt x="630" y="10649"/>
                </a:lnTo>
                <a:lnTo>
                  <a:pt x="662" y="10649"/>
                </a:lnTo>
                <a:cubicBezTo>
                  <a:pt x="662" y="9704"/>
                  <a:pt x="1418" y="8980"/>
                  <a:pt x="2363" y="8980"/>
                </a:cubicBezTo>
                <a:close/>
                <a:moveTo>
                  <a:pt x="9369" y="8976"/>
                </a:moveTo>
                <a:cubicBezTo>
                  <a:pt x="10266" y="8976"/>
                  <a:pt x="10995" y="9740"/>
                  <a:pt x="10995" y="10649"/>
                </a:cubicBezTo>
                <a:lnTo>
                  <a:pt x="10995" y="11027"/>
                </a:lnTo>
                <a:lnTo>
                  <a:pt x="6144" y="11027"/>
                </a:lnTo>
                <a:lnTo>
                  <a:pt x="6144" y="10649"/>
                </a:lnTo>
                <a:cubicBezTo>
                  <a:pt x="6144" y="9704"/>
                  <a:pt x="6900" y="8980"/>
                  <a:pt x="7845" y="8980"/>
                </a:cubicBezTo>
                <a:lnTo>
                  <a:pt x="9263" y="8980"/>
                </a:lnTo>
                <a:cubicBezTo>
                  <a:pt x="9298" y="8977"/>
                  <a:pt x="9334" y="8976"/>
                  <a:pt x="9369" y="8976"/>
                </a:cubicBezTo>
                <a:close/>
                <a:moveTo>
                  <a:pt x="1040" y="1"/>
                </a:moveTo>
                <a:cubicBezTo>
                  <a:pt x="473" y="1"/>
                  <a:pt x="0" y="473"/>
                  <a:pt x="0" y="1009"/>
                </a:cubicBezTo>
                <a:lnTo>
                  <a:pt x="0" y="2427"/>
                </a:lnTo>
                <a:cubicBezTo>
                  <a:pt x="0" y="2994"/>
                  <a:pt x="473" y="3466"/>
                  <a:pt x="1040" y="3466"/>
                </a:cubicBezTo>
                <a:lnTo>
                  <a:pt x="1386" y="3466"/>
                </a:lnTo>
                <a:lnTo>
                  <a:pt x="1386" y="4474"/>
                </a:lnTo>
                <a:cubicBezTo>
                  <a:pt x="1386" y="4688"/>
                  <a:pt x="1546" y="4829"/>
                  <a:pt x="1727" y="4829"/>
                </a:cubicBezTo>
                <a:cubicBezTo>
                  <a:pt x="1813" y="4829"/>
                  <a:pt x="1904" y="4797"/>
                  <a:pt x="1985" y="4726"/>
                </a:cubicBezTo>
                <a:lnTo>
                  <a:pt x="3245" y="3466"/>
                </a:lnTo>
                <a:lnTo>
                  <a:pt x="4096" y="3466"/>
                </a:lnTo>
                <a:lnTo>
                  <a:pt x="4096" y="3813"/>
                </a:lnTo>
                <a:cubicBezTo>
                  <a:pt x="4096" y="4348"/>
                  <a:pt x="4568" y="4821"/>
                  <a:pt x="5136" y="4821"/>
                </a:cubicBezTo>
                <a:lnTo>
                  <a:pt x="7057" y="4821"/>
                </a:lnTo>
                <a:lnTo>
                  <a:pt x="7908" y="5672"/>
                </a:lnTo>
                <a:cubicBezTo>
                  <a:pt x="7341" y="5924"/>
                  <a:pt x="6868" y="6522"/>
                  <a:pt x="6868" y="7247"/>
                </a:cubicBezTo>
                <a:cubicBezTo>
                  <a:pt x="6868" y="7625"/>
                  <a:pt x="7026" y="8034"/>
                  <a:pt x="7278" y="8349"/>
                </a:cubicBezTo>
                <a:cubicBezTo>
                  <a:pt x="6648" y="8507"/>
                  <a:pt x="6144" y="8885"/>
                  <a:pt x="5829" y="9452"/>
                </a:cubicBezTo>
                <a:cubicBezTo>
                  <a:pt x="5514" y="8917"/>
                  <a:pt x="5010" y="8539"/>
                  <a:pt x="4411" y="8381"/>
                </a:cubicBezTo>
                <a:cubicBezTo>
                  <a:pt x="4663" y="8066"/>
                  <a:pt x="4821" y="7719"/>
                  <a:pt x="4821" y="7278"/>
                </a:cubicBezTo>
                <a:cubicBezTo>
                  <a:pt x="4821" y="6333"/>
                  <a:pt x="4064" y="5577"/>
                  <a:pt x="3119" y="5577"/>
                </a:cubicBezTo>
                <a:cubicBezTo>
                  <a:pt x="2174" y="5577"/>
                  <a:pt x="1418" y="6333"/>
                  <a:pt x="1418" y="7278"/>
                </a:cubicBezTo>
                <a:cubicBezTo>
                  <a:pt x="1418" y="7719"/>
                  <a:pt x="1576" y="8097"/>
                  <a:pt x="1828" y="8381"/>
                </a:cubicBezTo>
                <a:cubicBezTo>
                  <a:pt x="788" y="8665"/>
                  <a:pt x="32" y="9610"/>
                  <a:pt x="32" y="10712"/>
                </a:cubicBezTo>
                <a:lnTo>
                  <a:pt x="32" y="11374"/>
                </a:lnTo>
                <a:cubicBezTo>
                  <a:pt x="32" y="11563"/>
                  <a:pt x="189" y="11721"/>
                  <a:pt x="410" y="11721"/>
                </a:cubicBezTo>
                <a:lnTo>
                  <a:pt x="11374" y="11721"/>
                </a:lnTo>
                <a:cubicBezTo>
                  <a:pt x="11594" y="11721"/>
                  <a:pt x="11752" y="11563"/>
                  <a:pt x="11752" y="11374"/>
                </a:cubicBezTo>
                <a:lnTo>
                  <a:pt x="11752" y="10712"/>
                </a:lnTo>
                <a:cubicBezTo>
                  <a:pt x="11752" y="9610"/>
                  <a:pt x="10995" y="8665"/>
                  <a:pt x="9956" y="8381"/>
                </a:cubicBezTo>
                <a:cubicBezTo>
                  <a:pt x="10208" y="8066"/>
                  <a:pt x="10365" y="7719"/>
                  <a:pt x="10365" y="7278"/>
                </a:cubicBezTo>
                <a:cubicBezTo>
                  <a:pt x="10365" y="6459"/>
                  <a:pt x="9767" y="5735"/>
                  <a:pt x="8979" y="5577"/>
                </a:cubicBezTo>
                <a:lnTo>
                  <a:pt x="8979" y="4884"/>
                </a:lnTo>
                <a:lnTo>
                  <a:pt x="10649" y="4884"/>
                </a:lnTo>
                <a:lnTo>
                  <a:pt x="10649" y="4821"/>
                </a:lnTo>
                <a:cubicBezTo>
                  <a:pt x="11185" y="4821"/>
                  <a:pt x="11657" y="4348"/>
                  <a:pt x="11657" y="3813"/>
                </a:cubicBezTo>
                <a:lnTo>
                  <a:pt x="11657" y="2395"/>
                </a:lnTo>
                <a:cubicBezTo>
                  <a:pt x="11657" y="1828"/>
                  <a:pt x="11185" y="1355"/>
                  <a:pt x="10649" y="1355"/>
                </a:cubicBezTo>
                <a:lnTo>
                  <a:pt x="7530" y="1355"/>
                </a:lnTo>
                <a:lnTo>
                  <a:pt x="7530" y="1009"/>
                </a:lnTo>
                <a:cubicBezTo>
                  <a:pt x="7530" y="473"/>
                  <a:pt x="7057" y="1"/>
                  <a:pt x="6490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1262" name="Google Shape;11262;p67"/>
          <p:cNvGrpSpPr/>
          <p:nvPr/>
        </p:nvGrpSpPr>
        <p:grpSpPr>
          <a:xfrm>
            <a:off x="4661893" y="3231514"/>
            <a:ext cx="420796" cy="421914"/>
            <a:chOff x="-1333200" y="2770450"/>
            <a:chExt cx="291450" cy="292225"/>
          </a:xfrm>
        </p:grpSpPr>
        <p:sp>
          <p:nvSpPr>
            <p:cNvPr id="11263" name="Google Shape;11263;p67"/>
            <p:cNvSpPr/>
            <p:nvPr/>
          </p:nvSpPr>
          <p:spPr>
            <a:xfrm>
              <a:off x="-1299325" y="2808250"/>
              <a:ext cx="222925" cy="134725"/>
            </a:xfrm>
            <a:custGeom>
              <a:rect l="l" t="t" r="r" b="b"/>
              <a:pathLst>
                <a:path w="8917" h="5389" extrusionOk="0">
                  <a:moveTo>
                    <a:pt x="7877" y="631"/>
                  </a:moveTo>
                  <a:cubicBezTo>
                    <a:pt x="8066" y="631"/>
                    <a:pt x="8223" y="789"/>
                    <a:pt x="8223" y="978"/>
                  </a:cubicBezTo>
                  <a:cubicBezTo>
                    <a:pt x="8223" y="1167"/>
                    <a:pt x="8066" y="1324"/>
                    <a:pt x="7877" y="1324"/>
                  </a:cubicBezTo>
                  <a:cubicBezTo>
                    <a:pt x="7656" y="1324"/>
                    <a:pt x="7498" y="1167"/>
                    <a:pt x="7498" y="978"/>
                  </a:cubicBezTo>
                  <a:cubicBezTo>
                    <a:pt x="7498" y="789"/>
                    <a:pt x="7656" y="631"/>
                    <a:pt x="7877" y="631"/>
                  </a:cubicBezTo>
                  <a:close/>
                  <a:moveTo>
                    <a:pt x="3056" y="1293"/>
                  </a:moveTo>
                  <a:cubicBezTo>
                    <a:pt x="3245" y="1293"/>
                    <a:pt x="3403" y="1450"/>
                    <a:pt x="3403" y="1639"/>
                  </a:cubicBezTo>
                  <a:cubicBezTo>
                    <a:pt x="3403" y="1828"/>
                    <a:pt x="3245" y="1986"/>
                    <a:pt x="3056" y="1986"/>
                  </a:cubicBezTo>
                  <a:cubicBezTo>
                    <a:pt x="2867" y="1986"/>
                    <a:pt x="2710" y="1828"/>
                    <a:pt x="2710" y="1639"/>
                  </a:cubicBezTo>
                  <a:cubicBezTo>
                    <a:pt x="2741" y="1450"/>
                    <a:pt x="2899" y="1293"/>
                    <a:pt x="3056" y="1293"/>
                  </a:cubicBezTo>
                  <a:close/>
                  <a:moveTo>
                    <a:pt x="5797" y="3340"/>
                  </a:moveTo>
                  <a:cubicBezTo>
                    <a:pt x="6018" y="3340"/>
                    <a:pt x="6175" y="3498"/>
                    <a:pt x="6175" y="3687"/>
                  </a:cubicBezTo>
                  <a:cubicBezTo>
                    <a:pt x="6175" y="3876"/>
                    <a:pt x="6018" y="4034"/>
                    <a:pt x="5797" y="4034"/>
                  </a:cubicBezTo>
                  <a:cubicBezTo>
                    <a:pt x="5608" y="4034"/>
                    <a:pt x="5451" y="3876"/>
                    <a:pt x="5451" y="3687"/>
                  </a:cubicBezTo>
                  <a:cubicBezTo>
                    <a:pt x="5451" y="3498"/>
                    <a:pt x="5608" y="3340"/>
                    <a:pt x="5797" y="3340"/>
                  </a:cubicBezTo>
                  <a:close/>
                  <a:moveTo>
                    <a:pt x="1008" y="4034"/>
                  </a:moveTo>
                  <a:cubicBezTo>
                    <a:pt x="1198" y="4034"/>
                    <a:pt x="1355" y="4191"/>
                    <a:pt x="1355" y="4412"/>
                  </a:cubicBezTo>
                  <a:cubicBezTo>
                    <a:pt x="1355" y="4601"/>
                    <a:pt x="1198" y="4758"/>
                    <a:pt x="1008" y="4758"/>
                  </a:cubicBezTo>
                  <a:cubicBezTo>
                    <a:pt x="819" y="4758"/>
                    <a:pt x="662" y="4601"/>
                    <a:pt x="662" y="4412"/>
                  </a:cubicBezTo>
                  <a:cubicBezTo>
                    <a:pt x="662" y="4191"/>
                    <a:pt x="819" y="4034"/>
                    <a:pt x="1008" y="4034"/>
                  </a:cubicBezTo>
                  <a:close/>
                  <a:moveTo>
                    <a:pt x="7908" y="1"/>
                  </a:moveTo>
                  <a:cubicBezTo>
                    <a:pt x="7341" y="1"/>
                    <a:pt x="6868" y="474"/>
                    <a:pt x="6868" y="1009"/>
                  </a:cubicBezTo>
                  <a:cubicBezTo>
                    <a:pt x="6868" y="1198"/>
                    <a:pt x="6963" y="1419"/>
                    <a:pt x="7026" y="1576"/>
                  </a:cubicBezTo>
                  <a:lnTo>
                    <a:pt x="6112" y="2742"/>
                  </a:lnTo>
                  <a:cubicBezTo>
                    <a:pt x="6032" y="2722"/>
                    <a:pt x="5943" y="2711"/>
                    <a:pt x="5850" y="2711"/>
                  </a:cubicBezTo>
                  <a:cubicBezTo>
                    <a:pt x="5650" y="2711"/>
                    <a:pt x="5434" y="2760"/>
                    <a:pt x="5262" y="2868"/>
                  </a:cubicBezTo>
                  <a:lnTo>
                    <a:pt x="4096" y="1954"/>
                  </a:lnTo>
                  <a:cubicBezTo>
                    <a:pt x="4127" y="1891"/>
                    <a:pt x="4127" y="1765"/>
                    <a:pt x="4127" y="1639"/>
                  </a:cubicBezTo>
                  <a:cubicBezTo>
                    <a:pt x="4127" y="1104"/>
                    <a:pt x="3655" y="631"/>
                    <a:pt x="3088" y="631"/>
                  </a:cubicBezTo>
                  <a:cubicBezTo>
                    <a:pt x="2552" y="631"/>
                    <a:pt x="2080" y="1104"/>
                    <a:pt x="2080" y="1639"/>
                  </a:cubicBezTo>
                  <a:cubicBezTo>
                    <a:pt x="2080" y="1828"/>
                    <a:pt x="2143" y="2049"/>
                    <a:pt x="2237" y="2206"/>
                  </a:cubicBezTo>
                  <a:lnTo>
                    <a:pt x="1324" y="3372"/>
                  </a:lnTo>
                  <a:cubicBezTo>
                    <a:pt x="1261" y="3340"/>
                    <a:pt x="1134" y="3340"/>
                    <a:pt x="1008" y="3340"/>
                  </a:cubicBezTo>
                  <a:cubicBezTo>
                    <a:pt x="441" y="3340"/>
                    <a:pt x="0" y="3813"/>
                    <a:pt x="0" y="4349"/>
                  </a:cubicBezTo>
                  <a:cubicBezTo>
                    <a:pt x="0" y="4947"/>
                    <a:pt x="441" y="5388"/>
                    <a:pt x="1008" y="5388"/>
                  </a:cubicBezTo>
                  <a:cubicBezTo>
                    <a:pt x="1576" y="5388"/>
                    <a:pt x="2017" y="4916"/>
                    <a:pt x="2017" y="4349"/>
                  </a:cubicBezTo>
                  <a:cubicBezTo>
                    <a:pt x="2017" y="4160"/>
                    <a:pt x="1954" y="3971"/>
                    <a:pt x="1859" y="3813"/>
                  </a:cubicBezTo>
                  <a:lnTo>
                    <a:pt x="2773" y="2616"/>
                  </a:lnTo>
                  <a:cubicBezTo>
                    <a:pt x="2875" y="2650"/>
                    <a:pt x="2980" y="2667"/>
                    <a:pt x="3087" y="2667"/>
                  </a:cubicBezTo>
                  <a:cubicBezTo>
                    <a:pt x="3278" y="2667"/>
                    <a:pt x="3473" y="2611"/>
                    <a:pt x="3655" y="2490"/>
                  </a:cubicBezTo>
                  <a:lnTo>
                    <a:pt x="4821" y="3403"/>
                  </a:lnTo>
                  <a:cubicBezTo>
                    <a:pt x="4789" y="3498"/>
                    <a:pt x="4789" y="3624"/>
                    <a:pt x="4789" y="3719"/>
                  </a:cubicBezTo>
                  <a:cubicBezTo>
                    <a:pt x="4789" y="4286"/>
                    <a:pt x="5262" y="4758"/>
                    <a:pt x="5797" y="4758"/>
                  </a:cubicBezTo>
                  <a:cubicBezTo>
                    <a:pt x="6364" y="4758"/>
                    <a:pt x="6837" y="4286"/>
                    <a:pt x="6837" y="3719"/>
                  </a:cubicBezTo>
                  <a:cubicBezTo>
                    <a:pt x="6837" y="3529"/>
                    <a:pt x="6742" y="3340"/>
                    <a:pt x="6679" y="3183"/>
                  </a:cubicBezTo>
                  <a:lnTo>
                    <a:pt x="7593" y="1986"/>
                  </a:lnTo>
                  <a:cubicBezTo>
                    <a:pt x="7656" y="2049"/>
                    <a:pt x="7782" y="2049"/>
                    <a:pt x="7908" y="2049"/>
                  </a:cubicBezTo>
                  <a:cubicBezTo>
                    <a:pt x="8444" y="2049"/>
                    <a:pt x="8916" y="1576"/>
                    <a:pt x="8916" y="1009"/>
                  </a:cubicBezTo>
                  <a:cubicBezTo>
                    <a:pt x="8916" y="474"/>
                    <a:pt x="8444" y="1"/>
                    <a:pt x="79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64" name="Google Shape;11264;p67"/>
            <p:cNvSpPr/>
            <p:nvPr/>
          </p:nvSpPr>
          <p:spPr>
            <a:xfrm>
              <a:off x="-1333200" y="2770450"/>
              <a:ext cx="291450" cy="292225"/>
            </a:xfrm>
            <a:custGeom>
              <a:rect l="l" t="t" r="r" b="b"/>
              <a:pathLst>
                <a:path w="11658" h="11689" extrusionOk="0">
                  <a:moveTo>
                    <a:pt x="10586" y="725"/>
                  </a:moveTo>
                  <a:cubicBezTo>
                    <a:pt x="10807" y="725"/>
                    <a:pt x="10964" y="883"/>
                    <a:pt x="10964" y="1072"/>
                  </a:cubicBezTo>
                  <a:lnTo>
                    <a:pt x="10964" y="7593"/>
                  </a:lnTo>
                  <a:lnTo>
                    <a:pt x="631" y="7593"/>
                  </a:lnTo>
                  <a:lnTo>
                    <a:pt x="631" y="1072"/>
                  </a:lnTo>
                  <a:cubicBezTo>
                    <a:pt x="662" y="883"/>
                    <a:pt x="820" y="725"/>
                    <a:pt x="977" y="725"/>
                  </a:cubicBezTo>
                  <a:close/>
                  <a:moveTo>
                    <a:pt x="10996" y="8286"/>
                  </a:moveTo>
                  <a:lnTo>
                    <a:pt x="10996" y="8633"/>
                  </a:lnTo>
                  <a:cubicBezTo>
                    <a:pt x="10996" y="8822"/>
                    <a:pt x="10838" y="8980"/>
                    <a:pt x="10618" y="8980"/>
                  </a:cubicBezTo>
                  <a:lnTo>
                    <a:pt x="1009" y="8980"/>
                  </a:lnTo>
                  <a:cubicBezTo>
                    <a:pt x="820" y="8980"/>
                    <a:pt x="662" y="8822"/>
                    <a:pt x="662" y="8633"/>
                  </a:cubicBezTo>
                  <a:lnTo>
                    <a:pt x="662" y="8286"/>
                  </a:lnTo>
                  <a:close/>
                  <a:moveTo>
                    <a:pt x="6617" y="9641"/>
                  </a:moveTo>
                  <a:lnTo>
                    <a:pt x="6932" y="11027"/>
                  </a:lnTo>
                  <a:lnTo>
                    <a:pt x="4632" y="11027"/>
                  </a:lnTo>
                  <a:lnTo>
                    <a:pt x="4947" y="9641"/>
                  </a:lnTo>
                  <a:close/>
                  <a:moveTo>
                    <a:pt x="1009" y="1"/>
                  </a:moveTo>
                  <a:cubicBezTo>
                    <a:pt x="473" y="1"/>
                    <a:pt x="1" y="473"/>
                    <a:pt x="1" y="1040"/>
                  </a:cubicBezTo>
                  <a:lnTo>
                    <a:pt x="1" y="8570"/>
                  </a:lnTo>
                  <a:cubicBezTo>
                    <a:pt x="1" y="9137"/>
                    <a:pt x="473" y="9610"/>
                    <a:pt x="1009" y="9610"/>
                  </a:cubicBezTo>
                  <a:lnTo>
                    <a:pt x="4285" y="9610"/>
                  </a:lnTo>
                  <a:lnTo>
                    <a:pt x="3970" y="10996"/>
                  </a:lnTo>
                  <a:lnTo>
                    <a:pt x="3057" y="10996"/>
                  </a:lnTo>
                  <a:cubicBezTo>
                    <a:pt x="2868" y="10996"/>
                    <a:pt x="2710" y="11153"/>
                    <a:pt x="2710" y="11342"/>
                  </a:cubicBezTo>
                  <a:cubicBezTo>
                    <a:pt x="2710" y="11531"/>
                    <a:pt x="2868" y="11689"/>
                    <a:pt x="3057" y="11689"/>
                  </a:cubicBezTo>
                  <a:lnTo>
                    <a:pt x="8538" y="11689"/>
                  </a:lnTo>
                  <a:cubicBezTo>
                    <a:pt x="8727" y="11689"/>
                    <a:pt x="8885" y="11531"/>
                    <a:pt x="8885" y="11342"/>
                  </a:cubicBezTo>
                  <a:cubicBezTo>
                    <a:pt x="8885" y="11153"/>
                    <a:pt x="8727" y="10996"/>
                    <a:pt x="8538" y="10996"/>
                  </a:cubicBezTo>
                  <a:lnTo>
                    <a:pt x="7625" y="10996"/>
                  </a:lnTo>
                  <a:lnTo>
                    <a:pt x="7310" y="9610"/>
                  </a:lnTo>
                  <a:lnTo>
                    <a:pt x="10618" y="9610"/>
                  </a:lnTo>
                  <a:cubicBezTo>
                    <a:pt x="11185" y="9610"/>
                    <a:pt x="11657" y="9137"/>
                    <a:pt x="11657" y="8570"/>
                  </a:cubicBezTo>
                  <a:lnTo>
                    <a:pt x="11657" y="1040"/>
                  </a:lnTo>
                  <a:cubicBezTo>
                    <a:pt x="11657" y="473"/>
                    <a:pt x="11185" y="1"/>
                    <a:pt x="1061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265" name="Google Shape;11265;p67"/>
          <p:cNvGrpSpPr/>
          <p:nvPr/>
        </p:nvGrpSpPr>
        <p:grpSpPr>
          <a:xfrm>
            <a:off x="2458506" y="1631256"/>
            <a:ext cx="423069" cy="420796"/>
            <a:chOff x="-5635200" y="2037975"/>
            <a:chExt cx="293025" cy="291450"/>
          </a:xfrm>
        </p:grpSpPr>
        <p:sp>
          <p:nvSpPr>
            <p:cNvPr id="11266" name="Google Shape;11266;p67"/>
            <p:cNvSpPr/>
            <p:nvPr/>
          </p:nvSpPr>
          <p:spPr>
            <a:xfrm>
              <a:off x="-5635200" y="2037975"/>
              <a:ext cx="293025" cy="291450"/>
            </a:xfrm>
            <a:custGeom>
              <a:rect l="l" t="t" r="r" b="b"/>
              <a:pathLst>
                <a:path w="11721" h="11658" extrusionOk="0">
                  <a:moveTo>
                    <a:pt x="2395" y="725"/>
                  </a:moveTo>
                  <a:cubicBezTo>
                    <a:pt x="2930" y="725"/>
                    <a:pt x="3403" y="1197"/>
                    <a:pt x="3403" y="1733"/>
                  </a:cubicBezTo>
                  <a:cubicBezTo>
                    <a:pt x="3403" y="2300"/>
                    <a:pt x="2930" y="2773"/>
                    <a:pt x="2395" y="2773"/>
                  </a:cubicBezTo>
                  <a:cubicBezTo>
                    <a:pt x="1828" y="2773"/>
                    <a:pt x="1355" y="2300"/>
                    <a:pt x="1355" y="1733"/>
                  </a:cubicBezTo>
                  <a:cubicBezTo>
                    <a:pt x="1355" y="1197"/>
                    <a:pt x="1828" y="725"/>
                    <a:pt x="2395" y="725"/>
                  </a:cubicBezTo>
                  <a:close/>
                  <a:moveTo>
                    <a:pt x="10303" y="725"/>
                  </a:moveTo>
                  <a:lnTo>
                    <a:pt x="10303" y="6585"/>
                  </a:lnTo>
                  <a:lnTo>
                    <a:pt x="10334" y="6585"/>
                  </a:lnTo>
                  <a:cubicBezTo>
                    <a:pt x="10334" y="6774"/>
                    <a:pt x="10177" y="6931"/>
                    <a:pt x="9988" y="6931"/>
                  </a:cubicBezTo>
                  <a:lnTo>
                    <a:pt x="4789" y="6931"/>
                  </a:lnTo>
                  <a:lnTo>
                    <a:pt x="4789" y="5167"/>
                  </a:lnTo>
                  <a:cubicBezTo>
                    <a:pt x="4789" y="4253"/>
                    <a:pt x="4285" y="3434"/>
                    <a:pt x="3498" y="3025"/>
                  </a:cubicBezTo>
                  <a:cubicBezTo>
                    <a:pt x="3844" y="2710"/>
                    <a:pt x="4096" y="2237"/>
                    <a:pt x="4096" y="1733"/>
                  </a:cubicBezTo>
                  <a:cubicBezTo>
                    <a:pt x="4096" y="1355"/>
                    <a:pt x="3970" y="977"/>
                    <a:pt x="3718" y="725"/>
                  </a:cubicBezTo>
                  <a:close/>
                  <a:moveTo>
                    <a:pt x="2710" y="3466"/>
                  </a:moveTo>
                  <a:cubicBezTo>
                    <a:pt x="3498" y="3623"/>
                    <a:pt x="4096" y="4316"/>
                    <a:pt x="4096" y="5167"/>
                  </a:cubicBezTo>
                  <a:lnTo>
                    <a:pt x="4096" y="7246"/>
                  </a:lnTo>
                  <a:cubicBezTo>
                    <a:pt x="4128" y="7435"/>
                    <a:pt x="3970" y="7593"/>
                    <a:pt x="3750" y="7593"/>
                  </a:cubicBezTo>
                  <a:cubicBezTo>
                    <a:pt x="3561" y="7593"/>
                    <a:pt x="3403" y="7750"/>
                    <a:pt x="3403" y="7971"/>
                  </a:cubicBezTo>
                  <a:lnTo>
                    <a:pt x="3403" y="10712"/>
                  </a:lnTo>
                  <a:cubicBezTo>
                    <a:pt x="3403" y="10901"/>
                    <a:pt x="3246" y="11058"/>
                    <a:pt x="3056" y="11058"/>
                  </a:cubicBezTo>
                  <a:lnTo>
                    <a:pt x="1670" y="11058"/>
                  </a:lnTo>
                  <a:cubicBezTo>
                    <a:pt x="1481" y="11058"/>
                    <a:pt x="1324" y="10901"/>
                    <a:pt x="1324" y="10712"/>
                  </a:cubicBezTo>
                  <a:lnTo>
                    <a:pt x="1324" y="7971"/>
                  </a:lnTo>
                  <a:cubicBezTo>
                    <a:pt x="1324" y="7750"/>
                    <a:pt x="1166" y="7593"/>
                    <a:pt x="977" y="7593"/>
                  </a:cubicBezTo>
                  <a:cubicBezTo>
                    <a:pt x="788" y="7593"/>
                    <a:pt x="631" y="7435"/>
                    <a:pt x="631" y="7246"/>
                  </a:cubicBezTo>
                  <a:lnTo>
                    <a:pt x="631" y="5167"/>
                  </a:lnTo>
                  <a:cubicBezTo>
                    <a:pt x="631" y="4316"/>
                    <a:pt x="1198" y="3623"/>
                    <a:pt x="1985" y="3466"/>
                  </a:cubicBezTo>
                  <a:lnTo>
                    <a:pt x="1985" y="5829"/>
                  </a:lnTo>
                  <a:cubicBezTo>
                    <a:pt x="1985" y="6018"/>
                    <a:pt x="2143" y="6175"/>
                    <a:pt x="2363" y="6175"/>
                  </a:cubicBezTo>
                  <a:cubicBezTo>
                    <a:pt x="2552" y="6175"/>
                    <a:pt x="2710" y="6018"/>
                    <a:pt x="2710" y="5829"/>
                  </a:cubicBezTo>
                  <a:lnTo>
                    <a:pt x="2710" y="3466"/>
                  </a:lnTo>
                  <a:close/>
                  <a:moveTo>
                    <a:pt x="2395" y="0"/>
                  </a:moveTo>
                  <a:cubicBezTo>
                    <a:pt x="1450" y="0"/>
                    <a:pt x="694" y="756"/>
                    <a:pt x="694" y="1702"/>
                  </a:cubicBezTo>
                  <a:cubicBezTo>
                    <a:pt x="694" y="2206"/>
                    <a:pt x="946" y="2678"/>
                    <a:pt x="1292" y="2993"/>
                  </a:cubicBezTo>
                  <a:cubicBezTo>
                    <a:pt x="536" y="3403"/>
                    <a:pt x="1" y="4222"/>
                    <a:pt x="1" y="5136"/>
                  </a:cubicBezTo>
                  <a:lnTo>
                    <a:pt x="1" y="7215"/>
                  </a:lnTo>
                  <a:cubicBezTo>
                    <a:pt x="1" y="7656"/>
                    <a:pt x="253" y="8034"/>
                    <a:pt x="662" y="8192"/>
                  </a:cubicBezTo>
                  <a:lnTo>
                    <a:pt x="662" y="10649"/>
                  </a:lnTo>
                  <a:cubicBezTo>
                    <a:pt x="662" y="11184"/>
                    <a:pt x="1135" y="11657"/>
                    <a:pt x="1670" y="11657"/>
                  </a:cubicBezTo>
                  <a:lnTo>
                    <a:pt x="3056" y="11657"/>
                  </a:lnTo>
                  <a:cubicBezTo>
                    <a:pt x="3624" y="11657"/>
                    <a:pt x="4096" y="11184"/>
                    <a:pt x="4096" y="10649"/>
                  </a:cubicBezTo>
                  <a:lnTo>
                    <a:pt x="4096" y="8192"/>
                  </a:lnTo>
                  <a:cubicBezTo>
                    <a:pt x="4348" y="8065"/>
                    <a:pt x="4600" y="7876"/>
                    <a:pt x="4726" y="7561"/>
                  </a:cubicBezTo>
                  <a:lnTo>
                    <a:pt x="9988" y="7561"/>
                  </a:lnTo>
                  <a:cubicBezTo>
                    <a:pt x="10555" y="7561"/>
                    <a:pt x="11027" y="7089"/>
                    <a:pt x="11027" y="6553"/>
                  </a:cubicBezTo>
                  <a:lnTo>
                    <a:pt x="11027" y="662"/>
                  </a:lnTo>
                  <a:lnTo>
                    <a:pt x="11374" y="662"/>
                  </a:lnTo>
                  <a:cubicBezTo>
                    <a:pt x="11563" y="662"/>
                    <a:pt x="11720" y="504"/>
                    <a:pt x="11720" y="315"/>
                  </a:cubicBezTo>
                  <a:cubicBezTo>
                    <a:pt x="11720" y="158"/>
                    <a:pt x="11563" y="0"/>
                    <a:pt x="113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67" name="Google Shape;11267;p67"/>
            <p:cNvSpPr/>
            <p:nvPr/>
          </p:nvSpPr>
          <p:spPr>
            <a:xfrm>
              <a:off x="-5496575" y="2072625"/>
              <a:ext cx="102425" cy="102425"/>
            </a:xfrm>
            <a:custGeom>
              <a:rect l="l" t="t" r="r" b="b"/>
              <a:pathLst>
                <a:path w="4097" h="4097" extrusionOk="0">
                  <a:moveTo>
                    <a:pt x="2395" y="725"/>
                  </a:moveTo>
                  <a:cubicBezTo>
                    <a:pt x="2867" y="851"/>
                    <a:pt x="3245" y="1229"/>
                    <a:pt x="3371" y="1733"/>
                  </a:cubicBezTo>
                  <a:lnTo>
                    <a:pt x="2395" y="1733"/>
                  </a:lnTo>
                  <a:lnTo>
                    <a:pt x="2395" y="725"/>
                  </a:lnTo>
                  <a:close/>
                  <a:moveTo>
                    <a:pt x="1733" y="757"/>
                  </a:moveTo>
                  <a:lnTo>
                    <a:pt x="1733" y="2080"/>
                  </a:lnTo>
                  <a:cubicBezTo>
                    <a:pt x="1733" y="2269"/>
                    <a:pt x="1891" y="2426"/>
                    <a:pt x="2080" y="2426"/>
                  </a:cubicBezTo>
                  <a:lnTo>
                    <a:pt x="3403" y="2426"/>
                  </a:lnTo>
                  <a:cubicBezTo>
                    <a:pt x="3245" y="3025"/>
                    <a:pt x="2741" y="3466"/>
                    <a:pt x="2080" y="3466"/>
                  </a:cubicBezTo>
                  <a:cubicBezTo>
                    <a:pt x="1324" y="3466"/>
                    <a:pt x="693" y="2836"/>
                    <a:pt x="693" y="2080"/>
                  </a:cubicBezTo>
                  <a:cubicBezTo>
                    <a:pt x="693" y="1418"/>
                    <a:pt x="1135" y="851"/>
                    <a:pt x="1733" y="757"/>
                  </a:cubicBezTo>
                  <a:close/>
                  <a:moveTo>
                    <a:pt x="2048" y="0"/>
                  </a:moveTo>
                  <a:cubicBezTo>
                    <a:pt x="883" y="0"/>
                    <a:pt x="0" y="914"/>
                    <a:pt x="0" y="2048"/>
                  </a:cubicBezTo>
                  <a:cubicBezTo>
                    <a:pt x="0" y="3182"/>
                    <a:pt x="946" y="4096"/>
                    <a:pt x="2048" y="4096"/>
                  </a:cubicBezTo>
                  <a:cubicBezTo>
                    <a:pt x="3182" y="4096"/>
                    <a:pt x="4096" y="3182"/>
                    <a:pt x="4096" y="2048"/>
                  </a:cubicBezTo>
                  <a:cubicBezTo>
                    <a:pt x="4096" y="914"/>
                    <a:pt x="3182" y="0"/>
                    <a:pt x="204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268" name="Google Shape;11268;p67"/>
          <p:cNvGrpSpPr/>
          <p:nvPr/>
        </p:nvGrpSpPr>
        <p:grpSpPr>
          <a:xfrm>
            <a:off x="2456792" y="2140412"/>
            <a:ext cx="426499" cy="420796"/>
            <a:chOff x="-5637575" y="2397900"/>
            <a:chExt cx="295400" cy="291450"/>
          </a:xfrm>
        </p:grpSpPr>
        <p:sp>
          <p:nvSpPr>
            <p:cNvPr id="11269" name="Google Shape;11269;p67"/>
            <p:cNvSpPr/>
            <p:nvPr/>
          </p:nvSpPr>
          <p:spPr>
            <a:xfrm>
              <a:off x="-5575350" y="2547550"/>
              <a:ext cx="79575" cy="88250"/>
            </a:xfrm>
            <a:custGeom>
              <a:rect l="l" t="t" r="r" b="b"/>
              <a:pathLst>
                <a:path w="3183" h="3530" extrusionOk="0">
                  <a:moveTo>
                    <a:pt x="1088" y="1"/>
                  </a:moveTo>
                  <a:cubicBezTo>
                    <a:pt x="1001" y="1"/>
                    <a:pt x="915" y="32"/>
                    <a:pt x="852" y="95"/>
                  </a:cubicBezTo>
                  <a:lnTo>
                    <a:pt x="379" y="568"/>
                  </a:lnTo>
                  <a:cubicBezTo>
                    <a:pt x="1" y="978"/>
                    <a:pt x="1" y="1639"/>
                    <a:pt x="379" y="2017"/>
                  </a:cubicBezTo>
                  <a:cubicBezTo>
                    <a:pt x="584" y="2222"/>
                    <a:pt x="852" y="2324"/>
                    <a:pt x="1115" y="2324"/>
                  </a:cubicBezTo>
                  <a:cubicBezTo>
                    <a:pt x="1379" y="2324"/>
                    <a:pt x="1639" y="2222"/>
                    <a:pt x="1828" y="2017"/>
                  </a:cubicBezTo>
                  <a:cubicBezTo>
                    <a:pt x="1891" y="1970"/>
                    <a:pt x="1986" y="1946"/>
                    <a:pt x="2076" y="1946"/>
                  </a:cubicBezTo>
                  <a:cubicBezTo>
                    <a:pt x="2167" y="1946"/>
                    <a:pt x="2253" y="1970"/>
                    <a:pt x="2301" y="2017"/>
                  </a:cubicBezTo>
                  <a:cubicBezTo>
                    <a:pt x="2427" y="2143"/>
                    <a:pt x="2427" y="2395"/>
                    <a:pt x="2301" y="2490"/>
                  </a:cubicBezTo>
                  <a:lnTo>
                    <a:pt x="1828" y="2962"/>
                  </a:lnTo>
                  <a:cubicBezTo>
                    <a:pt x="1734" y="3088"/>
                    <a:pt x="1734" y="3340"/>
                    <a:pt x="1828" y="3435"/>
                  </a:cubicBezTo>
                  <a:cubicBezTo>
                    <a:pt x="1891" y="3498"/>
                    <a:pt x="1986" y="3529"/>
                    <a:pt x="2076" y="3529"/>
                  </a:cubicBezTo>
                  <a:cubicBezTo>
                    <a:pt x="2167" y="3529"/>
                    <a:pt x="2253" y="3498"/>
                    <a:pt x="2301" y="3435"/>
                  </a:cubicBezTo>
                  <a:lnTo>
                    <a:pt x="2773" y="2962"/>
                  </a:lnTo>
                  <a:cubicBezTo>
                    <a:pt x="3183" y="2584"/>
                    <a:pt x="3183" y="1923"/>
                    <a:pt x="2773" y="1513"/>
                  </a:cubicBezTo>
                  <a:cubicBezTo>
                    <a:pt x="2569" y="1293"/>
                    <a:pt x="2309" y="1182"/>
                    <a:pt x="2049" y="1182"/>
                  </a:cubicBezTo>
                  <a:cubicBezTo>
                    <a:pt x="1789" y="1182"/>
                    <a:pt x="1529" y="1293"/>
                    <a:pt x="1324" y="1513"/>
                  </a:cubicBezTo>
                  <a:cubicBezTo>
                    <a:pt x="1261" y="1576"/>
                    <a:pt x="1174" y="1608"/>
                    <a:pt x="1088" y="1608"/>
                  </a:cubicBezTo>
                  <a:cubicBezTo>
                    <a:pt x="1001" y="1608"/>
                    <a:pt x="915" y="1576"/>
                    <a:pt x="852" y="1513"/>
                  </a:cubicBezTo>
                  <a:cubicBezTo>
                    <a:pt x="726" y="1387"/>
                    <a:pt x="726" y="1167"/>
                    <a:pt x="852" y="1041"/>
                  </a:cubicBezTo>
                  <a:lnTo>
                    <a:pt x="1324" y="568"/>
                  </a:lnTo>
                  <a:cubicBezTo>
                    <a:pt x="1450" y="442"/>
                    <a:pt x="1450" y="221"/>
                    <a:pt x="1324" y="95"/>
                  </a:cubicBezTo>
                  <a:cubicBezTo>
                    <a:pt x="1261" y="32"/>
                    <a:pt x="1174" y="1"/>
                    <a:pt x="108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70" name="Google Shape;11270;p67"/>
            <p:cNvSpPr/>
            <p:nvPr/>
          </p:nvSpPr>
          <p:spPr>
            <a:xfrm>
              <a:off x="-5526500" y="2499525"/>
              <a:ext cx="85075" cy="81725"/>
            </a:xfrm>
            <a:custGeom>
              <a:rect l="l" t="t" r="r" b="b"/>
              <a:pathLst>
                <a:path w="3403" h="3269" extrusionOk="0">
                  <a:moveTo>
                    <a:pt x="1107" y="0"/>
                  </a:moveTo>
                  <a:cubicBezTo>
                    <a:pt x="1016" y="0"/>
                    <a:pt x="930" y="32"/>
                    <a:pt x="882" y="95"/>
                  </a:cubicBezTo>
                  <a:lnTo>
                    <a:pt x="410" y="567"/>
                  </a:lnTo>
                  <a:cubicBezTo>
                    <a:pt x="0" y="945"/>
                    <a:pt x="0" y="1638"/>
                    <a:pt x="410" y="2016"/>
                  </a:cubicBezTo>
                  <a:lnTo>
                    <a:pt x="882" y="2489"/>
                  </a:lnTo>
                  <a:lnTo>
                    <a:pt x="1355" y="2962"/>
                  </a:lnTo>
                  <a:cubicBezTo>
                    <a:pt x="1544" y="3166"/>
                    <a:pt x="1804" y="3269"/>
                    <a:pt x="2068" y="3269"/>
                  </a:cubicBezTo>
                  <a:cubicBezTo>
                    <a:pt x="2332" y="3269"/>
                    <a:pt x="2599" y="3166"/>
                    <a:pt x="2804" y="2962"/>
                  </a:cubicBezTo>
                  <a:lnTo>
                    <a:pt x="3277" y="2489"/>
                  </a:lnTo>
                  <a:cubicBezTo>
                    <a:pt x="3403" y="2363"/>
                    <a:pt x="3403" y="2142"/>
                    <a:pt x="3277" y="2016"/>
                  </a:cubicBezTo>
                  <a:cubicBezTo>
                    <a:pt x="3178" y="1918"/>
                    <a:pt x="3070" y="1870"/>
                    <a:pt x="2977" y="1870"/>
                  </a:cubicBezTo>
                  <a:cubicBezTo>
                    <a:pt x="2892" y="1870"/>
                    <a:pt x="2818" y="1910"/>
                    <a:pt x="2773" y="1985"/>
                  </a:cubicBezTo>
                  <a:lnTo>
                    <a:pt x="2300" y="2457"/>
                  </a:lnTo>
                  <a:cubicBezTo>
                    <a:pt x="2237" y="2520"/>
                    <a:pt x="2143" y="2552"/>
                    <a:pt x="2052" y="2552"/>
                  </a:cubicBezTo>
                  <a:cubicBezTo>
                    <a:pt x="1961" y="2552"/>
                    <a:pt x="1875" y="2520"/>
                    <a:pt x="1827" y="2457"/>
                  </a:cubicBezTo>
                  <a:lnTo>
                    <a:pt x="1575" y="2205"/>
                  </a:lnTo>
                  <a:lnTo>
                    <a:pt x="2300" y="1512"/>
                  </a:lnTo>
                  <a:cubicBezTo>
                    <a:pt x="2395" y="1386"/>
                    <a:pt x="2395" y="1134"/>
                    <a:pt x="2300" y="1040"/>
                  </a:cubicBezTo>
                  <a:cubicBezTo>
                    <a:pt x="2237" y="977"/>
                    <a:pt x="2143" y="945"/>
                    <a:pt x="2052" y="945"/>
                  </a:cubicBezTo>
                  <a:cubicBezTo>
                    <a:pt x="1961" y="945"/>
                    <a:pt x="1875" y="977"/>
                    <a:pt x="1827" y="1040"/>
                  </a:cubicBezTo>
                  <a:lnTo>
                    <a:pt x="1103" y="1733"/>
                  </a:lnTo>
                  <a:lnTo>
                    <a:pt x="882" y="1512"/>
                  </a:lnTo>
                  <a:cubicBezTo>
                    <a:pt x="756" y="1386"/>
                    <a:pt x="756" y="1166"/>
                    <a:pt x="882" y="1040"/>
                  </a:cubicBezTo>
                  <a:lnTo>
                    <a:pt x="1355" y="567"/>
                  </a:lnTo>
                  <a:cubicBezTo>
                    <a:pt x="1449" y="441"/>
                    <a:pt x="1449" y="221"/>
                    <a:pt x="1355" y="95"/>
                  </a:cubicBezTo>
                  <a:cubicBezTo>
                    <a:pt x="1292" y="32"/>
                    <a:pt x="1197" y="0"/>
                    <a:pt x="110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71" name="Google Shape;11271;p67"/>
            <p:cNvSpPr/>
            <p:nvPr/>
          </p:nvSpPr>
          <p:spPr>
            <a:xfrm>
              <a:off x="-5480050" y="2456975"/>
              <a:ext cx="80375" cy="75650"/>
            </a:xfrm>
            <a:custGeom>
              <a:rect l="l" t="t" r="r" b="b"/>
              <a:pathLst>
                <a:path w="3215" h="3026" extrusionOk="0">
                  <a:moveTo>
                    <a:pt x="1100" y="686"/>
                  </a:moveTo>
                  <a:cubicBezTo>
                    <a:pt x="1190" y="686"/>
                    <a:pt x="1277" y="710"/>
                    <a:pt x="1324" y="757"/>
                  </a:cubicBezTo>
                  <a:lnTo>
                    <a:pt x="2332" y="1765"/>
                  </a:lnTo>
                  <a:cubicBezTo>
                    <a:pt x="2490" y="1860"/>
                    <a:pt x="2490" y="2112"/>
                    <a:pt x="2332" y="2238"/>
                  </a:cubicBezTo>
                  <a:cubicBezTo>
                    <a:pt x="2269" y="2285"/>
                    <a:pt x="2183" y="2309"/>
                    <a:pt x="2096" y="2309"/>
                  </a:cubicBezTo>
                  <a:cubicBezTo>
                    <a:pt x="2009" y="2309"/>
                    <a:pt x="1923" y="2285"/>
                    <a:pt x="1860" y="2238"/>
                  </a:cubicBezTo>
                  <a:lnTo>
                    <a:pt x="852" y="1229"/>
                  </a:lnTo>
                  <a:cubicBezTo>
                    <a:pt x="757" y="1135"/>
                    <a:pt x="757" y="883"/>
                    <a:pt x="852" y="757"/>
                  </a:cubicBezTo>
                  <a:cubicBezTo>
                    <a:pt x="915" y="710"/>
                    <a:pt x="1009" y="686"/>
                    <a:pt x="1100" y="686"/>
                  </a:cubicBezTo>
                  <a:close/>
                  <a:moveTo>
                    <a:pt x="1119" y="1"/>
                  </a:moveTo>
                  <a:cubicBezTo>
                    <a:pt x="852" y="1"/>
                    <a:pt x="584" y="95"/>
                    <a:pt x="379" y="284"/>
                  </a:cubicBezTo>
                  <a:cubicBezTo>
                    <a:pt x="1" y="694"/>
                    <a:pt x="1" y="1356"/>
                    <a:pt x="379" y="1765"/>
                  </a:cubicBezTo>
                  <a:lnTo>
                    <a:pt x="1387" y="2742"/>
                  </a:lnTo>
                  <a:cubicBezTo>
                    <a:pt x="1576" y="2931"/>
                    <a:pt x="1836" y="3025"/>
                    <a:pt x="2100" y="3025"/>
                  </a:cubicBezTo>
                  <a:cubicBezTo>
                    <a:pt x="2364" y="3025"/>
                    <a:pt x="2632" y="2931"/>
                    <a:pt x="2836" y="2742"/>
                  </a:cubicBezTo>
                  <a:cubicBezTo>
                    <a:pt x="3214" y="2332"/>
                    <a:pt x="3214" y="1671"/>
                    <a:pt x="2836" y="1293"/>
                  </a:cubicBezTo>
                  <a:lnTo>
                    <a:pt x="1860" y="284"/>
                  </a:lnTo>
                  <a:cubicBezTo>
                    <a:pt x="1655" y="95"/>
                    <a:pt x="1387" y="1"/>
                    <a:pt x="1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72" name="Google Shape;11272;p67"/>
            <p:cNvSpPr/>
            <p:nvPr/>
          </p:nvSpPr>
          <p:spPr>
            <a:xfrm>
              <a:off x="-5637575" y="2397900"/>
              <a:ext cx="295400" cy="291450"/>
            </a:xfrm>
            <a:custGeom>
              <a:rect l="l" t="t" r="r" b="b"/>
              <a:pathLst>
                <a:path w="11816" h="11658" extrusionOk="0">
                  <a:moveTo>
                    <a:pt x="9185" y="1479"/>
                  </a:moveTo>
                  <a:cubicBezTo>
                    <a:pt x="9245" y="1479"/>
                    <a:pt x="9245" y="1482"/>
                    <a:pt x="9263" y="1482"/>
                  </a:cubicBezTo>
                  <a:cubicBezTo>
                    <a:pt x="9421" y="1482"/>
                    <a:pt x="9579" y="1513"/>
                    <a:pt x="9673" y="1545"/>
                  </a:cubicBezTo>
                  <a:lnTo>
                    <a:pt x="9106" y="2143"/>
                  </a:lnTo>
                  <a:cubicBezTo>
                    <a:pt x="8980" y="2269"/>
                    <a:pt x="8980" y="2490"/>
                    <a:pt x="9106" y="2616"/>
                  </a:cubicBezTo>
                  <a:cubicBezTo>
                    <a:pt x="9153" y="2679"/>
                    <a:pt x="9240" y="2710"/>
                    <a:pt x="9330" y="2710"/>
                  </a:cubicBezTo>
                  <a:cubicBezTo>
                    <a:pt x="9421" y="2710"/>
                    <a:pt x="9515" y="2679"/>
                    <a:pt x="9579" y="2616"/>
                  </a:cubicBezTo>
                  <a:lnTo>
                    <a:pt x="10146" y="2017"/>
                  </a:lnTo>
                  <a:cubicBezTo>
                    <a:pt x="10272" y="2175"/>
                    <a:pt x="10303" y="2332"/>
                    <a:pt x="10303" y="2553"/>
                  </a:cubicBezTo>
                  <a:lnTo>
                    <a:pt x="10146" y="5325"/>
                  </a:lnTo>
                  <a:cubicBezTo>
                    <a:pt x="10114" y="5798"/>
                    <a:pt x="9925" y="6239"/>
                    <a:pt x="9515" y="6554"/>
                  </a:cubicBezTo>
                  <a:lnTo>
                    <a:pt x="9484" y="6585"/>
                  </a:lnTo>
                  <a:lnTo>
                    <a:pt x="8570" y="7499"/>
                  </a:lnTo>
                  <a:cubicBezTo>
                    <a:pt x="5231" y="10902"/>
                    <a:pt x="5829" y="10303"/>
                    <a:pt x="5199" y="10902"/>
                  </a:cubicBezTo>
                  <a:cubicBezTo>
                    <a:pt x="5136" y="10949"/>
                    <a:pt x="5050" y="10972"/>
                    <a:pt x="4963" y="10972"/>
                  </a:cubicBezTo>
                  <a:cubicBezTo>
                    <a:pt x="4876" y="10972"/>
                    <a:pt x="4790" y="10949"/>
                    <a:pt x="4727" y="10902"/>
                  </a:cubicBezTo>
                  <a:lnTo>
                    <a:pt x="820" y="6995"/>
                  </a:lnTo>
                  <a:cubicBezTo>
                    <a:pt x="694" y="6869"/>
                    <a:pt x="694" y="6648"/>
                    <a:pt x="820" y="6522"/>
                  </a:cubicBezTo>
                  <a:lnTo>
                    <a:pt x="5262" y="2112"/>
                  </a:lnTo>
                  <a:cubicBezTo>
                    <a:pt x="5577" y="1797"/>
                    <a:pt x="5987" y="1639"/>
                    <a:pt x="6365" y="1608"/>
                  </a:cubicBezTo>
                  <a:cubicBezTo>
                    <a:pt x="8503" y="1495"/>
                    <a:pt x="9033" y="1479"/>
                    <a:pt x="9185" y="1479"/>
                  </a:cubicBezTo>
                  <a:close/>
                  <a:moveTo>
                    <a:pt x="11422" y="1"/>
                  </a:moveTo>
                  <a:cubicBezTo>
                    <a:pt x="11335" y="1"/>
                    <a:pt x="11248" y="32"/>
                    <a:pt x="11185" y="95"/>
                  </a:cubicBezTo>
                  <a:lnTo>
                    <a:pt x="10240" y="1041"/>
                  </a:lnTo>
                  <a:cubicBezTo>
                    <a:pt x="9958" y="871"/>
                    <a:pt x="9650" y="752"/>
                    <a:pt x="9316" y="752"/>
                  </a:cubicBezTo>
                  <a:cubicBezTo>
                    <a:pt x="9278" y="752"/>
                    <a:pt x="9239" y="754"/>
                    <a:pt x="9200" y="757"/>
                  </a:cubicBezTo>
                  <a:lnTo>
                    <a:pt x="6428" y="883"/>
                  </a:lnTo>
                  <a:cubicBezTo>
                    <a:pt x="5829" y="915"/>
                    <a:pt x="5262" y="1167"/>
                    <a:pt x="4853" y="1608"/>
                  </a:cubicBezTo>
                  <a:lnTo>
                    <a:pt x="379" y="6018"/>
                  </a:lnTo>
                  <a:cubicBezTo>
                    <a:pt x="1" y="6396"/>
                    <a:pt x="1" y="7058"/>
                    <a:pt x="379" y="7468"/>
                  </a:cubicBezTo>
                  <a:lnTo>
                    <a:pt x="4286" y="11374"/>
                  </a:lnTo>
                  <a:cubicBezTo>
                    <a:pt x="4490" y="11563"/>
                    <a:pt x="4758" y="11658"/>
                    <a:pt x="5022" y="11658"/>
                  </a:cubicBezTo>
                  <a:cubicBezTo>
                    <a:pt x="5286" y="11658"/>
                    <a:pt x="5546" y="11563"/>
                    <a:pt x="5735" y="11374"/>
                  </a:cubicBezTo>
                  <a:lnTo>
                    <a:pt x="9137" y="7972"/>
                  </a:lnTo>
                  <a:lnTo>
                    <a:pt x="10051" y="7058"/>
                  </a:lnTo>
                  <a:cubicBezTo>
                    <a:pt x="10555" y="6648"/>
                    <a:pt x="10870" y="6018"/>
                    <a:pt x="10902" y="5388"/>
                  </a:cubicBezTo>
                  <a:lnTo>
                    <a:pt x="11059" y="2584"/>
                  </a:lnTo>
                  <a:cubicBezTo>
                    <a:pt x="11059" y="2238"/>
                    <a:pt x="10996" y="1828"/>
                    <a:pt x="10776" y="1545"/>
                  </a:cubicBezTo>
                  <a:lnTo>
                    <a:pt x="11721" y="600"/>
                  </a:lnTo>
                  <a:cubicBezTo>
                    <a:pt x="11815" y="442"/>
                    <a:pt x="11815" y="221"/>
                    <a:pt x="11658" y="95"/>
                  </a:cubicBezTo>
                  <a:cubicBezTo>
                    <a:pt x="11595" y="32"/>
                    <a:pt x="11508" y="1"/>
                    <a:pt x="1142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273" name="Google Shape;11273;p67"/>
          <p:cNvGrpSpPr/>
          <p:nvPr/>
        </p:nvGrpSpPr>
        <p:grpSpPr>
          <a:xfrm>
            <a:off x="2470455" y="2660397"/>
            <a:ext cx="423033" cy="421914"/>
            <a:chOff x="-5635975" y="2757075"/>
            <a:chExt cx="293000" cy="292225"/>
          </a:xfrm>
        </p:grpSpPr>
        <p:sp>
          <p:nvSpPr>
            <p:cNvPr id="11274" name="Google Shape;11274;p67"/>
            <p:cNvSpPr/>
            <p:nvPr/>
          </p:nvSpPr>
          <p:spPr>
            <a:xfrm>
              <a:off x="-5635975" y="2757075"/>
              <a:ext cx="293000" cy="292225"/>
            </a:xfrm>
            <a:custGeom>
              <a:rect l="l" t="t" r="r" b="b"/>
              <a:pathLst>
                <a:path w="11720" h="11689" extrusionOk="0">
                  <a:moveTo>
                    <a:pt x="10649" y="693"/>
                  </a:moveTo>
                  <a:cubicBezTo>
                    <a:pt x="10838" y="693"/>
                    <a:pt x="10995" y="851"/>
                    <a:pt x="10995" y="1040"/>
                  </a:cubicBezTo>
                  <a:lnTo>
                    <a:pt x="10995" y="7593"/>
                  </a:lnTo>
                  <a:lnTo>
                    <a:pt x="693" y="7593"/>
                  </a:lnTo>
                  <a:lnTo>
                    <a:pt x="693" y="1040"/>
                  </a:lnTo>
                  <a:cubicBezTo>
                    <a:pt x="725" y="851"/>
                    <a:pt x="882" y="693"/>
                    <a:pt x="1040" y="693"/>
                  </a:cubicBezTo>
                  <a:close/>
                  <a:moveTo>
                    <a:pt x="10995" y="8223"/>
                  </a:moveTo>
                  <a:lnTo>
                    <a:pt x="10995" y="8569"/>
                  </a:lnTo>
                  <a:cubicBezTo>
                    <a:pt x="11027" y="8821"/>
                    <a:pt x="10869" y="8916"/>
                    <a:pt x="10680" y="8916"/>
                  </a:cubicBezTo>
                  <a:lnTo>
                    <a:pt x="1040" y="8916"/>
                  </a:lnTo>
                  <a:cubicBezTo>
                    <a:pt x="851" y="8916"/>
                    <a:pt x="693" y="8758"/>
                    <a:pt x="693" y="8569"/>
                  </a:cubicBezTo>
                  <a:lnTo>
                    <a:pt x="693" y="8223"/>
                  </a:lnTo>
                  <a:close/>
                  <a:moveTo>
                    <a:pt x="6679" y="9641"/>
                  </a:moveTo>
                  <a:lnTo>
                    <a:pt x="6994" y="11027"/>
                  </a:lnTo>
                  <a:lnTo>
                    <a:pt x="4694" y="11027"/>
                  </a:lnTo>
                  <a:lnTo>
                    <a:pt x="5009" y="9641"/>
                  </a:lnTo>
                  <a:close/>
                  <a:moveTo>
                    <a:pt x="1040" y="0"/>
                  </a:moveTo>
                  <a:cubicBezTo>
                    <a:pt x="473" y="0"/>
                    <a:pt x="0" y="473"/>
                    <a:pt x="0" y="1008"/>
                  </a:cubicBezTo>
                  <a:lnTo>
                    <a:pt x="0" y="8569"/>
                  </a:lnTo>
                  <a:cubicBezTo>
                    <a:pt x="0" y="9137"/>
                    <a:pt x="473" y="9609"/>
                    <a:pt x="1040" y="9609"/>
                  </a:cubicBezTo>
                  <a:lnTo>
                    <a:pt x="4316" y="9609"/>
                  </a:lnTo>
                  <a:lnTo>
                    <a:pt x="4001" y="10964"/>
                  </a:lnTo>
                  <a:lnTo>
                    <a:pt x="3087" y="10964"/>
                  </a:lnTo>
                  <a:cubicBezTo>
                    <a:pt x="2898" y="10964"/>
                    <a:pt x="2741" y="11121"/>
                    <a:pt x="2741" y="11342"/>
                  </a:cubicBezTo>
                  <a:cubicBezTo>
                    <a:pt x="2741" y="11531"/>
                    <a:pt x="2898" y="11688"/>
                    <a:pt x="3087" y="11688"/>
                  </a:cubicBezTo>
                  <a:lnTo>
                    <a:pt x="8569" y="11688"/>
                  </a:lnTo>
                  <a:cubicBezTo>
                    <a:pt x="8758" y="11688"/>
                    <a:pt x="8916" y="11531"/>
                    <a:pt x="8916" y="11342"/>
                  </a:cubicBezTo>
                  <a:cubicBezTo>
                    <a:pt x="8916" y="11121"/>
                    <a:pt x="8758" y="10964"/>
                    <a:pt x="8569" y="10964"/>
                  </a:cubicBezTo>
                  <a:lnTo>
                    <a:pt x="7656" y="10964"/>
                  </a:lnTo>
                  <a:lnTo>
                    <a:pt x="7341" y="9609"/>
                  </a:lnTo>
                  <a:lnTo>
                    <a:pt x="10649" y="9609"/>
                  </a:lnTo>
                  <a:cubicBezTo>
                    <a:pt x="11216" y="9609"/>
                    <a:pt x="11688" y="9137"/>
                    <a:pt x="11688" y="8569"/>
                  </a:cubicBezTo>
                  <a:lnTo>
                    <a:pt x="11688" y="1008"/>
                  </a:lnTo>
                  <a:cubicBezTo>
                    <a:pt x="11720" y="473"/>
                    <a:pt x="11247" y="0"/>
                    <a:pt x="1068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75" name="Google Shape;11275;p67"/>
            <p:cNvSpPr/>
            <p:nvPr/>
          </p:nvSpPr>
          <p:spPr>
            <a:xfrm>
              <a:off x="-5584800" y="2790150"/>
              <a:ext cx="189850" cy="138050"/>
            </a:xfrm>
            <a:custGeom>
              <a:rect l="l" t="t" r="r" b="b"/>
              <a:pathLst>
                <a:path w="7594" h="5522" extrusionOk="0">
                  <a:moveTo>
                    <a:pt x="2994" y="725"/>
                  </a:moveTo>
                  <a:lnTo>
                    <a:pt x="2332" y="1387"/>
                  </a:lnTo>
                  <a:lnTo>
                    <a:pt x="1230" y="1387"/>
                  </a:lnTo>
                  <a:lnTo>
                    <a:pt x="1891" y="725"/>
                  </a:lnTo>
                  <a:close/>
                  <a:moveTo>
                    <a:pt x="3781" y="882"/>
                  </a:moveTo>
                  <a:lnTo>
                    <a:pt x="4349" y="1418"/>
                  </a:lnTo>
                  <a:lnTo>
                    <a:pt x="3246" y="1418"/>
                  </a:lnTo>
                  <a:lnTo>
                    <a:pt x="3781" y="882"/>
                  </a:lnTo>
                  <a:close/>
                  <a:moveTo>
                    <a:pt x="5735" y="756"/>
                  </a:moveTo>
                  <a:lnTo>
                    <a:pt x="6396" y="1418"/>
                  </a:lnTo>
                  <a:lnTo>
                    <a:pt x="5294" y="1418"/>
                  </a:lnTo>
                  <a:lnTo>
                    <a:pt x="4632" y="756"/>
                  </a:lnTo>
                  <a:close/>
                  <a:moveTo>
                    <a:pt x="2175" y="2080"/>
                  </a:moveTo>
                  <a:lnTo>
                    <a:pt x="2868" y="3749"/>
                  </a:lnTo>
                  <a:lnTo>
                    <a:pt x="1198" y="2080"/>
                  </a:lnTo>
                  <a:close/>
                  <a:moveTo>
                    <a:pt x="6396" y="2080"/>
                  </a:moveTo>
                  <a:lnTo>
                    <a:pt x="4727" y="3749"/>
                  </a:lnTo>
                  <a:lnTo>
                    <a:pt x="5420" y="2080"/>
                  </a:lnTo>
                  <a:close/>
                  <a:moveTo>
                    <a:pt x="4664" y="2080"/>
                  </a:moveTo>
                  <a:lnTo>
                    <a:pt x="3781" y="4253"/>
                  </a:lnTo>
                  <a:lnTo>
                    <a:pt x="2931" y="2080"/>
                  </a:lnTo>
                  <a:close/>
                  <a:moveTo>
                    <a:pt x="1734" y="0"/>
                  </a:moveTo>
                  <a:cubicBezTo>
                    <a:pt x="1671" y="0"/>
                    <a:pt x="1545" y="32"/>
                    <a:pt x="1513" y="126"/>
                  </a:cubicBezTo>
                  <a:lnTo>
                    <a:pt x="127" y="1513"/>
                  </a:lnTo>
                  <a:cubicBezTo>
                    <a:pt x="1" y="1670"/>
                    <a:pt x="1" y="1859"/>
                    <a:pt x="127" y="2017"/>
                  </a:cubicBezTo>
                  <a:lnTo>
                    <a:pt x="3561" y="5451"/>
                  </a:lnTo>
                  <a:cubicBezTo>
                    <a:pt x="3624" y="5498"/>
                    <a:pt x="3711" y="5522"/>
                    <a:pt x="3797" y="5522"/>
                  </a:cubicBezTo>
                  <a:cubicBezTo>
                    <a:pt x="3884" y="5522"/>
                    <a:pt x="3970" y="5498"/>
                    <a:pt x="4033" y="5451"/>
                  </a:cubicBezTo>
                  <a:lnTo>
                    <a:pt x="7468" y="2017"/>
                  </a:lnTo>
                  <a:cubicBezTo>
                    <a:pt x="7594" y="1891"/>
                    <a:pt x="7594" y="1702"/>
                    <a:pt x="7499" y="1544"/>
                  </a:cubicBezTo>
                  <a:lnTo>
                    <a:pt x="7468" y="1513"/>
                  </a:lnTo>
                  <a:lnTo>
                    <a:pt x="6081" y="126"/>
                  </a:lnTo>
                  <a:cubicBezTo>
                    <a:pt x="6018" y="32"/>
                    <a:pt x="5924" y="0"/>
                    <a:pt x="586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276" name="Google Shape;11276;p67"/>
          <p:cNvGrpSpPr/>
          <p:nvPr/>
        </p:nvGrpSpPr>
        <p:grpSpPr>
          <a:xfrm>
            <a:off x="5154391" y="1631256"/>
            <a:ext cx="423069" cy="420796"/>
            <a:chOff x="-3854375" y="2046625"/>
            <a:chExt cx="293025" cy="291450"/>
          </a:xfrm>
        </p:grpSpPr>
        <p:sp>
          <p:nvSpPr>
            <p:cNvPr id="11277" name="Google Shape;11277;p67"/>
            <p:cNvSpPr/>
            <p:nvPr/>
          </p:nvSpPr>
          <p:spPr>
            <a:xfrm>
              <a:off x="-3854375" y="2046625"/>
              <a:ext cx="293025" cy="291450"/>
            </a:xfrm>
            <a:custGeom>
              <a:rect l="l" t="t" r="r" b="b"/>
              <a:pathLst>
                <a:path w="11721" h="11658" extrusionOk="0">
                  <a:moveTo>
                    <a:pt x="7624" y="694"/>
                  </a:moveTo>
                  <a:cubicBezTo>
                    <a:pt x="9515" y="694"/>
                    <a:pt x="11058" y="2206"/>
                    <a:pt x="11058" y="4096"/>
                  </a:cubicBezTo>
                  <a:cubicBezTo>
                    <a:pt x="11058" y="5987"/>
                    <a:pt x="9515" y="7530"/>
                    <a:pt x="7624" y="7530"/>
                  </a:cubicBezTo>
                  <a:cubicBezTo>
                    <a:pt x="5734" y="7530"/>
                    <a:pt x="4190" y="5987"/>
                    <a:pt x="4190" y="4096"/>
                  </a:cubicBezTo>
                  <a:cubicBezTo>
                    <a:pt x="4190" y="2206"/>
                    <a:pt x="5734" y="694"/>
                    <a:pt x="7624" y="694"/>
                  </a:cubicBezTo>
                  <a:close/>
                  <a:moveTo>
                    <a:pt x="3336" y="8066"/>
                  </a:moveTo>
                  <a:cubicBezTo>
                    <a:pt x="3426" y="8066"/>
                    <a:pt x="3513" y="8098"/>
                    <a:pt x="3560" y="8161"/>
                  </a:cubicBezTo>
                  <a:cubicBezTo>
                    <a:pt x="3686" y="8287"/>
                    <a:pt x="3686" y="8507"/>
                    <a:pt x="3560" y="8633"/>
                  </a:cubicBezTo>
                  <a:lnTo>
                    <a:pt x="1323" y="10870"/>
                  </a:lnTo>
                  <a:cubicBezTo>
                    <a:pt x="1260" y="10933"/>
                    <a:pt x="1174" y="10964"/>
                    <a:pt x="1087" y="10964"/>
                  </a:cubicBezTo>
                  <a:cubicBezTo>
                    <a:pt x="1001" y="10964"/>
                    <a:pt x="914" y="10933"/>
                    <a:pt x="851" y="10870"/>
                  </a:cubicBezTo>
                  <a:cubicBezTo>
                    <a:pt x="725" y="10744"/>
                    <a:pt x="725" y="10523"/>
                    <a:pt x="851" y="10397"/>
                  </a:cubicBezTo>
                  <a:lnTo>
                    <a:pt x="3088" y="8161"/>
                  </a:lnTo>
                  <a:cubicBezTo>
                    <a:pt x="3151" y="8098"/>
                    <a:pt x="3245" y="8066"/>
                    <a:pt x="3336" y="8066"/>
                  </a:cubicBezTo>
                  <a:close/>
                  <a:moveTo>
                    <a:pt x="7624" y="1"/>
                  </a:moveTo>
                  <a:cubicBezTo>
                    <a:pt x="5356" y="1"/>
                    <a:pt x="3529" y="1860"/>
                    <a:pt x="3529" y="4096"/>
                  </a:cubicBezTo>
                  <a:cubicBezTo>
                    <a:pt x="3529" y="5136"/>
                    <a:pt x="3875" y="6050"/>
                    <a:pt x="4505" y="6743"/>
                  </a:cubicBezTo>
                  <a:lnTo>
                    <a:pt x="3812" y="7467"/>
                  </a:lnTo>
                  <a:cubicBezTo>
                    <a:pt x="3661" y="7386"/>
                    <a:pt x="3500" y="7347"/>
                    <a:pt x="3342" y="7347"/>
                  </a:cubicBezTo>
                  <a:cubicBezTo>
                    <a:pt x="3074" y="7347"/>
                    <a:pt x="2813" y="7458"/>
                    <a:pt x="2615" y="7656"/>
                  </a:cubicBezTo>
                  <a:lnTo>
                    <a:pt x="378" y="9893"/>
                  </a:lnTo>
                  <a:cubicBezTo>
                    <a:pt x="0" y="10271"/>
                    <a:pt x="0" y="10964"/>
                    <a:pt x="378" y="11343"/>
                  </a:cubicBezTo>
                  <a:cubicBezTo>
                    <a:pt x="567" y="11532"/>
                    <a:pt x="851" y="11658"/>
                    <a:pt x="1103" y="11658"/>
                  </a:cubicBezTo>
                  <a:cubicBezTo>
                    <a:pt x="1355" y="11658"/>
                    <a:pt x="1607" y="11532"/>
                    <a:pt x="1796" y="11343"/>
                  </a:cubicBezTo>
                  <a:lnTo>
                    <a:pt x="4033" y="9106"/>
                  </a:lnTo>
                  <a:cubicBezTo>
                    <a:pt x="4348" y="8791"/>
                    <a:pt x="4442" y="8318"/>
                    <a:pt x="4253" y="7909"/>
                  </a:cubicBezTo>
                  <a:lnTo>
                    <a:pt x="4947" y="7215"/>
                  </a:lnTo>
                  <a:cubicBezTo>
                    <a:pt x="5671" y="7814"/>
                    <a:pt x="6616" y="8192"/>
                    <a:pt x="7593" y="8192"/>
                  </a:cubicBezTo>
                  <a:cubicBezTo>
                    <a:pt x="9861" y="8192"/>
                    <a:pt x="11689" y="6333"/>
                    <a:pt x="11689" y="4096"/>
                  </a:cubicBezTo>
                  <a:cubicBezTo>
                    <a:pt x="11720" y="1828"/>
                    <a:pt x="9861" y="1"/>
                    <a:pt x="762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78" name="Google Shape;11278;p67"/>
            <p:cNvSpPr/>
            <p:nvPr/>
          </p:nvSpPr>
          <p:spPr>
            <a:xfrm>
              <a:off x="-3714975" y="2080500"/>
              <a:ext cx="103200" cy="119750"/>
            </a:xfrm>
            <a:custGeom>
              <a:rect l="l" t="t" r="r" b="b"/>
              <a:pathLst>
                <a:path w="4128" h="4790" extrusionOk="0">
                  <a:moveTo>
                    <a:pt x="2048" y="694"/>
                  </a:moveTo>
                  <a:cubicBezTo>
                    <a:pt x="2458" y="694"/>
                    <a:pt x="2710" y="1009"/>
                    <a:pt x="2710" y="1387"/>
                  </a:cubicBezTo>
                  <a:cubicBezTo>
                    <a:pt x="2710" y="1765"/>
                    <a:pt x="2395" y="2048"/>
                    <a:pt x="2048" y="2048"/>
                  </a:cubicBezTo>
                  <a:cubicBezTo>
                    <a:pt x="1702" y="2048"/>
                    <a:pt x="1387" y="1733"/>
                    <a:pt x="1387" y="1387"/>
                  </a:cubicBezTo>
                  <a:cubicBezTo>
                    <a:pt x="1355" y="1009"/>
                    <a:pt x="1670" y="694"/>
                    <a:pt x="2048" y="694"/>
                  </a:cubicBezTo>
                  <a:close/>
                  <a:moveTo>
                    <a:pt x="2363" y="2741"/>
                  </a:moveTo>
                  <a:cubicBezTo>
                    <a:pt x="2931" y="2741"/>
                    <a:pt x="3403" y="3214"/>
                    <a:pt x="3403" y="3781"/>
                  </a:cubicBezTo>
                  <a:lnTo>
                    <a:pt x="3403" y="4128"/>
                  </a:lnTo>
                  <a:lnTo>
                    <a:pt x="662" y="4128"/>
                  </a:lnTo>
                  <a:lnTo>
                    <a:pt x="662" y="3781"/>
                  </a:lnTo>
                  <a:cubicBezTo>
                    <a:pt x="662" y="3214"/>
                    <a:pt x="1135" y="2741"/>
                    <a:pt x="1702" y="2741"/>
                  </a:cubicBezTo>
                  <a:close/>
                  <a:moveTo>
                    <a:pt x="2048" y="1"/>
                  </a:moveTo>
                  <a:cubicBezTo>
                    <a:pt x="1292" y="1"/>
                    <a:pt x="662" y="631"/>
                    <a:pt x="662" y="1387"/>
                  </a:cubicBezTo>
                  <a:cubicBezTo>
                    <a:pt x="662" y="1702"/>
                    <a:pt x="788" y="2017"/>
                    <a:pt x="977" y="2237"/>
                  </a:cubicBezTo>
                  <a:cubicBezTo>
                    <a:pt x="410" y="2521"/>
                    <a:pt x="1" y="3119"/>
                    <a:pt x="1" y="3781"/>
                  </a:cubicBezTo>
                  <a:lnTo>
                    <a:pt x="1" y="4443"/>
                  </a:lnTo>
                  <a:cubicBezTo>
                    <a:pt x="1" y="4632"/>
                    <a:pt x="158" y="4789"/>
                    <a:pt x="347" y="4789"/>
                  </a:cubicBezTo>
                  <a:lnTo>
                    <a:pt x="3781" y="4789"/>
                  </a:lnTo>
                  <a:cubicBezTo>
                    <a:pt x="3970" y="4789"/>
                    <a:pt x="4128" y="4632"/>
                    <a:pt x="4128" y="4443"/>
                  </a:cubicBezTo>
                  <a:lnTo>
                    <a:pt x="4128" y="3781"/>
                  </a:lnTo>
                  <a:cubicBezTo>
                    <a:pt x="4096" y="3119"/>
                    <a:pt x="3718" y="2521"/>
                    <a:pt x="3120" y="2237"/>
                  </a:cubicBezTo>
                  <a:cubicBezTo>
                    <a:pt x="3309" y="2017"/>
                    <a:pt x="3435" y="1733"/>
                    <a:pt x="3435" y="1387"/>
                  </a:cubicBezTo>
                  <a:cubicBezTo>
                    <a:pt x="3435" y="631"/>
                    <a:pt x="2805" y="1"/>
                    <a:pt x="204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279" name="Google Shape;11279;p67"/>
          <p:cNvGrpSpPr/>
          <p:nvPr/>
        </p:nvGrpSpPr>
        <p:grpSpPr>
          <a:xfrm>
            <a:off x="5153254" y="2138717"/>
            <a:ext cx="425343" cy="424188"/>
            <a:chOff x="-3854375" y="2405000"/>
            <a:chExt cx="294600" cy="293800"/>
          </a:xfrm>
        </p:grpSpPr>
        <p:sp>
          <p:nvSpPr>
            <p:cNvPr id="11280" name="Google Shape;11280;p67"/>
            <p:cNvSpPr/>
            <p:nvPr/>
          </p:nvSpPr>
          <p:spPr>
            <a:xfrm>
              <a:off x="-3854375" y="2405000"/>
              <a:ext cx="294600" cy="293800"/>
            </a:xfrm>
            <a:custGeom>
              <a:rect l="l" t="t" r="r" b="b"/>
              <a:pathLst>
                <a:path w="11784" h="11752" extrusionOk="0">
                  <a:moveTo>
                    <a:pt x="6994" y="694"/>
                  </a:moveTo>
                  <a:lnTo>
                    <a:pt x="6994" y="1103"/>
                  </a:lnTo>
                  <a:cubicBezTo>
                    <a:pt x="6994" y="1261"/>
                    <a:pt x="7120" y="1387"/>
                    <a:pt x="7278" y="1418"/>
                  </a:cubicBezTo>
                  <a:cubicBezTo>
                    <a:pt x="7467" y="1481"/>
                    <a:pt x="7719" y="1576"/>
                    <a:pt x="7908" y="1702"/>
                  </a:cubicBezTo>
                  <a:cubicBezTo>
                    <a:pt x="7954" y="1736"/>
                    <a:pt x="8009" y="1750"/>
                    <a:pt x="8066" y="1750"/>
                  </a:cubicBezTo>
                  <a:cubicBezTo>
                    <a:pt x="8164" y="1750"/>
                    <a:pt x="8269" y="1710"/>
                    <a:pt x="8349" y="1670"/>
                  </a:cubicBezTo>
                  <a:lnTo>
                    <a:pt x="8664" y="1355"/>
                  </a:lnTo>
                  <a:lnTo>
                    <a:pt x="9137" y="1828"/>
                  </a:lnTo>
                  <a:lnTo>
                    <a:pt x="8822" y="2143"/>
                  </a:lnTo>
                  <a:cubicBezTo>
                    <a:pt x="8696" y="2269"/>
                    <a:pt x="8696" y="2426"/>
                    <a:pt x="8759" y="2584"/>
                  </a:cubicBezTo>
                  <a:cubicBezTo>
                    <a:pt x="8885" y="2773"/>
                    <a:pt x="8979" y="2962"/>
                    <a:pt x="9042" y="3214"/>
                  </a:cubicBezTo>
                  <a:cubicBezTo>
                    <a:pt x="9074" y="3372"/>
                    <a:pt x="9200" y="3466"/>
                    <a:pt x="9357" y="3466"/>
                  </a:cubicBezTo>
                  <a:lnTo>
                    <a:pt x="9798" y="3466"/>
                  </a:lnTo>
                  <a:lnTo>
                    <a:pt x="9798" y="4159"/>
                  </a:lnTo>
                  <a:lnTo>
                    <a:pt x="9357" y="4159"/>
                  </a:lnTo>
                  <a:cubicBezTo>
                    <a:pt x="9200" y="4159"/>
                    <a:pt x="9074" y="4222"/>
                    <a:pt x="9042" y="4380"/>
                  </a:cubicBezTo>
                  <a:cubicBezTo>
                    <a:pt x="9011" y="4569"/>
                    <a:pt x="8885" y="4821"/>
                    <a:pt x="8759" y="5010"/>
                  </a:cubicBezTo>
                  <a:cubicBezTo>
                    <a:pt x="8696" y="5136"/>
                    <a:pt x="8727" y="5325"/>
                    <a:pt x="8822" y="5451"/>
                  </a:cubicBezTo>
                  <a:lnTo>
                    <a:pt x="9137" y="5766"/>
                  </a:lnTo>
                  <a:lnTo>
                    <a:pt x="8664" y="6238"/>
                  </a:lnTo>
                  <a:lnTo>
                    <a:pt x="8349" y="5923"/>
                  </a:lnTo>
                  <a:cubicBezTo>
                    <a:pt x="8275" y="5850"/>
                    <a:pt x="8191" y="5819"/>
                    <a:pt x="8101" y="5819"/>
                  </a:cubicBezTo>
                  <a:cubicBezTo>
                    <a:pt x="8038" y="5819"/>
                    <a:pt x="7973" y="5834"/>
                    <a:pt x="7908" y="5860"/>
                  </a:cubicBezTo>
                  <a:cubicBezTo>
                    <a:pt x="7719" y="5986"/>
                    <a:pt x="7498" y="6081"/>
                    <a:pt x="7278" y="6144"/>
                  </a:cubicBezTo>
                  <a:cubicBezTo>
                    <a:pt x="7120" y="6175"/>
                    <a:pt x="6994" y="6301"/>
                    <a:pt x="6994" y="6459"/>
                  </a:cubicBezTo>
                  <a:lnTo>
                    <a:pt x="6994" y="6900"/>
                  </a:lnTo>
                  <a:lnTo>
                    <a:pt x="6333" y="6900"/>
                  </a:lnTo>
                  <a:lnTo>
                    <a:pt x="6333" y="6459"/>
                  </a:lnTo>
                  <a:cubicBezTo>
                    <a:pt x="6333" y="6301"/>
                    <a:pt x="6207" y="6207"/>
                    <a:pt x="6049" y="6144"/>
                  </a:cubicBezTo>
                  <a:cubicBezTo>
                    <a:pt x="5860" y="6112"/>
                    <a:pt x="5608" y="5986"/>
                    <a:pt x="5419" y="5860"/>
                  </a:cubicBezTo>
                  <a:cubicBezTo>
                    <a:pt x="5374" y="5838"/>
                    <a:pt x="5322" y="5828"/>
                    <a:pt x="5267" y="5828"/>
                  </a:cubicBezTo>
                  <a:cubicBezTo>
                    <a:pt x="5167" y="5828"/>
                    <a:pt x="5059" y="5862"/>
                    <a:pt x="4978" y="5923"/>
                  </a:cubicBezTo>
                  <a:lnTo>
                    <a:pt x="4663" y="6238"/>
                  </a:lnTo>
                  <a:lnTo>
                    <a:pt x="4190" y="5766"/>
                  </a:lnTo>
                  <a:lnTo>
                    <a:pt x="4505" y="5451"/>
                  </a:lnTo>
                  <a:cubicBezTo>
                    <a:pt x="4631" y="5325"/>
                    <a:pt x="4631" y="5167"/>
                    <a:pt x="4568" y="5010"/>
                  </a:cubicBezTo>
                  <a:cubicBezTo>
                    <a:pt x="4442" y="4821"/>
                    <a:pt x="4348" y="4632"/>
                    <a:pt x="4285" y="4380"/>
                  </a:cubicBezTo>
                  <a:cubicBezTo>
                    <a:pt x="4253" y="4254"/>
                    <a:pt x="4127" y="4159"/>
                    <a:pt x="4001" y="4159"/>
                  </a:cubicBezTo>
                  <a:lnTo>
                    <a:pt x="3529" y="4159"/>
                  </a:lnTo>
                  <a:lnTo>
                    <a:pt x="3529" y="3466"/>
                  </a:lnTo>
                  <a:lnTo>
                    <a:pt x="3970" y="3466"/>
                  </a:lnTo>
                  <a:cubicBezTo>
                    <a:pt x="4127" y="3466"/>
                    <a:pt x="4253" y="3372"/>
                    <a:pt x="4285" y="3214"/>
                  </a:cubicBezTo>
                  <a:cubicBezTo>
                    <a:pt x="4316" y="2993"/>
                    <a:pt x="4442" y="2773"/>
                    <a:pt x="4568" y="2584"/>
                  </a:cubicBezTo>
                  <a:cubicBezTo>
                    <a:pt x="4631" y="2458"/>
                    <a:pt x="4600" y="2269"/>
                    <a:pt x="4505" y="2143"/>
                  </a:cubicBezTo>
                  <a:lnTo>
                    <a:pt x="4190" y="1828"/>
                  </a:lnTo>
                  <a:lnTo>
                    <a:pt x="4663" y="1355"/>
                  </a:lnTo>
                  <a:lnTo>
                    <a:pt x="4978" y="1670"/>
                  </a:lnTo>
                  <a:cubicBezTo>
                    <a:pt x="5046" y="1738"/>
                    <a:pt x="5122" y="1769"/>
                    <a:pt x="5203" y="1769"/>
                  </a:cubicBezTo>
                  <a:cubicBezTo>
                    <a:pt x="5273" y="1769"/>
                    <a:pt x="5346" y="1746"/>
                    <a:pt x="5419" y="1702"/>
                  </a:cubicBezTo>
                  <a:cubicBezTo>
                    <a:pt x="5608" y="1576"/>
                    <a:pt x="5829" y="1513"/>
                    <a:pt x="6049" y="1418"/>
                  </a:cubicBezTo>
                  <a:cubicBezTo>
                    <a:pt x="6207" y="1387"/>
                    <a:pt x="6333" y="1261"/>
                    <a:pt x="6333" y="1103"/>
                  </a:cubicBezTo>
                  <a:lnTo>
                    <a:pt x="6333" y="694"/>
                  </a:lnTo>
                  <a:close/>
                  <a:moveTo>
                    <a:pt x="10964" y="4821"/>
                  </a:moveTo>
                  <a:lnTo>
                    <a:pt x="9830" y="8255"/>
                  </a:lnTo>
                  <a:lnTo>
                    <a:pt x="2773" y="8255"/>
                  </a:lnTo>
                  <a:lnTo>
                    <a:pt x="2143" y="4821"/>
                  </a:lnTo>
                  <a:lnTo>
                    <a:pt x="3686" y="4821"/>
                  </a:lnTo>
                  <a:cubicBezTo>
                    <a:pt x="3718" y="4947"/>
                    <a:pt x="3781" y="5010"/>
                    <a:pt x="3812" y="5136"/>
                  </a:cubicBezTo>
                  <a:lnTo>
                    <a:pt x="3466" y="5482"/>
                  </a:lnTo>
                  <a:cubicBezTo>
                    <a:pt x="3340" y="5608"/>
                    <a:pt x="3340" y="5829"/>
                    <a:pt x="3466" y="5955"/>
                  </a:cubicBezTo>
                  <a:lnTo>
                    <a:pt x="4442" y="6932"/>
                  </a:lnTo>
                  <a:cubicBezTo>
                    <a:pt x="4505" y="6995"/>
                    <a:pt x="4592" y="7026"/>
                    <a:pt x="4679" y="7026"/>
                  </a:cubicBezTo>
                  <a:cubicBezTo>
                    <a:pt x="4765" y="7026"/>
                    <a:pt x="4852" y="6995"/>
                    <a:pt x="4915" y="6932"/>
                  </a:cubicBezTo>
                  <a:lnTo>
                    <a:pt x="5262" y="6585"/>
                  </a:lnTo>
                  <a:cubicBezTo>
                    <a:pt x="5356" y="6617"/>
                    <a:pt x="5451" y="6680"/>
                    <a:pt x="5577" y="6711"/>
                  </a:cubicBezTo>
                  <a:lnTo>
                    <a:pt x="5577" y="7215"/>
                  </a:lnTo>
                  <a:cubicBezTo>
                    <a:pt x="5577" y="7404"/>
                    <a:pt x="5734" y="7562"/>
                    <a:pt x="5923" y="7562"/>
                  </a:cubicBezTo>
                  <a:lnTo>
                    <a:pt x="7309" y="7562"/>
                  </a:lnTo>
                  <a:cubicBezTo>
                    <a:pt x="7498" y="7562"/>
                    <a:pt x="7656" y="7404"/>
                    <a:pt x="7656" y="7215"/>
                  </a:cubicBezTo>
                  <a:lnTo>
                    <a:pt x="7656" y="6711"/>
                  </a:lnTo>
                  <a:cubicBezTo>
                    <a:pt x="7782" y="6680"/>
                    <a:pt x="7876" y="6617"/>
                    <a:pt x="7971" y="6585"/>
                  </a:cubicBezTo>
                  <a:lnTo>
                    <a:pt x="8349" y="6932"/>
                  </a:lnTo>
                  <a:cubicBezTo>
                    <a:pt x="8396" y="6995"/>
                    <a:pt x="8483" y="7026"/>
                    <a:pt x="8574" y="7026"/>
                  </a:cubicBezTo>
                  <a:cubicBezTo>
                    <a:pt x="8664" y="7026"/>
                    <a:pt x="8759" y="6995"/>
                    <a:pt x="8822" y="6932"/>
                  </a:cubicBezTo>
                  <a:lnTo>
                    <a:pt x="9798" y="5955"/>
                  </a:lnTo>
                  <a:cubicBezTo>
                    <a:pt x="9924" y="5829"/>
                    <a:pt x="9924" y="5608"/>
                    <a:pt x="9798" y="5482"/>
                  </a:cubicBezTo>
                  <a:lnTo>
                    <a:pt x="9452" y="5136"/>
                  </a:lnTo>
                  <a:cubicBezTo>
                    <a:pt x="9483" y="5041"/>
                    <a:pt x="9515" y="4947"/>
                    <a:pt x="9546" y="4821"/>
                  </a:cubicBezTo>
                  <a:close/>
                  <a:moveTo>
                    <a:pt x="3907" y="10334"/>
                  </a:moveTo>
                  <a:cubicBezTo>
                    <a:pt x="4096" y="10366"/>
                    <a:pt x="4253" y="10523"/>
                    <a:pt x="4253" y="10681"/>
                  </a:cubicBezTo>
                  <a:cubicBezTo>
                    <a:pt x="4253" y="10870"/>
                    <a:pt x="4096" y="11027"/>
                    <a:pt x="3907" y="11027"/>
                  </a:cubicBezTo>
                  <a:cubicBezTo>
                    <a:pt x="3686" y="11027"/>
                    <a:pt x="3529" y="10870"/>
                    <a:pt x="3529" y="10681"/>
                  </a:cubicBezTo>
                  <a:cubicBezTo>
                    <a:pt x="3529" y="10492"/>
                    <a:pt x="3686" y="10334"/>
                    <a:pt x="3907" y="10334"/>
                  </a:cubicBezTo>
                  <a:close/>
                  <a:moveTo>
                    <a:pt x="8664" y="10334"/>
                  </a:moveTo>
                  <a:cubicBezTo>
                    <a:pt x="8853" y="10366"/>
                    <a:pt x="9011" y="10523"/>
                    <a:pt x="9011" y="10681"/>
                  </a:cubicBezTo>
                  <a:cubicBezTo>
                    <a:pt x="9011" y="10870"/>
                    <a:pt x="8853" y="11027"/>
                    <a:pt x="8664" y="11027"/>
                  </a:cubicBezTo>
                  <a:cubicBezTo>
                    <a:pt x="8444" y="11027"/>
                    <a:pt x="8286" y="10870"/>
                    <a:pt x="8286" y="10681"/>
                  </a:cubicBezTo>
                  <a:cubicBezTo>
                    <a:pt x="8286" y="10492"/>
                    <a:pt x="8444" y="10334"/>
                    <a:pt x="8664" y="10334"/>
                  </a:cubicBezTo>
                  <a:close/>
                  <a:moveTo>
                    <a:pt x="5892" y="0"/>
                  </a:moveTo>
                  <a:cubicBezTo>
                    <a:pt x="5703" y="0"/>
                    <a:pt x="5545" y="158"/>
                    <a:pt x="5545" y="379"/>
                  </a:cubicBezTo>
                  <a:lnTo>
                    <a:pt x="5545" y="883"/>
                  </a:lnTo>
                  <a:cubicBezTo>
                    <a:pt x="5419" y="914"/>
                    <a:pt x="5356" y="946"/>
                    <a:pt x="5230" y="1009"/>
                  </a:cubicBezTo>
                  <a:lnTo>
                    <a:pt x="4883" y="631"/>
                  </a:lnTo>
                  <a:cubicBezTo>
                    <a:pt x="4820" y="583"/>
                    <a:pt x="4734" y="560"/>
                    <a:pt x="4647" y="560"/>
                  </a:cubicBezTo>
                  <a:cubicBezTo>
                    <a:pt x="4561" y="560"/>
                    <a:pt x="4474" y="583"/>
                    <a:pt x="4411" y="631"/>
                  </a:cubicBezTo>
                  <a:lnTo>
                    <a:pt x="3434" y="1639"/>
                  </a:lnTo>
                  <a:cubicBezTo>
                    <a:pt x="3308" y="1733"/>
                    <a:pt x="3308" y="1985"/>
                    <a:pt x="3434" y="2111"/>
                  </a:cubicBezTo>
                  <a:lnTo>
                    <a:pt x="3781" y="2458"/>
                  </a:lnTo>
                  <a:cubicBezTo>
                    <a:pt x="3718" y="2521"/>
                    <a:pt x="3686" y="2647"/>
                    <a:pt x="3655" y="2773"/>
                  </a:cubicBezTo>
                  <a:lnTo>
                    <a:pt x="3151" y="2773"/>
                  </a:lnTo>
                  <a:cubicBezTo>
                    <a:pt x="2930" y="2773"/>
                    <a:pt x="2773" y="2930"/>
                    <a:pt x="2773" y="3119"/>
                  </a:cubicBezTo>
                  <a:lnTo>
                    <a:pt x="2773" y="4159"/>
                  </a:lnTo>
                  <a:lnTo>
                    <a:pt x="1985" y="4159"/>
                  </a:lnTo>
                  <a:lnTo>
                    <a:pt x="1765" y="2930"/>
                  </a:lnTo>
                  <a:cubicBezTo>
                    <a:pt x="1670" y="2458"/>
                    <a:pt x="1197" y="2111"/>
                    <a:pt x="693" y="2111"/>
                  </a:cubicBezTo>
                  <a:lnTo>
                    <a:pt x="347" y="2111"/>
                  </a:lnTo>
                  <a:cubicBezTo>
                    <a:pt x="158" y="2111"/>
                    <a:pt x="0" y="2269"/>
                    <a:pt x="0" y="2458"/>
                  </a:cubicBezTo>
                  <a:cubicBezTo>
                    <a:pt x="0" y="2647"/>
                    <a:pt x="158" y="2804"/>
                    <a:pt x="347" y="2804"/>
                  </a:cubicBezTo>
                  <a:lnTo>
                    <a:pt x="693" y="2804"/>
                  </a:lnTo>
                  <a:cubicBezTo>
                    <a:pt x="882" y="2804"/>
                    <a:pt x="1103" y="2930"/>
                    <a:pt x="1103" y="3088"/>
                  </a:cubicBezTo>
                  <a:lnTo>
                    <a:pt x="2080" y="8570"/>
                  </a:lnTo>
                  <a:cubicBezTo>
                    <a:pt x="1891" y="8759"/>
                    <a:pt x="1765" y="9042"/>
                    <a:pt x="1765" y="9357"/>
                  </a:cubicBezTo>
                  <a:cubicBezTo>
                    <a:pt x="1765" y="9861"/>
                    <a:pt x="2143" y="10366"/>
                    <a:pt x="2867" y="10366"/>
                  </a:cubicBezTo>
                  <a:cubicBezTo>
                    <a:pt x="2836" y="10492"/>
                    <a:pt x="2836" y="10618"/>
                    <a:pt x="2836" y="10712"/>
                  </a:cubicBezTo>
                  <a:cubicBezTo>
                    <a:pt x="2836" y="11279"/>
                    <a:pt x="3308" y="11752"/>
                    <a:pt x="3844" y="11752"/>
                  </a:cubicBezTo>
                  <a:cubicBezTo>
                    <a:pt x="4411" y="11752"/>
                    <a:pt x="4883" y="11279"/>
                    <a:pt x="4883" y="10712"/>
                  </a:cubicBezTo>
                  <a:cubicBezTo>
                    <a:pt x="4883" y="10618"/>
                    <a:pt x="4820" y="10492"/>
                    <a:pt x="4820" y="10366"/>
                  </a:cubicBezTo>
                  <a:lnTo>
                    <a:pt x="7719" y="10366"/>
                  </a:lnTo>
                  <a:cubicBezTo>
                    <a:pt x="7656" y="10492"/>
                    <a:pt x="7656" y="10618"/>
                    <a:pt x="7656" y="10712"/>
                  </a:cubicBezTo>
                  <a:cubicBezTo>
                    <a:pt x="7656" y="11279"/>
                    <a:pt x="8129" y="11752"/>
                    <a:pt x="8696" y="11752"/>
                  </a:cubicBezTo>
                  <a:cubicBezTo>
                    <a:pt x="9231" y="11752"/>
                    <a:pt x="9735" y="11279"/>
                    <a:pt x="9735" y="10712"/>
                  </a:cubicBezTo>
                  <a:cubicBezTo>
                    <a:pt x="9735" y="10618"/>
                    <a:pt x="9672" y="10492"/>
                    <a:pt x="9672" y="10366"/>
                  </a:cubicBezTo>
                  <a:lnTo>
                    <a:pt x="10082" y="10366"/>
                  </a:lnTo>
                  <a:cubicBezTo>
                    <a:pt x="10271" y="10366"/>
                    <a:pt x="10428" y="10208"/>
                    <a:pt x="10428" y="10019"/>
                  </a:cubicBezTo>
                  <a:cubicBezTo>
                    <a:pt x="10428" y="9830"/>
                    <a:pt x="10271" y="9672"/>
                    <a:pt x="10082" y="9672"/>
                  </a:cubicBezTo>
                  <a:lnTo>
                    <a:pt x="2867" y="9672"/>
                  </a:lnTo>
                  <a:cubicBezTo>
                    <a:pt x="2678" y="9672"/>
                    <a:pt x="2521" y="9515"/>
                    <a:pt x="2521" y="9294"/>
                  </a:cubicBezTo>
                  <a:cubicBezTo>
                    <a:pt x="2521" y="9137"/>
                    <a:pt x="2678" y="8948"/>
                    <a:pt x="2867" y="8948"/>
                  </a:cubicBezTo>
                  <a:lnTo>
                    <a:pt x="10082" y="8948"/>
                  </a:lnTo>
                  <a:cubicBezTo>
                    <a:pt x="10239" y="8948"/>
                    <a:pt x="10334" y="8885"/>
                    <a:pt x="10397" y="8727"/>
                  </a:cubicBezTo>
                  <a:lnTo>
                    <a:pt x="11720" y="4663"/>
                  </a:lnTo>
                  <a:cubicBezTo>
                    <a:pt x="11783" y="4537"/>
                    <a:pt x="11720" y="4411"/>
                    <a:pt x="11689" y="4348"/>
                  </a:cubicBezTo>
                  <a:cubicBezTo>
                    <a:pt x="11563" y="4191"/>
                    <a:pt x="11405" y="4191"/>
                    <a:pt x="11279" y="4191"/>
                  </a:cubicBezTo>
                  <a:lnTo>
                    <a:pt x="10397" y="4191"/>
                  </a:lnTo>
                  <a:lnTo>
                    <a:pt x="10397" y="3119"/>
                  </a:lnTo>
                  <a:cubicBezTo>
                    <a:pt x="10397" y="2930"/>
                    <a:pt x="10239" y="2773"/>
                    <a:pt x="10019" y="2773"/>
                  </a:cubicBezTo>
                  <a:lnTo>
                    <a:pt x="9515" y="2773"/>
                  </a:lnTo>
                  <a:cubicBezTo>
                    <a:pt x="9483" y="2647"/>
                    <a:pt x="9452" y="2584"/>
                    <a:pt x="9389" y="2458"/>
                  </a:cubicBezTo>
                  <a:lnTo>
                    <a:pt x="9767" y="2080"/>
                  </a:lnTo>
                  <a:cubicBezTo>
                    <a:pt x="9861" y="1985"/>
                    <a:pt x="9861" y="1733"/>
                    <a:pt x="9767" y="1607"/>
                  </a:cubicBezTo>
                  <a:lnTo>
                    <a:pt x="8759" y="631"/>
                  </a:lnTo>
                  <a:cubicBezTo>
                    <a:pt x="8711" y="568"/>
                    <a:pt x="8625" y="536"/>
                    <a:pt x="8534" y="536"/>
                  </a:cubicBezTo>
                  <a:cubicBezTo>
                    <a:pt x="8444" y="536"/>
                    <a:pt x="8349" y="568"/>
                    <a:pt x="8286" y="631"/>
                  </a:cubicBezTo>
                  <a:lnTo>
                    <a:pt x="7939" y="1009"/>
                  </a:lnTo>
                  <a:cubicBezTo>
                    <a:pt x="7876" y="946"/>
                    <a:pt x="7750" y="914"/>
                    <a:pt x="7624" y="883"/>
                  </a:cubicBezTo>
                  <a:lnTo>
                    <a:pt x="7624" y="379"/>
                  </a:lnTo>
                  <a:cubicBezTo>
                    <a:pt x="7624" y="158"/>
                    <a:pt x="7467" y="0"/>
                    <a:pt x="727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81" name="Google Shape;11281;p67"/>
            <p:cNvSpPr/>
            <p:nvPr/>
          </p:nvSpPr>
          <p:spPr>
            <a:xfrm>
              <a:off x="-3731500" y="2458550"/>
              <a:ext cx="84300" cy="84300"/>
            </a:xfrm>
            <a:custGeom>
              <a:rect l="l" t="t" r="r" b="b"/>
              <a:pathLst>
                <a:path w="3372" h="3372" extrusionOk="0">
                  <a:moveTo>
                    <a:pt x="1701" y="631"/>
                  </a:moveTo>
                  <a:cubicBezTo>
                    <a:pt x="2237" y="631"/>
                    <a:pt x="2709" y="1103"/>
                    <a:pt x="2709" y="1639"/>
                  </a:cubicBezTo>
                  <a:cubicBezTo>
                    <a:pt x="2709" y="2206"/>
                    <a:pt x="2237" y="2679"/>
                    <a:pt x="1701" y="2679"/>
                  </a:cubicBezTo>
                  <a:cubicBezTo>
                    <a:pt x="1134" y="2679"/>
                    <a:pt x="662" y="2206"/>
                    <a:pt x="662" y="1639"/>
                  </a:cubicBezTo>
                  <a:cubicBezTo>
                    <a:pt x="662" y="1103"/>
                    <a:pt x="1134" y="631"/>
                    <a:pt x="1701" y="631"/>
                  </a:cubicBezTo>
                  <a:close/>
                  <a:moveTo>
                    <a:pt x="1701" y="1"/>
                  </a:moveTo>
                  <a:cubicBezTo>
                    <a:pt x="756" y="1"/>
                    <a:pt x="0" y="725"/>
                    <a:pt x="0" y="1702"/>
                  </a:cubicBezTo>
                  <a:cubicBezTo>
                    <a:pt x="0" y="2647"/>
                    <a:pt x="756" y="3372"/>
                    <a:pt x="1701" y="3372"/>
                  </a:cubicBezTo>
                  <a:cubicBezTo>
                    <a:pt x="2646" y="3372"/>
                    <a:pt x="3371" y="2647"/>
                    <a:pt x="3371" y="1702"/>
                  </a:cubicBezTo>
                  <a:cubicBezTo>
                    <a:pt x="3371" y="725"/>
                    <a:pt x="2646" y="1"/>
                    <a:pt x="170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282" name="Google Shape;11282;p67"/>
          <p:cNvGrpSpPr/>
          <p:nvPr/>
        </p:nvGrpSpPr>
        <p:grpSpPr>
          <a:xfrm>
            <a:off x="5167459" y="2659838"/>
            <a:ext cx="420796" cy="423033"/>
            <a:chOff x="-3852025" y="2764950"/>
            <a:chExt cx="291450" cy="293000"/>
          </a:xfrm>
        </p:grpSpPr>
        <p:sp>
          <p:nvSpPr>
            <p:cNvPr id="11283" name="Google Shape;11283;p67"/>
            <p:cNvSpPr/>
            <p:nvPr/>
          </p:nvSpPr>
          <p:spPr>
            <a:xfrm>
              <a:off x="-3852025" y="2764950"/>
              <a:ext cx="291450" cy="293000"/>
            </a:xfrm>
            <a:custGeom>
              <a:rect l="l" t="t" r="r" b="b"/>
              <a:pathLst>
                <a:path w="11658" h="11720" extrusionOk="0">
                  <a:moveTo>
                    <a:pt x="4380" y="693"/>
                  </a:moveTo>
                  <a:cubicBezTo>
                    <a:pt x="6774" y="693"/>
                    <a:pt x="8161" y="1355"/>
                    <a:pt x="8161" y="1733"/>
                  </a:cubicBezTo>
                  <a:cubicBezTo>
                    <a:pt x="8161" y="2080"/>
                    <a:pt x="6774" y="2741"/>
                    <a:pt x="4380" y="2741"/>
                  </a:cubicBezTo>
                  <a:cubicBezTo>
                    <a:pt x="1986" y="2741"/>
                    <a:pt x="599" y="2080"/>
                    <a:pt x="599" y="1733"/>
                  </a:cubicBezTo>
                  <a:cubicBezTo>
                    <a:pt x="631" y="1355"/>
                    <a:pt x="2017" y="693"/>
                    <a:pt x="4380" y="693"/>
                  </a:cubicBezTo>
                  <a:close/>
                  <a:moveTo>
                    <a:pt x="8224" y="2710"/>
                  </a:moveTo>
                  <a:lnTo>
                    <a:pt x="8224" y="4190"/>
                  </a:lnTo>
                  <a:lnTo>
                    <a:pt x="7845" y="4190"/>
                  </a:lnTo>
                  <a:cubicBezTo>
                    <a:pt x="7815" y="4189"/>
                    <a:pt x="7784" y="4189"/>
                    <a:pt x="7753" y="4189"/>
                  </a:cubicBezTo>
                  <a:cubicBezTo>
                    <a:pt x="6625" y="4189"/>
                    <a:pt x="5622" y="4748"/>
                    <a:pt x="4947" y="5545"/>
                  </a:cubicBezTo>
                  <a:cubicBezTo>
                    <a:pt x="4743" y="5555"/>
                    <a:pt x="4544" y="5560"/>
                    <a:pt x="4352" y="5560"/>
                  </a:cubicBezTo>
                  <a:cubicBezTo>
                    <a:pt x="2081" y="5560"/>
                    <a:pt x="662" y="4912"/>
                    <a:pt x="662" y="4505"/>
                  </a:cubicBezTo>
                  <a:lnTo>
                    <a:pt x="662" y="2710"/>
                  </a:lnTo>
                  <a:cubicBezTo>
                    <a:pt x="1639" y="3308"/>
                    <a:pt x="3246" y="3466"/>
                    <a:pt x="4443" y="3466"/>
                  </a:cubicBezTo>
                  <a:cubicBezTo>
                    <a:pt x="5577" y="3466"/>
                    <a:pt x="7215" y="3308"/>
                    <a:pt x="8224" y="2710"/>
                  </a:cubicBezTo>
                  <a:close/>
                  <a:moveTo>
                    <a:pt x="631" y="5514"/>
                  </a:moveTo>
                  <a:cubicBezTo>
                    <a:pt x="1639" y="6081"/>
                    <a:pt x="3309" y="6238"/>
                    <a:pt x="4474" y="6238"/>
                  </a:cubicBezTo>
                  <a:cubicBezTo>
                    <a:pt x="4222" y="6711"/>
                    <a:pt x="4065" y="7309"/>
                    <a:pt x="4065" y="7939"/>
                  </a:cubicBezTo>
                  <a:lnTo>
                    <a:pt x="4065" y="8286"/>
                  </a:lnTo>
                  <a:cubicBezTo>
                    <a:pt x="1860" y="8223"/>
                    <a:pt x="631" y="7624"/>
                    <a:pt x="631" y="7278"/>
                  </a:cubicBezTo>
                  <a:lnTo>
                    <a:pt x="631" y="5514"/>
                  </a:lnTo>
                  <a:close/>
                  <a:moveTo>
                    <a:pt x="631" y="8223"/>
                  </a:moveTo>
                  <a:cubicBezTo>
                    <a:pt x="1576" y="8759"/>
                    <a:pt x="3120" y="8979"/>
                    <a:pt x="4222" y="8979"/>
                  </a:cubicBezTo>
                  <a:cubicBezTo>
                    <a:pt x="4474" y="9798"/>
                    <a:pt x="4947" y="10460"/>
                    <a:pt x="5609" y="10964"/>
                  </a:cubicBezTo>
                  <a:cubicBezTo>
                    <a:pt x="5199" y="11005"/>
                    <a:pt x="4802" y="11024"/>
                    <a:pt x="4424" y="11024"/>
                  </a:cubicBezTo>
                  <a:cubicBezTo>
                    <a:pt x="2216" y="11024"/>
                    <a:pt x="631" y="10391"/>
                    <a:pt x="631" y="9987"/>
                  </a:cubicBezTo>
                  <a:lnTo>
                    <a:pt x="631" y="8223"/>
                  </a:lnTo>
                  <a:close/>
                  <a:moveTo>
                    <a:pt x="7814" y="4852"/>
                  </a:moveTo>
                  <a:cubicBezTo>
                    <a:pt x="9515" y="4852"/>
                    <a:pt x="10933" y="6238"/>
                    <a:pt x="10933" y="7939"/>
                  </a:cubicBezTo>
                  <a:cubicBezTo>
                    <a:pt x="10964" y="9641"/>
                    <a:pt x="9547" y="11027"/>
                    <a:pt x="7814" y="11027"/>
                  </a:cubicBezTo>
                  <a:cubicBezTo>
                    <a:pt x="6113" y="11027"/>
                    <a:pt x="4726" y="9641"/>
                    <a:pt x="4726" y="7939"/>
                  </a:cubicBezTo>
                  <a:cubicBezTo>
                    <a:pt x="4726" y="6238"/>
                    <a:pt x="6113" y="4852"/>
                    <a:pt x="7814" y="4852"/>
                  </a:cubicBezTo>
                  <a:close/>
                  <a:moveTo>
                    <a:pt x="4411" y="0"/>
                  </a:moveTo>
                  <a:cubicBezTo>
                    <a:pt x="3277" y="0"/>
                    <a:pt x="2206" y="158"/>
                    <a:pt x="1418" y="410"/>
                  </a:cubicBezTo>
                  <a:cubicBezTo>
                    <a:pt x="253" y="819"/>
                    <a:pt x="1" y="1323"/>
                    <a:pt x="1" y="1733"/>
                  </a:cubicBezTo>
                  <a:lnTo>
                    <a:pt x="1" y="9987"/>
                  </a:lnTo>
                  <a:cubicBezTo>
                    <a:pt x="1" y="10334"/>
                    <a:pt x="253" y="10901"/>
                    <a:pt x="1418" y="11279"/>
                  </a:cubicBezTo>
                  <a:cubicBezTo>
                    <a:pt x="2269" y="11562"/>
                    <a:pt x="3309" y="11720"/>
                    <a:pt x="4411" y="11720"/>
                  </a:cubicBezTo>
                  <a:cubicBezTo>
                    <a:pt x="5199" y="11720"/>
                    <a:pt x="5955" y="11657"/>
                    <a:pt x="6617" y="11531"/>
                  </a:cubicBezTo>
                  <a:cubicBezTo>
                    <a:pt x="7026" y="11657"/>
                    <a:pt x="7404" y="11720"/>
                    <a:pt x="7845" y="11720"/>
                  </a:cubicBezTo>
                  <a:cubicBezTo>
                    <a:pt x="9925" y="11720"/>
                    <a:pt x="11658" y="10019"/>
                    <a:pt x="11658" y="7939"/>
                  </a:cubicBezTo>
                  <a:cubicBezTo>
                    <a:pt x="11626" y="6175"/>
                    <a:pt x="10397" y="4757"/>
                    <a:pt x="8822" y="4316"/>
                  </a:cubicBezTo>
                  <a:lnTo>
                    <a:pt x="8822" y="1733"/>
                  </a:lnTo>
                  <a:cubicBezTo>
                    <a:pt x="8822" y="1355"/>
                    <a:pt x="8602" y="819"/>
                    <a:pt x="7404" y="410"/>
                  </a:cubicBezTo>
                  <a:cubicBezTo>
                    <a:pt x="6585" y="158"/>
                    <a:pt x="5514" y="0"/>
                    <a:pt x="441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84" name="Google Shape;11284;p67"/>
            <p:cNvSpPr/>
            <p:nvPr/>
          </p:nvSpPr>
          <p:spPr>
            <a:xfrm>
              <a:off x="-3707100" y="2937425"/>
              <a:ext cx="103200" cy="67775"/>
            </a:xfrm>
            <a:custGeom>
              <a:rect l="l" t="t" r="r" b="b"/>
              <a:pathLst>
                <a:path w="4128" h="2711" extrusionOk="0">
                  <a:moveTo>
                    <a:pt x="3785" y="1"/>
                  </a:moveTo>
                  <a:cubicBezTo>
                    <a:pt x="3695" y="1"/>
                    <a:pt x="3608" y="32"/>
                    <a:pt x="3561" y="95"/>
                  </a:cubicBezTo>
                  <a:lnTo>
                    <a:pt x="1733" y="1923"/>
                  </a:lnTo>
                  <a:lnTo>
                    <a:pt x="599" y="757"/>
                  </a:lnTo>
                  <a:cubicBezTo>
                    <a:pt x="536" y="710"/>
                    <a:pt x="450" y="686"/>
                    <a:pt x="363" y="686"/>
                  </a:cubicBezTo>
                  <a:cubicBezTo>
                    <a:pt x="276" y="686"/>
                    <a:pt x="190" y="710"/>
                    <a:pt x="127" y="757"/>
                  </a:cubicBezTo>
                  <a:cubicBezTo>
                    <a:pt x="1" y="883"/>
                    <a:pt x="1" y="1135"/>
                    <a:pt x="127" y="1229"/>
                  </a:cubicBezTo>
                  <a:lnTo>
                    <a:pt x="1513" y="2616"/>
                  </a:lnTo>
                  <a:cubicBezTo>
                    <a:pt x="1560" y="2679"/>
                    <a:pt x="1647" y="2710"/>
                    <a:pt x="1737" y="2710"/>
                  </a:cubicBezTo>
                  <a:cubicBezTo>
                    <a:pt x="1828" y="2710"/>
                    <a:pt x="1922" y="2679"/>
                    <a:pt x="1985" y="2616"/>
                  </a:cubicBezTo>
                  <a:lnTo>
                    <a:pt x="4033" y="568"/>
                  </a:lnTo>
                  <a:cubicBezTo>
                    <a:pt x="4128" y="442"/>
                    <a:pt x="4128" y="221"/>
                    <a:pt x="4033" y="95"/>
                  </a:cubicBezTo>
                  <a:cubicBezTo>
                    <a:pt x="3970" y="32"/>
                    <a:pt x="3876" y="1"/>
                    <a:pt x="378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1285" name="Google Shape;11285;p67"/>
          <p:cNvSpPr/>
          <p:nvPr/>
        </p:nvSpPr>
        <p:spPr>
          <a:xfrm>
            <a:off x="7889488" y="1681753"/>
            <a:ext cx="421914" cy="319549"/>
          </a:xfrm>
          <a:custGeom>
            <a:rect l="l" t="t" r="r" b="b"/>
            <a:pathLst>
              <a:path w="11689" h="8853" extrusionOk="0">
                <a:moveTo>
                  <a:pt x="1040" y="2709"/>
                </a:moveTo>
                <a:cubicBezTo>
                  <a:pt x="1229" y="2709"/>
                  <a:pt x="1386" y="2867"/>
                  <a:pt x="1386" y="3056"/>
                </a:cubicBezTo>
                <a:lnTo>
                  <a:pt x="1386" y="5828"/>
                </a:lnTo>
                <a:cubicBezTo>
                  <a:pt x="1386" y="6017"/>
                  <a:pt x="1229" y="6175"/>
                  <a:pt x="1040" y="6175"/>
                </a:cubicBezTo>
                <a:cubicBezTo>
                  <a:pt x="819" y="6175"/>
                  <a:pt x="662" y="6017"/>
                  <a:pt x="662" y="5828"/>
                </a:cubicBezTo>
                <a:lnTo>
                  <a:pt x="662" y="3056"/>
                </a:lnTo>
                <a:cubicBezTo>
                  <a:pt x="662" y="2867"/>
                  <a:pt x="819" y="2709"/>
                  <a:pt x="1040" y="2709"/>
                </a:cubicBezTo>
                <a:close/>
                <a:moveTo>
                  <a:pt x="9641" y="1449"/>
                </a:moveTo>
                <a:lnTo>
                  <a:pt x="9641" y="7435"/>
                </a:lnTo>
                <a:lnTo>
                  <a:pt x="2079" y="5545"/>
                </a:lnTo>
                <a:lnTo>
                  <a:pt x="2079" y="3340"/>
                </a:lnTo>
                <a:lnTo>
                  <a:pt x="9641" y="1449"/>
                </a:lnTo>
                <a:close/>
                <a:moveTo>
                  <a:pt x="3466" y="6616"/>
                </a:moveTo>
                <a:lnTo>
                  <a:pt x="6112" y="7278"/>
                </a:lnTo>
                <a:cubicBezTo>
                  <a:pt x="5954" y="7845"/>
                  <a:pt x="5450" y="8223"/>
                  <a:pt x="4820" y="8223"/>
                </a:cubicBezTo>
                <a:cubicBezTo>
                  <a:pt x="4064" y="8223"/>
                  <a:pt x="3434" y="7593"/>
                  <a:pt x="3434" y="6837"/>
                </a:cubicBezTo>
                <a:cubicBezTo>
                  <a:pt x="3434" y="6774"/>
                  <a:pt x="3434" y="6679"/>
                  <a:pt x="3466" y="6616"/>
                </a:cubicBezTo>
                <a:close/>
                <a:moveTo>
                  <a:pt x="10680" y="662"/>
                </a:moveTo>
                <a:cubicBezTo>
                  <a:pt x="10869" y="662"/>
                  <a:pt x="11027" y="819"/>
                  <a:pt x="11027" y="1008"/>
                </a:cubicBezTo>
                <a:lnTo>
                  <a:pt x="11027" y="7876"/>
                </a:lnTo>
                <a:cubicBezTo>
                  <a:pt x="11027" y="8065"/>
                  <a:pt x="10869" y="8223"/>
                  <a:pt x="10680" y="8223"/>
                </a:cubicBezTo>
                <a:cubicBezTo>
                  <a:pt x="10491" y="8223"/>
                  <a:pt x="10334" y="8065"/>
                  <a:pt x="10334" y="7876"/>
                </a:cubicBezTo>
                <a:lnTo>
                  <a:pt x="10334" y="1008"/>
                </a:lnTo>
                <a:cubicBezTo>
                  <a:pt x="10334" y="819"/>
                  <a:pt x="10491" y="662"/>
                  <a:pt x="10680" y="662"/>
                </a:cubicBezTo>
                <a:close/>
                <a:moveTo>
                  <a:pt x="10680" y="0"/>
                </a:moveTo>
                <a:cubicBezTo>
                  <a:pt x="10208" y="0"/>
                  <a:pt x="9798" y="315"/>
                  <a:pt x="9704" y="756"/>
                </a:cubicBezTo>
                <a:lnTo>
                  <a:pt x="1985" y="2678"/>
                </a:lnTo>
                <a:cubicBezTo>
                  <a:pt x="1827" y="2331"/>
                  <a:pt x="1449" y="2048"/>
                  <a:pt x="1040" y="2048"/>
                </a:cubicBezTo>
                <a:cubicBezTo>
                  <a:pt x="473" y="2048"/>
                  <a:pt x="0" y="2520"/>
                  <a:pt x="0" y="3056"/>
                </a:cubicBezTo>
                <a:lnTo>
                  <a:pt x="0" y="5828"/>
                </a:lnTo>
                <a:cubicBezTo>
                  <a:pt x="0" y="6364"/>
                  <a:pt x="473" y="6837"/>
                  <a:pt x="1040" y="6837"/>
                </a:cubicBezTo>
                <a:cubicBezTo>
                  <a:pt x="1449" y="6837"/>
                  <a:pt x="1827" y="6616"/>
                  <a:pt x="1985" y="6206"/>
                </a:cubicBezTo>
                <a:lnTo>
                  <a:pt x="2804" y="6427"/>
                </a:lnTo>
                <a:cubicBezTo>
                  <a:pt x="2772" y="6522"/>
                  <a:pt x="2772" y="6679"/>
                  <a:pt x="2772" y="6805"/>
                </a:cubicBezTo>
                <a:cubicBezTo>
                  <a:pt x="2772" y="7939"/>
                  <a:pt x="3655" y="8853"/>
                  <a:pt x="4820" y="8853"/>
                </a:cubicBezTo>
                <a:cubicBezTo>
                  <a:pt x="5324" y="8853"/>
                  <a:pt x="5828" y="8664"/>
                  <a:pt x="6175" y="8317"/>
                </a:cubicBezTo>
                <a:cubicBezTo>
                  <a:pt x="6459" y="8065"/>
                  <a:pt x="6648" y="7719"/>
                  <a:pt x="6774" y="7341"/>
                </a:cubicBezTo>
                <a:lnTo>
                  <a:pt x="9704" y="8065"/>
                </a:lnTo>
                <a:cubicBezTo>
                  <a:pt x="9798" y="8506"/>
                  <a:pt x="10208" y="8821"/>
                  <a:pt x="10680" y="8821"/>
                </a:cubicBezTo>
                <a:cubicBezTo>
                  <a:pt x="11216" y="8821"/>
                  <a:pt x="11688" y="8349"/>
                  <a:pt x="11688" y="7782"/>
                </a:cubicBezTo>
                <a:lnTo>
                  <a:pt x="11688" y="945"/>
                </a:lnTo>
                <a:cubicBezTo>
                  <a:pt x="11688" y="473"/>
                  <a:pt x="11279" y="0"/>
                  <a:pt x="10680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1286" name="Google Shape;11286;p67"/>
          <p:cNvSpPr/>
          <p:nvPr/>
        </p:nvSpPr>
        <p:spPr>
          <a:xfrm>
            <a:off x="7889488" y="2140284"/>
            <a:ext cx="421914" cy="420759"/>
          </a:xfrm>
          <a:custGeom>
            <a:rect l="l" t="t" r="r" b="b"/>
            <a:pathLst>
              <a:path w="11689" h="11657" extrusionOk="0">
                <a:moveTo>
                  <a:pt x="5860" y="662"/>
                </a:moveTo>
                <a:cubicBezTo>
                  <a:pt x="6080" y="662"/>
                  <a:pt x="6238" y="851"/>
                  <a:pt x="6238" y="1040"/>
                </a:cubicBezTo>
                <a:lnTo>
                  <a:pt x="6238" y="1386"/>
                </a:lnTo>
                <a:lnTo>
                  <a:pt x="756" y="1386"/>
                </a:lnTo>
                <a:lnTo>
                  <a:pt x="756" y="1040"/>
                </a:lnTo>
                <a:cubicBezTo>
                  <a:pt x="725" y="851"/>
                  <a:pt x="882" y="662"/>
                  <a:pt x="1071" y="662"/>
                </a:cubicBezTo>
                <a:close/>
                <a:moveTo>
                  <a:pt x="6175" y="2048"/>
                </a:moveTo>
                <a:lnTo>
                  <a:pt x="6175" y="3686"/>
                </a:lnTo>
                <a:cubicBezTo>
                  <a:pt x="5639" y="3686"/>
                  <a:pt x="5198" y="4096"/>
                  <a:pt x="5198" y="4663"/>
                </a:cubicBezTo>
                <a:cubicBezTo>
                  <a:pt x="4820" y="4694"/>
                  <a:pt x="4505" y="4883"/>
                  <a:pt x="4348" y="5261"/>
                </a:cubicBezTo>
                <a:lnTo>
                  <a:pt x="3592" y="4505"/>
                </a:lnTo>
                <a:cubicBezTo>
                  <a:pt x="3403" y="4300"/>
                  <a:pt x="3135" y="4198"/>
                  <a:pt x="2867" y="4198"/>
                </a:cubicBezTo>
                <a:cubicBezTo>
                  <a:pt x="2599" y="4198"/>
                  <a:pt x="2331" y="4300"/>
                  <a:pt x="2142" y="4505"/>
                </a:cubicBezTo>
                <a:cubicBezTo>
                  <a:pt x="1733" y="4883"/>
                  <a:pt x="1733" y="5576"/>
                  <a:pt x="2142" y="5954"/>
                </a:cubicBezTo>
                <a:lnTo>
                  <a:pt x="4505" y="8317"/>
                </a:lnTo>
                <a:lnTo>
                  <a:pt x="4316" y="8317"/>
                </a:lnTo>
                <a:cubicBezTo>
                  <a:pt x="3875" y="8317"/>
                  <a:pt x="3466" y="8601"/>
                  <a:pt x="3308" y="9042"/>
                </a:cubicBezTo>
                <a:lnTo>
                  <a:pt x="725" y="9042"/>
                </a:lnTo>
                <a:lnTo>
                  <a:pt x="725" y="8979"/>
                </a:lnTo>
                <a:lnTo>
                  <a:pt x="725" y="2048"/>
                </a:lnTo>
                <a:close/>
                <a:moveTo>
                  <a:pt x="7640" y="3907"/>
                </a:moveTo>
                <a:cubicBezTo>
                  <a:pt x="7727" y="3907"/>
                  <a:pt x="7813" y="3938"/>
                  <a:pt x="7876" y="4001"/>
                </a:cubicBezTo>
                <a:lnTo>
                  <a:pt x="8664" y="4789"/>
                </a:lnTo>
                <a:cubicBezTo>
                  <a:pt x="9325" y="5450"/>
                  <a:pt x="9861" y="6238"/>
                  <a:pt x="10113" y="7026"/>
                </a:cubicBezTo>
                <a:lnTo>
                  <a:pt x="7530" y="9609"/>
                </a:lnTo>
                <a:lnTo>
                  <a:pt x="4222" y="9609"/>
                </a:lnTo>
                <a:cubicBezTo>
                  <a:pt x="4033" y="9609"/>
                  <a:pt x="3875" y="9451"/>
                  <a:pt x="3875" y="9262"/>
                </a:cubicBezTo>
                <a:cubicBezTo>
                  <a:pt x="3875" y="9073"/>
                  <a:pt x="4033" y="8916"/>
                  <a:pt x="4222" y="8916"/>
                </a:cubicBezTo>
                <a:lnTo>
                  <a:pt x="5230" y="8916"/>
                </a:lnTo>
                <a:cubicBezTo>
                  <a:pt x="5387" y="8916"/>
                  <a:pt x="5513" y="8821"/>
                  <a:pt x="5545" y="8695"/>
                </a:cubicBezTo>
                <a:cubicBezTo>
                  <a:pt x="5608" y="8601"/>
                  <a:pt x="5608" y="8443"/>
                  <a:pt x="5482" y="8349"/>
                </a:cubicBezTo>
                <a:lnTo>
                  <a:pt x="2520" y="5387"/>
                </a:lnTo>
                <a:cubicBezTo>
                  <a:pt x="2394" y="5293"/>
                  <a:pt x="2394" y="5041"/>
                  <a:pt x="2520" y="4915"/>
                </a:cubicBezTo>
                <a:cubicBezTo>
                  <a:pt x="2583" y="4868"/>
                  <a:pt x="2670" y="4844"/>
                  <a:pt x="2757" y="4844"/>
                </a:cubicBezTo>
                <a:cubicBezTo>
                  <a:pt x="2843" y="4844"/>
                  <a:pt x="2930" y="4868"/>
                  <a:pt x="2993" y="4915"/>
                </a:cubicBezTo>
                <a:lnTo>
                  <a:pt x="4442" y="6395"/>
                </a:lnTo>
                <a:lnTo>
                  <a:pt x="5450" y="7372"/>
                </a:lnTo>
                <a:cubicBezTo>
                  <a:pt x="5498" y="7435"/>
                  <a:pt x="5584" y="7467"/>
                  <a:pt x="5675" y="7467"/>
                </a:cubicBezTo>
                <a:cubicBezTo>
                  <a:pt x="5765" y="7467"/>
                  <a:pt x="5860" y="7435"/>
                  <a:pt x="5923" y="7372"/>
                </a:cubicBezTo>
                <a:cubicBezTo>
                  <a:pt x="6017" y="7246"/>
                  <a:pt x="6017" y="7026"/>
                  <a:pt x="5923" y="6900"/>
                </a:cubicBezTo>
                <a:lnTo>
                  <a:pt x="4915" y="5923"/>
                </a:lnTo>
                <a:cubicBezTo>
                  <a:pt x="4820" y="5797"/>
                  <a:pt x="4820" y="5545"/>
                  <a:pt x="4915" y="5450"/>
                </a:cubicBezTo>
                <a:cubicBezTo>
                  <a:pt x="4978" y="5387"/>
                  <a:pt x="5072" y="5356"/>
                  <a:pt x="5163" y="5356"/>
                </a:cubicBezTo>
                <a:cubicBezTo>
                  <a:pt x="5253" y="5356"/>
                  <a:pt x="5340" y="5387"/>
                  <a:pt x="5387" y="5450"/>
                </a:cubicBezTo>
                <a:lnTo>
                  <a:pt x="6396" y="6427"/>
                </a:lnTo>
                <a:cubicBezTo>
                  <a:pt x="6443" y="6490"/>
                  <a:pt x="6529" y="6522"/>
                  <a:pt x="6620" y="6522"/>
                </a:cubicBezTo>
                <a:cubicBezTo>
                  <a:pt x="6711" y="6522"/>
                  <a:pt x="6805" y="6490"/>
                  <a:pt x="6868" y="6427"/>
                </a:cubicBezTo>
                <a:cubicBezTo>
                  <a:pt x="6963" y="6301"/>
                  <a:pt x="6963" y="6080"/>
                  <a:pt x="6868" y="5954"/>
                </a:cubicBezTo>
                <a:lnTo>
                  <a:pt x="5860" y="4978"/>
                </a:lnTo>
                <a:cubicBezTo>
                  <a:pt x="5765" y="4852"/>
                  <a:pt x="5765" y="4631"/>
                  <a:pt x="5860" y="4505"/>
                </a:cubicBezTo>
                <a:cubicBezTo>
                  <a:pt x="5923" y="4442"/>
                  <a:pt x="6017" y="4411"/>
                  <a:pt x="6108" y="4411"/>
                </a:cubicBezTo>
                <a:cubicBezTo>
                  <a:pt x="6199" y="4411"/>
                  <a:pt x="6285" y="4442"/>
                  <a:pt x="6333" y="4505"/>
                </a:cubicBezTo>
                <a:lnTo>
                  <a:pt x="7341" y="5482"/>
                </a:lnTo>
                <a:cubicBezTo>
                  <a:pt x="7388" y="5545"/>
                  <a:pt x="7475" y="5576"/>
                  <a:pt x="7565" y="5576"/>
                </a:cubicBezTo>
                <a:cubicBezTo>
                  <a:pt x="7656" y="5576"/>
                  <a:pt x="7750" y="5545"/>
                  <a:pt x="7813" y="5482"/>
                </a:cubicBezTo>
                <a:cubicBezTo>
                  <a:pt x="7908" y="5356"/>
                  <a:pt x="7908" y="5135"/>
                  <a:pt x="7813" y="5009"/>
                </a:cubicBezTo>
                <a:lnTo>
                  <a:pt x="7341" y="4537"/>
                </a:lnTo>
                <a:cubicBezTo>
                  <a:pt x="7278" y="4348"/>
                  <a:pt x="7278" y="4096"/>
                  <a:pt x="7404" y="4001"/>
                </a:cubicBezTo>
                <a:cubicBezTo>
                  <a:pt x="7467" y="3938"/>
                  <a:pt x="7553" y="3907"/>
                  <a:pt x="7640" y="3907"/>
                </a:cubicBezTo>
                <a:close/>
                <a:moveTo>
                  <a:pt x="10554" y="7624"/>
                </a:moveTo>
                <a:lnTo>
                  <a:pt x="10806" y="7845"/>
                </a:lnTo>
                <a:cubicBezTo>
                  <a:pt x="10964" y="8002"/>
                  <a:pt x="10964" y="8191"/>
                  <a:pt x="10806" y="8317"/>
                </a:cubicBezTo>
                <a:lnTo>
                  <a:pt x="8853" y="10239"/>
                </a:lnTo>
                <a:cubicBezTo>
                  <a:pt x="8806" y="10302"/>
                  <a:pt x="8719" y="10334"/>
                  <a:pt x="8628" y="10334"/>
                </a:cubicBezTo>
                <a:cubicBezTo>
                  <a:pt x="8538" y="10334"/>
                  <a:pt x="8443" y="10302"/>
                  <a:pt x="8380" y="10239"/>
                </a:cubicBezTo>
                <a:lnTo>
                  <a:pt x="8160" y="10019"/>
                </a:lnTo>
                <a:lnTo>
                  <a:pt x="10554" y="7624"/>
                </a:lnTo>
                <a:close/>
                <a:moveTo>
                  <a:pt x="3277" y="9672"/>
                </a:moveTo>
                <a:cubicBezTo>
                  <a:pt x="3434" y="10050"/>
                  <a:pt x="3781" y="10334"/>
                  <a:pt x="4222" y="10334"/>
                </a:cubicBezTo>
                <a:lnTo>
                  <a:pt x="6143" y="10334"/>
                </a:lnTo>
                <a:lnTo>
                  <a:pt x="6143" y="10680"/>
                </a:lnTo>
                <a:lnTo>
                  <a:pt x="6175" y="10680"/>
                </a:lnTo>
                <a:cubicBezTo>
                  <a:pt x="6175" y="10869"/>
                  <a:pt x="6017" y="11027"/>
                  <a:pt x="5828" y="11027"/>
                </a:cubicBezTo>
                <a:lnTo>
                  <a:pt x="1040" y="11027"/>
                </a:lnTo>
                <a:cubicBezTo>
                  <a:pt x="819" y="11027"/>
                  <a:pt x="662" y="10869"/>
                  <a:pt x="662" y="10680"/>
                </a:cubicBezTo>
                <a:lnTo>
                  <a:pt x="662" y="9672"/>
                </a:lnTo>
                <a:close/>
                <a:moveTo>
                  <a:pt x="1040" y="0"/>
                </a:moveTo>
                <a:cubicBezTo>
                  <a:pt x="473" y="0"/>
                  <a:pt x="0" y="473"/>
                  <a:pt x="0" y="1040"/>
                </a:cubicBezTo>
                <a:lnTo>
                  <a:pt x="0" y="10649"/>
                </a:lnTo>
                <a:cubicBezTo>
                  <a:pt x="0" y="11184"/>
                  <a:pt x="473" y="11657"/>
                  <a:pt x="1040" y="11657"/>
                </a:cubicBezTo>
                <a:lnTo>
                  <a:pt x="5828" y="11657"/>
                </a:lnTo>
                <a:cubicBezTo>
                  <a:pt x="6396" y="11657"/>
                  <a:pt x="6868" y="11184"/>
                  <a:pt x="6868" y="10649"/>
                </a:cubicBezTo>
                <a:lnTo>
                  <a:pt x="6868" y="10334"/>
                </a:lnTo>
                <a:lnTo>
                  <a:pt x="7467" y="10334"/>
                </a:lnTo>
                <a:lnTo>
                  <a:pt x="7876" y="10775"/>
                </a:lnTo>
                <a:cubicBezTo>
                  <a:pt x="8081" y="10964"/>
                  <a:pt x="8349" y="11058"/>
                  <a:pt x="8613" y="11058"/>
                </a:cubicBezTo>
                <a:cubicBezTo>
                  <a:pt x="8877" y="11058"/>
                  <a:pt x="9136" y="10964"/>
                  <a:pt x="9325" y="10775"/>
                </a:cubicBezTo>
                <a:lnTo>
                  <a:pt x="11279" y="8821"/>
                </a:lnTo>
                <a:cubicBezTo>
                  <a:pt x="11688" y="8443"/>
                  <a:pt x="11688" y="7782"/>
                  <a:pt x="11310" y="7372"/>
                </a:cubicBezTo>
                <a:lnTo>
                  <a:pt x="10869" y="6931"/>
                </a:lnTo>
                <a:cubicBezTo>
                  <a:pt x="10554" y="6080"/>
                  <a:pt x="10082" y="5261"/>
                  <a:pt x="9420" y="4505"/>
                </a:cubicBezTo>
                <a:lnTo>
                  <a:pt x="8380" y="3466"/>
                </a:lnTo>
                <a:cubicBezTo>
                  <a:pt x="8191" y="3277"/>
                  <a:pt x="7931" y="3182"/>
                  <a:pt x="7668" y="3182"/>
                </a:cubicBezTo>
                <a:cubicBezTo>
                  <a:pt x="7404" y="3182"/>
                  <a:pt x="7136" y="3277"/>
                  <a:pt x="6931" y="3466"/>
                </a:cubicBezTo>
                <a:lnTo>
                  <a:pt x="6868" y="3560"/>
                </a:lnTo>
                <a:lnTo>
                  <a:pt x="6868" y="1040"/>
                </a:lnTo>
                <a:cubicBezTo>
                  <a:pt x="6868" y="473"/>
                  <a:pt x="6396" y="0"/>
                  <a:pt x="5828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1287" name="Google Shape;11287;p67"/>
          <p:cNvGrpSpPr/>
          <p:nvPr/>
        </p:nvGrpSpPr>
        <p:grpSpPr>
          <a:xfrm>
            <a:off x="7890048" y="2660398"/>
            <a:ext cx="420796" cy="421914"/>
            <a:chOff x="-2060175" y="2768875"/>
            <a:chExt cx="291450" cy="292225"/>
          </a:xfrm>
        </p:grpSpPr>
        <p:sp>
          <p:nvSpPr>
            <p:cNvPr id="11288" name="Google Shape;11288;p67"/>
            <p:cNvSpPr/>
            <p:nvPr/>
          </p:nvSpPr>
          <p:spPr>
            <a:xfrm>
              <a:off x="-2060175" y="2768875"/>
              <a:ext cx="291450" cy="292225"/>
            </a:xfrm>
            <a:custGeom>
              <a:rect l="l" t="t" r="r" b="b"/>
              <a:pathLst>
                <a:path w="11658" h="11689" extrusionOk="0">
                  <a:moveTo>
                    <a:pt x="10649" y="662"/>
                  </a:moveTo>
                  <a:cubicBezTo>
                    <a:pt x="10838" y="662"/>
                    <a:pt x="10996" y="820"/>
                    <a:pt x="10996" y="1009"/>
                  </a:cubicBezTo>
                  <a:cubicBezTo>
                    <a:pt x="10996" y="1198"/>
                    <a:pt x="10838" y="1355"/>
                    <a:pt x="10649" y="1355"/>
                  </a:cubicBezTo>
                  <a:lnTo>
                    <a:pt x="1040" y="1355"/>
                  </a:lnTo>
                  <a:cubicBezTo>
                    <a:pt x="851" y="1355"/>
                    <a:pt x="694" y="1198"/>
                    <a:pt x="694" y="1009"/>
                  </a:cubicBezTo>
                  <a:cubicBezTo>
                    <a:pt x="694" y="820"/>
                    <a:pt x="851" y="662"/>
                    <a:pt x="1040" y="662"/>
                  </a:cubicBezTo>
                  <a:close/>
                  <a:moveTo>
                    <a:pt x="10303" y="2049"/>
                  </a:moveTo>
                  <a:lnTo>
                    <a:pt x="10303" y="7908"/>
                  </a:lnTo>
                  <a:cubicBezTo>
                    <a:pt x="10334" y="8097"/>
                    <a:pt x="10177" y="8255"/>
                    <a:pt x="9988" y="8255"/>
                  </a:cubicBezTo>
                  <a:lnTo>
                    <a:pt x="1702" y="8255"/>
                  </a:lnTo>
                  <a:cubicBezTo>
                    <a:pt x="1513" y="8255"/>
                    <a:pt x="1355" y="8097"/>
                    <a:pt x="1355" y="7908"/>
                  </a:cubicBezTo>
                  <a:lnTo>
                    <a:pt x="1355" y="2049"/>
                  </a:lnTo>
                  <a:close/>
                  <a:moveTo>
                    <a:pt x="5797" y="10271"/>
                  </a:moveTo>
                  <a:cubicBezTo>
                    <a:pt x="5986" y="10271"/>
                    <a:pt x="6144" y="10429"/>
                    <a:pt x="6144" y="10618"/>
                  </a:cubicBezTo>
                  <a:cubicBezTo>
                    <a:pt x="6144" y="10807"/>
                    <a:pt x="5986" y="10964"/>
                    <a:pt x="5797" y="10964"/>
                  </a:cubicBezTo>
                  <a:cubicBezTo>
                    <a:pt x="5608" y="10964"/>
                    <a:pt x="5451" y="10807"/>
                    <a:pt x="5451" y="10618"/>
                  </a:cubicBezTo>
                  <a:cubicBezTo>
                    <a:pt x="5451" y="10429"/>
                    <a:pt x="5608" y="10271"/>
                    <a:pt x="5797" y="10271"/>
                  </a:cubicBezTo>
                  <a:close/>
                  <a:moveTo>
                    <a:pt x="1040" y="1"/>
                  </a:moveTo>
                  <a:cubicBezTo>
                    <a:pt x="473" y="1"/>
                    <a:pt x="1" y="473"/>
                    <a:pt x="1" y="1009"/>
                  </a:cubicBezTo>
                  <a:cubicBezTo>
                    <a:pt x="1" y="1450"/>
                    <a:pt x="284" y="1828"/>
                    <a:pt x="694" y="1986"/>
                  </a:cubicBezTo>
                  <a:lnTo>
                    <a:pt x="694" y="7908"/>
                  </a:lnTo>
                  <a:cubicBezTo>
                    <a:pt x="694" y="8444"/>
                    <a:pt x="1166" y="8917"/>
                    <a:pt x="1702" y="8917"/>
                  </a:cubicBezTo>
                  <a:lnTo>
                    <a:pt x="5482" y="8917"/>
                  </a:lnTo>
                  <a:lnTo>
                    <a:pt x="5482" y="9673"/>
                  </a:lnTo>
                  <a:cubicBezTo>
                    <a:pt x="5104" y="9830"/>
                    <a:pt x="4821" y="10177"/>
                    <a:pt x="4821" y="10649"/>
                  </a:cubicBezTo>
                  <a:cubicBezTo>
                    <a:pt x="4821" y="11216"/>
                    <a:pt x="5293" y="11689"/>
                    <a:pt x="5829" y="11689"/>
                  </a:cubicBezTo>
                  <a:cubicBezTo>
                    <a:pt x="6396" y="11689"/>
                    <a:pt x="6869" y="11216"/>
                    <a:pt x="6869" y="10649"/>
                  </a:cubicBezTo>
                  <a:cubicBezTo>
                    <a:pt x="6869" y="10240"/>
                    <a:pt x="6585" y="9830"/>
                    <a:pt x="6207" y="9673"/>
                  </a:cubicBezTo>
                  <a:lnTo>
                    <a:pt x="6207" y="8917"/>
                  </a:lnTo>
                  <a:lnTo>
                    <a:pt x="10019" y="8917"/>
                  </a:lnTo>
                  <a:cubicBezTo>
                    <a:pt x="10555" y="8917"/>
                    <a:pt x="11027" y="8444"/>
                    <a:pt x="11027" y="7908"/>
                  </a:cubicBezTo>
                  <a:lnTo>
                    <a:pt x="11027" y="1986"/>
                  </a:lnTo>
                  <a:cubicBezTo>
                    <a:pt x="11405" y="1828"/>
                    <a:pt x="11657" y="1450"/>
                    <a:pt x="11657" y="1009"/>
                  </a:cubicBezTo>
                  <a:cubicBezTo>
                    <a:pt x="11657" y="473"/>
                    <a:pt x="11185" y="1"/>
                    <a:pt x="1064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89" name="Google Shape;11289;p67"/>
            <p:cNvSpPr/>
            <p:nvPr/>
          </p:nvSpPr>
          <p:spPr>
            <a:xfrm>
              <a:off x="-2008975" y="2855525"/>
              <a:ext cx="189050" cy="84500"/>
            </a:xfrm>
            <a:custGeom>
              <a:rect l="l" t="t" r="r" b="b"/>
              <a:pathLst>
                <a:path w="7562" h="3380" extrusionOk="0">
                  <a:moveTo>
                    <a:pt x="6553" y="0"/>
                  </a:moveTo>
                  <a:cubicBezTo>
                    <a:pt x="6144" y="0"/>
                    <a:pt x="6081" y="504"/>
                    <a:pt x="6427" y="662"/>
                  </a:cubicBezTo>
                  <a:lnTo>
                    <a:pt x="4474" y="2584"/>
                  </a:lnTo>
                  <a:lnTo>
                    <a:pt x="2647" y="788"/>
                  </a:lnTo>
                  <a:cubicBezTo>
                    <a:pt x="2584" y="725"/>
                    <a:pt x="2497" y="693"/>
                    <a:pt x="2410" y="693"/>
                  </a:cubicBezTo>
                  <a:cubicBezTo>
                    <a:pt x="2324" y="693"/>
                    <a:pt x="2237" y="725"/>
                    <a:pt x="2174" y="788"/>
                  </a:cubicBezTo>
                  <a:lnTo>
                    <a:pt x="126" y="2836"/>
                  </a:lnTo>
                  <a:cubicBezTo>
                    <a:pt x="0" y="2930"/>
                    <a:pt x="0" y="3182"/>
                    <a:pt x="126" y="3308"/>
                  </a:cubicBezTo>
                  <a:cubicBezTo>
                    <a:pt x="189" y="3356"/>
                    <a:pt x="276" y="3379"/>
                    <a:pt x="363" y="3379"/>
                  </a:cubicBezTo>
                  <a:cubicBezTo>
                    <a:pt x="449" y="3379"/>
                    <a:pt x="536" y="3356"/>
                    <a:pt x="599" y="3308"/>
                  </a:cubicBezTo>
                  <a:lnTo>
                    <a:pt x="2426" y="1481"/>
                  </a:lnTo>
                  <a:lnTo>
                    <a:pt x="4222" y="3308"/>
                  </a:lnTo>
                  <a:cubicBezTo>
                    <a:pt x="4285" y="3356"/>
                    <a:pt x="4372" y="3379"/>
                    <a:pt x="4458" y="3379"/>
                  </a:cubicBezTo>
                  <a:cubicBezTo>
                    <a:pt x="4545" y="3379"/>
                    <a:pt x="4632" y="3356"/>
                    <a:pt x="4695" y="3308"/>
                  </a:cubicBezTo>
                  <a:lnTo>
                    <a:pt x="6900" y="1134"/>
                  </a:lnTo>
                  <a:cubicBezTo>
                    <a:pt x="6931" y="1260"/>
                    <a:pt x="7057" y="1355"/>
                    <a:pt x="7215" y="1355"/>
                  </a:cubicBezTo>
                  <a:cubicBezTo>
                    <a:pt x="7404" y="1355"/>
                    <a:pt x="7562" y="1197"/>
                    <a:pt x="7562" y="1008"/>
                  </a:cubicBezTo>
                  <a:lnTo>
                    <a:pt x="7562" y="347"/>
                  </a:lnTo>
                  <a:cubicBezTo>
                    <a:pt x="7562" y="158"/>
                    <a:pt x="7467" y="0"/>
                    <a:pt x="724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290" name="Google Shape;11290;p67"/>
          <p:cNvGrpSpPr/>
          <p:nvPr/>
        </p:nvGrpSpPr>
        <p:grpSpPr>
          <a:xfrm>
            <a:off x="1903657" y="3232071"/>
            <a:ext cx="421914" cy="420796"/>
            <a:chOff x="-937025" y="2064750"/>
            <a:chExt cx="292225" cy="291450"/>
          </a:xfrm>
        </p:grpSpPr>
        <p:sp>
          <p:nvSpPr>
            <p:cNvPr id="11291" name="Google Shape;11291;p67"/>
            <p:cNvSpPr/>
            <p:nvPr/>
          </p:nvSpPr>
          <p:spPr>
            <a:xfrm>
              <a:off x="-834625" y="2134850"/>
              <a:ext cx="86650" cy="85075"/>
            </a:xfrm>
            <a:custGeom>
              <a:rect l="l" t="t" r="r" b="b"/>
              <a:pathLst>
                <a:path w="3466" h="3403" extrusionOk="0">
                  <a:moveTo>
                    <a:pt x="1702" y="599"/>
                  </a:moveTo>
                  <a:cubicBezTo>
                    <a:pt x="1922" y="599"/>
                    <a:pt x="2080" y="788"/>
                    <a:pt x="2080" y="977"/>
                  </a:cubicBezTo>
                  <a:cubicBezTo>
                    <a:pt x="2080" y="1166"/>
                    <a:pt x="1922" y="1324"/>
                    <a:pt x="1702" y="1324"/>
                  </a:cubicBezTo>
                  <a:cubicBezTo>
                    <a:pt x="1512" y="1324"/>
                    <a:pt x="1355" y="1166"/>
                    <a:pt x="1355" y="977"/>
                  </a:cubicBezTo>
                  <a:cubicBezTo>
                    <a:pt x="1355" y="788"/>
                    <a:pt x="1512" y="599"/>
                    <a:pt x="1702" y="599"/>
                  </a:cubicBezTo>
                  <a:close/>
                  <a:moveTo>
                    <a:pt x="1765" y="2048"/>
                  </a:moveTo>
                  <a:cubicBezTo>
                    <a:pt x="2174" y="2048"/>
                    <a:pt x="2584" y="2300"/>
                    <a:pt x="2741" y="2710"/>
                  </a:cubicBezTo>
                  <a:lnTo>
                    <a:pt x="756" y="2710"/>
                  </a:lnTo>
                  <a:cubicBezTo>
                    <a:pt x="914" y="2300"/>
                    <a:pt x="1292" y="2048"/>
                    <a:pt x="1765" y="2048"/>
                  </a:cubicBezTo>
                  <a:close/>
                  <a:moveTo>
                    <a:pt x="1702" y="0"/>
                  </a:moveTo>
                  <a:cubicBezTo>
                    <a:pt x="1166" y="0"/>
                    <a:pt x="693" y="441"/>
                    <a:pt x="693" y="1009"/>
                  </a:cubicBezTo>
                  <a:cubicBezTo>
                    <a:pt x="693" y="1198"/>
                    <a:pt x="788" y="1387"/>
                    <a:pt x="851" y="1576"/>
                  </a:cubicBezTo>
                  <a:cubicBezTo>
                    <a:pt x="347" y="1891"/>
                    <a:pt x="0" y="2426"/>
                    <a:pt x="0" y="3056"/>
                  </a:cubicBezTo>
                  <a:cubicBezTo>
                    <a:pt x="0" y="3245"/>
                    <a:pt x="158" y="3403"/>
                    <a:pt x="347" y="3403"/>
                  </a:cubicBezTo>
                  <a:lnTo>
                    <a:pt x="3088" y="3403"/>
                  </a:lnTo>
                  <a:cubicBezTo>
                    <a:pt x="3308" y="3403"/>
                    <a:pt x="3466" y="3245"/>
                    <a:pt x="3466" y="3056"/>
                  </a:cubicBezTo>
                  <a:cubicBezTo>
                    <a:pt x="3434" y="2426"/>
                    <a:pt x="3088" y="1828"/>
                    <a:pt x="2584" y="1576"/>
                  </a:cubicBezTo>
                  <a:cubicBezTo>
                    <a:pt x="2710" y="1387"/>
                    <a:pt x="2741" y="1198"/>
                    <a:pt x="2741" y="1009"/>
                  </a:cubicBezTo>
                  <a:cubicBezTo>
                    <a:pt x="2741" y="441"/>
                    <a:pt x="2269" y="0"/>
                    <a:pt x="170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92" name="Google Shape;11292;p67"/>
            <p:cNvSpPr/>
            <p:nvPr/>
          </p:nvSpPr>
          <p:spPr>
            <a:xfrm>
              <a:off x="-936225" y="2304975"/>
              <a:ext cx="289850" cy="51225"/>
            </a:xfrm>
            <a:custGeom>
              <a:rect l="l" t="t" r="r" b="b"/>
              <a:pathLst>
                <a:path w="11594" h="2049" extrusionOk="0">
                  <a:moveTo>
                    <a:pt x="3056" y="662"/>
                  </a:moveTo>
                  <a:cubicBezTo>
                    <a:pt x="3277" y="662"/>
                    <a:pt x="3434" y="820"/>
                    <a:pt x="3434" y="1009"/>
                  </a:cubicBezTo>
                  <a:cubicBezTo>
                    <a:pt x="3434" y="1229"/>
                    <a:pt x="3277" y="1387"/>
                    <a:pt x="3056" y="1387"/>
                  </a:cubicBezTo>
                  <a:lnTo>
                    <a:pt x="1008" y="1387"/>
                  </a:lnTo>
                  <a:cubicBezTo>
                    <a:pt x="819" y="1387"/>
                    <a:pt x="662" y="1229"/>
                    <a:pt x="662" y="1009"/>
                  </a:cubicBezTo>
                  <a:cubicBezTo>
                    <a:pt x="662" y="820"/>
                    <a:pt x="819" y="662"/>
                    <a:pt x="1008" y="662"/>
                  </a:cubicBezTo>
                  <a:close/>
                  <a:moveTo>
                    <a:pt x="10586" y="693"/>
                  </a:moveTo>
                  <a:cubicBezTo>
                    <a:pt x="10775" y="693"/>
                    <a:pt x="10932" y="851"/>
                    <a:pt x="10932" y="1072"/>
                  </a:cubicBezTo>
                  <a:cubicBezTo>
                    <a:pt x="10901" y="1229"/>
                    <a:pt x="10775" y="1387"/>
                    <a:pt x="10586" y="1387"/>
                  </a:cubicBezTo>
                  <a:lnTo>
                    <a:pt x="4001" y="1387"/>
                  </a:lnTo>
                  <a:cubicBezTo>
                    <a:pt x="4096" y="1166"/>
                    <a:pt x="4096" y="914"/>
                    <a:pt x="4001" y="693"/>
                  </a:cubicBezTo>
                  <a:close/>
                  <a:moveTo>
                    <a:pt x="1008" y="0"/>
                  </a:moveTo>
                  <a:cubicBezTo>
                    <a:pt x="473" y="0"/>
                    <a:pt x="0" y="473"/>
                    <a:pt x="0" y="1009"/>
                  </a:cubicBezTo>
                  <a:cubicBezTo>
                    <a:pt x="0" y="1576"/>
                    <a:pt x="473" y="2048"/>
                    <a:pt x="1008" y="2048"/>
                  </a:cubicBezTo>
                  <a:lnTo>
                    <a:pt x="10586" y="2048"/>
                  </a:lnTo>
                  <a:cubicBezTo>
                    <a:pt x="11121" y="2048"/>
                    <a:pt x="11594" y="1576"/>
                    <a:pt x="11594" y="1009"/>
                  </a:cubicBezTo>
                  <a:cubicBezTo>
                    <a:pt x="11594" y="473"/>
                    <a:pt x="11121" y="0"/>
                    <a:pt x="1058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93" name="Google Shape;11293;p67"/>
            <p:cNvSpPr/>
            <p:nvPr/>
          </p:nvSpPr>
          <p:spPr>
            <a:xfrm>
              <a:off x="-937025" y="2064750"/>
              <a:ext cx="292225" cy="223125"/>
            </a:xfrm>
            <a:custGeom>
              <a:rect l="l" t="t" r="r" b="b"/>
              <a:pathLst>
                <a:path w="11689" h="8925" extrusionOk="0">
                  <a:moveTo>
                    <a:pt x="3813" y="662"/>
                  </a:moveTo>
                  <a:cubicBezTo>
                    <a:pt x="4002" y="662"/>
                    <a:pt x="4159" y="820"/>
                    <a:pt x="4159" y="1009"/>
                  </a:cubicBezTo>
                  <a:lnTo>
                    <a:pt x="4159" y="1355"/>
                  </a:lnTo>
                  <a:lnTo>
                    <a:pt x="3813" y="1355"/>
                  </a:lnTo>
                  <a:cubicBezTo>
                    <a:pt x="3246" y="1355"/>
                    <a:pt x="2773" y="1828"/>
                    <a:pt x="2773" y="2395"/>
                  </a:cubicBezTo>
                  <a:lnTo>
                    <a:pt x="2773" y="4978"/>
                  </a:lnTo>
                  <a:lnTo>
                    <a:pt x="2080" y="5703"/>
                  </a:lnTo>
                  <a:lnTo>
                    <a:pt x="2080" y="5199"/>
                  </a:lnTo>
                  <a:cubicBezTo>
                    <a:pt x="2080" y="4978"/>
                    <a:pt x="1922" y="4821"/>
                    <a:pt x="1702" y="4821"/>
                  </a:cubicBezTo>
                  <a:lnTo>
                    <a:pt x="1040" y="4821"/>
                  </a:lnTo>
                  <a:cubicBezTo>
                    <a:pt x="851" y="4821"/>
                    <a:pt x="694" y="4663"/>
                    <a:pt x="694" y="4474"/>
                  </a:cubicBezTo>
                  <a:lnTo>
                    <a:pt x="694" y="1009"/>
                  </a:lnTo>
                  <a:cubicBezTo>
                    <a:pt x="694" y="820"/>
                    <a:pt x="851" y="662"/>
                    <a:pt x="1040" y="662"/>
                  </a:cubicBezTo>
                  <a:close/>
                  <a:moveTo>
                    <a:pt x="10649" y="662"/>
                  </a:moveTo>
                  <a:cubicBezTo>
                    <a:pt x="10838" y="662"/>
                    <a:pt x="10996" y="820"/>
                    <a:pt x="10996" y="1009"/>
                  </a:cubicBezTo>
                  <a:lnTo>
                    <a:pt x="10996" y="4474"/>
                  </a:lnTo>
                  <a:cubicBezTo>
                    <a:pt x="10996" y="4695"/>
                    <a:pt x="10838" y="4852"/>
                    <a:pt x="10649" y="4852"/>
                  </a:cubicBezTo>
                  <a:lnTo>
                    <a:pt x="9893" y="4852"/>
                  </a:lnTo>
                  <a:cubicBezTo>
                    <a:pt x="9704" y="4852"/>
                    <a:pt x="9547" y="5010"/>
                    <a:pt x="9547" y="5199"/>
                  </a:cubicBezTo>
                  <a:lnTo>
                    <a:pt x="9547" y="5703"/>
                  </a:lnTo>
                  <a:lnTo>
                    <a:pt x="8885" y="5010"/>
                  </a:lnTo>
                  <a:lnTo>
                    <a:pt x="8885" y="2395"/>
                  </a:lnTo>
                  <a:cubicBezTo>
                    <a:pt x="8885" y="1859"/>
                    <a:pt x="8412" y="1387"/>
                    <a:pt x="7845" y="1387"/>
                  </a:cubicBezTo>
                  <a:lnTo>
                    <a:pt x="7499" y="1387"/>
                  </a:lnTo>
                  <a:lnTo>
                    <a:pt x="7499" y="1009"/>
                  </a:lnTo>
                  <a:cubicBezTo>
                    <a:pt x="7499" y="820"/>
                    <a:pt x="7656" y="662"/>
                    <a:pt x="7845" y="662"/>
                  </a:cubicBezTo>
                  <a:close/>
                  <a:moveTo>
                    <a:pt x="7845" y="2048"/>
                  </a:moveTo>
                  <a:cubicBezTo>
                    <a:pt x="8066" y="2048"/>
                    <a:pt x="8223" y="2206"/>
                    <a:pt x="8223" y="2395"/>
                  </a:cubicBezTo>
                  <a:lnTo>
                    <a:pt x="8223" y="6522"/>
                  </a:lnTo>
                  <a:cubicBezTo>
                    <a:pt x="8223" y="6742"/>
                    <a:pt x="8066" y="6900"/>
                    <a:pt x="7845" y="6900"/>
                  </a:cubicBezTo>
                  <a:lnTo>
                    <a:pt x="6711" y="6900"/>
                  </a:lnTo>
                  <a:cubicBezTo>
                    <a:pt x="6585" y="6900"/>
                    <a:pt x="6491" y="6931"/>
                    <a:pt x="6428" y="7057"/>
                  </a:cubicBezTo>
                  <a:lnTo>
                    <a:pt x="5798" y="8003"/>
                  </a:lnTo>
                  <a:lnTo>
                    <a:pt x="5167" y="7057"/>
                  </a:lnTo>
                  <a:cubicBezTo>
                    <a:pt x="5104" y="6963"/>
                    <a:pt x="5010" y="6900"/>
                    <a:pt x="4915" y="6900"/>
                  </a:cubicBezTo>
                  <a:lnTo>
                    <a:pt x="3750" y="6900"/>
                  </a:lnTo>
                  <a:cubicBezTo>
                    <a:pt x="3561" y="6900"/>
                    <a:pt x="3403" y="6742"/>
                    <a:pt x="3403" y="6522"/>
                  </a:cubicBezTo>
                  <a:lnTo>
                    <a:pt x="3403" y="2395"/>
                  </a:lnTo>
                  <a:cubicBezTo>
                    <a:pt x="3403" y="2206"/>
                    <a:pt x="3561" y="2048"/>
                    <a:pt x="3750" y="2048"/>
                  </a:cubicBezTo>
                  <a:close/>
                  <a:moveTo>
                    <a:pt x="1009" y="0"/>
                  </a:moveTo>
                  <a:cubicBezTo>
                    <a:pt x="473" y="0"/>
                    <a:pt x="1" y="473"/>
                    <a:pt x="1" y="1009"/>
                  </a:cubicBezTo>
                  <a:lnTo>
                    <a:pt x="1" y="4474"/>
                  </a:lnTo>
                  <a:cubicBezTo>
                    <a:pt x="1" y="5041"/>
                    <a:pt x="473" y="5514"/>
                    <a:pt x="1009" y="5514"/>
                  </a:cubicBezTo>
                  <a:lnTo>
                    <a:pt x="1355" y="5514"/>
                  </a:lnTo>
                  <a:lnTo>
                    <a:pt x="1355" y="6522"/>
                  </a:lnTo>
                  <a:cubicBezTo>
                    <a:pt x="1355" y="6736"/>
                    <a:pt x="1544" y="6877"/>
                    <a:pt x="1724" y="6877"/>
                  </a:cubicBezTo>
                  <a:cubicBezTo>
                    <a:pt x="1809" y="6877"/>
                    <a:pt x="1893" y="6845"/>
                    <a:pt x="1954" y="6774"/>
                  </a:cubicBezTo>
                  <a:lnTo>
                    <a:pt x="2742" y="5986"/>
                  </a:lnTo>
                  <a:lnTo>
                    <a:pt x="2742" y="6522"/>
                  </a:lnTo>
                  <a:cubicBezTo>
                    <a:pt x="2742" y="7089"/>
                    <a:pt x="3214" y="7562"/>
                    <a:pt x="3781" y="7562"/>
                  </a:cubicBezTo>
                  <a:lnTo>
                    <a:pt x="4726" y="7562"/>
                  </a:lnTo>
                  <a:lnTo>
                    <a:pt x="5545" y="8759"/>
                  </a:lnTo>
                  <a:cubicBezTo>
                    <a:pt x="5608" y="8869"/>
                    <a:pt x="5719" y="8924"/>
                    <a:pt x="5825" y="8924"/>
                  </a:cubicBezTo>
                  <a:cubicBezTo>
                    <a:pt x="5931" y="8924"/>
                    <a:pt x="6034" y="8869"/>
                    <a:pt x="6081" y="8759"/>
                  </a:cubicBezTo>
                  <a:lnTo>
                    <a:pt x="6932" y="7562"/>
                  </a:lnTo>
                  <a:lnTo>
                    <a:pt x="7877" y="7562"/>
                  </a:lnTo>
                  <a:cubicBezTo>
                    <a:pt x="8412" y="7562"/>
                    <a:pt x="8885" y="7089"/>
                    <a:pt x="8885" y="6522"/>
                  </a:cubicBezTo>
                  <a:lnTo>
                    <a:pt x="8885" y="5986"/>
                  </a:lnTo>
                  <a:lnTo>
                    <a:pt x="9673" y="6774"/>
                  </a:lnTo>
                  <a:cubicBezTo>
                    <a:pt x="9733" y="6845"/>
                    <a:pt x="9817" y="6877"/>
                    <a:pt x="9903" y="6877"/>
                  </a:cubicBezTo>
                  <a:cubicBezTo>
                    <a:pt x="10083" y="6877"/>
                    <a:pt x="10271" y="6736"/>
                    <a:pt x="10271" y="6522"/>
                  </a:cubicBezTo>
                  <a:lnTo>
                    <a:pt x="10271" y="5514"/>
                  </a:lnTo>
                  <a:lnTo>
                    <a:pt x="10649" y="5514"/>
                  </a:lnTo>
                  <a:cubicBezTo>
                    <a:pt x="11216" y="5514"/>
                    <a:pt x="11689" y="5041"/>
                    <a:pt x="11689" y="4474"/>
                  </a:cubicBezTo>
                  <a:lnTo>
                    <a:pt x="11689" y="1009"/>
                  </a:lnTo>
                  <a:cubicBezTo>
                    <a:pt x="11689" y="441"/>
                    <a:pt x="11216" y="0"/>
                    <a:pt x="10649" y="0"/>
                  </a:cubicBezTo>
                  <a:lnTo>
                    <a:pt x="7845" y="0"/>
                  </a:lnTo>
                  <a:cubicBezTo>
                    <a:pt x="7310" y="0"/>
                    <a:pt x="6837" y="473"/>
                    <a:pt x="6837" y="1009"/>
                  </a:cubicBezTo>
                  <a:lnTo>
                    <a:pt x="6837" y="1387"/>
                  </a:lnTo>
                  <a:lnTo>
                    <a:pt x="4789" y="1387"/>
                  </a:lnTo>
                  <a:lnTo>
                    <a:pt x="4789" y="1009"/>
                  </a:lnTo>
                  <a:cubicBezTo>
                    <a:pt x="4789" y="473"/>
                    <a:pt x="4317" y="0"/>
                    <a:pt x="378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294" name="Google Shape;11294;p67"/>
          <p:cNvGrpSpPr/>
          <p:nvPr/>
        </p:nvGrpSpPr>
        <p:grpSpPr>
          <a:xfrm>
            <a:off x="3006820" y="1630697"/>
            <a:ext cx="421951" cy="421914"/>
            <a:chOff x="-5276050" y="2037975"/>
            <a:chExt cx="292250" cy="292225"/>
          </a:xfrm>
        </p:grpSpPr>
        <p:sp>
          <p:nvSpPr>
            <p:cNvPr id="11295" name="Google Shape;11295;p67"/>
            <p:cNvSpPr/>
            <p:nvPr/>
          </p:nvSpPr>
          <p:spPr>
            <a:xfrm>
              <a:off x="-5102775" y="2211250"/>
              <a:ext cx="51225" cy="49650"/>
            </a:xfrm>
            <a:custGeom>
              <a:rect l="l" t="t" r="r" b="b"/>
              <a:pathLst>
                <a:path w="2049" h="1986" extrusionOk="0">
                  <a:moveTo>
                    <a:pt x="343" y="0"/>
                  </a:moveTo>
                  <a:cubicBezTo>
                    <a:pt x="253" y="0"/>
                    <a:pt x="158" y="32"/>
                    <a:pt x="95" y="95"/>
                  </a:cubicBezTo>
                  <a:cubicBezTo>
                    <a:pt x="1" y="189"/>
                    <a:pt x="1" y="441"/>
                    <a:pt x="95" y="536"/>
                  </a:cubicBezTo>
                  <a:lnTo>
                    <a:pt x="536" y="977"/>
                  </a:lnTo>
                  <a:lnTo>
                    <a:pt x="95" y="1418"/>
                  </a:lnTo>
                  <a:cubicBezTo>
                    <a:pt x="1" y="1544"/>
                    <a:pt x="1" y="1765"/>
                    <a:pt x="95" y="1891"/>
                  </a:cubicBezTo>
                  <a:cubicBezTo>
                    <a:pt x="158" y="1954"/>
                    <a:pt x="253" y="1985"/>
                    <a:pt x="343" y="1985"/>
                  </a:cubicBezTo>
                  <a:cubicBezTo>
                    <a:pt x="434" y="1985"/>
                    <a:pt x="521" y="1954"/>
                    <a:pt x="568" y="1891"/>
                  </a:cubicBezTo>
                  <a:lnTo>
                    <a:pt x="1009" y="1450"/>
                  </a:lnTo>
                  <a:lnTo>
                    <a:pt x="1450" y="1891"/>
                  </a:lnTo>
                  <a:cubicBezTo>
                    <a:pt x="1513" y="1954"/>
                    <a:pt x="1600" y="1985"/>
                    <a:pt x="1686" y="1985"/>
                  </a:cubicBezTo>
                  <a:cubicBezTo>
                    <a:pt x="1773" y="1985"/>
                    <a:pt x="1860" y="1954"/>
                    <a:pt x="1923" y="1891"/>
                  </a:cubicBezTo>
                  <a:cubicBezTo>
                    <a:pt x="2049" y="1765"/>
                    <a:pt x="2049" y="1544"/>
                    <a:pt x="1923" y="1418"/>
                  </a:cubicBezTo>
                  <a:lnTo>
                    <a:pt x="1482" y="977"/>
                  </a:lnTo>
                  <a:lnTo>
                    <a:pt x="1923" y="536"/>
                  </a:lnTo>
                  <a:cubicBezTo>
                    <a:pt x="2049" y="441"/>
                    <a:pt x="2049" y="189"/>
                    <a:pt x="1923" y="95"/>
                  </a:cubicBezTo>
                  <a:cubicBezTo>
                    <a:pt x="1860" y="32"/>
                    <a:pt x="1773" y="0"/>
                    <a:pt x="1686" y="0"/>
                  </a:cubicBezTo>
                  <a:cubicBezTo>
                    <a:pt x="1600" y="0"/>
                    <a:pt x="1513" y="32"/>
                    <a:pt x="1450" y="95"/>
                  </a:cubicBezTo>
                  <a:lnTo>
                    <a:pt x="1009" y="504"/>
                  </a:lnTo>
                  <a:lnTo>
                    <a:pt x="568" y="95"/>
                  </a:lnTo>
                  <a:cubicBezTo>
                    <a:pt x="521" y="32"/>
                    <a:pt x="434" y="0"/>
                    <a:pt x="34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96" name="Google Shape;11296;p67"/>
            <p:cNvSpPr/>
            <p:nvPr/>
          </p:nvSpPr>
          <p:spPr>
            <a:xfrm>
              <a:off x="-5224050" y="2107875"/>
              <a:ext cx="51200" cy="49825"/>
            </a:xfrm>
            <a:custGeom>
              <a:rect l="l" t="t" r="r" b="b"/>
              <a:pathLst>
                <a:path w="2048" h="1992" extrusionOk="0">
                  <a:moveTo>
                    <a:pt x="351" y="0"/>
                  </a:moveTo>
                  <a:cubicBezTo>
                    <a:pt x="260" y="0"/>
                    <a:pt x="173" y="24"/>
                    <a:pt x="126" y="71"/>
                  </a:cubicBezTo>
                  <a:cubicBezTo>
                    <a:pt x="0" y="197"/>
                    <a:pt x="0" y="449"/>
                    <a:pt x="126" y="544"/>
                  </a:cubicBezTo>
                  <a:lnTo>
                    <a:pt x="536" y="985"/>
                  </a:lnTo>
                  <a:lnTo>
                    <a:pt x="126" y="1426"/>
                  </a:lnTo>
                  <a:cubicBezTo>
                    <a:pt x="0" y="1552"/>
                    <a:pt x="0" y="1772"/>
                    <a:pt x="126" y="1898"/>
                  </a:cubicBezTo>
                  <a:cubicBezTo>
                    <a:pt x="173" y="1961"/>
                    <a:pt x="260" y="1993"/>
                    <a:pt x="351" y="1993"/>
                  </a:cubicBezTo>
                  <a:cubicBezTo>
                    <a:pt x="441" y="1993"/>
                    <a:pt x="536" y="1961"/>
                    <a:pt x="599" y="1898"/>
                  </a:cubicBezTo>
                  <a:lnTo>
                    <a:pt x="1008" y="1457"/>
                  </a:lnTo>
                  <a:lnTo>
                    <a:pt x="1449" y="1898"/>
                  </a:lnTo>
                  <a:cubicBezTo>
                    <a:pt x="1512" y="1961"/>
                    <a:pt x="1599" y="1993"/>
                    <a:pt x="1686" y="1993"/>
                  </a:cubicBezTo>
                  <a:cubicBezTo>
                    <a:pt x="1772" y="1993"/>
                    <a:pt x="1859" y="1961"/>
                    <a:pt x="1922" y="1898"/>
                  </a:cubicBezTo>
                  <a:cubicBezTo>
                    <a:pt x="2048" y="1772"/>
                    <a:pt x="2048" y="1520"/>
                    <a:pt x="1922" y="1426"/>
                  </a:cubicBezTo>
                  <a:lnTo>
                    <a:pt x="1481" y="985"/>
                  </a:lnTo>
                  <a:lnTo>
                    <a:pt x="1922" y="544"/>
                  </a:lnTo>
                  <a:cubicBezTo>
                    <a:pt x="2048" y="449"/>
                    <a:pt x="2048" y="197"/>
                    <a:pt x="1922" y="71"/>
                  </a:cubicBezTo>
                  <a:cubicBezTo>
                    <a:pt x="1875" y="24"/>
                    <a:pt x="1788" y="0"/>
                    <a:pt x="1697" y="0"/>
                  </a:cubicBezTo>
                  <a:cubicBezTo>
                    <a:pt x="1607" y="0"/>
                    <a:pt x="1512" y="24"/>
                    <a:pt x="1449" y="71"/>
                  </a:cubicBezTo>
                  <a:lnTo>
                    <a:pt x="1008" y="512"/>
                  </a:lnTo>
                  <a:lnTo>
                    <a:pt x="599" y="71"/>
                  </a:lnTo>
                  <a:cubicBezTo>
                    <a:pt x="536" y="24"/>
                    <a:pt x="441" y="0"/>
                    <a:pt x="35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97" name="Google Shape;11297;p67"/>
            <p:cNvSpPr/>
            <p:nvPr/>
          </p:nvSpPr>
          <p:spPr>
            <a:xfrm>
              <a:off x="-5276050" y="2037975"/>
              <a:ext cx="292250" cy="292225"/>
            </a:xfrm>
            <a:custGeom>
              <a:rect l="l" t="t" r="r" b="b"/>
              <a:pathLst>
                <a:path w="11690" h="11689" extrusionOk="0">
                  <a:moveTo>
                    <a:pt x="10334" y="3119"/>
                  </a:moveTo>
                  <a:cubicBezTo>
                    <a:pt x="10712" y="3119"/>
                    <a:pt x="11028" y="3403"/>
                    <a:pt x="11028" y="3781"/>
                  </a:cubicBezTo>
                  <a:cubicBezTo>
                    <a:pt x="11028" y="4190"/>
                    <a:pt x="10712" y="4442"/>
                    <a:pt x="10334" y="4442"/>
                  </a:cubicBezTo>
                  <a:cubicBezTo>
                    <a:pt x="9956" y="4442"/>
                    <a:pt x="9673" y="4127"/>
                    <a:pt x="9673" y="3781"/>
                  </a:cubicBezTo>
                  <a:cubicBezTo>
                    <a:pt x="9673" y="3403"/>
                    <a:pt x="9988" y="3119"/>
                    <a:pt x="10334" y="3119"/>
                  </a:cubicBezTo>
                  <a:close/>
                  <a:moveTo>
                    <a:pt x="4443" y="7593"/>
                  </a:moveTo>
                  <a:cubicBezTo>
                    <a:pt x="4853" y="7593"/>
                    <a:pt x="5105" y="7908"/>
                    <a:pt x="5105" y="8255"/>
                  </a:cubicBezTo>
                  <a:cubicBezTo>
                    <a:pt x="5105" y="8664"/>
                    <a:pt x="4790" y="8948"/>
                    <a:pt x="4443" y="8948"/>
                  </a:cubicBezTo>
                  <a:cubicBezTo>
                    <a:pt x="4065" y="8948"/>
                    <a:pt x="3781" y="8633"/>
                    <a:pt x="3781" y="8255"/>
                  </a:cubicBezTo>
                  <a:cubicBezTo>
                    <a:pt x="3781" y="7876"/>
                    <a:pt x="4096" y="7593"/>
                    <a:pt x="4443" y="7593"/>
                  </a:cubicBezTo>
                  <a:close/>
                  <a:moveTo>
                    <a:pt x="5829" y="725"/>
                  </a:moveTo>
                  <a:cubicBezTo>
                    <a:pt x="7341" y="725"/>
                    <a:pt x="8822" y="1386"/>
                    <a:pt x="9799" y="2521"/>
                  </a:cubicBezTo>
                  <a:cubicBezTo>
                    <a:pt x="9326" y="2710"/>
                    <a:pt x="8980" y="3245"/>
                    <a:pt x="8980" y="3781"/>
                  </a:cubicBezTo>
                  <a:cubicBezTo>
                    <a:pt x="8980" y="3718"/>
                    <a:pt x="8917" y="3623"/>
                    <a:pt x="8885" y="3560"/>
                  </a:cubicBezTo>
                  <a:lnTo>
                    <a:pt x="8854" y="3497"/>
                  </a:lnTo>
                  <a:lnTo>
                    <a:pt x="8192" y="2836"/>
                  </a:lnTo>
                  <a:cubicBezTo>
                    <a:pt x="8129" y="2773"/>
                    <a:pt x="8035" y="2741"/>
                    <a:pt x="7944" y="2741"/>
                  </a:cubicBezTo>
                  <a:cubicBezTo>
                    <a:pt x="7853" y="2741"/>
                    <a:pt x="7767" y="2773"/>
                    <a:pt x="7719" y="2836"/>
                  </a:cubicBezTo>
                  <a:cubicBezTo>
                    <a:pt x="7593" y="2962"/>
                    <a:pt x="7593" y="3182"/>
                    <a:pt x="7719" y="3308"/>
                  </a:cubicBezTo>
                  <a:lnTo>
                    <a:pt x="7814" y="3434"/>
                  </a:lnTo>
                  <a:cubicBezTo>
                    <a:pt x="6869" y="3466"/>
                    <a:pt x="5987" y="3875"/>
                    <a:pt x="5262" y="4568"/>
                  </a:cubicBezTo>
                  <a:cubicBezTo>
                    <a:pt x="4600" y="5230"/>
                    <a:pt x="4254" y="6081"/>
                    <a:pt x="4159" y="6963"/>
                  </a:cubicBezTo>
                  <a:cubicBezTo>
                    <a:pt x="3561" y="7120"/>
                    <a:pt x="3151" y="7656"/>
                    <a:pt x="3151" y="8318"/>
                  </a:cubicBezTo>
                  <a:cubicBezTo>
                    <a:pt x="3151" y="9074"/>
                    <a:pt x="3781" y="9704"/>
                    <a:pt x="4506" y="9704"/>
                  </a:cubicBezTo>
                  <a:cubicBezTo>
                    <a:pt x="5262" y="9704"/>
                    <a:pt x="5892" y="9074"/>
                    <a:pt x="5892" y="8318"/>
                  </a:cubicBezTo>
                  <a:cubicBezTo>
                    <a:pt x="5892" y="7687"/>
                    <a:pt x="5451" y="7120"/>
                    <a:pt x="4884" y="6963"/>
                  </a:cubicBezTo>
                  <a:cubicBezTo>
                    <a:pt x="5042" y="5482"/>
                    <a:pt x="6302" y="4222"/>
                    <a:pt x="7814" y="4127"/>
                  </a:cubicBezTo>
                  <a:lnTo>
                    <a:pt x="7814" y="4127"/>
                  </a:lnTo>
                  <a:lnTo>
                    <a:pt x="7751" y="4222"/>
                  </a:lnTo>
                  <a:cubicBezTo>
                    <a:pt x="7625" y="4348"/>
                    <a:pt x="7625" y="4568"/>
                    <a:pt x="7751" y="4694"/>
                  </a:cubicBezTo>
                  <a:cubicBezTo>
                    <a:pt x="7814" y="4757"/>
                    <a:pt x="7901" y="4789"/>
                    <a:pt x="7987" y="4789"/>
                  </a:cubicBezTo>
                  <a:cubicBezTo>
                    <a:pt x="8074" y="4789"/>
                    <a:pt x="8161" y="4757"/>
                    <a:pt x="8224" y="4694"/>
                  </a:cubicBezTo>
                  <a:lnTo>
                    <a:pt x="8885" y="4033"/>
                  </a:lnTo>
                  <a:cubicBezTo>
                    <a:pt x="8980" y="3938"/>
                    <a:pt x="9011" y="3875"/>
                    <a:pt x="9011" y="3781"/>
                  </a:cubicBezTo>
                  <a:cubicBezTo>
                    <a:pt x="9011" y="4537"/>
                    <a:pt x="9641" y="5167"/>
                    <a:pt x="10397" y="5167"/>
                  </a:cubicBezTo>
                  <a:cubicBezTo>
                    <a:pt x="10618" y="5167"/>
                    <a:pt x="10807" y="5136"/>
                    <a:pt x="11028" y="5010"/>
                  </a:cubicBezTo>
                  <a:cubicBezTo>
                    <a:pt x="11059" y="5293"/>
                    <a:pt x="11091" y="5545"/>
                    <a:pt x="11091" y="5829"/>
                  </a:cubicBezTo>
                  <a:cubicBezTo>
                    <a:pt x="11028" y="8696"/>
                    <a:pt x="8696" y="11027"/>
                    <a:pt x="5829" y="11027"/>
                  </a:cubicBezTo>
                  <a:cubicBezTo>
                    <a:pt x="2994" y="11027"/>
                    <a:pt x="694" y="8696"/>
                    <a:pt x="694" y="5829"/>
                  </a:cubicBezTo>
                  <a:cubicBezTo>
                    <a:pt x="694" y="2993"/>
                    <a:pt x="2994" y="725"/>
                    <a:pt x="5829" y="725"/>
                  </a:cubicBezTo>
                  <a:close/>
                  <a:moveTo>
                    <a:pt x="5829" y="0"/>
                  </a:moveTo>
                  <a:cubicBezTo>
                    <a:pt x="2584" y="0"/>
                    <a:pt x="1" y="2615"/>
                    <a:pt x="1" y="5829"/>
                  </a:cubicBezTo>
                  <a:cubicBezTo>
                    <a:pt x="1" y="7404"/>
                    <a:pt x="599" y="8853"/>
                    <a:pt x="1702" y="9956"/>
                  </a:cubicBezTo>
                  <a:cubicBezTo>
                    <a:pt x="2773" y="11058"/>
                    <a:pt x="4254" y="11689"/>
                    <a:pt x="5829" y="11689"/>
                  </a:cubicBezTo>
                  <a:cubicBezTo>
                    <a:pt x="6617" y="11689"/>
                    <a:pt x="7341" y="11531"/>
                    <a:pt x="8098" y="11216"/>
                  </a:cubicBezTo>
                  <a:cubicBezTo>
                    <a:pt x="8822" y="10901"/>
                    <a:pt x="9452" y="10523"/>
                    <a:pt x="9956" y="9956"/>
                  </a:cubicBezTo>
                  <a:cubicBezTo>
                    <a:pt x="10492" y="9420"/>
                    <a:pt x="10901" y="8790"/>
                    <a:pt x="11217" y="8128"/>
                  </a:cubicBezTo>
                  <a:cubicBezTo>
                    <a:pt x="11532" y="7404"/>
                    <a:pt x="11689" y="6616"/>
                    <a:pt x="11689" y="5829"/>
                  </a:cubicBezTo>
                  <a:cubicBezTo>
                    <a:pt x="11689" y="5356"/>
                    <a:pt x="11658" y="4884"/>
                    <a:pt x="11532" y="4442"/>
                  </a:cubicBezTo>
                  <a:cubicBezTo>
                    <a:pt x="11595" y="4253"/>
                    <a:pt x="11689" y="4033"/>
                    <a:pt x="11689" y="3781"/>
                  </a:cubicBezTo>
                  <a:cubicBezTo>
                    <a:pt x="11689" y="3119"/>
                    <a:pt x="11217" y="2552"/>
                    <a:pt x="10586" y="2458"/>
                  </a:cubicBezTo>
                  <a:cubicBezTo>
                    <a:pt x="9484" y="945"/>
                    <a:pt x="7719" y="0"/>
                    <a:pt x="582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1298" name="Google Shape;11298;p67"/>
          <p:cNvSpPr/>
          <p:nvPr/>
        </p:nvSpPr>
        <p:spPr>
          <a:xfrm>
            <a:off x="3003187" y="2152917"/>
            <a:ext cx="429891" cy="395493"/>
          </a:xfrm>
          <a:custGeom>
            <a:rect l="l" t="t" r="r" b="b"/>
            <a:pathLst>
              <a:path w="11910" h="10957" extrusionOk="0">
                <a:moveTo>
                  <a:pt x="7325" y="654"/>
                </a:moveTo>
                <a:cubicBezTo>
                  <a:pt x="7412" y="654"/>
                  <a:pt x="7498" y="686"/>
                  <a:pt x="7561" y="749"/>
                </a:cubicBezTo>
                <a:lnTo>
                  <a:pt x="10995" y="4088"/>
                </a:lnTo>
                <a:cubicBezTo>
                  <a:pt x="11122" y="4246"/>
                  <a:pt x="11122" y="4466"/>
                  <a:pt x="10995" y="4592"/>
                </a:cubicBezTo>
                <a:lnTo>
                  <a:pt x="10082" y="5506"/>
                </a:lnTo>
                <a:lnTo>
                  <a:pt x="7404" y="2859"/>
                </a:lnTo>
                <a:cubicBezTo>
                  <a:pt x="7215" y="2670"/>
                  <a:pt x="6955" y="2576"/>
                  <a:pt x="6691" y="2576"/>
                </a:cubicBezTo>
                <a:cubicBezTo>
                  <a:pt x="6427" y="2576"/>
                  <a:pt x="6159" y="2670"/>
                  <a:pt x="5955" y="2859"/>
                </a:cubicBezTo>
                <a:lnTo>
                  <a:pt x="4978" y="3805"/>
                </a:lnTo>
                <a:cubicBezTo>
                  <a:pt x="4915" y="3868"/>
                  <a:pt x="4828" y="3899"/>
                  <a:pt x="4742" y="3899"/>
                </a:cubicBezTo>
                <a:cubicBezTo>
                  <a:pt x="4655" y="3899"/>
                  <a:pt x="4568" y="3868"/>
                  <a:pt x="4505" y="3805"/>
                </a:cubicBezTo>
                <a:cubicBezTo>
                  <a:pt x="4379" y="3679"/>
                  <a:pt x="4379" y="3458"/>
                  <a:pt x="4505" y="3332"/>
                </a:cubicBezTo>
                <a:lnTo>
                  <a:pt x="5955" y="1883"/>
                </a:lnTo>
                <a:lnTo>
                  <a:pt x="7089" y="749"/>
                </a:lnTo>
                <a:cubicBezTo>
                  <a:pt x="7152" y="686"/>
                  <a:pt x="7239" y="654"/>
                  <a:pt x="7325" y="654"/>
                </a:cubicBezTo>
                <a:close/>
                <a:moveTo>
                  <a:pt x="2808" y="5183"/>
                </a:moveTo>
                <a:cubicBezTo>
                  <a:pt x="2899" y="5183"/>
                  <a:pt x="2993" y="5207"/>
                  <a:pt x="3056" y="5254"/>
                </a:cubicBezTo>
                <a:cubicBezTo>
                  <a:pt x="3151" y="5380"/>
                  <a:pt x="3151" y="5632"/>
                  <a:pt x="3056" y="5726"/>
                </a:cubicBezTo>
                <a:lnTo>
                  <a:pt x="2048" y="6735"/>
                </a:lnTo>
                <a:cubicBezTo>
                  <a:pt x="2001" y="6782"/>
                  <a:pt x="1914" y="6805"/>
                  <a:pt x="1824" y="6805"/>
                </a:cubicBezTo>
                <a:cubicBezTo>
                  <a:pt x="1733" y="6805"/>
                  <a:pt x="1639" y="6782"/>
                  <a:pt x="1576" y="6735"/>
                </a:cubicBezTo>
                <a:cubicBezTo>
                  <a:pt x="1449" y="6609"/>
                  <a:pt x="1449" y="6357"/>
                  <a:pt x="1576" y="6262"/>
                </a:cubicBezTo>
                <a:lnTo>
                  <a:pt x="2584" y="5254"/>
                </a:lnTo>
                <a:cubicBezTo>
                  <a:pt x="2631" y="5207"/>
                  <a:pt x="2718" y="5183"/>
                  <a:pt x="2808" y="5183"/>
                </a:cubicBezTo>
                <a:close/>
                <a:moveTo>
                  <a:pt x="3785" y="6167"/>
                </a:moveTo>
                <a:cubicBezTo>
                  <a:pt x="3875" y="6167"/>
                  <a:pt x="3970" y="6199"/>
                  <a:pt x="4033" y="6262"/>
                </a:cubicBezTo>
                <a:cubicBezTo>
                  <a:pt x="4159" y="6357"/>
                  <a:pt x="4159" y="6609"/>
                  <a:pt x="4033" y="6735"/>
                </a:cubicBezTo>
                <a:lnTo>
                  <a:pt x="3056" y="7711"/>
                </a:lnTo>
                <a:cubicBezTo>
                  <a:pt x="2993" y="7774"/>
                  <a:pt x="2899" y="7806"/>
                  <a:pt x="2808" y="7806"/>
                </a:cubicBezTo>
                <a:cubicBezTo>
                  <a:pt x="2718" y="7806"/>
                  <a:pt x="2631" y="7774"/>
                  <a:pt x="2584" y="7711"/>
                </a:cubicBezTo>
                <a:cubicBezTo>
                  <a:pt x="2395" y="7554"/>
                  <a:pt x="2395" y="7365"/>
                  <a:pt x="2584" y="7239"/>
                </a:cubicBezTo>
                <a:lnTo>
                  <a:pt x="3560" y="6262"/>
                </a:lnTo>
                <a:cubicBezTo>
                  <a:pt x="3608" y="6199"/>
                  <a:pt x="3694" y="6167"/>
                  <a:pt x="3785" y="6167"/>
                </a:cubicBezTo>
                <a:close/>
                <a:moveTo>
                  <a:pt x="4730" y="7113"/>
                </a:moveTo>
                <a:cubicBezTo>
                  <a:pt x="4821" y="7113"/>
                  <a:pt x="4915" y="7144"/>
                  <a:pt x="4978" y="7207"/>
                </a:cubicBezTo>
                <a:cubicBezTo>
                  <a:pt x="5073" y="7302"/>
                  <a:pt x="5073" y="7554"/>
                  <a:pt x="4978" y="7680"/>
                </a:cubicBezTo>
                <a:lnTo>
                  <a:pt x="4001" y="8656"/>
                </a:lnTo>
                <a:cubicBezTo>
                  <a:pt x="3938" y="8719"/>
                  <a:pt x="3844" y="8751"/>
                  <a:pt x="3749" y="8751"/>
                </a:cubicBezTo>
                <a:cubicBezTo>
                  <a:pt x="3655" y="8751"/>
                  <a:pt x="3560" y="8719"/>
                  <a:pt x="3497" y="8656"/>
                </a:cubicBezTo>
                <a:cubicBezTo>
                  <a:pt x="3403" y="8530"/>
                  <a:pt x="3403" y="8310"/>
                  <a:pt x="3497" y="8184"/>
                </a:cubicBezTo>
                <a:lnTo>
                  <a:pt x="4505" y="7207"/>
                </a:lnTo>
                <a:cubicBezTo>
                  <a:pt x="4553" y="7144"/>
                  <a:pt x="4639" y="7113"/>
                  <a:pt x="4730" y="7113"/>
                </a:cubicBezTo>
                <a:close/>
                <a:moveTo>
                  <a:pt x="4100" y="969"/>
                </a:moveTo>
                <a:cubicBezTo>
                  <a:pt x="4190" y="969"/>
                  <a:pt x="4285" y="1001"/>
                  <a:pt x="4348" y="1064"/>
                </a:cubicBezTo>
                <a:lnTo>
                  <a:pt x="5041" y="1725"/>
                </a:lnTo>
                <a:lnTo>
                  <a:pt x="3938" y="2828"/>
                </a:lnTo>
                <a:cubicBezTo>
                  <a:pt x="3560" y="3206"/>
                  <a:pt x="3560" y="3899"/>
                  <a:pt x="3938" y="4277"/>
                </a:cubicBezTo>
                <a:cubicBezTo>
                  <a:pt x="4143" y="4482"/>
                  <a:pt x="4411" y="4584"/>
                  <a:pt x="4675" y="4584"/>
                </a:cubicBezTo>
                <a:cubicBezTo>
                  <a:pt x="4939" y="4584"/>
                  <a:pt x="5199" y="4482"/>
                  <a:pt x="5388" y="4277"/>
                </a:cubicBezTo>
                <a:lnTo>
                  <a:pt x="6396" y="3332"/>
                </a:lnTo>
                <a:cubicBezTo>
                  <a:pt x="6443" y="3269"/>
                  <a:pt x="6530" y="3238"/>
                  <a:pt x="6620" y="3238"/>
                </a:cubicBezTo>
                <a:cubicBezTo>
                  <a:pt x="6711" y="3238"/>
                  <a:pt x="6805" y="3269"/>
                  <a:pt x="6868" y="3332"/>
                </a:cubicBezTo>
                <a:lnTo>
                  <a:pt x="10334" y="6735"/>
                </a:lnTo>
                <a:cubicBezTo>
                  <a:pt x="10491" y="6829"/>
                  <a:pt x="10491" y="7113"/>
                  <a:pt x="10365" y="7239"/>
                </a:cubicBezTo>
                <a:cubicBezTo>
                  <a:pt x="10302" y="7302"/>
                  <a:pt x="10216" y="7333"/>
                  <a:pt x="10129" y="7333"/>
                </a:cubicBezTo>
                <a:cubicBezTo>
                  <a:pt x="10042" y="7333"/>
                  <a:pt x="9956" y="7302"/>
                  <a:pt x="9893" y="7239"/>
                </a:cubicBezTo>
                <a:lnTo>
                  <a:pt x="8444" y="5789"/>
                </a:lnTo>
                <a:cubicBezTo>
                  <a:pt x="8381" y="5726"/>
                  <a:pt x="8286" y="5695"/>
                  <a:pt x="8195" y="5695"/>
                </a:cubicBezTo>
                <a:cubicBezTo>
                  <a:pt x="8105" y="5695"/>
                  <a:pt x="8018" y="5726"/>
                  <a:pt x="7971" y="5789"/>
                </a:cubicBezTo>
                <a:cubicBezTo>
                  <a:pt x="7845" y="5884"/>
                  <a:pt x="7845" y="6136"/>
                  <a:pt x="7971" y="6262"/>
                </a:cubicBezTo>
                <a:lnTo>
                  <a:pt x="9420" y="7711"/>
                </a:lnTo>
                <a:cubicBezTo>
                  <a:pt x="9546" y="7837"/>
                  <a:pt x="9546" y="8058"/>
                  <a:pt x="9420" y="8184"/>
                </a:cubicBezTo>
                <a:cubicBezTo>
                  <a:pt x="9357" y="8247"/>
                  <a:pt x="9271" y="8278"/>
                  <a:pt x="9184" y="8278"/>
                </a:cubicBezTo>
                <a:cubicBezTo>
                  <a:pt x="9097" y="8278"/>
                  <a:pt x="9011" y="8247"/>
                  <a:pt x="8948" y="8184"/>
                </a:cubicBezTo>
                <a:lnTo>
                  <a:pt x="7498" y="6735"/>
                </a:lnTo>
                <a:cubicBezTo>
                  <a:pt x="7435" y="6672"/>
                  <a:pt x="7341" y="6640"/>
                  <a:pt x="7250" y="6640"/>
                </a:cubicBezTo>
                <a:cubicBezTo>
                  <a:pt x="7160" y="6640"/>
                  <a:pt x="7073" y="6672"/>
                  <a:pt x="7026" y="6735"/>
                </a:cubicBezTo>
                <a:cubicBezTo>
                  <a:pt x="6900" y="6829"/>
                  <a:pt x="6900" y="7081"/>
                  <a:pt x="7026" y="7176"/>
                </a:cubicBezTo>
                <a:lnTo>
                  <a:pt x="8475" y="8656"/>
                </a:lnTo>
                <a:cubicBezTo>
                  <a:pt x="8601" y="8751"/>
                  <a:pt x="8601" y="9003"/>
                  <a:pt x="8475" y="9129"/>
                </a:cubicBezTo>
                <a:cubicBezTo>
                  <a:pt x="8412" y="9176"/>
                  <a:pt x="8325" y="9200"/>
                  <a:pt x="8239" y="9200"/>
                </a:cubicBezTo>
                <a:cubicBezTo>
                  <a:pt x="8152" y="9200"/>
                  <a:pt x="8066" y="9176"/>
                  <a:pt x="8003" y="9129"/>
                </a:cubicBezTo>
                <a:lnTo>
                  <a:pt x="6459" y="7648"/>
                </a:lnTo>
                <a:cubicBezTo>
                  <a:pt x="6270" y="7459"/>
                  <a:pt x="6018" y="7396"/>
                  <a:pt x="5797" y="7396"/>
                </a:cubicBezTo>
                <a:cubicBezTo>
                  <a:pt x="5797" y="7144"/>
                  <a:pt x="5671" y="6924"/>
                  <a:pt x="5482" y="6735"/>
                </a:cubicBezTo>
                <a:cubicBezTo>
                  <a:pt x="5293" y="6514"/>
                  <a:pt x="5041" y="6451"/>
                  <a:pt x="4821" y="6388"/>
                </a:cubicBezTo>
                <a:cubicBezTo>
                  <a:pt x="4821" y="6167"/>
                  <a:pt x="4694" y="5947"/>
                  <a:pt x="4505" y="5726"/>
                </a:cubicBezTo>
                <a:cubicBezTo>
                  <a:pt x="4285" y="5537"/>
                  <a:pt x="4064" y="5474"/>
                  <a:pt x="3812" y="5411"/>
                </a:cubicBezTo>
                <a:cubicBezTo>
                  <a:pt x="3812" y="5191"/>
                  <a:pt x="3718" y="4939"/>
                  <a:pt x="3497" y="4750"/>
                </a:cubicBezTo>
                <a:cubicBezTo>
                  <a:pt x="3308" y="4561"/>
                  <a:pt x="3048" y="4466"/>
                  <a:pt x="2785" y="4466"/>
                </a:cubicBezTo>
                <a:cubicBezTo>
                  <a:pt x="2521" y="4466"/>
                  <a:pt x="2253" y="4561"/>
                  <a:pt x="2048" y="4750"/>
                </a:cubicBezTo>
                <a:lnTo>
                  <a:pt x="1544" y="5254"/>
                </a:lnTo>
                <a:lnTo>
                  <a:pt x="819" y="4561"/>
                </a:lnTo>
                <a:cubicBezTo>
                  <a:pt x="725" y="4435"/>
                  <a:pt x="725" y="4183"/>
                  <a:pt x="819" y="4088"/>
                </a:cubicBezTo>
                <a:lnTo>
                  <a:pt x="3875" y="1064"/>
                </a:lnTo>
                <a:cubicBezTo>
                  <a:pt x="3923" y="1001"/>
                  <a:pt x="4009" y="969"/>
                  <a:pt x="4100" y="969"/>
                </a:cubicBezTo>
                <a:close/>
                <a:moveTo>
                  <a:pt x="5718" y="8089"/>
                </a:moveTo>
                <a:cubicBezTo>
                  <a:pt x="5805" y="8089"/>
                  <a:pt x="5892" y="8121"/>
                  <a:pt x="5955" y="8184"/>
                </a:cubicBezTo>
                <a:cubicBezTo>
                  <a:pt x="6081" y="8310"/>
                  <a:pt x="6081" y="8530"/>
                  <a:pt x="5955" y="8656"/>
                </a:cubicBezTo>
                <a:lnTo>
                  <a:pt x="4978" y="9633"/>
                </a:lnTo>
                <a:cubicBezTo>
                  <a:pt x="4915" y="9696"/>
                  <a:pt x="4821" y="9728"/>
                  <a:pt x="4730" y="9728"/>
                </a:cubicBezTo>
                <a:cubicBezTo>
                  <a:pt x="4639" y="9728"/>
                  <a:pt x="4553" y="9696"/>
                  <a:pt x="4505" y="9633"/>
                </a:cubicBezTo>
                <a:cubicBezTo>
                  <a:pt x="4379" y="9507"/>
                  <a:pt x="4379" y="9286"/>
                  <a:pt x="4505" y="9160"/>
                </a:cubicBezTo>
                <a:lnTo>
                  <a:pt x="5482" y="8184"/>
                </a:lnTo>
                <a:cubicBezTo>
                  <a:pt x="5545" y="8121"/>
                  <a:pt x="5632" y="8089"/>
                  <a:pt x="5718" y="8089"/>
                </a:cubicBezTo>
                <a:close/>
                <a:moveTo>
                  <a:pt x="6616" y="8877"/>
                </a:moveTo>
                <a:lnTo>
                  <a:pt x="7467" y="9665"/>
                </a:lnTo>
                <a:cubicBezTo>
                  <a:pt x="7593" y="9759"/>
                  <a:pt x="7593" y="9980"/>
                  <a:pt x="7435" y="10106"/>
                </a:cubicBezTo>
                <a:cubicBezTo>
                  <a:pt x="7388" y="10169"/>
                  <a:pt x="7286" y="10200"/>
                  <a:pt x="7179" y="10200"/>
                </a:cubicBezTo>
                <a:cubicBezTo>
                  <a:pt x="7073" y="10200"/>
                  <a:pt x="6963" y="10169"/>
                  <a:pt x="6900" y="10106"/>
                </a:cubicBezTo>
                <a:lnTo>
                  <a:pt x="6207" y="9412"/>
                </a:lnTo>
                <a:lnTo>
                  <a:pt x="6427" y="9160"/>
                </a:lnTo>
                <a:cubicBezTo>
                  <a:pt x="6522" y="9097"/>
                  <a:pt x="6585" y="8971"/>
                  <a:pt x="6616" y="8877"/>
                </a:cubicBezTo>
                <a:close/>
                <a:moveTo>
                  <a:pt x="7309" y="0"/>
                </a:moveTo>
                <a:cubicBezTo>
                  <a:pt x="7042" y="0"/>
                  <a:pt x="6774" y="103"/>
                  <a:pt x="6585" y="308"/>
                </a:cubicBezTo>
                <a:lnTo>
                  <a:pt x="5608" y="1284"/>
                </a:lnTo>
                <a:lnTo>
                  <a:pt x="4852" y="560"/>
                </a:lnTo>
                <a:cubicBezTo>
                  <a:pt x="4656" y="394"/>
                  <a:pt x="4409" y="307"/>
                  <a:pt x="4163" y="307"/>
                </a:cubicBezTo>
                <a:cubicBezTo>
                  <a:pt x="3897" y="307"/>
                  <a:pt x="3631" y="409"/>
                  <a:pt x="3434" y="623"/>
                </a:cubicBezTo>
                <a:lnTo>
                  <a:pt x="410" y="3647"/>
                </a:lnTo>
                <a:cubicBezTo>
                  <a:pt x="0" y="4025"/>
                  <a:pt x="0" y="4718"/>
                  <a:pt x="410" y="5096"/>
                </a:cubicBezTo>
                <a:lnTo>
                  <a:pt x="1103" y="5821"/>
                </a:lnTo>
                <a:cubicBezTo>
                  <a:pt x="725" y="6199"/>
                  <a:pt x="725" y="6829"/>
                  <a:pt x="1103" y="7239"/>
                </a:cubicBezTo>
                <a:cubicBezTo>
                  <a:pt x="1292" y="7428"/>
                  <a:pt x="1544" y="7491"/>
                  <a:pt x="1765" y="7554"/>
                </a:cubicBezTo>
                <a:cubicBezTo>
                  <a:pt x="1765" y="7774"/>
                  <a:pt x="1891" y="8026"/>
                  <a:pt x="2080" y="8215"/>
                </a:cubicBezTo>
                <a:cubicBezTo>
                  <a:pt x="2300" y="8404"/>
                  <a:pt x="2521" y="8499"/>
                  <a:pt x="2773" y="8530"/>
                </a:cubicBezTo>
                <a:cubicBezTo>
                  <a:pt x="2773" y="8751"/>
                  <a:pt x="2867" y="9003"/>
                  <a:pt x="3088" y="9192"/>
                </a:cubicBezTo>
                <a:cubicBezTo>
                  <a:pt x="3277" y="9381"/>
                  <a:pt x="3497" y="9475"/>
                  <a:pt x="3749" y="9507"/>
                </a:cubicBezTo>
                <a:cubicBezTo>
                  <a:pt x="3749" y="9759"/>
                  <a:pt x="3875" y="9980"/>
                  <a:pt x="4064" y="10169"/>
                </a:cubicBezTo>
                <a:cubicBezTo>
                  <a:pt x="4253" y="10373"/>
                  <a:pt x="4521" y="10476"/>
                  <a:pt x="4789" y="10476"/>
                </a:cubicBezTo>
                <a:cubicBezTo>
                  <a:pt x="5057" y="10476"/>
                  <a:pt x="5325" y="10373"/>
                  <a:pt x="5514" y="10169"/>
                </a:cubicBezTo>
                <a:lnTo>
                  <a:pt x="5766" y="9948"/>
                </a:lnTo>
                <a:lnTo>
                  <a:pt x="6459" y="10673"/>
                </a:lnTo>
                <a:cubicBezTo>
                  <a:pt x="6664" y="10862"/>
                  <a:pt x="6939" y="10956"/>
                  <a:pt x="7219" y="10956"/>
                </a:cubicBezTo>
                <a:cubicBezTo>
                  <a:pt x="7498" y="10956"/>
                  <a:pt x="7782" y="10862"/>
                  <a:pt x="8003" y="10673"/>
                </a:cubicBezTo>
                <a:cubicBezTo>
                  <a:pt x="8192" y="10452"/>
                  <a:pt x="8286" y="10232"/>
                  <a:pt x="8318" y="9980"/>
                </a:cubicBezTo>
                <a:cubicBezTo>
                  <a:pt x="8538" y="9980"/>
                  <a:pt x="8790" y="9885"/>
                  <a:pt x="8979" y="9665"/>
                </a:cubicBezTo>
                <a:cubicBezTo>
                  <a:pt x="9168" y="9475"/>
                  <a:pt x="9263" y="9255"/>
                  <a:pt x="9294" y="9003"/>
                </a:cubicBezTo>
                <a:cubicBezTo>
                  <a:pt x="9546" y="9003"/>
                  <a:pt x="9767" y="8877"/>
                  <a:pt x="9956" y="8688"/>
                </a:cubicBezTo>
                <a:cubicBezTo>
                  <a:pt x="10176" y="8499"/>
                  <a:pt x="10239" y="8247"/>
                  <a:pt x="10271" y="8026"/>
                </a:cubicBezTo>
                <a:cubicBezTo>
                  <a:pt x="10523" y="8026"/>
                  <a:pt x="10743" y="7900"/>
                  <a:pt x="10964" y="7711"/>
                </a:cubicBezTo>
                <a:cubicBezTo>
                  <a:pt x="11342" y="7302"/>
                  <a:pt x="11342" y="6640"/>
                  <a:pt x="10964" y="6262"/>
                </a:cubicBezTo>
                <a:lnTo>
                  <a:pt x="10680" y="5978"/>
                </a:lnTo>
                <a:lnTo>
                  <a:pt x="11594" y="5065"/>
                </a:lnTo>
                <a:cubicBezTo>
                  <a:pt x="11909" y="4687"/>
                  <a:pt x="11909" y="4057"/>
                  <a:pt x="11468" y="3647"/>
                </a:cubicBezTo>
                <a:lnTo>
                  <a:pt x="8034" y="308"/>
                </a:lnTo>
                <a:cubicBezTo>
                  <a:pt x="7845" y="103"/>
                  <a:pt x="7577" y="0"/>
                  <a:pt x="7309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1299" name="Google Shape;11299;p67"/>
          <p:cNvSpPr/>
          <p:nvPr/>
        </p:nvSpPr>
        <p:spPr>
          <a:xfrm>
            <a:off x="3019106" y="2660806"/>
            <a:ext cx="421914" cy="420759"/>
          </a:xfrm>
          <a:custGeom>
            <a:rect l="l" t="t" r="r" b="b"/>
            <a:pathLst>
              <a:path w="11689" h="11657" extrusionOk="0">
                <a:moveTo>
                  <a:pt x="5797" y="2111"/>
                </a:moveTo>
                <a:cubicBezTo>
                  <a:pt x="6175" y="2111"/>
                  <a:pt x="6459" y="2426"/>
                  <a:pt x="6459" y="2773"/>
                </a:cubicBezTo>
                <a:cubicBezTo>
                  <a:pt x="6459" y="3151"/>
                  <a:pt x="6175" y="3466"/>
                  <a:pt x="5797" y="3466"/>
                </a:cubicBezTo>
                <a:cubicBezTo>
                  <a:pt x="5388" y="3466"/>
                  <a:pt x="5104" y="3151"/>
                  <a:pt x="5104" y="2773"/>
                </a:cubicBezTo>
                <a:cubicBezTo>
                  <a:pt x="5104" y="2426"/>
                  <a:pt x="5419" y="2111"/>
                  <a:pt x="5797" y="2111"/>
                </a:cubicBezTo>
                <a:close/>
                <a:moveTo>
                  <a:pt x="6112" y="4159"/>
                </a:moveTo>
                <a:cubicBezTo>
                  <a:pt x="6648" y="4159"/>
                  <a:pt x="7120" y="4631"/>
                  <a:pt x="7120" y="5198"/>
                </a:cubicBezTo>
                <a:lnTo>
                  <a:pt x="7120" y="5545"/>
                </a:lnTo>
                <a:lnTo>
                  <a:pt x="4379" y="5545"/>
                </a:lnTo>
                <a:lnTo>
                  <a:pt x="4379" y="5198"/>
                </a:lnTo>
                <a:cubicBezTo>
                  <a:pt x="4411" y="4600"/>
                  <a:pt x="4884" y="4159"/>
                  <a:pt x="5419" y="4159"/>
                </a:cubicBezTo>
                <a:close/>
                <a:moveTo>
                  <a:pt x="10586" y="662"/>
                </a:moveTo>
                <a:cubicBezTo>
                  <a:pt x="10775" y="662"/>
                  <a:pt x="10932" y="819"/>
                  <a:pt x="10932" y="1008"/>
                </a:cubicBezTo>
                <a:lnTo>
                  <a:pt x="10932" y="5860"/>
                </a:lnTo>
                <a:lnTo>
                  <a:pt x="10996" y="5860"/>
                </a:lnTo>
                <a:cubicBezTo>
                  <a:pt x="10996" y="6049"/>
                  <a:pt x="10838" y="6207"/>
                  <a:pt x="10617" y="6207"/>
                </a:cubicBezTo>
                <a:lnTo>
                  <a:pt x="9483" y="6207"/>
                </a:lnTo>
                <a:cubicBezTo>
                  <a:pt x="9326" y="5829"/>
                  <a:pt x="8979" y="5545"/>
                  <a:pt x="8507" y="5545"/>
                </a:cubicBezTo>
                <a:lnTo>
                  <a:pt x="7845" y="5545"/>
                </a:lnTo>
                <a:lnTo>
                  <a:pt x="7845" y="5198"/>
                </a:lnTo>
                <a:cubicBezTo>
                  <a:pt x="7845" y="4505"/>
                  <a:pt x="7435" y="3938"/>
                  <a:pt x="6837" y="3655"/>
                </a:cubicBezTo>
                <a:cubicBezTo>
                  <a:pt x="7057" y="3403"/>
                  <a:pt x="7152" y="3151"/>
                  <a:pt x="7152" y="2773"/>
                </a:cubicBezTo>
                <a:cubicBezTo>
                  <a:pt x="7152" y="2048"/>
                  <a:pt x="6522" y="1418"/>
                  <a:pt x="5797" y="1418"/>
                </a:cubicBezTo>
                <a:cubicBezTo>
                  <a:pt x="5041" y="1418"/>
                  <a:pt x="4411" y="2048"/>
                  <a:pt x="4411" y="2773"/>
                </a:cubicBezTo>
                <a:cubicBezTo>
                  <a:pt x="4411" y="3088"/>
                  <a:pt x="4537" y="3403"/>
                  <a:pt x="4726" y="3655"/>
                </a:cubicBezTo>
                <a:cubicBezTo>
                  <a:pt x="4127" y="3938"/>
                  <a:pt x="3749" y="4505"/>
                  <a:pt x="3749" y="5198"/>
                </a:cubicBezTo>
                <a:lnTo>
                  <a:pt x="3749" y="5545"/>
                </a:lnTo>
                <a:lnTo>
                  <a:pt x="3056" y="5545"/>
                </a:lnTo>
                <a:cubicBezTo>
                  <a:pt x="2647" y="5545"/>
                  <a:pt x="2237" y="5829"/>
                  <a:pt x="2080" y="6207"/>
                </a:cubicBezTo>
                <a:lnTo>
                  <a:pt x="977" y="6207"/>
                </a:lnTo>
                <a:cubicBezTo>
                  <a:pt x="788" y="6207"/>
                  <a:pt x="630" y="6049"/>
                  <a:pt x="630" y="5860"/>
                </a:cubicBezTo>
                <a:lnTo>
                  <a:pt x="630" y="1008"/>
                </a:lnTo>
                <a:cubicBezTo>
                  <a:pt x="630" y="819"/>
                  <a:pt x="788" y="662"/>
                  <a:pt x="977" y="662"/>
                </a:cubicBezTo>
                <a:close/>
                <a:moveTo>
                  <a:pt x="8538" y="6175"/>
                </a:moveTo>
                <a:cubicBezTo>
                  <a:pt x="8759" y="6175"/>
                  <a:pt x="8916" y="6333"/>
                  <a:pt x="8916" y="6522"/>
                </a:cubicBezTo>
                <a:cubicBezTo>
                  <a:pt x="8853" y="6711"/>
                  <a:pt x="8696" y="6868"/>
                  <a:pt x="8538" y="6868"/>
                </a:cubicBezTo>
                <a:lnTo>
                  <a:pt x="3088" y="6868"/>
                </a:lnTo>
                <a:cubicBezTo>
                  <a:pt x="2867" y="6868"/>
                  <a:pt x="2710" y="6711"/>
                  <a:pt x="2710" y="6522"/>
                </a:cubicBezTo>
                <a:cubicBezTo>
                  <a:pt x="2710" y="6333"/>
                  <a:pt x="2867" y="6175"/>
                  <a:pt x="3088" y="6175"/>
                </a:cubicBezTo>
                <a:close/>
                <a:moveTo>
                  <a:pt x="8160" y="7593"/>
                </a:moveTo>
                <a:lnTo>
                  <a:pt x="7561" y="11027"/>
                </a:lnTo>
                <a:lnTo>
                  <a:pt x="4033" y="11027"/>
                </a:lnTo>
                <a:lnTo>
                  <a:pt x="3466" y="7593"/>
                </a:lnTo>
                <a:close/>
                <a:moveTo>
                  <a:pt x="1008" y="0"/>
                </a:moveTo>
                <a:cubicBezTo>
                  <a:pt x="473" y="0"/>
                  <a:pt x="0" y="473"/>
                  <a:pt x="0" y="1008"/>
                </a:cubicBezTo>
                <a:lnTo>
                  <a:pt x="0" y="5860"/>
                </a:lnTo>
                <a:cubicBezTo>
                  <a:pt x="0" y="6396"/>
                  <a:pt x="473" y="6868"/>
                  <a:pt x="1008" y="6868"/>
                </a:cubicBezTo>
                <a:lnTo>
                  <a:pt x="2111" y="6868"/>
                </a:lnTo>
                <a:cubicBezTo>
                  <a:pt x="2237" y="7183"/>
                  <a:pt x="2489" y="7435"/>
                  <a:pt x="2804" y="7498"/>
                </a:cubicBezTo>
                <a:lnTo>
                  <a:pt x="3434" y="11373"/>
                </a:lnTo>
                <a:cubicBezTo>
                  <a:pt x="3466" y="11531"/>
                  <a:pt x="3592" y="11657"/>
                  <a:pt x="3781" y="11657"/>
                </a:cubicBezTo>
                <a:lnTo>
                  <a:pt x="7877" y="11657"/>
                </a:lnTo>
                <a:cubicBezTo>
                  <a:pt x="8034" y="11657"/>
                  <a:pt x="8192" y="11531"/>
                  <a:pt x="8223" y="11373"/>
                </a:cubicBezTo>
                <a:lnTo>
                  <a:pt x="8853" y="7498"/>
                </a:lnTo>
                <a:cubicBezTo>
                  <a:pt x="9168" y="7435"/>
                  <a:pt x="9420" y="7183"/>
                  <a:pt x="9546" y="6868"/>
                </a:cubicBezTo>
                <a:lnTo>
                  <a:pt x="10680" y="6868"/>
                </a:lnTo>
                <a:cubicBezTo>
                  <a:pt x="11216" y="6868"/>
                  <a:pt x="11689" y="6396"/>
                  <a:pt x="11689" y="5860"/>
                </a:cubicBezTo>
                <a:lnTo>
                  <a:pt x="11689" y="1008"/>
                </a:lnTo>
                <a:cubicBezTo>
                  <a:pt x="11657" y="473"/>
                  <a:pt x="11185" y="0"/>
                  <a:pt x="1061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1300" name="Google Shape;11300;p67"/>
          <p:cNvGrpSpPr/>
          <p:nvPr/>
        </p:nvGrpSpPr>
        <p:grpSpPr>
          <a:xfrm>
            <a:off x="5765634" y="1631256"/>
            <a:ext cx="324133" cy="420796"/>
            <a:chOff x="-3462150" y="2046625"/>
            <a:chExt cx="224500" cy="291450"/>
          </a:xfrm>
        </p:grpSpPr>
        <p:sp>
          <p:nvSpPr>
            <p:cNvPr id="11301" name="Google Shape;11301;p67"/>
            <p:cNvSpPr/>
            <p:nvPr/>
          </p:nvSpPr>
          <p:spPr>
            <a:xfrm>
              <a:off x="-3425125" y="2253000"/>
              <a:ext cx="51225" cy="50425"/>
            </a:xfrm>
            <a:custGeom>
              <a:rect l="l" t="t" r="r" b="b"/>
              <a:pathLst>
                <a:path w="2049" h="2017" extrusionOk="0">
                  <a:moveTo>
                    <a:pt x="1009" y="662"/>
                  </a:moveTo>
                  <a:cubicBezTo>
                    <a:pt x="1198" y="662"/>
                    <a:pt x="1355" y="819"/>
                    <a:pt x="1355" y="1008"/>
                  </a:cubicBezTo>
                  <a:cubicBezTo>
                    <a:pt x="1355" y="1197"/>
                    <a:pt x="1166" y="1355"/>
                    <a:pt x="1009" y="1355"/>
                  </a:cubicBezTo>
                  <a:cubicBezTo>
                    <a:pt x="820" y="1355"/>
                    <a:pt x="662" y="1197"/>
                    <a:pt x="662" y="1008"/>
                  </a:cubicBezTo>
                  <a:cubicBezTo>
                    <a:pt x="662" y="819"/>
                    <a:pt x="820" y="662"/>
                    <a:pt x="1009" y="662"/>
                  </a:cubicBezTo>
                  <a:close/>
                  <a:moveTo>
                    <a:pt x="1009" y="0"/>
                  </a:moveTo>
                  <a:cubicBezTo>
                    <a:pt x="473" y="0"/>
                    <a:pt x="0" y="441"/>
                    <a:pt x="0" y="1008"/>
                  </a:cubicBezTo>
                  <a:cubicBezTo>
                    <a:pt x="0" y="1575"/>
                    <a:pt x="473" y="2016"/>
                    <a:pt x="1009" y="2016"/>
                  </a:cubicBezTo>
                  <a:cubicBezTo>
                    <a:pt x="1576" y="2016"/>
                    <a:pt x="2048" y="1575"/>
                    <a:pt x="2048" y="1008"/>
                  </a:cubicBezTo>
                  <a:cubicBezTo>
                    <a:pt x="2048" y="441"/>
                    <a:pt x="1576" y="0"/>
                    <a:pt x="100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02" name="Google Shape;11302;p67"/>
            <p:cNvSpPr/>
            <p:nvPr/>
          </p:nvSpPr>
          <p:spPr>
            <a:xfrm>
              <a:off x="-3425125" y="2116725"/>
              <a:ext cx="51225" cy="49650"/>
            </a:xfrm>
            <a:custGeom>
              <a:rect l="l" t="t" r="r" b="b"/>
              <a:pathLst>
                <a:path w="2049" h="1986" extrusionOk="0">
                  <a:moveTo>
                    <a:pt x="343" y="1"/>
                  </a:moveTo>
                  <a:cubicBezTo>
                    <a:pt x="252" y="1"/>
                    <a:pt x="158" y="32"/>
                    <a:pt x="95" y="95"/>
                  </a:cubicBezTo>
                  <a:cubicBezTo>
                    <a:pt x="0" y="190"/>
                    <a:pt x="0" y="442"/>
                    <a:pt x="95" y="536"/>
                  </a:cubicBezTo>
                  <a:lnTo>
                    <a:pt x="536" y="977"/>
                  </a:lnTo>
                  <a:lnTo>
                    <a:pt x="95" y="1418"/>
                  </a:lnTo>
                  <a:cubicBezTo>
                    <a:pt x="0" y="1544"/>
                    <a:pt x="0" y="1765"/>
                    <a:pt x="95" y="1891"/>
                  </a:cubicBezTo>
                  <a:cubicBezTo>
                    <a:pt x="158" y="1954"/>
                    <a:pt x="252" y="1986"/>
                    <a:pt x="343" y="1986"/>
                  </a:cubicBezTo>
                  <a:cubicBezTo>
                    <a:pt x="434" y="1986"/>
                    <a:pt x="520" y="1954"/>
                    <a:pt x="568" y="1891"/>
                  </a:cubicBezTo>
                  <a:lnTo>
                    <a:pt x="1009" y="1450"/>
                  </a:lnTo>
                  <a:lnTo>
                    <a:pt x="1450" y="1891"/>
                  </a:lnTo>
                  <a:cubicBezTo>
                    <a:pt x="1513" y="1954"/>
                    <a:pt x="1599" y="1986"/>
                    <a:pt x="1686" y="1986"/>
                  </a:cubicBezTo>
                  <a:cubicBezTo>
                    <a:pt x="1773" y="1986"/>
                    <a:pt x="1859" y="1954"/>
                    <a:pt x="1922" y="1891"/>
                  </a:cubicBezTo>
                  <a:cubicBezTo>
                    <a:pt x="2048" y="1765"/>
                    <a:pt x="2048" y="1544"/>
                    <a:pt x="1922" y="1418"/>
                  </a:cubicBezTo>
                  <a:lnTo>
                    <a:pt x="1481" y="977"/>
                  </a:lnTo>
                  <a:lnTo>
                    <a:pt x="1922" y="536"/>
                  </a:lnTo>
                  <a:cubicBezTo>
                    <a:pt x="2048" y="442"/>
                    <a:pt x="2048" y="190"/>
                    <a:pt x="1922" y="95"/>
                  </a:cubicBezTo>
                  <a:cubicBezTo>
                    <a:pt x="1859" y="32"/>
                    <a:pt x="1773" y="1"/>
                    <a:pt x="1686" y="1"/>
                  </a:cubicBezTo>
                  <a:cubicBezTo>
                    <a:pt x="1599" y="1"/>
                    <a:pt x="1513" y="32"/>
                    <a:pt x="1450" y="95"/>
                  </a:cubicBezTo>
                  <a:lnTo>
                    <a:pt x="1009" y="505"/>
                  </a:lnTo>
                  <a:lnTo>
                    <a:pt x="568" y="95"/>
                  </a:lnTo>
                  <a:cubicBezTo>
                    <a:pt x="520" y="32"/>
                    <a:pt x="434" y="1"/>
                    <a:pt x="34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03" name="Google Shape;11303;p67"/>
            <p:cNvSpPr/>
            <p:nvPr/>
          </p:nvSpPr>
          <p:spPr>
            <a:xfrm>
              <a:off x="-3425125" y="2185250"/>
              <a:ext cx="51225" cy="49650"/>
            </a:xfrm>
            <a:custGeom>
              <a:rect l="l" t="t" r="r" b="b"/>
              <a:pathLst>
                <a:path w="2049" h="1986" extrusionOk="0">
                  <a:moveTo>
                    <a:pt x="343" y="1"/>
                  </a:moveTo>
                  <a:cubicBezTo>
                    <a:pt x="252" y="1"/>
                    <a:pt x="158" y="32"/>
                    <a:pt x="95" y="95"/>
                  </a:cubicBezTo>
                  <a:cubicBezTo>
                    <a:pt x="0" y="221"/>
                    <a:pt x="0" y="442"/>
                    <a:pt x="95" y="568"/>
                  </a:cubicBezTo>
                  <a:lnTo>
                    <a:pt x="536" y="1009"/>
                  </a:lnTo>
                  <a:lnTo>
                    <a:pt x="95" y="1418"/>
                  </a:lnTo>
                  <a:cubicBezTo>
                    <a:pt x="0" y="1544"/>
                    <a:pt x="0" y="1796"/>
                    <a:pt x="95" y="1891"/>
                  </a:cubicBezTo>
                  <a:cubicBezTo>
                    <a:pt x="158" y="1954"/>
                    <a:pt x="252" y="1985"/>
                    <a:pt x="343" y="1985"/>
                  </a:cubicBezTo>
                  <a:cubicBezTo>
                    <a:pt x="434" y="1985"/>
                    <a:pt x="520" y="1954"/>
                    <a:pt x="568" y="1891"/>
                  </a:cubicBezTo>
                  <a:lnTo>
                    <a:pt x="1009" y="1481"/>
                  </a:lnTo>
                  <a:lnTo>
                    <a:pt x="1450" y="1891"/>
                  </a:lnTo>
                  <a:cubicBezTo>
                    <a:pt x="1513" y="1954"/>
                    <a:pt x="1599" y="1985"/>
                    <a:pt x="1686" y="1985"/>
                  </a:cubicBezTo>
                  <a:cubicBezTo>
                    <a:pt x="1773" y="1985"/>
                    <a:pt x="1859" y="1954"/>
                    <a:pt x="1922" y="1891"/>
                  </a:cubicBezTo>
                  <a:cubicBezTo>
                    <a:pt x="2048" y="1796"/>
                    <a:pt x="2048" y="1544"/>
                    <a:pt x="1922" y="1418"/>
                  </a:cubicBezTo>
                  <a:lnTo>
                    <a:pt x="1481" y="1009"/>
                  </a:lnTo>
                  <a:lnTo>
                    <a:pt x="1922" y="568"/>
                  </a:lnTo>
                  <a:cubicBezTo>
                    <a:pt x="2048" y="410"/>
                    <a:pt x="2048" y="221"/>
                    <a:pt x="1922" y="95"/>
                  </a:cubicBezTo>
                  <a:cubicBezTo>
                    <a:pt x="1859" y="32"/>
                    <a:pt x="1773" y="1"/>
                    <a:pt x="1686" y="1"/>
                  </a:cubicBezTo>
                  <a:cubicBezTo>
                    <a:pt x="1599" y="1"/>
                    <a:pt x="1513" y="32"/>
                    <a:pt x="1450" y="95"/>
                  </a:cubicBezTo>
                  <a:lnTo>
                    <a:pt x="1009" y="536"/>
                  </a:lnTo>
                  <a:lnTo>
                    <a:pt x="568" y="95"/>
                  </a:lnTo>
                  <a:cubicBezTo>
                    <a:pt x="520" y="32"/>
                    <a:pt x="434" y="1"/>
                    <a:pt x="34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04" name="Google Shape;11304;p67"/>
            <p:cNvSpPr/>
            <p:nvPr/>
          </p:nvSpPr>
          <p:spPr>
            <a:xfrm>
              <a:off x="-3462150" y="2046625"/>
              <a:ext cx="224500" cy="291450"/>
            </a:xfrm>
            <a:custGeom>
              <a:rect l="l" t="t" r="r" b="b"/>
              <a:pathLst>
                <a:path w="8980" h="11658" extrusionOk="0">
                  <a:moveTo>
                    <a:pt x="5924" y="694"/>
                  </a:moveTo>
                  <a:cubicBezTo>
                    <a:pt x="6113" y="694"/>
                    <a:pt x="6270" y="851"/>
                    <a:pt x="6270" y="1040"/>
                  </a:cubicBezTo>
                  <a:cubicBezTo>
                    <a:pt x="6270" y="1229"/>
                    <a:pt x="6113" y="1387"/>
                    <a:pt x="5924" y="1387"/>
                  </a:cubicBezTo>
                  <a:lnTo>
                    <a:pt x="3151" y="1387"/>
                  </a:lnTo>
                  <a:cubicBezTo>
                    <a:pt x="2962" y="1387"/>
                    <a:pt x="2805" y="1229"/>
                    <a:pt x="2805" y="1040"/>
                  </a:cubicBezTo>
                  <a:cubicBezTo>
                    <a:pt x="2805" y="851"/>
                    <a:pt x="2962" y="694"/>
                    <a:pt x="3151" y="694"/>
                  </a:cubicBezTo>
                  <a:close/>
                  <a:moveTo>
                    <a:pt x="8034" y="1356"/>
                  </a:moveTo>
                  <a:cubicBezTo>
                    <a:pt x="8255" y="1356"/>
                    <a:pt x="8413" y="1513"/>
                    <a:pt x="8413" y="1702"/>
                  </a:cubicBezTo>
                  <a:lnTo>
                    <a:pt x="8413" y="10649"/>
                  </a:lnTo>
                  <a:lnTo>
                    <a:pt x="8287" y="10649"/>
                  </a:lnTo>
                  <a:cubicBezTo>
                    <a:pt x="8287" y="10838"/>
                    <a:pt x="8129" y="10996"/>
                    <a:pt x="7940" y="10996"/>
                  </a:cubicBezTo>
                  <a:lnTo>
                    <a:pt x="1103" y="10996"/>
                  </a:lnTo>
                  <a:cubicBezTo>
                    <a:pt x="914" y="10996"/>
                    <a:pt x="757" y="10838"/>
                    <a:pt x="757" y="10649"/>
                  </a:cubicBezTo>
                  <a:lnTo>
                    <a:pt x="757" y="1702"/>
                  </a:lnTo>
                  <a:cubicBezTo>
                    <a:pt x="757" y="1513"/>
                    <a:pt x="914" y="1356"/>
                    <a:pt x="1103" y="1356"/>
                  </a:cubicBezTo>
                  <a:lnTo>
                    <a:pt x="2206" y="1356"/>
                  </a:lnTo>
                  <a:cubicBezTo>
                    <a:pt x="2364" y="1734"/>
                    <a:pt x="2742" y="2017"/>
                    <a:pt x="3214" y="2017"/>
                  </a:cubicBezTo>
                  <a:lnTo>
                    <a:pt x="5955" y="2017"/>
                  </a:lnTo>
                  <a:cubicBezTo>
                    <a:pt x="6396" y="2017"/>
                    <a:pt x="6774" y="1734"/>
                    <a:pt x="6932" y="1356"/>
                  </a:cubicBezTo>
                  <a:close/>
                  <a:moveTo>
                    <a:pt x="3120" y="1"/>
                  </a:moveTo>
                  <a:cubicBezTo>
                    <a:pt x="2679" y="1"/>
                    <a:pt x="2301" y="284"/>
                    <a:pt x="2143" y="694"/>
                  </a:cubicBezTo>
                  <a:lnTo>
                    <a:pt x="1040" y="694"/>
                  </a:lnTo>
                  <a:cubicBezTo>
                    <a:pt x="473" y="694"/>
                    <a:pt x="1" y="1166"/>
                    <a:pt x="1" y="1702"/>
                  </a:cubicBezTo>
                  <a:lnTo>
                    <a:pt x="1" y="10649"/>
                  </a:lnTo>
                  <a:cubicBezTo>
                    <a:pt x="1" y="11185"/>
                    <a:pt x="473" y="11658"/>
                    <a:pt x="1040" y="11658"/>
                  </a:cubicBezTo>
                  <a:lnTo>
                    <a:pt x="7877" y="11658"/>
                  </a:lnTo>
                  <a:cubicBezTo>
                    <a:pt x="8444" y="11658"/>
                    <a:pt x="8917" y="11185"/>
                    <a:pt x="8917" y="10649"/>
                  </a:cubicBezTo>
                  <a:lnTo>
                    <a:pt x="8917" y="1702"/>
                  </a:lnTo>
                  <a:cubicBezTo>
                    <a:pt x="8980" y="1166"/>
                    <a:pt x="8507" y="694"/>
                    <a:pt x="7971" y="694"/>
                  </a:cubicBezTo>
                  <a:lnTo>
                    <a:pt x="6869" y="694"/>
                  </a:lnTo>
                  <a:cubicBezTo>
                    <a:pt x="6711" y="284"/>
                    <a:pt x="6365" y="1"/>
                    <a:pt x="5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05" name="Google Shape;11305;p67"/>
            <p:cNvSpPr/>
            <p:nvPr/>
          </p:nvSpPr>
          <p:spPr>
            <a:xfrm>
              <a:off x="-3358175" y="2133275"/>
              <a:ext cx="86650" cy="18125"/>
            </a:xfrm>
            <a:custGeom>
              <a:rect l="l" t="t" r="r" b="b"/>
              <a:pathLst>
                <a:path w="3466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3088" y="725"/>
                  </a:lnTo>
                  <a:cubicBezTo>
                    <a:pt x="3308" y="725"/>
                    <a:pt x="3466" y="567"/>
                    <a:pt x="3466" y="378"/>
                  </a:cubicBezTo>
                  <a:cubicBezTo>
                    <a:pt x="3466" y="158"/>
                    <a:pt x="3308" y="0"/>
                    <a:pt x="30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06" name="Google Shape;11306;p67"/>
            <p:cNvSpPr/>
            <p:nvPr/>
          </p:nvSpPr>
          <p:spPr>
            <a:xfrm>
              <a:off x="-3358175" y="2201800"/>
              <a:ext cx="86650" cy="17350"/>
            </a:xfrm>
            <a:custGeom>
              <a:rect l="l" t="t" r="r" b="b"/>
              <a:pathLst>
                <a:path w="3466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3"/>
                    <a:pt x="347" y="693"/>
                  </a:cubicBezTo>
                  <a:lnTo>
                    <a:pt x="3088" y="693"/>
                  </a:lnTo>
                  <a:cubicBezTo>
                    <a:pt x="3308" y="693"/>
                    <a:pt x="3466" y="536"/>
                    <a:pt x="3466" y="347"/>
                  </a:cubicBezTo>
                  <a:cubicBezTo>
                    <a:pt x="3466" y="158"/>
                    <a:pt x="3308" y="0"/>
                    <a:pt x="30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07" name="Google Shape;11307;p67"/>
            <p:cNvSpPr/>
            <p:nvPr/>
          </p:nvSpPr>
          <p:spPr>
            <a:xfrm>
              <a:off x="-3358175" y="2270325"/>
              <a:ext cx="86650" cy="18125"/>
            </a:xfrm>
            <a:custGeom>
              <a:rect l="l" t="t" r="r" b="b"/>
              <a:pathLst>
                <a:path w="3466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3088" y="725"/>
                  </a:lnTo>
                  <a:cubicBezTo>
                    <a:pt x="3308" y="725"/>
                    <a:pt x="3466" y="567"/>
                    <a:pt x="3466" y="347"/>
                  </a:cubicBezTo>
                  <a:cubicBezTo>
                    <a:pt x="3466" y="158"/>
                    <a:pt x="3308" y="0"/>
                    <a:pt x="30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308" name="Google Shape;11308;p67"/>
          <p:cNvGrpSpPr/>
          <p:nvPr/>
        </p:nvGrpSpPr>
        <p:grpSpPr>
          <a:xfrm>
            <a:off x="5741197" y="2139276"/>
            <a:ext cx="373006" cy="423069"/>
            <a:chOff x="-3478675" y="2405775"/>
            <a:chExt cx="258350" cy="293025"/>
          </a:xfrm>
        </p:grpSpPr>
        <p:sp>
          <p:nvSpPr>
            <p:cNvPr id="11309" name="Google Shape;11309;p67"/>
            <p:cNvSpPr/>
            <p:nvPr/>
          </p:nvSpPr>
          <p:spPr>
            <a:xfrm>
              <a:off x="-3478675" y="2405775"/>
              <a:ext cx="258350" cy="293025"/>
            </a:xfrm>
            <a:custGeom>
              <a:rect l="l" t="t" r="r" b="b"/>
              <a:pathLst>
                <a:path w="10334" h="11721" extrusionOk="0">
                  <a:moveTo>
                    <a:pt x="6018" y="694"/>
                  </a:moveTo>
                  <a:cubicBezTo>
                    <a:pt x="6175" y="694"/>
                    <a:pt x="6301" y="757"/>
                    <a:pt x="6333" y="915"/>
                  </a:cubicBezTo>
                  <a:lnTo>
                    <a:pt x="6490" y="1450"/>
                  </a:lnTo>
                  <a:lnTo>
                    <a:pt x="3781" y="1450"/>
                  </a:lnTo>
                  <a:lnTo>
                    <a:pt x="3970" y="915"/>
                  </a:lnTo>
                  <a:cubicBezTo>
                    <a:pt x="4033" y="757"/>
                    <a:pt x="4127" y="694"/>
                    <a:pt x="4285" y="694"/>
                  </a:cubicBezTo>
                  <a:close/>
                  <a:moveTo>
                    <a:pt x="9326" y="2049"/>
                  </a:moveTo>
                  <a:cubicBezTo>
                    <a:pt x="9546" y="2049"/>
                    <a:pt x="9704" y="2206"/>
                    <a:pt x="9704" y="2427"/>
                  </a:cubicBezTo>
                  <a:lnTo>
                    <a:pt x="9704" y="2773"/>
                  </a:lnTo>
                  <a:lnTo>
                    <a:pt x="756" y="2773"/>
                  </a:lnTo>
                  <a:lnTo>
                    <a:pt x="756" y="2427"/>
                  </a:lnTo>
                  <a:cubicBezTo>
                    <a:pt x="756" y="2206"/>
                    <a:pt x="914" y="2049"/>
                    <a:pt x="1103" y="2049"/>
                  </a:cubicBezTo>
                  <a:close/>
                  <a:moveTo>
                    <a:pt x="8916" y="3498"/>
                  </a:moveTo>
                  <a:lnTo>
                    <a:pt x="8317" y="10681"/>
                  </a:lnTo>
                  <a:cubicBezTo>
                    <a:pt x="8317" y="10839"/>
                    <a:pt x="8160" y="10996"/>
                    <a:pt x="7971" y="10996"/>
                  </a:cubicBezTo>
                  <a:lnTo>
                    <a:pt x="2363" y="10996"/>
                  </a:lnTo>
                  <a:cubicBezTo>
                    <a:pt x="2174" y="10996"/>
                    <a:pt x="2048" y="10902"/>
                    <a:pt x="2016" y="10681"/>
                  </a:cubicBezTo>
                  <a:lnTo>
                    <a:pt x="1418" y="3498"/>
                  </a:lnTo>
                  <a:close/>
                  <a:moveTo>
                    <a:pt x="4285" y="1"/>
                  </a:moveTo>
                  <a:cubicBezTo>
                    <a:pt x="3875" y="1"/>
                    <a:pt x="3466" y="285"/>
                    <a:pt x="3308" y="726"/>
                  </a:cubicBezTo>
                  <a:lnTo>
                    <a:pt x="3088" y="1450"/>
                  </a:lnTo>
                  <a:lnTo>
                    <a:pt x="1040" y="1450"/>
                  </a:lnTo>
                  <a:cubicBezTo>
                    <a:pt x="473" y="1450"/>
                    <a:pt x="0" y="1923"/>
                    <a:pt x="0" y="2458"/>
                  </a:cubicBezTo>
                  <a:lnTo>
                    <a:pt x="0" y="3120"/>
                  </a:lnTo>
                  <a:cubicBezTo>
                    <a:pt x="0" y="3341"/>
                    <a:pt x="158" y="3498"/>
                    <a:pt x="347" y="3498"/>
                  </a:cubicBezTo>
                  <a:lnTo>
                    <a:pt x="725" y="3498"/>
                  </a:lnTo>
                  <a:lnTo>
                    <a:pt x="1292" y="10776"/>
                  </a:lnTo>
                  <a:cubicBezTo>
                    <a:pt x="1355" y="11311"/>
                    <a:pt x="1764" y="11721"/>
                    <a:pt x="2331" y="11721"/>
                  </a:cubicBezTo>
                  <a:lnTo>
                    <a:pt x="7908" y="11721"/>
                  </a:lnTo>
                  <a:cubicBezTo>
                    <a:pt x="8475" y="11721"/>
                    <a:pt x="8916" y="11311"/>
                    <a:pt x="8948" y="10776"/>
                  </a:cubicBezTo>
                  <a:lnTo>
                    <a:pt x="9546" y="3498"/>
                  </a:lnTo>
                  <a:lnTo>
                    <a:pt x="9893" y="3498"/>
                  </a:lnTo>
                  <a:cubicBezTo>
                    <a:pt x="10082" y="3498"/>
                    <a:pt x="10239" y="3341"/>
                    <a:pt x="10239" y="3120"/>
                  </a:cubicBezTo>
                  <a:lnTo>
                    <a:pt x="10239" y="2458"/>
                  </a:lnTo>
                  <a:cubicBezTo>
                    <a:pt x="10334" y="1860"/>
                    <a:pt x="9861" y="1450"/>
                    <a:pt x="9294" y="1450"/>
                  </a:cubicBezTo>
                  <a:lnTo>
                    <a:pt x="7246" y="1450"/>
                  </a:lnTo>
                  <a:lnTo>
                    <a:pt x="7026" y="726"/>
                  </a:lnTo>
                  <a:cubicBezTo>
                    <a:pt x="6868" y="285"/>
                    <a:pt x="6490" y="1"/>
                    <a:pt x="601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10" name="Google Shape;11310;p67"/>
            <p:cNvSpPr/>
            <p:nvPr/>
          </p:nvSpPr>
          <p:spPr>
            <a:xfrm>
              <a:off x="-3408575" y="2509750"/>
              <a:ext cx="17350" cy="154400"/>
            </a:xfrm>
            <a:custGeom>
              <a:rect l="l" t="t" r="r" b="b"/>
              <a:pathLst>
                <a:path w="694" h="6176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lnTo>
                    <a:pt x="0" y="5829"/>
                  </a:lnTo>
                  <a:cubicBezTo>
                    <a:pt x="0" y="6018"/>
                    <a:pt x="158" y="6176"/>
                    <a:pt x="347" y="6176"/>
                  </a:cubicBezTo>
                  <a:cubicBezTo>
                    <a:pt x="536" y="6176"/>
                    <a:pt x="693" y="6018"/>
                    <a:pt x="693" y="5829"/>
                  </a:cubicBezTo>
                  <a:lnTo>
                    <a:pt x="693" y="347"/>
                  </a:ln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11" name="Google Shape;11311;p67"/>
            <p:cNvSpPr/>
            <p:nvPr/>
          </p:nvSpPr>
          <p:spPr>
            <a:xfrm>
              <a:off x="-3357400" y="2509750"/>
              <a:ext cx="17350" cy="154400"/>
            </a:xfrm>
            <a:custGeom>
              <a:rect l="l" t="t" r="r" b="b"/>
              <a:pathLst>
                <a:path w="694" h="6176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lnTo>
                    <a:pt x="1" y="5829"/>
                  </a:lnTo>
                  <a:cubicBezTo>
                    <a:pt x="1" y="6018"/>
                    <a:pt x="158" y="6176"/>
                    <a:pt x="347" y="6176"/>
                  </a:cubicBezTo>
                  <a:cubicBezTo>
                    <a:pt x="536" y="6176"/>
                    <a:pt x="694" y="6018"/>
                    <a:pt x="694" y="5829"/>
                  </a:cubicBezTo>
                  <a:lnTo>
                    <a:pt x="694" y="347"/>
                  </a:ln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12" name="Google Shape;11312;p67"/>
            <p:cNvSpPr/>
            <p:nvPr/>
          </p:nvSpPr>
          <p:spPr>
            <a:xfrm>
              <a:off x="-3306200" y="2509750"/>
              <a:ext cx="17350" cy="154400"/>
            </a:xfrm>
            <a:custGeom>
              <a:rect l="l" t="t" r="r" b="b"/>
              <a:pathLst>
                <a:path w="694" h="6176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lnTo>
                    <a:pt x="1" y="5829"/>
                  </a:lnTo>
                  <a:cubicBezTo>
                    <a:pt x="1" y="6018"/>
                    <a:pt x="158" y="6176"/>
                    <a:pt x="347" y="6176"/>
                  </a:cubicBezTo>
                  <a:cubicBezTo>
                    <a:pt x="536" y="6176"/>
                    <a:pt x="694" y="6018"/>
                    <a:pt x="694" y="5829"/>
                  </a:cubicBezTo>
                  <a:lnTo>
                    <a:pt x="694" y="347"/>
                  </a:ln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313" name="Google Shape;11313;p67"/>
          <p:cNvGrpSpPr/>
          <p:nvPr/>
        </p:nvGrpSpPr>
        <p:grpSpPr>
          <a:xfrm>
            <a:off x="5803715" y="2660398"/>
            <a:ext cx="271831" cy="421914"/>
            <a:chOff x="-3443250" y="2765725"/>
            <a:chExt cx="188275" cy="292225"/>
          </a:xfrm>
        </p:grpSpPr>
        <p:sp>
          <p:nvSpPr>
            <p:cNvPr id="11314" name="Google Shape;11314;p67"/>
            <p:cNvSpPr/>
            <p:nvPr/>
          </p:nvSpPr>
          <p:spPr>
            <a:xfrm>
              <a:off x="-3443250" y="2765725"/>
              <a:ext cx="188275" cy="292225"/>
            </a:xfrm>
            <a:custGeom>
              <a:rect l="l" t="t" r="r" b="b"/>
              <a:pathLst>
                <a:path w="7531" h="11689" extrusionOk="0">
                  <a:moveTo>
                    <a:pt x="6491" y="662"/>
                  </a:moveTo>
                  <a:cubicBezTo>
                    <a:pt x="6711" y="662"/>
                    <a:pt x="6869" y="820"/>
                    <a:pt x="6869" y="1009"/>
                  </a:cubicBezTo>
                  <a:lnTo>
                    <a:pt x="6869" y="7908"/>
                  </a:lnTo>
                  <a:cubicBezTo>
                    <a:pt x="6869" y="8097"/>
                    <a:pt x="6711" y="8255"/>
                    <a:pt x="6491" y="8255"/>
                  </a:cubicBezTo>
                  <a:lnTo>
                    <a:pt x="1040" y="8255"/>
                  </a:lnTo>
                  <a:cubicBezTo>
                    <a:pt x="851" y="8255"/>
                    <a:pt x="694" y="8097"/>
                    <a:pt x="694" y="7908"/>
                  </a:cubicBezTo>
                  <a:lnTo>
                    <a:pt x="694" y="1009"/>
                  </a:lnTo>
                  <a:cubicBezTo>
                    <a:pt x="694" y="820"/>
                    <a:pt x="851" y="662"/>
                    <a:pt x="1040" y="662"/>
                  </a:cubicBezTo>
                  <a:close/>
                  <a:moveTo>
                    <a:pt x="4821" y="8948"/>
                  </a:moveTo>
                  <a:lnTo>
                    <a:pt x="4821" y="10996"/>
                  </a:lnTo>
                  <a:lnTo>
                    <a:pt x="2773" y="10996"/>
                  </a:lnTo>
                  <a:lnTo>
                    <a:pt x="2773" y="8948"/>
                  </a:lnTo>
                  <a:close/>
                  <a:moveTo>
                    <a:pt x="1040" y="1"/>
                  </a:moveTo>
                  <a:cubicBezTo>
                    <a:pt x="473" y="1"/>
                    <a:pt x="1" y="473"/>
                    <a:pt x="1" y="1009"/>
                  </a:cubicBezTo>
                  <a:lnTo>
                    <a:pt x="1" y="7908"/>
                  </a:lnTo>
                  <a:cubicBezTo>
                    <a:pt x="1" y="8475"/>
                    <a:pt x="473" y="8917"/>
                    <a:pt x="1040" y="8917"/>
                  </a:cubicBezTo>
                  <a:lnTo>
                    <a:pt x="2049" y="8917"/>
                  </a:lnTo>
                  <a:lnTo>
                    <a:pt x="2049" y="10964"/>
                  </a:lnTo>
                  <a:lnTo>
                    <a:pt x="1040" y="10964"/>
                  </a:lnTo>
                  <a:cubicBezTo>
                    <a:pt x="851" y="10964"/>
                    <a:pt x="694" y="11122"/>
                    <a:pt x="694" y="11342"/>
                  </a:cubicBezTo>
                  <a:cubicBezTo>
                    <a:pt x="694" y="11531"/>
                    <a:pt x="851" y="11689"/>
                    <a:pt x="1040" y="11689"/>
                  </a:cubicBezTo>
                  <a:lnTo>
                    <a:pt x="6491" y="11689"/>
                  </a:lnTo>
                  <a:cubicBezTo>
                    <a:pt x="6711" y="11689"/>
                    <a:pt x="6869" y="11531"/>
                    <a:pt x="6869" y="11342"/>
                  </a:cubicBezTo>
                  <a:cubicBezTo>
                    <a:pt x="6869" y="11122"/>
                    <a:pt x="6711" y="10964"/>
                    <a:pt x="6491" y="10964"/>
                  </a:cubicBezTo>
                  <a:lnTo>
                    <a:pt x="5483" y="10964"/>
                  </a:lnTo>
                  <a:lnTo>
                    <a:pt x="5483" y="8917"/>
                  </a:lnTo>
                  <a:lnTo>
                    <a:pt x="6491" y="8917"/>
                  </a:lnTo>
                  <a:cubicBezTo>
                    <a:pt x="7058" y="8917"/>
                    <a:pt x="7531" y="8475"/>
                    <a:pt x="7531" y="7908"/>
                  </a:cubicBezTo>
                  <a:lnTo>
                    <a:pt x="7531" y="1009"/>
                  </a:lnTo>
                  <a:cubicBezTo>
                    <a:pt x="7531" y="442"/>
                    <a:pt x="7089" y="1"/>
                    <a:pt x="649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15" name="Google Shape;11315;p67"/>
            <p:cNvSpPr/>
            <p:nvPr/>
          </p:nvSpPr>
          <p:spPr>
            <a:xfrm>
              <a:off x="-3411725" y="2799375"/>
              <a:ext cx="124450" cy="86100"/>
            </a:xfrm>
            <a:custGeom>
              <a:rect l="l" t="t" r="r" b="b"/>
              <a:pathLst>
                <a:path w="4978" h="3444" extrusionOk="0">
                  <a:moveTo>
                    <a:pt x="1859" y="1144"/>
                  </a:moveTo>
                  <a:lnTo>
                    <a:pt x="2678" y="2750"/>
                  </a:lnTo>
                  <a:lnTo>
                    <a:pt x="1040" y="2750"/>
                  </a:lnTo>
                  <a:lnTo>
                    <a:pt x="1859" y="1144"/>
                  </a:lnTo>
                  <a:close/>
                  <a:moveTo>
                    <a:pt x="3151" y="1049"/>
                  </a:moveTo>
                  <a:lnTo>
                    <a:pt x="4033" y="2782"/>
                  </a:lnTo>
                  <a:lnTo>
                    <a:pt x="3403" y="2782"/>
                  </a:lnTo>
                  <a:lnTo>
                    <a:pt x="3403" y="2750"/>
                  </a:lnTo>
                  <a:lnTo>
                    <a:pt x="2804" y="1553"/>
                  </a:lnTo>
                  <a:lnTo>
                    <a:pt x="3151" y="1049"/>
                  </a:lnTo>
                  <a:close/>
                  <a:moveTo>
                    <a:pt x="3213" y="1"/>
                  </a:moveTo>
                  <a:cubicBezTo>
                    <a:pt x="3110" y="1"/>
                    <a:pt x="3003" y="48"/>
                    <a:pt x="2930" y="135"/>
                  </a:cubicBezTo>
                  <a:lnTo>
                    <a:pt x="2457" y="829"/>
                  </a:lnTo>
                  <a:lnTo>
                    <a:pt x="2142" y="198"/>
                  </a:lnTo>
                  <a:cubicBezTo>
                    <a:pt x="2079" y="72"/>
                    <a:pt x="1961" y="9"/>
                    <a:pt x="1839" y="9"/>
                  </a:cubicBezTo>
                  <a:cubicBezTo>
                    <a:pt x="1717" y="9"/>
                    <a:pt x="1591" y="72"/>
                    <a:pt x="1512" y="198"/>
                  </a:cubicBezTo>
                  <a:lnTo>
                    <a:pt x="126" y="2939"/>
                  </a:lnTo>
                  <a:cubicBezTo>
                    <a:pt x="0" y="3191"/>
                    <a:pt x="158" y="3443"/>
                    <a:pt x="441" y="3443"/>
                  </a:cubicBezTo>
                  <a:lnTo>
                    <a:pt x="4537" y="3443"/>
                  </a:lnTo>
                  <a:cubicBezTo>
                    <a:pt x="4757" y="3443"/>
                    <a:pt x="4978" y="3191"/>
                    <a:pt x="4852" y="2939"/>
                  </a:cubicBezTo>
                  <a:lnTo>
                    <a:pt x="3497" y="198"/>
                  </a:lnTo>
                  <a:cubicBezTo>
                    <a:pt x="3446" y="63"/>
                    <a:pt x="3332" y="1"/>
                    <a:pt x="321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16" name="Google Shape;11316;p67"/>
            <p:cNvSpPr/>
            <p:nvPr/>
          </p:nvSpPr>
          <p:spPr>
            <a:xfrm>
              <a:off x="-3392825" y="2903575"/>
              <a:ext cx="86650" cy="17350"/>
            </a:xfrm>
            <a:custGeom>
              <a:rect l="l" t="t" r="r" b="b"/>
              <a:pathLst>
                <a:path w="3466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3"/>
                    <a:pt x="347" y="693"/>
                  </a:cubicBezTo>
                  <a:lnTo>
                    <a:pt x="3119" y="693"/>
                  </a:lnTo>
                  <a:cubicBezTo>
                    <a:pt x="3308" y="693"/>
                    <a:pt x="3466" y="536"/>
                    <a:pt x="3466" y="347"/>
                  </a:cubicBezTo>
                  <a:cubicBezTo>
                    <a:pt x="3466" y="158"/>
                    <a:pt x="3308" y="0"/>
                    <a:pt x="311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17" name="Google Shape;11317;p67"/>
            <p:cNvSpPr/>
            <p:nvPr/>
          </p:nvSpPr>
          <p:spPr>
            <a:xfrm>
              <a:off x="-3392825" y="2938225"/>
              <a:ext cx="86650" cy="17350"/>
            </a:xfrm>
            <a:custGeom>
              <a:rect l="l" t="t" r="r" b="b"/>
              <a:pathLst>
                <a:path w="3466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3"/>
                    <a:pt x="347" y="693"/>
                  </a:cubicBezTo>
                  <a:lnTo>
                    <a:pt x="3119" y="693"/>
                  </a:lnTo>
                  <a:cubicBezTo>
                    <a:pt x="3308" y="693"/>
                    <a:pt x="3466" y="536"/>
                    <a:pt x="3466" y="347"/>
                  </a:cubicBezTo>
                  <a:cubicBezTo>
                    <a:pt x="3466" y="158"/>
                    <a:pt x="3308" y="0"/>
                    <a:pt x="311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318" name="Google Shape;11318;p67"/>
          <p:cNvGrpSpPr/>
          <p:nvPr/>
        </p:nvGrpSpPr>
        <p:grpSpPr>
          <a:xfrm>
            <a:off x="832612" y="3230934"/>
            <a:ext cx="371887" cy="423069"/>
            <a:chOff x="-1684475" y="2049000"/>
            <a:chExt cx="257575" cy="293025"/>
          </a:xfrm>
        </p:grpSpPr>
        <p:sp>
          <p:nvSpPr>
            <p:cNvPr id="11319" name="Google Shape;11319;p67"/>
            <p:cNvSpPr/>
            <p:nvPr/>
          </p:nvSpPr>
          <p:spPr>
            <a:xfrm>
              <a:off x="-1684475" y="2049000"/>
              <a:ext cx="257575" cy="293025"/>
            </a:xfrm>
            <a:custGeom>
              <a:rect l="l" t="t" r="r" b="b"/>
              <a:pathLst>
                <a:path w="10303" h="11721" extrusionOk="0">
                  <a:moveTo>
                    <a:pt x="1355" y="693"/>
                  </a:moveTo>
                  <a:lnTo>
                    <a:pt x="1355" y="1387"/>
                  </a:lnTo>
                  <a:lnTo>
                    <a:pt x="694" y="1387"/>
                  </a:lnTo>
                  <a:lnTo>
                    <a:pt x="694" y="693"/>
                  </a:lnTo>
                  <a:close/>
                  <a:moveTo>
                    <a:pt x="9546" y="693"/>
                  </a:moveTo>
                  <a:lnTo>
                    <a:pt x="9546" y="1387"/>
                  </a:lnTo>
                  <a:lnTo>
                    <a:pt x="8885" y="1387"/>
                  </a:lnTo>
                  <a:lnTo>
                    <a:pt x="8885" y="693"/>
                  </a:lnTo>
                  <a:close/>
                  <a:moveTo>
                    <a:pt x="8223" y="1387"/>
                  </a:moveTo>
                  <a:lnTo>
                    <a:pt x="8223" y="1733"/>
                  </a:lnTo>
                  <a:cubicBezTo>
                    <a:pt x="8223" y="1922"/>
                    <a:pt x="8381" y="2080"/>
                    <a:pt x="8570" y="2080"/>
                  </a:cubicBezTo>
                  <a:lnTo>
                    <a:pt x="8916" y="2080"/>
                  </a:lnTo>
                  <a:lnTo>
                    <a:pt x="8916" y="9641"/>
                  </a:lnTo>
                  <a:lnTo>
                    <a:pt x="8538" y="9641"/>
                  </a:lnTo>
                  <a:cubicBezTo>
                    <a:pt x="8349" y="9641"/>
                    <a:pt x="8192" y="9798"/>
                    <a:pt x="8192" y="9987"/>
                  </a:cubicBezTo>
                  <a:lnTo>
                    <a:pt x="8192" y="10365"/>
                  </a:lnTo>
                  <a:lnTo>
                    <a:pt x="2080" y="10365"/>
                  </a:lnTo>
                  <a:lnTo>
                    <a:pt x="2080" y="9987"/>
                  </a:lnTo>
                  <a:cubicBezTo>
                    <a:pt x="2080" y="9798"/>
                    <a:pt x="1922" y="9641"/>
                    <a:pt x="1733" y="9641"/>
                  </a:cubicBezTo>
                  <a:lnTo>
                    <a:pt x="1355" y="9641"/>
                  </a:lnTo>
                  <a:lnTo>
                    <a:pt x="1355" y="2080"/>
                  </a:lnTo>
                  <a:lnTo>
                    <a:pt x="1733" y="2080"/>
                  </a:lnTo>
                  <a:cubicBezTo>
                    <a:pt x="1922" y="2080"/>
                    <a:pt x="2080" y="1922"/>
                    <a:pt x="2080" y="1733"/>
                  </a:cubicBezTo>
                  <a:lnTo>
                    <a:pt x="2080" y="1387"/>
                  </a:lnTo>
                  <a:close/>
                  <a:moveTo>
                    <a:pt x="1355" y="10365"/>
                  </a:moveTo>
                  <a:lnTo>
                    <a:pt x="1355" y="11027"/>
                  </a:lnTo>
                  <a:lnTo>
                    <a:pt x="694" y="11027"/>
                  </a:lnTo>
                  <a:lnTo>
                    <a:pt x="694" y="10365"/>
                  </a:lnTo>
                  <a:close/>
                  <a:moveTo>
                    <a:pt x="9609" y="10365"/>
                  </a:moveTo>
                  <a:lnTo>
                    <a:pt x="9609" y="11027"/>
                  </a:lnTo>
                  <a:lnTo>
                    <a:pt x="8916" y="11027"/>
                  </a:lnTo>
                  <a:lnTo>
                    <a:pt x="8916" y="10365"/>
                  </a:lnTo>
                  <a:close/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lnTo>
                    <a:pt x="0" y="1733"/>
                  </a:lnTo>
                  <a:cubicBezTo>
                    <a:pt x="0" y="1922"/>
                    <a:pt x="158" y="2080"/>
                    <a:pt x="347" y="2080"/>
                  </a:cubicBezTo>
                  <a:lnTo>
                    <a:pt x="694" y="2080"/>
                  </a:lnTo>
                  <a:lnTo>
                    <a:pt x="694" y="9641"/>
                  </a:lnTo>
                  <a:lnTo>
                    <a:pt x="347" y="9641"/>
                  </a:lnTo>
                  <a:cubicBezTo>
                    <a:pt x="158" y="9641"/>
                    <a:pt x="0" y="9798"/>
                    <a:pt x="0" y="9987"/>
                  </a:cubicBezTo>
                  <a:lnTo>
                    <a:pt x="0" y="11374"/>
                  </a:lnTo>
                  <a:cubicBezTo>
                    <a:pt x="0" y="11563"/>
                    <a:pt x="158" y="11720"/>
                    <a:pt x="347" y="11720"/>
                  </a:cubicBezTo>
                  <a:lnTo>
                    <a:pt x="1733" y="11720"/>
                  </a:lnTo>
                  <a:cubicBezTo>
                    <a:pt x="1922" y="11720"/>
                    <a:pt x="2080" y="11563"/>
                    <a:pt x="2080" y="11374"/>
                  </a:cubicBezTo>
                  <a:lnTo>
                    <a:pt x="2080" y="11027"/>
                  </a:lnTo>
                  <a:lnTo>
                    <a:pt x="8223" y="11027"/>
                  </a:lnTo>
                  <a:lnTo>
                    <a:pt x="8223" y="11374"/>
                  </a:lnTo>
                  <a:cubicBezTo>
                    <a:pt x="8223" y="11563"/>
                    <a:pt x="8381" y="11720"/>
                    <a:pt x="8570" y="11720"/>
                  </a:cubicBezTo>
                  <a:lnTo>
                    <a:pt x="9956" y="11720"/>
                  </a:lnTo>
                  <a:cubicBezTo>
                    <a:pt x="10145" y="11720"/>
                    <a:pt x="10303" y="11563"/>
                    <a:pt x="10303" y="11374"/>
                  </a:cubicBezTo>
                  <a:lnTo>
                    <a:pt x="10303" y="9987"/>
                  </a:lnTo>
                  <a:cubicBezTo>
                    <a:pt x="10303" y="9798"/>
                    <a:pt x="10145" y="9641"/>
                    <a:pt x="9956" y="9641"/>
                  </a:cubicBezTo>
                  <a:lnTo>
                    <a:pt x="9609" y="9641"/>
                  </a:lnTo>
                  <a:lnTo>
                    <a:pt x="9609" y="2080"/>
                  </a:lnTo>
                  <a:lnTo>
                    <a:pt x="9924" y="2080"/>
                  </a:lnTo>
                  <a:cubicBezTo>
                    <a:pt x="10113" y="2080"/>
                    <a:pt x="10271" y="1922"/>
                    <a:pt x="10271" y="1733"/>
                  </a:cubicBezTo>
                  <a:lnTo>
                    <a:pt x="10271" y="347"/>
                  </a:lnTo>
                  <a:cubicBezTo>
                    <a:pt x="10271" y="158"/>
                    <a:pt x="10113" y="0"/>
                    <a:pt x="9924" y="0"/>
                  </a:cubicBezTo>
                  <a:lnTo>
                    <a:pt x="8538" y="0"/>
                  </a:lnTo>
                  <a:cubicBezTo>
                    <a:pt x="8349" y="0"/>
                    <a:pt x="8192" y="158"/>
                    <a:pt x="8192" y="347"/>
                  </a:cubicBezTo>
                  <a:lnTo>
                    <a:pt x="8192" y="693"/>
                  </a:lnTo>
                  <a:lnTo>
                    <a:pt x="2080" y="693"/>
                  </a:lnTo>
                  <a:lnTo>
                    <a:pt x="2080" y="347"/>
                  </a:lnTo>
                  <a:cubicBezTo>
                    <a:pt x="2080" y="158"/>
                    <a:pt x="1922" y="0"/>
                    <a:pt x="173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20" name="Google Shape;11320;p67"/>
            <p:cNvSpPr/>
            <p:nvPr/>
          </p:nvSpPr>
          <p:spPr>
            <a:xfrm>
              <a:off x="-1615950" y="2238800"/>
              <a:ext cx="120525" cy="18150"/>
            </a:xfrm>
            <a:custGeom>
              <a:rect l="l" t="t" r="r" b="b"/>
              <a:pathLst>
                <a:path w="4821" h="726" extrusionOk="0">
                  <a:moveTo>
                    <a:pt x="347" y="1"/>
                  </a:moveTo>
                  <a:cubicBezTo>
                    <a:pt x="158" y="1"/>
                    <a:pt x="0" y="159"/>
                    <a:pt x="0" y="348"/>
                  </a:cubicBezTo>
                  <a:cubicBezTo>
                    <a:pt x="0" y="568"/>
                    <a:pt x="158" y="726"/>
                    <a:pt x="347" y="726"/>
                  </a:cubicBezTo>
                  <a:lnTo>
                    <a:pt x="4443" y="726"/>
                  </a:lnTo>
                  <a:cubicBezTo>
                    <a:pt x="4663" y="726"/>
                    <a:pt x="4821" y="568"/>
                    <a:pt x="4821" y="348"/>
                  </a:cubicBezTo>
                  <a:cubicBezTo>
                    <a:pt x="4821" y="159"/>
                    <a:pt x="4663" y="1"/>
                    <a:pt x="444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21" name="Google Shape;11321;p67"/>
            <p:cNvSpPr/>
            <p:nvPr/>
          </p:nvSpPr>
          <p:spPr>
            <a:xfrm>
              <a:off x="-1615950" y="2273475"/>
              <a:ext cx="120525" cy="17350"/>
            </a:xfrm>
            <a:custGeom>
              <a:rect l="l" t="t" r="r" b="b"/>
              <a:pathLst>
                <a:path w="4821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3"/>
                    <a:pt x="347" y="693"/>
                  </a:cubicBezTo>
                  <a:lnTo>
                    <a:pt x="4443" y="693"/>
                  </a:lnTo>
                  <a:cubicBezTo>
                    <a:pt x="4663" y="693"/>
                    <a:pt x="4821" y="536"/>
                    <a:pt x="4821" y="347"/>
                  </a:cubicBezTo>
                  <a:cubicBezTo>
                    <a:pt x="4821" y="158"/>
                    <a:pt x="4663" y="0"/>
                    <a:pt x="444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22" name="Google Shape;11322;p67"/>
            <p:cNvSpPr/>
            <p:nvPr/>
          </p:nvSpPr>
          <p:spPr>
            <a:xfrm>
              <a:off x="-1630925" y="2100975"/>
              <a:ext cx="153625" cy="116600"/>
            </a:xfrm>
            <a:custGeom>
              <a:rect l="l" t="t" r="r" b="b"/>
              <a:pathLst>
                <a:path w="6145" h="4664" extrusionOk="0">
                  <a:moveTo>
                    <a:pt x="4695" y="662"/>
                  </a:moveTo>
                  <a:lnTo>
                    <a:pt x="2994" y="1985"/>
                  </a:lnTo>
                  <a:lnTo>
                    <a:pt x="1261" y="662"/>
                  </a:lnTo>
                  <a:close/>
                  <a:moveTo>
                    <a:pt x="599" y="1040"/>
                  </a:moveTo>
                  <a:lnTo>
                    <a:pt x="2427" y="2395"/>
                  </a:lnTo>
                  <a:lnTo>
                    <a:pt x="599" y="3781"/>
                  </a:lnTo>
                  <a:lnTo>
                    <a:pt x="599" y="1040"/>
                  </a:lnTo>
                  <a:close/>
                  <a:moveTo>
                    <a:pt x="5357" y="1040"/>
                  </a:moveTo>
                  <a:lnTo>
                    <a:pt x="5357" y="3781"/>
                  </a:lnTo>
                  <a:lnTo>
                    <a:pt x="3561" y="2395"/>
                  </a:lnTo>
                  <a:lnTo>
                    <a:pt x="5357" y="1040"/>
                  </a:lnTo>
                  <a:close/>
                  <a:moveTo>
                    <a:pt x="2994" y="2836"/>
                  </a:moveTo>
                  <a:lnTo>
                    <a:pt x="4695" y="4128"/>
                  </a:lnTo>
                  <a:lnTo>
                    <a:pt x="1292" y="4128"/>
                  </a:lnTo>
                  <a:lnTo>
                    <a:pt x="2994" y="2836"/>
                  </a:lnTo>
                  <a:close/>
                  <a:moveTo>
                    <a:pt x="316" y="1"/>
                  </a:moveTo>
                  <a:cubicBezTo>
                    <a:pt x="158" y="1"/>
                    <a:pt x="1" y="127"/>
                    <a:pt x="1" y="284"/>
                  </a:cubicBezTo>
                  <a:lnTo>
                    <a:pt x="1" y="4380"/>
                  </a:lnTo>
                  <a:cubicBezTo>
                    <a:pt x="64" y="4506"/>
                    <a:pt x="127" y="4600"/>
                    <a:pt x="253" y="4663"/>
                  </a:cubicBezTo>
                  <a:lnTo>
                    <a:pt x="5798" y="4663"/>
                  </a:lnTo>
                  <a:cubicBezTo>
                    <a:pt x="5955" y="4663"/>
                    <a:pt x="6113" y="4537"/>
                    <a:pt x="6144" y="4317"/>
                  </a:cubicBezTo>
                  <a:lnTo>
                    <a:pt x="6081" y="316"/>
                  </a:lnTo>
                  <a:cubicBezTo>
                    <a:pt x="6081" y="158"/>
                    <a:pt x="5955" y="32"/>
                    <a:pt x="57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1323" name="Google Shape;11323;p67"/>
          <p:cNvSpPr/>
          <p:nvPr/>
        </p:nvSpPr>
        <p:spPr>
          <a:xfrm>
            <a:off x="2460792" y="3231775"/>
            <a:ext cx="440106" cy="421373"/>
          </a:xfrm>
          <a:custGeom>
            <a:rect l="l" t="t" r="r" b="b"/>
            <a:pathLst>
              <a:path w="12193" h="11674" extrusionOk="0">
                <a:moveTo>
                  <a:pt x="9483" y="1174"/>
                </a:moveTo>
                <a:lnTo>
                  <a:pt x="9483" y="2308"/>
                </a:lnTo>
                <a:cubicBezTo>
                  <a:pt x="9483" y="2497"/>
                  <a:pt x="9641" y="2655"/>
                  <a:pt x="9830" y="2655"/>
                </a:cubicBezTo>
                <a:lnTo>
                  <a:pt x="10901" y="2655"/>
                </a:lnTo>
                <a:lnTo>
                  <a:pt x="9515" y="4041"/>
                </a:lnTo>
                <a:lnTo>
                  <a:pt x="8097" y="4041"/>
                </a:lnTo>
                <a:lnTo>
                  <a:pt x="8097" y="2560"/>
                </a:lnTo>
                <a:lnTo>
                  <a:pt x="9483" y="1174"/>
                </a:lnTo>
                <a:close/>
                <a:moveTo>
                  <a:pt x="4885" y="6181"/>
                </a:moveTo>
                <a:cubicBezTo>
                  <a:pt x="5033" y="6181"/>
                  <a:pt x="5183" y="6212"/>
                  <a:pt x="5325" y="6278"/>
                </a:cubicBezTo>
                <a:lnTo>
                  <a:pt x="4600" y="7003"/>
                </a:lnTo>
                <a:cubicBezTo>
                  <a:pt x="4474" y="7129"/>
                  <a:pt x="4474" y="7349"/>
                  <a:pt x="4600" y="7475"/>
                </a:cubicBezTo>
                <a:cubicBezTo>
                  <a:pt x="4663" y="7538"/>
                  <a:pt x="4750" y="7570"/>
                  <a:pt x="4836" y="7570"/>
                </a:cubicBezTo>
                <a:cubicBezTo>
                  <a:pt x="4923" y="7570"/>
                  <a:pt x="5010" y="7538"/>
                  <a:pt x="5073" y="7475"/>
                </a:cubicBezTo>
                <a:lnTo>
                  <a:pt x="5797" y="6751"/>
                </a:lnTo>
                <a:lnTo>
                  <a:pt x="5797" y="6751"/>
                </a:lnTo>
                <a:cubicBezTo>
                  <a:pt x="5986" y="7160"/>
                  <a:pt x="5892" y="7633"/>
                  <a:pt x="5577" y="7948"/>
                </a:cubicBezTo>
                <a:cubicBezTo>
                  <a:pt x="5388" y="8137"/>
                  <a:pt x="5128" y="8231"/>
                  <a:pt x="4864" y="8231"/>
                </a:cubicBezTo>
                <a:cubicBezTo>
                  <a:pt x="4600" y="8231"/>
                  <a:pt x="4332" y="8137"/>
                  <a:pt x="4127" y="7948"/>
                </a:cubicBezTo>
                <a:cubicBezTo>
                  <a:pt x="3749" y="7538"/>
                  <a:pt x="3749" y="6877"/>
                  <a:pt x="4127" y="6499"/>
                </a:cubicBezTo>
                <a:cubicBezTo>
                  <a:pt x="4333" y="6293"/>
                  <a:pt x="4606" y="6181"/>
                  <a:pt x="4885" y="6181"/>
                </a:cubicBezTo>
                <a:close/>
                <a:moveTo>
                  <a:pt x="4897" y="4831"/>
                </a:moveTo>
                <a:cubicBezTo>
                  <a:pt x="5396" y="4831"/>
                  <a:pt x="5890" y="4990"/>
                  <a:pt x="6301" y="5301"/>
                </a:cubicBezTo>
                <a:lnTo>
                  <a:pt x="5829" y="5774"/>
                </a:lnTo>
                <a:cubicBezTo>
                  <a:pt x="5553" y="5590"/>
                  <a:pt x="5233" y="5499"/>
                  <a:pt x="4911" y="5499"/>
                </a:cubicBezTo>
                <a:cubicBezTo>
                  <a:pt x="4460" y="5499"/>
                  <a:pt x="4004" y="5677"/>
                  <a:pt x="3655" y="6026"/>
                </a:cubicBezTo>
                <a:cubicBezTo>
                  <a:pt x="2993" y="6688"/>
                  <a:pt x="2993" y="7790"/>
                  <a:pt x="3655" y="8420"/>
                </a:cubicBezTo>
                <a:cubicBezTo>
                  <a:pt x="3986" y="8751"/>
                  <a:pt x="4427" y="8917"/>
                  <a:pt x="4864" y="8917"/>
                </a:cubicBezTo>
                <a:cubicBezTo>
                  <a:pt x="5301" y="8917"/>
                  <a:pt x="5734" y="8751"/>
                  <a:pt x="6049" y="8420"/>
                </a:cubicBezTo>
                <a:cubicBezTo>
                  <a:pt x="6648" y="7822"/>
                  <a:pt x="6742" y="6908"/>
                  <a:pt x="6301" y="6246"/>
                </a:cubicBezTo>
                <a:lnTo>
                  <a:pt x="6774" y="5774"/>
                </a:lnTo>
                <a:lnTo>
                  <a:pt x="6774" y="5774"/>
                </a:lnTo>
                <a:cubicBezTo>
                  <a:pt x="7467" y="6719"/>
                  <a:pt x="7404" y="8074"/>
                  <a:pt x="6585" y="8924"/>
                </a:cubicBezTo>
                <a:cubicBezTo>
                  <a:pt x="6112" y="9397"/>
                  <a:pt x="5498" y="9633"/>
                  <a:pt x="4883" y="9633"/>
                </a:cubicBezTo>
                <a:cubicBezTo>
                  <a:pt x="4269" y="9633"/>
                  <a:pt x="3655" y="9397"/>
                  <a:pt x="3182" y="8924"/>
                </a:cubicBezTo>
                <a:cubicBezTo>
                  <a:pt x="2237" y="7979"/>
                  <a:pt x="2237" y="6499"/>
                  <a:pt x="3182" y="5553"/>
                </a:cubicBezTo>
                <a:cubicBezTo>
                  <a:pt x="3667" y="5068"/>
                  <a:pt x="4286" y="4831"/>
                  <a:pt x="4897" y="4831"/>
                </a:cubicBezTo>
                <a:close/>
                <a:moveTo>
                  <a:pt x="4873" y="3463"/>
                </a:moveTo>
                <a:cubicBezTo>
                  <a:pt x="5728" y="3463"/>
                  <a:pt x="6583" y="3748"/>
                  <a:pt x="7278" y="4325"/>
                </a:cubicBezTo>
                <a:lnTo>
                  <a:pt x="6805" y="4797"/>
                </a:lnTo>
                <a:cubicBezTo>
                  <a:pt x="6228" y="4353"/>
                  <a:pt x="5533" y="4125"/>
                  <a:pt x="4844" y="4125"/>
                </a:cubicBezTo>
                <a:cubicBezTo>
                  <a:pt x="4065" y="4125"/>
                  <a:pt x="3294" y="4416"/>
                  <a:pt x="2710" y="5018"/>
                </a:cubicBezTo>
                <a:cubicBezTo>
                  <a:pt x="1481" y="6246"/>
                  <a:pt x="1481" y="8168"/>
                  <a:pt x="2710" y="9397"/>
                </a:cubicBezTo>
                <a:cubicBezTo>
                  <a:pt x="3324" y="10011"/>
                  <a:pt x="4112" y="10318"/>
                  <a:pt x="4899" y="10318"/>
                </a:cubicBezTo>
                <a:cubicBezTo>
                  <a:pt x="5687" y="10318"/>
                  <a:pt x="6474" y="10011"/>
                  <a:pt x="7089" y="9397"/>
                </a:cubicBezTo>
                <a:cubicBezTo>
                  <a:pt x="8223" y="8263"/>
                  <a:pt x="8255" y="6467"/>
                  <a:pt x="7309" y="5301"/>
                </a:cubicBezTo>
                <a:lnTo>
                  <a:pt x="7782" y="4829"/>
                </a:lnTo>
                <a:lnTo>
                  <a:pt x="7782" y="4829"/>
                </a:lnTo>
                <a:cubicBezTo>
                  <a:pt x="8979" y="6278"/>
                  <a:pt x="8885" y="8483"/>
                  <a:pt x="7530" y="9870"/>
                </a:cubicBezTo>
                <a:cubicBezTo>
                  <a:pt x="6790" y="10594"/>
                  <a:pt x="5821" y="10956"/>
                  <a:pt x="4856" y="10956"/>
                </a:cubicBezTo>
                <a:cubicBezTo>
                  <a:pt x="3891" y="10956"/>
                  <a:pt x="2930" y="10594"/>
                  <a:pt x="2206" y="9870"/>
                </a:cubicBezTo>
                <a:cubicBezTo>
                  <a:pt x="756" y="8420"/>
                  <a:pt x="756" y="6026"/>
                  <a:pt x="2206" y="4545"/>
                </a:cubicBezTo>
                <a:cubicBezTo>
                  <a:pt x="2941" y="3827"/>
                  <a:pt x="3907" y="3463"/>
                  <a:pt x="4873" y="3463"/>
                </a:cubicBezTo>
                <a:close/>
                <a:moveTo>
                  <a:pt x="9899" y="0"/>
                </a:moveTo>
                <a:cubicBezTo>
                  <a:pt x="9813" y="0"/>
                  <a:pt x="9722" y="32"/>
                  <a:pt x="9641" y="103"/>
                </a:cubicBezTo>
                <a:lnTo>
                  <a:pt x="7561" y="2182"/>
                </a:lnTo>
                <a:cubicBezTo>
                  <a:pt x="7467" y="2277"/>
                  <a:pt x="7435" y="2340"/>
                  <a:pt x="7435" y="2434"/>
                </a:cubicBezTo>
                <a:lnTo>
                  <a:pt x="7435" y="3600"/>
                </a:lnTo>
                <a:cubicBezTo>
                  <a:pt x="6670" y="3071"/>
                  <a:pt x="5769" y="2807"/>
                  <a:pt x="4868" y="2807"/>
                </a:cubicBezTo>
                <a:cubicBezTo>
                  <a:pt x="3731" y="2807"/>
                  <a:pt x="2595" y="3229"/>
                  <a:pt x="1733" y="4073"/>
                </a:cubicBezTo>
                <a:cubicBezTo>
                  <a:pt x="0" y="5805"/>
                  <a:pt x="0" y="8641"/>
                  <a:pt x="1733" y="10374"/>
                </a:cubicBezTo>
                <a:cubicBezTo>
                  <a:pt x="2599" y="11240"/>
                  <a:pt x="3741" y="11673"/>
                  <a:pt x="4883" y="11673"/>
                </a:cubicBezTo>
                <a:cubicBezTo>
                  <a:pt x="6026" y="11673"/>
                  <a:pt x="7168" y="11240"/>
                  <a:pt x="8034" y="10374"/>
                </a:cubicBezTo>
                <a:cubicBezTo>
                  <a:pt x="9578" y="8861"/>
                  <a:pt x="9735" y="6436"/>
                  <a:pt x="8538" y="4703"/>
                </a:cubicBezTo>
                <a:lnTo>
                  <a:pt x="9672" y="4703"/>
                </a:lnTo>
                <a:cubicBezTo>
                  <a:pt x="9767" y="4703"/>
                  <a:pt x="9893" y="4671"/>
                  <a:pt x="9924" y="4608"/>
                </a:cubicBezTo>
                <a:lnTo>
                  <a:pt x="12004" y="2497"/>
                </a:lnTo>
                <a:cubicBezTo>
                  <a:pt x="12193" y="2308"/>
                  <a:pt x="12035" y="1962"/>
                  <a:pt x="11783" y="1962"/>
                </a:cubicBezTo>
                <a:lnTo>
                  <a:pt x="10239" y="1962"/>
                </a:lnTo>
                <a:lnTo>
                  <a:pt x="10239" y="355"/>
                </a:lnTo>
                <a:cubicBezTo>
                  <a:pt x="10239" y="141"/>
                  <a:pt x="10080" y="0"/>
                  <a:pt x="9899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1324" name="Google Shape;11324;p67"/>
          <p:cNvGrpSpPr/>
          <p:nvPr/>
        </p:nvGrpSpPr>
        <p:grpSpPr>
          <a:xfrm>
            <a:off x="4122504" y="3231514"/>
            <a:ext cx="420796" cy="421914"/>
            <a:chOff x="-1700225" y="2768875"/>
            <a:chExt cx="291450" cy="292225"/>
          </a:xfrm>
        </p:grpSpPr>
        <p:sp>
          <p:nvSpPr>
            <p:cNvPr id="11325" name="Google Shape;11325;p67"/>
            <p:cNvSpPr/>
            <p:nvPr/>
          </p:nvSpPr>
          <p:spPr>
            <a:xfrm>
              <a:off x="-1700225" y="2768875"/>
              <a:ext cx="291450" cy="292225"/>
            </a:xfrm>
            <a:custGeom>
              <a:rect l="l" t="t" r="r" b="b"/>
              <a:pathLst>
                <a:path w="11658" h="11689" extrusionOk="0">
                  <a:moveTo>
                    <a:pt x="10617" y="662"/>
                  </a:moveTo>
                  <a:cubicBezTo>
                    <a:pt x="10806" y="662"/>
                    <a:pt x="10964" y="820"/>
                    <a:pt x="10964" y="1009"/>
                  </a:cubicBezTo>
                  <a:lnTo>
                    <a:pt x="10964" y="2710"/>
                  </a:lnTo>
                  <a:lnTo>
                    <a:pt x="662" y="2710"/>
                  </a:lnTo>
                  <a:lnTo>
                    <a:pt x="662" y="1009"/>
                  </a:lnTo>
                  <a:cubicBezTo>
                    <a:pt x="662" y="820"/>
                    <a:pt x="819" y="662"/>
                    <a:pt x="1008" y="662"/>
                  </a:cubicBezTo>
                  <a:close/>
                  <a:moveTo>
                    <a:pt x="10933" y="3372"/>
                  </a:moveTo>
                  <a:lnTo>
                    <a:pt x="10933" y="9232"/>
                  </a:lnTo>
                  <a:cubicBezTo>
                    <a:pt x="10964" y="9484"/>
                    <a:pt x="10806" y="9610"/>
                    <a:pt x="10617" y="9610"/>
                  </a:cubicBezTo>
                  <a:lnTo>
                    <a:pt x="8916" y="9610"/>
                  </a:lnTo>
                  <a:lnTo>
                    <a:pt x="8570" y="9232"/>
                  </a:lnTo>
                  <a:cubicBezTo>
                    <a:pt x="8601" y="9169"/>
                    <a:pt x="8664" y="9043"/>
                    <a:pt x="8696" y="8917"/>
                  </a:cubicBezTo>
                  <a:lnTo>
                    <a:pt x="9200" y="8917"/>
                  </a:lnTo>
                  <a:cubicBezTo>
                    <a:pt x="9389" y="8917"/>
                    <a:pt x="9546" y="8759"/>
                    <a:pt x="9546" y="8570"/>
                  </a:cubicBezTo>
                  <a:lnTo>
                    <a:pt x="9546" y="7184"/>
                  </a:lnTo>
                  <a:cubicBezTo>
                    <a:pt x="9546" y="6995"/>
                    <a:pt x="9389" y="6837"/>
                    <a:pt x="9200" y="6837"/>
                  </a:cubicBezTo>
                  <a:lnTo>
                    <a:pt x="8696" y="6837"/>
                  </a:lnTo>
                  <a:cubicBezTo>
                    <a:pt x="8664" y="6711"/>
                    <a:pt x="8601" y="6648"/>
                    <a:pt x="8570" y="6522"/>
                  </a:cubicBezTo>
                  <a:lnTo>
                    <a:pt x="8916" y="6176"/>
                  </a:lnTo>
                  <a:cubicBezTo>
                    <a:pt x="9042" y="6050"/>
                    <a:pt x="9042" y="5798"/>
                    <a:pt x="8916" y="5703"/>
                  </a:cubicBezTo>
                  <a:lnTo>
                    <a:pt x="7940" y="4695"/>
                  </a:lnTo>
                  <a:cubicBezTo>
                    <a:pt x="7877" y="4648"/>
                    <a:pt x="7790" y="4624"/>
                    <a:pt x="7703" y="4624"/>
                  </a:cubicBezTo>
                  <a:cubicBezTo>
                    <a:pt x="7617" y="4624"/>
                    <a:pt x="7530" y="4648"/>
                    <a:pt x="7467" y="4695"/>
                  </a:cubicBezTo>
                  <a:lnTo>
                    <a:pt x="7120" y="5073"/>
                  </a:lnTo>
                  <a:cubicBezTo>
                    <a:pt x="7026" y="5041"/>
                    <a:pt x="6931" y="4978"/>
                    <a:pt x="6805" y="4947"/>
                  </a:cubicBezTo>
                  <a:lnTo>
                    <a:pt x="6805" y="4443"/>
                  </a:lnTo>
                  <a:cubicBezTo>
                    <a:pt x="6805" y="4222"/>
                    <a:pt x="6648" y="4065"/>
                    <a:pt x="6459" y="4065"/>
                  </a:cubicBezTo>
                  <a:lnTo>
                    <a:pt x="5073" y="4065"/>
                  </a:lnTo>
                  <a:cubicBezTo>
                    <a:pt x="4884" y="4065"/>
                    <a:pt x="4726" y="4222"/>
                    <a:pt x="4726" y="4443"/>
                  </a:cubicBezTo>
                  <a:lnTo>
                    <a:pt x="4726" y="4947"/>
                  </a:lnTo>
                  <a:cubicBezTo>
                    <a:pt x="4600" y="4978"/>
                    <a:pt x="4506" y="5010"/>
                    <a:pt x="4411" y="5073"/>
                  </a:cubicBezTo>
                  <a:lnTo>
                    <a:pt x="4033" y="4695"/>
                  </a:lnTo>
                  <a:cubicBezTo>
                    <a:pt x="3986" y="4648"/>
                    <a:pt x="3899" y="4624"/>
                    <a:pt x="3808" y="4624"/>
                  </a:cubicBezTo>
                  <a:cubicBezTo>
                    <a:pt x="3718" y="4624"/>
                    <a:pt x="3623" y="4648"/>
                    <a:pt x="3560" y="4695"/>
                  </a:cubicBezTo>
                  <a:lnTo>
                    <a:pt x="2584" y="5703"/>
                  </a:lnTo>
                  <a:cubicBezTo>
                    <a:pt x="2458" y="5829"/>
                    <a:pt x="2458" y="6050"/>
                    <a:pt x="2584" y="6176"/>
                  </a:cubicBezTo>
                  <a:lnTo>
                    <a:pt x="2930" y="6522"/>
                  </a:lnTo>
                  <a:cubicBezTo>
                    <a:pt x="2899" y="6585"/>
                    <a:pt x="2867" y="6711"/>
                    <a:pt x="2836" y="6837"/>
                  </a:cubicBezTo>
                  <a:lnTo>
                    <a:pt x="2300" y="6837"/>
                  </a:lnTo>
                  <a:cubicBezTo>
                    <a:pt x="2111" y="6837"/>
                    <a:pt x="1954" y="6995"/>
                    <a:pt x="1954" y="7184"/>
                  </a:cubicBezTo>
                  <a:lnTo>
                    <a:pt x="1954" y="8570"/>
                  </a:lnTo>
                  <a:cubicBezTo>
                    <a:pt x="1954" y="8759"/>
                    <a:pt x="2111" y="8917"/>
                    <a:pt x="2300" y="8917"/>
                  </a:cubicBezTo>
                  <a:lnTo>
                    <a:pt x="2836" y="8917"/>
                  </a:lnTo>
                  <a:cubicBezTo>
                    <a:pt x="2867" y="9043"/>
                    <a:pt x="2899" y="9137"/>
                    <a:pt x="2930" y="9232"/>
                  </a:cubicBezTo>
                  <a:lnTo>
                    <a:pt x="2584" y="9610"/>
                  </a:lnTo>
                  <a:lnTo>
                    <a:pt x="977" y="9610"/>
                  </a:lnTo>
                  <a:cubicBezTo>
                    <a:pt x="788" y="9610"/>
                    <a:pt x="630" y="9452"/>
                    <a:pt x="630" y="9232"/>
                  </a:cubicBezTo>
                  <a:lnTo>
                    <a:pt x="630" y="3372"/>
                  </a:lnTo>
                  <a:close/>
                  <a:moveTo>
                    <a:pt x="6112" y="4726"/>
                  </a:moveTo>
                  <a:lnTo>
                    <a:pt x="6112" y="5136"/>
                  </a:lnTo>
                  <a:cubicBezTo>
                    <a:pt x="6112" y="5294"/>
                    <a:pt x="6207" y="5420"/>
                    <a:pt x="6364" y="5451"/>
                  </a:cubicBezTo>
                  <a:cubicBezTo>
                    <a:pt x="6553" y="5514"/>
                    <a:pt x="6805" y="5609"/>
                    <a:pt x="6994" y="5735"/>
                  </a:cubicBezTo>
                  <a:cubicBezTo>
                    <a:pt x="7041" y="5769"/>
                    <a:pt x="7096" y="5783"/>
                    <a:pt x="7153" y="5783"/>
                  </a:cubicBezTo>
                  <a:cubicBezTo>
                    <a:pt x="7251" y="5783"/>
                    <a:pt x="7356" y="5743"/>
                    <a:pt x="7435" y="5703"/>
                  </a:cubicBezTo>
                  <a:lnTo>
                    <a:pt x="7751" y="5388"/>
                  </a:lnTo>
                  <a:lnTo>
                    <a:pt x="8223" y="5861"/>
                  </a:lnTo>
                  <a:lnTo>
                    <a:pt x="7908" y="6176"/>
                  </a:lnTo>
                  <a:cubicBezTo>
                    <a:pt x="7782" y="6302"/>
                    <a:pt x="7782" y="6459"/>
                    <a:pt x="7877" y="6617"/>
                  </a:cubicBezTo>
                  <a:cubicBezTo>
                    <a:pt x="7971" y="6806"/>
                    <a:pt x="8066" y="6995"/>
                    <a:pt x="8129" y="7247"/>
                  </a:cubicBezTo>
                  <a:cubicBezTo>
                    <a:pt x="8192" y="7404"/>
                    <a:pt x="8286" y="7499"/>
                    <a:pt x="8444" y="7499"/>
                  </a:cubicBezTo>
                  <a:lnTo>
                    <a:pt x="8885" y="7499"/>
                  </a:lnTo>
                  <a:lnTo>
                    <a:pt x="8885" y="8192"/>
                  </a:lnTo>
                  <a:lnTo>
                    <a:pt x="8444" y="8192"/>
                  </a:lnTo>
                  <a:cubicBezTo>
                    <a:pt x="8286" y="8192"/>
                    <a:pt x="8192" y="8286"/>
                    <a:pt x="8129" y="8444"/>
                  </a:cubicBezTo>
                  <a:cubicBezTo>
                    <a:pt x="8097" y="8665"/>
                    <a:pt x="7971" y="8885"/>
                    <a:pt x="7877" y="9074"/>
                  </a:cubicBezTo>
                  <a:cubicBezTo>
                    <a:pt x="7782" y="9200"/>
                    <a:pt x="7814" y="9389"/>
                    <a:pt x="7908" y="9515"/>
                  </a:cubicBezTo>
                  <a:lnTo>
                    <a:pt x="8223" y="9830"/>
                  </a:lnTo>
                  <a:lnTo>
                    <a:pt x="7751" y="10303"/>
                  </a:lnTo>
                  <a:lnTo>
                    <a:pt x="7435" y="9988"/>
                  </a:lnTo>
                  <a:cubicBezTo>
                    <a:pt x="7368" y="9920"/>
                    <a:pt x="7291" y="9889"/>
                    <a:pt x="7211" y="9889"/>
                  </a:cubicBezTo>
                  <a:cubicBezTo>
                    <a:pt x="7141" y="9889"/>
                    <a:pt x="7068" y="9912"/>
                    <a:pt x="6994" y="9956"/>
                  </a:cubicBezTo>
                  <a:cubicBezTo>
                    <a:pt x="6805" y="10082"/>
                    <a:pt x="6616" y="10145"/>
                    <a:pt x="6364" y="10208"/>
                  </a:cubicBezTo>
                  <a:cubicBezTo>
                    <a:pt x="6207" y="10271"/>
                    <a:pt x="6112" y="10366"/>
                    <a:pt x="6112" y="10555"/>
                  </a:cubicBezTo>
                  <a:lnTo>
                    <a:pt x="6112" y="10964"/>
                  </a:lnTo>
                  <a:lnTo>
                    <a:pt x="5419" y="10964"/>
                  </a:lnTo>
                  <a:lnTo>
                    <a:pt x="5419" y="10555"/>
                  </a:lnTo>
                  <a:cubicBezTo>
                    <a:pt x="5419" y="10366"/>
                    <a:pt x="5325" y="10271"/>
                    <a:pt x="5167" y="10208"/>
                  </a:cubicBezTo>
                  <a:cubicBezTo>
                    <a:pt x="4947" y="10177"/>
                    <a:pt x="4726" y="10051"/>
                    <a:pt x="4537" y="9956"/>
                  </a:cubicBezTo>
                  <a:cubicBezTo>
                    <a:pt x="4491" y="9921"/>
                    <a:pt x="4436" y="9908"/>
                    <a:pt x="4379" y="9908"/>
                  </a:cubicBezTo>
                  <a:cubicBezTo>
                    <a:pt x="4281" y="9908"/>
                    <a:pt x="4176" y="9948"/>
                    <a:pt x="4096" y="9988"/>
                  </a:cubicBezTo>
                  <a:lnTo>
                    <a:pt x="3781" y="10303"/>
                  </a:lnTo>
                  <a:lnTo>
                    <a:pt x="3308" y="9830"/>
                  </a:lnTo>
                  <a:lnTo>
                    <a:pt x="3623" y="9515"/>
                  </a:lnTo>
                  <a:cubicBezTo>
                    <a:pt x="3749" y="9389"/>
                    <a:pt x="3749" y="9232"/>
                    <a:pt x="3655" y="9074"/>
                  </a:cubicBezTo>
                  <a:cubicBezTo>
                    <a:pt x="3529" y="8885"/>
                    <a:pt x="3466" y="8696"/>
                    <a:pt x="3371" y="8444"/>
                  </a:cubicBezTo>
                  <a:cubicBezTo>
                    <a:pt x="3340" y="8286"/>
                    <a:pt x="3214" y="8192"/>
                    <a:pt x="3056" y="8192"/>
                  </a:cubicBezTo>
                  <a:lnTo>
                    <a:pt x="2647" y="8192"/>
                  </a:lnTo>
                  <a:lnTo>
                    <a:pt x="2647" y="7499"/>
                  </a:lnTo>
                  <a:lnTo>
                    <a:pt x="3056" y="7499"/>
                  </a:lnTo>
                  <a:cubicBezTo>
                    <a:pt x="3214" y="7499"/>
                    <a:pt x="3340" y="7404"/>
                    <a:pt x="3371" y="7247"/>
                  </a:cubicBezTo>
                  <a:cubicBezTo>
                    <a:pt x="3434" y="7026"/>
                    <a:pt x="3529" y="6806"/>
                    <a:pt x="3655" y="6617"/>
                  </a:cubicBezTo>
                  <a:cubicBezTo>
                    <a:pt x="3749" y="6491"/>
                    <a:pt x="3686" y="6302"/>
                    <a:pt x="3623" y="6176"/>
                  </a:cubicBezTo>
                  <a:lnTo>
                    <a:pt x="3308" y="5861"/>
                  </a:lnTo>
                  <a:lnTo>
                    <a:pt x="3781" y="5388"/>
                  </a:lnTo>
                  <a:lnTo>
                    <a:pt x="4096" y="5703"/>
                  </a:lnTo>
                  <a:cubicBezTo>
                    <a:pt x="4163" y="5771"/>
                    <a:pt x="4240" y="5802"/>
                    <a:pt x="4321" y="5802"/>
                  </a:cubicBezTo>
                  <a:cubicBezTo>
                    <a:pt x="4391" y="5802"/>
                    <a:pt x="4464" y="5778"/>
                    <a:pt x="4537" y="5735"/>
                  </a:cubicBezTo>
                  <a:cubicBezTo>
                    <a:pt x="4726" y="5609"/>
                    <a:pt x="4915" y="5546"/>
                    <a:pt x="5167" y="5451"/>
                  </a:cubicBezTo>
                  <a:cubicBezTo>
                    <a:pt x="5325" y="5420"/>
                    <a:pt x="5419" y="5294"/>
                    <a:pt x="5419" y="5136"/>
                  </a:cubicBezTo>
                  <a:lnTo>
                    <a:pt x="5419" y="4726"/>
                  </a:lnTo>
                  <a:close/>
                  <a:moveTo>
                    <a:pt x="1008" y="1"/>
                  </a:moveTo>
                  <a:cubicBezTo>
                    <a:pt x="473" y="1"/>
                    <a:pt x="0" y="473"/>
                    <a:pt x="0" y="1009"/>
                  </a:cubicBezTo>
                  <a:lnTo>
                    <a:pt x="0" y="9295"/>
                  </a:lnTo>
                  <a:cubicBezTo>
                    <a:pt x="0" y="9830"/>
                    <a:pt x="473" y="10303"/>
                    <a:pt x="1008" y="10303"/>
                  </a:cubicBezTo>
                  <a:lnTo>
                    <a:pt x="2867" y="10303"/>
                  </a:lnTo>
                  <a:lnTo>
                    <a:pt x="3623" y="11059"/>
                  </a:lnTo>
                  <a:cubicBezTo>
                    <a:pt x="3671" y="11122"/>
                    <a:pt x="3757" y="11153"/>
                    <a:pt x="3848" y="11153"/>
                  </a:cubicBezTo>
                  <a:cubicBezTo>
                    <a:pt x="3938" y="11153"/>
                    <a:pt x="4033" y="11122"/>
                    <a:pt x="4096" y="11059"/>
                  </a:cubicBezTo>
                  <a:lnTo>
                    <a:pt x="4442" y="10712"/>
                  </a:lnTo>
                  <a:cubicBezTo>
                    <a:pt x="4506" y="10744"/>
                    <a:pt x="4632" y="10775"/>
                    <a:pt x="4758" y="10807"/>
                  </a:cubicBezTo>
                  <a:lnTo>
                    <a:pt x="4758" y="11342"/>
                  </a:lnTo>
                  <a:cubicBezTo>
                    <a:pt x="4758" y="11531"/>
                    <a:pt x="4915" y="11689"/>
                    <a:pt x="5104" y="11689"/>
                  </a:cubicBezTo>
                  <a:lnTo>
                    <a:pt x="6490" y="11689"/>
                  </a:lnTo>
                  <a:cubicBezTo>
                    <a:pt x="6679" y="11689"/>
                    <a:pt x="6837" y="11531"/>
                    <a:pt x="6837" y="11342"/>
                  </a:cubicBezTo>
                  <a:lnTo>
                    <a:pt x="6837" y="10807"/>
                  </a:lnTo>
                  <a:cubicBezTo>
                    <a:pt x="6963" y="10775"/>
                    <a:pt x="7026" y="10744"/>
                    <a:pt x="7152" y="10712"/>
                  </a:cubicBezTo>
                  <a:lnTo>
                    <a:pt x="7498" y="11059"/>
                  </a:lnTo>
                  <a:cubicBezTo>
                    <a:pt x="7561" y="11122"/>
                    <a:pt x="7656" y="11153"/>
                    <a:pt x="7747" y="11153"/>
                  </a:cubicBezTo>
                  <a:cubicBezTo>
                    <a:pt x="7837" y="11153"/>
                    <a:pt x="7924" y="11122"/>
                    <a:pt x="7971" y="11059"/>
                  </a:cubicBezTo>
                  <a:lnTo>
                    <a:pt x="8727" y="10303"/>
                  </a:lnTo>
                  <a:lnTo>
                    <a:pt x="10617" y="10303"/>
                  </a:lnTo>
                  <a:cubicBezTo>
                    <a:pt x="11185" y="10303"/>
                    <a:pt x="11657" y="9830"/>
                    <a:pt x="11657" y="9295"/>
                  </a:cubicBezTo>
                  <a:lnTo>
                    <a:pt x="11657" y="1009"/>
                  </a:lnTo>
                  <a:cubicBezTo>
                    <a:pt x="11657" y="473"/>
                    <a:pt x="11216" y="1"/>
                    <a:pt x="1061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26" name="Google Shape;11326;p67"/>
            <p:cNvSpPr/>
            <p:nvPr/>
          </p:nvSpPr>
          <p:spPr>
            <a:xfrm>
              <a:off x="-1667150" y="2801950"/>
              <a:ext cx="18150" cy="18150"/>
            </a:xfrm>
            <a:custGeom>
              <a:rect l="l" t="t" r="r" b="b"/>
              <a:pathLst>
                <a:path w="726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726"/>
                    <a:pt x="347" y="726"/>
                  </a:cubicBezTo>
                  <a:cubicBezTo>
                    <a:pt x="568" y="726"/>
                    <a:pt x="725" y="536"/>
                    <a:pt x="725" y="347"/>
                  </a:cubicBezTo>
                  <a:cubicBezTo>
                    <a:pt x="725" y="158"/>
                    <a:pt x="568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27" name="Google Shape;11327;p67"/>
            <p:cNvSpPr/>
            <p:nvPr/>
          </p:nvSpPr>
          <p:spPr>
            <a:xfrm>
              <a:off x="-1632500" y="2801950"/>
              <a:ext cx="17350" cy="18150"/>
            </a:xfrm>
            <a:custGeom>
              <a:rect l="l" t="t" r="r" b="b"/>
              <a:pathLst>
                <a:path w="694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68"/>
                    <a:pt x="158" y="726"/>
                    <a:pt x="347" y="726"/>
                  </a:cubicBezTo>
                  <a:cubicBezTo>
                    <a:pt x="536" y="726"/>
                    <a:pt x="694" y="568"/>
                    <a:pt x="694" y="347"/>
                  </a:cubicBez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28" name="Google Shape;11328;p67"/>
            <p:cNvSpPr/>
            <p:nvPr/>
          </p:nvSpPr>
          <p:spPr>
            <a:xfrm>
              <a:off x="-1597850" y="2801950"/>
              <a:ext cx="17375" cy="18150"/>
            </a:xfrm>
            <a:custGeom>
              <a:rect l="l" t="t" r="r" b="b"/>
              <a:pathLst>
                <a:path w="695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68"/>
                    <a:pt x="158" y="726"/>
                    <a:pt x="347" y="726"/>
                  </a:cubicBezTo>
                  <a:cubicBezTo>
                    <a:pt x="537" y="726"/>
                    <a:pt x="694" y="568"/>
                    <a:pt x="694" y="347"/>
                  </a:cubicBezTo>
                  <a:cubicBezTo>
                    <a:pt x="694" y="158"/>
                    <a:pt x="537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29" name="Google Shape;11329;p67"/>
            <p:cNvSpPr/>
            <p:nvPr/>
          </p:nvSpPr>
          <p:spPr>
            <a:xfrm>
              <a:off x="-1564750" y="2801950"/>
              <a:ext cx="120525" cy="18150"/>
            </a:xfrm>
            <a:custGeom>
              <a:rect l="l" t="t" r="r" b="b"/>
              <a:pathLst>
                <a:path w="4821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32" y="568"/>
                    <a:pt x="189" y="726"/>
                    <a:pt x="347" y="726"/>
                  </a:cubicBezTo>
                  <a:lnTo>
                    <a:pt x="4442" y="726"/>
                  </a:lnTo>
                  <a:cubicBezTo>
                    <a:pt x="4663" y="726"/>
                    <a:pt x="4820" y="568"/>
                    <a:pt x="4820" y="347"/>
                  </a:cubicBezTo>
                  <a:cubicBezTo>
                    <a:pt x="4820" y="158"/>
                    <a:pt x="4663" y="1"/>
                    <a:pt x="444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30" name="Google Shape;11330;p67"/>
            <p:cNvSpPr/>
            <p:nvPr/>
          </p:nvSpPr>
          <p:spPr>
            <a:xfrm>
              <a:off x="-1597850" y="2924050"/>
              <a:ext cx="85100" cy="85075"/>
            </a:xfrm>
            <a:custGeom>
              <a:rect l="l" t="t" r="r" b="b"/>
              <a:pathLst>
                <a:path w="3404" h="3403" extrusionOk="0">
                  <a:moveTo>
                    <a:pt x="1671" y="662"/>
                  </a:moveTo>
                  <a:cubicBezTo>
                    <a:pt x="2238" y="662"/>
                    <a:pt x="2710" y="1134"/>
                    <a:pt x="2710" y="1701"/>
                  </a:cubicBezTo>
                  <a:cubicBezTo>
                    <a:pt x="2710" y="2237"/>
                    <a:pt x="2269" y="2710"/>
                    <a:pt x="1671" y="2710"/>
                  </a:cubicBezTo>
                  <a:cubicBezTo>
                    <a:pt x="1135" y="2710"/>
                    <a:pt x="663" y="2237"/>
                    <a:pt x="663" y="1701"/>
                  </a:cubicBezTo>
                  <a:cubicBezTo>
                    <a:pt x="663" y="1134"/>
                    <a:pt x="1135" y="662"/>
                    <a:pt x="1671" y="662"/>
                  </a:cubicBezTo>
                  <a:close/>
                  <a:moveTo>
                    <a:pt x="1671" y="0"/>
                  </a:moveTo>
                  <a:cubicBezTo>
                    <a:pt x="726" y="0"/>
                    <a:pt x="1" y="756"/>
                    <a:pt x="1" y="1701"/>
                  </a:cubicBezTo>
                  <a:cubicBezTo>
                    <a:pt x="1" y="2647"/>
                    <a:pt x="726" y="3403"/>
                    <a:pt x="1671" y="3403"/>
                  </a:cubicBezTo>
                  <a:cubicBezTo>
                    <a:pt x="2616" y="3403"/>
                    <a:pt x="3372" y="2647"/>
                    <a:pt x="3372" y="1701"/>
                  </a:cubicBezTo>
                  <a:cubicBezTo>
                    <a:pt x="3403" y="756"/>
                    <a:pt x="2616" y="0"/>
                    <a:pt x="167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331" name="Google Shape;11331;p67"/>
          <p:cNvGrpSpPr/>
          <p:nvPr/>
        </p:nvGrpSpPr>
        <p:grpSpPr>
          <a:xfrm>
            <a:off x="3590852" y="3230935"/>
            <a:ext cx="371887" cy="423069"/>
            <a:chOff x="-919700" y="2420750"/>
            <a:chExt cx="257575" cy="293025"/>
          </a:xfrm>
        </p:grpSpPr>
        <p:sp>
          <p:nvSpPr>
            <p:cNvPr id="11332" name="Google Shape;11332;p67"/>
            <p:cNvSpPr/>
            <p:nvPr/>
          </p:nvSpPr>
          <p:spPr>
            <a:xfrm>
              <a:off x="-884250" y="2490850"/>
              <a:ext cx="84300" cy="51225"/>
            </a:xfrm>
            <a:custGeom>
              <a:rect l="l" t="t" r="r" b="b"/>
              <a:pathLst>
                <a:path w="3372" h="2049" extrusionOk="0">
                  <a:moveTo>
                    <a:pt x="977" y="631"/>
                  </a:moveTo>
                  <a:cubicBezTo>
                    <a:pt x="1166" y="631"/>
                    <a:pt x="1324" y="788"/>
                    <a:pt x="1324" y="977"/>
                  </a:cubicBezTo>
                  <a:cubicBezTo>
                    <a:pt x="1324" y="1198"/>
                    <a:pt x="1166" y="1355"/>
                    <a:pt x="977" y="1355"/>
                  </a:cubicBezTo>
                  <a:cubicBezTo>
                    <a:pt x="788" y="1355"/>
                    <a:pt x="631" y="1198"/>
                    <a:pt x="631" y="977"/>
                  </a:cubicBezTo>
                  <a:cubicBezTo>
                    <a:pt x="631" y="788"/>
                    <a:pt x="788" y="631"/>
                    <a:pt x="977" y="631"/>
                  </a:cubicBezTo>
                  <a:close/>
                  <a:moveTo>
                    <a:pt x="2363" y="631"/>
                  </a:moveTo>
                  <a:cubicBezTo>
                    <a:pt x="2552" y="631"/>
                    <a:pt x="2710" y="788"/>
                    <a:pt x="2710" y="977"/>
                  </a:cubicBezTo>
                  <a:cubicBezTo>
                    <a:pt x="2710" y="1198"/>
                    <a:pt x="2552" y="1355"/>
                    <a:pt x="2363" y="1355"/>
                  </a:cubicBezTo>
                  <a:cubicBezTo>
                    <a:pt x="2174" y="1355"/>
                    <a:pt x="2017" y="1198"/>
                    <a:pt x="2017" y="977"/>
                  </a:cubicBezTo>
                  <a:cubicBezTo>
                    <a:pt x="2017" y="788"/>
                    <a:pt x="2174" y="631"/>
                    <a:pt x="2363" y="631"/>
                  </a:cubicBezTo>
                  <a:close/>
                  <a:moveTo>
                    <a:pt x="1009" y="1"/>
                  </a:moveTo>
                  <a:cubicBezTo>
                    <a:pt x="473" y="1"/>
                    <a:pt x="0" y="473"/>
                    <a:pt x="0" y="1040"/>
                  </a:cubicBezTo>
                  <a:cubicBezTo>
                    <a:pt x="0" y="1576"/>
                    <a:pt x="473" y="2048"/>
                    <a:pt x="1009" y="2048"/>
                  </a:cubicBezTo>
                  <a:cubicBezTo>
                    <a:pt x="1292" y="2048"/>
                    <a:pt x="1544" y="1922"/>
                    <a:pt x="1702" y="1765"/>
                  </a:cubicBezTo>
                  <a:cubicBezTo>
                    <a:pt x="1891" y="1922"/>
                    <a:pt x="2111" y="2048"/>
                    <a:pt x="2363" y="2048"/>
                  </a:cubicBezTo>
                  <a:cubicBezTo>
                    <a:pt x="2899" y="2048"/>
                    <a:pt x="3371" y="1576"/>
                    <a:pt x="3371" y="1040"/>
                  </a:cubicBezTo>
                  <a:cubicBezTo>
                    <a:pt x="3371" y="442"/>
                    <a:pt x="2899" y="1"/>
                    <a:pt x="2363" y="1"/>
                  </a:cubicBezTo>
                  <a:cubicBezTo>
                    <a:pt x="2080" y="1"/>
                    <a:pt x="1859" y="127"/>
                    <a:pt x="1702" y="284"/>
                  </a:cubicBezTo>
                  <a:cubicBezTo>
                    <a:pt x="1481" y="127"/>
                    <a:pt x="1261" y="1"/>
                    <a:pt x="100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33" name="Google Shape;11333;p67"/>
            <p:cNvSpPr/>
            <p:nvPr/>
          </p:nvSpPr>
          <p:spPr>
            <a:xfrm>
              <a:off x="-919700" y="2420750"/>
              <a:ext cx="257575" cy="293025"/>
            </a:xfrm>
            <a:custGeom>
              <a:rect l="l" t="t" r="r" b="b"/>
              <a:pathLst>
                <a:path w="10303" h="11721" extrusionOk="0">
                  <a:moveTo>
                    <a:pt x="7152" y="694"/>
                  </a:moveTo>
                  <a:cubicBezTo>
                    <a:pt x="7373" y="694"/>
                    <a:pt x="7530" y="851"/>
                    <a:pt x="7530" y="1040"/>
                  </a:cubicBezTo>
                  <a:lnTo>
                    <a:pt x="7530" y="1418"/>
                  </a:lnTo>
                  <a:lnTo>
                    <a:pt x="662" y="1418"/>
                  </a:lnTo>
                  <a:lnTo>
                    <a:pt x="662" y="1040"/>
                  </a:lnTo>
                  <a:cubicBezTo>
                    <a:pt x="694" y="851"/>
                    <a:pt x="851" y="694"/>
                    <a:pt x="1009" y="694"/>
                  </a:cubicBezTo>
                  <a:close/>
                  <a:moveTo>
                    <a:pt x="7562" y="2111"/>
                  </a:moveTo>
                  <a:lnTo>
                    <a:pt x="7562" y="3403"/>
                  </a:lnTo>
                  <a:lnTo>
                    <a:pt x="7247" y="3088"/>
                  </a:lnTo>
                  <a:cubicBezTo>
                    <a:pt x="7042" y="2883"/>
                    <a:pt x="6784" y="2792"/>
                    <a:pt x="6528" y="2792"/>
                  </a:cubicBezTo>
                  <a:cubicBezTo>
                    <a:pt x="5999" y="2792"/>
                    <a:pt x="5483" y="3186"/>
                    <a:pt x="5483" y="3781"/>
                  </a:cubicBezTo>
                  <a:cubicBezTo>
                    <a:pt x="5483" y="4065"/>
                    <a:pt x="5577" y="4348"/>
                    <a:pt x="5798" y="4506"/>
                  </a:cubicBezTo>
                  <a:lnTo>
                    <a:pt x="6774" y="5482"/>
                  </a:lnTo>
                  <a:lnTo>
                    <a:pt x="1009" y="5482"/>
                  </a:lnTo>
                  <a:cubicBezTo>
                    <a:pt x="995" y="5485"/>
                    <a:pt x="982" y="5486"/>
                    <a:pt x="968" y="5486"/>
                  </a:cubicBezTo>
                  <a:cubicBezTo>
                    <a:pt x="825" y="5486"/>
                    <a:pt x="694" y="5340"/>
                    <a:pt x="694" y="5167"/>
                  </a:cubicBezTo>
                  <a:lnTo>
                    <a:pt x="694" y="2111"/>
                  </a:lnTo>
                  <a:close/>
                  <a:moveTo>
                    <a:pt x="8160" y="2584"/>
                  </a:moveTo>
                  <a:lnTo>
                    <a:pt x="9200" y="3624"/>
                  </a:lnTo>
                  <a:cubicBezTo>
                    <a:pt x="9421" y="3844"/>
                    <a:pt x="9515" y="4065"/>
                    <a:pt x="9515" y="4348"/>
                  </a:cubicBezTo>
                  <a:lnTo>
                    <a:pt x="9515" y="6900"/>
                  </a:lnTo>
                  <a:cubicBezTo>
                    <a:pt x="9515" y="7373"/>
                    <a:pt x="9358" y="7845"/>
                    <a:pt x="9043" y="8192"/>
                  </a:cubicBezTo>
                  <a:lnTo>
                    <a:pt x="5955" y="8192"/>
                  </a:lnTo>
                  <a:cubicBezTo>
                    <a:pt x="5640" y="7845"/>
                    <a:pt x="5483" y="7373"/>
                    <a:pt x="5483" y="6900"/>
                  </a:cubicBezTo>
                  <a:lnTo>
                    <a:pt x="5483" y="6144"/>
                  </a:lnTo>
                  <a:lnTo>
                    <a:pt x="6837" y="6144"/>
                  </a:lnTo>
                  <a:lnTo>
                    <a:pt x="6837" y="6207"/>
                  </a:lnTo>
                  <a:cubicBezTo>
                    <a:pt x="6837" y="6585"/>
                    <a:pt x="6900" y="6932"/>
                    <a:pt x="7089" y="7373"/>
                  </a:cubicBezTo>
                  <a:cubicBezTo>
                    <a:pt x="7135" y="7487"/>
                    <a:pt x="7263" y="7568"/>
                    <a:pt x="7403" y="7568"/>
                  </a:cubicBezTo>
                  <a:cubicBezTo>
                    <a:pt x="7455" y="7568"/>
                    <a:pt x="7510" y="7556"/>
                    <a:pt x="7562" y="7530"/>
                  </a:cubicBezTo>
                  <a:cubicBezTo>
                    <a:pt x="7719" y="7467"/>
                    <a:pt x="7782" y="7247"/>
                    <a:pt x="7719" y="7058"/>
                  </a:cubicBezTo>
                  <a:cubicBezTo>
                    <a:pt x="7593" y="6774"/>
                    <a:pt x="7530" y="6522"/>
                    <a:pt x="7530" y="6239"/>
                  </a:cubicBezTo>
                  <a:lnTo>
                    <a:pt x="7530" y="5451"/>
                  </a:lnTo>
                  <a:cubicBezTo>
                    <a:pt x="7530" y="5356"/>
                    <a:pt x="7467" y="5262"/>
                    <a:pt x="7404" y="5199"/>
                  </a:cubicBezTo>
                  <a:lnTo>
                    <a:pt x="6207" y="4033"/>
                  </a:lnTo>
                  <a:cubicBezTo>
                    <a:pt x="6018" y="3844"/>
                    <a:pt x="6144" y="3435"/>
                    <a:pt x="6459" y="3435"/>
                  </a:cubicBezTo>
                  <a:cubicBezTo>
                    <a:pt x="6522" y="3435"/>
                    <a:pt x="6648" y="3466"/>
                    <a:pt x="6680" y="3561"/>
                  </a:cubicBezTo>
                  <a:lnTo>
                    <a:pt x="8255" y="5136"/>
                  </a:lnTo>
                  <a:cubicBezTo>
                    <a:pt x="8318" y="5199"/>
                    <a:pt x="8413" y="5230"/>
                    <a:pt x="8503" y="5230"/>
                  </a:cubicBezTo>
                  <a:cubicBezTo>
                    <a:pt x="8594" y="5230"/>
                    <a:pt x="8680" y="5199"/>
                    <a:pt x="8728" y="5136"/>
                  </a:cubicBezTo>
                  <a:cubicBezTo>
                    <a:pt x="8854" y="5010"/>
                    <a:pt x="8854" y="4789"/>
                    <a:pt x="8728" y="4663"/>
                  </a:cubicBezTo>
                  <a:lnTo>
                    <a:pt x="8160" y="4065"/>
                  </a:lnTo>
                  <a:lnTo>
                    <a:pt x="8160" y="2584"/>
                  </a:lnTo>
                  <a:close/>
                  <a:moveTo>
                    <a:pt x="9295" y="8948"/>
                  </a:moveTo>
                  <a:cubicBezTo>
                    <a:pt x="9484" y="8948"/>
                    <a:pt x="9641" y="9105"/>
                    <a:pt x="9641" y="9295"/>
                  </a:cubicBezTo>
                  <a:lnTo>
                    <a:pt x="9641" y="10996"/>
                  </a:lnTo>
                  <a:lnTo>
                    <a:pt x="5514" y="10996"/>
                  </a:lnTo>
                  <a:lnTo>
                    <a:pt x="5514" y="9295"/>
                  </a:lnTo>
                  <a:cubicBezTo>
                    <a:pt x="5514" y="9105"/>
                    <a:pt x="5672" y="8948"/>
                    <a:pt x="5861" y="8948"/>
                  </a:cubicBezTo>
                  <a:close/>
                  <a:moveTo>
                    <a:pt x="1009" y="1"/>
                  </a:moveTo>
                  <a:cubicBezTo>
                    <a:pt x="473" y="1"/>
                    <a:pt x="1" y="473"/>
                    <a:pt x="1" y="1040"/>
                  </a:cubicBezTo>
                  <a:lnTo>
                    <a:pt x="1" y="5167"/>
                  </a:lnTo>
                  <a:cubicBezTo>
                    <a:pt x="1" y="5734"/>
                    <a:pt x="473" y="6207"/>
                    <a:pt x="1009" y="6207"/>
                  </a:cubicBezTo>
                  <a:lnTo>
                    <a:pt x="4789" y="6207"/>
                  </a:lnTo>
                  <a:lnTo>
                    <a:pt x="4789" y="6932"/>
                  </a:lnTo>
                  <a:cubicBezTo>
                    <a:pt x="4789" y="7499"/>
                    <a:pt x="4947" y="8003"/>
                    <a:pt x="5231" y="8444"/>
                  </a:cubicBezTo>
                  <a:cubicBezTo>
                    <a:pt x="4947" y="8633"/>
                    <a:pt x="4789" y="8948"/>
                    <a:pt x="4789" y="9295"/>
                  </a:cubicBezTo>
                  <a:lnTo>
                    <a:pt x="4789" y="11342"/>
                  </a:lnTo>
                  <a:cubicBezTo>
                    <a:pt x="4789" y="11563"/>
                    <a:pt x="4947" y="11720"/>
                    <a:pt x="5168" y="11720"/>
                  </a:cubicBezTo>
                  <a:lnTo>
                    <a:pt x="9956" y="11720"/>
                  </a:lnTo>
                  <a:cubicBezTo>
                    <a:pt x="10145" y="11720"/>
                    <a:pt x="10303" y="11563"/>
                    <a:pt x="10303" y="11342"/>
                  </a:cubicBezTo>
                  <a:lnTo>
                    <a:pt x="10303" y="9295"/>
                  </a:lnTo>
                  <a:cubicBezTo>
                    <a:pt x="10303" y="8948"/>
                    <a:pt x="10114" y="8633"/>
                    <a:pt x="9893" y="8444"/>
                  </a:cubicBezTo>
                  <a:cubicBezTo>
                    <a:pt x="10177" y="8003"/>
                    <a:pt x="10303" y="7499"/>
                    <a:pt x="10303" y="6932"/>
                  </a:cubicBezTo>
                  <a:lnTo>
                    <a:pt x="10303" y="4380"/>
                  </a:lnTo>
                  <a:lnTo>
                    <a:pt x="10271" y="4380"/>
                  </a:lnTo>
                  <a:cubicBezTo>
                    <a:pt x="10271" y="3907"/>
                    <a:pt x="10082" y="3466"/>
                    <a:pt x="9767" y="3151"/>
                  </a:cubicBezTo>
                  <a:lnTo>
                    <a:pt x="8224" y="1639"/>
                  </a:lnTo>
                  <a:lnTo>
                    <a:pt x="8224" y="1040"/>
                  </a:lnTo>
                  <a:cubicBezTo>
                    <a:pt x="8224" y="473"/>
                    <a:pt x="7751" y="1"/>
                    <a:pt x="721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34" name="Google Shape;11334;p67"/>
            <p:cNvSpPr/>
            <p:nvPr/>
          </p:nvSpPr>
          <p:spPr>
            <a:xfrm>
              <a:off x="-766100" y="2660975"/>
              <a:ext cx="18125" cy="18150"/>
            </a:xfrm>
            <a:custGeom>
              <a:rect l="l" t="t" r="r" b="b"/>
              <a:pathLst>
                <a:path w="725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5"/>
                    <a:pt x="347" y="725"/>
                  </a:cubicBezTo>
                  <a:cubicBezTo>
                    <a:pt x="536" y="725"/>
                    <a:pt x="725" y="568"/>
                    <a:pt x="725" y="379"/>
                  </a:cubicBez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335" name="Google Shape;11335;p67"/>
          <p:cNvGrpSpPr/>
          <p:nvPr/>
        </p:nvGrpSpPr>
        <p:grpSpPr>
          <a:xfrm>
            <a:off x="1926044" y="1645950"/>
            <a:ext cx="409531" cy="410617"/>
            <a:chOff x="6679825" y="2693700"/>
            <a:chExt cx="257875" cy="258575"/>
          </a:xfrm>
        </p:grpSpPr>
        <p:sp>
          <p:nvSpPr>
            <p:cNvPr id="11336" name="Google Shape;11336;p67"/>
            <p:cNvSpPr/>
            <p:nvPr/>
          </p:nvSpPr>
          <p:spPr>
            <a:xfrm>
              <a:off x="6679825" y="2693700"/>
              <a:ext cx="257875" cy="258575"/>
            </a:xfrm>
            <a:custGeom>
              <a:rect l="l" t="t" r="r" b="b"/>
              <a:pathLst>
                <a:path w="10315" h="10343" extrusionOk="0">
                  <a:moveTo>
                    <a:pt x="5102" y="670"/>
                  </a:moveTo>
                  <a:cubicBezTo>
                    <a:pt x="5604" y="670"/>
                    <a:pt x="6022" y="1088"/>
                    <a:pt x="6022" y="1562"/>
                  </a:cubicBezTo>
                  <a:cubicBezTo>
                    <a:pt x="6022" y="2063"/>
                    <a:pt x="5604" y="2481"/>
                    <a:pt x="5102" y="2481"/>
                  </a:cubicBezTo>
                  <a:cubicBezTo>
                    <a:pt x="4600" y="2481"/>
                    <a:pt x="4182" y="2063"/>
                    <a:pt x="4182" y="1562"/>
                  </a:cubicBezTo>
                  <a:cubicBezTo>
                    <a:pt x="4182" y="1088"/>
                    <a:pt x="4600" y="670"/>
                    <a:pt x="5102" y="670"/>
                  </a:cubicBezTo>
                  <a:close/>
                  <a:moveTo>
                    <a:pt x="1757" y="1896"/>
                  </a:moveTo>
                  <a:cubicBezTo>
                    <a:pt x="2063" y="1896"/>
                    <a:pt x="2342" y="2175"/>
                    <a:pt x="2342" y="2481"/>
                  </a:cubicBezTo>
                  <a:cubicBezTo>
                    <a:pt x="2342" y="2788"/>
                    <a:pt x="2063" y="3067"/>
                    <a:pt x="1757" y="3067"/>
                  </a:cubicBezTo>
                  <a:cubicBezTo>
                    <a:pt x="1422" y="3067"/>
                    <a:pt x="1143" y="2788"/>
                    <a:pt x="1143" y="2481"/>
                  </a:cubicBezTo>
                  <a:cubicBezTo>
                    <a:pt x="1143" y="2119"/>
                    <a:pt x="1422" y="1896"/>
                    <a:pt x="1757" y="1896"/>
                  </a:cubicBezTo>
                  <a:close/>
                  <a:moveTo>
                    <a:pt x="8447" y="1896"/>
                  </a:moveTo>
                  <a:cubicBezTo>
                    <a:pt x="8781" y="1896"/>
                    <a:pt x="9032" y="2175"/>
                    <a:pt x="9032" y="2481"/>
                  </a:cubicBezTo>
                  <a:cubicBezTo>
                    <a:pt x="9032" y="2788"/>
                    <a:pt x="8753" y="3067"/>
                    <a:pt x="8447" y="3067"/>
                  </a:cubicBezTo>
                  <a:cubicBezTo>
                    <a:pt x="8112" y="3067"/>
                    <a:pt x="7834" y="2788"/>
                    <a:pt x="7834" y="2481"/>
                  </a:cubicBezTo>
                  <a:cubicBezTo>
                    <a:pt x="7834" y="2119"/>
                    <a:pt x="8112" y="1896"/>
                    <a:pt x="8447" y="1896"/>
                  </a:cubicBezTo>
                  <a:close/>
                  <a:moveTo>
                    <a:pt x="1701" y="3624"/>
                  </a:moveTo>
                  <a:cubicBezTo>
                    <a:pt x="2370" y="3624"/>
                    <a:pt x="2927" y="4182"/>
                    <a:pt x="2927" y="4851"/>
                  </a:cubicBezTo>
                  <a:lnTo>
                    <a:pt x="2927" y="6412"/>
                  </a:lnTo>
                  <a:cubicBezTo>
                    <a:pt x="2955" y="6635"/>
                    <a:pt x="2816" y="6719"/>
                    <a:pt x="2649" y="6719"/>
                  </a:cubicBezTo>
                  <a:cubicBezTo>
                    <a:pt x="2481" y="6719"/>
                    <a:pt x="2342" y="6858"/>
                    <a:pt x="2342" y="7053"/>
                  </a:cubicBezTo>
                  <a:lnTo>
                    <a:pt x="2342" y="8865"/>
                  </a:lnTo>
                  <a:cubicBezTo>
                    <a:pt x="2342" y="9032"/>
                    <a:pt x="2203" y="9172"/>
                    <a:pt x="2035" y="9172"/>
                  </a:cubicBezTo>
                  <a:lnTo>
                    <a:pt x="1422" y="9172"/>
                  </a:lnTo>
                  <a:cubicBezTo>
                    <a:pt x="1255" y="9172"/>
                    <a:pt x="1116" y="9032"/>
                    <a:pt x="1116" y="8865"/>
                  </a:cubicBezTo>
                  <a:lnTo>
                    <a:pt x="1116" y="7053"/>
                  </a:lnTo>
                  <a:cubicBezTo>
                    <a:pt x="1116" y="6858"/>
                    <a:pt x="976" y="6719"/>
                    <a:pt x="809" y="6719"/>
                  </a:cubicBezTo>
                  <a:cubicBezTo>
                    <a:pt x="642" y="6719"/>
                    <a:pt x="502" y="6579"/>
                    <a:pt x="502" y="6412"/>
                  </a:cubicBezTo>
                  <a:lnTo>
                    <a:pt x="502" y="4851"/>
                  </a:lnTo>
                  <a:cubicBezTo>
                    <a:pt x="502" y="4182"/>
                    <a:pt x="1060" y="3624"/>
                    <a:pt x="1701" y="3624"/>
                  </a:cubicBezTo>
                  <a:close/>
                  <a:moveTo>
                    <a:pt x="8391" y="3624"/>
                  </a:moveTo>
                  <a:cubicBezTo>
                    <a:pt x="9060" y="3624"/>
                    <a:pt x="9618" y="4182"/>
                    <a:pt x="9618" y="4851"/>
                  </a:cubicBezTo>
                  <a:lnTo>
                    <a:pt x="9618" y="6440"/>
                  </a:lnTo>
                  <a:lnTo>
                    <a:pt x="9645" y="6440"/>
                  </a:lnTo>
                  <a:cubicBezTo>
                    <a:pt x="9645" y="6635"/>
                    <a:pt x="9506" y="6774"/>
                    <a:pt x="9339" y="6774"/>
                  </a:cubicBezTo>
                  <a:cubicBezTo>
                    <a:pt x="9172" y="6774"/>
                    <a:pt x="9032" y="6914"/>
                    <a:pt x="9032" y="7081"/>
                  </a:cubicBezTo>
                  <a:lnTo>
                    <a:pt x="9032" y="8893"/>
                  </a:lnTo>
                  <a:cubicBezTo>
                    <a:pt x="9032" y="9060"/>
                    <a:pt x="8893" y="9199"/>
                    <a:pt x="8726" y="9199"/>
                  </a:cubicBezTo>
                  <a:lnTo>
                    <a:pt x="8112" y="9199"/>
                  </a:lnTo>
                  <a:cubicBezTo>
                    <a:pt x="7945" y="9199"/>
                    <a:pt x="7806" y="9060"/>
                    <a:pt x="7806" y="8893"/>
                  </a:cubicBezTo>
                  <a:lnTo>
                    <a:pt x="7806" y="7053"/>
                  </a:lnTo>
                  <a:cubicBezTo>
                    <a:pt x="7806" y="6858"/>
                    <a:pt x="7666" y="6719"/>
                    <a:pt x="7499" y="6719"/>
                  </a:cubicBezTo>
                  <a:cubicBezTo>
                    <a:pt x="7332" y="6719"/>
                    <a:pt x="7192" y="6579"/>
                    <a:pt x="7192" y="6412"/>
                  </a:cubicBezTo>
                  <a:lnTo>
                    <a:pt x="7192" y="4851"/>
                  </a:lnTo>
                  <a:cubicBezTo>
                    <a:pt x="7192" y="4182"/>
                    <a:pt x="7750" y="3624"/>
                    <a:pt x="8391" y="3624"/>
                  </a:cubicBezTo>
                  <a:close/>
                  <a:moveTo>
                    <a:pt x="5381" y="3095"/>
                  </a:moveTo>
                  <a:cubicBezTo>
                    <a:pt x="6077" y="3234"/>
                    <a:pt x="6635" y="3875"/>
                    <a:pt x="6635" y="4600"/>
                  </a:cubicBezTo>
                  <a:lnTo>
                    <a:pt x="6635" y="6440"/>
                  </a:lnTo>
                  <a:cubicBezTo>
                    <a:pt x="6663" y="6635"/>
                    <a:pt x="6523" y="6719"/>
                    <a:pt x="6356" y="6719"/>
                  </a:cubicBezTo>
                  <a:cubicBezTo>
                    <a:pt x="6161" y="6719"/>
                    <a:pt x="6022" y="6858"/>
                    <a:pt x="6022" y="7053"/>
                  </a:cubicBezTo>
                  <a:lnTo>
                    <a:pt x="6022" y="9478"/>
                  </a:lnTo>
                  <a:cubicBezTo>
                    <a:pt x="6022" y="9645"/>
                    <a:pt x="5882" y="9785"/>
                    <a:pt x="5715" y="9785"/>
                  </a:cubicBezTo>
                  <a:lnTo>
                    <a:pt x="4461" y="9785"/>
                  </a:lnTo>
                  <a:cubicBezTo>
                    <a:pt x="4293" y="9785"/>
                    <a:pt x="4154" y="9645"/>
                    <a:pt x="4154" y="9478"/>
                  </a:cubicBezTo>
                  <a:lnTo>
                    <a:pt x="4154" y="7053"/>
                  </a:lnTo>
                  <a:cubicBezTo>
                    <a:pt x="4154" y="6858"/>
                    <a:pt x="4015" y="6719"/>
                    <a:pt x="3847" y="6719"/>
                  </a:cubicBezTo>
                  <a:cubicBezTo>
                    <a:pt x="3652" y="6719"/>
                    <a:pt x="3513" y="6579"/>
                    <a:pt x="3513" y="6412"/>
                  </a:cubicBezTo>
                  <a:lnTo>
                    <a:pt x="3513" y="4851"/>
                  </a:lnTo>
                  <a:lnTo>
                    <a:pt x="3513" y="4600"/>
                  </a:lnTo>
                  <a:cubicBezTo>
                    <a:pt x="3513" y="3875"/>
                    <a:pt x="4043" y="3234"/>
                    <a:pt x="4739" y="3095"/>
                  </a:cubicBezTo>
                  <a:lnTo>
                    <a:pt x="4739" y="5185"/>
                  </a:lnTo>
                  <a:cubicBezTo>
                    <a:pt x="4739" y="5381"/>
                    <a:pt x="4879" y="5520"/>
                    <a:pt x="5046" y="5520"/>
                  </a:cubicBezTo>
                  <a:cubicBezTo>
                    <a:pt x="5241" y="5520"/>
                    <a:pt x="5381" y="5381"/>
                    <a:pt x="5381" y="5185"/>
                  </a:cubicBezTo>
                  <a:lnTo>
                    <a:pt x="5381" y="3095"/>
                  </a:lnTo>
                  <a:close/>
                  <a:moveTo>
                    <a:pt x="5130" y="1"/>
                  </a:moveTo>
                  <a:cubicBezTo>
                    <a:pt x="4293" y="1"/>
                    <a:pt x="3624" y="670"/>
                    <a:pt x="3624" y="1506"/>
                  </a:cubicBezTo>
                  <a:cubicBezTo>
                    <a:pt x="3624" y="1952"/>
                    <a:pt x="3847" y="2370"/>
                    <a:pt x="4154" y="2649"/>
                  </a:cubicBezTo>
                  <a:cubicBezTo>
                    <a:pt x="3736" y="2872"/>
                    <a:pt x="3373" y="3234"/>
                    <a:pt x="3206" y="3652"/>
                  </a:cubicBezTo>
                  <a:cubicBezTo>
                    <a:pt x="3067" y="3485"/>
                    <a:pt x="2900" y="3346"/>
                    <a:pt x="2677" y="3234"/>
                  </a:cubicBezTo>
                  <a:cubicBezTo>
                    <a:pt x="2900" y="3039"/>
                    <a:pt x="3039" y="2732"/>
                    <a:pt x="3039" y="2398"/>
                  </a:cubicBezTo>
                  <a:cubicBezTo>
                    <a:pt x="3039" y="1757"/>
                    <a:pt x="2481" y="1199"/>
                    <a:pt x="1812" y="1199"/>
                  </a:cubicBezTo>
                  <a:cubicBezTo>
                    <a:pt x="1143" y="1199"/>
                    <a:pt x="586" y="1757"/>
                    <a:pt x="586" y="2398"/>
                  </a:cubicBezTo>
                  <a:cubicBezTo>
                    <a:pt x="586" y="2732"/>
                    <a:pt x="725" y="3039"/>
                    <a:pt x="948" y="3234"/>
                  </a:cubicBezTo>
                  <a:cubicBezTo>
                    <a:pt x="391" y="3569"/>
                    <a:pt x="1" y="4154"/>
                    <a:pt x="1" y="4851"/>
                  </a:cubicBezTo>
                  <a:lnTo>
                    <a:pt x="1" y="6412"/>
                  </a:lnTo>
                  <a:cubicBezTo>
                    <a:pt x="1" y="6802"/>
                    <a:pt x="251" y="7137"/>
                    <a:pt x="586" y="7276"/>
                  </a:cubicBezTo>
                  <a:lnTo>
                    <a:pt x="586" y="8865"/>
                  </a:lnTo>
                  <a:cubicBezTo>
                    <a:pt x="586" y="9339"/>
                    <a:pt x="1004" y="9757"/>
                    <a:pt x="1506" y="9757"/>
                  </a:cubicBezTo>
                  <a:lnTo>
                    <a:pt x="2091" y="9757"/>
                  </a:lnTo>
                  <a:cubicBezTo>
                    <a:pt x="2593" y="9757"/>
                    <a:pt x="3011" y="9339"/>
                    <a:pt x="3011" y="8865"/>
                  </a:cubicBezTo>
                  <a:lnTo>
                    <a:pt x="3011" y="7276"/>
                  </a:lnTo>
                  <a:cubicBezTo>
                    <a:pt x="3095" y="7248"/>
                    <a:pt x="3206" y="7192"/>
                    <a:pt x="3318" y="7109"/>
                  </a:cubicBezTo>
                  <a:cubicBezTo>
                    <a:pt x="3429" y="7192"/>
                    <a:pt x="3485" y="7248"/>
                    <a:pt x="3624" y="7276"/>
                  </a:cubicBezTo>
                  <a:lnTo>
                    <a:pt x="3624" y="9450"/>
                  </a:lnTo>
                  <a:cubicBezTo>
                    <a:pt x="3624" y="9924"/>
                    <a:pt x="4043" y="10342"/>
                    <a:pt x="4544" y="10342"/>
                  </a:cubicBezTo>
                  <a:lnTo>
                    <a:pt x="5799" y="10342"/>
                  </a:lnTo>
                  <a:cubicBezTo>
                    <a:pt x="6273" y="10342"/>
                    <a:pt x="6691" y="9924"/>
                    <a:pt x="6691" y="9450"/>
                  </a:cubicBezTo>
                  <a:lnTo>
                    <a:pt x="6691" y="7276"/>
                  </a:lnTo>
                  <a:cubicBezTo>
                    <a:pt x="6802" y="7248"/>
                    <a:pt x="6914" y="7192"/>
                    <a:pt x="6997" y="7109"/>
                  </a:cubicBezTo>
                  <a:cubicBezTo>
                    <a:pt x="7109" y="7192"/>
                    <a:pt x="7192" y="7248"/>
                    <a:pt x="7332" y="7276"/>
                  </a:cubicBezTo>
                  <a:lnTo>
                    <a:pt x="7332" y="8865"/>
                  </a:lnTo>
                  <a:cubicBezTo>
                    <a:pt x="7332" y="9339"/>
                    <a:pt x="7750" y="9757"/>
                    <a:pt x="8224" y="9757"/>
                  </a:cubicBezTo>
                  <a:lnTo>
                    <a:pt x="8809" y="9757"/>
                  </a:lnTo>
                  <a:cubicBezTo>
                    <a:pt x="9311" y="9757"/>
                    <a:pt x="9729" y="9339"/>
                    <a:pt x="9729" y="8865"/>
                  </a:cubicBezTo>
                  <a:lnTo>
                    <a:pt x="9729" y="7276"/>
                  </a:lnTo>
                  <a:cubicBezTo>
                    <a:pt x="10064" y="7137"/>
                    <a:pt x="10314" y="6830"/>
                    <a:pt x="10314" y="6412"/>
                  </a:cubicBezTo>
                  <a:lnTo>
                    <a:pt x="10314" y="4851"/>
                  </a:lnTo>
                  <a:cubicBezTo>
                    <a:pt x="10287" y="4210"/>
                    <a:pt x="9896" y="3596"/>
                    <a:pt x="9339" y="3318"/>
                  </a:cubicBezTo>
                  <a:cubicBezTo>
                    <a:pt x="9562" y="3095"/>
                    <a:pt x="9701" y="2788"/>
                    <a:pt x="9701" y="2481"/>
                  </a:cubicBezTo>
                  <a:cubicBezTo>
                    <a:pt x="9701" y="1812"/>
                    <a:pt x="9144" y="1255"/>
                    <a:pt x="8475" y="1255"/>
                  </a:cubicBezTo>
                  <a:cubicBezTo>
                    <a:pt x="7806" y="1255"/>
                    <a:pt x="7248" y="1812"/>
                    <a:pt x="7248" y="2481"/>
                  </a:cubicBezTo>
                  <a:cubicBezTo>
                    <a:pt x="7248" y="2788"/>
                    <a:pt x="7388" y="3095"/>
                    <a:pt x="7611" y="3318"/>
                  </a:cubicBezTo>
                  <a:cubicBezTo>
                    <a:pt x="7388" y="3429"/>
                    <a:pt x="7220" y="3569"/>
                    <a:pt x="7081" y="3736"/>
                  </a:cubicBezTo>
                  <a:cubicBezTo>
                    <a:pt x="6969" y="3485"/>
                    <a:pt x="6802" y="3290"/>
                    <a:pt x="6635" y="3067"/>
                  </a:cubicBezTo>
                  <a:cubicBezTo>
                    <a:pt x="6496" y="2927"/>
                    <a:pt x="6300" y="2788"/>
                    <a:pt x="6105" y="2677"/>
                  </a:cubicBezTo>
                  <a:cubicBezTo>
                    <a:pt x="6440" y="2370"/>
                    <a:pt x="6663" y="1952"/>
                    <a:pt x="6663" y="1534"/>
                  </a:cubicBezTo>
                  <a:cubicBezTo>
                    <a:pt x="6663" y="1116"/>
                    <a:pt x="6496" y="725"/>
                    <a:pt x="6217" y="447"/>
                  </a:cubicBezTo>
                  <a:cubicBezTo>
                    <a:pt x="5938" y="168"/>
                    <a:pt x="5520" y="1"/>
                    <a:pt x="513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37" name="Google Shape;11337;p67"/>
            <p:cNvSpPr/>
            <p:nvPr/>
          </p:nvSpPr>
          <p:spPr>
            <a:xfrm flipH="1">
              <a:off x="6679825" y="2693700"/>
              <a:ext cx="257875" cy="258575"/>
            </a:xfrm>
            <a:custGeom>
              <a:rect l="l" t="t" r="r" b="b"/>
              <a:pathLst>
                <a:path w="10315" h="10343" extrusionOk="0">
                  <a:moveTo>
                    <a:pt x="5102" y="670"/>
                  </a:moveTo>
                  <a:cubicBezTo>
                    <a:pt x="5604" y="670"/>
                    <a:pt x="6022" y="1088"/>
                    <a:pt x="6022" y="1562"/>
                  </a:cubicBezTo>
                  <a:cubicBezTo>
                    <a:pt x="6022" y="2063"/>
                    <a:pt x="5604" y="2481"/>
                    <a:pt x="5102" y="2481"/>
                  </a:cubicBezTo>
                  <a:cubicBezTo>
                    <a:pt x="4600" y="2481"/>
                    <a:pt x="4182" y="2063"/>
                    <a:pt x="4182" y="1562"/>
                  </a:cubicBezTo>
                  <a:cubicBezTo>
                    <a:pt x="4182" y="1088"/>
                    <a:pt x="4600" y="670"/>
                    <a:pt x="5102" y="670"/>
                  </a:cubicBezTo>
                  <a:close/>
                  <a:moveTo>
                    <a:pt x="1757" y="1896"/>
                  </a:moveTo>
                  <a:cubicBezTo>
                    <a:pt x="2063" y="1896"/>
                    <a:pt x="2342" y="2175"/>
                    <a:pt x="2342" y="2481"/>
                  </a:cubicBezTo>
                  <a:cubicBezTo>
                    <a:pt x="2342" y="2788"/>
                    <a:pt x="2063" y="3067"/>
                    <a:pt x="1757" y="3067"/>
                  </a:cubicBezTo>
                  <a:cubicBezTo>
                    <a:pt x="1422" y="3067"/>
                    <a:pt x="1143" y="2788"/>
                    <a:pt x="1143" y="2481"/>
                  </a:cubicBezTo>
                  <a:cubicBezTo>
                    <a:pt x="1143" y="2119"/>
                    <a:pt x="1422" y="1896"/>
                    <a:pt x="1757" y="1896"/>
                  </a:cubicBezTo>
                  <a:close/>
                  <a:moveTo>
                    <a:pt x="8447" y="1896"/>
                  </a:moveTo>
                  <a:cubicBezTo>
                    <a:pt x="8781" y="1896"/>
                    <a:pt x="9032" y="2175"/>
                    <a:pt x="9032" y="2481"/>
                  </a:cubicBezTo>
                  <a:cubicBezTo>
                    <a:pt x="9032" y="2788"/>
                    <a:pt x="8753" y="3067"/>
                    <a:pt x="8447" y="3067"/>
                  </a:cubicBezTo>
                  <a:cubicBezTo>
                    <a:pt x="8112" y="3067"/>
                    <a:pt x="7834" y="2788"/>
                    <a:pt x="7834" y="2481"/>
                  </a:cubicBezTo>
                  <a:cubicBezTo>
                    <a:pt x="7834" y="2119"/>
                    <a:pt x="8112" y="1896"/>
                    <a:pt x="8447" y="1896"/>
                  </a:cubicBezTo>
                  <a:close/>
                  <a:moveTo>
                    <a:pt x="1701" y="3624"/>
                  </a:moveTo>
                  <a:cubicBezTo>
                    <a:pt x="2370" y="3624"/>
                    <a:pt x="2927" y="4182"/>
                    <a:pt x="2927" y="4851"/>
                  </a:cubicBezTo>
                  <a:lnTo>
                    <a:pt x="2927" y="6412"/>
                  </a:lnTo>
                  <a:cubicBezTo>
                    <a:pt x="2955" y="6635"/>
                    <a:pt x="2816" y="6719"/>
                    <a:pt x="2649" y="6719"/>
                  </a:cubicBezTo>
                  <a:cubicBezTo>
                    <a:pt x="2481" y="6719"/>
                    <a:pt x="2342" y="6858"/>
                    <a:pt x="2342" y="7053"/>
                  </a:cubicBezTo>
                  <a:lnTo>
                    <a:pt x="2342" y="8865"/>
                  </a:lnTo>
                  <a:cubicBezTo>
                    <a:pt x="2342" y="9032"/>
                    <a:pt x="2203" y="9172"/>
                    <a:pt x="2035" y="9172"/>
                  </a:cubicBezTo>
                  <a:lnTo>
                    <a:pt x="1422" y="9172"/>
                  </a:lnTo>
                  <a:cubicBezTo>
                    <a:pt x="1255" y="9172"/>
                    <a:pt x="1116" y="9032"/>
                    <a:pt x="1116" y="8865"/>
                  </a:cubicBezTo>
                  <a:lnTo>
                    <a:pt x="1116" y="7053"/>
                  </a:lnTo>
                  <a:cubicBezTo>
                    <a:pt x="1116" y="6858"/>
                    <a:pt x="976" y="6719"/>
                    <a:pt x="809" y="6719"/>
                  </a:cubicBezTo>
                  <a:cubicBezTo>
                    <a:pt x="642" y="6719"/>
                    <a:pt x="502" y="6579"/>
                    <a:pt x="502" y="6412"/>
                  </a:cubicBezTo>
                  <a:lnTo>
                    <a:pt x="502" y="4851"/>
                  </a:lnTo>
                  <a:cubicBezTo>
                    <a:pt x="502" y="4182"/>
                    <a:pt x="1060" y="3624"/>
                    <a:pt x="1701" y="3624"/>
                  </a:cubicBezTo>
                  <a:close/>
                  <a:moveTo>
                    <a:pt x="8391" y="3624"/>
                  </a:moveTo>
                  <a:cubicBezTo>
                    <a:pt x="9060" y="3624"/>
                    <a:pt x="9618" y="4182"/>
                    <a:pt x="9618" y="4851"/>
                  </a:cubicBezTo>
                  <a:lnTo>
                    <a:pt x="9618" y="6440"/>
                  </a:lnTo>
                  <a:lnTo>
                    <a:pt x="9645" y="6440"/>
                  </a:lnTo>
                  <a:cubicBezTo>
                    <a:pt x="9645" y="6635"/>
                    <a:pt x="9506" y="6774"/>
                    <a:pt x="9339" y="6774"/>
                  </a:cubicBezTo>
                  <a:cubicBezTo>
                    <a:pt x="9172" y="6774"/>
                    <a:pt x="9032" y="6914"/>
                    <a:pt x="9032" y="7081"/>
                  </a:cubicBezTo>
                  <a:lnTo>
                    <a:pt x="9032" y="8893"/>
                  </a:lnTo>
                  <a:cubicBezTo>
                    <a:pt x="9032" y="9060"/>
                    <a:pt x="8893" y="9199"/>
                    <a:pt x="8726" y="9199"/>
                  </a:cubicBezTo>
                  <a:lnTo>
                    <a:pt x="8112" y="9199"/>
                  </a:lnTo>
                  <a:cubicBezTo>
                    <a:pt x="7945" y="9199"/>
                    <a:pt x="7806" y="9060"/>
                    <a:pt x="7806" y="8893"/>
                  </a:cubicBezTo>
                  <a:lnTo>
                    <a:pt x="7806" y="7053"/>
                  </a:lnTo>
                  <a:cubicBezTo>
                    <a:pt x="7806" y="6858"/>
                    <a:pt x="7666" y="6719"/>
                    <a:pt x="7499" y="6719"/>
                  </a:cubicBezTo>
                  <a:cubicBezTo>
                    <a:pt x="7332" y="6719"/>
                    <a:pt x="7192" y="6579"/>
                    <a:pt x="7192" y="6412"/>
                  </a:cubicBezTo>
                  <a:lnTo>
                    <a:pt x="7192" y="4851"/>
                  </a:lnTo>
                  <a:cubicBezTo>
                    <a:pt x="7192" y="4182"/>
                    <a:pt x="7750" y="3624"/>
                    <a:pt x="8391" y="3624"/>
                  </a:cubicBezTo>
                  <a:close/>
                  <a:moveTo>
                    <a:pt x="5381" y="3095"/>
                  </a:moveTo>
                  <a:cubicBezTo>
                    <a:pt x="6077" y="3234"/>
                    <a:pt x="6635" y="3875"/>
                    <a:pt x="6635" y="4600"/>
                  </a:cubicBezTo>
                  <a:lnTo>
                    <a:pt x="6635" y="6440"/>
                  </a:lnTo>
                  <a:cubicBezTo>
                    <a:pt x="6663" y="6635"/>
                    <a:pt x="6523" y="6719"/>
                    <a:pt x="6356" y="6719"/>
                  </a:cubicBezTo>
                  <a:cubicBezTo>
                    <a:pt x="6161" y="6719"/>
                    <a:pt x="6022" y="6858"/>
                    <a:pt x="6022" y="7053"/>
                  </a:cubicBezTo>
                  <a:lnTo>
                    <a:pt x="6022" y="9478"/>
                  </a:lnTo>
                  <a:cubicBezTo>
                    <a:pt x="6022" y="9645"/>
                    <a:pt x="5882" y="9785"/>
                    <a:pt x="5715" y="9785"/>
                  </a:cubicBezTo>
                  <a:lnTo>
                    <a:pt x="4461" y="9785"/>
                  </a:lnTo>
                  <a:cubicBezTo>
                    <a:pt x="4293" y="9785"/>
                    <a:pt x="4154" y="9645"/>
                    <a:pt x="4154" y="9478"/>
                  </a:cubicBezTo>
                  <a:lnTo>
                    <a:pt x="4154" y="7053"/>
                  </a:lnTo>
                  <a:cubicBezTo>
                    <a:pt x="4154" y="6858"/>
                    <a:pt x="4015" y="6719"/>
                    <a:pt x="3847" y="6719"/>
                  </a:cubicBezTo>
                  <a:cubicBezTo>
                    <a:pt x="3652" y="6719"/>
                    <a:pt x="3513" y="6579"/>
                    <a:pt x="3513" y="6412"/>
                  </a:cubicBezTo>
                  <a:lnTo>
                    <a:pt x="3513" y="4851"/>
                  </a:lnTo>
                  <a:lnTo>
                    <a:pt x="3513" y="4600"/>
                  </a:lnTo>
                  <a:cubicBezTo>
                    <a:pt x="3513" y="3875"/>
                    <a:pt x="4043" y="3234"/>
                    <a:pt x="4739" y="3095"/>
                  </a:cubicBezTo>
                  <a:lnTo>
                    <a:pt x="4739" y="5185"/>
                  </a:lnTo>
                  <a:cubicBezTo>
                    <a:pt x="4739" y="5381"/>
                    <a:pt x="4879" y="5520"/>
                    <a:pt x="5046" y="5520"/>
                  </a:cubicBezTo>
                  <a:cubicBezTo>
                    <a:pt x="5241" y="5520"/>
                    <a:pt x="5381" y="5381"/>
                    <a:pt x="5381" y="5185"/>
                  </a:cubicBezTo>
                  <a:lnTo>
                    <a:pt x="5381" y="3095"/>
                  </a:lnTo>
                  <a:close/>
                  <a:moveTo>
                    <a:pt x="5130" y="1"/>
                  </a:moveTo>
                  <a:cubicBezTo>
                    <a:pt x="4293" y="1"/>
                    <a:pt x="3624" y="670"/>
                    <a:pt x="3624" y="1506"/>
                  </a:cubicBezTo>
                  <a:cubicBezTo>
                    <a:pt x="3624" y="1952"/>
                    <a:pt x="3847" y="2370"/>
                    <a:pt x="4154" y="2649"/>
                  </a:cubicBezTo>
                  <a:cubicBezTo>
                    <a:pt x="3736" y="2872"/>
                    <a:pt x="3373" y="3234"/>
                    <a:pt x="3206" y="3652"/>
                  </a:cubicBezTo>
                  <a:cubicBezTo>
                    <a:pt x="3067" y="3485"/>
                    <a:pt x="2900" y="3346"/>
                    <a:pt x="2677" y="3234"/>
                  </a:cubicBezTo>
                  <a:cubicBezTo>
                    <a:pt x="2900" y="3039"/>
                    <a:pt x="3039" y="2732"/>
                    <a:pt x="3039" y="2398"/>
                  </a:cubicBezTo>
                  <a:cubicBezTo>
                    <a:pt x="3039" y="1757"/>
                    <a:pt x="2481" y="1199"/>
                    <a:pt x="1812" y="1199"/>
                  </a:cubicBezTo>
                  <a:cubicBezTo>
                    <a:pt x="1143" y="1199"/>
                    <a:pt x="586" y="1757"/>
                    <a:pt x="586" y="2398"/>
                  </a:cubicBezTo>
                  <a:cubicBezTo>
                    <a:pt x="586" y="2732"/>
                    <a:pt x="725" y="3039"/>
                    <a:pt x="948" y="3234"/>
                  </a:cubicBezTo>
                  <a:cubicBezTo>
                    <a:pt x="391" y="3569"/>
                    <a:pt x="1" y="4154"/>
                    <a:pt x="1" y="4851"/>
                  </a:cubicBezTo>
                  <a:lnTo>
                    <a:pt x="1" y="6412"/>
                  </a:lnTo>
                  <a:cubicBezTo>
                    <a:pt x="1" y="6802"/>
                    <a:pt x="251" y="7137"/>
                    <a:pt x="586" y="7276"/>
                  </a:cubicBezTo>
                  <a:lnTo>
                    <a:pt x="586" y="8865"/>
                  </a:lnTo>
                  <a:cubicBezTo>
                    <a:pt x="586" y="9339"/>
                    <a:pt x="1004" y="9757"/>
                    <a:pt x="1506" y="9757"/>
                  </a:cubicBezTo>
                  <a:lnTo>
                    <a:pt x="2091" y="9757"/>
                  </a:lnTo>
                  <a:cubicBezTo>
                    <a:pt x="2593" y="9757"/>
                    <a:pt x="3011" y="9339"/>
                    <a:pt x="3011" y="8865"/>
                  </a:cubicBezTo>
                  <a:lnTo>
                    <a:pt x="3011" y="7276"/>
                  </a:lnTo>
                  <a:cubicBezTo>
                    <a:pt x="3095" y="7248"/>
                    <a:pt x="3206" y="7192"/>
                    <a:pt x="3318" y="7109"/>
                  </a:cubicBezTo>
                  <a:cubicBezTo>
                    <a:pt x="3429" y="7192"/>
                    <a:pt x="3485" y="7248"/>
                    <a:pt x="3624" y="7276"/>
                  </a:cubicBezTo>
                  <a:lnTo>
                    <a:pt x="3624" y="9450"/>
                  </a:lnTo>
                  <a:cubicBezTo>
                    <a:pt x="3624" y="9924"/>
                    <a:pt x="4043" y="10342"/>
                    <a:pt x="4544" y="10342"/>
                  </a:cubicBezTo>
                  <a:lnTo>
                    <a:pt x="5799" y="10342"/>
                  </a:lnTo>
                  <a:cubicBezTo>
                    <a:pt x="6273" y="10342"/>
                    <a:pt x="6691" y="9924"/>
                    <a:pt x="6691" y="9450"/>
                  </a:cubicBezTo>
                  <a:lnTo>
                    <a:pt x="6691" y="7276"/>
                  </a:lnTo>
                  <a:cubicBezTo>
                    <a:pt x="6802" y="7248"/>
                    <a:pt x="6914" y="7192"/>
                    <a:pt x="6997" y="7109"/>
                  </a:cubicBezTo>
                  <a:cubicBezTo>
                    <a:pt x="7109" y="7192"/>
                    <a:pt x="7192" y="7248"/>
                    <a:pt x="7332" y="7276"/>
                  </a:cubicBezTo>
                  <a:lnTo>
                    <a:pt x="7332" y="8865"/>
                  </a:lnTo>
                  <a:cubicBezTo>
                    <a:pt x="7332" y="9339"/>
                    <a:pt x="7750" y="9757"/>
                    <a:pt x="8224" y="9757"/>
                  </a:cubicBezTo>
                  <a:lnTo>
                    <a:pt x="8809" y="9757"/>
                  </a:lnTo>
                  <a:cubicBezTo>
                    <a:pt x="9311" y="9757"/>
                    <a:pt x="9729" y="9339"/>
                    <a:pt x="9729" y="8865"/>
                  </a:cubicBezTo>
                  <a:lnTo>
                    <a:pt x="9729" y="7276"/>
                  </a:lnTo>
                  <a:cubicBezTo>
                    <a:pt x="10064" y="7137"/>
                    <a:pt x="10314" y="6830"/>
                    <a:pt x="10314" y="6412"/>
                  </a:cubicBezTo>
                  <a:lnTo>
                    <a:pt x="10314" y="4851"/>
                  </a:lnTo>
                  <a:cubicBezTo>
                    <a:pt x="10287" y="4210"/>
                    <a:pt x="9896" y="3596"/>
                    <a:pt x="9339" y="3318"/>
                  </a:cubicBezTo>
                  <a:cubicBezTo>
                    <a:pt x="9562" y="3095"/>
                    <a:pt x="9701" y="2788"/>
                    <a:pt x="9701" y="2481"/>
                  </a:cubicBezTo>
                  <a:cubicBezTo>
                    <a:pt x="9701" y="1812"/>
                    <a:pt x="9144" y="1255"/>
                    <a:pt x="8475" y="1255"/>
                  </a:cubicBezTo>
                  <a:cubicBezTo>
                    <a:pt x="7806" y="1255"/>
                    <a:pt x="7248" y="1812"/>
                    <a:pt x="7248" y="2481"/>
                  </a:cubicBezTo>
                  <a:cubicBezTo>
                    <a:pt x="7248" y="2788"/>
                    <a:pt x="7388" y="3095"/>
                    <a:pt x="7611" y="3318"/>
                  </a:cubicBezTo>
                  <a:cubicBezTo>
                    <a:pt x="7388" y="3429"/>
                    <a:pt x="7220" y="3569"/>
                    <a:pt x="7081" y="3736"/>
                  </a:cubicBezTo>
                  <a:cubicBezTo>
                    <a:pt x="6969" y="3485"/>
                    <a:pt x="6802" y="3290"/>
                    <a:pt x="6635" y="3067"/>
                  </a:cubicBezTo>
                  <a:cubicBezTo>
                    <a:pt x="6496" y="2927"/>
                    <a:pt x="6300" y="2788"/>
                    <a:pt x="6105" y="2677"/>
                  </a:cubicBezTo>
                  <a:cubicBezTo>
                    <a:pt x="6440" y="2370"/>
                    <a:pt x="6663" y="1952"/>
                    <a:pt x="6663" y="1534"/>
                  </a:cubicBezTo>
                  <a:cubicBezTo>
                    <a:pt x="6663" y="1116"/>
                    <a:pt x="6496" y="725"/>
                    <a:pt x="6217" y="447"/>
                  </a:cubicBezTo>
                  <a:cubicBezTo>
                    <a:pt x="5938" y="168"/>
                    <a:pt x="5520" y="1"/>
                    <a:pt x="513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338" name="Google Shape;11338;p67"/>
          <p:cNvGrpSpPr/>
          <p:nvPr/>
        </p:nvGrpSpPr>
        <p:grpSpPr>
          <a:xfrm>
            <a:off x="1915618" y="2142110"/>
            <a:ext cx="420531" cy="417262"/>
            <a:chOff x="6790450" y="3119050"/>
            <a:chExt cx="262750" cy="260675"/>
          </a:xfrm>
        </p:grpSpPr>
        <p:sp>
          <p:nvSpPr>
            <p:cNvPr id="11339" name="Google Shape;11339;p67"/>
            <p:cNvSpPr/>
            <p:nvPr/>
          </p:nvSpPr>
          <p:spPr>
            <a:xfrm>
              <a:off x="6790450" y="3119050"/>
              <a:ext cx="262750" cy="260675"/>
            </a:xfrm>
            <a:custGeom>
              <a:rect l="l" t="t" r="r" b="b"/>
              <a:pathLst>
                <a:path w="10510" h="10427" extrusionOk="0">
                  <a:moveTo>
                    <a:pt x="5269" y="1924"/>
                  </a:moveTo>
                  <a:cubicBezTo>
                    <a:pt x="6022" y="1924"/>
                    <a:pt x="6635" y="2454"/>
                    <a:pt x="6774" y="3151"/>
                  </a:cubicBezTo>
                  <a:lnTo>
                    <a:pt x="3791" y="3151"/>
                  </a:lnTo>
                  <a:cubicBezTo>
                    <a:pt x="3931" y="2454"/>
                    <a:pt x="4544" y="1924"/>
                    <a:pt x="5269" y="1924"/>
                  </a:cubicBezTo>
                  <a:close/>
                  <a:moveTo>
                    <a:pt x="4962" y="3764"/>
                  </a:moveTo>
                  <a:lnTo>
                    <a:pt x="4962" y="9785"/>
                  </a:lnTo>
                  <a:cubicBezTo>
                    <a:pt x="3959" y="9646"/>
                    <a:pt x="3150" y="8754"/>
                    <a:pt x="3150" y="7694"/>
                  </a:cubicBezTo>
                  <a:lnTo>
                    <a:pt x="3150" y="4071"/>
                  </a:lnTo>
                  <a:cubicBezTo>
                    <a:pt x="3150" y="3903"/>
                    <a:pt x="3290" y="3764"/>
                    <a:pt x="3485" y="3764"/>
                  </a:cubicBezTo>
                  <a:close/>
                  <a:moveTo>
                    <a:pt x="7109" y="3764"/>
                  </a:moveTo>
                  <a:cubicBezTo>
                    <a:pt x="7276" y="3764"/>
                    <a:pt x="7415" y="3903"/>
                    <a:pt x="7415" y="4071"/>
                  </a:cubicBezTo>
                  <a:lnTo>
                    <a:pt x="7415" y="7694"/>
                  </a:lnTo>
                  <a:cubicBezTo>
                    <a:pt x="7415" y="8754"/>
                    <a:pt x="6607" y="9646"/>
                    <a:pt x="5603" y="9785"/>
                  </a:cubicBezTo>
                  <a:lnTo>
                    <a:pt x="5603" y="3764"/>
                  </a:lnTo>
                  <a:close/>
                  <a:moveTo>
                    <a:pt x="3987" y="1"/>
                  </a:moveTo>
                  <a:cubicBezTo>
                    <a:pt x="3819" y="1"/>
                    <a:pt x="3680" y="140"/>
                    <a:pt x="3680" y="307"/>
                  </a:cubicBezTo>
                  <a:lnTo>
                    <a:pt x="3680" y="921"/>
                  </a:lnTo>
                  <a:cubicBezTo>
                    <a:pt x="3680" y="1199"/>
                    <a:pt x="3819" y="1422"/>
                    <a:pt x="3987" y="1618"/>
                  </a:cubicBezTo>
                  <a:cubicBezTo>
                    <a:pt x="3513" y="1952"/>
                    <a:pt x="3150" y="2482"/>
                    <a:pt x="3095" y="3095"/>
                  </a:cubicBezTo>
                  <a:cubicBezTo>
                    <a:pt x="2732" y="3206"/>
                    <a:pt x="2453" y="3569"/>
                    <a:pt x="2453" y="3987"/>
                  </a:cubicBezTo>
                  <a:lnTo>
                    <a:pt x="2453" y="4294"/>
                  </a:lnTo>
                  <a:lnTo>
                    <a:pt x="1840" y="4294"/>
                  </a:lnTo>
                  <a:cubicBezTo>
                    <a:pt x="1450" y="4294"/>
                    <a:pt x="1115" y="4043"/>
                    <a:pt x="976" y="3652"/>
                  </a:cubicBezTo>
                  <a:lnTo>
                    <a:pt x="642" y="2677"/>
                  </a:lnTo>
                  <a:cubicBezTo>
                    <a:pt x="600" y="2551"/>
                    <a:pt x="511" y="2489"/>
                    <a:pt x="399" y="2489"/>
                  </a:cubicBezTo>
                  <a:cubicBezTo>
                    <a:pt x="361" y="2489"/>
                    <a:pt x="321" y="2496"/>
                    <a:pt x="279" y="2510"/>
                  </a:cubicBezTo>
                  <a:cubicBezTo>
                    <a:pt x="84" y="2565"/>
                    <a:pt x="28" y="2705"/>
                    <a:pt x="84" y="2900"/>
                  </a:cubicBezTo>
                  <a:lnTo>
                    <a:pt x="419" y="3875"/>
                  </a:lnTo>
                  <a:cubicBezTo>
                    <a:pt x="614" y="4489"/>
                    <a:pt x="1171" y="4907"/>
                    <a:pt x="1840" y="4907"/>
                  </a:cubicBezTo>
                  <a:lnTo>
                    <a:pt x="2453" y="4907"/>
                  </a:lnTo>
                  <a:lnTo>
                    <a:pt x="2453" y="6133"/>
                  </a:lnTo>
                  <a:lnTo>
                    <a:pt x="335" y="6133"/>
                  </a:lnTo>
                  <a:cubicBezTo>
                    <a:pt x="168" y="6133"/>
                    <a:pt x="28" y="6273"/>
                    <a:pt x="28" y="6440"/>
                  </a:cubicBezTo>
                  <a:cubicBezTo>
                    <a:pt x="28" y="6635"/>
                    <a:pt x="168" y="6775"/>
                    <a:pt x="335" y="6775"/>
                  </a:cubicBezTo>
                  <a:lnTo>
                    <a:pt x="2453" y="6775"/>
                  </a:lnTo>
                  <a:lnTo>
                    <a:pt x="2453" y="7667"/>
                  </a:lnTo>
                  <a:lnTo>
                    <a:pt x="2453" y="7973"/>
                  </a:lnTo>
                  <a:lnTo>
                    <a:pt x="1812" y="7973"/>
                  </a:lnTo>
                  <a:cubicBezTo>
                    <a:pt x="1143" y="7973"/>
                    <a:pt x="586" y="8391"/>
                    <a:pt x="363" y="9032"/>
                  </a:cubicBezTo>
                  <a:lnTo>
                    <a:pt x="56" y="10008"/>
                  </a:lnTo>
                  <a:cubicBezTo>
                    <a:pt x="0" y="10175"/>
                    <a:pt x="84" y="10315"/>
                    <a:pt x="223" y="10398"/>
                  </a:cubicBezTo>
                  <a:cubicBezTo>
                    <a:pt x="259" y="10408"/>
                    <a:pt x="292" y="10413"/>
                    <a:pt x="323" y="10413"/>
                  </a:cubicBezTo>
                  <a:cubicBezTo>
                    <a:pt x="466" y="10413"/>
                    <a:pt x="568" y="10317"/>
                    <a:pt x="614" y="10203"/>
                  </a:cubicBezTo>
                  <a:lnTo>
                    <a:pt x="920" y="9228"/>
                  </a:lnTo>
                  <a:cubicBezTo>
                    <a:pt x="1060" y="8865"/>
                    <a:pt x="1394" y="8614"/>
                    <a:pt x="1812" y="8614"/>
                  </a:cubicBezTo>
                  <a:lnTo>
                    <a:pt x="2593" y="8614"/>
                  </a:lnTo>
                  <a:cubicBezTo>
                    <a:pt x="2983" y="9646"/>
                    <a:pt x="3987" y="10426"/>
                    <a:pt x="5185" y="10426"/>
                  </a:cubicBezTo>
                  <a:cubicBezTo>
                    <a:pt x="6356" y="10426"/>
                    <a:pt x="7387" y="9646"/>
                    <a:pt x="7750" y="8614"/>
                  </a:cubicBezTo>
                  <a:lnTo>
                    <a:pt x="8586" y="8614"/>
                  </a:lnTo>
                  <a:cubicBezTo>
                    <a:pt x="8976" y="8614"/>
                    <a:pt x="9339" y="8837"/>
                    <a:pt x="9478" y="9228"/>
                  </a:cubicBezTo>
                  <a:lnTo>
                    <a:pt x="9785" y="10203"/>
                  </a:lnTo>
                  <a:cubicBezTo>
                    <a:pt x="9827" y="10351"/>
                    <a:pt x="9917" y="10419"/>
                    <a:pt x="10043" y="10419"/>
                  </a:cubicBezTo>
                  <a:cubicBezTo>
                    <a:pt x="10084" y="10419"/>
                    <a:pt x="10128" y="10412"/>
                    <a:pt x="10175" y="10398"/>
                  </a:cubicBezTo>
                  <a:cubicBezTo>
                    <a:pt x="10342" y="10315"/>
                    <a:pt x="10398" y="10175"/>
                    <a:pt x="10342" y="10008"/>
                  </a:cubicBezTo>
                  <a:lnTo>
                    <a:pt x="10119" y="9032"/>
                  </a:lnTo>
                  <a:cubicBezTo>
                    <a:pt x="9924" y="8391"/>
                    <a:pt x="9367" y="7973"/>
                    <a:pt x="8698" y="7973"/>
                  </a:cubicBezTo>
                  <a:lnTo>
                    <a:pt x="8001" y="7973"/>
                  </a:lnTo>
                  <a:lnTo>
                    <a:pt x="8001" y="7667"/>
                  </a:lnTo>
                  <a:lnTo>
                    <a:pt x="8001" y="6775"/>
                  </a:lnTo>
                  <a:lnTo>
                    <a:pt x="10175" y="6775"/>
                  </a:lnTo>
                  <a:cubicBezTo>
                    <a:pt x="10342" y="6775"/>
                    <a:pt x="10482" y="6635"/>
                    <a:pt x="10482" y="6440"/>
                  </a:cubicBezTo>
                  <a:cubicBezTo>
                    <a:pt x="10482" y="6273"/>
                    <a:pt x="10342" y="6133"/>
                    <a:pt x="10175" y="6133"/>
                  </a:cubicBezTo>
                  <a:lnTo>
                    <a:pt x="8001" y="6133"/>
                  </a:lnTo>
                  <a:lnTo>
                    <a:pt x="8001" y="4907"/>
                  </a:lnTo>
                  <a:lnTo>
                    <a:pt x="8698" y="4907"/>
                  </a:lnTo>
                  <a:cubicBezTo>
                    <a:pt x="9367" y="4907"/>
                    <a:pt x="9924" y="4489"/>
                    <a:pt x="10119" y="3875"/>
                  </a:cubicBezTo>
                  <a:lnTo>
                    <a:pt x="10454" y="2900"/>
                  </a:lnTo>
                  <a:cubicBezTo>
                    <a:pt x="10509" y="2705"/>
                    <a:pt x="10398" y="2565"/>
                    <a:pt x="10259" y="2510"/>
                  </a:cubicBezTo>
                  <a:cubicBezTo>
                    <a:pt x="10223" y="2498"/>
                    <a:pt x="10188" y="2492"/>
                    <a:pt x="10156" y="2492"/>
                  </a:cubicBezTo>
                  <a:cubicBezTo>
                    <a:pt x="10036" y="2492"/>
                    <a:pt x="9940" y="2567"/>
                    <a:pt x="9896" y="2677"/>
                  </a:cubicBezTo>
                  <a:lnTo>
                    <a:pt x="9562" y="3652"/>
                  </a:lnTo>
                  <a:cubicBezTo>
                    <a:pt x="9422" y="4043"/>
                    <a:pt x="9116" y="4294"/>
                    <a:pt x="8698" y="4294"/>
                  </a:cubicBezTo>
                  <a:lnTo>
                    <a:pt x="8001" y="4294"/>
                  </a:lnTo>
                  <a:lnTo>
                    <a:pt x="8001" y="3987"/>
                  </a:lnTo>
                  <a:cubicBezTo>
                    <a:pt x="8001" y="3597"/>
                    <a:pt x="7750" y="3234"/>
                    <a:pt x="7387" y="3095"/>
                  </a:cubicBezTo>
                  <a:cubicBezTo>
                    <a:pt x="7304" y="2482"/>
                    <a:pt x="6969" y="1952"/>
                    <a:pt x="6468" y="1618"/>
                  </a:cubicBezTo>
                  <a:cubicBezTo>
                    <a:pt x="6691" y="1422"/>
                    <a:pt x="6774" y="1199"/>
                    <a:pt x="6774" y="921"/>
                  </a:cubicBezTo>
                  <a:lnTo>
                    <a:pt x="6774" y="307"/>
                  </a:lnTo>
                  <a:cubicBezTo>
                    <a:pt x="6774" y="140"/>
                    <a:pt x="6635" y="1"/>
                    <a:pt x="6468" y="1"/>
                  </a:cubicBezTo>
                  <a:cubicBezTo>
                    <a:pt x="6300" y="1"/>
                    <a:pt x="6161" y="140"/>
                    <a:pt x="6161" y="307"/>
                  </a:cubicBezTo>
                  <a:lnTo>
                    <a:pt x="6161" y="921"/>
                  </a:lnTo>
                  <a:cubicBezTo>
                    <a:pt x="6161" y="1088"/>
                    <a:pt x="6022" y="1255"/>
                    <a:pt x="5854" y="1255"/>
                  </a:cubicBezTo>
                  <a:lnTo>
                    <a:pt x="4628" y="1255"/>
                  </a:lnTo>
                  <a:cubicBezTo>
                    <a:pt x="4488" y="1255"/>
                    <a:pt x="4321" y="1088"/>
                    <a:pt x="4321" y="921"/>
                  </a:cubicBezTo>
                  <a:lnTo>
                    <a:pt x="4321" y="307"/>
                  </a:lnTo>
                  <a:cubicBezTo>
                    <a:pt x="4321" y="140"/>
                    <a:pt x="4182" y="1"/>
                    <a:pt x="39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40" name="Google Shape;11340;p67"/>
            <p:cNvSpPr/>
            <p:nvPr/>
          </p:nvSpPr>
          <p:spPr>
            <a:xfrm flipH="1">
              <a:off x="6790450" y="3119050"/>
              <a:ext cx="262750" cy="260675"/>
            </a:xfrm>
            <a:custGeom>
              <a:rect l="l" t="t" r="r" b="b"/>
              <a:pathLst>
                <a:path w="10510" h="10427" extrusionOk="0">
                  <a:moveTo>
                    <a:pt x="5269" y="1924"/>
                  </a:moveTo>
                  <a:cubicBezTo>
                    <a:pt x="6022" y="1924"/>
                    <a:pt x="6635" y="2454"/>
                    <a:pt x="6774" y="3151"/>
                  </a:cubicBezTo>
                  <a:lnTo>
                    <a:pt x="3791" y="3151"/>
                  </a:lnTo>
                  <a:cubicBezTo>
                    <a:pt x="3931" y="2454"/>
                    <a:pt x="4544" y="1924"/>
                    <a:pt x="5269" y="1924"/>
                  </a:cubicBezTo>
                  <a:close/>
                  <a:moveTo>
                    <a:pt x="4962" y="3764"/>
                  </a:moveTo>
                  <a:lnTo>
                    <a:pt x="4962" y="9785"/>
                  </a:lnTo>
                  <a:cubicBezTo>
                    <a:pt x="3959" y="9646"/>
                    <a:pt x="3150" y="8754"/>
                    <a:pt x="3150" y="7694"/>
                  </a:cubicBezTo>
                  <a:lnTo>
                    <a:pt x="3150" y="4071"/>
                  </a:lnTo>
                  <a:cubicBezTo>
                    <a:pt x="3150" y="3903"/>
                    <a:pt x="3290" y="3764"/>
                    <a:pt x="3485" y="3764"/>
                  </a:cubicBezTo>
                  <a:close/>
                  <a:moveTo>
                    <a:pt x="7109" y="3764"/>
                  </a:moveTo>
                  <a:cubicBezTo>
                    <a:pt x="7276" y="3764"/>
                    <a:pt x="7415" y="3903"/>
                    <a:pt x="7415" y="4071"/>
                  </a:cubicBezTo>
                  <a:lnTo>
                    <a:pt x="7415" y="7694"/>
                  </a:lnTo>
                  <a:cubicBezTo>
                    <a:pt x="7415" y="8754"/>
                    <a:pt x="6607" y="9646"/>
                    <a:pt x="5603" y="9785"/>
                  </a:cubicBezTo>
                  <a:lnTo>
                    <a:pt x="5603" y="3764"/>
                  </a:lnTo>
                  <a:close/>
                  <a:moveTo>
                    <a:pt x="3987" y="1"/>
                  </a:moveTo>
                  <a:cubicBezTo>
                    <a:pt x="3819" y="1"/>
                    <a:pt x="3680" y="140"/>
                    <a:pt x="3680" y="307"/>
                  </a:cubicBezTo>
                  <a:lnTo>
                    <a:pt x="3680" y="921"/>
                  </a:lnTo>
                  <a:cubicBezTo>
                    <a:pt x="3680" y="1199"/>
                    <a:pt x="3819" y="1422"/>
                    <a:pt x="3987" y="1618"/>
                  </a:cubicBezTo>
                  <a:cubicBezTo>
                    <a:pt x="3513" y="1952"/>
                    <a:pt x="3150" y="2482"/>
                    <a:pt x="3095" y="3095"/>
                  </a:cubicBezTo>
                  <a:cubicBezTo>
                    <a:pt x="2732" y="3206"/>
                    <a:pt x="2453" y="3569"/>
                    <a:pt x="2453" y="3987"/>
                  </a:cubicBezTo>
                  <a:lnTo>
                    <a:pt x="2453" y="4294"/>
                  </a:lnTo>
                  <a:lnTo>
                    <a:pt x="1840" y="4294"/>
                  </a:lnTo>
                  <a:cubicBezTo>
                    <a:pt x="1450" y="4294"/>
                    <a:pt x="1115" y="4043"/>
                    <a:pt x="976" y="3652"/>
                  </a:cubicBezTo>
                  <a:lnTo>
                    <a:pt x="642" y="2677"/>
                  </a:lnTo>
                  <a:cubicBezTo>
                    <a:pt x="600" y="2551"/>
                    <a:pt x="511" y="2489"/>
                    <a:pt x="399" y="2489"/>
                  </a:cubicBezTo>
                  <a:cubicBezTo>
                    <a:pt x="361" y="2489"/>
                    <a:pt x="321" y="2496"/>
                    <a:pt x="279" y="2510"/>
                  </a:cubicBezTo>
                  <a:cubicBezTo>
                    <a:pt x="84" y="2565"/>
                    <a:pt x="28" y="2705"/>
                    <a:pt x="84" y="2900"/>
                  </a:cubicBezTo>
                  <a:lnTo>
                    <a:pt x="419" y="3875"/>
                  </a:lnTo>
                  <a:cubicBezTo>
                    <a:pt x="614" y="4489"/>
                    <a:pt x="1171" y="4907"/>
                    <a:pt x="1840" y="4907"/>
                  </a:cubicBezTo>
                  <a:lnTo>
                    <a:pt x="2453" y="4907"/>
                  </a:lnTo>
                  <a:lnTo>
                    <a:pt x="2453" y="6133"/>
                  </a:lnTo>
                  <a:lnTo>
                    <a:pt x="335" y="6133"/>
                  </a:lnTo>
                  <a:cubicBezTo>
                    <a:pt x="168" y="6133"/>
                    <a:pt x="28" y="6273"/>
                    <a:pt x="28" y="6440"/>
                  </a:cubicBezTo>
                  <a:cubicBezTo>
                    <a:pt x="28" y="6635"/>
                    <a:pt x="168" y="6775"/>
                    <a:pt x="335" y="6775"/>
                  </a:cubicBezTo>
                  <a:lnTo>
                    <a:pt x="2453" y="6775"/>
                  </a:lnTo>
                  <a:lnTo>
                    <a:pt x="2453" y="7667"/>
                  </a:lnTo>
                  <a:lnTo>
                    <a:pt x="2453" y="7973"/>
                  </a:lnTo>
                  <a:lnTo>
                    <a:pt x="1812" y="7973"/>
                  </a:lnTo>
                  <a:cubicBezTo>
                    <a:pt x="1143" y="7973"/>
                    <a:pt x="586" y="8391"/>
                    <a:pt x="363" y="9032"/>
                  </a:cubicBezTo>
                  <a:lnTo>
                    <a:pt x="56" y="10008"/>
                  </a:lnTo>
                  <a:cubicBezTo>
                    <a:pt x="0" y="10175"/>
                    <a:pt x="84" y="10315"/>
                    <a:pt x="223" y="10398"/>
                  </a:cubicBezTo>
                  <a:cubicBezTo>
                    <a:pt x="259" y="10408"/>
                    <a:pt x="292" y="10413"/>
                    <a:pt x="323" y="10413"/>
                  </a:cubicBezTo>
                  <a:cubicBezTo>
                    <a:pt x="466" y="10413"/>
                    <a:pt x="568" y="10317"/>
                    <a:pt x="614" y="10203"/>
                  </a:cubicBezTo>
                  <a:lnTo>
                    <a:pt x="920" y="9228"/>
                  </a:lnTo>
                  <a:cubicBezTo>
                    <a:pt x="1060" y="8865"/>
                    <a:pt x="1394" y="8614"/>
                    <a:pt x="1812" y="8614"/>
                  </a:cubicBezTo>
                  <a:lnTo>
                    <a:pt x="2593" y="8614"/>
                  </a:lnTo>
                  <a:cubicBezTo>
                    <a:pt x="2983" y="9646"/>
                    <a:pt x="3987" y="10426"/>
                    <a:pt x="5185" y="10426"/>
                  </a:cubicBezTo>
                  <a:cubicBezTo>
                    <a:pt x="6356" y="10426"/>
                    <a:pt x="7387" y="9646"/>
                    <a:pt x="7750" y="8614"/>
                  </a:cubicBezTo>
                  <a:lnTo>
                    <a:pt x="8586" y="8614"/>
                  </a:lnTo>
                  <a:cubicBezTo>
                    <a:pt x="8976" y="8614"/>
                    <a:pt x="9339" y="8837"/>
                    <a:pt x="9478" y="9228"/>
                  </a:cubicBezTo>
                  <a:lnTo>
                    <a:pt x="9785" y="10203"/>
                  </a:lnTo>
                  <a:cubicBezTo>
                    <a:pt x="9827" y="10351"/>
                    <a:pt x="9917" y="10419"/>
                    <a:pt x="10043" y="10419"/>
                  </a:cubicBezTo>
                  <a:cubicBezTo>
                    <a:pt x="10084" y="10419"/>
                    <a:pt x="10128" y="10412"/>
                    <a:pt x="10175" y="10398"/>
                  </a:cubicBezTo>
                  <a:cubicBezTo>
                    <a:pt x="10342" y="10315"/>
                    <a:pt x="10398" y="10175"/>
                    <a:pt x="10342" y="10008"/>
                  </a:cubicBezTo>
                  <a:lnTo>
                    <a:pt x="10119" y="9032"/>
                  </a:lnTo>
                  <a:cubicBezTo>
                    <a:pt x="9924" y="8391"/>
                    <a:pt x="9367" y="7973"/>
                    <a:pt x="8698" y="7973"/>
                  </a:cubicBezTo>
                  <a:lnTo>
                    <a:pt x="8001" y="7973"/>
                  </a:lnTo>
                  <a:lnTo>
                    <a:pt x="8001" y="7667"/>
                  </a:lnTo>
                  <a:lnTo>
                    <a:pt x="8001" y="6775"/>
                  </a:lnTo>
                  <a:lnTo>
                    <a:pt x="10175" y="6775"/>
                  </a:lnTo>
                  <a:cubicBezTo>
                    <a:pt x="10342" y="6775"/>
                    <a:pt x="10482" y="6635"/>
                    <a:pt x="10482" y="6440"/>
                  </a:cubicBezTo>
                  <a:cubicBezTo>
                    <a:pt x="10482" y="6273"/>
                    <a:pt x="10342" y="6133"/>
                    <a:pt x="10175" y="6133"/>
                  </a:cubicBezTo>
                  <a:lnTo>
                    <a:pt x="8001" y="6133"/>
                  </a:lnTo>
                  <a:lnTo>
                    <a:pt x="8001" y="4907"/>
                  </a:lnTo>
                  <a:lnTo>
                    <a:pt x="8698" y="4907"/>
                  </a:lnTo>
                  <a:cubicBezTo>
                    <a:pt x="9367" y="4907"/>
                    <a:pt x="9924" y="4489"/>
                    <a:pt x="10119" y="3875"/>
                  </a:cubicBezTo>
                  <a:lnTo>
                    <a:pt x="10454" y="2900"/>
                  </a:lnTo>
                  <a:cubicBezTo>
                    <a:pt x="10509" y="2705"/>
                    <a:pt x="10398" y="2565"/>
                    <a:pt x="10259" y="2510"/>
                  </a:cubicBezTo>
                  <a:cubicBezTo>
                    <a:pt x="10223" y="2498"/>
                    <a:pt x="10188" y="2492"/>
                    <a:pt x="10156" y="2492"/>
                  </a:cubicBezTo>
                  <a:cubicBezTo>
                    <a:pt x="10036" y="2492"/>
                    <a:pt x="9940" y="2567"/>
                    <a:pt x="9896" y="2677"/>
                  </a:cubicBezTo>
                  <a:lnTo>
                    <a:pt x="9562" y="3652"/>
                  </a:lnTo>
                  <a:cubicBezTo>
                    <a:pt x="9422" y="4043"/>
                    <a:pt x="9116" y="4294"/>
                    <a:pt x="8698" y="4294"/>
                  </a:cubicBezTo>
                  <a:lnTo>
                    <a:pt x="8001" y="4294"/>
                  </a:lnTo>
                  <a:lnTo>
                    <a:pt x="8001" y="3987"/>
                  </a:lnTo>
                  <a:cubicBezTo>
                    <a:pt x="8001" y="3597"/>
                    <a:pt x="7750" y="3234"/>
                    <a:pt x="7387" y="3095"/>
                  </a:cubicBezTo>
                  <a:cubicBezTo>
                    <a:pt x="7304" y="2482"/>
                    <a:pt x="6969" y="1952"/>
                    <a:pt x="6468" y="1618"/>
                  </a:cubicBezTo>
                  <a:cubicBezTo>
                    <a:pt x="6691" y="1422"/>
                    <a:pt x="6774" y="1199"/>
                    <a:pt x="6774" y="921"/>
                  </a:cubicBezTo>
                  <a:lnTo>
                    <a:pt x="6774" y="307"/>
                  </a:lnTo>
                  <a:cubicBezTo>
                    <a:pt x="6774" y="140"/>
                    <a:pt x="6635" y="1"/>
                    <a:pt x="6468" y="1"/>
                  </a:cubicBezTo>
                  <a:cubicBezTo>
                    <a:pt x="6300" y="1"/>
                    <a:pt x="6161" y="140"/>
                    <a:pt x="6161" y="307"/>
                  </a:cubicBezTo>
                  <a:lnTo>
                    <a:pt x="6161" y="921"/>
                  </a:lnTo>
                  <a:cubicBezTo>
                    <a:pt x="6161" y="1088"/>
                    <a:pt x="6022" y="1255"/>
                    <a:pt x="5854" y="1255"/>
                  </a:cubicBezTo>
                  <a:lnTo>
                    <a:pt x="4628" y="1255"/>
                  </a:lnTo>
                  <a:cubicBezTo>
                    <a:pt x="4488" y="1255"/>
                    <a:pt x="4321" y="1088"/>
                    <a:pt x="4321" y="921"/>
                  </a:cubicBezTo>
                  <a:lnTo>
                    <a:pt x="4321" y="307"/>
                  </a:lnTo>
                  <a:cubicBezTo>
                    <a:pt x="4321" y="140"/>
                    <a:pt x="4182" y="1"/>
                    <a:pt x="39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341" name="Google Shape;11341;p67"/>
          <p:cNvGrpSpPr/>
          <p:nvPr/>
        </p:nvGrpSpPr>
        <p:grpSpPr>
          <a:xfrm>
            <a:off x="6542730" y="3755436"/>
            <a:ext cx="358093" cy="407391"/>
            <a:chOff x="7660859" y="2571753"/>
            <a:chExt cx="366561" cy="417024"/>
          </a:xfrm>
        </p:grpSpPr>
        <p:sp>
          <p:nvSpPr>
            <p:cNvPr id="11342" name="Google Shape;11342;p67"/>
            <p:cNvSpPr/>
            <p:nvPr/>
          </p:nvSpPr>
          <p:spPr>
            <a:xfrm>
              <a:off x="7770506" y="2633631"/>
              <a:ext cx="147259" cy="146633"/>
            </a:xfrm>
            <a:custGeom>
              <a:rect l="l" t="t" r="r" b="b"/>
              <a:pathLst>
                <a:path w="7056" h="7026" extrusionOk="0">
                  <a:moveTo>
                    <a:pt x="4114" y="2928"/>
                  </a:moveTo>
                  <a:lnTo>
                    <a:pt x="4114" y="4099"/>
                  </a:lnTo>
                  <a:lnTo>
                    <a:pt x="2943" y="4099"/>
                  </a:lnTo>
                  <a:lnTo>
                    <a:pt x="2943" y="2928"/>
                  </a:lnTo>
                  <a:close/>
                  <a:moveTo>
                    <a:pt x="2354" y="1"/>
                  </a:moveTo>
                  <a:cubicBezTo>
                    <a:pt x="2032" y="1"/>
                    <a:pt x="1771" y="263"/>
                    <a:pt x="1771" y="586"/>
                  </a:cubicBezTo>
                  <a:lnTo>
                    <a:pt x="1771" y="1757"/>
                  </a:lnTo>
                  <a:lnTo>
                    <a:pt x="618" y="1757"/>
                  </a:lnTo>
                  <a:cubicBezTo>
                    <a:pt x="301" y="1757"/>
                    <a:pt x="31" y="1999"/>
                    <a:pt x="17" y="2314"/>
                  </a:cubicBezTo>
                  <a:cubicBezTo>
                    <a:pt x="1" y="2650"/>
                    <a:pt x="268" y="2928"/>
                    <a:pt x="600" y="2928"/>
                  </a:cubicBezTo>
                  <a:lnTo>
                    <a:pt x="1771" y="2928"/>
                  </a:lnTo>
                  <a:lnTo>
                    <a:pt x="1771" y="4099"/>
                  </a:lnTo>
                  <a:lnTo>
                    <a:pt x="618" y="4099"/>
                  </a:lnTo>
                  <a:cubicBezTo>
                    <a:pt x="301" y="4099"/>
                    <a:pt x="31" y="4341"/>
                    <a:pt x="17" y="4656"/>
                  </a:cubicBezTo>
                  <a:cubicBezTo>
                    <a:pt x="1" y="4992"/>
                    <a:pt x="268" y="5270"/>
                    <a:pt x="600" y="5270"/>
                  </a:cubicBezTo>
                  <a:lnTo>
                    <a:pt x="1771" y="5270"/>
                  </a:lnTo>
                  <a:lnTo>
                    <a:pt x="1771" y="6423"/>
                  </a:lnTo>
                  <a:cubicBezTo>
                    <a:pt x="1771" y="6738"/>
                    <a:pt x="2014" y="7011"/>
                    <a:pt x="2329" y="7025"/>
                  </a:cubicBezTo>
                  <a:cubicBezTo>
                    <a:pt x="2338" y="7025"/>
                    <a:pt x="2348" y="7025"/>
                    <a:pt x="2357" y="7025"/>
                  </a:cubicBezTo>
                  <a:cubicBezTo>
                    <a:pt x="2680" y="7025"/>
                    <a:pt x="2943" y="6764"/>
                    <a:pt x="2943" y="6441"/>
                  </a:cubicBezTo>
                  <a:lnTo>
                    <a:pt x="2943" y="5270"/>
                  </a:lnTo>
                  <a:lnTo>
                    <a:pt x="4114" y="5270"/>
                  </a:lnTo>
                  <a:lnTo>
                    <a:pt x="4114" y="6423"/>
                  </a:lnTo>
                  <a:cubicBezTo>
                    <a:pt x="4114" y="6738"/>
                    <a:pt x="4356" y="7011"/>
                    <a:pt x="4671" y="7025"/>
                  </a:cubicBezTo>
                  <a:cubicBezTo>
                    <a:pt x="4680" y="7025"/>
                    <a:pt x="4690" y="7025"/>
                    <a:pt x="4699" y="7025"/>
                  </a:cubicBezTo>
                  <a:cubicBezTo>
                    <a:pt x="5023" y="7025"/>
                    <a:pt x="5285" y="6764"/>
                    <a:pt x="5285" y="6441"/>
                  </a:cubicBezTo>
                  <a:lnTo>
                    <a:pt x="5285" y="5270"/>
                  </a:lnTo>
                  <a:lnTo>
                    <a:pt x="6456" y="5270"/>
                  </a:lnTo>
                  <a:cubicBezTo>
                    <a:pt x="6788" y="5270"/>
                    <a:pt x="7056" y="4992"/>
                    <a:pt x="7040" y="4656"/>
                  </a:cubicBezTo>
                  <a:cubicBezTo>
                    <a:pt x="7025" y="4341"/>
                    <a:pt x="6753" y="4099"/>
                    <a:pt x="6438" y="4099"/>
                  </a:cubicBezTo>
                  <a:lnTo>
                    <a:pt x="5285" y="4099"/>
                  </a:lnTo>
                  <a:lnTo>
                    <a:pt x="5285" y="2928"/>
                  </a:lnTo>
                  <a:lnTo>
                    <a:pt x="6438" y="2928"/>
                  </a:lnTo>
                  <a:cubicBezTo>
                    <a:pt x="6753" y="2928"/>
                    <a:pt x="7025" y="2685"/>
                    <a:pt x="7040" y="2370"/>
                  </a:cubicBezTo>
                  <a:cubicBezTo>
                    <a:pt x="7056" y="2034"/>
                    <a:pt x="6788" y="1757"/>
                    <a:pt x="6456" y="1757"/>
                  </a:cubicBezTo>
                  <a:lnTo>
                    <a:pt x="5285" y="1757"/>
                  </a:lnTo>
                  <a:lnTo>
                    <a:pt x="5285" y="603"/>
                  </a:lnTo>
                  <a:cubicBezTo>
                    <a:pt x="5285" y="287"/>
                    <a:pt x="5042" y="16"/>
                    <a:pt x="4727" y="2"/>
                  </a:cubicBezTo>
                  <a:cubicBezTo>
                    <a:pt x="4717" y="1"/>
                    <a:pt x="4707" y="1"/>
                    <a:pt x="4696" y="1"/>
                  </a:cubicBezTo>
                  <a:cubicBezTo>
                    <a:pt x="4374" y="1"/>
                    <a:pt x="4114" y="263"/>
                    <a:pt x="4114" y="586"/>
                  </a:cubicBezTo>
                  <a:lnTo>
                    <a:pt x="4114" y="1757"/>
                  </a:lnTo>
                  <a:lnTo>
                    <a:pt x="2943" y="1757"/>
                  </a:lnTo>
                  <a:lnTo>
                    <a:pt x="2943" y="603"/>
                  </a:lnTo>
                  <a:cubicBezTo>
                    <a:pt x="2943" y="287"/>
                    <a:pt x="2700" y="16"/>
                    <a:pt x="2385" y="2"/>
                  </a:cubicBezTo>
                  <a:cubicBezTo>
                    <a:pt x="2375" y="1"/>
                    <a:pt x="2364" y="1"/>
                    <a:pt x="235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43" name="Google Shape;11343;p67"/>
            <p:cNvSpPr/>
            <p:nvPr/>
          </p:nvSpPr>
          <p:spPr>
            <a:xfrm>
              <a:off x="7730834" y="2792447"/>
              <a:ext cx="226648" cy="76781"/>
            </a:xfrm>
            <a:custGeom>
              <a:rect l="l" t="t" r="r" b="b"/>
              <a:pathLst>
                <a:path w="10860" h="3679" extrusionOk="0">
                  <a:moveTo>
                    <a:pt x="747" y="0"/>
                  </a:moveTo>
                  <a:cubicBezTo>
                    <a:pt x="280" y="0"/>
                    <a:pt x="0" y="520"/>
                    <a:pt x="258" y="910"/>
                  </a:cubicBezTo>
                  <a:cubicBezTo>
                    <a:pt x="1470" y="2730"/>
                    <a:pt x="3430" y="3678"/>
                    <a:pt x="5429" y="3678"/>
                  </a:cubicBezTo>
                  <a:cubicBezTo>
                    <a:pt x="7423" y="3678"/>
                    <a:pt x="9385" y="2733"/>
                    <a:pt x="10600" y="911"/>
                  </a:cubicBezTo>
                  <a:cubicBezTo>
                    <a:pt x="10860" y="523"/>
                    <a:pt x="10578" y="2"/>
                    <a:pt x="10116" y="2"/>
                  </a:cubicBezTo>
                  <a:cubicBezTo>
                    <a:pt x="10115" y="2"/>
                    <a:pt x="10114" y="2"/>
                    <a:pt x="10113" y="2"/>
                  </a:cubicBezTo>
                  <a:cubicBezTo>
                    <a:pt x="9924" y="2"/>
                    <a:pt x="9738" y="92"/>
                    <a:pt x="9625" y="262"/>
                  </a:cubicBezTo>
                  <a:cubicBezTo>
                    <a:pt x="8688" y="1668"/>
                    <a:pt x="7119" y="2507"/>
                    <a:pt x="5429" y="2507"/>
                  </a:cubicBezTo>
                  <a:cubicBezTo>
                    <a:pt x="3740" y="2507"/>
                    <a:pt x="2172" y="1668"/>
                    <a:pt x="1235" y="264"/>
                  </a:cubicBezTo>
                  <a:cubicBezTo>
                    <a:pt x="1125" y="101"/>
                    <a:pt x="943" y="0"/>
                    <a:pt x="7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44" name="Google Shape;11344;p67"/>
            <p:cNvSpPr/>
            <p:nvPr/>
          </p:nvSpPr>
          <p:spPr>
            <a:xfrm>
              <a:off x="7660859" y="2571753"/>
              <a:ext cx="366561" cy="417024"/>
            </a:xfrm>
            <a:custGeom>
              <a:rect l="l" t="t" r="r" b="b"/>
              <a:pathLst>
                <a:path w="17564" h="19982" extrusionOk="0">
                  <a:moveTo>
                    <a:pt x="14636" y="1169"/>
                  </a:moveTo>
                  <a:cubicBezTo>
                    <a:pt x="15587" y="1169"/>
                    <a:pt x="16392" y="1992"/>
                    <a:pt x="16392" y="2965"/>
                  </a:cubicBezTo>
                  <a:lnTo>
                    <a:pt x="16392" y="14674"/>
                  </a:lnTo>
                  <a:cubicBezTo>
                    <a:pt x="16392" y="15643"/>
                    <a:pt x="15607" y="16431"/>
                    <a:pt x="14636" y="16431"/>
                  </a:cubicBezTo>
                  <a:lnTo>
                    <a:pt x="11124" y="16431"/>
                  </a:lnTo>
                  <a:cubicBezTo>
                    <a:pt x="10967" y="16431"/>
                    <a:pt x="10816" y="16493"/>
                    <a:pt x="10707" y="16604"/>
                  </a:cubicBezTo>
                  <a:lnTo>
                    <a:pt x="8782" y="18561"/>
                  </a:lnTo>
                  <a:lnTo>
                    <a:pt x="6857" y="16604"/>
                  </a:lnTo>
                  <a:cubicBezTo>
                    <a:pt x="6748" y="16493"/>
                    <a:pt x="6597" y="16431"/>
                    <a:pt x="6440" y="16431"/>
                  </a:cubicBezTo>
                  <a:lnTo>
                    <a:pt x="2928" y="16431"/>
                  </a:lnTo>
                  <a:cubicBezTo>
                    <a:pt x="1959" y="16431"/>
                    <a:pt x="1172" y="15643"/>
                    <a:pt x="1172" y="14674"/>
                  </a:cubicBezTo>
                  <a:lnTo>
                    <a:pt x="1172" y="2965"/>
                  </a:lnTo>
                  <a:cubicBezTo>
                    <a:pt x="1172" y="1992"/>
                    <a:pt x="1977" y="1169"/>
                    <a:pt x="2928" y="1169"/>
                  </a:cubicBezTo>
                  <a:close/>
                  <a:moveTo>
                    <a:pt x="2928" y="0"/>
                  </a:moveTo>
                  <a:cubicBezTo>
                    <a:pt x="1310" y="0"/>
                    <a:pt x="1" y="1346"/>
                    <a:pt x="1" y="2965"/>
                  </a:cubicBezTo>
                  <a:lnTo>
                    <a:pt x="1" y="14674"/>
                  </a:lnTo>
                  <a:cubicBezTo>
                    <a:pt x="1" y="16291"/>
                    <a:pt x="1312" y="17600"/>
                    <a:pt x="2928" y="17600"/>
                  </a:cubicBezTo>
                  <a:lnTo>
                    <a:pt x="6196" y="17600"/>
                  </a:lnTo>
                  <a:lnTo>
                    <a:pt x="8365" y="19806"/>
                  </a:lnTo>
                  <a:cubicBezTo>
                    <a:pt x="8474" y="19919"/>
                    <a:pt x="8625" y="19981"/>
                    <a:pt x="8782" y="19981"/>
                  </a:cubicBezTo>
                  <a:cubicBezTo>
                    <a:pt x="8940" y="19981"/>
                    <a:pt x="9090" y="19919"/>
                    <a:pt x="9200" y="19806"/>
                  </a:cubicBezTo>
                  <a:lnTo>
                    <a:pt x="11370" y="17600"/>
                  </a:lnTo>
                  <a:lnTo>
                    <a:pt x="14636" y="17600"/>
                  </a:lnTo>
                  <a:cubicBezTo>
                    <a:pt x="16251" y="17600"/>
                    <a:pt x="17563" y="16287"/>
                    <a:pt x="17563" y="14674"/>
                  </a:cubicBezTo>
                  <a:lnTo>
                    <a:pt x="17563" y="2965"/>
                  </a:lnTo>
                  <a:cubicBezTo>
                    <a:pt x="17563" y="1348"/>
                    <a:pt x="16254" y="0"/>
                    <a:pt x="1463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345" name="Google Shape;11345;p67"/>
          <p:cNvGrpSpPr/>
          <p:nvPr/>
        </p:nvGrpSpPr>
        <p:grpSpPr>
          <a:xfrm>
            <a:off x="4077412" y="3755436"/>
            <a:ext cx="407391" cy="407391"/>
            <a:chOff x="5566722" y="2571753"/>
            <a:chExt cx="417024" cy="417024"/>
          </a:xfrm>
        </p:grpSpPr>
        <p:sp>
          <p:nvSpPr>
            <p:cNvPr id="11346" name="Google Shape;11346;p67"/>
            <p:cNvSpPr/>
            <p:nvPr/>
          </p:nvSpPr>
          <p:spPr>
            <a:xfrm>
              <a:off x="5566722" y="2571753"/>
              <a:ext cx="417024" cy="417024"/>
            </a:xfrm>
            <a:custGeom>
              <a:rect l="l" t="t" r="r" b="b"/>
              <a:pathLst>
                <a:path w="19982" h="19982" extrusionOk="0">
                  <a:moveTo>
                    <a:pt x="9990" y="1171"/>
                  </a:moveTo>
                  <a:cubicBezTo>
                    <a:pt x="14855" y="1171"/>
                    <a:pt x="18810" y="5127"/>
                    <a:pt x="18810" y="9991"/>
                  </a:cubicBezTo>
                  <a:cubicBezTo>
                    <a:pt x="18810" y="14854"/>
                    <a:pt x="14855" y="18810"/>
                    <a:pt x="9990" y="18810"/>
                  </a:cubicBezTo>
                  <a:cubicBezTo>
                    <a:pt x="5127" y="18810"/>
                    <a:pt x="1170" y="14854"/>
                    <a:pt x="1170" y="9991"/>
                  </a:cubicBezTo>
                  <a:cubicBezTo>
                    <a:pt x="1170" y="5127"/>
                    <a:pt x="5127" y="1171"/>
                    <a:pt x="9990" y="1171"/>
                  </a:cubicBezTo>
                  <a:close/>
                  <a:moveTo>
                    <a:pt x="9990" y="0"/>
                  </a:moveTo>
                  <a:cubicBezTo>
                    <a:pt x="4488" y="0"/>
                    <a:pt x="0" y="4490"/>
                    <a:pt x="0" y="9990"/>
                  </a:cubicBezTo>
                  <a:cubicBezTo>
                    <a:pt x="0" y="15493"/>
                    <a:pt x="4490" y="19981"/>
                    <a:pt x="9990" y="19981"/>
                  </a:cubicBezTo>
                  <a:cubicBezTo>
                    <a:pt x="15492" y="19981"/>
                    <a:pt x="19981" y="15491"/>
                    <a:pt x="19981" y="9990"/>
                  </a:cubicBezTo>
                  <a:cubicBezTo>
                    <a:pt x="19981" y="4488"/>
                    <a:pt x="15492" y="0"/>
                    <a:pt x="999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47" name="Google Shape;11347;p67"/>
            <p:cNvSpPr/>
            <p:nvPr/>
          </p:nvSpPr>
          <p:spPr>
            <a:xfrm>
              <a:off x="5653037" y="2658069"/>
              <a:ext cx="207719" cy="243052"/>
            </a:xfrm>
            <a:custGeom>
              <a:rect l="l" t="t" r="r" b="b"/>
              <a:pathLst>
                <a:path w="9953" h="11646" extrusionOk="0">
                  <a:moveTo>
                    <a:pt x="8782" y="1300"/>
                  </a:moveTo>
                  <a:lnTo>
                    <a:pt x="8782" y="2448"/>
                  </a:lnTo>
                  <a:lnTo>
                    <a:pt x="4099" y="3384"/>
                  </a:lnTo>
                  <a:lnTo>
                    <a:pt x="4099" y="2236"/>
                  </a:lnTo>
                  <a:lnTo>
                    <a:pt x="8782" y="1300"/>
                  </a:lnTo>
                  <a:close/>
                  <a:moveTo>
                    <a:pt x="8782" y="7304"/>
                  </a:moveTo>
                  <a:lnTo>
                    <a:pt x="8782" y="8447"/>
                  </a:lnTo>
                  <a:cubicBezTo>
                    <a:pt x="8782" y="8766"/>
                    <a:pt x="8591" y="9047"/>
                    <a:pt x="8295" y="9165"/>
                  </a:cubicBezTo>
                  <a:cubicBezTo>
                    <a:pt x="8163" y="9218"/>
                    <a:pt x="7987" y="9306"/>
                    <a:pt x="7782" y="9306"/>
                  </a:cubicBezTo>
                  <a:cubicBezTo>
                    <a:pt x="7653" y="9306"/>
                    <a:pt x="7513" y="9271"/>
                    <a:pt x="7365" y="9171"/>
                  </a:cubicBezTo>
                  <a:cubicBezTo>
                    <a:pt x="6850" y="8824"/>
                    <a:pt x="6937" y="8042"/>
                    <a:pt x="7512" y="7812"/>
                  </a:cubicBezTo>
                  <a:lnTo>
                    <a:pt x="8782" y="7304"/>
                  </a:lnTo>
                  <a:close/>
                  <a:moveTo>
                    <a:pt x="2928" y="8475"/>
                  </a:moveTo>
                  <a:lnTo>
                    <a:pt x="2928" y="9618"/>
                  </a:lnTo>
                  <a:cubicBezTo>
                    <a:pt x="2928" y="9937"/>
                    <a:pt x="2737" y="10218"/>
                    <a:pt x="2442" y="10336"/>
                  </a:cubicBezTo>
                  <a:cubicBezTo>
                    <a:pt x="2308" y="10389"/>
                    <a:pt x="2132" y="10476"/>
                    <a:pt x="1928" y="10476"/>
                  </a:cubicBezTo>
                  <a:cubicBezTo>
                    <a:pt x="1799" y="10476"/>
                    <a:pt x="1659" y="10442"/>
                    <a:pt x="1511" y="10342"/>
                  </a:cubicBezTo>
                  <a:cubicBezTo>
                    <a:pt x="996" y="9993"/>
                    <a:pt x="1083" y="9213"/>
                    <a:pt x="1658" y="8983"/>
                  </a:cubicBezTo>
                  <a:lnTo>
                    <a:pt x="2928" y="8475"/>
                  </a:lnTo>
                  <a:close/>
                  <a:moveTo>
                    <a:pt x="9369" y="1"/>
                  </a:moveTo>
                  <a:cubicBezTo>
                    <a:pt x="9330" y="1"/>
                    <a:pt x="9291" y="4"/>
                    <a:pt x="9252" y="12"/>
                  </a:cubicBezTo>
                  <a:lnTo>
                    <a:pt x="3399" y="1182"/>
                  </a:lnTo>
                  <a:cubicBezTo>
                    <a:pt x="3124" y="1237"/>
                    <a:pt x="2928" y="1477"/>
                    <a:pt x="2928" y="1757"/>
                  </a:cubicBezTo>
                  <a:lnTo>
                    <a:pt x="2928" y="7214"/>
                  </a:lnTo>
                  <a:lnTo>
                    <a:pt x="1223" y="7897"/>
                  </a:lnTo>
                  <a:cubicBezTo>
                    <a:pt x="480" y="8192"/>
                    <a:pt x="0" y="8902"/>
                    <a:pt x="0" y="9701"/>
                  </a:cubicBezTo>
                  <a:cubicBezTo>
                    <a:pt x="0" y="10782"/>
                    <a:pt x="880" y="11645"/>
                    <a:pt x="1944" y="11645"/>
                  </a:cubicBezTo>
                  <a:cubicBezTo>
                    <a:pt x="2362" y="11645"/>
                    <a:pt x="2624" y="11523"/>
                    <a:pt x="2877" y="11423"/>
                  </a:cubicBezTo>
                  <a:cubicBezTo>
                    <a:pt x="3618" y="11125"/>
                    <a:pt x="4099" y="10418"/>
                    <a:pt x="4099" y="9618"/>
                  </a:cubicBezTo>
                  <a:lnTo>
                    <a:pt x="4099" y="4578"/>
                  </a:lnTo>
                  <a:lnTo>
                    <a:pt x="8782" y="3641"/>
                  </a:lnTo>
                  <a:lnTo>
                    <a:pt x="8782" y="6043"/>
                  </a:lnTo>
                  <a:lnTo>
                    <a:pt x="7076" y="6726"/>
                  </a:lnTo>
                  <a:cubicBezTo>
                    <a:pt x="6335" y="7023"/>
                    <a:pt x="5854" y="7731"/>
                    <a:pt x="5854" y="8530"/>
                  </a:cubicBezTo>
                  <a:cubicBezTo>
                    <a:pt x="5854" y="9611"/>
                    <a:pt x="6733" y="10476"/>
                    <a:pt x="7798" y="10476"/>
                  </a:cubicBezTo>
                  <a:cubicBezTo>
                    <a:pt x="8216" y="10476"/>
                    <a:pt x="8477" y="10354"/>
                    <a:pt x="8730" y="10251"/>
                  </a:cubicBezTo>
                  <a:cubicBezTo>
                    <a:pt x="9473" y="9956"/>
                    <a:pt x="9953" y="9247"/>
                    <a:pt x="9953" y="8447"/>
                  </a:cubicBezTo>
                  <a:lnTo>
                    <a:pt x="9953" y="586"/>
                  </a:lnTo>
                  <a:cubicBezTo>
                    <a:pt x="9953" y="410"/>
                    <a:pt x="9873" y="244"/>
                    <a:pt x="9739" y="133"/>
                  </a:cubicBezTo>
                  <a:cubicBezTo>
                    <a:pt x="9633" y="47"/>
                    <a:pt x="9503" y="1"/>
                    <a:pt x="936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348" name="Google Shape;11348;p67"/>
          <p:cNvGrpSpPr/>
          <p:nvPr/>
        </p:nvGrpSpPr>
        <p:grpSpPr>
          <a:xfrm>
            <a:off x="4693744" y="3857692"/>
            <a:ext cx="407381" cy="202880"/>
            <a:chOff x="6090251" y="2676413"/>
            <a:chExt cx="417014" cy="207677"/>
          </a:xfrm>
        </p:grpSpPr>
        <p:sp>
          <p:nvSpPr>
            <p:cNvPr id="11349" name="Google Shape;11349;p67"/>
            <p:cNvSpPr/>
            <p:nvPr/>
          </p:nvSpPr>
          <p:spPr>
            <a:xfrm>
              <a:off x="6237672" y="2725248"/>
              <a:ext cx="61086" cy="158842"/>
            </a:xfrm>
            <a:custGeom>
              <a:rect l="l" t="t" r="r" b="b"/>
              <a:pathLst>
                <a:path w="2927" h="7611" extrusionOk="0">
                  <a:moveTo>
                    <a:pt x="1463" y="1172"/>
                  </a:moveTo>
                  <a:cubicBezTo>
                    <a:pt x="1624" y="1172"/>
                    <a:pt x="1757" y="1303"/>
                    <a:pt x="1757" y="1465"/>
                  </a:cubicBezTo>
                  <a:lnTo>
                    <a:pt x="1757" y="6148"/>
                  </a:lnTo>
                  <a:cubicBezTo>
                    <a:pt x="1757" y="6309"/>
                    <a:pt x="1624" y="6440"/>
                    <a:pt x="1463" y="6440"/>
                  </a:cubicBezTo>
                  <a:cubicBezTo>
                    <a:pt x="1302" y="6440"/>
                    <a:pt x="1171" y="6309"/>
                    <a:pt x="1171" y="6148"/>
                  </a:cubicBezTo>
                  <a:lnTo>
                    <a:pt x="1171" y="1465"/>
                  </a:lnTo>
                  <a:cubicBezTo>
                    <a:pt x="1171" y="1303"/>
                    <a:pt x="1302" y="1172"/>
                    <a:pt x="1463" y="1172"/>
                  </a:cubicBezTo>
                  <a:close/>
                  <a:moveTo>
                    <a:pt x="1463" y="1"/>
                  </a:moveTo>
                  <a:cubicBezTo>
                    <a:pt x="657" y="1"/>
                    <a:pt x="0" y="657"/>
                    <a:pt x="0" y="1465"/>
                  </a:cubicBezTo>
                  <a:lnTo>
                    <a:pt x="0" y="6148"/>
                  </a:lnTo>
                  <a:cubicBezTo>
                    <a:pt x="0" y="6955"/>
                    <a:pt x="657" y="7611"/>
                    <a:pt x="1463" y="7611"/>
                  </a:cubicBezTo>
                  <a:cubicBezTo>
                    <a:pt x="2270" y="7611"/>
                    <a:pt x="2926" y="6955"/>
                    <a:pt x="2926" y="6148"/>
                  </a:cubicBezTo>
                  <a:lnTo>
                    <a:pt x="2926" y="1465"/>
                  </a:lnTo>
                  <a:cubicBezTo>
                    <a:pt x="2926" y="657"/>
                    <a:pt x="2270" y="1"/>
                    <a:pt x="146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50" name="Google Shape;11350;p67"/>
            <p:cNvSpPr/>
            <p:nvPr/>
          </p:nvSpPr>
          <p:spPr>
            <a:xfrm>
              <a:off x="6446178" y="2761915"/>
              <a:ext cx="61086" cy="61086"/>
            </a:xfrm>
            <a:custGeom>
              <a:rect l="l" t="t" r="r" b="b"/>
              <a:pathLst>
                <a:path w="2927" h="2927" extrusionOk="0">
                  <a:moveTo>
                    <a:pt x="1464" y="1171"/>
                  </a:moveTo>
                  <a:cubicBezTo>
                    <a:pt x="1625" y="1171"/>
                    <a:pt x="1756" y="1302"/>
                    <a:pt x="1756" y="1463"/>
                  </a:cubicBezTo>
                  <a:cubicBezTo>
                    <a:pt x="1756" y="1626"/>
                    <a:pt x="1625" y="1757"/>
                    <a:pt x="1464" y="1757"/>
                  </a:cubicBezTo>
                  <a:cubicBezTo>
                    <a:pt x="1303" y="1757"/>
                    <a:pt x="1170" y="1626"/>
                    <a:pt x="1170" y="1463"/>
                  </a:cubicBezTo>
                  <a:cubicBezTo>
                    <a:pt x="1170" y="1302"/>
                    <a:pt x="1303" y="1171"/>
                    <a:pt x="1464" y="1171"/>
                  </a:cubicBezTo>
                  <a:close/>
                  <a:moveTo>
                    <a:pt x="1464" y="0"/>
                  </a:moveTo>
                  <a:cubicBezTo>
                    <a:pt x="657" y="0"/>
                    <a:pt x="1" y="657"/>
                    <a:pt x="1" y="1463"/>
                  </a:cubicBezTo>
                  <a:cubicBezTo>
                    <a:pt x="1" y="2270"/>
                    <a:pt x="657" y="2926"/>
                    <a:pt x="1464" y="2926"/>
                  </a:cubicBezTo>
                  <a:cubicBezTo>
                    <a:pt x="2270" y="2926"/>
                    <a:pt x="2927" y="2270"/>
                    <a:pt x="2927" y="1463"/>
                  </a:cubicBezTo>
                  <a:cubicBezTo>
                    <a:pt x="2927" y="657"/>
                    <a:pt x="2270" y="0"/>
                    <a:pt x="146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51" name="Google Shape;11351;p67"/>
            <p:cNvSpPr/>
            <p:nvPr/>
          </p:nvSpPr>
          <p:spPr>
            <a:xfrm>
              <a:off x="6311758" y="2676413"/>
              <a:ext cx="135446" cy="207677"/>
            </a:xfrm>
            <a:custGeom>
              <a:rect l="l" t="t" r="r" b="b"/>
              <a:pathLst>
                <a:path w="6488" h="9951" extrusionOk="0">
                  <a:moveTo>
                    <a:pt x="1466" y="1171"/>
                  </a:moveTo>
                  <a:cubicBezTo>
                    <a:pt x="1627" y="1171"/>
                    <a:pt x="1757" y="1302"/>
                    <a:pt x="1757" y="1463"/>
                  </a:cubicBezTo>
                  <a:lnTo>
                    <a:pt x="1757" y="6026"/>
                  </a:lnTo>
                  <a:lnTo>
                    <a:pt x="4186" y="3598"/>
                  </a:lnTo>
                  <a:cubicBezTo>
                    <a:pt x="4243" y="3541"/>
                    <a:pt x="4318" y="3512"/>
                    <a:pt x="4392" y="3512"/>
                  </a:cubicBezTo>
                  <a:cubicBezTo>
                    <a:pt x="4467" y="3512"/>
                    <a:pt x="4542" y="3541"/>
                    <a:pt x="4598" y="3598"/>
                  </a:cubicBezTo>
                  <a:cubicBezTo>
                    <a:pt x="4713" y="3712"/>
                    <a:pt x="4713" y="3897"/>
                    <a:pt x="4598" y="4012"/>
                  </a:cubicBezTo>
                  <a:lnTo>
                    <a:pt x="3247" y="5364"/>
                  </a:lnTo>
                  <a:lnTo>
                    <a:pt x="5221" y="8325"/>
                  </a:lnTo>
                  <a:cubicBezTo>
                    <a:pt x="5280" y="8414"/>
                    <a:pt x="5274" y="8500"/>
                    <a:pt x="5265" y="8546"/>
                  </a:cubicBezTo>
                  <a:cubicBezTo>
                    <a:pt x="5257" y="8591"/>
                    <a:pt x="5228" y="8674"/>
                    <a:pt x="5140" y="8732"/>
                  </a:cubicBezTo>
                  <a:cubicBezTo>
                    <a:pt x="5090" y="8764"/>
                    <a:pt x="5037" y="8780"/>
                    <a:pt x="4979" y="8780"/>
                  </a:cubicBezTo>
                  <a:cubicBezTo>
                    <a:pt x="4880" y="8780"/>
                    <a:pt x="4788" y="8732"/>
                    <a:pt x="4735" y="8651"/>
                  </a:cubicBezTo>
                  <a:lnTo>
                    <a:pt x="2824" y="5787"/>
                  </a:lnTo>
                  <a:lnTo>
                    <a:pt x="1757" y="6853"/>
                  </a:lnTo>
                  <a:lnTo>
                    <a:pt x="1757" y="8488"/>
                  </a:lnTo>
                  <a:cubicBezTo>
                    <a:pt x="1757" y="8649"/>
                    <a:pt x="1627" y="8782"/>
                    <a:pt x="1466" y="8782"/>
                  </a:cubicBezTo>
                  <a:cubicBezTo>
                    <a:pt x="1305" y="8782"/>
                    <a:pt x="1172" y="8649"/>
                    <a:pt x="1172" y="8488"/>
                  </a:cubicBezTo>
                  <a:lnTo>
                    <a:pt x="1172" y="1463"/>
                  </a:lnTo>
                  <a:cubicBezTo>
                    <a:pt x="1172" y="1302"/>
                    <a:pt x="1305" y="1171"/>
                    <a:pt x="1466" y="1171"/>
                  </a:cubicBezTo>
                  <a:close/>
                  <a:moveTo>
                    <a:pt x="1466" y="0"/>
                  </a:moveTo>
                  <a:cubicBezTo>
                    <a:pt x="659" y="0"/>
                    <a:pt x="1" y="657"/>
                    <a:pt x="1" y="1463"/>
                  </a:cubicBezTo>
                  <a:lnTo>
                    <a:pt x="1" y="8488"/>
                  </a:lnTo>
                  <a:cubicBezTo>
                    <a:pt x="1" y="9295"/>
                    <a:pt x="659" y="9951"/>
                    <a:pt x="1466" y="9951"/>
                  </a:cubicBezTo>
                  <a:cubicBezTo>
                    <a:pt x="2272" y="9951"/>
                    <a:pt x="2929" y="9295"/>
                    <a:pt x="2929" y="8488"/>
                  </a:cubicBezTo>
                  <a:lnTo>
                    <a:pt x="2929" y="8053"/>
                  </a:lnTo>
                  <a:lnTo>
                    <a:pt x="3760" y="9300"/>
                  </a:lnTo>
                  <a:cubicBezTo>
                    <a:pt x="4032" y="9709"/>
                    <a:pt x="4487" y="9951"/>
                    <a:pt x="4979" y="9951"/>
                  </a:cubicBezTo>
                  <a:cubicBezTo>
                    <a:pt x="5269" y="9951"/>
                    <a:pt x="5548" y="9866"/>
                    <a:pt x="5789" y="9705"/>
                  </a:cubicBezTo>
                  <a:cubicBezTo>
                    <a:pt x="6114" y="9489"/>
                    <a:pt x="6336" y="9158"/>
                    <a:pt x="6413" y="8775"/>
                  </a:cubicBezTo>
                  <a:cubicBezTo>
                    <a:pt x="6490" y="8391"/>
                    <a:pt x="6412" y="8001"/>
                    <a:pt x="6196" y="7676"/>
                  </a:cubicBezTo>
                  <a:lnTo>
                    <a:pt x="4754" y="5512"/>
                  </a:lnTo>
                  <a:lnTo>
                    <a:pt x="5426" y="4840"/>
                  </a:lnTo>
                  <a:cubicBezTo>
                    <a:pt x="5998" y="4269"/>
                    <a:pt x="5998" y="3340"/>
                    <a:pt x="5426" y="2771"/>
                  </a:cubicBezTo>
                  <a:cubicBezTo>
                    <a:pt x="5142" y="2485"/>
                    <a:pt x="4767" y="2342"/>
                    <a:pt x="4392" y="2342"/>
                  </a:cubicBezTo>
                  <a:cubicBezTo>
                    <a:pt x="4017" y="2342"/>
                    <a:pt x="3642" y="2485"/>
                    <a:pt x="3357" y="2771"/>
                  </a:cubicBezTo>
                  <a:lnTo>
                    <a:pt x="2929" y="3199"/>
                  </a:lnTo>
                  <a:lnTo>
                    <a:pt x="2929" y="1463"/>
                  </a:lnTo>
                  <a:cubicBezTo>
                    <a:pt x="2929" y="657"/>
                    <a:pt x="2272" y="0"/>
                    <a:pt x="14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52" name="Google Shape;11352;p67"/>
            <p:cNvSpPr/>
            <p:nvPr/>
          </p:nvSpPr>
          <p:spPr>
            <a:xfrm>
              <a:off x="6090251" y="2676413"/>
              <a:ext cx="135405" cy="207677"/>
            </a:xfrm>
            <a:custGeom>
              <a:rect l="l" t="t" r="r" b="b"/>
              <a:pathLst>
                <a:path w="6488" h="9951" extrusionOk="0">
                  <a:moveTo>
                    <a:pt x="1464" y="1171"/>
                  </a:moveTo>
                  <a:cubicBezTo>
                    <a:pt x="1625" y="1171"/>
                    <a:pt x="1757" y="1302"/>
                    <a:pt x="1757" y="1463"/>
                  </a:cubicBezTo>
                  <a:lnTo>
                    <a:pt x="1757" y="6026"/>
                  </a:lnTo>
                  <a:lnTo>
                    <a:pt x="4184" y="3598"/>
                  </a:lnTo>
                  <a:cubicBezTo>
                    <a:pt x="4241" y="3541"/>
                    <a:pt x="4316" y="3512"/>
                    <a:pt x="4391" y="3512"/>
                  </a:cubicBezTo>
                  <a:cubicBezTo>
                    <a:pt x="4466" y="3512"/>
                    <a:pt x="4541" y="3541"/>
                    <a:pt x="4598" y="3598"/>
                  </a:cubicBezTo>
                  <a:cubicBezTo>
                    <a:pt x="4712" y="3712"/>
                    <a:pt x="4712" y="3897"/>
                    <a:pt x="4598" y="4012"/>
                  </a:cubicBezTo>
                  <a:lnTo>
                    <a:pt x="3245" y="5364"/>
                  </a:lnTo>
                  <a:lnTo>
                    <a:pt x="5219" y="8325"/>
                  </a:lnTo>
                  <a:cubicBezTo>
                    <a:pt x="5278" y="8414"/>
                    <a:pt x="5272" y="8500"/>
                    <a:pt x="5264" y="8546"/>
                  </a:cubicBezTo>
                  <a:cubicBezTo>
                    <a:pt x="5255" y="8591"/>
                    <a:pt x="5226" y="8674"/>
                    <a:pt x="5138" y="8732"/>
                  </a:cubicBezTo>
                  <a:cubicBezTo>
                    <a:pt x="5090" y="8764"/>
                    <a:pt x="5035" y="8780"/>
                    <a:pt x="4977" y="8780"/>
                  </a:cubicBezTo>
                  <a:cubicBezTo>
                    <a:pt x="4878" y="8780"/>
                    <a:pt x="4788" y="8732"/>
                    <a:pt x="4733" y="8651"/>
                  </a:cubicBezTo>
                  <a:lnTo>
                    <a:pt x="2824" y="5787"/>
                  </a:lnTo>
                  <a:lnTo>
                    <a:pt x="1757" y="6853"/>
                  </a:lnTo>
                  <a:lnTo>
                    <a:pt x="1757" y="8488"/>
                  </a:lnTo>
                  <a:cubicBezTo>
                    <a:pt x="1757" y="8649"/>
                    <a:pt x="1625" y="8782"/>
                    <a:pt x="1464" y="8782"/>
                  </a:cubicBezTo>
                  <a:cubicBezTo>
                    <a:pt x="1303" y="8782"/>
                    <a:pt x="1172" y="8649"/>
                    <a:pt x="1172" y="8488"/>
                  </a:cubicBezTo>
                  <a:lnTo>
                    <a:pt x="1172" y="1463"/>
                  </a:lnTo>
                  <a:cubicBezTo>
                    <a:pt x="1172" y="1302"/>
                    <a:pt x="1303" y="1171"/>
                    <a:pt x="1464" y="1171"/>
                  </a:cubicBezTo>
                  <a:close/>
                  <a:moveTo>
                    <a:pt x="1464" y="0"/>
                  </a:moveTo>
                  <a:cubicBezTo>
                    <a:pt x="657" y="0"/>
                    <a:pt x="1" y="657"/>
                    <a:pt x="1" y="1463"/>
                  </a:cubicBezTo>
                  <a:lnTo>
                    <a:pt x="1" y="8488"/>
                  </a:lnTo>
                  <a:cubicBezTo>
                    <a:pt x="1" y="9295"/>
                    <a:pt x="657" y="9951"/>
                    <a:pt x="1464" y="9951"/>
                  </a:cubicBezTo>
                  <a:cubicBezTo>
                    <a:pt x="2270" y="9951"/>
                    <a:pt x="2927" y="9295"/>
                    <a:pt x="2927" y="8488"/>
                  </a:cubicBezTo>
                  <a:lnTo>
                    <a:pt x="2927" y="8053"/>
                  </a:lnTo>
                  <a:lnTo>
                    <a:pt x="3758" y="9300"/>
                  </a:lnTo>
                  <a:cubicBezTo>
                    <a:pt x="4031" y="9709"/>
                    <a:pt x="4485" y="9951"/>
                    <a:pt x="4977" y="9951"/>
                  </a:cubicBezTo>
                  <a:cubicBezTo>
                    <a:pt x="5267" y="9951"/>
                    <a:pt x="5548" y="9866"/>
                    <a:pt x="5787" y="9705"/>
                  </a:cubicBezTo>
                  <a:cubicBezTo>
                    <a:pt x="6113" y="9489"/>
                    <a:pt x="6336" y="9158"/>
                    <a:pt x="6412" y="8775"/>
                  </a:cubicBezTo>
                  <a:cubicBezTo>
                    <a:pt x="6488" y="8391"/>
                    <a:pt x="6410" y="8001"/>
                    <a:pt x="6194" y="7676"/>
                  </a:cubicBezTo>
                  <a:lnTo>
                    <a:pt x="4752" y="5512"/>
                  </a:lnTo>
                  <a:lnTo>
                    <a:pt x="5426" y="4840"/>
                  </a:lnTo>
                  <a:cubicBezTo>
                    <a:pt x="5996" y="4269"/>
                    <a:pt x="5996" y="3340"/>
                    <a:pt x="5426" y="2771"/>
                  </a:cubicBezTo>
                  <a:cubicBezTo>
                    <a:pt x="5141" y="2485"/>
                    <a:pt x="4766" y="2342"/>
                    <a:pt x="4391" y="2342"/>
                  </a:cubicBezTo>
                  <a:cubicBezTo>
                    <a:pt x="4016" y="2342"/>
                    <a:pt x="3641" y="2485"/>
                    <a:pt x="3357" y="2771"/>
                  </a:cubicBezTo>
                  <a:lnTo>
                    <a:pt x="2927" y="3199"/>
                  </a:lnTo>
                  <a:lnTo>
                    <a:pt x="2927" y="1463"/>
                  </a:lnTo>
                  <a:cubicBezTo>
                    <a:pt x="2927" y="657"/>
                    <a:pt x="2270" y="0"/>
                    <a:pt x="146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353" name="Google Shape;11353;p67"/>
          <p:cNvGrpSpPr/>
          <p:nvPr/>
        </p:nvGrpSpPr>
        <p:grpSpPr>
          <a:xfrm>
            <a:off x="5926398" y="3755436"/>
            <a:ext cx="407391" cy="407391"/>
            <a:chOff x="7137330" y="2571753"/>
            <a:chExt cx="417024" cy="417024"/>
          </a:xfrm>
        </p:grpSpPr>
        <p:sp>
          <p:nvSpPr>
            <p:cNvPr id="11354" name="Google Shape;11354;p67"/>
            <p:cNvSpPr/>
            <p:nvPr/>
          </p:nvSpPr>
          <p:spPr>
            <a:xfrm>
              <a:off x="7235854" y="2645840"/>
              <a:ext cx="219949" cy="268826"/>
            </a:xfrm>
            <a:custGeom>
              <a:rect l="l" t="t" r="r" b="b"/>
              <a:pathLst>
                <a:path w="10539" h="12881" extrusionOk="0">
                  <a:moveTo>
                    <a:pt x="5271" y="1172"/>
                  </a:moveTo>
                  <a:cubicBezTo>
                    <a:pt x="7530" y="1172"/>
                    <a:pt x="9368" y="3010"/>
                    <a:pt x="9368" y="5270"/>
                  </a:cubicBezTo>
                  <a:cubicBezTo>
                    <a:pt x="9368" y="6273"/>
                    <a:pt x="8717" y="7797"/>
                    <a:pt x="7624" y="9343"/>
                  </a:cubicBezTo>
                  <a:cubicBezTo>
                    <a:pt x="6513" y="10917"/>
                    <a:pt x="5536" y="11665"/>
                    <a:pt x="5271" y="11708"/>
                  </a:cubicBezTo>
                  <a:cubicBezTo>
                    <a:pt x="5004" y="11665"/>
                    <a:pt x="4029" y="10917"/>
                    <a:pt x="2916" y="9343"/>
                  </a:cubicBezTo>
                  <a:cubicBezTo>
                    <a:pt x="1825" y="7797"/>
                    <a:pt x="1172" y="6273"/>
                    <a:pt x="1172" y="5270"/>
                  </a:cubicBezTo>
                  <a:cubicBezTo>
                    <a:pt x="1172" y="3010"/>
                    <a:pt x="3010" y="1172"/>
                    <a:pt x="5271" y="1172"/>
                  </a:cubicBezTo>
                  <a:close/>
                  <a:moveTo>
                    <a:pt x="5271" y="1"/>
                  </a:moveTo>
                  <a:cubicBezTo>
                    <a:pt x="2366" y="1"/>
                    <a:pt x="1" y="2364"/>
                    <a:pt x="1" y="5270"/>
                  </a:cubicBezTo>
                  <a:cubicBezTo>
                    <a:pt x="1" y="7084"/>
                    <a:pt x="1409" y="9247"/>
                    <a:pt x="2014" y="10093"/>
                  </a:cubicBezTo>
                  <a:cubicBezTo>
                    <a:pt x="2481" y="10747"/>
                    <a:pt x="4098" y="12881"/>
                    <a:pt x="5271" y="12881"/>
                  </a:cubicBezTo>
                  <a:cubicBezTo>
                    <a:pt x="6444" y="12881"/>
                    <a:pt x="8059" y="10747"/>
                    <a:pt x="8528" y="10093"/>
                  </a:cubicBezTo>
                  <a:cubicBezTo>
                    <a:pt x="9133" y="9247"/>
                    <a:pt x="10539" y="7084"/>
                    <a:pt x="10539" y="5270"/>
                  </a:cubicBezTo>
                  <a:cubicBezTo>
                    <a:pt x="10539" y="2364"/>
                    <a:pt x="8175" y="1"/>
                    <a:pt x="527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55" name="Google Shape;11355;p67"/>
            <p:cNvSpPr/>
            <p:nvPr/>
          </p:nvSpPr>
          <p:spPr>
            <a:xfrm>
              <a:off x="7137330" y="2571753"/>
              <a:ext cx="417024" cy="417024"/>
            </a:xfrm>
            <a:custGeom>
              <a:rect l="l" t="t" r="r" b="b"/>
              <a:pathLst>
                <a:path w="19982" h="19982" extrusionOk="0">
                  <a:moveTo>
                    <a:pt x="9992" y="1171"/>
                  </a:moveTo>
                  <a:cubicBezTo>
                    <a:pt x="14855" y="1171"/>
                    <a:pt x="18812" y="5127"/>
                    <a:pt x="18812" y="9991"/>
                  </a:cubicBezTo>
                  <a:cubicBezTo>
                    <a:pt x="18812" y="14854"/>
                    <a:pt x="14855" y="18810"/>
                    <a:pt x="9992" y="18810"/>
                  </a:cubicBezTo>
                  <a:cubicBezTo>
                    <a:pt x="5127" y="18810"/>
                    <a:pt x="1171" y="14854"/>
                    <a:pt x="1171" y="9991"/>
                  </a:cubicBezTo>
                  <a:cubicBezTo>
                    <a:pt x="1171" y="5127"/>
                    <a:pt x="5127" y="1171"/>
                    <a:pt x="9992" y="1171"/>
                  </a:cubicBezTo>
                  <a:close/>
                  <a:moveTo>
                    <a:pt x="9992" y="0"/>
                  </a:moveTo>
                  <a:cubicBezTo>
                    <a:pt x="4490" y="0"/>
                    <a:pt x="0" y="4490"/>
                    <a:pt x="0" y="9990"/>
                  </a:cubicBezTo>
                  <a:cubicBezTo>
                    <a:pt x="0" y="15491"/>
                    <a:pt x="4490" y="19981"/>
                    <a:pt x="9992" y="19981"/>
                  </a:cubicBezTo>
                  <a:cubicBezTo>
                    <a:pt x="15493" y="19981"/>
                    <a:pt x="19981" y="15491"/>
                    <a:pt x="19981" y="9990"/>
                  </a:cubicBezTo>
                  <a:cubicBezTo>
                    <a:pt x="19981" y="4488"/>
                    <a:pt x="15492" y="0"/>
                    <a:pt x="999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56" name="Google Shape;11356;p67"/>
            <p:cNvSpPr/>
            <p:nvPr/>
          </p:nvSpPr>
          <p:spPr>
            <a:xfrm>
              <a:off x="7284751" y="2694716"/>
              <a:ext cx="122173" cy="122194"/>
            </a:xfrm>
            <a:custGeom>
              <a:rect l="l" t="t" r="r" b="b"/>
              <a:pathLst>
                <a:path w="5854" h="5855" extrusionOk="0">
                  <a:moveTo>
                    <a:pt x="2928" y="1172"/>
                  </a:moveTo>
                  <a:cubicBezTo>
                    <a:pt x="3895" y="1172"/>
                    <a:pt x="4684" y="1959"/>
                    <a:pt x="4684" y="2928"/>
                  </a:cubicBezTo>
                  <a:cubicBezTo>
                    <a:pt x="4684" y="3896"/>
                    <a:pt x="3895" y="4683"/>
                    <a:pt x="2928" y="4683"/>
                  </a:cubicBezTo>
                  <a:cubicBezTo>
                    <a:pt x="1958" y="4683"/>
                    <a:pt x="1171" y="3896"/>
                    <a:pt x="1171" y="2928"/>
                  </a:cubicBezTo>
                  <a:cubicBezTo>
                    <a:pt x="2139" y="2928"/>
                    <a:pt x="2928" y="2139"/>
                    <a:pt x="2928" y="1172"/>
                  </a:cubicBezTo>
                  <a:close/>
                  <a:moveTo>
                    <a:pt x="2928" y="1"/>
                  </a:moveTo>
                  <a:cubicBezTo>
                    <a:pt x="2655" y="1"/>
                    <a:pt x="2374" y="47"/>
                    <a:pt x="2066" y="142"/>
                  </a:cubicBezTo>
                  <a:cubicBezTo>
                    <a:pt x="1732" y="245"/>
                    <a:pt x="1562" y="616"/>
                    <a:pt x="1704" y="936"/>
                  </a:cubicBezTo>
                  <a:cubicBezTo>
                    <a:pt x="1885" y="1345"/>
                    <a:pt x="1569" y="1756"/>
                    <a:pt x="1177" y="1756"/>
                  </a:cubicBezTo>
                  <a:cubicBezTo>
                    <a:pt x="1099" y="1756"/>
                    <a:pt x="1018" y="1740"/>
                    <a:pt x="938" y="1704"/>
                  </a:cubicBezTo>
                  <a:cubicBezTo>
                    <a:pt x="860" y="1670"/>
                    <a:pt x="780" y="1654"/>
                    <a:pt x="701" y="1654"/>
                  </a:cubicBezTo>
                  <a:cubicBezTo>
                    <a:pt x="453" y="1654"/>
                    <a:pt x="219" y="1813"/>
                    <a:pt x="142" y="2067"/>
                  </a:cubicBezTo>
                  <a:cubicBezTo>
                    <a:pt x="46" y="2373"/>
                    <a:pt x="0" y="2656"/>
                    <a:pt x="0" y="2928"/>
                  </a:cubicBezTo>
                  <a:cubicBezTo>
                    <a:pt x="0" y="4542"/>
                    <a:pt x="1313" y="5854"/>
                    <a:pt x="2928" y="5854"/>
                  </a:cubicBezTo>
                  <a:cubicBezTo>
                    <a:pt x="4541" y="5854"/>
                    <a:pt x="5854" y="4542"/>
                    <a:pt x="5854" y="2928"/>
                  </a:cubicBezTo>
                  <a:cubicBezTo>
                    <a:pt x="5854" y="1313"/>
                    <a:pt x="4541" y="1"/>
                    <a:pt x="292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357" name="Google Shape;11357;p67"/>
          <p:cNvGrpSpPr/>
          <p:nvPr/>
        </p:nvGrpSpPr>
        <p:grpSpPr>
          <a:xfrm>
            <a:off x="5310066" y="3755436"/>
            <a:ext cx="407391" cy="407391"/>
            <a:chOff x="6613801" y="2571753"/>
            <a:chExt cx="417024" cy="417024"/>
          </a:xfrm>
        </p:grpSpPr>
        <p:sp>
          <p:nvSpPr>
            <p:cNvPr id="11358" name="Google Shape;11358;p67"/>
            <p:cNvSpPr/>
            <p:nvPr/>
          </p:nvSpPr>
          <p:spPr>
            <a:xfrm>
              <a:off x="6613801" y="2571753"/>
              <a:ext cx="417024" cy="417024"/>
            </a:xfrm>
            <a:custGeom>
              <a:rect l="l" t="t" r="r" b="b"/>
              <a:pathLst>
                <a:path w="19982" h="19982" extrusionOk="0">
                  <a:moveTo>
                    <a:pt x="9991" y="1171"/>
                  </a:moveTo>
                  <a:cubicBezTo>
                    <a:pt x="14854" y="1171"/>
                    <a:pt x="18812" y="5127"/>
                    <a:pt x="18812" y="9991"/>
                  </a:cubicBezTo>
                  <a:cubicBezTo>
                    <a:pt x="18812" y="14854"/>
                    <a:pt x="14854" y="18810"/>
                    <a:pt x="9991" y="18810"/>
                  </a:cubicBezTo>
                  <a:cubicBezTo>
                    <a:pt x="5127" y="18810"/>
                    <a:pt x="1171" y="14854"/>
                    <a:pt x="1171" y="9991"/>
                  </a:cubicBezTo>
                  <a:cubicBezTo>
                    <a:pt x="1171" y="5127"/>
                    <a:pt x="5127" y="1171"/>
                    <a:pt x="9991" y="1171"/>
                  </a:cubicBezTo>
                  <a:close/>
                  <a:moveTo>
                    <a:pt x="9991" y="0"/>
                  </a:moveTo>
                  <a:cubicBezTo>
                    <a:pt x="4490" y="0"/>
                    <a:pt x="0" y="4490"/>
                    <a:pt x="0" y="9990"/>
                  </a:cubicBezTo>
                  <a:cubicBezTo>
                    <a:pt x="0" y="15493"/>
                    <a:pt x="4490" y="19981"/>
                    <a:pt x="9991" y="19981"/>
                  </a:cubicBezTo>
                  <a:cubicBezTo>
                    <a:pt x="15493" y="19981"/>
                    <a:pt x="19981" y="15491"/>
                    <a:pt x="19981" y="9990"/>
                  </a:cubicBezTo>
                  <a:cubicBezTo>
                    <a:pt x="19981" y="4488"/>
                    <a:pt x="15491" y="0"/>
                    <a:pt x="999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59" name="Google Shape;11359;p67"/>
            <p:cNvSpPr/>
            <p:nvPr/>
          </p:nvSpPr>
          <p:spPr>
            <a:xfrm>
              <a:off x="6663449" y="2645840"/>
              <a:ext cx="317704" cy="268826"/>
            </a:xfrm>
            <a:custGeom>
              <a:rect l="l" t="t" r="r" b="b"/>
              <a:pathLst>
                <a:path w="15223" h="12881" extrusionOk="0">
                  <a:moveTo>
                    <a:pt x="12295" y="1172"/>
                  </a:moveTo>
                  <a:cubicBezTo>
                    <a:pt x="12619" y="1172"/>
                    <a:pt x="12881" y="1435"/>
                    <a:pt x="12881" y="1757"/>
                  </a:cubicBezTo>
                  <a:cubicBezTo>
                    <a:pt x="12881" y="2079"/>
                    <a:pt x="12617" y="2343"/>
                    <a:pt x="12295" y="2343"/>
                  </a:cubicBezTo>
                  <a:cubicBezTo>
                    <a:pt x="11973" y="2343"/>
                    <a:pt x="11709" y="2079"/>
                    <a:pt x="11709" y="1757"/>
                  </a:cubicBezTo>
                  <a:cubicBezTo>
                    <a:pt x="11709" y="1435"/>
                    <a:pt x="11973" y="1172"/>
                    <a:pt x="12295" y="1172"/>
                  </a:cubicBezTo>
                  <a:close/>
                  <a:moveTo>
                    <a:pt x="2343" y="4685"/>
                  </a:moveTo>
                  <a:cubicBezTo>
                    <a:pt x="2592" y="4685"/>
                    <a:pt x="2827" y="4763"/>
                    <a:pt x="3022" y="4902"/>
                  </a:cubicBezTo>
                  <a:cubicBezTo>
                    <a:pt x="2330" y="5410"/>
                    <a:pt x="1821" y="6015"/>
                    <a:pt x="1513" y="6677"/>
                  </a:cubicBezTo>
                  <a:cubicBezTo>
                    <a:pt x="1301" y="6461"/>
                    <a:pt x="1173" y="6167"/>
                    <a:pt x="1173" y="5856"/>
                  </a:cubicBezTo>
                  <a:cubicBezTo>
                    <a:pt x="1173" y="5210"/>
                    <a:pt x="1697" y="4685"/>
                    <a:pt x="2343" y="4685"/>
                  </a:cubicBezTo>
                  <a:close/>
                  <a:moveTo>
                    <a:pt x="12881" y="4685"/>
                  </a:moveTo>
                  <a:cubicBezTo>
                    <a:pt x="13526" y="4685"/>
                    <a:pt x="14052" y="5208"/>
                    <a:pt x="14052" y="5854"/>
                  </a:cubicBezTo>
                  <a:cubicBezTo>
                    <a:pt x="14052" y="6167"/>
                    <a:pt x="13923" y="6461"/>
                    <a:pt x="13712" y="6677"/>
                  </a:cubicBezTo>
                  <a:cubicBezTo>
                    <a:pt x="13404" y="6015"/>
                    <a:pt x="12893" y="5410"/>
                    <a:pt x="12201" y="4902"/>
                  </a:cubicBezTo>
                  <a:cubicBezTo>
                    <a:pt x="12396" y="4763"/>
                    <a:pt x="12633" y="4685"/>
                    <a:pt x="12881" y="4685"/>
                  </a:cubicBezTo>
                  <a:close/>
                  <a:moveTo>
                    <a:pt x="7616" y="4685"/>
                  </a:moveTo>
                  <a:cubicBezTo>
                    <a:pt x="9058" y="4685"/>
                    <a:pt x="10407" y="5074"/>
                    <a:pt x="11416" y="5778"/>
                  </a:cubicBezTo>
                  <a:cubicBezTo>
                    <a:pt x="12360" y="6440"/>
                    <a:pt x="12881" y="7299"/>
                    <a:pt x="12881" y="8196"/>
                  </a:cubicBezTo>
                  <a:cubicBezTo>
                    <a:pt x="12881" y="9095"/>
                    <a:pt x="12360" y="9953"/>
                    <a:pt x="11416" y="10615"/>
                  </a:cubicBezTo>
                  <a:cubicBezTo>
                    <a:pt x="10407" y="11320"/>
                    <a:pt x="9056" y="11710"/>
                    <a:pt x="7612" y="11710"/>
                  </a:cubicBezTo>
                  <a:cubicBezTo>
                    <a:pt x="6167" y="11710"/>
                    <a:pt x="4816" y="11320"/>
                    <a:pt x="3807" y="10615"/>
                  </a:cubicBezTo>
                  <a:cubicBezTo>
                    <a:pt x="2863" y="9953"/>
                    <a:pt x="2343" y="9095"/>
                    <a:pt x="2343" y="8196"/>
                  </a:cubicBezTo>
                  <a:cubicBezTo>
                    <a:pt x="2343" y="7299"/>
                    <a:pt x="2863" y="6440"/>
                    <a:pt x="3807" y="5778"/>
                  </a:cubicBezTo>
                  <a:cubicBezTo>
                    <a:pt x="4816" y="5074"/>
                    <a:pt x="6165" y="4685"/>
                    <a:pt x="7609" y="4685"/>
                  </a:cubicBezTo>
                  <a:close/>
                  <a:moveTo>
                    <a:pt x="8782" y="0"/>
                  </a:moveTo>
                  <a:cubicBezTo>
                    <a:pt x="8538" y="0"/>
                    <a:pt x="8309" y="156"/>
                    <a:pt x="8228" y="402"/>
                  </a:cubicBezTo>
                  <a:lnTo>
                    <a:pt x="7186" y="3524"/>
                  </a:lnTo>
                  <a:cubicBezTo>
                    <a:pt x="6065" y="3576"/>
                    <a:pt x="4998" y="3836"/>
                    <a:pt x="4073" y="4276"/>
                  </a:cubicBezTo>
                  <a:cubicBezTo>
                    <a:pt x="3634" y="3797"/>
                    <a:pt x="3011" y="3514"/>
                    <a:pt x="2343" y="3514"/>
                  </a:cubicBezTo>
                  <a:cubicBezTo>
                    <a:pt x="1051" y="3514"/>
                    <a:pt x="0" y="4565"/>
                    <a:pt x="0" y="5856"/>
                  </a:cubicBezTo>
                  <a:cubicBezTo>
                    <a:pt x="0" y="6702"/>
                    <a:pt x="469" y="7478"/>
                    <a:pt x="1186" y="7889"/>
                  </a:cubicBezTo>
                  <a:cubicBezTo>
                    <a:pt x="1177" y="7991"/>
                    <a:pt x="1171" y="8094"/>
                    <a:pt x="1171" y="8196"/>
                  </a:cubicBezTo>
                  <a:cubicBezTo>
                    <a:pt x="1171" y="9488"/>
                    <a:pt x="1870" y="10687"/>
                    <a:pt x="3137" y="11573"/>
                  </a:cubicBezTo>
                  <a:cubicBezTo>
                    <a:pt x="4340" y="12415"/>
                    <a:pt x="5928" y="12881"/>
                    <a:pt x="7611" y="12881"/>
                  </a:cubicBezTo>
                  <a:cubicBezTo>
                    <a:pt x="9293" y="12881"/>
                    <a:pt x="10883" y="12415"/>
                    <a:pt x="12086" y="11573"/>
                  </a:cubicBezTo>
                  <a:cubicBezTo>
                    <a:pt x="13353" y="10687"/>
                    <a:pt x="14050" y="9488"/>
                    <a:pt x="14050" y="8196"/>
                  </a:cubicBezTo>
                  <a:cubicBezTo>
                    <a:pt x="14050" y="8094"/>
                    <a:pt x="14046" y="7991"/>
                    <a:pt x="14037" y="7889"/>
                  </a:cubicBezTo>
                  <a:cubicBezTo>
                    <a:pt x="14754" y="7478"/>
                    <a:pt x="15223" y="6702"/>
                    <a:pt x="15223" y="5856"/>
                  </a:cubicBezTo>
                  <a:cubicBezTo>
                    <a:pt x="15223" y="4565"/>
                    <a:pt x="14172" y="3514"/>
                    <a:pt x="12881" y="3514"/>
                  </a:cubicBezTo>
                  <a:cubicBezTo>
                    <a:pt x="12212" y="3514"/>
                    <a:pt x="11589" y="3797"/>
                    <a:pt x="11152" y="4276"/>
                  </a:cubicBezTo>
                  <a:cubicBezTo>
                    <a:pt x="10330" y="3885"/>
                    <a:pt x="9396" y="3636"/>
                    <a:pt x="8412" y="3549"/>
                  </a:cubicBezTo>
                  <a:lnTo>
                    <a:pt x="9153" y="1327"/>
                  </a:lnTo>
                  <a:lnTo>
                    <a:pt x="10540" y="1789"/>
                  </a:lnTo>
                  <a:cubicBezTo>
                    <a:pt x="10556" y="2742"/>
                    <a:pt x="11338" y="3514"/>
                    <a:pt x="12295" y="3514"/>
                  </a:cubicBezTo>
                  <a:cubicBezTo>
                    <a:pt x="13263" y="3514"/>
                    <a:pt x="14052" y="2725"/>
                    <a:pt x="14052" y="1757"/>
                  </a:cubicBezTo>
                  <a:cubicBezTo>
                    <a:pt x="14052" y="790"/>
                    <a:pt x="13263" y="1"/>
                    <a:pt x="12295" y="1"/>
                  </a:cubicBezTo>
                  <a:cubicBezTo>
                    <a:pt x="11732" y="1"/>
                    <a:pt x="11232" y="268"/>
                    <a:pt x="10910" y="678"/>
                  </a:cubicBezTo>
                  <a:lnTo>
                    <a:pt x="8968" y="31"/>
                  </a:lnTo>
                  <a:cubicBezTo>
                    <a:pt x="8906" y="10"/>
                    <a:pt x="8844" y="0"/>
                    <a:pt x="878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60" name="Google Shape;11360;p67"/>
            <p:cNvSpPr/>
            <p:nvPr/>
          </p:nvSpPr>
          <p:spPr>
            <a:xfrm>
              <a:off x="6748992" y="2768030"/>
              <a:ext cx="48898" cy="48878"/>
            </a:xfrm>
            <a:custGeom>
              <a:rect l="l" t="t" r="r" b="b"/>
              <a:pathLst>
                <a:path w="2343" h="2342" extrusionOk="0">
                  <a:moveTo>
                    <a:pt x="1171" y="1"/>
                  </a:moveTo>
                  <a:cubicBezTo>
                    <a:pt x="526" y="1"/>
                    <a:pt x="0" y="525"/>
                    <a:pt x="0" y="1170"/>
                  </a:cubicBezTo>
                  <a:cubicBezTo>
                    <a:pt x="0" y="1816"/>
                    <a:pt x="526" y="2341"/>
                    <a:pt x="1171" y="2341"/>
                  </a:cubicBezTo>
                  <a:cubicBezTo>
                    <a:pt x="1817" y="2341"/>
                    <a:pt x="2342" y="1816"/>
                    <a:pt x="2342" y="1170"/>
                  </a:cubicBezTo>
                  <a:cubicBezTo>
                    <a:pt x="2342" y="525"/>
                    <a:pt x="1817" y="1"/>
                    <a:pt x="117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61" name="Google Shape;11361;p67"/>
            <p:cNvSpPr/>
            <p:nvPr/>
          </p:nvSpPr>
          <p:spPr>
            <a:xfrm>
              <a:off x="6846703" y="2768030"/>
              <a:ext cx="48898" cy="48878"/>
            </a:xfrm>
            <a:custGeom>
              <a:rect l="l" t="t" r="r" b="b"/>
              <a:pathLst>
                <a:path w="2343" h="2342" extrusionOk="0">
                  <a:moveTo>
                    <a:pt x="1172" y="1"/>
                  </a:moveTo>
                  <a:cubicBezTo>
                    <a:pt x="526" y="1"/>
                    <a:pt x="1" y="525"/>
                    <a:pt x="1" y="1170"/>
                  </a:cubicBezTo>
                  <a:cubicBezTo>
                    <a:pt x="1" y="1816"/>
                    <a:pt x="526" y="2341"/>
                    <a:pt x="1172" y="2341"/>
                  </a:cubicBezTo>
                  <a:cubicBezTo>
                    <a:pt x="1818" y="2341"/>
                    <a:pt x="2343" y="1816"/>
                    <a:pt x="2343" y="1170"/>
                  </a:cubicBezTo>
                  <a:cubicBezTo>
                    <a:pt x="2343" y="525"/>
                    <a:pt x="1818" y="1"/>
                    <a:pt x="117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62" name="Google Shape;11362;p67"/>
            <p:cNvSpPr/>
            <p:nvPr/>
          </p:nvSpPr>
          <p:spPr>
            <a:xfrm>
              <a:off x="6759469" y="2841323"/>
              <a:ext cx="125658" cy="35938"/>
            </a:xfrm>
            <a:custGeom>
              <a:rect l="l" t="t" r="r" b="b"/>
              <a:pathLst>
                <a:path w="6021" h="1722" extrusionOk="0">
                  <a:moveTo>
                    <a:pt x="670" y="0"/>
                  </a:moveTo>
                  <a:cubicBezTo>
                    <a:pt x="455" y="0"/>
                    <a:pt x="249" y="119"/>
                    <a:pt x="146" y="324"/>
                  </a:cubicBezTo>
                  <a:cubicBezTo>
                    <a:pt x="1" y="614"/>
                    <a:pt x="117" y="965"/>
                    <a:pt x="407" y="1110"/>
                  </a:cubicBezTo>
                  <a:cubicBezTo>
                    <a:pt x="1223" y="1516"/>
                    <a:pt x="2116" y="1722"/>
                    <a:pt x="3011" y="1722"/>
                  </a:cubicBezTo>
                  <a:cubicBezTo>
                    <a:pt x="3905" y="1722"/>
                    <a:pt x="4800" y="1518"/>
                    <a:pt x="5614" y="1110"/>
                  </a:cubicBezTo>
                  <a:cubicBezTo>
                    <a:pt x="5904" y="965"/>
                    <a:pt x="6021" y="614"/>
                    <a:pt x="5875" y="324"/>
                  </a:cubicBezTo>
                  <a:cubicBezTo>
                    <a:pt x="5774" y="119"/>
                    <a:pt x="5567" y="0"/>
                    <a:pt x="5352" y="0"/>
                  </a:cubicBezTo>
                  <a:cubicBezTo>
                    <a:pt x="5264" y="0"/>
                    <a:pt x="5174" y="20"/>
                    <a:pt x="5090" y="62"/>
                  </a:cubicBezTo>
                  <a:cubicBezTo>
                    <a:pt x="4439" y="388"/>
                    <a:pt x="3725" y="551"/>
                    <a:pt x="3011" y="551"/>
                  </a:cubicBezTo>
                  <a:cubicBezTo>
                    <a:pt x="2296" y="551"/>
                    <a:pt x="1582" y="388"/>
                    <a:pt x="931" y="62"/>
                  </a:cubicBezTo>
                  <a:cubicBezTo>
                    <a:pt x="847" y="20"/>
                    <a:pt x="758" y="0"/>
                    <a:pt x="67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363" name="Google Shape;11363;p67"/>
          <p:cNvGrpSpPr/>
          <p:nvPr/>
        </p:nvGrpSpPr>
        <p:grpSpPr>
          <a:xfrm>
            <a:off x="7896740" y="3238780"/>
            <a:ext cx="407411" cy="407411"/>
            <a:chOff x="2964567" y="2571753"/>
            <a:chExt cx="417045" cy="417045"/>
          </a:xfrm>
        </p:grpSpPr>
        <p:sp>
          <p:nvSpPr>
            <p:cNvPr id="11364" name="Google Shape;11364;p67"/>
            <p:cNvSpPr/>
            <p:nvPr/>
          </p:nvSpPr>
          <p:spPr>
            <a:xfrm>
              <a:off x="2964567" y="2571753"/>
              <a:ext cx="417045" cy="417045"/>
            </a:xfrm>
            <a:custGeom>
              <a:rect l="l" t="t" r="r" b="b"/>
              <a:pathLst>
                <a:path w="19983" h="19983" extrusionOk="0">
                  <a:moveTo>
                    <a:pt x="9992" y="1170"/>
                  </a:moveTo>
                  <a:cubicBezTo>
                    <a:pt x="14855" y="1170"/>
                    <a:pt x="18812" y="4866"/>
                    <a:pt x="18812" y="9405"/>
                  </a:cubicBezTo>
                  <a:cubicBezTo>
                    <a:pt x="18812" y="13925"/>
                    <a:pt x="14855" y="17601"/>
                    <a:pt x="9992" y="17601"/>
                  </a:cubicBezTo>
                  <a:cubicBezTo>
                    <a:pt x="9111" y="17601"/>
                    <a:pt x="8240" y="17481"/>
                    <a:pt x="7407" y="17242"/>
                  </a:cubicBezTo>
                  <a:cubicBezTo>
                    <a:pt x="7354" y="17226"/>
                    <a:pt x="7299" y="17218"/>
                    <a:pt x="7245" y="17218"/>
                  </a:cubicBezTo>
                  <a:cubicBezTo>
                    <a:pt x="7153" y="17218"/>
                    <a:pt x="7062" y="17240"/>
                    <a:pt x="6979" y="17282"/>
                  </a:cubicBezTo>
                  <a:lnTo>
                    <a:pt x="4723" y="18439"/>
                  </a:lnTo>
                  <a:lnTo>
                    <a:pt x="4723" y="16262"/>
                  </a:lnTo>
                  <a:cubicBezTo>
                    <a:pt x="4723" y="16078"/>
                    <a:pt x="4637" y="15904"/>
                    <a:pt x="4490" y="15793"/>
                  </a:cubicBezTo>
                  <a:cubicBezTo>
                    <a:pt x="2381" y="14208"/>
                    <a:pt x="1171" y="11880"/>
                    <a:pt x="1171" y="9405"/>
                  </a:cubicBezTo>
                  <a:cubicBezTo>
                    <a:pt x="1171" y="4866"/>
                    <a:pt x="5129" y="1170"/>
                    <a:pt x="9992" y="1170"/>
                  </a:cubicBezTo>
                  <a:close/>
                  <a:moveTo>
                    <a:pt x="9992" y="1"/>
                  </a:moveTo>
                  <a:cubicBezTo>
                    <a:pt x="4575" y="1"/>
                    <a:pt x="0" y="4153"/>
                    <a:pt x="0" y="9407"/>
                  </a:cubicBezTo>
                  <a:cubicBezTo>
                    <a:pt x="0" y="12221"/>
                    <a:pt x="1359" y="14795"/>
                    <a:pt x="3552" y="16548"/>
                  </a:cubicBezTo>
                  <a:lnTo>
                    <a:pt x="3552" y="19396"/>
                  </a:lnTo>
                  <a:cubicBezTo>
                    <a:pt x="3552" y="19602"/>
                    <a:pt x="3659" y="19791"/>
                    <a:pt x="3832" y="19897"/>
                  </a:cubicBezTo>
                  <a:cubicBezTo>
                    <a:pt x="3925" y="19953"/>
                    <a:pt x="4031" y="19982"/>
                    <a:pt x="4138" y="19982"/>
                  </a:cubicBezTo>
                  <a:cubicBezTo>
                    <a:pt x="4229" y="19982"/>
                    <a:pt x="4320" y="19961"/>
                    <a:pt x="4405" y="19918"/>
                  </a:cubicBezTo>
                  <a:lnTo>
                    <a:pt x="7310" y="18429"/>
                  </a:lnTo>
                  <a:cubicBezTo>
                    <a:pt x="8180" y="18657"/>
                    <a:pt x="9081" y="18772"/>
                    <a:pt x="9992" y="18772"/>
                  </a:cubicBezTo>
                  <a:cubicBezTo>
                    <a:pt x="15500" y="18772"/>
                    <a:pt x="19983" y="14570"/>
                    <a:pt x="19983" y="9407"/>
                  </a:cubicBezTo>
                  <a:cubicBezTo>
                    <a:pt x="19983" y="4151"/>
                    <a:pt x="15405" y="1"/>
                    <a:pt x="99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65" name="Google Shape;11365;p67"/>
            <p:cNvSpPr/>
            <p:nvPr/>
          </p:nvSpPr>
          <p:spPr>
            <a:xfrm>
              <a:off x="3037777" y="2694715"/>
              <a:ext cx="270642" cy="146633"/>
            </a:xfrm>
            <a:custGeom>
              <a:rect l="l" t="t" r="r" b="b"/>
              <a:pathLst>
                <a:path w="12968" h="7026" extrusionOk="0">
                  <a:moveTo>
                    <a:pt x="5362" y="1463"/>
                  </a:moveTo>
                  <a:lnTo>
                    <a:pt x="7241" y="3341"/>
                  </a:lnTo>
                  <a:cubicBezTo>
                    <a:pt x="7353" y="3454"/>
                    <a:pt x="7503" y="3513"/>
                    <a:pt x="7655" y="3513"/>
                  </a:cubicBezTo>
                  <a:cubicBezTo>
                    <a:pt x="7744" y="3513"/>
                    <a:pt x="7833" y="3493"/>
                    <a:pt x="7917" y="3451"/>
                  </a:cubicBezTo>
                  <a:lnTo>
                    <a:pt x="10216" y="2303"/>
                  </a:lnTo>
                  <a:lnTo>
                    <a:pt x="7605" y="5565"/>
                  </a:lnTo>
                  <a:lnTo>
                    <a:pt x="5726" y="3685"/>
                  </a:lnTo>
                  <a:cubicBezTo>
                    <a:pt x="5614" y="3573"/>
                    <a:pt x="5463" y="3514"/>
                    <a:pt x="5311" y="3514"/>
                  </a:cubicBezTo>
                  <a:cubicBezTo>
                    <a:pt x="5223" y="3514"/>
                    <a:pt x="5133" y="3534"/>
                    <a:pt x="5051" y="3575"/>
                  </a:cubicBezTo>
                  <a:lnTo>
                    <a:pt x="2751" y="4725"/>
                  </a:lnTo>
                  <a:lnTo>
                    <a:pt x="2751" y="4725"/>
                  </a:lnTo>
                  <a:lnTo>
                    <a:pt x="5362" y="1463"/>
                  </a:lnTo>
                  <a:close/>
                  <a:moveTo>
                    <a:pt x="5312" y="1"/>
                  </a:moveTo>
                  <a:cubicBezTo>
                    <a:pt x="5302" y="1"/>
                    <a:pt x="5291" y="1"/>
                    <a:pt x="5281" y="2"/>
                  </a:cubicBezTo>
                  <a:cubicBezTo>
                    <a:pt x="5114" y="12"/>
                    <a:pt x="4959" y="92"/>
                    <a:pt x="4856" y="221"/>
                  </a:cubicBezTo>
                  <a:lnTo>
                    <a:pt x="172" y="6075"/>
                  </a:lnTo>
                  <a:cubicBezTo>
                    <a:pt x="0" y="6290"/>
                    <a:pt x="2" y="6595"/>
                    <a:pt x="174" y="6809"/>
                  </a:cubicBezTo>
                  <a:cubicBezTo>
                    <a:pt x="288" y="6950"/>
                    <a:pt x="457" y="7026"/>
                    <a:pt x="630" y="7026"/>
                  </a:cubicBezTo>
                  <a:cubicBezTo>
                    <a:pt x="719" y="7026"/>
                    <a:pt x="808" y="7006"/>
                    <a:pt x="892" y="6964"/>
                  </a:cubicBezTo>
                  <a:lnTo>
                    <a:pt x="5198" y="4811"/>
                  </a:lnTo>
                  <a:lnTo>
                    <a:pt x="7241" y="6855"/>
                  </a:lnTo>
                  <a:cubicBezTo>
                    <a:pt x="7349" y="6964"/>
                    <a:pt x="7496" y="7026"/>
                    <a:pt x="7650" y="7026"/>
                  </a:cubicBezTo>
                  <a:cubicBezTo>
                    <a:pt x="7662" y="7026"/>
                    <a:pt x="7674" y="7025"/>
                    <a:pt x="7687" y="7024"/>
                  </a:cubicBezTo>
                  <a:cubicBezTo>
                    <a:pt x="7853" y="7016"/>
                    <a:pt x="8007" y="6936"/>
                    <a:pt x="8111" y="6807"/>
                  </a:cubicBezTo>
                  <a:lnTo>
                    <a:pt x="12795" y="951"/>
                  </a:lnTo>
                  <a:cubicBezTo>
                    <a:pt x="12967" y="737"/>
                    <a:pt x="12965" y="431"/>
                    <a:pt x="12792" y="219"/>
                  </a:cubicBezTo>
                  <a:cubicBezTo>
                    <a:pt x="12679" y="78"/>
                    <a:pt x="12510" y="1"/>
                    <a:pt x="12337" y="1"/>
                  </a:cubicBezTo>
                  <a:cubicBezTo>
                    <a:pt x="12249" y="1"/>
                    <a:pt x="12159" y="21"/>
                    <a:pt x="12075" y="63"/>
                  </a:cubicBezTo>
                  <a:lnTo>
                    <a:pt x="7770" y="2216"/>
                  </a:lnTo>
                  <a:lnTo>
                    <a:pt x="5726" y="173"/>
                  </a:lnTo>
                  <a:cubicBezTo>
                    <a:pt x="5617" y="62"/>
                    <a:pt x="5467" y="1"/>
                    <a:pt x="531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366" name="Google Shape;11366;p67"/>
          <p:cNvGrpSpPr/>
          <p:nvPr/>
        </p:nvGrpSpPr>
        <p:grpSpPr>
          <a:xfrm>
            <a:off x="1612062" y="3815897"/>
            <a:ext cx="407391" cy="286470"/>
            <a:chOff x="3476576" y="2633631"/>
            <a:chExt cx="417024" cy="293244"/>
          </a:xfrm>
        </p:grpSpPr>
        <p:sp>
          <p:nvSpPr>
            <p:cNvPr id="11367" name="Google Shape;11367;p67"/>
            <p:cNvSpPr/>
            <p:nvPr/>
          </p:nvSpPr>
          <p:spPr>
            <a:xfrm>
              <a:off x="3476576" y="2633631"/>
              <a:ext cx="417024" cy="293244"/>
            </a:xfrm>
            <a:custGeom>
              <a:rect l="l" t="t" r="r" b="b"/>
              <a:pathLst>
                <a:path w="19982" h="14051" extrusionOk="0">
                  <a:moveTo>
                    <a:pt x="17056" y="1172"/>
                  </a:moveTo>
                  <a:cubicBezTo>
                    <a:pt x="18023" y="1172"/>
                    <a:pt x="18811" y="1961"/>
                    <a:pt x="18811" y="2929"/>
                  </a:cubicBezTo>
                  <a:lnTo>
                    <a:pt x="18811" y="11124"/>
                  </a:lnTo>
                  <a:cubicBezTo>
                    <a:pt x="18811" y="12092"/>
                    <a:pt x="18023" y="12881"/>
                    <a:pt x="17056" y="12881"/>
                  </a:cubicBezTo>
                  <a:lnTo>
                    <a:pt x="2927" y="12881"/>
                  </a:lnTo>
                  <a:cubicBezTo>
                    <a:pt x="1959" y="12881"/>
                    <a:pt x="1172" y="12092"/>
                    <a:pt x="1172" y="11124"/>
                  </a:cubicBezTo>
                  <a:lnTo>
                    <a:pt x="1172" y="2929"/>
                  </a:lnTo>
                  <a:cubicBezTo>
                    <a:pt x="1172" y="1961"/>
                    <a:pt x="1959" y="1172"/>
                    <a:pt x="2927" y="1172"/>
                  </a:cubicBezTo>
                  <a:close/>
                  <a:moveTo>
                    <a:pt x="2927" y="1"/>
                  </a:moveTo>
                  <a:cubicBezTo>
                    <a:pt x="1313" y="1"/>
                    <a:pt x="1" y="1315"/>
                    <a:pt x="1" y="2929"/>
                  </a:cubicBezTo>
                  <a:lnTo>
                    <a:pt x="1" y="11124"/>
                  </a:lnTo>
                  <a:cubicBezTo>
                    <a:pt x="1" y="12738"/>
                    <a:pt x="1313" y="14050"/>
                    <a:pt x="2927" y="14050"/>
                  </a:cubicBezTo>
                  <a:lnTo>
                    <a:pt x="17056" y="14050"/>
                  </a:lnTo>
                  <a:cubicBezTo>
                    <a:pt x="18669" y="14050"/>
                    <a:pt x="19982" y="12738"/>
                    <a:pt x="19982" y="11124"/>
                  </a:cubicBezTo>
                  <a:lnTo>
                    <a:pt x="19982" y="2929"/>
                  </a:lnTo>
                  <a:cubicBezTo>
                    <a:pt x="19982" y="1315"/>
                    <a:pt x="18669" y="1"/>
                    <a:pt x="170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68" name="Google Shape;11368;p67"/>
            <p:cNvSpPr/>
            <p:nvPr/>
          </p:nvSpPr>
          <p:spPr>
            <a:xfrm>
              <a:off x="3636206" y="2706945"/>
              <a:ext cx="122194" cy="146633"/>
            </a:xfrm>
            <a:custGeom>
              <a:rect l="l" t="t" r="r" b="b"/>
              <a:pathLst>
                <a:path w="5855" h="7026" extrusionOk="0">
                  <a:moveTo>
                    <a:pt x="1172" y="1643"/>
                  </a:moveTo>
                  <a:lnTo>
                    <a:pt x="4165" y="3514"/>
                  </a:lnTo>
                  <a:lnTo>
                    <a:pt x="1172" y="5384"/>
                  </a:lnTo>
                  <a:lnTo>
                    <a:pt x="1172" y="1643"/>
                  </a:lnTo>
                  <a:close/>
                  <a:moveTo>
                    <a:pt x="586" y="0"/>
                  </a:moveTo>
                  <a:cubicBezTo>
                    <a:pt x="489" y="0"/>
                    <a:pt x="391" y="25"/>
                    <a:pt x="302" y="74"/>
                  </a:cubicBezTo>
                  <a:cubicBezTo>
                    <a:pt x="116" y="178"/>
                    <a:pt x="1" y="373"/>
                    <a:pt x="1" y="587"/>
                  </a:cubicBezTo>
                  <a:lnTo>
                    <a:pt x="1" y="6440"/>
                  </a:lnTo>
                  <a:cubicBezTo>
                    <a:pt x="1" y="6653"/>
                    <a:pt x="116" y="6849"/>
                    <a:pt x="302" y="6953"/>
                  </a:cubicBezTo>
                  <a:cubicBezTo>
                    <a:pt x="389" y="7001"/>
                    <a:pt x="487" y="7026"/>
                    <a:pt x="585" y="7026"/>
                  </a:cubicBezTo>
                  <a:cubicBezTo>
                    <a:pt x="693" y="7026"/>
                    <a:pt x="801" y="6997"/>
                    <a:pt x="896" y="6937"/>
                  </a:cubicBezTo>
                  <a:lnTo>
                    <a:pt x="5580" y="4010"/>
                  </a:lnTo>
                  <a:cubicBezTo>
                    <a:pt x="5750" y="3903"/>
                    <a:pt x="5854" y="3714"/>
                    <a:pt x="5854" y="3513"/>
                  </a:cubicBezTo>
                  <a:cubicBezTo>
                    <a:pt x="5854" y="3311"/>
                    <a:pt x="5750" y="3123"/>
                    <a:pt x="5580" y="3017"/>
                  </a:cubicBezTo>
                  <a:lnTo>
                    <a:pt x="896" y="90"/>
                  </a:lnTo>
                  <a:cubicBezTo>
                    <a:pt x="801" y="30"/>
                    <a:pt x="694" y="0"/>
                    <a:pt x="58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369" name="Google Shape;11369;p67"/>
          <p:cNvGrpSpPr/>
          <p:nvPr/>
        </p:nvGrpSpPr>
        <p:grpSpPr>
          <a:xfrm>
            <a:off x="2228394" y="3755508"/>
            <a:ext cx="407411" cy="407248"/>
            <a:chOff x="3988564" y="2571836"/>
            <a:chExt cx="417045" cy="416878"/>
          </a:xfrm>
        </p:grpSpPr>
        <p:sp>
          <p:nvSpPr>
            <p:cNvPr id="11370" name="Google Shape;11370;p67"/>
            <p:cNvSpPr/>
            <p:nvPr/>
          </p:nvSpPr>
          <p:spPr>
            <a:xfrm>
              <a:off x="4090678" y="2650431"/>
              <a:ext cx="213124" cy="259268"/>
            </a:xfrm>
            <a:custGeom>
              <a:rect l="l" t="t" r="r" b="b"/>
              <a:pathLst>
                <a:path w="10212" h="12423" extrusionOk="0">
                  <a:moveTo>
                    <a:pt x="4938" y="1172"/>
                  </a:moveTo>
                  <a:cubicBezTo>
                    <a:pt x="7267" y="1172"/>
                    <a:pt x="8610" y="2621"/>
                    <a:pt x="8610" y="3081"/>
                  </a:cubicBezTo>
                  <a:cubicBezTo>
                    <a:pt x="8610" y="3348"/>
                    <a:pt x="8308" y="3471"/>
                    <a:pt x="8102" y="3471"/>
                  </a:cubicBezTo>
                  <a:cubicBezTo>
                    <a:pt x="7867" y="3471"/>
                    <a:pt x="7733" y="3357"/>
                    <a:pt x="7407" y="3026"/>
                  </a:cubicBezTo>
                  <a:cubicBezTo>
                    <a:pt x="6933" y="2541"/>
                    <a:pt x="6282" y="1879"/>
                    <a:pt x="4821" y="1879"/>
                  </a:cubicBezTo>
                  <a:cubicBezTo>
                    <a:pt x="4177" y="1879"/>
                    <a:pt x="3602" y="2046"/>
                    <a:pt x="3162" y="2362"/>
                  </a:cubicBezTo>
                  <a:cubicBezTo>
                    <a:pt x="2687" y="2700"/>
                    <a:pt x="2417" y="3188"/>
                    <a:pt x="2417" y="3701"/>
                  </a:cubicBezTo>
                  <a:cubicBezTo>
                    <a:pt x="2417" y="4145"/>
                    <a:pt x="2603" y="4758"/>
                    <a:pt x="3491" y="5152"/>
                  </a:cubicBezTo>
                  <a:cubicBezTo>
                    <a:pt x="3997" y="5378"/>
                    <a:pt x="4646" y="5506"/>
                    <a:pt x="5334" y="5642"/>
                  </a:cubicBezTo>
                  <a:cubicBezTo>
                    <a:pt x="7566" y="6081"/>
                    <a:pt x="9029" y="6514"/>
                    <a:pt x="9029" y="8449"/>
                  </a:cubicBezTo>
                  <a:cubicBezTo>
                    <a:pt x="9029" y="8455"/>
                    <a:pt x="9029" y="8464"/>
                    <a:pt x="9029" y="8478"/>
                  </a:cubicBezTo>
                  <a:cubicBezTo>
                    <a:pt x="9035" y="8646"/>
                    <a:pt x="9028" y="9518"/>
                    <a:pt x="8347" y="10222"/>
                  </a:cubicBezTo>
                  <a:cubicBezTo>
                    <a:pt x="7688" y="10903"/>
                    <a:pt x="6597" y="11248"/>
                    <a:pt x="5102" y="11252"/>
                  </a:cubicBezTo>
                  <a:cubicBezTo>
                    <a:pt x="2240" y="11250"/>
                    <a:pt x="1171" y="9891"/>
                    <a:pt x="1171" y="9033"/>
                  </a:cubicBezTo>
                  <a:cubicBezTo>
                    <a:pt x="1171" y="8780"/>
                    <a:pt x="1518" y="8672"/>
                    <a:pt x="1656" y="8672"/>
                  </a:cubicBezTo>
                  <a:cubicBezTo>
                    <a:pt x="1844" y="8672"/>
                    <a:pt x="2005" y="8837"/>
                    <a:pt x="2327" y="9212"/>
                  </a:cubicBezTo>
                  <a:cubicBezTo>
                    <a:pt x="2843" y="9813"/>
                    <a:pt x="3551" y="10636"/>
                    <a:pt x="5095" y="10636"/>
                  </a:cubicBezTo>
                  <a:cubicBezTo>
                    <a:pt x="6363" y="10636"/>
                    <a:pt x="7727" y="9881"/>
                    <a:pt x="7727" y="8612"/>
                  </a:cubicBezTo>
                  <a:cubicBezTo>
                    <a:pt x="7727" y="7951"/>
                    <a:pt x="7363" y="7445"/>
                    <a:pt x="6647" y="7109"/>
                  </a:cubicBezTo>
                  <a:cubicBezTo>
                    <a:pt x="6130" y="6866"/>
                    <a:pt x="5472" y="6726"/>
                    <a:pt x="4773" y="6578"/>
                  </a:cubicBezTo>
                  <a:cubicBezTo>
                    <a:pt x="2620" y="6120"/>
                    <a:pt x="1209" y="5683"/>
                    <a:pt x="1209" y="3859"/>
                  </a:cubicBezTo>
                  <a:cubicBezTo>
                    <a:pt x="1209" y="2893"/>
                    <a:pt x="1667" y="2191"/>
                    <a:pt x="2606" y="1711"/>
                  </a:cubicBezTo>
                  <a:cubicBezTo>
                    <a:pt x="3388" y="1313"/>
                    <a:pt x="4350" y="1172"/>
                    <a:pt x="4938" y="1172"/>
                  </a:cubicBezTo>
                  <a:close/>
                  <a:moveTo>
                    <a:pt x="4938" y="1"/>
                  </a:moveTo>
                  <a:cubicBezTo>
                    <a:pt x="2944" y="1"/>
                    <a:pt x="39" y="991"/>
                    <a:pt x="39" y="3861"/>
                  </a:cubicBezTo>
                  <a:cubicBezTo>
                    <a:pt x="39" y="5149"/>
                    <a:pt x="579" y="6129"/>
                    <a:pt x="1644" y="6772"/>
                  </a:cubicBezTo>
                  <a:cubicBezTo>
                    <a:pt x="2505" y="7293"/>
                    <a:pt x="3581" y="7523"/>
                    <a:pt x="4529" y="7724"/>
                  </a:cubicBezTo>
                  <a:cubicBezTo>
                    <a:pt x="5159" y="7857"/>
                    <a:pt x="5755" y="7984"/>
                    <a:pt x="6149" y="8170"/>
                  </a:cubicBezTo>
                  <a:cubicBezTo>
                    <a:pt x="6556" y="8359"/>
                    <a:pt x="6556" y="8518"/>
                    <a:pt x="6556" y="8612"/>
                  </a:cubicBezTo>
                  <a:cubicBezTo>
                    <a:pt x="6556" y="9100"/>
                    <a:pt x="5785" y="9465"/>
                    <a:pt x="5095" y="9465"/>
                  </a:cubicBezTo>
                  <a:cubicBezTo>
                    <a:pt x="4089" y="9465"/>
                    <a:pt x="3664" y="8971"/>
                    <a:pt x="3215" y="8449"/>
                  </a:cubicBezTo>
                  <a:cubicBezTo>
                    <a:pt x="2833" y="8005"/>
                    <a:pt x="2401" y="7501"/>
                    <a:pt x="1656" y="7501"/>
                  </a:cubicBezTo>
                  <a:cubicBezTo>
                    <a:pt x="860" y="7501"/>
                    <a:pt x="0" y="8087"/>
                    <a:pt x="0" y="9035"/>
                  </a:cubicBezTo>
                  <a:cubicBezTo>
                    <a:pt x="0" y="10459"/>
                    <a:pt x="1462" y="12423"/>
                    <a:pt x="5104" y="12423"/>
                  </a:cubicBezTo>
                  <a:cubicBezTo>
                    <a:pt x="6926" y="12419"/>
                    <a:pt x="8301" y="11954"/>
                    <a:pt x="9187" y="11036"/>
                  </a:cubicBezTo>
                  <a:cubicBezTo>
                    <a:pt x="10167" y="10024"/>
                    <a:pt x="10211" y="8803"/>
                    <a:pt x="10200" y="8442"/>
                  </a:cubicBezTo>
                  <a:cubicBezTo>
                    <a:pt x="10199" y="7101"/>
                    <a:pt x="9638" y="6090"/>
                    <a:pt x="8536" y="5435"/>
                  </a:cubicBezTo>
                  <a:cubicBezTo>
                    <a:pt x="7642" y="4904"/>
                    <a:pt x="6537" y="4685"/>
                    <a:pt x="5560" y="4492"/>
                  </a:cubicBezTo>
                  <a:cubicBezTo>
                    <a:pt x="4939" y="4370"/>
                    <a:pt x="4354" y="4255"/>
                    <a:pt x="3966" y="4084"/>
                  </a:cubicBezTo>
                  <a:cubicBezTo>
                    <a:pt x="3588" y="3916"/>
                    <a:pt x="3588" y="3781"/>
                    <a:pt x="3588" y="3703"/>
                  </a:cubicBezTo>
                  <a:cubicBezTo>
                    <a:pt x="3588" y="3429"/>
                    <a:pt x="4016" y="3050"/>
                    <a:pt x="4821" y="3050"/>
                  </a:cubicBezTo>
                  <a:cubicBezTo>
                    <a:pt x="5790" y="3050"/>
                    <a:pt x="6153" y="3418"/>
                    <a:pt x="6570" y="3847"/>
                  </a:cubicBezTo>
                  <a:cubicBezTo>
                    <a:pt x="6921" y="4202"/>
                    <a:pt x="7354" y="4644"/>
                    <a:pt x="8102" y="4644"/>
                  </a:cubicBezTo>
                  <a:cubicBezTo>
                    <a:pt x="8966" y="4644"/>
                    <a:pt x="9781" y="4016"/>
                    <a:pt x="9781" y="3082"/>
                  </a:cubicBezTo>
                  <a:cubicBezTo>
                    <a:pt x="9781" y="1768"/>
                    <a:pt x="7722" y="1"/>
                    <a:pt x="493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71" name="Google Shape;11371;p67"/>
            <p:cNvSpPr/>
            <p:nvPr/>
          </p:nvSpPr>
          <p:spPr>
            <a:xfrm>
              <a:off x="3988564" y="2571836"/>
              <a:ext cx="417045" cy="416878"/>
            </a:xfrm>
            <a:custGeom>
              <a:rect l="l" t="t" r="r" b="b"/>
              <a:pathLst>
                <a:path w="19983" h="19975" extrusionOk="0">
                  <a:moveTo>
                    <a:pt x="5465" y="1172"/>
                  </a:moveTo>
                  <a:cubicBezTo>
                    <a:pt x="6229" y="1172"/>
                    <a:pt x="6714" y="1356"/>
                    <a:pt x="7184" y="1548"/>
                  </a:cubicBezTo>
                  <a:cubicBezTo>
                    <a:pt x="7842" y="1820"/>
                    <a:pt x="8120" y="1882"/>
                    <a:pt x="8506" y="1882"/>
                  </a:cubicBezTo>
                  <a:cubicBezTo>
                    <a:pt x="8831" y="1882"/>
                    <a:pt x="9232" y="1838"/>
                    <a:pt x="10000" y="1838"/>
                  </a:cubicBezTo>
                  <a:cubicBezTo>
                    <a:pt x="13275" y="1838"/>
                    <a:pt x="15226" y="3478"/>
                    <a:pt x="16286" y="4855"/>
                  </a:cubicBezTo>
                  <a:cubicBezTo>
                    <a:pt x="17660" y="6641"/>
                    <a:pt x="18149" y="8709"/>
                    <a:pt x="18149" y="9937"/>
                  </a:cubicBezTo>
                  <a:cubicBezTo>
                    <a:pt x="18149" y="11304"/>
                    <a:pt x="17841" y="11405"/>
                    <a:pt x="18414" y="12744"/>
                  </a:cubicBezTo>
                  <a:cubicBezTo>
                    <a:pt x="18610" y="13203"/>
                    <a:pt x="18812" y="13675"/>
                    <a:pt x="18812" y="14565"/>
                  </a:cubicBezTo>
                  <a:cubicBezTo>
                    <a:pt x="18812" y="15702"/>
                    <a:pt x="18373" y="16765"/>
                    <a:pt x="17575" y="17561"/>
                  </a:cubicBezTo>
                  <a:cubicBezTo>
                    <a:pt x="16776" y="18358"/>
                    <a:pt x="15671" y="18803"/>
                    <a:pt x="14546" y="18803"/>
                  </a:cubicBezTo>
                  <a:cubicBezTo>
                    <a:pt x="14544" y="18803"/>
                    <a:pt x="14542" y="18803"/>
                    <a:pt x="14540" y="18803"/>
                  </a:cubicBezTo>
                  <a:lnTo>
                    <a:pt x="14519" y="18803"/>
                  </a:lnTo>
                  <a:cubicBezTo>
                    <a:pt x="13754" y="18803"/>
                    <a:pt x="13270" y="18612"/>
                    <a:pt x="12799" y="18418"/>
                  </a:cubicBezTo>
                  <a:cubicBezTo>
                    <a:pt x="12161" y="18154"/>
                    <a:pt x="11842" y="18085"/>
                    <a:pt x="11520" y="18085"/>
                  </a:cubicBezTo>
                  <a:cubicBezTo>
                    <a:pt x="11167" y="18085"/>
                    <a:pt x="10809" y="18168"/>
                    <a:pt x="10022" y="18168"/>
                  </a:cubicBezTo>
                  <a:cubicBezTo>
                    <a:pt x="6746" y="18168"/>
                    <a:pt x="4785" y="16516"/>
                    <a:pt x="3717" y="15131"/>
                  </a:cubicBezTo>
                  <a:cubicBezTo>
                    <a:pt x="2328" y="13328"/>
                    <a:pt x="1835" y="11257"/>
                    <a:pt x="1835" y="10031"/>
                  </a:cubicBezTo>
                  <a:cubicBezTo>
                    <a:pt x="1835" y="8674"/>
                    <a:pt x="2146" y="8571"/>
                    <a:pt x="1569" y="7222"/>
                  </a:cubicBezTo>
                  <a:cubicBezTo>
                    <a:pt x="1375" y="6765"/>
                    <a:pt x="1173" y="6293"/>
                    <a:pt x="1171" y="5408"/>
                  </a:cubicBezTo>
                  <a:cubicBezTo>
                    <a:pt x="1175" y="3063"/>
                    <a:pt x="3100" y="1172"/>
                    <a:pt x="5465" y="1172"/>
                  </a:cubicBezTo>
                  <a:close/>
                  <a:moveTo>
                    <a:pt x="5465" y="0"/>
                  </a:moveTo>
                  <a:cubicBezTo>
                    <a:pt x="3993" y="0"/>
                    <a:pt x="2617" y="552"/>
                    <a:pt x="1587" y="1582"/>
                  </a:cubicBezTo>
                  <a:cubicBezTo>
                    <a:pt x="566" y="2603"/>
                    <a:pt x="4" y="3960"/>
                    <a:pt x="0" y="5403"/>
                  </a:cubicBezTo>
                  <a:lnTo>
                    <a:pt x="0" y="5414"/>
                  </a:lnTo>
                  <a:cubicBezTo>
                    <a:pt x="2" y="6535"/>
                    <a:pt x="274" y="7170"/>
                    <a:pt x="492" y="7682"/>
                  </a:cubicBezTo>
                  <a:cubicBezTo>
                    <a:pt x="938" y="8725"/>
                    <a:pt x="664" y="8547"/>
                    <a:pt x="664" y="10031"/>
                  </a:cubicBezTo>
                  <a:cubicBezTo>
                    <a:pt x="664" y="11738"/>
                    <a:pt x="1385" y="14023"/>
                    <a:pt x="2790" y="15845"/>
                  </a:cubicBezTo>
                  <a:cubicBezTo>
                    <a:pt x="4019" y="17439"/>
                    <a:pt x="6270" y="19339"/>
                    <a:pt x="10022" y="19339"/>
                  </a:cubicBezTo>
                  <a:cubicBezTo>
                    <a:pt x="10942" y="19339"/>
                    <a:pt x="11234" y="19255"/>
                    <a:pt x="11494" y="19255"/>
                  </a:cubicBezTo>
                  <a:cubicBezTo>
                    <a:pt x="11700" y="19255"/>
                    <a:pt x="11887" y="19308"/>
                    <a:pt x="12353" y="19500"/>
                  </a:cubicBezTo>
                  <a:cubicBezTo>
                    <a:pt x="12875" y="19716"/>
                    <a:pt x="13523" y="19974"/>
                    <a:pt x="14519" y="19974"/>
                  </a:cubicBezTo>
                  <a:lnTo>
                    <a:pt x="14554" y="19974"/>
                  </a:lnTo>
                  <a:cubicBezTo>
                    <a:pt x="15985" y="19974"/>
                    <a:pt x="17386" y="19403"/>
                    <a:pt x="18402" y="18391"/>
                  </a:cubicBezTo>
                  <a:cubicBezTo>
                    <a:pt x="19422" y="17374"/>
                    <a:pt x="19983" y="16015"/>
                    <a:pt x="19983" y="14565"/>
                  </a:cubicBezTo>
                  <a:cubicBezTo>
                    <a:pt x="19983" y="13436"/>
                    <a:pt x="19711" y="12797"/>
                    <a:pt x="19491" y="12284"/>
                  </a:cubicBezTo>
                  <a:cubicBezTo>
                    <a:pt x="19045" y="11243"/>
                    <a:pt x="19320" y="11421"/>
                    <a:pt x="19320" y="9937"/>
                  </a:cubicBezTo>
                  <a:cubicBezTo>
                    <a:pt x="19320" y="8218"/>
                    <a:pt x="18603" y="5946"/>
                    <a:pt x="17213" y="4140"/>
                  </a:cubicBezTo>
                  <a:cubicBezTo>
                    <a:pt x="15994" y="2557"/>
                    <a:pt x="13753" y="667"/>
                    <a:pt x="10000" y="667"/>
                  </a:cubicBezTo>
                  <a:cubicBezTo>
                    <a:pt x="9146" y="667"/>
                    <a:pt x="8785" y="712"/>
                    <a:pt x="8528" y="712"/>
                  </a:cubicBezTo>
                  <a:cubicBezTo>
                    <a:pt x="8261" y="712"/>
                    <a:pt x="8109" y="664"/>
                    <a:pt x="7630" y="466"/>
                  </a:cubicBezTo>
                  <a:cubicBezTo>
                    <a:pt x="7110" y="252"/>
                    <a:pt x="6461" y="0"/>
                    <a:pt x="54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372" name="Google Shape;11372;p67"/>
          <p:cNvGrpSpPr/>
          <p:nvPr/>
        </p:nvGrpSpPr>
        <p:grpSpPr>
          <a:xfrm>
            <a:off x="2844747" y="3755436"/>
            <a:ext cx="407391" cy="407391"/>
            <a:chOff x="4500573" y="2571753"/>
            <a:chExt cx="417024" cy="417024"/>
          </a:xfrm>
        </p:grpSpPr>
        <p:sp>
          <p:nvSpPr>
            <p:cNvPr id="11373" name="Google Shape;11373;p67"/>
            <p:cNvSpPr/>
            <p:nvPr/>
          </p:nvSpPr>
          <p:spPr>
            <a:xfrm>
              <a:off x="4550263" y="2632817"/>
              <a:ext cx="317683" cy="293244"/>
            </a:xfrm>
            <a:custGeom>
              <a:rect l="l" t="t" r="r" b="b"/>
              <a:pathLst>
                <a:path w="15222" h="14051" extrusionOk="0">
                  <a:moveTo>
                    <a:pt x="7616" y="1172"/>
                  </a:moveTo>
                  <a:cubicBezTo>
                    <a:pt x="8529" y="1202"/>
                    <a:pt x="10613" y="1570"/>
                    <a:pt x="10613" y="4280"/>
                  </a:cubicBezTo>
                  <a:cubicBezTo>
                    <a:pt x="10613" y="4791"/>
                    <a:pt x="10565" y="5662"/>
                    <a:pt x="10565" y="5683"/>
                  </a:cubicBezTo>
                  <a:cubicBezTo>
                    <a:pt x="10565" y="6490"/>
                    <a:pt x="11186" y="6530"/>
                    <a:pt x="11312" y="6530"/>
                  </a:cubicBezTo>
                  <a:cubicBezTo>
                    <a:pt x="11563" y="6530"/>
                    <a:pt x="11867" y="6461"/>
                    <a:pt x="12149" y="6399"/>
                  </a:cubicBezTo>
                  <a:lnTo>
                    <a:pt x="12149" y="6399"/>
                  </a:lnTo>
                  <a:cubicBezTo>
                    <a:pt x="11697" y="6589"/>
                    <a:pt x="10875" y="6838"/>
                    <a:pt x="10875" y="7608"/>
                  </a:cubicBezTo>
                  <a:cubicBezTo>
                    <a:pt x="10875" y="9260"/>
                    <a:pt x="12294" y="9897"/>
                    <a:pt x="13233" y="10316"/>
                  </a:cubicBezTo>
                  <a:cubicBezTo>
                    <a:pt x="13419" y="10399"/>
                    <a:pt x="13661" y="10509"/>
                    <a:pt x="13838" y="10608"/>
                  </a:cubicBezTo>
                  <a:cubicBezTo>
                    <a:pt x="13590" y="10652"/>
                    <a:pt x="13247" y="10703"/>
                    <a:pt x="12826" y="10802"/>
                  </a:cubicBezTo>
                  <a:cubicBezTo>
                    <a:pt x="12446" y="10894"/>
                    <a:pt x="12149" y="11195"/>
                    <a:pt x="12067" y="11574"/>
                  </a:cubicBezTo>
                  <a:cubicBezTo>
                    <a:pt x="12058" y="11614"/>
                    <a:pt x="12049" y="11652"/>
                    <a:pt x="12041" y="11683"/>
                  </a:cubicBezTo>
                  <a:cubicBezTo>
                    <a:pt x="11837" y="11646"/>
                    <a:pt x="11549" y="11584"/>
                    <a:pt x="11156" y="11584"/>
                  </a:cubicBezTo>
                  <a:cubicBezTo>
                    <a:pt x="10220" y="11584"/>
                    <a:pt x="9658" y="11968"/>
                    <a:pt x="9161" y="12306"/>
                  </a:cubicBezTo>
                  <a:cubicBezTo>
                    <a:pt x="8711" y="12614"/>
                    <a:pt x="8322" y="12879"/>
                    <a:pt x="7611" y="12881"/>
                  </a:cubicBezTo>
                  <a:cubicBezTo>
                    <a:pt x="6900" y="12879"/>
                    <a:pt x="6511" y="12614"/>
                    <a:pt x="6060" y="12306"/>
                  </a:cubicBezTo>
                  <a:cubicBezTo>
                    <a:pt x="5563" y="11968"/>
                    <a:pt x="5000" y="11584"/>
                    <a:pt x="4064" y="11584"/>
                  </a:cubicBezTo>
                  <a:cubicBezTo>
                    <a:pt x="3671" y="11584"/>
                    <a:pt x="3381" y="11646"/>
                    <a:pt x="3180" y="11683"/>
                  </a:cubicBezTo>
                  <a:cubicBezTo>
                    <a:pt x="3171" y="11652"/>
                    <a:pt x="3164" y="11614"/>
                    <a:pt x="3155" y="11574"/>
                  </a:cubicBezTo>
                  <a:cubicBezTo>
                    <a:pt x="3072" y="11195"/>
                    <a:pt x="2775" y="10894"/>
                    <a:pt x="2394" y="10802"/>
                  </a:cubicBezTo>
                  <a:cubicBezTo>
                    <a:pt x="1973" y="10703"/>
                    <a:pt x="1630" y="10652"/>
                    <a:pt x="1384" y="10608"/>
                  </a:cubicBezTo>
                  <a:cubicBezTo>
                    <a:pt x="1559" y="10509"/>
                    <a:pt x="1803" y="10399"/>
                    <a:pt x="1987" y="10316"/>
                  </a:cubicBezTo>
                  <a:cubicBezTo>
                    <a:pt x="2927" y="9897"/>
                    <a:pt x="4347" y="9260"/>
                    <a:pt x="4347" y="7608"/>
                  </a:cubicBezTo>
                  <a:cubicBezTo>
                    <a:pt x="4347" y="6838"/>
                    <a:pt x="3525" y="6589"/>
                    <a:pt x="3072" y="6399"/>
                  </a:cubicBezTo>
                  <a:lnTo>
                    <a:pt x="3072" y="6399"/>
                  </a:lnTo>
                  <a:cubicBezTo>
                    <a:pt x="3355" y="6461"/>
                    <a:pt x="3657" y="6530"/>
                    <a:pt x="3910" y="6530"/>
                  </a:cubicBezTo>
                  <a:cubicBezTo>
                    <a:pt x="4034" y="6530"/>
                    <a:pt x="4655" y="6490"/>
                    <a:pt x="4655" y="5683"/>
                  </a:cubicBezTo>
                  <a:cubicBezTo>
                    <a:pt x="4655" y="5662"/>
                    <a:pt x="4609" y="4793"/>
                    <a:pt x="4609" y="4280"/>
                  </a:cubicBezTo>
                  <a:cubicBezTo>
                    <a:pt x="4609" y="1558"/>
                    <a:pt x="6698" y="1199"/>
                    <a:pt x="7616" y="1172"/>
                  </a:cubicBezTo>
                  <a:close/>
                  <a:moveTo>
                    <a:pt x="7602" y="1"/>
                  </a:moveTo>
                  <a:cubicBezTo>
                    <a:pt x="7201" y="11"/>
                    <a:pt x="6164" y="98"/>
                    <a:pt x="5219" y="691"/>
                  </a:cubicBezTo>
                  <a:cubicBezTo>
                    <a:pt x="4407" y="1200"/>
                    <a:pt x="3438" y="2237"/>
                    <a:pt x="3438" y="4280"/>
                  </a:cubicBezTo>
                  <a:cubicBezTo>
                    <a:pt x="3438" y="4714"/>
                    <a:pt x="3454" y="5041"/>
                    <a:pt x="3466" y="5288"/>
                  </a:cubicBezTo>
                  <a:cubicBezTo>
                    <a:pt x="3176" y="5225"/>
                    <a:pt x="2914" y="5159"/>
                    <a:pt x="2711" y="5159"/>
                  </a:cubicBezTo>
                  <a:cubicBezTo>
                    <a:pt x="2005" y="5159"/>
                    <a:pt x="1492" y="5593"/>
                    <a:pt x="1492" y="6187"/>
                  </a:cubicBezTo>
                  <a:cubicBezTo>
                    <a:pt x="1492" y="7031"/>
                    <a:pt x="2302" y="7355"/>
                    <a:pt x="2785" y="7547"/>
                  </a:cubicBezTo>
                  <a:cubicBezTo>
                    <a:pt x="2907" y="7595"/>
                    <a:pt x="3077" y="7664"/>
                    <a:pt x="3173" y="7717"/>
                  </a:cubicBezTo>
                  <a:cubicBezTo>
                    <a:pt x="3084" y="8885"/>
                    <a:pt x="1453" y="9124"/>
                    <a:pt x="595" y="9723"/>
                  </a:cubicBezTo>
                  <a:cubicBezTo>
                    <a:pt x="201" y="9999"/>
                    <a:pt x="1" y="10337"/>
                    <a:pt x="1" y="10730"/>
                  </a:cubicBezTo>
                  <a:cubicBezTo>
                    <a:pt x="1" y="11119"/>
                    <a:pt x="194" y="11425"/>
                    <a:pt x="547" y="11590"/>
                  </a:cubicBezTo>
                  <a:cubicBezTo>
                    <a:pt x="892" y="11752"/>
                    <a:pt x="1340" y="11765"/>
                    <a:pt x="2032" y="11920"/>
                  </a:cubicBezTo>
                  <a:cubicBezTo>
                    <a:pt x="2081" y="12138"/>
                    <a:pt x="2134" y="12318"/>
                    <a:pt x="2231" y="12474"/>
                  </a:cubicBezTo>
                  <a:cubicBezTo>
                    <a:pt x="2428" y="12789"/>
                    <a:pt x="2691" y="12874"/>
                    <a:pt x="2981" y="12874"/>
                  </a:cubicBezTo>
                  <a:cubicBezTo>
                    <a:pt x="3325" y="12874"/>
                    <a:pt x="3708" y="12754"/>
                    <a:pt x="4064" y="12754"/>
                  </a:cubicBezTo>
                  <a:cubicBezTo>
                    <a:pt x="4639" y="12754"/>
                    <a:pt x="4975" y="12984"/>
                    <a:pt x="5400" y="13274"/>
                  </a:cubicBezTo>
                  <a:cubicBezTo>
                    <a:pt x="5907" y="13619"/>
                    <a:pt x="6537" y="14050"/>
                    <a:pt x="7609" y="14050"/>
                  </a:cubicBezTo>
                  <a:lnTo>
                    <a:pt x="7611" y="14050"/>
                  </a:lnTo>
                  <a:cubicBezTo>
                    <a:pt x="8683" y="14050"/>
                    <a:pt x="9315" y="13620"/>
                    <a:pt x="9821" y="13274"/>
                  </a:cubicBezTo>
                  <a:cubicBezTo>
                    <a:pt x="10247" y="12984"/>
                    <a:pt x="10581" y="12754"/>
                    <a:pt x="11156" y="12754"/>
                  </a:cubicBezTo>
                  <a:cubicBezTo>
                    <a:pt x="11621" y="12754"/>
                    <a:pt x="11881" y="12881"/>
                    <a:pt x="12228" y="12881"/>
                  </a:cubicBezTo>
                  <a:cubicBezTo>
                    <a:pt x="12647" y="12881"/>
                    <a:pt x="12874" y="12660"/>
                    <a:pt x="12991" y="12474"/>
                  </a:cubicBezTo>
                  <a:cubicBezTo>
                    <a:pt x="13088" y="12318"/>
                    <a:pt x="13139" y="12136"/>
                    <a:pt x="13189" y="11920"/>
                  </a:cubicBezTo>
                  <a:cubicBezTo>
                    <a:pt x="13880" y="11765"/>
                    <a:pt x="14328" y="11752"/>
                    <a:pt x="14673" y="11590"/>
                  </a:cubicBezTo>
                  <a:cubicBezTo>
                    <a:pt x="15027" y="11425"/>
                    <a:pt x="15221" y="11119"/>
                    <a:pt x="15221" y="10730"/>
                  </a:cubicBezTo>
                  <a:cubicBezTo>
                    <a:pt x="15221" y="10337"/>
                    <a:pt x="15020" y="9999"/>
                    <a:pt x="14625" y="9723"/>
                  </a:cubicBezTo>
                  <a:cubicBezTo>
                    <a:pt x="13769" y="9124"/>
                    <a:pt x="12136" y="8885"/>
                    <a:pt x="12048" y="7717"/>
                  </a:cubicBezTo>
                  <a:cubicBezTo>
                    <a:pt x="12143" y="7664"/>
                    <a:pt x="12313" y="7595"/>
                    <a:pt x="12435" y="7547"/>
                  </a:cubicBezTo>
                  <a:cubicBezTo>
                    <a:pt x="12918" y="7355"/>
                    <a:pt x="13728" y="7031"/>
                    <a:pt x="13728" y="6187"/>
                  </a:cubicBezTo>
                  <a:cubicBezTo>
                    <a:pt x="13728" y="5593"/>
                    <a:pt x="13215" y="5159"/>
                    <a:pt x="12509" y="5159"/>
                  </a:cubicBezTo>
                  <a:cubicBezTo>
                    <a:pt x="12306" y="5159"/>
                    <a:pt x="12044" y="5225"/>
                    <a:pt x="11754" y="5288"/>
                  </a:cubicBezTo>
                  <a:cubicBezTo>
                    <a:pt x="11768" y="5041"/>
                    <a:pt x="11782" y="4714"/>
                    <a:pt x="11782" y="4280"/>
                  </a:cubicBezTo>
                  <a:cubicBezTo>
                    <a:pt x="11782" y="2246"/>
                    <a:pt x="10822" y="1211"/>
                    <a:pt x="10017" y="700"/>
                  </a:cubicBezTo>
                  <a:cubicBezTo>
                    <a:pt x="9076" y="105"/>
                    <a:pt x="8037" y="13"/>
                    <a:pt x="763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74" name="Google Shape;11374;p67"/>
            <p:cNvSpPr/>
            <p:nvPr/>
          </p:nvSpPr>
          <p:spPr>
            <a:xfrm>
              <a:off x="4500573" y="2571753"/>
              <a:ext cx="417024" cy="417024"/>
            </a:xfrm>
            <a:custGeom>
              <a:rect l="l" t="t" r="r" b="b"/>
              <a:pathLst>
                <a:path w="19982" h="19982" extrusionOk="0">
                  <a:moveTo>
                    <a:pt x="17017" y="1172"/>
                  </a:moveTo>
                  <a:cubicBezTo>
                    <a:pt x="17990" y="1172"/>
                    <a:pt x="18812" y="1975"/>
                    <a:pt x="18812" y="2927"/>
                  </a:cubicBezTo>
                  <a:lnTo>
                    <a:pt x="18812" y="17017"/>
                  </a:lnTo>
                  <a:cubicBezTo>
                    <a:pt x="18812" y="17990"/>
                    <a:pt x="17990" y="18811"/>
                    <a:pt x="17017" y="18811"/>
                  </a:cubicBezTo>
                  <a:lnTo>
                    <a:pt x="2966" y="18811"/>
                  </a:lnTo>
                  <a:cubicBezTo>
                    <a:pt x="1993" y="18811"/>
                    <a:pt x="1172" y="17990"/>
                    <a:pt x="1172" y="17017"/>
                  </a:cubicBezTo>
                  <a:lnTo>
                    <a:pt x="1172" y="2927"/>
                  </a:lnTo>
                  <a:cubicBezTo>
                    <a:pt x="1172" y="1975"/>
                    <a:pt x="1993" y="1172"/>
                    <a:pt x="2966" y="1172"/>
                  </a:cubicBezTo>
                  <a:close/>
                  <a:moveTo>
                    <a:pt x="2966" y="1"/>
                  </a:moveTo>
                  <a:cubicBezTo>
                    <a:pt x="1349" y="1"/>
                    <a:pt x="1" y="1310"/>
                    <a:pt x="1" y="2927"/>
                  </a:cubicBezTo>
                  <a:lnTo>
                    <a:pt x="1" y="17015"/>
                  </a:lnTo>
                  <a:cubicBezTo>
                    <a:pt x="1" y="18636"/>
                    <a:pt x="1349" y="19982"/>
                    <a:pt x="2966" y="19982"/>
                  </a:cubicBezTo>
                  <a:lnTo>
                    <a:pt x="17017" y="19982"/>
                  </a:lnTo>
                  <a:cubicBezTo>
                    <a:pt x="18635" y="19982"/>
                    <a:pt x="19982" y="18634"/>
                    <a:pt x="19982" y="17015"/>
                  </a:cubicBezTo>
                  <a:lnTo>
                    <a:pt x="19982" y="2927"/>
                  </a:lnTo>
                  <a:cubicBezTo>
                    <a:pt x="19982" y="1310"/>
                    <a:pt x="18635" y="1"/>
                    <a:pt x="1701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375" name="Google Shape;11375;p67"/>
          <p:cNvGrpSpPr/>
          <p:nvPr/>
        </p:nvGrpSpPr>
        <p:grpSpPr>
          <a:xfrm>
            <a:off x="3461079" y="3755436"/>
            <a:ext cx="407391" cy="407391"/>
            <a:chOff x="5012603" y="2571753"/>
            <a:chExt cx="417024" cy="417024"/>
          </a:xfrm>
        </p:grpSpPr>
        <p:sp>
          <p:nvSpPr>
            <p:cNvPr id="11376" name="Google Shape;11376;p67"/>
            <p:cNvSpPr/>
            <p:nvPr/>
          </p:nvSpPr>
          <p:spPr>
            <a:xfrm>
              <a:off x="5133124" y="2631210"/>
              <a:ext cx="180818" cy="300048"/>
            </a:xfrm>
            <a:custGeom>
              <a:rect l="l" t="t" r="r" b="b"/>
              <a:pathLst>
                <a:path w="8664" h="14377" extrusionOk="0">
                  <a:moveTo>
                    <a:pt x="4683" y="1171"/>
                  </a:moveTo>
                  <a:lnTo>
                    <a:pt x="4683" y="3395"/>
                  </a:lnTo>
                  <a:cubicBezTo>
                    <a:pt x="4683" y="3719"/>
                    <a:pt x="4945" y="3980"/>
                    <a:pt x="5269" y="3980"/>
                  </a:cubicBezTo>
                  <a:lnTo>
                    <a:pt x="7493" y="3980"/>
                  </a:lnTo>
                  <a:lnTo>
                    <a:pt x="7493" y="5620"/>
                  </a:lnTo>
                  <a:lnTo>
                    <a:pt x="5269" y="5620"/>
                  </a:lnTo>
                  <a:cubicBezTo>
                    <a:pt x="4945" y="5620"/>
                    <a:pt x="4683" y="5882"/>
                    <a:pt x="4683" y="6206"/>
                  </a:cubicBezTo>
                  <a:lnTo>
                    <a:pt x="4683" y="9859"/>
                  </a:lnTo>
                  <a:cubicBezTo>
                    <a:pt x="4683" y="10227"/>
                    <a:pt x="4706" y="10648"/>
                    <a:pt x="4975" y="10986"/>
                  </a:cubicBezTo>
                  <a:cubicBezTo>
                    <a:pt x="5327" y="11423"/>
                    <a:pt x="5899" y="11474"/>
                    <a:pt x="6299" y="11474"/>
                  </a:cubicBezTo>
                  <a:lnTo>
                    <a:pt x="7494" y="11474"/>
                  </a:lnTo>
                  <a:lnTo>
                    <a:pt x="7494" y="13158"/>
                  </a:lnTo>
                  <a:cubicBezTo>
                    <a:pt x="7137" y="13183"/>
                    <a:pt x="6635" y="13207"/>
                    <a:pt x="6113" y="13207"/>
                  </a:cubicBezTo>
                  <a:cubicBezTo>
                    <a:pt x="3848" y="13207"/>
                    <a:pt x="3044" y="11806"/>
                    <a:pt x="3044" y="10607"/>
                  </a:cubicBezTo>
                  <a:lnTo>
                    <a:pt x="3044" y="6206"/>
                  </a:lnTo>
                  <a:cubicBezTo>
                    <a:pt x="3044" y="5882"/>
                    <a:pt x="2782" y="5620"/>
                    <a:pt x="2460" y="5620"/>
                  </a:cubicBezTo>
                  <a:lnTo>
                    <a:pt x="1172" y="5620"/>
                  </a:lnTo>
                  <a:lnTo>
                    <a:pt x="1172" y="4090"/>
                  </a:lnTo>
                  <a:cubicBezTo>
                    <a:pt x="2035" y="3913"/>
                    <a:pt x="2690" y="3487"/>
                    <a:pt x="3120" y="2820"/>
                  </a:cubicBezTo>
                  <a:cubicBezTo>
                    <a:pt x="3463" y="2289"/>
                    <a:pt x="3608" y="1697"/>
                    <a:pt x="3703" y="1171"/>
                  </a:cubicBezTo>
                  <a:close/>
                  <a:moveTo>
                    <a:pt x="3208" y="0"/>
                  </a:moveTo>
                  <a:cubicBezTo>
                    <a:pt x="2922" y="0"/>
                    <a:pt x="2677" y="207"/>
                    <a:pt x="2631" y="490"/>
                  </a:cubicBezTo>
                  <a:cubicBezTo>
                    <a:pt x="2409" y="1822"/>
                    <a:pt x="2209" y="2861"/>
                    <a:pt x="537" y="3000"/>
                  </a:cubicBezTo>
                  <a:cubicBezTo>
                    <a:pt x="234" y="3025"/>
                    <a:pt x="1" y="3278"/>
                    <a:pt x="1" y="3582"/>
                  </a:cubicBezTo>
                  <a:lnTo>
                    <a:pt x="1" y="6206"/>
                  </a:lnTo>
                  <a:cubicBezTo>
                    <a:pt x="1" y="6529"/>
                    <a:pt x="263" y="6791"/>
                    <a:pt x="586" y="6791"/>
                  </a:cubicBezTo>
                  <a:lnTo>
                    <a:pt x="1874" y="6791"/>
                  </a:lnTo>
                  <a:lnTo>
                    <a:pt x="1874" y="10607"/>
                  </a:lnTo>
                  <a:cubicBezTo>
                    <a:pt x="1874" y="12618"/>
                    <a:pt x="3355" y="14377"/>
                    <a:pt x="6111" y="14377"/>
                  </a:cubicBezTo>
                  <a:cubicBezTo>
                    <a:pt x="7158" y="14377"/>
                    <a:pt x="8098" y="14285"/>
                    <a:pt x="8137" y="14281"/>
                  </a:cubicBezTo>
                  <a:cubicBezTo>
                    <a:pt x="8436" y="14251"/>
                    <a:pt x="8664" y="14000"/>
                    <a:pt x="8664" y="13699"/>
                  </a:cubicBezTo>
                  <a:lnTo>
                    <a:pt x="8664" y="10888"/>
                  </a:lnTo>
                  <a:cubicBezTo>
                    <a:pt x="8664" y="10565"/>
                    <a:pt x="8402" y="10303"/>
                    <a:pt x="8078" y="10303"/>
                  </a:cubicBezTo>
                  <a:lnTo>
                    <a:pt x="6299" y="10303"/>
                  </a:lnTo>
                  <a:cubicBezTo>
                    <a:pt x="5828" y="10303"/>
                    <a:pt x="5855" y="10292"/>
                    <a:pt x="5855" y="9859"/>
                  </a:cubicBezTo>
                  <a:lnTo>
                    <a:pt x="5855" y="6791"/>
                  </a:lnTo>
                  <a:lnTo>
                    <a:pt x="8078" y="6791"/>
                  </a:lnTo>
                  <a:cubicBezTo>
                    <a:pt x="8402" y="6791"/>
                    <a:pt x="8664" y="6529"/>
                    <a:pt x="8664" y="6206"/>
                  </a:cubicBezTo>
                  <a:lnTo>
                    <a:pt x="8664" y="3397"/>
                  </a:lnTo>
                  <a:cubicBezTo>
                    <a:pt x="8664" y="3073"/>
                    <a:pt x="8402" y="2811"/>
                    <a:pt x="8078" y="2811"/>
                  </a:cubicBezTo>
                  <a:lnTo>
                    <a:pt x="5855" y="2811"/>
                  </a:lnTo>
                  <a:lnTo>
                    <a:pt x="5855" y="586"/>
                  </a:lnTo>
                  <a:cubicBezTo>
                    <a:pt x="5855" y="262"/>
                    <a:pt x="5593" y="0"/>
                    <a:pt x="526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77" name="Google Shape;11377;p67"/>
            <p:cNvSpPr/>
            <p:nvPr/>
          </p:nvSpPr>
          <p:spPr>
            <a:xfrm>
              <a:off x="5012603" y="2571753"/>
              <a:ext cx="417024" cy="417024"/>
            </a:xfrm>
            <a:custGeom>
              <a:rect l="l" t="t" r="r" b="b"/>
              <a:pathLst>
                <a:path w="19982" h="19982" extrusionOk="0">
                  <a:moveTo>
                    <a:pt x="17053" y="1172"/>
                  </a:moveTo>
                  <a:cubicBezTo>
                    <a:pt x="18007" y="1172"/>
                    <a:pt x="18810" y="1993"/>
                    <a:pt x="18810" y="2966"/>
                  </a:cubicBezTo>
                  <a:lnTo>
                    <a:pt x="18810" y="17017"/>
                  </a:lnTo>
                  <a:cubicBezTo>
                    <a:pt x="18810" y="17990"/>
                    <a:pt x="18007" y="18811"/>
                    <a:pt x="17053" y="18811"/>
                  </a:cubicBezTo>
                  <a:lnTo>
                    <a:pt x="2965" y="18811"/>
                  </a:lnTo>
                  <a:cubicBezTo>
                    <a:pt x="1992" y="18811"/>
                    <a:pt x="1169" y="17990"/>
                    <a:pt x="1169" y="17017"/>
                  </a:cubicBezTo>
                  <a:lnTo>
                    <a:pt x="1169" y="2966"/>
                  </a:lnTo>
                  <a:cubicBezTo>
                    <a:pt x="1169" y="1993"/>
                    <a:pt x="1992" y="1172"/>
                    <a:pt x="2965" y="1172"/>
                  </a:cubicBezTo>
                  <a:close/>
                  <a:moveTo>
                    <a:pt x="2965" y="1"/>
                  </a:moveTo>
                  <a:cubicBezTo>
                    <a:pt x="1346" y="1"/>
                    <a:pt x="0" y="1349"/>
                    <a:pt x="0" y="2966"/>
                  </a:cubicBezTo>
                  <a:lnTo>
                    <a:pt x="0" y="17015"/>
                  </a:lnTo>
                  <a:cubicBezTo>
                    <a:pt x="0" y="18636"/>
                    <a:pt x="1348" y="19982"/>
                    <a:pt x="2965" y="19982"/>
                  </a:cubicBezTo>
                  <a:lnTo>
                    <a:pt x="17053" y="19982"/>
                  </a:lnTo>
                  <a:cubicBezTo>
                    <a:pt x="18672" y="19982"/>
                    <a:pt x="19981" y="18634"/>
                    <a:pt x="19981" y="17015"/>
                  </a:cubicBezTo>
                  <a:lnTo>
                    <a:pt x="19981" y="2966"/>
                  </a:lnTo>
                  <a:cubicBezTo>
                    <a:pt x="19981" y="1349"/>
                    <a:pt x="18672" y="1"/>
                    <a:pt x="1705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1378" name="Google Shape;11378;p67"/>
          <p:cNvSpPr/>
          <p:nvPr/>
        </p:nvSpPr>
        <p:spPr>
          <a:xfrm>
            <a:off x="5201286" y="3238852"/>
            <a:ext cx="407383" cy="407383"/>
          </a:xfrm>
          <a:custGeom>
            <a:rect l="l" t="t" r="r" b="b"/>
            <a:pathLst>
              <a:path w="19982" h="19982" extrusionOk="0">
                <a:moveTo>
                  <a:pt x="14602" y="3500"/>
                </a:moveTo>
                <a:cubicBezTo>
                  <a:pt x="15137" y="3500"/>
                  <a:pt x="15682" y="3563"/>
                  <a:pt x="16247" y="3689"/>
                </a:cubicBezTo>
                <a:cubicBezTo>
                  <a:pt x="16179" y="4154"/>
                  <a:pt x="16095" y="4705"/>
                  <a:pt x="16033" y="5120"/>
                </a:cubicBezTo>
                <a:cubicBezTo>
                  <a:pt x="15810" y="5075"/>
                  <a:pt x="15484" y="5035"/>
                  <a:pt x="15150" y="5035"/>
                </a:cubicBezTo>
                <a:cubicBezTo>
                  <a:pt x="14968" y="5035"/>
                  <a:pt x="14783" y="5047"/>
                  <a:pt x="14611" y="5076"/>
                </a:cubicBezTo>
                <a:cubicBezTo>
                  <a:pt x="13536" y="5258"/>
                  <a:pt x="12918" y="5925"/>
                  <a:pt x="12918" y="6907"/>
                </a:cubicBezTo>
                <a:lnTo>
                  <a:pt x="12918" y="8819"/>
                </a:lnTo>
                <a:cubicBezTo>
                  <a:pt x="12918" y="9143"/>
                  <a:pt x="13180" y="9405"/>
                  <a:pt x="13504" y="9405"/>
                </a:cubicBezTo>
                <a:lnTo>
                  <a:pt x="15681" y="9405"/>
                </a:lnTo>
                <a:lnTo>
                  <a:pt x="15388" y="10576"/>
                </a:lnTo>
                <a:lnTo>
                  <a:pt x="13504" y="10576"/>
                </a:lnTo>
                <a:cubicBezTo>
                  <a:pt x="13180" y="10576"/>
                  <a:pt x="12918" y="10838"/>
                  <a:pt x="12918" y="11161"/>
                </a:cubicBezTo>
                <a:lnTo>
                  <a:pt x="12918" y="18811"/>
                </a:lnTo>
                <a:lnTo>
                  <a:pt x="11162" y="18811"/>
                </a:lnTo>
                <a:lnTo>
                  <a:pt x="11162" y="11161"/>
                </a:lnTo>
                <a:cubicBezTo>
                  <a:pt x="11162" y="10838"/>
                  <a:pt x="10900" y="10576"/>
                  <a:pt x="10576" y="10576"/>
                </a:cubicBezTo>
                <a:lnTo>
                  <a:pt x="9407" y="10576"/>
                </a:lnTo>
                <a:lnTo>
                  <a:pt x="9407" y="9405"/>
                </a:lnTo>
                <a:lnTo>
                  <a:pt x="10576" y="9405"/>
                </a:lnTo>
                <a:cubicBezTo>
                  <a:pt x="10900" y="9405"/>
                  <a:pt x="11162" y="9143"/>
                  <a:pt x="11162" y="8821"/>
                </a:cubicBezTo>
                <a:cubicBezTo>
                  <a:pt x="11162" y="7215"/>
                  <a:pt x="11162" y="6481"/>
                  <a:pt x="11162" y="6143"/>
                </a:cubicBezTo>
                <a:cubicBezTo>
                  <a:pt x="11162" y="5520"/>
                  <a:pt x="11163" y="4843"/>
                  <a:pt x="11770" y="4324"/>
                </a:cubicBezTo>
                <a:cubicBezTo>
                  <a:pt x="12234" y="3928"/>
                  <a:pt x="12823" y="3687"/>
                  <a:pt x="13628" y="3571"/>
                </a:cubicBezTo>
                <a:cubicBezTo>
                  <a:pt x="13950" y="3524"/>
                  <a:pt x="14274" y="3500"/>
                  <a:pt x="14602" y="3500"/>
                </a:cubicBezTo>
                <a:close/>
                <a:moveTo>
                  <a:pt x="17017" y="1170"/>
                </a:moveTo>
                <a:cubicBezTo>
                  <a:pt x="17990" y="1170"/>
                  <a:pt x="18811" y="1975"/>
                  <a:pt x="18811" y="2927"/>
                </a:cubicBezTo>
                <a:lnTo>
                  <a:pt x="18811" y="17056"/>
                </a:lnTo>
                <a:cubicBezTo>
                  <a:pt x="18811" y="18023"/>
                  <a:pt x="18024" y="18811"/>
                  <a:pt x="17056" y="18811"/>
                </a:cubicBezTo>
                <a:lnTo>
                  <a:pt x="14089" y="18811"/>
                </a:lnTo>
                <a:lnTo>
                  <a:pt x="14089" y="11747"/>
                </a:lnTo>
                <a:lnTo>
                  <a:pt x="15846" y="11747"/>
                </a:lnTo>
                <a:cubicBezTo>
                  <a:pt x="16115" y="11747"/>
                  <a:pt x="16348" y="11565"/>
                  <a:pt x="16414" y="11305"/>
                </a:cubicBezTo>
                <a:lnTo>
                  <a:pt x="16999" y="8963"/>
                </a:lnTo>
                <a:cubicBezTo>
                  <a:pt x="17042" y="8787"/>
                  <a:pt x="17003" y="8602"/>
                  <a:pt x="16893" y="8460"/>
                </a:cubicBezTo>
                <a:cubicBezTo>
                  <a:pt x="16782" y="8317"/>
                  <a:pt x="16612" y="8235"/>
                  <a:pt x="16431" y="8235"/>
                </a:cubicBezTo>
                <a:lnTo>
                  <a:pt x="14089" y="8235"/>
                </a:lnTo>
                <a:lnTo>
                  <a:pt x="14089" y="6909"/>
                </a:lnTo>
                <a:cubicBezTo>
                  <a:pt x="14089" y="6638"/>
                  <a:pt x="14144" y="6343"/>
                  <a:pt x="14808" y="6229"/>
                </a:cubicBezTo>
                <a:cubicBezTo>
                  <a:pt x="14936" y="6208"/>
                  <a:pt x="15061" y="6199"/>
                  <a:pt x="15182" y="6199"/>
                </a:cubicBezTo>
                <a:cubicBezTo>
                  <a:pt x="15552" y="6199"/>
                  <a:pt x="15890" y="6283"/>
                  <a:pt x="16198" y="6360"/>
                </a:cubicBezTo>
                <a:cubicBezTo>
                  <a:pt x="16304" y="6387"/>
                  <a:pt x="16415" y="6421"/>
                  <a:pt x="16532" y="6421"/>
                </a:cubicBezTo>
                <a:cubicBezTo>
                  <a:pt x="16632" y="6421"/>
                  <a:pt x="16736" y="6396"/>
                  <a:pt x="16847" y="6321"/>
                </a:cubicBezTo>
                <a:cubicBezTo>
                  <a:pt x="16983" y="6229"/>
                  <a:pt x="17074" y="6084"/>
                  <a:pt x="17098" y="5923"/>
                </a:cubicBezTo>
                <a:cubicBezTo>
                  <a:pt x="17098" y="5923"/>
                  <a:pt x="17362" y="4156"/>
                  <a:pt x="17482" y="3339"/>
                </a:cubicBezTo>
                <a:cubicBezTo>
                  <a:pt x="17525" y="3049"/>
                  <a:pt x="17346" y="2769"/>
                  <a:pt x="17063" y="2690"/>
                </a:cubicBezTo>
                <a:cubicBezTo>
                  <a:pt x="16267" y="2463"/>
                  <a:pt x="15346" y="2343"/>
                  <a:pt x="14504" y="2343"/>
                </a:cubicBezTo>
                <a:cubicBezTo>
                  <a:pt x="14137" y="2343"/>
                  <a:pt x="13786" y="2365"/>
                  <a:pt x="13467" y="2412"/>
                </a:cubicBezTo>
                <a:cubicBezTo>
                  <a:pt x="12434" y="2562"/>
                  <a:pt x="11646" y="2888"/>
                  <a:pt x="11009" y="3434"/>
                </a:cubicBezTo>
                <a:cubicBezTo>
                  <a:pt x="10121" y="4193"/>
                  <a:pt x="10010" y="5168"/>
                  <a:pt x="9999" y="5833"/>
                </a:cubicBezTo>
                <a:cubicBezTo>
                  <a:pt x="9999" y="5847"/>
                  <a:pt x="9999" y="7029"/>
                  <a:pt x="9999" y="8235"/>
                </a:cubicBezTo>
                <a:lnTo>
                  <a:pt x="8821" y="8235"/>
                </a:lnTo>
                <a:cubicBezTo>
                  <a:pt x="8497" y="8235"/>
                  <a:pt x="8236" y="8497"/>
                  <a:pt x="8236" y="8819"/>
                </a:cubicBezTo>
                <a:lnTo>
                  <a:pt x="8236" y="11161"/>
                </a:lnTo>
                <a:cubicBezTo>
                  <a:pt x="8236" y="11485"/>
                  <a:pt x="8497" y="11747"/>
                  <a:pt x="8821" y="11747"/>
                </a:cubicBezTo>
                <a:lnTo>
                  <a:pt x="9991" y="11747"/>
                </a:lnTo>
                <a:lnTo>
                  <a:pt x="9991" y="18811"/>
                </a:lnTo>
                <a:lnTo>
                  <a:pt x="2927" y="18811"/>
                </a:lnTo>
                <a:cubicBezTo>
                  <a:pt x="1959" y="18811"/>
                  <a:pt x="1172" y="18023"/>
                  <a:pt x="1172" y="17054"/>
                </a:cubicBezTo>
                <a:lnTo>
                  <a:pt x="1172" y="2927"/>
                </a:lnTo>
                <a:cubicBezTo>
                  <a:pt x="1172" y="1959"/>
                  <a:pt x="1959" y="1170"/>
                  <a:pt x="2927" y="1170"/>
                </a:cubicBezTo>
                <a:close/>
                <a:moveTo>
                  <a:pt x="2927" y="1"/>
                </a:moveTo>
                <a:cubicBezTo>
                  <a:pt x="1314" y="1"/>
                  <a:pt x="1" y="1313"/>
                  <a:pt x="1" y="2927"/>
                </a:cubicBezTo>
                <a:lnTo>
                  <a:pt x="1" y="17056"/>
                </a:lnTo>
                <a:cubicBezTo>
                  <a:pt x="1" y="18669"/>
                  <a:pt x="1314" y="19982"/>
                  <a:pt x="2927" y="19982"/>
                </a:cubicBezTo>
                <a:lnTo>
                  <a:pt x="17054" y="19982"/>
                </a:lnTo>
                <a:cubicBezTo>
                  <a:pt x="18669" y="19982"/>
                  <a:pt x="19982" y="18669"/>
                  <a:pt x="19982" y="17056"/>
                </a:cubicBezTo>
                <a:lnTo>
                  <a:pt x="19982" y="2927"/>
                </a:lnTo>
                <a:cubicBezTo>
                  <a:pt x="19982" y="2145"/>
                  <a:pt x="19669" y="1409"/>
                  <a:pt x="19101" y="853"/>
                </a:cubicBezTo>
                <a:cubicBezTo>
                  <a:pt x="18538" y="303"/>
                  <a:pt x="17797" y="1"/>
                  <a:pt x="1701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1379" name="Google Shape;11379;p67"/>
          <p:cNvGrpSpPr/>
          <p:nvPr/>
        </p:nvGrpSpPr>
        <p:grpSpPr>
          <a:xfrm>
            <a:off x="5721826" y="3238790"/>
            <a:ext cx="407432" cy="407391"/>
            <a:chOff x="812101" y="2571761"/>
            <a:chExt cx="417066" cy="417024"/>
          </a:xfrm>
        </p:grpSpPr>
        <p:sp>
          <p:nvSpPr>
            <p:cNvPr id="11380" name="Google Shape;11380;p67"/>
            <p:cNvSpPr/>
            <p:nvPr/>
          </p:nvSpPr>
          <p:spPr>
            <a:xfrm>
              <a:off x="935084" y="2694744"/>
              <a:ext cx="171071" cy="171071"/>
            </a:xfrm>
            <a:custGeom>
              <a:rect l="l" t="t" r="r" b="b"/>
              <a:pathLst>
                <a:path w="8197" h="8197" extrusionOk="0">
                  <a:moveTo>
                    <a:pt x="4099" y="1171"/>
                  </a:moveTo>
                  <a:cubicBezTo>
                    <a:pt x="5712" y="1171"/>
                    <a:pt x="7027" y="2484"/>
                    <a:pt x="7027" y="4097"/>
                  </a:cubicBezTo>
                  <a:cubicBezTo>
                    <a:pt x="7027" y="5712"/>
                    <a:pt x="5712" y="7025"/>
                    <a:pt x="4099" y="7025"/>
                  </a:cubicBezTo>
                  <a:cubicBezTo>
                    <a:pt x="2486" y="7025"/>
                    <a:pt x="1171" y="5712"/>
                    <a:pt x="1171" y="4097"/>
                  </a:cubicBezTo>
                  <a:cubicBezTo>
                    <a:pt x="1171" y="2484"/>
                    <a:pt x="2486" y="1171"/>
                    <a:pt x="4099" y="1171"/>
                  </a:cubicBezTo>
                  <a:close/>
                  <a:moveTo>
                    <a:pt x="4099" y="0"/>
                  </a:moveTo>
                  <a:cubicBezTo>
                    <a:pt x="1840" y="0"/>
                    <a:pt x="0" y="1838"/>
                    <a:pt x="0" y="4097"/>
                  </a:cubicBezTo>
                  <a:cubicBezTo>
                    <a:pt x="0" y="6358"/>
                    <a:pt x="1840" y="8196"/>
                    <a:pt x="4099" y="8196"/>
                  </a:cubicBezTo>
                  <a:cubicBezTo>
                    <a:pt x="6358" y="8196"/>
                    <a:pt x="8196" y="6358"/>
                    <a:pt x="8196" y="4097"/>
                  </a:cubicBezTo>
                  <a:cubicBezTo>
                    <a:pt x="8196" y="1838"/>
                    <a:pt x="6358" y="0"/>
                    <a:pt x="409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81" name="Google Shape;11381;p67"/>
            <p:cNvSpPr/>
            <p:nvPr/>
          </p:nvSpPr>
          <p:spPr>
            <a:xfrm>
              <a:off x="860977" y="2620616"/>
              <a:ext cx="319311" cy="319290"/>
            </a:xfrm>
            <a:custGeom>
              <a:rect l="l" t="t" r="r" b="b"/>
              <a:pathLst>
                <a:path w="15300" h="15299" extrusionOk="0">
                  <a:moveTo>
                    <a:pt x="12333" y="1171"/>
                  </a:moveTo>
                  <a:cubicBezTo>
                    <a:pt x="13306" y="1171"/>
                    <a:pt x="14128" y="1994"/>
                    <a:pt x="14128" y="2967"/>
                  </a:cubicBezTo>
                  <a:lnTo>
                    <a:pt x="14128" y="12334"/>
                  </a:lnTo>
                  <a:cubicBezTo>
                    <a:pt x="14128" y="13307"/>
                    <a:pt x="13306" y="14129"/>
                    <a:pt x="12333" y="14129"/>
                  </a:cubicBezTo>
                  <a:lnTo>
                    <a:pt x="2968" y="14129"/>
                  </a:lnTo>
                  <a:cubicBezTo>
                    <a:pt x="1993" y="14129"/>
                    <a:pt x="1172" y="13307"/>
                    <a:pt x="1172" y="12334"/>
                  </a:cubicBezTo>
                  <a:lnTo>
                    <a:pt x="1172" y="2967"/>
                  </a:lnTo>
                  <a:cubicBezTo>
                    <a:pt x="1172" y="1994"/>
                    <a:pt x="1993" y="1171"/>
                    <a:pt x="2968" y="1171"/>
                  </a:cubicBezTo>
                  <a:close/>
                  <a:moveTo>
                    <a:pt x="2968" y="0"/>
                  </a:moveTo>
                  <a:cubicBezTo>
                    <a:pt x="1351" y="0"/>
                    <a:pt x="1" y="1346"/>
                    <a:pt x="1" y="2967"/>
                  </a:cubicBezTo>
                  <a:lnTo>
                    <a:pt x="1" y="12334"/>
                  </a:lnTo>
                  <a:cubicBezTo>
                    <a:pt x="1" y="13952"/>
                    <a:pt x="1349" y="15299"/>
                    <a:pt x="2968" y="15299"/>
                  </a:cubicBezTo>
                  <a:lnTo>
                    <a:pt x="12333" y="15299"/>
                  </a:lnTo>
                  <a:cubicBezTo>
                    <a:pt x="13953" y="15299"/>
                    <a:pt x="15299" y="13951"/>
                    <a:pt x="15299" y="12334"/>
                  </a:cubicBezTo>
                  <a:lnTo>
                    <a:pt x="15299" y="2967"/>
                  </a:lnTo>
                  <a:cubicBezTo>
                    <a:pt x="15299" y="1345"/>
                    <a:pt x="13948" y="0"/>
                    <a:pt x="1233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82" name="Google Shape;11382;p67"/>
            <p:cNvSpPr/>
            <p:nvPr/>
          </p:nvSpPr>
          <p:spPr>
            <a:xfrm>
              <a:off x="812101" y="2571761"/>
              <a:ext cx="417066" cy="417024"/>
            </a:xfrm>
            <a:custGeom>
              <a:rect l="l" t="t" r="r" b="b"/>
              <a:pathLst>
                <a:path w="19984" h="19982" extrusionOk="0">
                  <a:moveTo>
                    <a:pt x="17056" y="1172"/>
                  </a:moveTo>
                  <a:cubicBezTo>
                    <a:pt x="18025" y="1172"/>
                    <a:pt x="18812" y="1959"/>
                    <a:pt x="18812" y="2927"/>
                  </a:cubicBezTo>
                  <a:lnTo>
                    <a:pt x="18812" y="17056"/>
                  </a:lnTo>
                  <a:cubicBezTo>
                    <a:pt x="18812" y="18023"/>
                    <a:pt x="18025" y="18811"/>
                    <a:pt x="17056" y="18811"/>
                  </a:cubicBezTo>
                  <a:lnTo>
                    <a:pt x="2928" y="18811"/>
                  </a:lnTo>
                  <a:cubicBezTo>
                    <a:pt x="1961" y="18811"/>
                    <a:pt x="1172" y="18023"/>
                    <a:pt x="1172" y="17056"/>
                  </a:cubicBezTo>
                  <a:lnTo>
                    <a:pt x="1172" y="2927"/>
                  </a:lnTo>
                  <a:cubicBezTo>
                    <a:pt x="1172" y="1959"/>
                    <a:pt x="1961" y="1172"/>
                    <a:pt x="2928" y="1172"/>
                  </a:cubicBezTo>
                  <a:close/>
                  <a:moveTo>
                    <a:pt x="2928" y="1"/>
                  </a:moveTo>
                  <a:cubicBezTo>
                    <a:pt x="1313" y="1"/>
                    <a:pt x="1" y="1313"/>
                    <a:pt x="1" y="2927"/>
                  </a:cubicBezTo>
                  <a:lnTo>
                    <a:pt x="1" y="17056"/>
                  </a:lnTo>
                  <a:cubicBezTo>
                    <a:pt x="1" y="18669"/>
                    <a:pt x="1313" y="19982"/>
                    <a:pt x="2928" y="19982"/>
                  </a:cubicBezTo>
                  <a:lnTo>
                    <a:pt x="17056" y="19982"/>
                  </a:lnTo>
                  <a:cubicBezTo>
                    <a:pt x="18669" y="19982"/>
                    <a:pt x="19984" y="18669"/>
                    <a:pt x="19984" y="17056"/>
                  </a:cubicBezTo>
                  <a:lnTo>
                    <a:pt x="19984" y="2927"/>
                  </a:lnTo>
                  <a:cubicBezTo>
                    <a:pt x="19984" y="1313"/>
                    <a:pt x="18669" y="1"/>
                    <a:pt x="170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83" name="Google Shape;11383;p67"/>
            <p:cNvSpPr/>
            <p:nvPr/>
          </p:nvSpPr>
          <p:spPr>
            <a:xfrm>
              <a:off x="1081712" y="2670306"/>
              <a:ext cx="48878" cy="48898"/>
            </a:xfrm>
            <a:custGeom>
              <a:rect l="l" t="t" r="r" b="b"/>
              <a:pathLst>
                <a:path w="2342" h="2343" extrusionOk="0">
                  <a:moveTo>
                    <a:pt x="1170" y="0"/>
                  </a:moveTo>
                  <a:cubicBezTo>
                    <a:pt x="524" y="0"/>
                    <a:pt x="1" y="526"/>
                    <a:pt x="1" y="1171"/>
                  </a:cubicBezTo>
                  <a:cubicBezTo>
                    <a:pt x="1" y="1817"/>
                    <a:pt x="524" y="2342"/>
                    <a:pt x="1170" y="2342"/>
                  </a:cubicBezTo>
                  <a:cubicBezTo>
                    <a:pt x="1816" y="2342"/>
                    <a:pt x="2341" y="1817"/>
                    <a:pt x="2341" y="1171"/>
                  </a:cubicBezTo>
                  <a:cubicBezTo>
                    <a:pt x="2341" y="526"/>
                    <a:pt x="1816" y="0"/>
                    <a:pt x="117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384" name="Google Shape;11384;p67"/>
          <p:cNvGrpSpPr/>
          <p:nvPr/>
        </p:nvGrpSpPr>
        <p:grpSpPr>
          <a:xfrm>
            <a:off x="6242420" y="3238790"/>
            <a:ext cx="407391" cy="407391"/>
            <a:chOff x="1323129" y="2571761"/>
            <a:chExt cx="417024" cy="417024"/>
          </a:xfrm>
        </p:grpSpPr>
        <p:sp>
          <p:nvSpPr>
            <p:cNvPr id="11385" name="Google Shape;11385;p67"/>
            <p:cNvSpPr/>
            <p:nvPr/>
          </p:nvSpPr>
          <p:spPr>
            <a:xfrm>
              <a:off x="1385007" y="2719183"/>
              <a:ext cx="73337" cy="219907"/>
            </a:xfrm>
            <a:custGeom>
              <a:rect l="l" t="t" r="r" b="b"/>
              <a:pathLst>
                <a:path w="3513" h="10537" extrusionOk="0">
                  <a:moveTo>
                    <a:pt x="2342" y="1171"/>
                  </a:moveTo>
                  <a:lnTo>
                    <a:pt x="2342" y="9367"/>
                  </a:lnTo>
                  <a:lnTo>
                    <a:pt x="1171" y="9367"/>
                  </a:lnTo>
                  <a:lnTo>
                    <a:pt x="1171" y="1171"/>
                  </a:lnTo>
                  <a:close/>
                  <a:moveTo>
                    <a:pt x="586" y="0"/>
                  </a:moveTo>
                  <a:cubicBezTo>
                    <a:pt x="264" y="0"/>
                    <a:pt x="0" y="262"/>
                    <a:pt x="0" y="586"/>
                  </a:cubicBezTo>
                  <a:lnTo>
                    <a:pt x="0" y="9951"/>
                  </a:lnTo>
                  <a:cubicBezTo>
                    <a:pt x="0" y="10275"/>
                    <a:pt x="264" y="10537"/>
                    <a:pt x="586" y="10537"/>
                  </a:cubicBezTo>
                  <a:lnTo>
                    <a:pt x="2928" y="10537"/>
                  </a:lnTo>
                  <a:cubicBezTo>
                    <a:pt x="3252" y="10537"/>
                    <a:pt x="3514" y="10275"/>
                    <a:pt x="3514" y="9951"/>
                  </a:cubicBezTo>
                  <a:lnTo>
                    <a:pt x="3514" y="586"/>
                  </a:lnTo>
                  <a:cubicBezTo>
                    <a:pt x="3514" y="262"/>
                    <a:pt x="3252" y="0"/>
                    <a:pt x="292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86" name="Google Shape;11386;p67"/>
            <p:cNvSpPr/>
            <p:nvPr/>
          </p:nvSpPr>
          <p:spPr>
            <a:xfrm>
              <a:off x="1385007" y="2621430"/>
              <a:ext cx="73337" cy="73337"/>
            </a:xfrm>
            <a:custGeom>
              <a:rect l="l" t="t" r="r" b="b"/>
              <a:pathLst>
                <a:path w="3513" h="3513" extrusionOk="0">
                  <a:moveTo>
                    <a:pt x="1757" y="1171"/>
                  </a:moveTo>
                  <a:cubicBezTo>
                    <a:pt x="2081" y="1171"/>
                    <a:pt x="2342" y="1435"/>
                    <a:pt x="2342" y="1757"/>
                  </a:cubicBezTo>
                  <a:cubicBezTo>
                    <a:pt x="2342" y="2080"/>
                    <a:pt x="2081" y="2342"/>
                    <a:pt x="1757" y="2342"/>
                  </a:cubicBezTo>
                  <a:cubicBezTo>
                    <a:pt x="1435" y="2342"/>
                    <a:pt x="1171" y="2080"/>
                    <a:pt x="1171" y="1757"/>
                  </a:cubicBezTo>
                  <a:cubicBezTo>
                    <a:pt x="1171" y="1435"/>
                    <a:pt x="1435" y="1171"/>
                    <a:pt x="1757" y="1171"/>
                  </a:cubicBezTo>
                  <a:close/>
                  <a:moveTo>
                    <a:pt x="1757" y="0"/>
                  </a:moveTo>
                  <a:cubicBezTo>
                    <a:pt x="789" y="0"/>
                    <a:pt x="0" y="789"/>
                    <a:pt x="0" y="1757"/>
                  </a:cubicBezTo>
                  <a:cubicBezTo>
                    <a:pt x="0" y="2726"/>
                    <a:pt x="789" y="3513"/>
                    <a:pt x="1757" y="3513"/>
                  </a:cubicBezTo>
                  <a:cubicBezTo>
                    <a:pt x="2726" y="3513"/>
                    <a:pt x="3514" y="2726"/>
                    <a:pt x="3514" y="1757"/>
                  </a:cubicBezTo>
                  <a:cubicBezTo>
                    <a:pt x="3514" y="789"/>
                    <a:pt x="2726" y="0"/>
                    <a:pt x="175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87" name="Google Shape;11387;p67"/>
            <p:cNvSpPr/>
            <p:nvPr/>
          </p:nvSpPr>
          <p:spPr>
            <a:xfrm>
              <a:off x="1482759" y="2718786"/>
              <a:ext cx="195510" cy="220304"/>
            </a:xfrm>
            <a:custGeom>
              <a:rect l="l" t="t" r="r" b="b"/>
              <a:pathLst>
                <a:path w="9368" h="10556" extrusionOk="0">
                  <a:moveTo>
                    <a:pt x="5559" y="1173"/>
                  </a:moveTo>
                  <a:cubicBezTo>
                    <a:pt x="5720" y="1173"/>
                    <a:pt x="5883" y="1186"/>
                    <a:pt x="6044" y="1212"/>
                  </a:cubicBezTo>
                  <a:cubicBezTo>
                    <a:pt x="7422" y="1435"/>
                    <a:pt x="8196" y="2535"/>
                    <a:pt x="8196" y="3669"/>
                  </a:cubicBezTo>
                  <a:lnTo>
                    <a:pt x="8196" y="9386"/>
                  </a:lnTo>
                  <a:lnTo>
                    <a:pt x="7025" y="9386"/>
                  </a:lnTo>
                  <a:lnTo>
                    <a:pt x="7025" y="4702"/>
                  </a:lnTo>
                  <a:cubicBezTo>
                    <a:pt x="7025" y="3411"/>
                    <a:pt x="5975" y="2360"/>
                    <a:pt x="4683" y="2360"/>
                  </a:cubicBezTo>
                  <a:cubicBezTo>
                    <a:pt x="3392" y="2360"/>
                    <a:pt x="2341" y="3411"/>
                    <a:pt x="2341" y="4702"/>
                  </a:cubicBezTo>
                  <a:lnTo>
                    <a:pt x="2341" y="9386"/>
                  </a:lnTo>
                  <a:lnTo>
                    <a:pt x="1170" y="9386"/>
                  </a:lnTo>
                  <a:lnTo>
                    <a:pt x="1170" y="1190"/>
                  </a:lnTo>
                  <a:lnTo>
                    <a:pt x="2341" y="1190"/>
                  </a:lnTo>
                  <a:lnTo>
                    <a:pt x="2341" y="1776"/>
                  </a:lnTo>
                  <a:cubicBezTo>
                    <a:pt x="2341" y="2011"/>
                    <a:pt x="2484" y="2225"/>
                    <a:pt x="2704" y="2316"/>
                  </a:cubicBezTo>
                  <a:cubicBezTo>
                    <a:pt x="2776" y="2346"/>
                    <a:pt x="2852" y="2361"/>
                    <a:pt x="2928" y="2361"/>
                  </a:cubicBezTo>
                  <a:cubicBezTo>
                    <a:pt x="3080" y="2361"/>
                    <a:pt x="3229" y="2301"/>
                    <a:pt x="3341" y="2190"/>
                  </a:cubicBezTo>
                  <a:lnTo>
                    <a:pt x="3615" y="1916"/>
                  </a:lnTo>
                  <a:cubicBezTo>
                    <a:pt x="4086" y="1443"/>
                    <a:pt x="4813" y="1173"/>
                    <a:pt x="5559" y="1173"/>
                  </a:cubicBezTo>
                  <a:close/>
                  <a:moveTo>
                    <a:pt x="5553" y="0"/>
                  </a:moveTo>
                  <a:cubicBezTo>
                    <a:pt x="4823" y="0"/>
                    <a:pt x="4110" y="189"/>
                    <a:pt x="3509" y="536"/>
                  </a:cubicBezTo>
                  <a:cubicBezTo>
                    <a:pt x="3475" y="246"/>
                    <a:pt x="3227" y="19"/>
                    <a:pt x="2927" y="19"/>
                  </a:cubicBezTo>
                  <a:lnTo>
                    <a:pt x="586" y="19"/>
                  </a:lnTo>
                  <a:cubicBezTo>
                    <a:pt x="262" y="19"/>
                    <a:pt x="1" y="281"/>
                    <a:pt x="1" y="605"/>
                  </a:cubicBezTo>
                  <a:lnTo>
                    <a:pt x="1" y="9970"/>
                  </a:lnTo>
                  <a:cubicBezTo>
                    <a:pt x="1" y="10294"/>
                    <a:pt x="262" y="10556"/>
                    <a:pt x="586" y="10556"/>
                  </a:cubicBezTo>
                  <a:lnTo>
                    <a:pt x="2927" y="10556"/>
                  </a:lnTo>
                  <a:cubicBezTo>
                    <a:pt x="3250" y="10556"/>
                    <a:pt x="3512" y="10294"/>
                    <a:pt x="3512" y="9970"/>
                  </a:cubicBezTo>
                  <a:lnTo>
                    <a:pt x="3512" y="4702"/>
                  </a:lnTo>
                  <a:cubicBezTo>
                    <a:pt x="3512" y="4056"/>
                    <a:pt x="4038" y="3531"/>
                    <a:pt x="4683" y="3531"/>
                  </a:cubicBezTo>
                  <a:cubicBezTo>
                    <a:pt x="5329" y="3531"/>
                    <a:pt x="5854" y="4056"/>
                    <a:pt x="5854" y="4702"/>
                  </a:cubicBezTo>
                  <a:lnTo>
                    <a:pt x="5854" y="9970"/>
                  </a:lnTo>
                  <a:cubicBezTo>
                    <a:pt x="5854" y="10294"/>
                    <a:pt x="6116" y="10556"/>
                    <a:pt x="6440" y="10556"/>
                  </a:cubicBezTo>
                  <a:lnTo>
                    <a:pt x="8782" y="10556"/>
                  </a:lnTo>
                  <a:cubicBezTo>
                    <a:pt x="9104" y="10556"/>
                    <a:pt x="9368" y="10294"/>
                    <a:pt x="9368" y="9970"/>
                  </a:cubicBezTo>
                  <a:lnTo>
                    <a:pt x="9368" y="3669"/>
                  </a:lnTo>
                  <a:cubicBezTo>
                    <a:pt x="9368" y="1921"/>
                    <a:pt x="8131" y="364"/>
                    <a:pt x="6231" y="55"/>
                  </a:cubicBezTo>
                  <a:cubicBezTo>
                    <a:pt x="6005" y="18"/>
                    <a:pt x="5779" y="0"/>
                    <a:pt x="555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88" name="Google Shape;11388;p67"/>
            <p:cNvSpPr/>
            <p:nvPr/>
          </p:nvSpPr>
          <p:spPr>
            <a:xfrm>
              <a:off x="1323129" y="2571761"/>
              <a:ext cx="417024" cy="417024"/>
            </a:xfrm>
            <a:custGeom>
              <a:rect l="l" t="t" r="r" b="b"/>
              <a:pathLst>
                <a:path w="19982" h="19982" extrusionOk="0">
                  <a:moveTo>
                    <a:pt x="17015" y="1170"/>
                  </a:moveTo>
                  <a:cubicBezTo>
                    <a:pt x="17989" y="1170"/>
                    <a:pt x="18810" y="1993"/>
                    <a:pt x="18810" y="2966"/>
                  </a:cubicBezTo>
                  <a:lnTo>
                    <a:pt x="18810" y="17015"/>
                  </a:lnTo>
                  <a:cubicBezTo>
                    <a:pt x="18810" y="17990"/>
                    <a:pt x="17989" y="18811"/>
                    <a:pt x="17015" y="18811"/>
                  </a:cubicBezTo>
                  <a:lnTo>
                    <a:pt x="2965" y="18811"/>
                  </a:lnTo>
                  <a:cubicBezTo>
                    <a:pt x="1992" y="18811"/>
                    <a:pt x="1170" y="17990"/>
                    <a:pt x="1170" y="17015"/>
                  </a:cubicBezTo>
                  <a:lnTo>
                    <a:pt x="1170" y="2966"/>
                  </a:lnTo>
                  <a:cubicBezTo>
                    <a:pt x="1170" y="1993"/>
                    <a:pt x="1992" y="1170"/>
                    <a:pt x="2965" y="1170"/>
                  </a:cubicBezTo>
                  <a:close/>
                  <a:moveTo>
                    <a:pt x="2965" y="1"/>
                  </a:moveTo>
                  <a:cubicBezTo>
                    <a:pt x="1347" y="1"/>
                    <a:pt x="0" y="1349"/>
                    <a:pt x="0" y="2966"/>
                  </a:cubicBezTo>
                  <a:lnTo>
                    <a:pt x="0" y="17015"/>
                  </a:lnTo>
                  <a:cubicBezTo>
                    <a:pt x="0" y="18635"/>
                    <a:pt x="1348" y="19982"/>
                    <a:pt x="2965" y="19982"/>
                  </a:cubicBezTo>
                  <a:lnTo>
                    <a:pt x="17017" y="19982"/>
                  </a:lnTo>
                  <a:cubicBezTo>
                    <a:pt x="18635" y="19982"/>
                    <a:pt x="19981" y="18634"/>
                    <a:pt x="19981" y="17015"/>
                  </a:cubicBezTo>
                  <a:lnTo>
                    <a:pt x="19981" y="2966"/>
                  </a:lnTo>
                  <a:cubicBezTo>
                    <a:pt x="19981" y="1347"/>
                    <a:pt x="18633" y="1"/>
                    <a:pt x="1701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1389" name="Google Shape;11389;p67"/>
          <p:cNvSpPr/>
          <p:nvPr/>
        </p:nvSpPr>
        <p:spPr>
          <a:xfrm>
            <a:off x="6815924" y="3275603"/>
            <a:ext cx="409401" cy="333886"/>
          </a:xfrm>
          <a:custGeom>
            <a:rect l="l" t="t" r="r" b="b"/>
            <a:pathLst>
              <a:path w="20081" h="16377" extrusionOk="0">
                <a:moveTo>
                  <a:pt x="13632" y="1165"/>
                </a:moveTo>
                <a:cubicBezTo>
                  <a:pt x="14903" y="1165"/>
                  <a:pt x="15458" y="1658"/>
                  <a:pt x="15826" y="1984"/>
                </a:cubicBezTo>
                <a:cubicBezTo>
                  <a:pt x="16040" y="2173"/>
                  <a:pt x="16244" y="2353"/>
                  <a:pt x="16548" y="2353"/>
                </a:cubicBezTo>
                <a:cubicBezTo>
                  <a:pt x="16762" y="2353"/>
                  <a:pt x="17038" y="2293"/>
                  <a:pt x="17344" y="2196"/>
                </a:cubicBezTo>
                <a:lnTo>
                  <a:pt x="17344" y="2196"/>
                </a:lnTo>
                <a:cubicBezTo>
                  <a:pt x="17236" y="2288"/>
                  <a:pt x="17119" y="2376"/>
                  <a:pt x="16995" y="2461"/>
                </a:cubicBezTo>
                <a:cubicBezTo>
                  <a:pt x="16780" y="2612"/>
                  <a:pt x="16689" y="2889"/>
                  <a:pt x="16778" y="3137"/>
                </a:cubicBezTo>
                <a:cubicBezTo>
                  <a:pt x="16861" y="3373"/>
                  <a:pt x="17082" y="3528"/>
                  <a:pt x="17329" y="3528"/>
                </a:cubicBezTo>
                <a:cubicBezTo>
                  <a:pt x="17343" y="3528"/>
                  <a:pt x="17358" y="3527"/>
                  <a:pt x="17372" y="3526"/>
                </a:cubicBezTo>
                <a:cubicBezTo>
                  <a:pt x="17475" y="3519"/>
                  <a:pt x="17576" y="3508"/>
                  <a:pt x="17680" y="3494"/>
                </a:cubicBezTo>
                <a:lnTo>
                  <a:pt x="17680" y="3494"/>
                </a:lnTo>
                <a:cubicBezTo>
                  <a:pt x="17275" y="3802"/>
                  <a:pt x="16921" y="3990"/>
                  <a:pt x="16937" y="4786"/>
                </a:cubicBezTo>
                <a:cubicBezTo>
                  <a:pt x="16937" y="4826"/>
                  <a:pt x="16939" y="4881"/>
                  <a:pt x="16939" y="4971"/>
                </a:cubicBezTo>
                <a:cubicBezTo>
                  <a:pt x="16939" y="6510"/>
                  <a:pt x="16350" y="9097"/>
                  <a:pt x="14694" y="11320"/>
                </a:cubicBezTo>
                <a:cubicBezTo>
                  <a:pt x="13372" y="13093"/>
                  <a:pt x="10896" y="15207"/>
                  <a:pt x="6611" y="15207"/>
                </a:cubicBezTo>
                <a:cubicBezTo>
                  <a:pt x="5368" y="15207"/>
                  <a:pt x="4159" y="14996"/>
                  <a:pt x="3001" y="14582"/>
                </a:cubicBezTo>
                <a:cubicBezTo>
                  <a:pt x="4359" y="14345"/>
                  <a:pt x="5612" y="13799"/>
                  <a:pt x="6698" y="12960"/>
                </a:cubicBezTo>
                <a:cubicBezTo>
                  <a:pt x="6893" y="12812"/>
                  <a:pt x="6972" y="12557"/>
                  <a:pt x="6900" y="12323"/>
                </a:cubicBezTo>
                <a:cubicBezTo>
                  <a:pt x="6827" y="12090"/>
                  <a:pt x="6617" y="11925"/>
                  <a:pt x="6372" y="11913"/>
                </a:cubicBezTo>
                <a:cubicBezTo>
                  <a:pt x="5203" y="11849"/>
                  <a:pt x="4280" y="11209"/>
                  <a:pt x="3767" y="10448"/>
                </a:cubicBezTo>
                <a:cubicBezTo>
                  <a:pt x="3968" y="10434"/>
                  <a:pt x="4207" y="10404"/>
                  <a:pt x="4564" y="10340"/>
                </a:cubicBezTo>
                <a:cubicBezTo>
                  <a:pt x="4832" y="10294"/>
                  <a:pt x="5030" y="10071"/>
                  <a:pt x="5047" y="9801"/>
                </a:cubicBezTo>
                <a:cubicBezTo>
                  <a:pt x="5065" y="9532"/>
                  <a:pt x="4895" y="9286"/>
                  <a:pt x="4637" y="9205"/>
                </a:cubicBezTo>
                <a:cubicBezTo>
                  <a:pt x="3296" y="8787"/>
                  <a:pt x="2498" y="8025"/>
                  <a:pt x="2180" y="6838"/>
                </a:cubicBezTo>
                <a:lnTo>
                  <a:pt x="2180" y="6838"/>
                </a:lnTo>
                <a:cubicBezTo>
                  <a:pt x="2390" y="6891"/>
                  <a:pt x="2642" y="6933"/>
                  <a:pt x="3057" y="6986"/>
                </a:cubicBezTo>
                <a:cubicBezTo>
                  <a:pt x="3081" y="6989"/>
                  <a:pt x="3105" y="6991"/>
                  <a:pt x="3129" y="6991"/>
                </a:cubicBezTo>
                <a:cubicBezTo>
                  <a:pt x="3359" y="6991"/>
                  <a:pt x="3571" y="6854"/>
                  <a:pt x="3666" y="6640"/>
                </a:cubicBezTo>
                <a:cubicBezTo>
                  <a:pt x="3770" y="6403"/>
                  <a:pt x="3707" y="6125"/>
                  <a:pt x="3508" y="5957"/>
                </a:cubicBezTo>
                <a:cubicBezTo>
                  <a:pt x="2014" y="4697"/>
                  <a:pt x="1936" y="3409"/>
                  <a:pt x="2210" y="2373"/>
                </a:cubicBezTo>
                <a:lnTo>
                  <a:pt x="2210" y="2373"/>
                </a:lnTo>
                <a:cubicBezTo>
                  <a:pt x="4267" y="4464"/>
                  <a:pt x="6801" y="5670"/>
                  <a:pt x="9880" y="5882"/>
                </a:cubicBezTo>
                <a:cubicBezTo>
                  <a:pt x="9894" y="5883"/>
                  <a:pt x="9908" y="5884"/>
                  <a:pt x="9921" y="5884"/>
                </a:cubicBezTo>
                <a:cubicBezTo>
                  <a:pt x="10265" y="5884"/>
                  <a:pt x="10539" y="5586"/>
                  <a:pt x="10503" y="5239"/>
                </a:cubicBezTo>
                <a:cubicBezTo>
                  <a:pt x="10372" y="3940"/>
                  <a:pt x="10634" y="2919"/>
                  <a:pt x="11281" y="2203"/>
                </a:cubicBezTo>
                <a:cubicBezTo>
                  <a:pt x="11975" y="1437"/>
                  <a:pt x="12981" y="1165"/>
                  <a:pt x="13632" y="1165"/>
                </a:cubicBezTo>
                <a:close/>
                <a:moveTo>
                  <a:pt x="13631" y="1"/>
                </a:moveTo>
                <a:cubicBezTo>
                  <a:pt x="12698" y="1"/>
                  <a:pt x="11363" y="368"/>
                  <a:pt x="10413" y="1418"/>
                </a:cubicBezTo>
                <a:cubicBezTo>
                  <a:pt x="9665" y="2245"/>
                  <a:pt x="9291" y="3332"/>
                  <a:pt x="9300" y="4649"/>
                </a:cubicBezTo>
                <a:cubicBezTo>
                  <a:pt x="6556" y="4315"/>
                  <a:pt x="4306" y="3079"/>
                  <a:pt x="2438" y="887"/>
                </a:cubicBezTo>
                <a:cubicBezTo>
                  <a:pt x="2327" y="756"/>
                  <a:pt x="2163" y="681"/>
                  <a:pt x="1993" y="681"/>
                </a:cubicBezTo>
                <a:cubicBezTo>
                  <a:pt x="1966" y="681"/>
                  <a:pt x="1938" y="683"/>
                  <a:pt x="1911" y="687"/>
                </a:cubicBezTo>
                <a:cubicBezTo>
                  <a:pt x="1713" y="715"/>
                  <a:pt x="1541" y="843"/>
                  <a:pt x="1460" y="1025"/>
                </a:cubicBezTo>
                <a:cubicBezTo>
                  <a:pt x="1207" y="1582"/>
                  <a:pt x="876" y="2444"/>
                  <a:pt x="922" y="3466"/>
                </a:cubicBezTo>
                <a:cubicBezTo>
                  <a:pt x="952" y="4138"/>
                  <a:pt x="1138" y="4773"/>
                  <a:pt x="1479" y="5368"/>
                </a:cubicBezTo>
                <a:cubicBezTo>
                  <a:pt x="1469" y="5367"/>
                  <a:pt x="1459" y="5367"/>
                  <a:pt x="1449" y="5367"/>
                </a:cubicBezTo>
                <a:cubicBezTo>
                  <a:pt x="1114" y="5367"/>
                  <a:pt x="843" y="5650"/>
                  <a:pt x="865" y="5990"/>
                </a:cubicBezTo>
                <a:cubicBezTo>
                  <a:pt x="963" y="7455"/>
                  <a:pt x="1501" y="8589"/>
                  <a:pt x="2470" y="9380"/>
                </a:cubicBezTo>
                <a:cubicBezTo>
                  <a:pt x="2284" y="9528"/>
                  <a:pt x="2208" y="9773"/>
                  <a:pt x="2274" y="9999"/>
                </a:cubicBezTo>
                <a:cubicBezTo>
                  <a:pt x="2578" y="11057"/>
                  <a:pt x="3469" y="12207"/>
                  <a:pt x="4833" y="12757"/>
                </a:cubicBezTo>
                <a:cubicBezTo>
                  <a:pt x="3802" y="13279"/>
                  <a:pt x="2644" y="13546"/>
                  <a:pt x="1412" y="13546"/>
                </a:cubicBezTo>
                <a:cubicBezTo>
                  <a:pt x="1173" y="13546"/>
                  <a:pt x="932" y="13536"/>
                  <a:pt x="689" y="13516"/>
                </a:cubicBezTo>
                <a:cubicBezTo>
                  <a:pt x="673" y="13515"/>
                  <a:pt x="658" y="13514"/>
                  <a:pt x="642" y="13514"/>
                </a:cubicBezTo>
                <a:cubicBezTo>
                  <a:pt x="390" y="13514"/>
                  <a:pt x="164" y="13676"/>
                  <a:pt x="84" y="13919"/>
                </a:cubicBezTo>
                <a:cubicBezTo>
                  <a:pt x="0" y="14177"/>
                  <a:pt x="105" y="14460"/>
                  <a:pt x="338" y="14600"/>
                </a:cubicBezTo>
                <a:cubicBezTo>
                  <a:pt x="2284" y="15778"/>
                  <a:pt x="4395" y="16376"/>
                  <a:pt x="6611" y="16376"/>
                </a:cubicBezTo>
                <a:cubicBezTo>
                  <a:pt x="11382" y="16376"/>
                  <a:pt x="14151" y="14008"/>
                  <a:pt x="15631" y="12019"/>
                </a:cubicBezTo>
                <a:cubicBezTo>
                  <a:pt x="17461" y="9567"/>
                  <a:pt x="18108" y="6689"/>
                  <a:pt x="18108" y="4971"/>
                </a:cubicBezTo>
                <a:cubicBezTo>
                  <a:pt x="18108" y="4747"/>
                  <a:pt x="18103" y="4701"/>
                  <a:pt x="18110" y="4637"/>
                </a:cubicBezTo>
                <a:cubicBezTo>
                  <a:pt x="18336" y="4435"/>
                  <a:pt x="18964" y="4133"/>
                  <a:pt x="19935" y="2718"/>
                </a:cubicBezTo>
                <a:cubicBezTo>
                  <a:pt x="20080" y="2505"/>
                  <a:pt x="20070" y="2221"/>
                  <a:pt x="19909" y="2019"/>
                </a:cubicBezTo>
                <a:cubicBezTo>
                  <a:pt x="19795" y="1879"/>
                  <a:pt x="19625" y="1801"/>
                  <a:pt x="19451" y="1801"/>
                </a:cubicBezTo>
                <a:cubicBezTo>
                  <a:pt x="19377" y="1801"/>
                  <a:pt x="19303" y="1815"/>
                  <a:pt x="19231" y="1844"/>
                </a:cubicBezTo>
                <a:cubicBezTo>
                  <a:pt x="19194" y="1860"/>
                  <a:pt x="19155" y="1874"/>
                  <a:pt x="19118" y="1890"/>
                </a:cubicBezTo>
                <a:cubicBezTo>
                  <a:pt x="19269" y="1630"/>
                  <a:pt x="19392" y="1356"/>
                  <a:pt x="19490" y="1062"/>
                </a:cubicBezTo>
                <a:cubicBezTo>
                  <a:pt x="19564" y="841"/>
                  <a:pt x="19498" y="598"/>
                  <a:pt x="19327" y="443"/>
                </a:cubicBezTo>
                <a:cubicBezTo>
                  <a:pt x="19217" y="344"/>
                  <a:pt x="19076" y="292"/>
                  <a:pt x="18934" y="292"/>
                </a:cubicBezTo>
                <a:cubicBezTo>
                  <a:pt x="18853" y="292"/>
                  <a:pt x="18771" y="309"/>
                  <a:pt x="18694" y="344"/>
                </a:cubicBezTo>
                <a:cubicBezTo>
                  <a:pt x="18690" y="345"/>
                  <a:pt x="18676" y="351"/>
                  <a:pt x="18651" y="363"/>
                </a:cubicBezTo>
                <a:cubicBezTo>
                  <a:pt x="17724" y="830"/>
                  <a:pt x="16999" y="1103"/>
                  <a:pt x="16670" y="1166"/>
                </a:cubicBezTo>
                <a:cubicBezTo>
                  <a:pt x="16647" y="1147"/>
                  <a:pt x="16624" y="1126"/>
                  <a:pt x="16603" y="1106"/>
                </a:cubicBezTo>
                <a:cubicBezTo>
                  <a:pt x="16194" y="745"/>
                  <a:pt x="15347" y="1"/>
                  <a:pt x="1363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1390" name="Google Shape;11390;p67"/>
          <p:cNvGrpSpPr/>
          <p:nvPr/>
        </p:nvGrpSpPr>
        <p:grpSpPr>
          <a:xfrm>
            <a:off x="7378895" y="3238843"/>
            <a:ext cx="408023" cy="407411"/>
            <a:chOff x="2344476" y="2571761"/>
            <a:chExt cx="417671" cy="417045"/>
          </a:xfrm>
        </p:grpSpPr>
        <p:sp>
          <p:nvSpPr>
            <p:cNvPr id="11391" name="Google Shape;11391;p67"/>
            <p:cNvSpPr/>
            <p:nvPr/>
          </p:nvSpPr>
          <p:spPr>
            <a:xfrm>
              <a:off x="2344476" y="2571761"/>
              <a:ext cx="417671" cy="417045"/>
            </a:xfrm>
            <a:custGeom>
              <a:rect l="l" t="t" r="r" b="b"/>
              <a:pathLst>
                <a:path w="20013" h="19983" extrusionOk="0">
                  <a:moveTo>
                    <a:pt x="10022" y="1170"/>
                  </a:moveTo>
                  <a:cubicBezTo>
                    <a:pt x="14886" y="1170"/>
                    <a:pt x="18842" y="5127"/>
                    <a:pt x="18842" y="9990"/>
                  </a:cubicBezTo>
                  <a:cubicBezTo>
                    <a:pt x="18842" y="14855"/>
                    <a:pt x="14886" y="18811"/>
                    <a:pt x="10023" y="18811"/>
                  </a:cubicBezTo>
                  <a:cubicBezTo>
                    <a:pt x="8516" y="18811"/>
                    <a:pt x="7030" y="18423"/>
                    <a:pt x="5726" y="17691"/>
                  </a:cubicBezTo>
                  <a:cubicBezTo>
                    <a:pt x="5638" y="17641"/>
                    <a:pt x="5539" y="17615"/>
                    <a:pt x="5440" y="17615"/>
                  </a:cubicBezTo>
                  <a:cubicBezTo>
                    <a:pt x="5393" y="17615"/>
                    <a:pt x="5345" y="17621"/>
                    <a:pt x="5298" y="17632"/>
                  </a:cubicBezTo>
                  <a:lnTo>
                    <a:pt x="1419" y="18595"/>
                  </a:lnTo>
                  <a:lnTo>
                    <a:pt x="2381" y="14715"/>
                  </a:lnTo>
                  <a:cubicBezTo>
                    <a:pt x="2417" y="14570"/>
                    <a:pt x="2395" y="14416"/>
                    <a:pt x="2323" y="14287"/>
                  </a:cubicBezTo>
                  <a:cubicBezTo>
                    <a:pt x="1590" y="12982"/>
                    <a:pt x="1203" y="11498"/>
                    <a:pt x="1203" y="9990"/>
                  </a:cubicBezTo>
                  <a:cubicBezTo>
                    <a:pt x="1203" y="5127"/>
                    <a:pt x="5159" y="1170"/>
                    <a:pt x="10022" y="1170"/>
                  </a:cubicBezTo>
                  <a:close/>
                  <a:moveTo>
                    <a:pt x="10023" y="1"/>
                  </a:moveTo>
                  <a:cubicBezTo>
                    <a:pt x="4522" y="1"/>
                    <a:pt x="32" y="4491"/>
                    <a:pt x="32" y="9990"/>
                  </a:cubicBezTo>
                  <a:cubicBezTo>
                    <a:pt x="32" y="11620"/>
                    <a:pt x="432" y="13226"/>
                    <a:pt x="1191" y="14655"/>
                  </a:cubicBezTo>
                  <a:lnTo>
                    <a:pt x="50" y="19256"/>
                  </a:lnTo>
                  <a:cubicBezTo>
                    <a:pt x="0" y="19455"/>
                    <a:pt x="58" y="19665"/>
                    <a:pt x="204" y="19810"/>
                  </a:cubicBezTo>
                  <a:cubicBezTo>
                    <a:pt x="313" y="19921"/>
                    <a:pt x="461" y="19982"/>
                    <a:pt x="614" y="19982"/>
                  </a:cubicBezTo>
                  <a:cubicBezTo>
                    <a:pt x="662" y="19982"/>
                    <a:pt x="710" y="19976"/>
                    <a:pt x="757" y="19964"/>
                  </a:cubicBezTo>
                  <a:lnTo>
                    <a:pt x="5358" y="18823"/>
                  </a:lnTo>
                  <a:cubicBezTo>
                    <a:pt x="6788" y="19582"/>
                    <a:pt x="8394" y="19982"/>
                    <a:pt x="10022" y="19982"/>
                  </a:cubicBezTo>
                  <a:cubicBezTo>
                    <a:pt x="12680" y="19982"/>
                    <a:pt x="15187" y="18940"/>
                    <a:pt x="17078" y="17047"/>
                  </a:cubicBezTo>
                  <a:cubicBezTo>
                    <a:pt x="18971" y="15156"/>
                    <a:pt x="20013" y="12649"/>
                    <a:pt x="20013" y="9990"/>
                  </a:cubicBezTo>
                  <a:cubicBezTo>
                    <a:pt x="20013" y="7333"/>
                    <a:pt x="18971" y="4827"/>
                    <a:pt x="17080" y="2934"/>
                  </a:cubicBezTo>
                  <a:cubicBezTo>
                    <a:pt x="15187" y="1043"/>
                    <a:pt x="12680" y="1"/>
                    <a:pt x="100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92" name="Google Shape;11392;p67"/>
            <p:cNvSpPr/>
            <p:nvPr/>
          </p:nvSpPr>
          <p:spPr>
            <a:xfrm>
              <a:off x="2421672" y="2657388"/>
              <a:ext cx="260625" cy="243636"/>
            </a:xfrm>
            <a:custGeom>
              <a:rect l="l" t="t" r="r" b="b"/>
              <a:pathLst>
                <a:path w="12488" h="11674" extrusionOk="0">
                  <a:moveTo>
                    <a:pt x="3164" y="1171"/>
                  </a:moveTo>
                  <a:cubicBezTo>
                    <a:pt x="3352" y="1171"/>
                    <a:pt x="3536" y="1247"/>
                    <a:pt x="3710" y="1424"/>
                  </a:cubicBezTo>
                  <a:lnTo>
                    <a:pt x="3719" y="1433"/>
                  </a:lnTo>
                  <a:cubicBezTo>
                    <a:pt x="4757" y="2473"/>
                    <a:pt x="4683" y="2832"/>
                    <a:pt x="4449" y="3068"/>
                  </a:cubicBezTo>
                  <a:cubicBezTo>
                    <a:pt x="4240" y="3275"/>
                    <a:pt x="3625" y="3692"/>
                    <a:pt x="3427" y="3892"/>
                  </a:cubicBezTo>
                  <a:cubicBezTo>
                    <a:pt x="2960" y="4359"/>
                    <a:pt x="3046" y="5081"/>
                    <a:pt x="3685" y="6039"/>
                  </a:cubicBezTo>
                  <a:cubicBezTo>
                    <a:pt x="4065" y="6611"/>
                    <a:pt x="4568" y="7166"/>
                    <a:pt x="4805" y="7405"/>
                  </a:cubicBezTo>
                  <a:lnTo>
                    <a:pt x="4806" y="7405"/>
                  </a:lnTo>
                  <a:cubicBezTo>
                    <a:pt x="5045" y="7642"/>
                    <a:pt x="5599" y="8146"/>
                    <a:pt x="6172" y="8527"/>
                  </a:cubicBezTo>
                  <a:cubicBezTo>
                    <a:pt x="6727" y="8895"/>
                    <a:pt x="7202" y="9079"/>
                    <a:pt x="7594" y="9079"/>
                  </a:cubicBezTo>
                  <a:cubicBezTo>
                    <a:pt x="7880" y="9079"/>
                    <a:pt x="8123" y="8981"/>
                    <a:pt x="8320" y="8785"/>
                  </a:cubicBezTo>
                  <a:cubicBezTo>
                    <a:pt x="8518" y="8585"/>
                    <a:pt x="8935" y="7971"/>
                    <a:pt x="9144" y="7762"/>
                  </a:cubicBezTo>
                  <a:cubicBezTo>
                    <a:pt x="9238" y="7668"/>
                    <a:pt x="9331" y="7609"/>
                    <a:pt x="9460" y="7609"/>
                  </a:cubicBezTo>
                  <a:cubicBezTo>
                    <a:pt x="9549" y="7609"/>
                    <a:pt x="9655" y="7637"/>
                    <a:pt x="9790" y="7702"/>
                  </a:cubicBezTo>
                  <a:cubicBezTo>
                    <a:pt x="10172" y="7886"/>
                    <a:pt x="10582" y="8297"/>
                    <a:pt x="10779" y="8493"/>
                  </a:cubicBezTo>
                  <a:lnTo>
                    <a:pt x="10788" y="8502"/>
                  </a:lnTo>
                  <a:cubicBezTo>
                    <a:pt x="11239" y="8944"/>
                    <a:pt x="11037" y="9452"/>
                    <a:pt x="10593" y="9898"/>
                  </a:cubicBezTo>
                  <a:cubicBezTo>
                    <a:pt x="10190" y="10300"/>
                    <a:pt x="9680" y="10502"/>
                    <a:pt x="9068" y="10502"/>
                  </a:cubicBezTo>
                  <a:cubicBezTo>
                    <a:pt x="8521" y="10502"/>
                    <a:pt x="7892" y="10341"/>
                    <a:pt x="7184" y="10020"/>
                  </a:cubicBezTo>
                  <a:cubicBezTo>
                    <a:pt x="5868" y="9420"/>
                    <a:pt x="4676" y="8428"/>
                    <a:pt x="4228" y="7984"/>
                  </a:cubicBezTo>
                  <a:cubicBezTo>
                    <a:pt x="3784" y="7536"/>
                    <a:pt x="2792" y="6344"/>
                    <a:pt x="2192" y="5028"/>
                  </a:cubicBezTo>
                  <a:cubicBezTo>
                    <a:pt x="1511" y="3527"/>
                    <a:pt x="1552" y="2381"/>
                    <a:pt x="2314" y="1619"/>
                  </a:cubicBezTo>
                  <a:cubicBezTo>
                    <a:pt x="2583" y="1350"/>
                    <a:pt x="2877" y="1171"/>
                    <a:pt x="3164" y="1171"/>
                  </a:cubicBezTo>
                  <a:close/>
                  <a:moveTo>
                    <a:pt x="3169" y="1"/>
                  </a:moveTo>
                  <a:cubicBezTo>
                    <a:pt x="2619" y="1"/>
                    <a:pt x="2030" y="247"/>
                    <a:pt x="1486" y="791"/>
                  </a:cubicBezTo>
                  <a:cubicBezTo>
                    <a:pt x="701" y="1576"/>
                    <a:pt x="0" y="3034"/>
                    <a:pt x="1127" y="5512"/>
                  </a:cubicBezTo>
                  <a:cubicBezTo>
                    <a:pt x="1794" y="6979"/>
                    <a:pt x="2868" y="8274"/>
                    <a:pt x="3398" y="8810"/>
                  </a:cubicBezTo>
                  <a:lnTo>
                    <a:pt x="3402" y="8813"/>
                  </a:lnTo>
                  <a:cubicBezTo>
                    <a:pt x="3938" y="9344"/>
                    <a:pt x="5235" y="10418"/>
                    <a:pt x="6699" y="11085"/>
                  </a:cubicBezTo>
                  <a:cubicBezTo>
                    <a:pt x="7490" y="11445"/>
                    <a:pt x="8308" y="11674"/>
                    <a:pt x="9088" y="11674"/>
                  </a:cubicBezTo>
                  <a:cubicBezTo>
                    <a:pt x="9940" y="11674"/>
                    <a:pt x="10746" y="11400"/>
                    <a:pt x="11421" y="10726"/>
                  </a:cubicBezTo>
                  <a:cubicBezTo>
                    <a:pt x="12488" y="9657"/>
                    <a:pt x="12399" y="8442"/>
                    <a:pt x="11607" y="7665"/>
                  </a:cubicBezTo>
                  <a:cubicBezTo>
                    <a:pt x="11219" y="7278"/>
                    <a:pt x="10791" y="6885"/>
                    <a:pt x="10297" y="6648"/>
                  </a:cubicBezTo>
                  <a:cubicBezTo>
                    <a:pt x="10009" y="6509"/>
                    <a:pt x="9725" y="6440"/>
                    <a:pt x="9455" y="6440"/>
                  </a:cubicBezTo>
                  <a:cubicBezTo>
                    <a:pt x="9034" y="6440"/>
                    <a:pt x="8646" y="6606"/>
                    <a:pt x="8316" y="6935"/>
                  </a:cubicBezTo>
                  <a:cubicBezTo>
                    <a:pt x="8070" y="7180"/>
                    <a:pt x="7732" y="7665"/>
                    <a:pt x="7538" y="7904"/>
                  </a:cubicBezTo>
                  <a:cubicBezTo>
                    <a:pt x="7035" y="7819"/>
                    <a:pt x="6032" y="6974"/>
                    <a:pt x="5634" y="6577"/>
                  </a:cubicBezTo>
                  <a:cubicBezTo>
                    <a:pt x="5236" y="6179"/>
                    <a:pt x="4393" y="5174"/>
                    <a:pt x="4308" y="4674"/>
                  </a:cubicBezTo>
                  <a:cubicBezTo>
                    <a:pt x="4545" y="4481"/>
                    <a:pt x="5031" y="4141"/>
                    <a:pt x="5277" y="3895"/>
                  </a:cubicBezTo>
                  <a:cubicBezTo>
                    <a:pt x="5817" y="3354"/>
                    <a:pt x="5919" y="2652"/>
                    <a:pt x="5564" y="1914"/>
                  </a:cubicBezTo>
                  <a:cubicBezTo>
                    <a:pt x="5327" y="1421"/>
                    <a:pt x="4934" y="993"/>
                    <a:pt x="4546" y="605"/>
                  </a:cubicBezTo>
                  <a:cubicBezTo>
                    <a:pt x="4165" y="216"/>
                    <a:pt x="3684" y="1"/>
                    <a:pt x="316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393" name="Google Shape;11393;p67"/>
          <p:cNvGrpSpPr/>
          <p:nvPr/>
        </p:nvGrpSpPr>
        <p:grpSpPr>
          <a:xfrm>
            <a:off x="7109755" y="3759535"/>
            <a:ext cx="399178" cy="399178"/>
            <a:chOff x="2038375" y="3798025"/>
            <a:chExt cx="841792" cy="841792"/>
          </a:xfrm>
        </p:grpSpPr>
        <p:sp>
          <p:nvSpPr>
            <p:cNvPr id="11394" name="Google Shape;11394;p67"/>
            <p:cNvSpPr/>
            <p:nvPr/>
          </p:nvSpPr>
          <p:spPr>
            <a:xfrm>
              <a:off x="2186646" y="3907135"/>
              <a:ext cx="545341" cy="623694"/>
            </a:xfrm>
            <a:custGeom>
              <a:rect l="l" t="t" r="r" b="b"/>
              <a:pathLst>
                <a:path w="182541" h="208766" extrusionOk="0">
                  <a:moveTo>
                    <a:pt x="124804" y="12232"/>
                  </a:moveTo>
                  <a:cubicBezTo>
                    <a:pt x="127609" y="36012"/>
                    <a:pt x="146529" y="54932"/>
                    <a:pt x="170308" y="57737"/>
                  </a:cubicBezTo>
                  <a:lnTo>
                    <a:pt x="170308" y="78353"/>
                  </a:lnTo>
                  <a:cubicBezTo>
                    <a:pt x="157261" y="77276"/>
                    <a:pt x="144865" y="72710"/>
                    <a:pt x="134166" y="65011"/>
                  </a:cubicBezTo>
                  <a:cubicBezTo>
                    <a:pt x="133084" y="64247"/>
                    <a:pt x="131821" y="63855"/>
                    <a:pt x="130560" y="63855"/>
                  </a:cubicBezTo>
                  <a:cubicBezTo>
                    <a:pt x="129615" y="63855"/>
                    <a:pt x="128671" y="64075"/>
                    <a:pt x="127805" y="64522"/>
                  </a:cubicBezTo>
                  <a:cubicBezTo>
                    <a:pt x="125750" y="65566"/>
                    <a:pt x="124478" y="67686"/>
                    <a:pt x="124478" y="69970"/>
                  </a:cubicBezTo>
                  <a:lnTo>
                    <a:pt x="124478" y="140429"/>
                  </a:lnTo>
                  <a:cubicBezTo>
                    <a:pt x="124478" y="171352"/>
                    <a:pt x="99295" y="196535"/>
                    <a:pt x="68339" y="196535"/>
                  </a:cubicBezTo>
                  <a:cubicBezTo>
                    <a:pt x="37383" y="196535"/>
                    <a:pt x="12233" y="171352"/>
                    <a:pt x="12233" y="140429"/>
                  </a:cubicBezTo>
                  <a:cubicBezTo>
                    <a:pt x="12233" y="111527"/>
                    <a:pt x="34153" y="87682"/>
                    <a:pt x="62239" y="84616"/>
                  </a:cubicBezTo>
                  <a:lnTo>
                    <a:pt x="62239" y="105330"/>
                  </a:lnTo>
                  <a:cubicBezTo>
                    <a:pt x="45505" y="108265"/>
                    <a:pt x="32751" y="122879"/>
                    <a:pt x="32751" y="140429"/>
                  </a:cubicBezTo>
                  <a:cubicBezTo>
                    <a:pt x="32751" y="160033"/>
                    <a:pt x="48702" y="176017"/>
                    <a:pt x="68339" y="176017"/>
                  </a:cubicBezTo>
                  <a:cubicBezTo>
                    <a:pt x="87976" y="176017"/>
                    <a:pt x="103927" y="160033"/>
                    <a:pt x="103927" y="140429"/>
                  </a:cubicBezTo>
                  <a:lnTo>
                    <a:pt x="103927" y="12232"/>
                  </a:lnTo>
                  <a:close/>
                  <a:moveTo>
                    <a:pt x="97827" y="0"/>
                  </a:moveTo>
                  <a:cubicBezTo>
                    <a:pt x="94435" y="0"/>
                    <a:pt x="91695" y="2740"/>
                    <a:pt x="91695" y="6133"/>
                  </a:cubicBezTo>
                  <a:lnTo>
                    <a:pt x="91695" y="140429"/>
                  </a:lnTo>
                  <a:cubicBezTo>
                    <a:pt x="91695" y="153313"/>
                    <a:pt x="81224" y="163784"/>
                    <a:pt x="68339" y="163784"/>
                  </a:cubicBezTo>
                  <a:cubicBezTo>
                    <a:pt x="55454" y="163784"/>
                    <a:pt x="44983" y="153313"/>
                    <a:pt x="44983" y="140429"/>
                  </a:cubicBezTo>
                  <a:cubicBezTo>
                    <a:pt x="44983" y="127544"/>
                    <a:pt x="55454" y="117040"/>
                    <a:pt x="68339" y="117040"/>
                  </a:cubicBezTo>
                  <a:cubicBezTo>
                    <a:pt x="71731" y="117040"/>
                    <a:pt x="74471" y="114300"/>
                    <a:pt x="74471" y="110940"/>
                  </a:cubicBezTo>
                  <a:lnTo>
                    <a:pt x="74471" y="78190"/>
                  </a:lnTo>
                  <a:cubicBezTo>
                    <a:pt x="74471" y="74797"/>
                    <a:pt x="71731" y="72057"/>
                    <a:pt x="68339" y="72057"/>
                  </a:cubicBezTo>
                  <a:cubicBezTo>
                    <a:pt x="30663" y="72057"/>
                    <a:pt x="0" y="102720"/>
                    <a:pt x="0" y="140429"/>
                  </a:cubicBezTo>
                  <a:cubicBezTo>
                    <a:pt x="0" y="178104"/>
                    <a:pt x="30663" y="208767"/>
                    <a:pt x="68339" y="208767"/>
                  </a:cubicBezTo>
                  <a:cubicBezTo>
                    <a:pt x="106047" y="208767"/>
                    <a:pt x="136710" y="178104"/>
                    <a:pt x="136710" y="140429"/>
                  </a:cubicBezTo>
                  <a:lnTo>
                    <a:pt x="136710" y="80963"/>
                  </a:lnTo>
                  <a:cubicBezTo>
                    <a:pt x="148877" y="87454"/>
                    <a:pt x="162414" y="90846"/>
                    <a:pt x="176441" y="90846"/>
                  </a:cubicBezTo>
                  <a:cubicBezTo>
                    <a:pt x="179801" y="90846"/>
                    <a:pt x="182541" y="88106"/>
                    <a:pt x="182541" y="84746"/>
                  </a:cubicBezTo>
                  <a:lnTo>
                    <a:pt x="182541" y="51963"/>
                  </a:lnTo>
                  <a:cubicBezTo>
                    <a:pt x="182541" y="48604"/>
                    <a:pt x="179801" y="45864"/>
                    <a:pt x="176441" y="45864"/>
                  </a:cubicBezTo>
                  <a:cubicBezTo>
                    <a:pt x="154520" y="45864"/>
                    <a:pt x="136710" y="28020"/>
                    <a:pt x="136710" y="6133"/>
                  </a:cubicBezTo>
                  <a:cubicBezTo>
                    <a:pt x="136710" y="2740"/>
                    <a:pt x="133970" y="0"/>
                    <a:pt x="130578" y="0"/>
                  </a:cubicBez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95" name="Google Shape;11395;p67"/>
            <p:cNvSpPr/>
            <p:nvPr/>
          </p:nvSpPr>
          <p:spPr>
            <a:xfrm>
              <a:off x="2038375" y="3798025"/>
              <a:ext cx="841792" cy="841792"/>
            </a:xfrm>
            <a:custGeom>
              <a:rect l="l" t="t" r="r" b="b"/>
              <a:pathLst>
                <a:path w="19982" h="19982" extrusionOk="0">
                  <a:moveTo>
                    <a:pt x="17017" y="1172"/>
                  </a:moveTo>
                  <a:cubicBezTo>
                    <a:pt x="17990" y="1172"/>
                    <a:pt x="18812" y="1975"/>
                    <a:pt x="18812" y="2927"/>
                  </a:cubicBezTo>
                  <a:lnTo>
                    <a:pt x="18812" y="17017"/>
                  </a:lnTo>
                  <a:cubicBezTo>
                    <a:pt x="18812" y="17990"/>
                    <a:pt x="17990" y="18811"/>
                    <a:pt x="17017" y="18811"/>
                  </a:cubicBezTo>
                  <a:lnTo>
                    <a:pt x="2966" y="18811"/>
                  </a:lnTo>
                  <a:cubicBezTo>
                    <a:pt x="1993" y="18811"/>
                    <a:pt x="1172" y="17990"/>
                    <a:pt x="1172" y="17017"/>
                  </a:cubicBezTo>
                  <a:lnTo>
                    <a:pt x="1172" y="2927"/>
                  </a:lnTo>
                  <a:cubicBezTo>
                    <a:pt x="1172" y="1975"/>
                    <a:pt x="1993" y="1172"/>
                    <a:pt x="2966" y="1172"/>
                  </a:cubicBezTo>
                  <a:close/>
                  <a:moveTo>
                    <a:pt x="2966" y="1"/>
                  </a:moveTo>
                  <a:cubicBezTo>
                    <a:pt x="1349" y="1"/>
                    <a:pt x="1" y="1310"/>
                    <a:pt x="1" y="2927"/>
                  </a:cubicBezTo>
                  <a:lnTo>
                    <a:pt x="1" y="17015"/>
                  </a:lnTo>
                  <a:cubicBezTo>
                    <a:pt x="1" y="18636"/>
                    <a:pt x="1349" y="19982"/>
                    <a:pt x="2966" y="19982"/>
                  </a:cubicBezTo>
                  <a:lnTo>
                    <a:pt x="17017" y="19982"/>
                  </a:lnTo>
                  <a:cubicBezTo>
                    <a:pt x="18635" y="19982"/>
                    <a:pt x="19982" y="18634"/>
                    <a:pt x="19982" y="17015"/>
                  </a:cubicBezTo>
                  <a:lnTo>
                    <a:pt x="19982" y="2927"/>
                  </a:lnTo>
                  <a:cubicBezTo>
                    <a:pt x="19982" y="1310"/>
                    <a:pt x="18635" y="1"/>
                    <a:pt x="1701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9459593F-BD6E-8D2D-A92C-E6ADA777D5D4}"/>
              </a:ext>
            </a:extLst>
          </p:cNvPr>
          <p:cNvSpPr txBox="1"/>
          <p:nvPr/>
        </p:nvSpPr>
        <p:spPr>
          <a:xfrm>
            <a:off x="2698272" y="567172"/>
            <a:ext cx="3693624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sz="2400">
                <a:solidFill>
                  <a:schemeClr val="bg1"/>
                </a:solidFill>
              </a:rPr>
              <a:t>Маркетинг и SEO иконки </a:t>
            </a:r>
          </a:p>
        </p:txBody>
      </p: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6.0.36"/>
  <p:tag name="AS_OS" val="Unix 5.4.0.216"/>
  <p:tag name="AS_RELEASE_DATE" val="2024.02.14"/>
  <p:tag name="AS_TITLE" val="Aspose.Slides for .NET Standard 2.0"/>
  <p:tag name="AS_VERSION" val="24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1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</vt:lpstr>
      <vt:lpstr>Proxima Nova</vt:lpstr>
      <vt:lpstr>Office Theme</vt:lpstr>
      <vt:lpstr>PowerPoint Presentation</vt:lpstr>
    </vt:vector>
  </TitlesOfParts>
  <LinksUpToDate>0</LinksUpToDate>
  <SharedDoc>0</SharedDoc>
  <HyperlinksChanged>0</HyperlinksChanged>
  <Application>Aspose.Slides for .NET</Application>
  <AppVersion>24.0200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2026-08-02T20:29:56.563</cp:lastPrinted>
  <dcterms:created xsi:type="dcterms:W3CDTF">2026-08-02T20:29:56Z</dcterms:created>
  <dcterms:modified xsi:type="dcterms:W3CDTF">2026-08-02T20:29:56Z</dcterms:modified>
</cp:coreProperties>
</file>