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0622"/>
        <p:cNvGrpSpPr/>
        <p:nvPr/>
      </p:nvGrpSpPr>
      <p:grpSpPr>
        <a:xfrm>
          <a:off x="0" y="0"/>
          <a:ext cx="0" cy="0"/>
        </a:xfrm>
      </p:grpSpPr>
      <p:sp>
        <p:nvSpPr>
          <p:cNvPr id="10623" name="Google Shape;10623;g2574187ba63_7_9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4" name="Google Shape;10624;g2574187ba63_7_9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AC6B625-9E21-4B06-BE45-D73873D5D65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187BB67-C0C0-48A6-A1A3-E73DD95A873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EC3B27A-DBD6-4E16-9237-4C31C7E3B6B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89F6045-5064-487D-B34F-7D4DED3B036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18A6F33-15A2-43C3-AE6F-EB52CD66AB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B9FBCDD-B63B-48AB-B961-65DBE1B2B85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EDE3C76-9726-4780-ADD6-E5A547D47E3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45C6BC5-ABC5-4E39-8260-6BAE28AB17F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7B6C8F8-AE40-4F20-BC6D-BCC09DA5883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D1B5454-E393-4B86-ABC7-E4A2DB8E82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419DB81-FE4F-446E-A2F9-F853FC60A9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10625"/>
        <p:cNvGrpSpPr/>
        <p:nvPr/>
      </p:nvGrpSpPr>
      <p:grpSpPr>
        <a:xfrm>
          <a:off x="0" y="0"/>
          <a:ext cx="0" cy="0"/>
        </a:xfrm>
      </p:grpSpPr>
      <p:grpSp>
        <p:nvGrpSpPr>
          <p:cNvPr id="10628" name="Google Shape;10628;p65"/>
          <p:cNvGrpSpPr/>
          <p:nvPr/>
        </p:nvGrpSpPr>
        <p:grpSpPr>
          <a:xfrm>
            <a:off x="889109" y="1303003"/>
            <a:ext cx="278288" cy="357036"/>
            <a:chOff x="-50489600" y="1947400"/>
            <a:chExt cx="233150" cy="299125"/>
          </a:xfrm>
        </p:grpSpPr>
        <p:sp>
          <p:nvSpPr>
            <p:cNvPr id="10629" name="Google Shape;10629;p65"/>
            <p:cNvSpPr/>
            <p:nvPr/>
          </p:nvSpPr>
          <p:spPr>
            <a:xfrm>
              <a:off x="-50382475" y="20182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0" name="Google Shape;10630;p65"/>
            <p:cNvSpPr/>
            <p:nvPr/>
          </p:nvSpPr>
          <p:spPr>
            <a:xfrm>
              <a:off x="-50489600" y="1947400"/>
              <a:ext cx="233150" cy="299125"/>
            </a:xfrm>
            <a:custGeom>
              <a:rect l="l" t="t" r="r" b="b"/>
              <a:pathLst>
                <a:path w="9326" h="11965" extrusionOk="0">
                  <a:moveTo>
                    <a:pt x="4632" y="725"/>
                  </a:moveTo>
                  <a:cubicBezTo>
                    <a:pt x="4821" y="725"/>
                    <a:pt x="4978" y="882"/>
                    <a:pt x="4978" y="1071"/>
                  </a:cubicBezTo>
                  <a:lnTo>
                    <a:pt x="4978" y="1449"/>
                  </a:lnTo>
                  <a:cubicBezTo>
                    <a:pt x="4884" y="1418"/>
                    <a:pt x="4758" y="1418"/>
                    <a:pt x="4632" y="1418"/>
                  </a:cubicBezTo>
                  <a:cubicBezTo>
                    <a:pt x="4506" y="1418"/>
                    <a:pt x="4411" y="1418"/>
                    <a:pt x="4285" y="1449"/>
                  </a:cubicBezTo>
                  <a:lnTo>
                    <a:pt x="4285" y="1071"/>
                  </a:lnTo>
                  <a:cubicBezTo>
                    <a:pt x="4285" y="882"/>
                    <a:pt x="4443" y="725"/>
                    <a:pt x="4632" y="725"/>
                  </a:cubicBezTo>
                  <a:close/>
                  <a:moveTo>
                    <a:pt x="4632" y="2143"/>
                  </a:moveTo>
                  <a:cubicBezTo>
                    <a:pt x="5230" y="2143"/>
                    <a:pt x="5703" y="2615"/>
                    <a:pt x="5703" y="3182"/>
                  </a:cubicBezTo>
                  <a:cubicBezTo>
                    <a:pt x="5703" y="3781"/>
                    <a:pt x="5230" y="4253"/>
                    <a:pt x="4632" y="4253"/>
                  </a:cubicBezTo>
                  <a:cubicBezTo>
                    <a:pt x="4033" y="4253"/>
                    <a:pt x="3592" y="3781"/>
                    <a:pt x="3592" y="3182"/>
                  </a:cubicBezTo>
                  <a:cubicBezTo>
                    <a:pt x="3592" y="2615"/>
                    <a:pt x="4033" y="2143"/>
                    <a:pt x="4632" y="2143"/>
                  </a:cubicBezTo>
                  <a:close/>
                  <a:moveTo>
                    <a:pt x="4632" y="5356"/>
                  </a:moveTo>
                  <a:lnTo>
                    <a:pt x="6018" y="8191"/>
                  </a:lnTo>
                  <a:cubicBezTo>
                    <a:pt x="5671" y="8349"/>
                    <a:pt x="5356" y="8443"/>
                    <a:pt x="4978" y="8443"/>
                  </a:cubicBezTo>
                  <a:lnTo>
                    <a:pt x="4978" y="8065"/>
                  </a:lnTo>
                  <a:cubicBezTo>
                    <a:pt x="4978" y="7876"/>
                    <a:pt x="4821" y="7719"/>
                    <a:pt x="4632" y="7719"/>
                  </a:cubicBezTo>
                  <a:cubicBezTo>
                    <a:pt x="4443" y="7719"/>
                    <a:pt x="4285" y="7876"/>
                    <a:pt x="4285" y="8065"/>
                  </a:cubicBezTo>
                  <a:lnTo>
                    <a:pt x="4285" y="8443"/>
                  </a:lnTo>
                  <a:cubicBezTo>
                    <a:pt x="3939" y="8380"/>
                    <a:pt x="3592" y="8317"/>
                    <a:pt x="3246" y="8191"/>
                  </a:cubicBezTo>
                  <a:lnTo>
                    <a:pt x="4632" y="5356"/>
                  </a:lnTo>
                  <a:close/>
                  <a:moveTo>
                    <a:pt x="3466" y="4505"/>
                  </a:moveTo>
                  <a:cubicBezTo>
                    <a:pt x="3624" y="4663"/>
                    <a:pt x="3844" y="4757"/>
                    <a:pt x="4096" y="4852"/>
                  </a:cubicBezTo>
                  <a:cubicBezTo>
                    <a:pt x="4033" y="5009"/>
                    <a:pt x="1481" y="10271"/>
                    <a:pt x="1450" y="10365"/>
                  </a:cubicBezTo>
                  <a:cubicBezTo>
                    <a:pt x="1381" y="10504"/>
                    <a:pt x="1261" y="10591"/>
                    <a:pt x="1127" y="10591"/>
                  </a:cubicBezTo>
                  <a:cubicBezTo>
                    <a:pt x="1078" y="10591"/>
                    <a:pt x="1028" y="10580"/>
                    <a:pt x="977" y="10554"/>
                  </a:cubicBezTo>
                  <a:cubicBezTo>
                    <a:pt x="820" y="10491"/>
                    <a:pt x="694" y="10271"/>
                    <a:pt x="788" y="10082"/>
                  </a:cubicBezTo>
                  <a:lnTo>
                    <a:pt x="3466" y="4505"/>
                  </a:lnTo>
                  <a:close/>
                  <a:moveTo>
                    <a:pt x="5829" y="4537"/>
                  </a:moveTo>
                  <a:lnTo>
                    <a:pt x="8507" y="10113"/>
                  </a:lnTo>
                  <a:cubicBezTo>
                    <a:pt x="8570" y="10271"/>
                    <a:pt x="8507" y="10523"/>
                    <a:pt x="8318" y="10586"/>
                  </a:cubicBezTo>
                  <a:cubicBezTo>
                    <a:pt x="8271" y="10599"/>
                    <a:pt x="8225" y="10606"/>
                    <a:pt x="8181" y="10606"/>
                  </a:cubicBezTo>
                  <a:cubicBezTo>
                    <a:pt x="8021" y="10606"/>
                    <a:pt x="7888" y="10521"/>
                    <a:pt x="7814" y="10397"/>
                  </a:cubicBezTo>
                  <a:cubicBezTo>
                    <a:pt x="7719" y="10176"/>
                    <a:pt x="5293" y="5167"/>
                    <a:pt x="5199" y="4883"/>
                  </a:cubicBezTo>
                  <a:cubicBezTo>
                    <a:pt x="5419" y="4820"/>
                    <a:pt x="5608" y="4694"/>
                    <a:pt x="5829" y="4537"/>
                  </a:cubicBezTo>
                  <a:close/>
                  <a:moveTo>
                    <a:pt x="4632" y="0"/>
                  </a:moveTo>
                  <a:cubicBezTo>
                    <a:pt x="4033" y="0"/>
                    <a:pt x="3592" y="473"/>
                    <a:pt x="3592" y="1071"/>
                  </a:cubicBezTo>
                  <a:lnTo>
                    <a:pt x="3592" y="1764"/>
                  </a:lnTo>
                  <a:cubicBezTo>
                    <a:pt x="3151" y="2080"/>
                    <a:pt x="2867" y="2584"/>
                    <a:pt x="2867" y="3182"/>
                  </a:cubicBezTo>
                  <a:cubicBezTo>
                    <a:pt x="2867" y="3434"/>
                    <a:pt x="2899" y="3655"/>
                    <a:pt x="3025" y="3875"/>
                  </a:cubicBezTo>
                  <a:lnTo>
                    <a:pt x="1576" y="6900"/>
                  </a:lnTo>
                  <a:cubicBezTo>
                    <a:pt x="1355" y="6648"/>
                    <a:pt x="1229" y="6396"/>
                    <a:pt x="1103" y="6081"/>
                  </a:cubicBezTo>
                  <a:cubicBezTo>
                    <a:pt x="1032" y="5914"/>
                    <a:pt x="906" y="5837"/>
                    <a:pt x="767" y="5837"/>
                  </a:cubicBezTo>
                  <a:cubicBezTo>
                    <a:pt x="722" y="5837"/>
                    <a:pt x="676" y="5845"/>
                    <a:pt x="631" y="5860"/>
                  </a:cubicBezTo>
                  <a:cubicBezTo>
                    <a:pt x="442" y="5955"/>
                    <a:pt x="347" y="6144"/>
                    <a:pt x="442" y="6333"/>
                  </a:cubicBezTo>
                  <a:cubicBezTo>
                    <a:pt x="631" y="6805"/>
                    <a:pt x="883" y="7215"/>
                    <a:pt x="1229" y="7593"/>
                  </a:cubicBezTo>
                  <a:lnTo>
                    <a:pt x="158" y="9798"/>
                  </a:lnTo>
                  <a:cubicBezTo>
                    <a:pt x="1" y="10208"/>
                    <a:pt x="64" y="10649"/>
                    <a:pt x="347" y="10964"/>
                  </a:cubicBezTo>
                  <a:lnTo>
                    <a:pt x="95" y="11468"/>
                  </a:lnTo>
                  <a:cubicBezTo>
                    <a:pt x="32" y="11625"/>
                    <a:pt x="95" y="11846"/>
                    <a:pt x="253" y="11941"/>
                  </a:cubicBezTo>
                  <a:cubicBezTo>
                    <a:pt x="293" y="11957"/>
                    <a:pt x="340" y="11965"/>
                    <a:pt x="389" y="11965"/>
                  </a:cubicBezTo>
                  <a:cubicBezTo>
                    <a:pt x="528" y="11965"/>
                    <a:pt x="678" y="11900"/>
                    <a:pt x="725" y="11783"/>
                  </a:cubicBezTo>
                  <a:lnTo>
                    <a:pt x="977" y="11247"/>
                  </a:lnTo>
                  <a:cubicBezTo>
                    <a:pt x="1027" y="11255"/>
                    <a:pt x="1077" y="11258"/>
                    <a:pt x="1127" y="11258"/>
                  </a:cubicBezTo>
                  <a:cubicBezTo>
                    <a:pt x="1521" y="11258"/>
                    <a:pt x="1912" y="11040"/>
                    <a:pt x="2080" y="10649"/>
                  </a:cubicBezTo>
                  <a:lnTo>
                    <a:pt x="2930" y="8822"/>
                  </a:lnTo>
                  <a:cubicBezTo>
                    <a:pt x="3372" y="8979"/>
                    <a:pt x="3813" y="9105"/>
                    <a:pt x="4285" y="9137"/>
                  </a:cubicBezTo>
                  <a:lnTo>
                    <a:pt x="4285" y="9483"/>
                  </a:lnTo>
                  <a:cubicBezTo>
                    <a:pt x="4285" y="9704"/>
                    <a:pt x="4443" y="9861"/>
                    <a:pt x="4632" y="9861"/>
                  </a:cubicBezTo>
                  <a:cubicBezTo>
                    <a:pt x="4821" y="9861"/>
                    <a:pt x="4978" y="9704"/>
                    <a:pt x="4978" y="9483"/>
                  </a:cubicBezTo>
                  <a:lnTo>
                    <a:pt x="4978" y="9137"/>
                  </a:lnTo>
                  <a:cubicBezTo>
                    <a:pt x="5451" y="9105"/>
                    <a:pt x="5892" y="9011"/>
                    <a:pt x="6333" y="8822"/>
                  </a:cubicBezTo>
                  <a:lnTo>
                    <a:pt x="7184" y="10649"/>
                  </a:lnTo>
                  <a:cubicBezTo>
                    <a:pt x="7382" y="11016"/>
                    <a:pt x="7732" y="11257"/>
                    <a:pt x="8143" y="11257"/>
                  </a:cubicBezTo>
                  <a:cubicBezTo>
                    <a:pt x="8190" y="11257"/>
                    <a:pt x="8238" y="11254"/>
                    <a:pt x="8286" y="11247"/>
                  </a:cubicBezTo>
                  <a:lnTo>
                    <a:pt x="8538" y="11783"/>
                  </a:lnTo>
                  <a:cubicBezTo>
                    <a:pt x="8585" y="11900"/>
                    <a:pt x="8718" y="11965"/>
                    <a:pt x="8861" y="11965"/>
                  </a:cubicBezTo>
                  <a:cubicBezTo>
                    <a:pt x="8911" y="11965"/>
                    <a:pt x="8962" y="11957"/>
                    <a:pt x="9011" y="11941"/>
                  </a:cubicBezTo>
                  <a:cubicBezTo>
                    <a:pt x="9168" y="11846"/>
                    <a:pt x="9231" y="11657"/>
                    <a:pt x="9168" y="11468"/>
                  </a:cubicBezTo>
                  <a:lnTo>
                    <a:pt x="8916" y="10964"/>
                  </a:lnTo>
                  <a:cubicBezTo>
                    <a:pt x="9200" y="10649"/>
                    <a:pt x="9326" y="10208"/>
                    <a:pt x="9137" y="9798"/>
                  </a:cubicBezTo>
                  <a:lnTo>
                    <a:pt x="8066" y="7593"/>
                  </a:lnTo>
                  <a:cubicBezTo>
                    <a:pt x="8381" y="7246"/>
                    <a:pt x="8664" y="6805"/>
                    <a:pt x="8853" y="6333"/>
                  </a:cubicBezTo>
                  <a:cubicBezTo>
                    <a:pt x="8916" y="6144"/>
                    <a:pt x="8853" y="5955"/>
                    <a:pt x="8664" y="5860"/>
                  </a:cubicBezTo>
                  <a:cubicBezTo>
                    <a:pt x="8611" y="5845"/>
                    <a:pt x="8559" y="5837"/>
                    <a:pt x="8511" y="5837"/>
                  </a:cubicBezTo>
                  <a:cubicBezTo>
                    <a:pt x="8360" y="5837"/>
                    <a:pt x="8240" y="5914"/>
                    <a:pt x="8192" y="6081"/>
                  </a:cubicBezTo>
                  <a:cubicBezTo>
                    <a:pt x="8066" y="6333"/>
                    <a:pt x="7908" y="6616"/>
                    <a:pt x="7719" y="6900"/>
                  </a:cubicBezTo>
                  <a:lnTo>
                    <a:pt x="6270" y="3875"/>
                  </a:lnTo>
                  <a:cubicBezTo>
                    <a:pt x="6333" y="3655"/>
                    <a:pt x="6396" y="3434"/>
                    <a:pt x="6396" y="3182"/>
                  </a:cubicBezTo>
                  <a:cubicBezTo>
                    <a:pt x="6396" y="2584"/>
                    <a:pt x="6144" y="2080"/>
                    <a:pt x="5703" y="1764"/>
                  </a:cubicBezTo>
                  <a:lnTo>
                    <a:pt x="5703" y="1071"/>
                  </a:lnTo>
                  <a:cubicBezTo>
                    <a:pt x="5703" y="473"/>
                    <a:pt x="5230" y="0"/>
                    <a:pt x="46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31" name="Google Shape;10631;p65"/>
          <p:cNvGrpSpPr/>
          <p:nvPr/>
        </p:nvGrpSpPr>
        <p:grpSpPr>
          <a:xfrm>
            <a:off x="849616" y="1757960"/>
            <a:ext cx="357274" cy="358199"/>
            <a:chOff x="-50523474" y="2316000"/>
            <a:chExt cx="299325" cy="300100"/>
          </a:xfrm>
        </p:grpSpPr>
        <p:sp>
          <p:nvSpPr>
            <p:cNvPr id="10632" name="Google Shape;10632;p65"/>
            <p:cNvSpPr/>
            <p:nvPr/>
          </p:nvSpPr>
          <p:spPr>
            <a:xfrm>
              <a:off x="-50453376" y="2387675"/>
              <a:ext cx="158350" cy="228425"/>
            </a:xfrm>
            <a:custGeom>
              <a:rect l="l" t="t" r="r" b="b"/>
              <a:pathLst>
                <a:path w="6334" h="9137" extrusionOk="0">
                  <a:moveTo>
                    <a:pt x="3183" y="4222"/>
                  </a:moveTo>
                  <a:cubicBezTo>
                    <a:pt x="3372" y="4222"/>
                    <a:pt x="3529" y="4380"/>
                    <a:pt x="3529" y="4569"/>
                  </a:cubicBezTo>
                  <a:cubicBezTo>
                    <a:pt x="3529" y="4758"/>
                    <a:pt x="3372" y="4915"/>
                    <a:pt x="3183" y="4915"/>
                  </a:cubicBezTo>
                  <a:cubicBezTo>
                    <a:pt x="2994" y="4915"/>
                    <a:pt x="2836" y="4758"/>
                    <a:pt x="2836" y="4569"/>
                  </a:cubicBezTo>
                  <a:cubicBezTo>
                    <a:pt x="2836" y="4380"/>
                    <a:pt x="2994" y="4222"/>
                    <a:pt x="3183" y="4222"/>
                  </a:cubicBezTo>
                  <a:close/>
                  <a:moveTo>
                    <a:pt x="3183" y="1009"/>
                  </a:moveTo>
                  <a:lnTo>
                    <a:pt x="5609" y="5230"/>
                  </a:lnTo>
                  <a:lnTo>
                    <a:pt x="4411" y="6994"/>
                  </a:lnTo>
                  <a:lnTo>
                    <a:pt x="3529" y="6994"/>
                  </a:lnTo>
                  <a:lnTo>
                    <a:pt x="3529" y="5545"/>
                  </a:lnTo>
                  <a:cubicBezTo>
                    <a:pt x="3939" y="5388"/>
                    <a:pt x="4254" y="5010"/>
                    <a:pt x="4254" y="4569"/>
                  </a:cubicBezTo>
                  <a:cubicBezTo>
                    <a:pt x="4254" y="3970"/>
                    <a:pt x="3781" y="3497"/>
                    <a:pt x="3183" y="3497"/>
                  </a:cubicBezTo>
                  <a:cubicBezTo>
                    <a:pt x="2584" y="3497"/>
                    <a:pt x="2143" y="3970"/>
                    <a:pt x="2143" y="4569"/>
                  </a:cubicBezTo>
                  <a:cubicBezTo>
                    <a:pt x="2143" y="5041"/>
                    <a:pt x="2395" y="5419"/>
                    <a:pt x="2836" y="5545"/>
                  </a:cubicBezTo>
                  <a:lnTo>
                    <a:pt x="2836" y="6994"/>
                  </a:lnTo>
                  <a:lnTo>
                    <a:pt x="1986" y="6994"/>
                  </a:lnTo>
                  <a:lnTo>
                    <a:pt x="788" y="5230"/>
                  </a:lnTo>
                  <a:lnTo>
                    <a:pt x="3183" y="1009"/>
                  </a:lnTo>
                  <a:close/>
                  <a:moveTo>
                    <a:pt x="4600" y="7688"/>
                  </a:moveTo>
                  <a:cubicBezTo>
                    <a:pt x="4821" y="7688"/>
                    <a:pt x="4947" y="7845"/>
                    <a:pt x="4947" y="8034"/>
                  </a:cubicBezTo>
                  <a:lnTo>
                    <a:pt x="4947" y="8412"/>
                  </a:lnTo>
                  <a:lnTo>
                    <a:pt x="1450" y="8412"/>
                  </a:lnTo>
                  <a:lnTo>
                    <a:pt x="1450" y="8034"/>
                  </a:lnTo>
                  <a:cubicBezTo>
                    <a:pt x="1450" y="7845"/>
                    <a:pt x="1607" y="7688"/>
                    <a:pt x="1797" y="7688"/>
                  </a:cubicBezTo>
                  <a:close/>
                  <a:moveTo>
                    <a:pt x="3183" y="0"/>
                  </a:moveTo>
                  <a:cubicBezTo>
                    <a:pt x="3057" y="0"/>
                    <a:pt x="2962" y="63"/>
                    <a:pt x="2868" y="158"/>
                  </a:cubicBezTo>
                  <a:lnTo>
                    <a:pt x="64" y="5073"/>
                  </a:lnTo>
                  <a:cubicBezTo>
                    <a:pt x="1" y="5199"/>
                    <a:pt x="1" y="5356"/>
                    <a:pt x="64" y="5419"/>
                  </a:cubicBezTo>
                  <a:lnTo>
                    <a:pt x="1229" y="7152"/>
                  </a:lnTo>
                  <a:cubicBezTo>
                    <a:pt x="914" y="7373"/>
                    <a:pt x="694" y="7688"/>
                    <a:pt x="694" y="8066"/>
                  </a:cubicBezTo>
                  <a:lnTo>
                    <a:pt x="694" y="8790"/>
                  </a:lnTo>
                  <a:cubicBezTo>
                    <a:pt x="694" y="8979"/>
                    <a:pt x="851" y="9137"/>
                    <a:pt x="1072" y="9137"/>
                  </a:cubicBezTo>
                  <a:lnTo>
                    <a:pt x="5262" y="9137"/>
                  </a:lnTo>
                  <a:cubicBezTo>
                    <a:pt x="5483" y="9137"/>
                    <a:pt x="5640" y="8979"/>
                    <a:pt x="5640" y="8790"/>
                  </a:cubicBezTo>
                  <a:lnTo>
                    <a:pt x="5640" y="8066"/>
                  </a:lnTo>
                  <a:cubicBezTo>
                    <a:pt x="5640" y="7688"/>
                    <a:pt x="5420" y="7373"/>
                    <a:pt x="5105" y="7152"/>
                  </a:cubicBezTo>
                  <a:lnTo>
                    <a:pt x="6270" y="5419"/>
                  </a:lnTo>
                  <a:cubicBezTo>
                    <a:pt x="6333" y="5325"/>
                    <a:pt x="6333" y="5199"/>
                    <a:pt x="6270" y="5073"/>
                  </a:cubicBezTo>
                  <a:lnTo>
                    <a:pt x="3498" y="158"/>
                  </a:lnTo>
                  <a:cubicBezTo>
                    <a:pt x="3435" y="32"/>
                    <a:pt x="3309" y="0"/>
                    <a:pt x="3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3" name="Google Shape;10633;p65"/>
            <p:cNvSpPr/>
            <p:nvPr/>
          </p:nvSpPr>
          <p:spPr>
            <a:xfrm>
              <a:off x="-50523474" y="2316000"/>
              <a:ext cx="299325" cy="178025"/>
            </a:xfrm>
            <a:custGeom>
              <a:rect l="l" t="t" r="r" b="b"/>
              <a:pathLst>
                <a:path w="11973" h="7120" extrusionOk="0">
                  <a:moveTo>
                    <a:pt x="1072" y="694"/>
                  </a:moveTo>
                  <a:cubicBezTo>
                    <a:pt x="1261" y="694"/>
                    <a:pt x="1419" y="851"/>
                    <a:pt x="1419" y="1040"/>
                  </a:cubicBezTo>
                  <a:cubicBezTo>
                    <a:pt x="1419" y="1229"/>
                    <a:pt x="1261" y="1418"/>
                    <a:pt x="1072" y="1418"/>
                  </a:cubicBezTo>
                  <a:cubicBezTo>
                    <a:pt x="883" y="1418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6333" y="694"/>
                  </a:moveTo>
                  <a:lnTo>
                    <a:pt x="6333" y="1418"/>
                  </a:lnTo>
                  <a:lnTo>
                    <a:pt x="5640" y="1418"/>
                  </a:lnTo>
                  <a:lnTo>
                    <a:pt x="5640" y="694"/>
                  </a:lnTo>
                  <a:close/>
                  <a:moveTo>
                    <a:pt x="10902" y="725"/>
                  </a:moveTo>
                  <a:cubicBezTo>
                    <a:pt x="11122" y="725"/>
                    <a:pt x="11280" y="883"/>
                    <a:pt x="11280" y="1103"/>
                  </a:cubicBezTo>
                  <a:cubicBezTo>
                    <a:pt x="11280" y="1292"/>
                    <a:pt x="11122" y="1450"/>
                    <a:pt x="10902" y="1450"/>
                  </a:cubicBezTo>
                  <a:cubicBezTo>
                    <a:pt x="10712" y="1450"/>
                    <a:pt x="10555" y="1292"/>
                    <a:pt x="10555" y="1103"/>
                  </a:cubicBezTo>
                  <a:cubicBezTo>
                    <a:pt x="10586" y="883"/>
                    <a:pt x="10744" y="725"/>
                    <a:pt x="10902" y="725"/>
                  </a:cubicBezTo>
                  <a:close/>
                  <a:moveTo>
                    <a:pt x="2143" y="5640"/>
                  </a:moveTo>
                  <a:lnTo>
                    <a:pt x="2143" y="6364"/>
                  </a:lnTo>
                  <a:lnTo>
                    <a:pt x="1419" y="6364"/>
                  </a:lnTo>
                  <a:lnTo>
                    <a:pt x="1419" y="5640"/>
                  </a:lnTo>
                  <a:close/>
                  <a:moveTo>
                    <a:pt x="10555" y="5640"/>
                  </a:moveTo>
                  <a:lnTo>
                    <a:pt x="10555" y="6364"/>
                  </a:lnTo>
                  <a:lnTo>
                    <a:pt x="9862" y="6364"/>
                  </a:lnTo>
                  <a:lnTo>
                    <a:pt x="9862" y="5640"/>
                  </a:lnTo>
                  <a:close/>
                  <a:moveTo>
                    <a:pt x="10902" y="0"/>
                  </a:moveTo>
                  <a:cubicBezTo>
                    <a:pt x="10460" y="0"/>
                    <a:pt x="10051" y="252"/>
                    <a:pt x="9925" y="694"/>
                  </a:cubicBezTo>
                  <a:lnTo>
                    <a:pt x="7058" y="694"/>
                  </a:lnTo>
                  <a:lnTo>
                    <a:pt x="7058" y="379"/>
                  </a:lnTo>
                  <a:cubicBezTo>
                    <a:pt x="7058" y="189"/>
                    <a:pt x="6900" y="32"/>
                    <a:pt x="6711" y="32"/>
                  </a:cubicBezTo>
                  <a:lnTo>
                    <a:pt x="5294" y="32"/>
                  </a:lnTo>
                  <a:cubicBezTo>
                    <a:pt x="5073" y="32"/>
                    <a:pt x="4947" y="189"/>
                    <a:pt x="4947" y="379"/>
                  </a:cubicBezTo>
                  <a:lnTo>
                    <a:pt x="4947" y="725"/>
                  </a:lnTo>
                  <a:lnTo>
                    <a:pt x="2049" y="725"/>
                  </a:lnTo>
                  <a:cubicBezTo>
                    <a:pt x="1891" y="347"/>
                    <a:pt x="1513" y="32"/>
                    <a:pt x="1072" y="32"/>
                  </a:cubicBezTo>
                  <a:cubicBezTo>
                    <a:pt x="473" y="32"/>
                    <a:pt x="1" y="505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545" y="2143"/>
                    <a:pt x="1923" y="1828"/>
                    <a:pt x="2049" y="1450"/>
                  </a:cubicBezTo>
                  <a:lnTo>
                    <a:pt x="3592" y="1450"/>
                  </a:lnTo>
                  <a:cubicBezTo>
                    <a:pt x="3183" y="1670"/>
                    <a:pt x="2836" y="1985"/>
                    <a:pt x="2521" y="2332"/>
                  </a:cubicBezTo>
                  <a:cubicBezTo>
                    <a:pt x="1891" y="3088"/>
                    <a:pt x="1545" y="4002"/>
                    <a:pt x="1450" y="4978"/>
                  </a:cubicBezTo>
                  <a:lnTo>
                    <a:pt x="1103" y="4978"/>
                  </a:lnTo>
                  <a:cubicBezTo>
                    <a:pt x="914" y="4978"/>
                    <a:pt x="757" y="5136"/>
                    <a:pt x="757" y="5325"/>
                  </a:cubicBezTo>
                  <a:lnTo>
                    <a:pt x="757" y="6742"/>
                  </a:lnTo>
                  <a:cubicBezTo>
                    <a:pt x="757" y="6963"/>
                    <a:pt x="914" y="7121"/>
                    <a:pt x="1103" y="7121"/>
                  </a:cubicBezTo>
                  <a:lnTo>
                    <a:pt x="2521" y="7121"/>
                  </a:lnTo>
                  <a:cubicBezTo>
                    <a:pt x="2742" y="7121"/>
                    <a:pt x="2899" y="6963"/>
                    <a:pt x="2899" y="6742"/>
                  </a:cubicBezTo>
                  <a:lnTo>
                    <a:pt x="2899" y="5325"/>
                  </a:lnTo>
                  <a:cubicBezTo>
                    <a:pt x="2899" y="5136"/>
                    <a:pt x="2742" y="4978"/>
                    <a:pt x="2521" y="4978"/>
                  </a:cubicBezTo>
                  <a:lnTo>
                    <a:pt x="2175" y="4978"/>
                  </a:lnTo>
                  <a:cubicBezTo>
                    <a:pt x="2332" y="3403"/>
                    <a:pt x="3435" y="2017"/>
                    <a:pt x="4979" y="1607"/>
                  </a:cubicBezTo>
                  <a:lnTo>
                    <a:pt x="4979" y="1796"/>
                  </a:lnTo>
                  <a:cubicBezTo>
                    <a:pt x="4979" y="1985"/>
                    <a:pt x="5136" y="2143"/>
                    <a:pt x="5325" y="2143"/>
                  </a:cubicBezTo>
                  <a:lnTo>
                    <a:pt x="6743" y="2143"/>
                  </a:lnTo>
                  <a:cubicBezTo>
                    <a:pt x="6932" y="2143"/>
                    <a:pt x="7089" y="1985"/>
                    <a:pt x="7089" y="1796"/>
                  </a:cubicBezTo>
                  <a:lnTo>
                    <a:pt x="7089" y="1576"/>
                  </a:lnTo>
                  <a:cubicBezTo>
                    <a:pt x="8633" y="1985"/>
                    <a:pt x="9736" y="3371"/>
                    <a:pt x="9893" y="4947"/>
                  </a:cubicBezTo>
                  <a:lnTo>
                    <a:pt x="9547" y="4947"/>
                  </a:lnTo>
                  <a:cubicBezTo>
                    <a:pt x="9358" y="4947"/>
                    <a:pt x="9200" y="5104"/>
                    <a:pt x="9200" y="5293"/>
                  </a:cubicBezTo>
                  <a:lnTo>
                    <a:pt x="9200" y="6711"/>
                  </a:lnTo>
                  <a:cubicBezTo>
                    <a:pt x="9200" y="6932"/>
                    <a:pt x="9358" y="7089"/>
                    <a:pt x="9547" y="7089"/>
                  </a:cubicBezTo>
                  <a:lnTo>
                    <a:pt x="10965" y="7089"/>
                  </a:lnTo>
                  <a:cubicBezTo>
                    <a:pt x="11154" y="7089"/>
                    <a:pt x="11311" y="6932"/>
                    <a:pt x="11311" y="6711"/>
                  </a:cubicBezTo>
                  <a:lnTo>
                    <a:pt x="11311" y="5293"/>
                  </a:lnTo>
                  <a:cubicBezTo>
                    <a:pt x="11311" y="5104"/>
                    <a:pt x="11154" y="4947"/>
                    <a:pt x="10965" y="4947"/>
                  </a:cubicBezTo>
                  <a:lnTo>
                    <a:pt x="10618" y="4947"/>
                  </a:lnTo>
                  <a:cubicBezTo>
                    <a:pt x="10523" y="4002"/>
                    <a:pt x="10177" y="3056"/>
                    <a:pt x="9547" y="2300"/>
                  </a:cubicBezTo>
                  <a:cubicBezTo>
                    <a:pt x="9232" y="1954"/>
                    <a:pt x="8885" y="1639"/>
                    <a:pt x="8476" y="1418"/>
                  </a:cubicBezTo>
                  <a:lnTo>
                    <a:pt x="10019" y="1418"/>
                  </a:lnTo>
                  <a:cubicBezTo>
                    <a:pt x="10082" y="1828"/>
                    <a:pt x="10492" y="2111"/>
                    <a:pt x="10902" y="2111"/>
                  </a:cubicBezTo>
                  <a:cubicBezTo>
                    <a:pt x="11500" y="2111"/>
                    <a:pt x="11973" y="1639"/>
                    <a:pt x="11973" y="1040"/>
                  </a:cubicBezTo>
                  <a:cubicBezTo>
                    <a:pt x="11973" y="473"/>
                    <a:pt x="11500" y="0"/>
                    <a:pt x="10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34" name="Google Shape;10634;p65"/>
          <p:cNvGrpSpPr/>
          <p:nvPr/>
        </p:nvGrpSpPr>
        <p:grpSpPr>
          <a:xfrm>
            <a:off x="848213" y="2207269"/>
            <a:ext cx="360079" cy="357304"/>
            <a:chOff x="-50524249" y="2686150"/>
            <a:chExt cx="301675" cy="299350"/>
          </a:xfrm>
        </p:grpSpPr>
        <p:sp>
          <p:nvSpPr>
            <p:cNvPr id="10635" name="Google Shape;10635;p65"/>
            <p:cNvSpPr/>
            <p:nvPr/>
          </p:nvSpPr>
          <p:spPr>
            <a:xfrm>
              <a:off x="-50488025" y="2792500"/>
              <a:ext cx="18150" cy="52800"/>
            </a:xfrm>
            <a:custGeom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2"/>
                    <a:pt x="379" y="2112"/>
                  </a:cubicBezTo>
                  <a:cubicBezTo>
                    <a:pt x="568" y="2112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6" name="Google Shape;10636;p65"/>
            <p:cNvSpPr/>
            <p:nvPr/>
          </p:nvSpPr>
          <p:spPr>
            <a:xfrm>
              <a:off x="-50488025" y="2897250"/>
              <a:ext cx="18150" cy="53600"/>
            </a:xfrm>
            <a:custGeom>
              <a:rect l="l" t="t" r="r" b="b"/>
              <a:pathLst>
                <a:path w="726" h="2144" extrusionOk="0">
                  <a:moveTo>
                    <a:pt x="379" y="1"/>
                  </a:moveTo>
                  <a:cubicBezTo>
                    <a:pt x="158" y="1"/>
                    <a:pt x="1" y="159"/>
                    <a:pt x="1" y="379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79" y="2143"/>
                  </a:cubicBezTo>
                  <a:cubicBezTo>
                    <a:pt x="568" y="2143"/>
                    <a:pt x="725" y="1986"/>
                    <a:pt x="725" y="1797"/>
                  </a:cubicBezTo>
                  <a:lnTo>
                    <a:pt x="725" y="379"/>
                  </a:lnTo>
                  <a:cubicBezTo>
                    <a:pt x="725" y="159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7" name="Google Shape;10637;p65"/>
            <p:cNvSpPr/>
            <p:nvPr/>
          </p:nvSpPr>
          <p:spPr>
            <a:xfrm>
              <a:off x="-50488025" y="2861825"/>
              <a:ext cx="18150" cy="18125"/>
            </a:xfrm>
            <a:custGeom>
              <a:rect l="l" t="t" r="r" b="b"/>
              <a:pathLst>
                <a:path w="726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8" name="Google Shape;10638;p65"/>
            <p:cNvSpPr/>
            <p:nvPr/>
          </p:nvSpPr>
          <p:spPr>
            <a:xfrm>
              <a:off x="-50524249" y="2686150"/>
              <a:ext cx="301675" cy="52825"/>
            </a:xfrm>
            <a:custGeom>
              <a:rect l="l" t="t" r="r" b="b"/>
              <a:pathLst>
                <a:path w="12067" h="2113" extrusionOk="0">
                  <a:moveTo>
                    <a:pt x="2143" y="695"/>
                  </a:moveTo>
                  <a:lnTo>
                    <a:pt x="2143" y="1419"/>
                  </a:lnTo>
                  <a:lnTo>
                    <a:pt x="1891" y="1419"/>
                  </a:lnTo>
                  <a:lnTo>
                    <a:pt x="1166" y="1041"/>
                  </a:lnTo>
                  <a:lnTo>
                    <a:pt x="1891" y="695"/>
                  </a:lnTo>
                  <a:close/>
                  <a:moveTo>
                    <a:pt x="9924" y="695"/>
                  </a:moveTo>
                  <a:lnTo>
                    <a:pt x="9924" y="1419"/>
                  </a:lnTo>
                  <a:lnTo>
                    <a:pt x="2836" y="1419"/>
                  </a:lnTo>
                  <a:lnTo>
                    <a:pt x="2836" y="695"/>
                  </a:lnTo>
                  <a:close/>
                  <a:moveTo>
                    <a:pt x="10996" y="695"/>
                  </a:moveTo>
                  <a:cubicBezTo>
                    <a:pt x="11185" y="695"/>
                    <a:pt x="11342" y="852"/>
                    <a:pt x="11342" y="1041"/>
                  </a:cubicBezTo>
                  <a:cubicBezTo>
                    <a:pt x="11342" y="1262"/>
                    <a:pt x="11185" y="1419"/>
                    <a:pt x="10996" y="1419"/>
                  </a:cubicBezTo>
                  <a:lnTo>
                    <a:pt x="10649" y="1419"/>
                  </a:lnTo>
                  <a:lnTo>
                    <a:pt x="10649" y="695"/>
                  </a:lnTo>
                  <a:close/>
                  <a:moveTo>
                    <a:pt x="1782" y="1"/>
                  </a:moveTo>
                  <a:cubicBezTo>
                    <a:pt x="1689" y="1"/>
                    <a:pt x="1556" y="47"/>
                    <a:pt x="252" y="726"/>
                  </a:cubicBezTo>
                  <a:cubicBezTo>
                    <a:pt x="0" y="852"/>
                    <a:pt x="0" y="1199"/>
                    <a:pt x="252" y="1356"/>
                  </a:cubicBezTo>
                  <a:cubicBezTo>
                    <a:pt x="1765" y="2113"/>
                    <a:pt x="1702" y="2113"/>
                    <a:pt x="1828" y="2113"/>
                  </a:cubicBezTo>
                  <a:lnTo>
                    <a:pt x="10996" y="2113"/>
                  </a:lnTo>
                  <a:cubicBezTo>
                    <a:pt x="11594" y="2113"/>
                    <a:pt x="12067" y="1640"/>
                    <a:pt x="12067" y="1041"/>
                  </a:cubicBezTo>
                  <a:cubicBezTo>
                    <a:pt x="12067" y="474"/>
                    <a:pt x="11594" y="2"/>
                    <a:pt x="10996" y="2"/>
                  </a:cubicBezTo>
                  <a:lnTo>
                    <a:pt x="1828" y="2"/>
                  </a:lnTo>
                  <a:cubicBezTo>
                    <a:pt x="1810" y="2"/>
                    <a:pt x="1796" y="1"/>
                    <a:pt x="17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39" name="Google Shape;10639;p65"/>
            <p:cNvSpPr/>
            <p:nvPr/>
          </p:nvSpPr>
          <p:spPr>
            <a:xfrm>
              <a:off x="-50523474" y="2757075"/>
              <a:ext cx="300900" cy="228425"/>
            </a:xfrm>
            <a:custGeom>
              <a:rect l="l" t="t" r="r" b="b"/>
              <a:pathLst>
                <a:path w="12036" h="9137" extrusionOk="0">
                  <a:moveTo>
                    <a:pt x="10965" y="725"/>
                  </a:moveTo>
                  <a:cubicBezTo>
                    <a:pt x="11154" y="725"/>
                    <a:pt x="11311" y="882"/>
                    <a:pt x="11311" y="1103"/>
                  </a:cubicBezTo>
                  <a:lnTo>
                    <a:pt x="11311" y="8097"/>
                  </a:lnTo>
                  <a:cubicBezTo>
                    <a:pt x="11311" y="8286"/>
                    <a:pt x="11154" y="8443"/>
                    <a:pt x="10965" y="8443"/>
                  </a:cubicBezTo>
                  <a:lnTo>
                    <a:pt x="1072" y="8443"/>
                  </a:lnTo>
                  <a:cubicBezTo>
                    <a:pt x="883" y="8443"/>
                    <a:pt x="725" y="8286"/>
                    <a:pt x="725" y="8097"/>
                  </a:cubicBezTo>
                  <a:lnTo>
                    <a:pt x="725" y="1103"/>
                  </a:lnTo>
                  <a:cubicBezTo>
                    <a:pt x="725" y="882"/>
                    <a:pt x="883" y="725"/>
                    <a:pt x="1072" y="725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065"/>
                  </a:lnTo>
                  <a:cubicBezTo>
                    <a:pt x="1" y="8664"/>
                    <a:pt x="473" y="9137"/>
                    <a:pt x="1072" y="9137"/>
                  </a:cubicBezTo>
                  <a:lnTo>
                    <a:pt x="10965" y="9137"/>
                  </a:lnTo>
                  <a:cubicBezTo>
                    <a:pt x="11532" y="9137"/>
                    <a:pt x="12004" y="8664"/>
                    <a:pt x="12004" y="8065"/>
                  </a:cubicBezTo>
                  <a:lnTo>
                    <a:pt x="12004" y="1040"/>
                  </a:lnTo>
                  <a:cubicBezTo>
                    <a:pt x="12036" y="473"/>
                    <a:pt x="11532" y="0"/>
                    <a:pt x="10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40" name="Google Shape;10640;p65"/>
            <p:cNvSpPr/>
            <p:nvPr/>
          </p:nvSpPr>
          <p:spPr>
            <a:xfrm>
              <a:off x="-50453376" y="2792500"/>
              <a:ext cx="194575" cy="158350"/>
            </a:xfrm>
            <a:custGeom>
              <a:rect l="l" t="t" r="r" b="b"/>
              <a:pathLst>
                <a:path w="7783" h="6334" extrusionOk="0">
                  <a:moveTo>
                    <a:pt x="7089" y="694"/>
                  </a:moveTo>
                  <a:lnTo>
                    <a:pt x="7089" y="5609"/>
                  </a:lnTo>
                  <a:lnTo>
                    <a:pt x="694" y="5609"/>
                  </a:lnTo>
                  <a:lnTo>
                    <a:pt x="694" y="694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987"/>
                  </a:lnTo>
                  <a:cubicBezTo>
                    <a:pt x="1" y="6176"/>
                    <a:pt x="158" y="6333"/>
                    <a:pt x="347" y="6333"/>
                  </a:cubicBezTo>
                  <a:lnTo>
                    <a:pt x="7436" y="6333"/>
                  </a:lnTo>
                  <a:cubicBezTo>
                    <a:pt x="7656" y="6333"/>
                    <a:pt x="7782" y="6176"/>
                    <a:pt x="7782" y="5987"/>
                  </a:cubicBezTo>
                  <a:lnTo>
                    <a:pt x="7782" y="347"/>
                  </a:lnTo>
                  <a:cubicBezTo>
                    <a:pt x="7782" y="158"/>
                    <a:pt x="7656" y="1"/>
                    <a:pt x="7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41" name="Google Shape;10641;p65"/>
          <p:cNvGrpSpPr/>
          <p:nvPr/>
        </p:nvGrpSpPr>
        <p:grpSpPr>
          <a:xfrm>
            <a:off x="3070976" y="1333082"/>
            <a:ext cx="358199" cy="359154"/>
            <a:chOff x="-48633949" y="1972600"/>
            <a:chExt cx="300100" cy="300900"/>
          </a:xfrm>
        </p:grpSpPr>
        <p:sp>
          <p:nvSpPr>
            <p:cNvPr id="10642" name="Google Shape;10642;p65"/>
            <p:cNvSpPr/>
            <p:nvPr/>
          </p:nvSpPr>
          <p:spPr>
            <a:xfrm>
              <a:off x="-48633949" y="1972600"/>
              <a:ext cx="300100" cy="300900"/>
            </a:xfrm>
            <a:custGeom>
              <a:rect l="l" t="t" r="r" b="b"/>
              <a:pathLst>
                <a:path w="12004" h="12036" extrusionOk="0">
                  <a:moveTo>
                    <a:pt x="1418" y="756"/>
                  </a:moveTo>
                  <a:lnTo>
                    <a:pt x="1418" y="1481"/>
                  </a:lnTo>
                  <a:lnTo>
                    <a:pt x="693" y="1481"/>
                  </a:lnTo>
                  <a:lnTo>
                    <a:pt x="693" y="756"/>
                  </a:lnTo>
                  <a:close/>
                  <a:moveTo>
                    <a:pt x="11310" y="756"/>
                  </a:moveTo>
                  <a:lnTo>
                    <a:pt x="11310" y="1481"/>
                  </a:lnTo>
                  <a:lnTo>
                    <a:pt x="10586" y="1481"/>
                  </a:lnTo>
                  <a:lnTo>
                    <a:pt x="10586" y="756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0" y="2143"/>
                    <a:pt x="10239" y="2143"/>
                  </a:cubicBezTo>
                  <a:lnTo>
                    <a:pt x="10586" y="2143"/>
                  </a:lnTo>
                  <a:lnTo>
                    <a:pt x="10586" y="5293"/>
                  </a:lnTo>
                  <a:cubicBezTo>
                    <a:pt x="10365" y="5104"/>
                    <a:pt x="10050" y="4915"/>
                    <a:pt x="9672" y="4663"/>
                  </a:cubicBezTo>
                  <a:cubicBezTo>
                    <a:pt x="8822" y="4159"/>
                    <a:pt x="7530" y="3560"/>
                    <a:pt x="6018" y="3560"/>
                  </a:cubicBezTo>
                  <a:cubicBezTo>
                    <a:pt x="4537" y="3560"/>
                    <a:pt x="3214" y="4159"/>
                    <a:pt x="2363" y="4663"/>
                  </a:cubicBezTo>
                  <a:cubicBezTo>
                    <a:pt x="2017" y="4852"/>
                    <a:pt x="1701" y="5104"/>
                    <a:pt x="1449" y="5293"/>
                  </a:cubicBezTo>
                  <a:lnTo>
                    <a:pt x="1449" y="2143"/>
                  </a:lnTo>
                  <a:lnTo>
                    <a:pt x="1764" y="2143"/>
                  </a:lnTo>
                  <a:cubicBezTo>
                    <a:pt x="1954" y="2143"/>
                    <a:pt x="2111" y="1985"/>
                    <a:pt x="2111" y="1796"/>
                  </a:cubicBezTo>
                  <a:lnTo>
                    <a:pt x="2111" y="1418"/>
                  </a:lnTo>
                  <a:close/>
                  <a:moveTo>
                    <a:pt x="8065" y="4695"/>
                  </a:moveTo>
                  <a:cubicBezTo>
                    <a:pt x="8538" y="4915"/>
                    <a:pt x="8979" y="5104"/>
                    <a:pt x="9326" y="5293"/>
                  </a:cubicBezTo>
                  <a:cubicBezTo>
                    <a:pt x="9798" y="5577"/>
                    <a:pt x="10208" y="5860"/>
                    <a:pt x="10428" y="6049"/>
                  </a:cubicBezTo>
                  <a:cubicBezTo>
                    <a:pt x="10208" y="6238"/>
                    <a:pt x="9798" y="6522"/>
                    <a:pt x="9326" y="6805"/>
                  </a:cubicBezTo>
                  <a:cubicBezTo>
                    <a:pt x="8979" y="6994"/>
                    <a:pt x="8570" y="7215"/>
                    <a:pt x="8065" y="7372"/>
                  </a:cubicBezTo>
                  <a:cubicBezTo>
                    <a:pt x="8349" y="6994"/>
                    <a:pt x="8475" y="6522"/>
                    <a:pt x="8475" y="6049"/>
                  </a:cubicBezTo>
                  <a:cubicBezTo>
                    <a:pt x="8475" y="5514"/>
                    <a:pt x="8318" y="5104"/>
                    <a:pt x="8065" y="4695"/>
                  </a:cubicBezTo>
                  <a:close/>
                  <a:moveTo>
                    <a:pt x="3970" y="4726"/>
                  </a:moveTo>
                  <a:cubicBezTo>
                    <a:pt x="3718" y="5136"/>
                    <a:pt x="3592" y="5608"/>
                    <a:pt x="3592" y="6081"/>
                  </a:cubicBezTo>
                  <a:cubicBezTo>
                    <a:pt x="3529" y="6553"/>
                    <a:pt x="3686" y="7026"/>
                    <a:pt x="3970" y="7435"/>
                  </a:cubicBezTo>
                  <a:cubicBezTo>
                    <a:pt x="3497" y="7215"/>
                    <a:pt x="3056" y="7026"/>
                    <a:pt x="2710" y="6837"/>
                  </a:cubicBezTo>
                  <a:cubicBezTo>
                    <a:pt x="2237" y="6553"/>
                    <a:pt x="1859" y="6270"/>
                    <a:pt x="1607" y="6081"/>
                  </a:cubicBezTo>
                  <a:cubicBezTo>
                    <a:pt x="1859" y="5892"/>
                    <a:pt x="2237" y="5608"/>
                    <a:pt x="2710" y="5325"/>
                  </a:cubicBezTo>
                  <a:cubicBezTo>
                    <a:pt x="3056" y="5136"/>
                    <a:pt x="3466" y="4915"/>
                    <a:pt x="3970" y="4726"/>
                  </a:cubicBezTo>
                  <a:close/>
                  <a:moveTo>
                    <a:pt x="6018" y="4285"/>
                  </a:moveTo>
                  <a:cubicBezTo>
                    <a:pt x="6994" y="4285"/>
                    <a:pt x="7782" y="5073"/>
                    <a:pt x="7782" y="6049"/>
                  </a:cubicBezTo>
                  <a:cubicBezTo>
                    <a:pt x="7782" y="7026"/>
                    <a:pt x="6994" y="7814"/>
                    <a:pt x="6018" y="7814"/>
                  </a:cubicBezTo>
                  <a:cubicBezTo>
                    <a:pt x="5041" y="7814"/>
                    <a:pt x="4253" y="7026"/>
                    <a:pt x="4253" y="6049"/>
                  </a:cubicBezTo>
                  <a:cubicBezTo>
                    <a:pt x="4253" y="5073"/>
                    <a:pt x="5041" y="4285"/>
                    <a:pt x="6018" y="4285"/>
                  </a:cubicBezTo>
                  <a:close/>
                  <a:moveTo>
                    <a:pt x="10554" y="6805"/>
                  </a:moveTo>
                  <a:lnTo>
                    <a:pt x="10554" y="9956"/>
                  </a:lnTo>
                  <a:lnTo>
                    <a:pt x="10239" y="9956"/>
                  </a:lnTo>
                  <a:cubicBezTo>
                    <a:pt x="10050" y="9956"/>
                    <a:pt x="9893" y="10113"/>
                    <a:pt x="9893" y="10302"/>
                  </a:cubicBezTo>
                  <a:lnTo>
                    <a:pt x="9893" y="10649"/>
                  </a:lnTo>
                  <a:lnTo>
                    <a:pt x="2143" y="10649"/>
                  </a:lnTo>
                  <a:lnTo>
                    <a:pt x="2143" y="10302"/>
                  </a:lnTo>
                  <a:cubicBezTo>
                    <a:pt x="2143" y="10113"/>
                    <a:pt x="1985" y="9956"/>
                    <a:pt x="1764" y="9956"/>
                  </a:cubicBezTo>
                  <a:lnTo>
                    <a:pt x="1418" y="9956"/>
                  </a:lnTo>
                  <a:lnTo>
                    <a:pt x="1418" y="6805"/>
                  </a:lnTo>
                  <a:cubicBezTo>
                    <a:pt x="1670" y="6994"/>
                    <a:pt x="1985" y="7183"/>
                    <a:pt x="2332" y="7435"/>
                  </a:cubicBezTo>
                  <a:cubicBezTo>
                    <a:pt x="3182" y="7940"/>
                    <a:pt x="4505" y="8538"/>
                    <a:pt x="5986" y="8538"/>
                  </a:cubicBezTo>
                  <a:cubicBezTo>
                    <a:pt x="7498" y="8538"/>
                    <a:pt x="8790" y="7940"/>
                    <a:pt x="9641" y="7435"/>
                  </a:cubicBezTo>
                  <a:cubicBezTo>
                    <a:pt x="10019" y="7215"/>
                    <a:pt x="10334" y="6994"/>
                    <a:pt x="10554" y="6805"/>
                  </a:cubicBezTo>
                  <a:close/>
                  <a:moveTo>
                    <a:pt x="1418" y="10617"/>
                  </a:moveTo>
                  <a:lnTo>
                    <a:pt x="1418" y="11311"/>
                  </a:lnTo>
                  <a:lnTo>
                    <a:pt x="693" y="11311"/>
                  </a:lnTo>
                  <a:lnTo>
                    <a:pt x="693" y="10617"/>
                  </a:lnTo>
                  <a:close/>
                  <a:moveTo>
                    <a:pt x="11310" y="10617"/>
                  </a:moveTo>
                  <a:lnTo>
                    <a:pt x="11310" y="11311"/>
                  </a:lnTo>
                  <a:lnTo>
                    <a:pt x="10586" y="11311"/>
                  </a:lnTo>
                  <a:lnTo>
                    <a:pt x="10586" y="10617"/>
                  </a:lnTo>
                  <a:close/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lnTo>
                    <a:pt x="0" y="1796"/>
                  </a:lnTo>
                  <a:cubicBezTo>
                    <a:pt x="0" y="1985"/>
                    <a:pt x="158" y="2143"/>
                    <a:pt x="347" y="2143"/>
                  </a:cubicBezTo>
                  <a:lnTo>
                    <a:pt x="693" y="2143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0"/>
                    <a:pt x="0" y="10239"/>
                  </a:cubicBezTo>
                  <a:lnTo>
                    <a:pt x="0" y="11657"/>
                  </a:lnTo>
                  <a:cubicBezTo>
                    <a:pt x="0" y="11878"/>
                    <a:pt x="158" y="12035"/>
                    <a:pt x="347" y="12035"/>
                  </a:cubicBezTo>
                  <a:lnTo>
                    <a:pt x="1764" y="12035"/>
                  </a:lnTo>
                  <a:cubicBezTo>
                    <a:pt x="1954" y="12035"/>
                    <a:pt x="2111" y="11878"/>
                    <a:pt x="2111" y="11657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7"/>
                  </a:lnTo>
                  <a:cubicBezTo>
                    <a:pt x="9893" y="11878"/>
                    <a:pt x="10050" y="12035"/>
                    <a:pt x="10239" y="12035"/>
                  </a:cubicBezTo>
                  <a:lnTo>
                    <a:pt x="11657" y="12035"/>
                  </a:lnTo>
                  <a:cubicBezTo>
                    <a:pt x="11846" y="12035"/>
                    <a:pt x="12004" y="11878"/>
                    <a:pt x="12004" y="11657"/>
                  </a:cubicBezTo>
                  <a:lnTo>
                    <a:pt x="12004" y="10239"/>
                  </a:lnTo>
                  <a:cubicBezTo>
                    <a:pt x="12004" y="10050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43"/>
                  </a:lnTo>
                  <a:lnTo>
                    <a:pt x="11657" y="2143"/>
                  </a:lnTo>
                  <a:cubicBezTo>
                    <a:pt x="11846" y="2143"/>
                    <a:pt x="12004" y="1985"/>
                    <a:pt x="12004" y="1796"/>
                  </a:cubicBezTo>
                  <a:lnTo>
                    <a:pt x="12004" y="378"/>
                  </a:lnTo>
                  <a:cubicBezTo>
                    <a:pt x="12004" y="189"/>
                    <a:pt x="11846" y="0"/>
                    <a:pt x="11657" y="0"/>
                  </a:cubicBezTo>
                  <a:lnTo>
                    <a:pt x="10239" y="0"/>
                  </a:lnTo>
                  <a:cubicBezTo>
                    <a:pt x="10050" y="0"/>
                    <a:pt x="9893" y="189"/>
                    <a:pt x="9893" y="378"/>
                  </a:cubicBezTo>
                  <a:lnTo>
                    <a:pt x="9893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89"/>
                    <a:pt x="1954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43" name="Google Shape;10643;p65"/>
            <p:cNvSpPr/>
            <p:nvPr/>
          </p:nvSpPr>
          <p:spPr>
            <a:xfrm>
              <a:off x="-48509526" y="2097050"/>
              <a:ext cx="52800" cy="52775"/>
            </a:xfrm>
            <a:custGeom>
              <a:rect l="l" t="t" r="r" b="b"/>
              <a:pathLst>
                <a:path w="2112" h="2111" extrusionOk="0">
                  <a:moveTo>
                    <a:pt x="1041" y="725"/>
                  </a:moveTo>
                  <a:cubicBezTo>
                    <a:pt x="1230" y="725"/>
                    <a:pt x="1387" y="882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82"/>
                    <a:pt x="852" y="725"/>
                    <a:pt x="1041" y="725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70"/>
                    <a:pt x="442" y="2111"/>
                    <a:pt x="1041" y="2111"/>
                  </a:cubicBezTo>
                  <a:cubicBezTo>
                    <a:pt x="1639" y="2111"/>
                    <a:pt x="2112" y="1670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44" name="Google Shape;10644;p65"/>
          <p:cNvGrpSpPr/>
          <p:nvPr/>
        </p:nvGrpSpPr>
        <p:grpSpPr>
          <a:xfrm>
            <a:off x="3071439" y="2237377"/>
            <a:ext cx="357274" cy="357274"/>
            <a:chOff x="-48633174" y="2711375"/>
            <a:chExt cx="299325" cy="299325"/>
          </a:xfrm>
        </p:grpSpPr>
        <p:sp>
          <p:nvSpPr>
            <p:cNvPr id="10645" name="Google Shape;10645;p65"/>
            <p:cNvSpPr/>
            <p:nvPr/>
          </p:nvSpPr>
          <p:spPr>
            <a:xfrm>
              <a:off x="-48633174" y="2711375"/>
              <a:ext cx="299325" cy="299325"/>
            </a:xfrm>
            <a:custGeom>
              <a:rect l="l" t="t" r="r" b="b"/>
              <a:pathLst>
                <a:path w="11973" h="11973" extrusionOk="0">
                  <a:moveTo>
                    <a:pt x="6459" y="662"/>
                  </a:moveTo>
                  <a:lnTo>
                    <a:pt x="6774" y="1356"/>
                  </a:lnTo>
                  <a:cubicBezTo>
                    <a:pt x="6837" y="1419"/>
                    <a:pt x="6900" y="1513"/>
                    <a:pt x="7026" y="1545"/>
                  </a:cubicBezTo>
                  <a:cubicBezTo>
                    <a:pt x="7499" y="1671"/>
                    <a:pt x="7971" y="1860"/>
                    <a:pt x="8413" y="2080"/>
                  </a:cubicBezTo>
                  <a:cubicBezTo>
                    <a:pt x="8459" y="2126"/>
                    <a:pt x="8539" y="2156"/>
                    <a:pt x="8627" y="2156"/>
                  </a:cubicBezTo>
                  <a:cubicBezTo>
                    <a:pt x="8660" y="2156"/>
                    <a:pt x="8694" y="2152"/>
                    <a:pt x="8728" y="2143"/>
                  </a:cubicBezTo>
                  <a:lnTo>
                    <a:pt x="9389" y="1891"/>
                  </a:lnTo>
                  <a:lnTo>
                    <a:pt x="10051" y="2553"/>
                  </a:lnTo>
                  <a:lnTo>
                    <a:pt x="9799" y="3214"/>
                  </a:lnTo>
                  <a:cubicBezTo>
                    <a:pt x="9767" y="3340"/>
                    <a:pt x="9767" y="3435"/>
                    <a:pt x="9862" y="3561"/>
                  </a:cubicBezTo>
                  <a:cubicBezTo>
                    <a:pt x="10114" y="3970"/>
                    <a:pt x="10334" y="4412"/>
                    <a:pt x="10397" y="4916"/>
                  </a:cubicBezTo>
                  <a:cubicBezTo>
                    <a:pt x="10460" y="5042"/>
                    <a:pt x="10492" y="5136"/>
                    <a:pt x="10586" y="5168"/>
                  </a:cubicBezTo>
                  <a:lnTo>
                    <a:pt x="11279" y="5483"/>
                  </a:lnTo>
                  <a:lnTo>
                    <a:pt x="11279" y="6459"/>
                  </a:lnTo>
                  <a:lnTo>
                    <a:pt x="10586" y="6774"/>
                  </a:lnTo>
                  <a:cubicBezTo>
                    <a:pt x="10523" y="6806"/>
                    <a:pt x="10460" y="6900"/>
                    <a:pt x="10397" y="7026"/>
                  </a:cubicBezTo>
                  <a:cubicBezTo>
                    <a:pt x="10271" y="7499"/>
                    <a:pt x="10082" y="7972"/>
                    <a:pt x="9862" y="8381"/>
                  </a:cubicBezTo>
                  <a:cubicBezTo>
                    <a:pt x="9799" y="8476"/>
                    <a:pt x="9767" y="8602"/>
                    <a:pt x="9799" y="8696"/>
                  </a:cubicBezTo>
                  <a:lnTo>
                    <a:pt x="10051" y="9389"/>
                  </a:lnTo>
                  <a:lnTo>
                    <a:pt x="9389" y="10051"/>
                  </a:lnTo>
                  <a:lnTo>
                    <a:pt x="8728" y="9799"/>
                  </a:lnTo>
                  <a:cubicBezTo>
                    <a:pt x="8681" y="9787"/>
                    <a:pt x="8640" y="9780"/>
                    <a:pt x="8600" y="9780"/>
                  </a:cubicBezTo>
                  <a:cubicBezTo>
                    <a:pt x="8532" y="9780"/>
                    <a:pt x="8472" y="9802"/>
                    <a:pt x="8413" y="9862"/>
                  </a:cubicBezTo>
                  <a:cubicBezTo>
                    <a:pt x="7971" y="10114"/>
                    <a:pt x="7530" y="10303"/>
                    <a:pt x="7026" y="10397"/>
                  </a:cubicBezTo>
                  <a:cubicBezTo>
                    <a:pt x="6900" y="10429"/>
                    <a:pt x="6837" y="10492"/>
                    <a:pt x="6774" y="10586"/>
                  </a:cubicBezTo>
                  <a:lnTo>
                    <a:pt x="6459" y="11280"/>
                  </a:lnTo>
                  <a:lnTo>
                    <a:pt x="5483" y="11280"/>
                  </a:lnTo>
                  <a:lnTo>
                    <a:pt x="5168" y="10586"/>
                  </a:lnTo>
                  <a:cubicBezTo>
                    <a:pt x="5136" y="10523"/>
                    <a:pt x="5042" y="10429"/>
                    <a:pt x="4915" y="10397"/>
                  </a:cubicBezTo>
                  <a:cubicBezTo>
                    <a:pt x="4443" y="10271"/>
                    <a:pt x="3970" y="10082"/>
                    <a:pt x="3561" y="9862"/>
                  </a:cubicBezTo>
                  <a:cubicBezTo>
                    <a:pt x="3492" y="9816"/>
                    <a:pt x="3406" y="9786"/>
                    <a:pt x="3327" y="9786"/>
                  </a:cubicBezTo>
                  <a:cubicBezTo>
                    <a:pt x="3299" y="9786"/>
                    <a:pt x="3271" y="9790"/>
                    <a:pt x="3246" y="9799"/>
                  </a:cubicBezTo>
                  <a:lnTo>
                    <a:pt x="2553" y="10051"/>
                  </a:lnTo>
                  <a:lnTo>
                    <a:pt x="1891" y="9389"/>
                  </a:lnTo>
                  <a:lnTo>
                    <a:pt x="2143" y="8696"/>
                  </a:lnTo>
                  <a:cubicBezTo>
                    <a:pt x="2175" y="8602"/>
                    <a:pt x="2175" y="8507"/>
                    <a:pt x="2080" y="8381"/>
                  </a:cubicBezTo>
                  <a:cubicBezTo>
                    <a:pt x="1828" y="7972"/>
                    <a:pt x="1607" y="7531"/>
                    <a:pt x="1544" y="7026"/>
                  </a:cubicBezTo>
                  <a:cubicBezTo>
                    <a:pt x="1513" y="6900"/>
                    <a:pt x="1450" y="6806"/>
                    <a:pt x="1355" y="6774"/>
                  </a:cubicBezTo>
                  <a:lnTo>
                    <a:pt x="662" y="6459"/>
                  </a:lnTo>
                  <a:lnTo>
                    <a:pt x="662" y="5483"/>
                  </a:lnTo>
                  <a:lnTo>
                    <a:pt x="1355" y="5168"/>
                  </a:lnTo>
                  <a:cubicBezTo>
                    <a:pt x="1418" y="5136"/>
                    <a:pt x="1513" y="5042"/>
                    <a:pt x="1544" y="4916"/>
                  </a:cubicBezTo>
                  <a:cubicBezTo>
                    <a:pt x="1670" y="4443"/>
                    <a:pt x="1860" y="3970"/>
                    <a:pt x="2080" y="3561"/>
                  </a:cubicBezTo>
                  <a:cubicBezTo>
                    <a:pt x="2143" y="3466"/>
                    <a:pt x="2175" y="3340"/>
                    <a:pt x="2143" y="3214"/>
                  </a:cubicBezTo>
                  <a:lnTo>
                    <a:pt x="1891" y="2553"/>
                  </a:lnTo>
                  <a:lnTo>
                    <a:pt x="2553" y="1891"/>
                  </a:lnTo>
                  <a:lnTo>
                    <a:pt x="3246" y="2143"/>
                  </a:lnTo>
                  <a:cubicBezTo>
                    <a:pt x="3280" y="2155"/>
                    <a:pt x="3315" y="2162"/>
                    <a:pt x="3351" y="2162"/>
                  </a:cubicBezTo>
                  <a:cubicBezTo>
                    <a:pt x="3414" y="2162"/>
                    <a:pt x="3481" y="2140"/>
                    <a:pt x="3561" y="2080"/>
                  </a:cubicBezTo>
                  <a:cubicBezTo>
                    <a:pt x="3970" y="1828"/>
                    <a:pt x="4411" y="1608"/>
                    <a:pt x="4915" y="1545"/>
                  </a:cubicBezTo>
                  <a:cubicBezTo>
                    <a:pt x="5042" y="1513"/>
                    <a:pt x="5136" y="1450"/>
                    <a:pt x="5168" y="1356"/>
                  </a:cubicBezTo>
                  <a:lnTo>
                    <a:pt x="5483" y="662"/>
                  </a:lnTo>
                  <a:close/>
                  <a:moveTo>
                    <a:pt x="5294" y="1"/>
                  </a:moveTo>
                  <a:cubicBezTo>
                    <a:pt x="5168" y="1"/>
                    <a:pt x="5010" y="64"/>
                    <a:pt x="4978" y="190"/>
                  </a:cubicBezTo>
                  <a:lnTo>
                    <a:pt x="4632" y="915"/>
                  </a:lnTo>
                  <a:cubicBezTo>
                    <a:pt x="4191" y="1041"/>
                    <a:pt x="3750" y="1198"/>
                    <a:pt x="3372" y="1419"/>
                  </a:cubicBezTo>
                  <a:lnTo>
                    <a:pt x="2616" y="1198"/>
                  </a:lnTo>
                  <a:cubicBezTo>
                    <a:pt x="2579" y="1180"/>
                    <a:pt x="2539" y="1172"/>
                    <a:pt x="2500" y="1172"/>
                  </a:cubicBezTo>
                  <a:cubicBezTo>
                    <a:pt x="2405" y="1172"/>
                    <a:pt x="2314" y="1217"/>
                    <a:pt x="2269" y="1261"/>
                  </a:cubicBezTo>
                  <a:lnTo>
                    <a:pt x="1261" y="2238"/>
                  </a:lnTo>
                  <a:cubicBezTo>
                    <a:pt x="1198" y="2332"/>
                    <a:pt x="1166" y="2490"/>
                    <a:pt x="1198" y="2616"/>
                  </a:cubicBezTo>
                  <a:lnTo>
                    <a:pt x="1418" y="3340"/>
                  </a:lnTo>
                  <a:cubicBezTo>
                    <a:pt x="1198" y="3750"/>
                    <a:pt x="1040" y="4191"/>
                    <a:pt x="914" y="4601"/>
                  </a:cubicBezTo>
                  <a:lnTo>
                    <a:pt x="221" y="4979"/>
                  </a:lnTo>
                  <a:cubicBezTo>
                    <a:pt x="95" y="5010"/>
                    <a:pt x="1" y="5168"/>
                    <a:pt x="1" y="5294"/>
                  </a:cubicBezTo>
                  <a:lnTo>
                    <a:pt x="1" y="6711"/>
                  </a:lnTo>
                  <a:cubicBezTo>
                    <a:pt x="1" y="6806"/>
                    <a:pt x="95" y="6963"/>
                    <a:pt x="221" y="7026"/>
                  </a:cubicBezTo>
                  <a:lnTo>
                    <a:pt x="914" y="7373"/>
                  </a:lnTo>
                  <a:cubicBezTo>
                    <a:pt x="1040" y="7814"/>
                    <a:pt x="1198" y="8224"/>
                    <a:pt x="1418" y="8633"/>
                  </a:cubicBezTo>
                  <a:lnTo>
                    <a:pt x="1198" y="9389"/>
                  </a:lnTo>
                  <a:cubicBezTo>
                    <a:pt x="1166" y="9484"/>
                    <a:pt x="1198" y="9641"/>
                    <a:pt x="1261" y="9736"/>
                  </a:cubicBezTo>
                  <a:lnTo>
                    <a:pt x="2269" y="10712"/>
                  </a:lnTo>
                  <a:cubicBezTo>
                    <a:pt x="2316" y="10783"/>
                    <a:pt x="2417" y="10819"/>
                    <a:pt x="2517" y="10819"/>
                  </a:cubicBezTo>
                  <a:cubicBezTo>
                    <a:pt x="2551" y="10819"/>
                    <a:pt x="2584" y="10815"/>
                    <a:pt x="2616" y="10807"/>
                  </a:cubicBezTo>
                  <a:lnTo>
                    <a:pt x="3372" y="10555"/>
                  </a:lnTo>
                  <a:cubicBezTo>
                    <a:pt x="3750" y="10807"/>
                    <a:pt x="4191" y="10965"/>
                    <a:pt x="4632" y="11059"/>
                  </a:cubicBezTo>
                  <a:lnTo>
                    <a:pt x="4978" y="11784"/>
                  </a:lnTo>
                  <a:cubicBezTo>
                    <a:pt x="5010" y="11910"/>
                    <a:pt x="5168" y="11973"/>
                    <a:pt x="5294" y="11973"/>
                  </a:cubicBezTo>
                  <a:lnTo>
                    <a:pt x="6711" y="11973"/>
                  </a:lnTo>
                  <a:cubicBezTo>
                    <a:pt x="6837" y="11973"/>
                    <a:pt x="6995" y="11910"/>
                    <a:pt x="7026" y="11784"/>
                  </a:cubicBezTo>
                  <a:lnTo>
                    <a:pt x="7373" y="11059"/>
                  </a:lnTo>
                  <a:cubicBezTo>
                    <a:pt x="7814" y="10965"/>
                    <a:pt x="8255" y="10807"/>
                    <a:pt x="8633" y="10555"/>
                  </a:cubicBezTo>
                  <a:lnTo>
                    <a:pt x="9389" y="10807"/>
                  </a:lnTo>
                  <a:cubicBezTo>
                    <a:pt x="9421" y="10815"/>
                    <a:pt x="9454" y="10819"/>
                    <a:pt x="9488" y="10819"/>
                  </a:cubicBezTo>
                  <a:cubicBezTo>
                    <a:pt x="9588" y="10819"/>
                    <a:pt x="9688" y="10783"/>
                    <a:pt x="9736" y="10712"/>
                  </a:cubicBezTo>
                  <a:lnTo>
                    <a:pt x="10712" y="9736"/>
                  </a:lnTo>
                  <a:cubicBezTo>
                    <a:pt x="10807" y="9641"/>
                    <a:pt x="10838" y="9484"/>
                    <a:pt x="10807" y="9389"/>
                  </a:cubicBezTo>
                  <a:lnTo>
                    <a:pt x="10555" y="8633"/>
                  </a:lnTo>
                  <a:cubicBezTo>
                    <a:pt x="10807" y="8224"/>
                    <a:pt x="10964" y="7814"/>
                    <a:pt x="11059" y="7373"/>
                  </a:cubicBezTo>
                  <a:lnTo>
                    <a:pt x="11784" y="7026"/>
                  </a:lnTo>
                  <a:cubicBezTo>
                    <a:pt x="11910" y="6963"/>
                    <a:pt x="11973" y="6806"/>
                    <a:pt x="11973" y="6711"/>
                  </a:cubicBezTo>
                  <a:lnTo>
                    <a:pt x="11973" y="5294"/>
                  </a:lnTo>
                  <a:cubicBezTo>
                    <a:pt x="11973" y="5168"/>
                    <a:pt x="11910" y="5042"/>
                    <a:pt x="11784" y="4979"/>
                  </a:cubicBezTo>
                  <a:lnTo>
                    <a:pt x="11059" y="4601"/>
                  </a:lnTo>
                  <a:cubicBezTo>
                    <a:pt x="10964" y="4191"/>
                    <a:pt x="10807" y="3750"/>
                    <a:pt x="10555" y="3340"/>
                  </a:cubicBezTo>
                  <a:lnTo>
                    <a:pt x="10807" y="2616"/>
                  </a:lnTo>
                  <a:cubicBezTo>
                    <a:pt x="10838" y="2490"/>
                    <a:pt x="10807" y="2332"/>
                    <a:pt x="10712" y="2238"/>
                  </a:cubicBezTo>
                  <a:lnTo>
                    <a:pt x="9736" y="1261"/>
                  </a:lnTo>
                  <a:cubicBezTo>
                    <a:pt x="9691" y="1217"/>
                    <a:pt x="9584" y="1172"/>
                    <a:pt x="9491" y="1172"/>
                  </a:cubicBezTo>
                  <a:cubicBezTo>
                    <a:pt x="9453" y="1172"/>
                    <a:pt x="9417" y="1180"/>
                    <a:pt x="9389" y="1198"/>
                  </a:cubicBezTo>
                  <a:lnTo>
                    <a:pt x="8633" y="1419"/>
                  </a:lnTo>
                  <a:cubicBezTo>
                    <a:pt x="8255" y="1198"/>
                    <a:pt x="7814" y="1041"/>
                    <a:pt x="7373" y="915"/>
                  </a:cubicBezTo>
                  <a:lnTo>
                    <a:pt x="7026" y="190"/>
                  </a:lnTo>
                  <a:cubicBezTo>
                    <a:pt x="6995" y="64"/>
                    <a:pt x="6837" y="1"/>
                    <a:pt x="6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46" name="Google Shape;10646;p65"/>
            <p:cNvSpPr/>
            <p:nvPr/>
          </p:nvSpPr>
          <p:spPr>
            <a:xfrm>
              <a:off x="-48579599" y="2764950"/>
              <a:ext cx="192975" cy="191400"/>
            </a:xfrm>
            <a:custGeom>
              <a:rect l="l" t="t" r="r" b="b"/>
              <a:pathLst>
                <a:path w="7718" h="7656" extrusionOk="0">
                  <a:moveTo>
                    <a:pt x="3844" y="3214"/>
                  </a:moveTo>
                  <a:lnTo>
                    <a:pt x="4442" y="4411"/>
                  </a:lnTo>
                  <a:cubicBezTo>
                    <a:pt x="4237" y="4490"/>
                    <a:pt x="4033" y="4529"/>
                    <a:pt x="3832" y="4529"/>
                  </a:cubicBezTo>
                  <a:cubicBezTo>
                    <a:pt x="3631" y="4529"/>
                    <a:pt x="3434" y="4490"/>
                    <a:pt x="3245" y="4411"/>
                  </a:cubicBezTo>
                  <a:lnTo>
                    <a:pt x="3844" y="3214"/>
                  </a:lnTo>
                  <a:close/>
                  <a:moveTo>
                    <a:pt x="3781" y="693"/>
                  </a:moveTo>
                  <a:cubicBezTo>
                    <a:pt x="5513" y="693"/>
                    <a:pt x="6931" y="2111"/>
                    <a:pt x="6931" y="3844"/>
                  </a:cubicBezTo>
                  <a:cubicBezTo>
                    <a:pt x="6994" y="5104"/>
                    <a:pt x="6301" y="6175"/>
                    <a:pt x="5230" y="6679"/>
                  </a:cubicBezTo>
                  <a:lnTo>
                    <a:pt x="5230" y="4568"/>
                  </a:lnTo>
                  <a:cubicBezTo>
                    <a:pt x="5230" y="4411"/>
                    <a:pt x="5230" y="4442"/>
                    <a:pt x="4127" y="2300"/>
                  </a:cubicBezTo>
                  <a:cubicBezTo>
                    <a:pt x="4033" y="2206"/>
                    <a:pt x="3938" y="2111"/>
                    <a:pt x="3812" y="2111"/>
                  </a:cubicBezTo>
                  <a:cubicBezTo>
                    <a:pt x="3686" y="2111"/>
                    <a:pt x="3560" y="2206"/>
                    <a:pt x="3497" y="2300"/>
                  </a:cubicBezTo>
                  <a:cubicBezTo>
                    <a:pt x="2363" y="4600"/>
                    <a:pt x="2394" y="4442"/>
                    <a:pt x="2394" y="4568"/>
                  </a:cubicBezTo>
                  <a:lnTo>
                    <a:pt x="2394" y="6679"/>
                  </a:lnTo>
                  <a:cubicBezTo>
                    <a:pt x="1355" y="6175"/>
                    <a:pt x="630" y="5104"/>
                    <a:pt x="630" y="3844"/>
                  </a:cubicBezTo>
                  <a:cubicBezTo>
                    <a:pt x="630" y="2111"/>
                    <a:pt x="2048" y="693"/>
                    <a:pt x="3781" y="693"/>
                  </a:cubicBezTo>
                  <a:close/>
                  <a:moveTo>
                    <a:pt x="4568" y="5104"/>
                  </a:moveTo>
                  <a:lnTo>
                    <a:pt x="4568" y="6931"/>
                  </a:lnTo>
                  <a:cubicBezTo>
                    <a:pt x="4316" y="6963"/>
                    <a:pt x="4096" y="6994"/>
                    <a:pt x="3844" y="6994"/>
                  </a:cubicBezTo>
                  <a:cubicBezTo>
                    <a:pt x="3623" y="6994"/>
                    <a:pt x="3371" y="6994"/>
                    <a:pt x="3151" y="6931"/>
                  </a:cubicBezTo>
                  <a:lnTo>
                    <a:pt x="3151" y="5104"/>
                  </a:lnTo>
                  <a:cubicBezTo>
                    <a:pt x="3371" y="5198"/>
                    <a:pt x="3623" y="5230"/>
                    <a:pt x="3844" y="5230"/>
                  </a:cubicBezTo>
                  <a:cubicBezTo>
                    <a:pt x="4096" y="5230"/>
                    <a:pt x="4316" y="5198"/>
                    <a:pt x="4568" y="5104"/>
                  </a:cubicBezTo>
                  <a:close/>
                  <a:moveTo>
                    <a:pt x="3844" y="0"/>
                  </a:moveTo>
                  <a:cubicBezTo>
                    <a:pt x="1733" y="0"/>
                    <a:pt x="0" y="1733"/>
                    <a:pt x="0" y="3844"/>
                  </a:cubicBezTo>
                  <a:cubicBezTo>
                    <a:pt x="0" y="5577"/>
                    <a:pt x="1134" y="7026"/>
                    <a:pt x="2678" y="7498"/>
                  </a:cubicBezTo>
                  <a:lnTo>
                    <a:pt x="2709" y="7498"/>
                  </a:lnTo>
                  <a:cubicBezTo>
                    <a:pt x="3056" y="7624"/>
                    <a:pt x="3466" y="7656"/>
                    <a:pt x="3844" y="7656"/>
                  </a:cubicBezTo>
                  <a:cubicBezTo>
                    <a:pt x="4253" y="7656"/>
                    <a:pt x="4631" y="7593"/>
                    <a:pt x="4978" y="7498"/>
                  </a:cubicBezTo>
                  <a:lnTo>
                    <a:pt x="5041" y="7498"/>
                  </a:lnTo>
                  <a:cubicBezTo>
                    <a:pt x="6616" y="6994"/>
                    <a:pt x="7719" y="5545"/>
                    <a:pt x="7719" y="3844"/>
                  </a:cubicBezTo>
                  <a:cubicBezTo>
                    <a:pt x="7719" y="1733"/>
                    <a:pt x="5986" y="0"/>
                    <a:pt x="3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47" name="Google Shape;10647;p65"/>
          <p:cNvGrpSpPr/>
          <p:nvPr/>
        </p:nvGrpSpPr>
        <p:grpSpPr>
          <a:xfrm>
            <a:off x="1757928" y="2689329"/>
            <a:ext cx="314006" cy="358229"/>
            <a:chOff x="-46753100" y="1965500"/>
            <a:chExt cx="263075" cy="300125"/>
          </a:xfrm>
        </p:grpSpPr>
        <p:sp>
          <p:nvSpPr>
            <p:cNvPr id="10648" name="Google Shape;10648;p65"/>
            <p:cNvSpPr/>
            <p:nvPr/>
          </p:nvSpPr>
          <p:spPr>
            <a:xfrm>
              <a:off x="-46647574" y="2034825"/>
              <a:ext cx="53575" cy="53575"/>
            </a:xfrm>
            <a:custGeom>
              <a:rect l="l" t="t" r="r" b="b"/>
              <a:pathLst>
                <a:path w="2143" h="2143" extrusionOk="0">
                  <a:moveTo>
                    <a:pt x="1072" y="756"/>
                  </a:moveTo>
                  <a:cubicBezTo>
                    <a:pt x="1261" y="756"/>
                    <a:pt x="1418" y="914"/>
                    <a:pt x="1418" y="1103"/>
                  </a:cubicBezTo>
                  <a:cubicBezTo>
                    <a:pt x="1418" y="1323"/>
                    <a:pt x="1261" y="1481"/>
                    <a:pt x="1072" y="1481"/>
                  </a:cubicBezTo>
                  <a:cubicBezTo>
                    <a:pt x="883" y="1481"/>
                    <a:pt x="725" y="1323"/>
                    <a:pt x="725" y="1103"/>
                  </a:cubicBezTo>
                  <a:cubicBezTo>
                    <a:pt x="725" y="914"/>
                    <a:pt x="883" y="756"/>
                    <a:pt x="1072" y="756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1"/>
                  </a:cubicBezTo>
                  <a:cubicBezTo>
                    <a:pt x="2143" y="473"/>
                    <a:pt x="1670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49" name="Google Shape;10649;p65"/>
            <p:cNvSpPr/>
            <p:nvPr/>
          </p:nvSpPr>
          <p:spPr>
            <a:xfrm>
              <a:off x="-46753100" y="1965500"/>
              <a:ext cx="263075" cy="300125"/>
            </a:xfrm>
            <a:custGeom>
              <a:rect l="l" t="t" r="r" b="b"/>
              <a:pathLst>
                <a:path w="10523" h="12005" extrusionOk="0">
                  <a:moveTo>
                    <a:pt x="5293" y="694"/>
                  </a:moveTo>
                  <a:cubicBezTo>
                    <a:pt x="5765" y="694"/>
                    <a:pt x="6175" y="977"/>
                    <a:pt x="6270" y="1419"/>
                  </a:cubicBezTo>
                  <a:lnTo>
                    <a:pt x="4316" y="1419"/>
                  </a:lnTo>
                  <a:cubicBezTo>
                    <a:pt x="4442" y="977"/>
                    <a:pt x="4820" y="694"/>
                    <a:pt x="5293" y="694"/>
                  </a:cubicBezTo>
                  <a:close/>
                  <a:moveTo>
                    <a:pt x="3875" y="5766"/>
                  </a:moveTo>
                  <a:lnTo>
                    <a:pt x="5135" y="7026"/>
                  </a:lnTo>
                  <a:lnTo>
                    <a:pt x="2615" y="7026"/>
                  </a:lnTo>
                  <a:lnTo>
                    <a:pt x="3875" y="5766"/>
                  </a:lnTo>
                  <a:close/>
                  <a:moveTo>
                    <a:pt x="6679" y="5766"/>
                  </a:moveTo>
                  <a:lnTo>
                    <a:pt x="7939" y="7026"/>
                  </a:lnTo>
                  <a:lnTo>
                    <a:pt x="6144" y="7026"/>
                  </a:lnTo>
                  <a:lnTo>
                    <a:pt x="5797" y="6711"/>
                  </a:lnTo>
                  <a:lnTo>
                    <a:pt x="6679" y="5766"/>
                  </a:lnTo>
                  <a:close/>
                  <a:moveTo>
                    <a:pt x="8758" y="2112"/>
                  </a:moveTo>
                  <a:cubicBezTo>
                    <a:pt x="8947" y="2112"/>
                    <a:pt x="9105" y="2269"/>
                    <a:pt x="9105" y="2458"/>
                  </a:cubicBezTo>
                  <a:lnTo>
                    <a:pt x="9105" y="7089"/>
                  </a:lnTo>
                  <a:lnTo>
                    <a:pt x="8916" y="7089"/>
                  </a:lnTo>
                  <a:lnTo>
                    <a:pt x="6900" y="5073"/>
                  </a:lnTo>
                  <a:cubicBezTo>
                    <a:pt x="6825" y="4999"/>
                    <a:pt x="6744" y="4966"/>
                    <a:pt x="6662" y="4966"/>
                  </a:cubicBezTo>
                  <a:cubicBezTo>
                    <a:pt x="6571" y="4966"/>
                    <a:pt x="6479" y="5007"/>
                    <a:pt x="6396" y="5073"/>
                  </a:cubicBezTo>
                  <a:lnTo>
                    <a:pt x="5293" y="6239"/>
                  </a:lnTo>
                  <a:lnTo>
                    <a:pt x="4127" y="5073"/>
                  </a:lnTo>
                  <a:cubicBezTo>
                    <a:pt x="4064" y="5010"/>
                    <a:pt x="3970" y="4979"/>
                    <a:pt x="3871" y="4979"/>
                  </a:cubicBezTo>
                  <a:cubicBezTo>
                    <a:pt x="3773" y="4979"/>
                    <a:pt x="3670" y="5010"/>
                    <a:pt x="3592" y="5073"/>
                  </a:cubicBezTo>
                  <a:lnTo>
                    <a:pt x="1607" y="7089"/>
                  </a:lnTo>
                  <a:lnTo>
                    <a:pt x="1386" y="7089"/>
                  </a:lnTo>
                  <a:lnTo>
                    <a:pt x="1386" y="2458"/>
                  </a:lnTo>
                  <a:cubicBezTo>
                    <a:pt x="1449" y="2269"/>
                    <a:pt x="1607" y="2112"/>
                    <a:pt x="1764" y="2112"/>
                  </a:cubicBezTo>
                  <a:close/>
                  <a:moveTo>
                    <a:pt x="9168" y="7751"/>
                  </a:moveTo>
                  <a:lnTo>
                    <a:pt x="9168" y="8444"/>
                  </a:lnTo>
                  <a:lnTo>
                    <a:pt x="1449" y="8444"/>
                  </a:lnTo>
                  <a:lnTo>
                    <a:pt x="1449" y="7751"/>
                  </a:lnTo>
                  <a:close/>
                  <a:moveTo>
                    <a:pt x="7782" y="9137"/>
                  </a:moveTo>
                  <a:lnTo>
                    <a:pt x="7971" y="9830"/>
                  </a:lnTo>
                  <a:lnTo>
                    <a:pt x="2552" y="9830"/>
                  </a:lnTo>
                  <a:lnTo>
                    <a:pt x="2709" y="9137"/>
                  </a:lnTo>
                  <a:close/>
                  <a:moveTo>
                    <a:pt x="5261" y="1"/>
                  </a:moveTo>
                  <a:cubicBezTo>
                    <a:pt x="4411" y="1"/>
                    <a:pt x="3686" y="568"/>
                    <a:pt x="3529" y="1419"/>
                  </a:cubicBezTo>
                  <a:lnTo>
                    <a:pt x="1764" y="1419"/>
                  </a:lnTo>
                  <a:cubicBezTo>
                    <a:pt x="1166" y="1419"/>
                    <a:pt x="693" y="1891"/>
                    <a:pt x="693" y="2458"/>
                  </a:cubicBezTo>
                  <a:lnTo>
                    <a:pt x="693" y="8444"/>
                  </a:lnTo>
                  <a:lnTo>
                    <a:pt x="347" y="8444"/>
                  </a:lnTo>
                  <a:cubicBezTo>
                    <a:pt x="158" y="8444"/>
                    <a:pt x="0" y="8602"/>
                    <a:pt x="0" y="8822"/>
                  </a:cubicBezTo>
                  <a:cubicBezTo>
                    <a:pt x="0" y="9011"/>
                    <a:pt x="158" y="9169"/>
                    <a:pt x="347" y="9169"/>
                  </a:cubicBezTo>
                  <a:lnTo>
                    <a:pt x="1985" y="9169"/>
                  </a:lnTo>
                  <a:cubicBezTo>
                    <a:pt x="1922" y="9484"/>
                    <a:pt x="1481" y="11217"/>
                    <a:pt x="1418" y="11563"/>
                  </a:cubicBezTo>
                  <a:cubicBezTo>
                    <a:pt x="1355" y="11752"/>
                    <a:pt x="1481" y="11973"/>
                    <a:pt x="1670" y="12004"/>
                  </a:cubicBezTo>
                  <a:lnTo>
                    <a:pt x="1764" y="12004"/>
                  </a:lnTo>
                  <a:cubicBezTo>
                    <a:pt x="1922" y="12004"/>
                    <a:pt x="2079" y="11878"/>
                    <a:pt x="2111" y="11721"/>
                  </a:cubicBezTo>
                  <a:lnTo>
                    <a:pt x="2394" y="10586"/>
                  </a:lnTo>
                  <a:lnTo>
                    <a:pt x="8128" y="10586"/>
                  </a:lnTo>
                  <a:lnTo>
                    <a:pt x="8412" y="11721"/>
                  </a:lnTo>
                  <a:cubicBezTo>
                    <a:pt x="8443" y="11878"/>
                    <a:pt x="8601" y="12004"/>
                    <a:pt x="8758" y="12004"/>
                  </a:cubicBezTo>
                  <a:lnTo>
                    <a:pt x="8853" y="12004"/>
                  </a:lnTo>
                  <a:cubicBezTo>
                    <a:pt x="9042" y="11973"/>
                    <a:pt x="9168" y="11752"/>
                    <a:pt x="9105" y="11563"/>
                  </a:cubicBezTo>
                  <a:cubicBezTo>
                    <a:pt x="9042" y="11217"/>
                    <a:pt x="8601" y="9484"/>
                    <a:pt x="8538" y="9169"/>
                  </a:cubicBezTo>
                  <a:lnTo>
                    <a:pt x="10176" y="9169"/>
                  </a:lnTo>
                  <a:cubicBezTo>
                    <a:pt x="10365" y="9169"/>
                    <a:pt x="10523" y="9011"/>
                    <a:pt x="10523" y="8822"/>
                  </a:cubicBezTo>
                  <a:cubicBezTo>
                    <a:pt x="10523" y="8602"/>
                    <a:pt x="10365" y="8444"/>
                    <a:pt x="10176" y="8444"/>
                  </a:cubicBezTo>
                  <a:lnTo>
                    <a:pt x="9830" y="8444"/>
                  </a:lnTo>
                  <a:lnTo>
                    <a:pt x="9830" y="2458"/>
                  </a:lnTo>
                  <a:cubicBezTo>
                    <a:pt x="9830" y="1891"/>
                    <a:pt x="9357" y="1419"/>
                    <a:pt x="8758" y="1419"/>
                  </a:cubicBezTo>
                  <a:lnTo>
                    <a:pt x="6994" y="1419"/>
                  </a:lnTo>
                  <a:cubicBezTo>
                    <a:pt x="6837" y="631"/>
                    <a:pt x="6144" y="1"/>
                    <a:pt x="5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50" name="Google Shape;10650;p65"/>
          <p:cNvGrpSpPr/>
          <p:nvPr/>
        </p:nvGrpSpPr>
        <p:grpSpPr>
          <a:xfrm>
            <a:off x="1735354" y="3156542"/>
            <a:ext cx="359154" cy="315916"/>
            <a:chOff x="-46772026" y="2350650"/>
            <a:chExt cx="300900" cy="264675"/>
          </a:xfrm>
        </p:grpSpPr>
        <p:sp>
          <p:nvSpPr>
            <p:cNvPr id="10651" name="Google Shape;10651;p65"/>
            <p:cNvSpPr/>
            <p:nvPr/>
          </p:nvSpPr>
          <p:spPr>
            <a:xfrm>
              <a:off x="-46772026" y="2350650"/>
              <a:ext cx="300900" cy="264675"/>
            </a:xfrm>
            <a:custGeom>
              <a:rect l="l" t="t" r="r" b="b"/>
              <a:pathLst>
                <a:path w="12036" h="10587" extrusionOk="0">
                  <a:moveTo>
                    <a:pt x="6050" y="820"/>
                  </a:moveTo>
                  <a:cubicBezTo>
                    <a:pt x="7184" y="820"/>
                    <a:pt x="8287" y="1229"/>
                    <a:pt x="9169" y="1985"/>
                  </a:cubicBezTo>
                  <a:cubicBezTo>
                    <a:pt x="9326" y="2111"/>
                    <a:pt x="9326" y="2332"/>
                    <a:pt x="9169" y="2458"/>
                  </a:cubicBezTo>
                  <a:lnTo>
                    <a:pt x="9137" y="2490"/>
                  </a:lnTo>
                  <a:cubicBezTo>
                    <a:pt x="9064" y="2533"/>
                    <a:pt x="8978" y="2557"/>
                    <a:pt x="8896" y="2557"/>
                  </a:cubicBezTo>
                  <a:cubicBezTo>
                    <a:pt x="8802" y="2557"/>
                    <a:pt x="8715" y="2526"/>
                    <a:pt x="8665" y="2458"/>
                  </a:cubicBezTo>
                  <a:cubicBezTo>
                    <a:pt x="7940" y="1828"/>
                    <a:pt x="7027" y="1481"/>
                    <a:pt x="6050" y="1481"/>
                  </a:cubicBezTo>
                  <a:cubicBezTo>
                    <a:pt x="5073" y="1481"/>
                    <a:pt x="4160" y="1828"/>
                    <a:pt x="3466" y="2458"/>
                  </a:cubicBezTo>
                  <a:cubicBezTo>
                    <a:pt x="3378" y="2529"/>
                    <a:pt x="3270" y="2570"/>
                    <a:pt x="3175" y="2570"/>
                  </a:cubicBezTo>
                  <a:cubicBezTo>
                    <a:pt x="3101" y="2570"/>
                    <a:pt x="3035" y="2545"/>
                    <a:pt x="2994" y="2490"/>
                  </a:cubicBezTo>
                  <a:lnTo>
                    <a:pt x="2931" y="2458"/>
                  </a:lnTo>
                  <a:cubicBezTo>
                    <a:pt x="2836" y="2301"/>
                    <a:pt x="2836" y="2111"/>
                    <a:pt x="2931" y="1985"/>
                  </a:cubicBezTo>
                  <a:cubicBezTo>
                    <a:pt x="3782" y="1198"/>
                    <a:pt x="4884" y="820"/>
                    <a:pt x="6050" y="820"/>
                  </a:cubicBezTo>
                  <a:close/>
                  <a:moveTo>
                    <a:pt x="1450" y="7152"/>
                  </a:moveTo>
                  <a:lnTo>
                    <a:pt x="1450" y="9106"/>
                  </a:lnTo>
                  <a:cubicBezTo>
                    <a:pt x="1041" y="9011"/>
                    <a:pt x="726" y="8601"/>
                    <a:pt x="726" y="8129"/>
                  </a:cubicBezTo>
                  <a:cubicBezTo>
                    <a:pt x="726" y="7656"/>
                    <a:pt x="1009" y="7278"/>
                    <a:pt x="1450" y="7152"/>
                  </a:cubicBezTo>
                  <a:close/>
                  <a:moveTo>
                    <a:pt x="10618" y="7152"/>
                  </a:moveTo>
                  <a:cubicBezTo>
                    <a:pt x="11028" y="7310"/>
                    <a:pt x="11343" y="7688"/>
                    <a:pt x="11343" y="8129"/>
                  </a:cubicBezTo>
                  <a:cubicBezTo>
                    <a:pt x="11343" y="8601"/>
                    <a:pt x="11059" y="9011"/>
                    <a:pt x="10618" y="9106"/>
                  </a:cubicBezTo>
                  <a:lnTo>
                    <a:pt x="10618" y="7152"/>
                  </a:lnTo>
                  <a:close/>
                  <a:moveTo>
                    <a:pt x="2521" y="6396"/>
                  </a:moveTo>
                  <a:cubicBezTo>
                    <a:pt x="2710" y="6396"/>
                    <a:pt x="2868" y="6554"/>
                    <a:pt x="2868" y="6743"/>
                  </a:cubicBezTo>
                  <a:lnTo>
                    <a:pt x="2868" y="9547"/>
                  </a:lnTo>
                  <a:cubicBezTo>
                    <a:pt x="2868" y="9736"/>
                    <a:pt x="2710" y="9893"/>
                    <a:pt x="2521" y="9893"/>
                  </a:cubicBezTo>
                  <a:cubicBezTo>
                    <a:pt x="2301" y="9893"/>
                    <a:pt x="2175" y="9736"/>
                    <a:pt x="2175" y="9547"/>
                  </a:cubicBezTo>
                  <a:lnTo>
                    <a:pt x="2175" y="6743"/>
                  </a:lnTo>
                  <a:cubicBezTo>
                    <a:pt x="2175" y="6554"/>
                    <a:pt x="2301" y="6396"/>
                    <a:pt x="2521" y="6396"/>
                  </a:cubicBezTo>
                  <a:close/>
                  <a:moveTo>
                    <a:pt x="9547" y="6396"/>
                  </a:moveTo>
                  <a:cubicBezTo>
                    <a:pt x="9767" y="6396"/>
                    <a:pt x="9925" y="6554"/>
                    <a:pt x="9925" y="6743"/>
                  </a:cubicBezTo>
                  <a:lnTo>
                    <a:pt x="9925" y="9547"/>
                  </a:lnTo>
                  <a:cubicBezTo>
                    <a:pt x="9925" y="9736"/>
                    <a:pt x="9767" y="9893"/>
                    <a:pt x="9547" y="9893"/>
                  </a:cubicBezTo>
                  <a:cubicBezTo>
                    <a:pt x="9358" y="9893"/>
                    <a:pt x="9200" y="9736"/>
                    <a:pt x="9200" y="9547"/>
                  </a:cubicBezTo>
                  <a:lnTo>
                    <a:pt x="9200" y="6743"/>
                  </a:lnTo>
                  <a:cubicBezTo>
                    <a:pt x="9200" y="6554"/>
                    <a:pt x="9358" y="6396"/>
                    <a:pt x="9547" y="6396"/>
                  </a:cubicBezTo>
                  <a:close/>
                  <a:moveTo>
                    <a:pt x="6018" y="1"/>
                  </a:moveTo>
                  <a:cubicBezTo>
                    <a:pt x="4664" y="1"/>
                    <a:pt x="3403" y="473"/>
                    <a:pt x="2427" y="1387"/>
                  </a:cubicBezTo>
                  <a:cubicBezTo>
                    <a:pt x="2080" y="1733"/>
                    <a:pt x="1986" y="2269"/>
                    <a:pt x="2238" y="2679"/>
                  </a:cubicBezTo>
                  <a:cubicBezTo>
                    <a:pt x="1671" y="3435"/>
                    <a:pt x="1419" y="4348"/>
                    <a:pt x="1419" y="5293"/>
                  </a:cubicBezTo>
                  <a:lnTo>
                    <a:pt x="1419" y="6396"/>
                  </a:lnTo>
                  <a:cubicBezTo>
                    <a:pt x="631" y="6554"/>
                    <a:pt x="1" y="7247"/>
                    <a:pt x="1" y="8129"/>
                  </a:cubicBezTo>
                  <a:cubicBezTo>
                    <a:pt x="1" y="8980"/>
                    <a:pt x="631" y="9704"/>
                    <a:pt x="1450" y="9862"/>
                  </a:cubicBezTo>
                  <a:cubicBezTo>
                    <a:pt x="1576" y="10303"/>
                    <a:pt x="1986" y="10586"/>
                    <a:pt x="2427" y="10586"/>
                  </a:cubicBezTo>
                  <a:cubicBezTo>
                    <a:pt x="3025" y="10586"/>
                    <a:pt x="3498" y="10114"/>
                    <a:pt x="3498" y="9515"/>
                  </a:cubicBezTo>
                  <a:lnTo>
                    <a:pt x="3498" y="6711"/>
                  </a:lnTo>
                  <a:cubicBezTo>
                    <a:pt x="3498" y="6113"/>
                    <a:pt x="3025" y="5640"/>
                    <a:pt x="2427" y="5640"/>
                  </a:cubicBezTo>
                  <a:cubicBezTo>
                    <a:pt x="2301" y="5640"/>
                    <a:pt x="2206" y="5703"/>
                    <a:pt x="2080" y="5735"/>
                  </a:cubicBezTo>
                  <a:lnTo>
                    <a:pt x="2080" y="5325"/>
                  </a:lnTo>
                  <a:cubicBezTo>
                    <a:pt x="2080" y="4537"/>
                    <a:pt x="2301" y="3844"/>
                    <a:pt x="2710" y="3214"/>
                  </a:cubicBezTo>
                  <a:cubicBezTo>
                    <a:pt x="2827" y="3263"/>
                    <a:pt x="2948" y="3285"/>
                    <a:pt x="3067" y="3285"/>
                  </a:cubicBezTo>
                  <a:cubicBezTo>
                    <a:pt x="3333" y="3285"/>
                    <a:pt x="3596" y="3177"/>
                    <a:pt x="3813" y="3025"/>
                  </a:cubicBezTo>
                  <a:cubicBezTo>
                    <a:pt x="4412" y="2490"/>
                    <a:pt x="5136" y="2238"/>
                    <a:pt x="5924" y="2238"/>
                  </a:cubicBezTo>
                  <a:cubicBezTo>
                    <a:pt x="6711" y="2238"/>
                    <a:pt x="7499" y="2490"/>
                    <a:pt x="8066" y="3025"/>
                  </a:cubicBezTo>
                  <a:cubicBezTo>
                    <a:pt x="8276" y="3193"/>
                    <a:pt x="8542" y="3291"/>
                    <a:pt x="8799" y="3291"/>
                  </a:cubicBezTo>
                  <a:cubicBezTo>
                    <a:pt x="8927" y="3291"/>
                    <a:pt x="9053" y="3267"/>
                    <a:pt x="9169" y="3214"/>
                  </a:cubicBezTo>
                  <a:cubicBezTo>
                    <a:pt x="9610" y="3844"/>
                    <a:pt x="9799" y="4600"/>
                    <a:pt x="9799" y="5325"/>
                  </a:cubicBezTo>
                  <a:lnTo>
                    <a:pt x="9799" y="5735"/>
                  </a:lnTo>
                  <a:cubicBezTo>
                    <a:pt x="9673" y="5703"/>
                    <a:pt x="9547" y="5640"/>
                    <a:pt x="9452" y="5640"/>
                  </a:cubicBezTo>
                  <a:cubicBezTo>
                    <a:pt x="8854" y="5640"/>
                    <a:pt x="8381" y="6113"/>
                    <a:pt x="8381" y="6711"/>
                  </a:cubicBezTo>
                  <a:lnTo>
                    <a:pt x="8381" y="9515"/>
                  </a:lnTo>
                  <a:cubicBezTo>
                    <a:pt x="8381" y="10114"/>
                    <a:pt x="8854" y="10586"/>
                    <a:pt x="9452" y="10586"/>
                  </a:cubicBezTo>
                  <a:cubicBezTo>
                    <a:pt x="9925" y="10586"/>
                    <a:pt x="10303" y="10271"/>
                    <a:pt x="10429" y="9862"/>
                  </a:cubicBezTo>
                  <a:cubicBezTo>
                    <a:pt x="11406" y="9704"/>
                    <a:pt x="12036" y="9011"/>
                    <a:pt x="12036" y="8129"/>
                  </a:cubicBezTo>
                  <a:cubicBezTo>
                    <a:pt x="12036" y="7278"/>
                    <a:pt x="11437" y="6554"/>
                    <a:pt x="10618" y="6396"/>
                  </a:cubicBezTo>
                  <a:lnTo>
                    <a:pt x="10618" y="5293"/>
                  </a:lnTo>
                  <a:cubicBezTo>
                    <a:pt x="10618" y="4348"/>
                    <a:pt x="10335" y="3435"/>
                    <a:pt x="9799" y="2679"/>
                  </a:cubicBezTo>
                  <a:cubicBezTo>
                    <a:pt x="10020" y="2269"/>
                    <a:pt x="9957" y="1733"/>
                    <a:pt x="9610" y="1387"/>
                  </a:cubicBezTo>
                  <a:cubicBezTo>
                    <a:pt x="8602" y="473"/>
                    <a:pt x="7342" y="1"/>
                    <a:pt x="60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52" name="Google Shape;10652;p65"/>
            <p:cNvSpPr/>
            <p:nvPr/>
          </p:nvSpPr>
          <p:spPr>
            <a:xfrm>
              <a:off x="-46664900" y="2475100"/>
              <a:ext cx="92175" cy="122900"/>
            </a:xfrm>
            <a:custGeom>
              <a:rect l="l" t="t" r="r" b="b"/>
              <a:pathLst>
                <a:path w="3686" h="4916" extrusionOk="0">
                  <a:moveTo>
                    <a:pt x="1072" y="3497"/>
                  </a:moveTo>
                  <a:cubicBezTo>
                    <a:pt x="1261" y="3497"/>
                    <a:pt x="1418" y="3655"/>
                    <a:pt x="1418" y="3876"/>
                  </a:cubicBezTo>
                  <a:cubicBezTo>
                    <a:pt x="1418" y="4065"/>
                    <a:pt x="1261" y="4222"/>
                    <a:pt x="1072" y="4222"/>
                  </a:cubicBezTo>
                  <a:cubicBezTo>
                    <a:pt x="851" y="4222"/>
                    <a:pt x="694" y="4065"/>
                    <a:pt x="694" y="3876"/>
                  </a:cubicBezTo>
                  <a:cubicBezTo>
                    <a:pt x="694" y="3655"/>
                    <a:pt x="851" y="3497"/>
                    <a:pt x="1072" y="3497"/>
                  </a:cubicBezTo>
                  <a:close/>
                  <a:moveTo>
                    <a:pt x="1765" y="0"/>
                  </a:moveTo>
                  <a:cubicBezTo>
                    <a:pt x="1576" y="0"/>
                    <a:pt x="1418" y="158"/>
                    <a:pt x="1418" y="347"/>
                  </a:cubicBezTo>
                  <a:lnTo>
                    <a:pt x="1418" y="2867"/>
                  </a:lnTo>
                  <a:cubicBezTo>
                    <a:pt x="1292" y="2836"/>
                    <a:pt x="1166" y="2804"/>
                    <a:pt x="1072" y="2804"/>
                  </a:cubicBezTo>
                  <a:cubicBezTo>
                    <a:pt x="473" y="2804"/>
                    <a:pt x="1" y="3277"/>
                    <a:pt x="1" y="3876"/>
                  </a:cubicBezTo>
                  <a:cubicBezTo>
                    <a:pt x="1" y="4443"/>
                    <a:pt x="473" y="4915"/>
                    <a:pt x="1072" y="4915"/>
                  </a:cubicBezTo>
                  <a:cubicBezTo>
                    <a:pt x="1670" y="4915"/>
                    <a:pt x="2143" y="4443"/>
                    <a:pt x="2143" y="3876"/>
                  </a:cubicBezTo>
                  <a:lnTo>
                    <a:pt x="2143" y="1450"/>
                  </a:lnTo>
                  <a:cubicBezTo>
                    <a:pt x="2363" y="1544"/>
                    <a:pt x="2521" y="1702"/>
                    <a:pt x="2616" y="1828"/>
                  </a:cubicBezTo>
                  <a:cubicBezTo>
                    <a:pt x="2868" y="2143"/>
                    <a:pt x="2962" y="2615"/>
                    <a:pt x="2836" y="3088"/>
                  </a:cubicBezTo>
                  <a:cubicBezTo>
                    <a:pt x="2805" y="3308"/>
                    <a:pt x="2962" y="3497"/>
                    <a:pt x="3183" y="3497"/>
                  </a:cubicBezTo>
                  <a:cubicBezTo>
                    <a:pt x="3340" y="3497"/>
                    <a:pt x="3498" y="3403"/>
                    <a:pt x="3529" y="3245"/>
                  </a:cubicBezTo>
                  <a:cubicBezTo>
                    <a:pt x="3687" y="2552"/>
                    <a:pt x="3592" y="1859"/>
                    <a:pt x="3183" y="1355"/>
                  </a:cubicBezTo>
                  <a:cubicBezTo>
                    <a:pt x="2868" y="1040"/>
                    <a:pt x="2521" y="820"/>
                    <a:pt x="2111" y="757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53" name="Google Shape;10653;p65"/>
          <p:cNvGrpSpPr/>
          <p:nvPr/>
        </p:nvGrpSpPr>
        <p:grpSpPr>
          <a:xfrm>
            <a:off x="1735354" y="3590820"/>
            <a:ext cx="359154" cy="359154"/>
            <a:chOff x="-46772026" y="2701925"/>
            <a:chExt cx="300900" cy="300900"/>
          </a:xfrm>
        </p:grpSpPr>
        <p:sp>
          <p:nvSpPr>
            <p:cNvPr id="10654" name="Google Shape;10654;p65"/>
            <p:cNvSpPr/>
            <p:nvPr/>
          </p:nvSpPr>
          <p:spPr>
            <a:xfrm>
              <a:off x="-46647574" y="2826375"/>
              <a:ext cx="53575" cy="53575"/>
            </a:xfrm>
            <a:custGeom>
              <a:rect l="l" t="t" r="r" b="b"/>
              <a:pathLst>
                <a:path w="2143" h="2143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418" y="1229"/>
                    <a:pt x="1261" y="1387"/>
                    <a:pt x="1072" y="1387"/>
                  </a:cubicBezTo>
                  <a:cubicBezTo>
                    <a:pt x="883" y="1387"/>
                    <a:pt x="725" y="1229"/>
                    <a:pt x="725" y="1040"/>
                  </a:cubicBez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670" y="2143"/>
                    <a:pt x="2143" y="1670"/>
                    <a:pt x="2143" y="1072"/>
                  </a:cubicBezTo>
                  <a:cubicBezTo>
                    <a:pt x="2112" y="473"/>
                    <a:pt x="1639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55" name="Google Shape;10655;p65"/>
            <p:cNvSpPr/>
            <p:nvPr/>
          </p:nvSpPr>
          <p:spPr>
            <a:xfrm>
              <a:off x="-46772026" y="2701925"/>
              <a:ext cx="300900" cy="300900"/>
            </a:xfrm>
            <a:custGeom>
              <a:rect l="l" t="t" r="r" b="b"/>
              <a:pathLst>
                <a:path w="12036" h="12036" extrusionOk="0">
                  <a:moveTo>
                    <a:pt x="6365" y="1482"/>
                  </a:moveTo>
                  <a:cubicBezTo>
                    <a:pt x="8602" y="1639"/>
                    <a:pt x="10429" y="3466"/>
                    <a:pt x="10587" y="5672"/>
                  </a:cubicBezTo>
                  <a:lnTo>
                    <a:pt x="9862" y="5672"/>
                  </a:lnTo>
                  <a:cubicBezTo>
                    <a:pt x="9704" y="3813"/>
                    <a:pt x="8224" y="2301"/>
                    <a:pt x="6365" y="2143"/>
                  </a:cubicBezTo>
                  <a:lnTo>
                    <a:pt x="6365" y="1482"/>
                  </a:lnTo>
                  <a:close/>
                  <a:moveTo>
                    <a:pt x="5703" y="1482"/>
                  </a:moveTo>
                  <a:lnTo>
                    <a:pt x="5703" y="2206"/>
                  </a:lnTo>
                  <a:cubicBezTo>
                    <a:pt x="3845" y="2364"/>
                    <a:pt x="2364" y="3844"/>
                    <a:pt x="2206" y="5703"/>
                  </a:cubicBezTo>
                  <a:lnTo>
                    <a:pt x="1482" y="5703"/>
                  </a:lnTo>
                  <a:cubicBezTo>
                    <a:pt x="1639" y="3466"/>
                    <a:pt x="3466" y="1639"/>
                    <a:pt x="5703" y="1482"/>
                  </a:cubicBezTo>
                  <a:close/>
                  <a:moveTo>
                    <a:pt x="6365" y="2868"/>
                  </a:moveTo>
                  <a:cubicBezTo>
                    <a:pt x="7814" y="3025"/>
                    <a:pt x="9011" y="4191"/>
                    <a:pt x="9169" y="5672"/>
                  </a:cubicBezTo>
                  <a:lnTo>
                    <a:pt x="8854" y="5672"/>
                  </a:lnTo>
                  <a:cubicBezTo>
                    <a:pt x="8665" y="5672"/>
                    <a:pt x="8507" y="5829"/>
                    <a:pt x="8507" y="6018"/>
                  </a:cubicBezTo>
                  <a:cubicBezTo>
                    <a:pt x="8507" y="6207"/>
                    <a:pt x="8665" y="6365"/>
                    <a:pt x="8854" y="6365"/>
                  </a:cubicBezTo>
                  <a:lnTo>
                    <a:pt x="9169" y="6365"/>
                  </a:lnTo>
                  <a:cubicBezTo>
                    <a:pt x="9011" y="7814"/>
                    <a:pt x="7846" y="9011"/>
                    <a:pt x="6365" y="9169"/>
                  </a:cubicBezTo>
                  <a:lnTo>
                    <a:pt x="6365" y="8854"/>
                  </a:lnTo>
                  <a:cubicBezTo>
                    <a:pt x="6365" y="8665"/>
                    <a:pt x="6207" y="8507"/>
                    <a:pt x="6018" y="8507"/>
                  </a:cubicBezTo>
                  <a:cubicBezTo>
                    <a:pt x="5829" y="8507"/>
                    <a:pt x="5672" y="8665"/>
                    <a:pt x="5672" y="8854"/>
                  </a:cubicBezTo>
                  <a:lnTo>
                    <a:pt x="5672" y="9169"/>
                  </a:lnTo>
                  <a:cubicBezTo>
                    <a:pt x="4223" y="9011"/>
                    <a:pt x="3025" y="7814"/>
                    <a:pt x="2868" y="6365"/>
                  </a:cubicBezTo>
                  <a:lnTo>
                    <a:pt x="3183" y="6365"/>
                  </a:lnTo>
                  <a:cubicBezTo>
                    <a:pt x="3372" y="6365"/>
                    <a:pt x="3529" y="6207"/>
                    <a:pt x="3529" y="6018"/>
                  </a:cubicBezTo>
                  <a:cubicBezTo>
                    <a:pt x="3529" y="5829"/>
                    <a:pt x="3372" y="5672"/>
                    <a:pt x="3183" y="5672"/>
                  </a:cubicBezTo>
                  <a:lnTo>
                    <a:pt x="2868" y="5672"/>
                  </a:lnTo>
                  <a:cubicBezTo>
                    <a:pt x="3025" y="4191"/>
                    <a:pt x="4191" y="3025"/>
                    <a:pt x="5672" y="2868"/>
                  </a:cubicBezTo>
                  <a:lnTo>
                    <a:pt x="5672" y="3183"/>
                  </a:lnTo>
                  <a:cubicBezTo>
                    <a:pt x="5672" y="3372"/>
                    <a:pt x="5829" y="3529"/>
                    <a:pt x="6018" y="3529"/>
                  </a:cubicBezTo>
                  <a:cubicBezTo>
                    <a:pt x="6207" y="3529"/>
                    <a:pt x="6365" y="3372"/>
                    <a:pt x="6365" y="3183"/>
                  </a:cubicBezTo>
                  <a:lnTo>
                    <a:pt x="6365" y="2868"/>
                  </a:lnTo>
                  <a:close/>
                  <a:moveTo>
                    <a:pt x="2206" y="6365"/>
                  </a:moveTo>
                  <a:cubicBezTo>
                    <a:pt x="2364" y="8224"/>
                    <a:pt x="3845" y="9704"/>
                    <a:pt x="5703" y="9862"/>
                  </a:cubicBezTo>
                  <a:lnTo>
                    <a:pt x="5703" y="10586"/>
                  </a:lnTo>
                  <a:cubicBezTo>
                    <a:pt x="3466" y="10429"/>
                    <a:pt x="1639" y="8602"/>
                    <a:pt x="1482" y="6365"/>
                  </a:cubicBezTo>
                  <a:close/>
                  <a:moveTo>
                    <a:pt x="10618" y="6365"/>
                  </a:moveTo>
                  <a:cubicBezTo>
                    <a:pt x="10429" y="8602"/>
                    <a:pt x="8602" y="10429"/>
                    <a:pt x="6396" y="10586"/>
                  </a:cubicBezTo>
                  <a:lnTo>
                    <a:pt x="6396" y="9862"/>
                  </a:lnTo>
                  <a:cubicBezTo>
                    <a:pt x="8255" y="9704"/>
                    <a:pt x="9767" y="8224"/>
                    <a:pt x="9925" y="6365"/>
                  </a:cubicBezTo>
                  <a:close/>
                  <a:moveTo>
                    <a:pt x="6018" y="1"/>
                  </a:moveTo>
                  <a:cubicBezTo>
                    <a:pt x="5829" y="1"/>
                    <a:pt x="5672" y="158"/>
                    <a:pt x="5672" y="347"/>
                  </a:cubicBezTo>
                  <a:lnTo>
                    <a:pt x="5672" y="725"/>
                  </a:lnTo>
                  <a:cubicBezTo>
                    <a:pt x="4412" y="820"/>
                    <a:pt x="3183" y="1356"/>
                    <a:pt x="2269" y="2269"/>
                  </a:cubicBezTo>
                  <a:cubicBezTo>
                    <a:pt x="1387" y="3183"/>
                    <a:pt x="820" y="4348"/>
                    <a:pt x="757" y="5672"/>
                  </a:cubicBez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07"/>
                    <a:pt x="158" y="6365"/>
                    <a:pt x="347" y="6365"/>
                  </a:cubicBezTo>
                  <a:lnTo>
                    <a:pt x="757" y="6365"/>
                  </a:lnTo>
                  <a:cubicBezTo>
                    <a:pt x="820" y="7625"/>
                    <a:pt x="1387" y="8854"/>
                    <a:pt x="2269" y="9767"/>
                  </a:cubicBezTo>
                  <a:cubicBezTo>
                    <a:pt x="3183" y="10649"/>
                    <a:pt x="4380" y="11217"/>
                    <a:pt x="5672" y="11280"/>
                  </a:cubicBez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1280"/>
                  </a:lnTo>
                  <a:cubicBezTo>
                    <a:pt x="7625" y="11217"/>
                    <a:pt x="8854" y="10649"/>
                    <a:pt x="9767" y="9767"/>
                  </a:cubicBezTo>
                  <a:cubicBezTo>
                    <a:pt x="10681" y="8854"/>
                    <a:pt x="11217" y="7656"/>
                    <a:pt x="11280" y="6365"/>
                  </a:cubicBezTo>
                  <a:lnTo>
                    <a:pt x="11689" y="6365"/>
                  </a:lnTo>
                  <a:cubicBezTo>
                    <a:pt x="11878" y="6365"/>
                    <a:pt x="12036" y="6207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1280" y="5672"/>
                  </a:lnTo>
                  <a:cubicBezTo>
                    <a:pt x="11217" y="4411"/>
                    <a:pt x="10650" y="3183"/>
                    <a:pt x="9767" y="2269"/>
                  </a:cubicBezTo>
                  <a:cubicBezTo>
                    <a:pt x="8854" y="1356"/>
                    <a:pt x="7688" y="820"/>
                    <a:pt x="6365" y="725"/>
                  </a:cubicBez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56" name="Google Shape;10656;p65"/>
          <p:cNvSpPr/>
          <p:nvPr/>
        </p:nvSpPr>
        <p:spPr>
          <a:xfrm>
            <a:off x="3964861" y="2731511"/>
            <a:ext cx="358199" cy="359154"/>
          </a:xfrm>
          <a:custGeom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657" name="Google Shape;10657;p65"/>
          <p:cNvGrpSpPr/>
          <p:nvPr/>
        </p:nvGrpSpPr>
        <p:grpSpPr>
          <a:xfrm>
            <a:off x="1293035" y="1303928"/>
            <a:ext cx="358199" cy="359154"/>
            <a:chOff x="-50154074" y="1948175"/>
            <a:chExt cx="300100" cy="300900"/>
          </a:xfrm>
        </p:grpSpPr>
        <p:sp>
          <p:nvSpPr>
            <p:cNvPr id="10658" name="Google Shape;10658;p65"/>
            <p:cNvSpPr/>
            <p:nvPr/>
          </p:nvSpPr>
          <p:spPr>
            <a:xfrm>
              <a:off x="-50154074" y="1948175"/>
              <a:ext cx="300100" cy="300900"/>
            </a:xfrm>
            <a:custGeom>
              <a:rect l="l" t="t" r="r" b="b"/>
              <a:pathLst>
                <a:path w="12004" h="12036" extrusionOk="0">
                  <a:moveTo>
                    <a:pt x="2805" y="694"/>
                  </a:moveTo>
                  <a:lnTo>
                    <a:pt x="2805" y="2805"/>
                  </a:lnTo>
                  <a:lnTo>
                    <a:pt x="662" y="2805"/>
                  </a:lnTo>
                  <a:lnTo>
                    <a:pt x="662" y="694"/>
                  </a:lnTo>
                  <a:close/>
                  <a:moveTo>
                    <a:pt x="2805" y="3466"/>
                  </a:moveTo>
                  <a:lnTo>
                    <a:pt x="2805" y="5609"/>
                  </a:lnTo>
                  <a:lnTo>
                    <a:pt x="662" y="5609"/>
                  </a:lnTo>
                  <a:lnTo>
                    <a:pt x="662" y="3466"/>
                  </a:lnTo>
                  <a:close/>
                  <a:moveTo>
                    <a:pt x="7908" y="2521"/>
                  </a:moveTo>
                  <a:lnTo>
                    <a:pt x="9421" y="4033"/>
                  </a:lnTo>
                  <a:lnTo>
                    <a:pt x="7782" y="5640"/>
                  </a:lnTo>
                  <a:lnTo>
                    <a:pt x="6302" y="4128"/>
                  </a:lnTo>
                  <a:lnTo>
                    <a:pt x="7908" y="2521"/>
                  </a:lnTo>
                  <a:close/>
                  <a:moveTo>
                    <a:pt x="5798" y="4663"/>
                  </a:moveTo>
                  <a:lnTo>
                    <a:pt x="7278" y="6144"/>
                  </a:lnTo>
                  <a:lnTo>
                    <a:pt x="5766" y="7688"/>
                  </a:lnTo>
                  <a:lnTo>
                    <a:pt x="4254" y="6207"/>
                  </a:lnTo>
                  <a:lnTo>
                    <a:pt x="5798" y="4663"/>
                  </a:lnTo>
                  <a:close/>
                  <a:moveTo>
                    <a:pt x="2805" y="6302"/>
                  </a:moveTo>
                  <a:lnTo>
                    <a:pt x="2805" y="8791"/>
                  </a:lnTo>
                  <a:cubicBezTo>
                    <a:pt x="2521" y="8570"/>
                    <a:pt x="2111" y="8444"/>
                    <a:pt x="1733" y="8444"/>
                  </a:cubicBezTo>
                  <a:cubicBezTo>
                    <a:pt x="1324" y="8444"/>
                    <a:pt x="977" y="8570"/>
                    <a:pt x="662" y="8791"/>
                  </a:cubicBezTo>
                  <a:lnTo>
                    <a:pt x="662" y="6302"/>
                  </a:lnTo>
                  <a:close/>
                  <a:moveTo>
                    <a:pt x="3750" y="6711"/>
                  </a:moveTo>
                  <a:lnTo>
                    <a:pt x="5230" y="8192"/>
                  </a:lnTo>
                  <a:lnTo>
                    <a:pt x="3498" y="9925"/>
                  </a:lnTo>
                  <a:lnTo>
                    <a:pt x="3498" y="6932"/>
                  </a:lnTo>
                  <a:lnTo>
                    <a:pt x="3750" y="6711"/>
                  </a:lnTo>
                  <a:close/>
                  <a:moveTo>
                    <a:pt x="1733" y="9137"/>
                  </a:moveTo>
                  <a:cubicBezTo>
                    <a:pt x="2332" y="9137"/>
                    <a:pt x="2805" y="9610"/>
                    <a:pt x="2805" y="10208"/>
                  </a:cubicBezTo>
                  <a:cubicBezTo>
                    <a:pt x="2805" y="10807"/>
                    <a:pt x="2332" y="11279"/>
                    <a:pt x="1733" y="11279"/>
                  </a:cubicBezTo>
                  <a:cubicBezTo>
                    <a:pt x="1135" y="11279"/>
                    <a:pt x="662" y="10807"/>
                    <a:pt x="662" y="10208"/>
                  </a:cubicBezTo>
                  <a:cubicBezTo>
                    <a:pt x="662" y="9610"/>
                    <a:pt x="1135" y="9137"/>
                    <a:pt x="1733" y="9137"/>
                  </a:cubicBezTo>
                  <a:close/>
                  <a:moveTo>
                    <a:pt x="5640" y="9137"/>
                  </a:moveTo>
                  <a:lnTo>
                    <a:pt x="5640" y="11279"/>
                  </a:lnTo>
                  <a:lnTo>
                    <a:pt x="3183" y="11279"/>
                  </a:lnTo>
                  <a:lnTo>
                    <a:pt x="5262" y="9137"/>
                  </a:lnTo>
                  <a:close/>
                  <a:moveTo>
                    <a:pt x="8412" y="9137"/>
                  </a:moveTo>
                  <a:lnTo>
                    <a:pt x="8412" y="11279"/>
                  </a:lnTo>
                  <a:lnTo>
                    <a:pt x="6333" y="11279"/>
                  </a:lnTo>
                  <a:lnTo>
                    <a:pt x="6333" y="9137"/>
                  </a:lnTo>
                  <a:close/>
                  <a:moveTo>
                    <a:pt x="11248" y="9137"/>
                  </a:moveTo>
                  <a:lnTo>
                    <a:pt x="11248" y="11279"/>
                  </a:lnTo>
                  <a:lnTo>
                    <a:pt x="9106" y="11279"/>
                  </a:lnTo>
                  <a:lnTo>
                    <a:pt x="9106" y="9137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0240"/>
                  </a:lnTo>
                  <a:cubicBezTo>
                    <a:pt x="1" y="11248"/>
                    <a:pt x="788" y="12036"/>
                    <a:pt x="1765" y="12036"/>
                  </a:cubicBezTo>
                  <a:lnTo>
                    <a:pt x="11657" y="12036"/>
                  </a:lnTo>
                  <a:cubicBezTo>
                    <a:pt x="11846" y="12036"/>
                    <a:pt x="12004" y="11878"/>
                    <a:pt x="12004" y="11657"/>
                  </a:cubicBezTo>
                  <a:lnTo>
                    <a:pt x="12004" y="8791"/>
                  </a:lnTo>
                  <a:cubicBezTo>
                    <a:pt x="11973" y="8602"/>
                    <a:pt x="11815" y="8444"/>
                    <a:pt x="11626" y="8444"/>
                  </a:cubicBezTo>
                  <a:lnTo>
                    <a:pt x="5987" y="8444"/>
                  </a:lnTo>
                  <a:lnTo>
                    <a:pt x="10177" y="4254"/>
                  </a:lnTo>
                  <a:cubicBezTo>
                    <a:pt x="10240" y="4191"/>
                    <a:pt x="10271" y="4096"/>
                    <a:pt x="10271" y="4033"/>
                  </a:cubicBezTo>
                  <a:cubicBezTo>
                    <a:pt x="10271" y="3939"/>
                    <a:pt x="10240" y="3844"/>
                    <a:pt x="10177" y="3781"/>
                  </a:cubicBezTo>
                  <a:lnTo>
                    <a:pt x="8192" y="1828"/>
                  </a:lnTo>
                  <a:cubicBezTo>
                    <a:pt x="8129" y="1765"/>
                    <a:pt x="8042" y="1733"/>
                    <a:pt x="7952" y="1733"/>
                  </a:cubicBezTo>
                  <a:cubicBezTo>
                    <a:pt x="7861" y="1733"/>
                    <a:pt x="7767" y="1765"/>
                    <a:pt x="7688" y="1828"/>
                  </a:cubicBezTo>
                  <a:lnTo>
                    <a:pt x="3498" y="5987"/>
                  </a:ln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59" name="Google Shape;10659;p65"/>
            <p:cNvSpPr/>
            <p:nvPr/>
          </p:nvSpPr>
          <p:spPr>
            <a:xfrm>
              <a:off x="-50119424" y="21947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60" name="Google Shape;10660;p65"/>
          <p:cNvGrpSpPr/>
          <p:nvPr/>
        </p:nvGrpSpPr>
        <p:grpSpPr>
          <a:xfrm>
            <a:off x="1293035" y="1758885"/>
            <a:ext cx="358199" cy="358229"/>
            <a:chOff x="-50154849" y="2316775"/>
            <a:chExt cx="300100" cy="300125"/>
          </a:xfrm>
        </p:grpSpPr>
        <p:sp>
          <p:nvSpPr>
            <p:cNvPr id="10661" name="Google Shape;10661;p65"/>
            <p:cNvSpPr/>
            <p:nvPr/>
          </p:nvSpPr>
          <p:spPr>
            <a:xfrm>
              <a:off x="-50154849" y="2316775"/>
              <a:ext cx="300100" cy="300125"/>
            </a:xfrm>
            <a:custGeom>
              <a:rect l="l" t="t" r="r" b="b"/>
              <a:pathLst>
                <a:path w="12004" h="12005" extrusionOk="0">
                  <a:moveTo>
                    <a:pt x="1418" y="694"/>
                  </a:moveTo>
                  <a:lnTo>
                    <a:pt x="1418" y="1419"/>
                  </a:lnTo>
                  <a:lnTo>
                    <a:pt x="693" y="1419"/>
                  </a:lnTo>
                  <a:lnTo>
                    <a:pt x="693" y="694"/>
                  </a:lnTo>
                  <a:close/>
                  <a:moveTo>
                    <a:pt x="11279" y="694"/>
                  </a:moveTo>
                  <a:lnTo>
                    <a:pt x="11279" y="1419"/>
                  </a:lnTo>
                  <a:lnTo>
                    <a:pt x="10586" y="1419"/>
                  </a:lnTo>
                  <a:lnTo>
                    <a:pt x="10586" y="694"/>
                  </a:lnTo>
                  <a:close/>
                  <a:moveTo>
                    <a:pt x="9893" y="1419"/>
                  </a:moveTo>
                  <a:lnTo>
                    <a:pt x="9893" y="1765"/>
                  </a:lnTo>
                  <a:cubicBezTo>
                    <a:pt x="9893" y="1954"/>
                    <a:pt x="10019" y="2112"/>
                    <a:pt x="10239" y="2112"/>
                  </a:cubicBezTo>
                  <a:lnTo>
                    <a:pt x="10586" y="2112"/>
                  </a:lnTo>
                  <a:lnTo>
                    <a:pt x="10586" y="9893"/>
                  </a:lnTo>
                  <a:lnTo>
                    <a:pt x="10239" y="9893"/>
                  </a:lnTo>
                  <a:cubicBezTo>
                    <a:pt x="10019" y="9893"/>
                    <a:pt x="9893" y="10051"/>
                    <a:pt x="9893" y="10240"/>
                  </a:cubicBezTo>
                  <a:lnTo>
                    <a:pt x="9893" y="10587"/>
                  </a:lnTo>
                  <a:lnTo>
                    <a:pt x="2111" y="10587"/>
                  </a:lnTo>
                  <a:lnTo>
                    <a:pt x="2111" y="10240"/>
                  </a:lnTo>
                  <a:cubicBezTo>
                    <a:pt x="2111" y="10051"/>
                    <a:pt x="1953" y="9893"/>
                    <a:pt x="1764" y="9893"/>
                  </a:cubicBezTo>
                  <a:lnTo>
                    <a:pt x="1418" y="9893"/>
                  </a:lnTo>
                  <a:lnTo>
                    <a:pt x="1418" y="2112"/>
                  </a:lnTo>
                  <a:lnTo>
                    <a:pt x="1764" y="2112"/>
                  </a:lnTo>
                  <a:cubicBezTo>
                    <a:pt x="1953" y="2112"/>
                    <a:pt x="2111" y="1954"/>
                    <a:pt x="2111" y="1765"/>
                  </a:cubicBezTo>
                  <a:lnTo>
                    <a:pt x="2111" y="1419"/>
                  </a:lnTo>
                  <a:close/>
                  <a:moveTo>
                    <a:pt x="1418" y="10555"/>
                  </a:moveTo>
                  <a:lnTo>
                    <a:pt x="1418" y="11248"/>
                  </a:lnTo>
                  <a:lnTo>
                    <a:pt x="693" y="11248"/>
                  </a:lnTo>
                  <a:lnTo>
                    <a:pt x="693" y="10555"/>
                  </a:lnTo>
                  <a:close/>
                  <a:moveTo>
                    <a:pt x="11279" y="10555"/>
                  </a:moveTo>
                  <a:lnTo>
                    <a:pt x="11279" y="11248"/>
                  </a:lnTo>
                  <a:lnTo>
                    <a:pt x="10586" y="11248"/>
                  </a:lnTo>
                  <a:lnTo>
                    <a:pt x="10586" y="1055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1765"/>
                  </a:lnTo>
                  <a:cubicBezTo>
                    <a:pt x="0" y="1954"/>
                    <a:pt x="158" y="2112"/>
                    <a:pt x="347" y="2112"/>
                  </a:cubicBezTo>
                  <a:lnTo>
                    <a:pt x="693" y="2112"/>
                  </a:lnTo>
                  <a:lnTo>
                    <a:pt x="693" y="9893"/>
                  </a:lnTo>
                  <a:lnTo>
                    <a:pt x="347" y="9893"/>
                  </a:lnTo>
                  <a:cubicBezTo>
                    <a:pt x="158" y="9893"/>
                    <a:pt x="0" y="10051"/>
                    <a:pt x="0" y="10240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47" y="12004"/>
                  </a:cubicBezTo>
                  <a:lnTo>
                    <a:pt x="1764" y="12004"/>
                  </a:lnTo>
                  <a:cubicBezTo>
                    <a:pt x="1953" y="12004"/>
                    <a:pt x="2111" y="11847"/>
                    <a:pt x="2111" y="11658"/>
                  </a:cubicBezTo>
                  <a:lnTo>
                    <a:pt x="2111" y="11311"/>
                  </a:lnTo>
                  <a:lnTo>
                    <a:pt x="9893" y="11311"/>
                  </a:lnTo>
                  <a:lnTo>
                    <a:pt x="9893" y="11658"/>
                  </a:lnTo>
                  <a:cubicBezTo>
                    <a:pt x="9893" y="11847"/>
                    <a:pt x="10019" y="12004"/>
                    <a:pt x="10239" y="12004"/>
                  </a:cubicBezTo>
                  <a:lnTo>
                    <a:pt x="11657" y="12004"/>
                  </a:lnTo>
                  <a:cubicBezTo>
                    <a:pt x="11846" y="12004"/>
                    <a:pt x="12004" y="11847"/>
                    <a:pt x="12004" y="11658"/>
                  </a:cubicBezTo>
                  <a:lnTo>
                    <a:pt x="12004" y="10240"/>
                  </a:lnTo>
                  <a:cubicBezTo>
                    <a:pt x="12004" y="10051"/>
                    <a:pt x="11846" y="9893"/>
                    <a:pt x="11657" y="9893"/>
                  </a:cubicBezTo>
                  <a:lnTo>
                    <a:pt x="11310" y="9893"/>
                  </a:lnTo>
                  <a:lnTo>
                    <a:pt x="11310" y="2112"/>
                  </a:lnTo>
                  <a:lnTo>
                    <a:pt x="11657" y="2112"/>
                  </a:lnTo>
                  <a:lnTo>
                    <a:pt x="11657" y="2080"/>
                  </a:lnTo>
                  <a:cubicBezTo>
                    <a:pt x="11846" y="2080"/>
                    <a:pt x="12004" y="1923"/>
                    <a:pt x="12004" y="1734"/>
                  </a:cubicBezTo>
                  <a:lnTo>
                    <a:pt x="12004" y="348"/>
                  </a:lnTo>
                  <a:cubicBezTo>
                    <a:pt x="12004" y="158"/>
                    <a:pt x="11846" y="1"/>
                    <a:pt x="11657" y="1"/>
                  </a:cubicBezTo>
                  <a:lnTo>
                    <a:pt x="10239" y="1"/>
                  </a:lnTo>
                  <a:cubicBezTo>
                    <a:pt x="10019" y="1"/>
                    <a:pt x="9893" y="158"/>
                    <a:pt x="9893" y="348"/>
                  </a:cubicBezTo>
                  <a:lnTo>
                    <a:pt x="9893" y="694"/>
                  </a:lnTo>
                  <a:lnTo>
                    <a:pt x="2111" y="694"/>
                  </a:lnTo>
                  <a:lnTo>
                    <a:pt x="2111" y="348"/>
                  </a:lnTo>
                  <a:cubicBezTo>
                    <a:pt x="2111" y="158"/>
                    <a:pt x="1953" y="1"/>
                    <a:pt x="1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62" name="Google Shape;10662;p65"/>
            <p:cNvSpPr/>
            <p:nvPr/>
          </p:nvSpPr>
          <p:spPr>
            <a:xfrm>
              <a:off x="-50083975" y="2368775"/>
              <a:ext cx="158325" cy="193775"/>
            </a:xfrm>
            <a:custGeom>
              <a:rect l="l" t="t" r="r" b="b"/>
              <a:pathLst>
                <a:path w="6333" h="7751" extrusionOk="0">
                  <a:moveTo>
                    <a:pt x="5577" y="693"/>
                  </a:moveTo>
                  <a:lnTo>
                    <a:pt x="5577" y="1567"/>
                  </a:lnTo>
                  <a:lnTo>
                    <a:pt x="5577" y="1567"/>
                  </a:lnTo>
                  <a:cubicBezTo>
                    <a:pt x="5492" y="1468"/>
                    <a:pt x="5402" y="1418"/>
                    <a:pt x="5262" y="1418"/>
                  </a:cubicBezTo>
                  <a:lnTo>
                    <a:pt x="3844" y="1418"/>
                  </a:lnTo>
                  <a:cubicBezTo>
                    <a:pt x="3655" y="1418"/>
                    <a:pt x="3498" y="1576"/>
                    <a:pt x="3498" y="1765"/>
                  </a:cubicBezTo>
                  <a:lnTo>
                    <a:pt x="3498" y="6742"/>
                  </a:lnTo>
                  <a:cubicBezTo>
                    <a:pt x="3498" y="6900"/>
                    <a:pt x="3624" y="6963"/>
                    <a:pt x="3687" y="7089"/>
                  </a:cubicBezTo>
                  <a:lnTo>
                    <a:pt x="2584" y="7089"/>
                  </a:lnTo>
                  <a:cubicBezTo>
                    <a:pt x="2710" y="6963"/>
                    <a:pt x="2773" y="6900"/>
                    <a:pt x="2773" y="6742"/>
                  </a:cubicBezTo>
                  <a:lnTo>
                    <a:pt x="2773" y="1765"/>
                  </a:lnTo>
                  <a:cubicBezTo>
                    <a:pt x="2773" y="1576"/>
                    <a:pt x="2647" y="1418"/>
                    <a:pt x="2426" y="1418"/>
                  </a:cubicBezTo>
                  <a:lnTo>
                    <a:pt x="1009" y="1418"/>
                  </a:lnTo>
                  <a:cubicBezTo>
                    <a:pt x="851" y="1418"/>
                    <a:pt x="788" y="1544"/>
                    <a:pt x="662" y="1607"/>
                  </a:cubicBezTo>
                  <a:lnTo>
                    <a:pt x="662" y="693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2489"/>
                  </a:lnTo>
                  <a:cubicBezTo>
                    <a:pt x="1" y="2696"/>
                    <a:pt x="163" y="2835"/>
                    <a:pt x="328" y="2835"/>
                  </a:cubicBezTo>
                  <a:cubicBezTo>
                    <a:pt x="415" y="2835"/>
                    <a:pt x="503" y="2796"/>
                    <a:pt x="568" y="2710"/>
                  </a:cubicBezTo>
                  <a:lnTo>
                    <a:pt x="1166" y="2143"/>
                  </a:lnTo>
                  <a:lnTo>
                    <a:pt x="2080" y="2143"/>
                  </a:lnTo>
                  <a:lnTo>
                    <a:pt x="2080" y="6585"/>
                  </a:lnTo>
                  <a:lnTo>
                    <a:pt x="1481" y="7183"/>
                  </a:lnTo>
                  <a:cubicBezTo>
                    <a:pt x="1261" y="7404"/>
                    <a:pt x="1418" y="7750"/>
                    <a:pt x="1733" y="7750"/>
                  </a:cubicBezTo>
                  <a:lnTo>
                    <a:pt x="4537" y="7750"/>
                  </a:lnTo>
                  <a:cubicBezTo>
                    <a:pt x="4852" y="7750"/>
                    <a:pt x="5010" y="7372"/>
                    <a:pt x="4758" y="7183"/>
                  </a:cubicBezTo>
                  <a:lnTo>
                    <a:pt x="4159" y="6585"/>
                  </a:lnTo>
                  <a:lnTo>
                    <a:pt x="4159" y="2143"/>
                  </a:lnTo>
                  <a:lnTo>
                    <a:pt x="5073" y="2143"/>
                  </a:lnTo>
                  <a:lnTo>
                    <a:pt x="5671" y="2710"/>
                  </a:lnTo>
                  <a:cubicBezTo>
                    <a:pt x="5747" y="2796"/>
                    <a:pt x="5842" y="2835"/>
                    <a:pt x="5933" y="2835"/>
                  </a:cubicBezTo>
                  <a:cubicBezTo>
                    <a:pt x="6107" y="2835"/>
                    <a:pt x="6270" y="2696"/>
                    <a:pt x="6270" y="2489"/>
                  </a:cubicBezTo>
                  <a:lnTo>
                    <a:pt x="6270" y="347"/>
                  </a:lnTo>
                  <a:cubicBezTo>
                    <a:pt x="6333" y="158"/>
                    <a:pt x="6176" y="0"/>
                    <a:pt x="59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63" name="Google Shape;10663;p65"/>
          <p:cNvGrpSpPr/>
          <p:nvPr/>
        </p:nvGrpSpPr>
        <p:grpSpPr>
          <a:xfrm>
            <a:off x="1288813" y="2205896"/>
            <a:ext cx="366644" cy="356558"/>
            <a:chOff x="-50157999" y="2685000"/>
            <a:chExt cx="307175" cy="298725"/>
          </a:xfrm>
        </p:grpSpPr>
        <p:sp>
          <p:nvSpPr>
            <p:cNvPr id="10664" name="Google Shape;10664;p65"/>
            <p:cNvSpPr/>
            <p:nvPr/>
          </p:nvSpPr>
          <p:spPr>
            <a:xfrm>
              <a:off x="-50157999" y="2685000"/>
              <a:ext cx="307175" cy="298725"/>
            </a:xfrm>
            <a:custGeom>
              <a:rect l="l" t="t" r="r" b="b"/>
              <a:pathLst>
                <a:path w="12287" h="11949" extrusionOk="0">
                  <a:moveTo>
                    <a:pt x="8054" y="717"/>
                  </a:moveTo>
                  <a:cubicBezTo>
                    <a:pt x="8325" y="717"/>
                    <a:pt x="8601" y="820"/>
                    <a:pt x="8821" y="1024"/>
                  </a:cubicBezTo>
                  <a:lnTo>
                    <a:pt x="11090" y="3293"/>
                  </a:lnTo>
                  <a:cubicBezTo>
                    <a:pt x="11531" y="3702"/>
                    <a:pt x="11531" y="4364"/>
                    <a:pt x="11090" y="4805"/>
                  </a:cubicBezTo>
                  <a:lnTo>
                    <a:pt x="10302" y="5593"/>
                  </a:lnTo>
                  <a:lnTo>
                    <a:pt x="6522" y="1812"/>
                  </a:lnTo>
                  <a:lnTo>
                    <a:pt x="7309" y="1024"/>
                  </a:lnTo>
                  <a:cubicBezTo>
                    <a:pt x="7514" y="820"/>
                    <a:pt x="7782" y="717"/>
                    <a:pt x="8054" y="717"/>
                  </a:cubicBezTo>
                  <a:close/>
                  <a:moveTo>
                    <a:pt x="6018" y="2285"/>
                  </a:moveTo>
                  <a:lnTo>
                    <a:pt x="9798" y="6065"/>
                  </a:lnTo>
                  <a:lnTo>
                    <a:pt x="6144" y="9720"/>
                  </a:lnTo>
                  <a:lnTo>
                    <a:pt x="2363" y="5939"/>
                  </a:lnTo>
                  <a:lnTo>
                    <a:pt x="6018" y="2285"/>
                  </a:lnTo>
                  <a:close/>
                  <a:moveTo>
                    <a:pt x="1890" y="6443"/>
                  </a:moveTo>
                  <a:lnTo>
                    <a:pt x="5671" y="10224"/>
                  </a:lnTo>
                  <a:lnTo>
                    <a:pt x="4915" y="10980"/>
                  </a:lnTo>
                  <a:cubicBezTo>
                    <a:pt x="4726" y="11185"/>
                    <a:pt x="4458" y="11287"/>
                    <a:pt x="4186" y="11287"/>
                  </a:cubicBezTo>
                  <a:cubicBezTo>
                    <a:pt x="3915" y="11287"/>
                    <a:pt x="3639" y="11185"/>
                    <a:pt x="3434" y="10980"/>
                  </a:cubicBezTo>
                  <a:lnTo>
                    <a:pt x="1134" y="8712"/>
                  </a:lnTo>
                  <a:cubicBezTo>
                    <a:pt x="756" y="8302"/>
                    <a:pt x="756" y="7640"/>
                    <a:pt x="1134" y="7199"/>
                  </a:cubicBezTo>
                  <a:lnTo>
                    <a:pt x="1890" y="6443"/>
                  </a:lnTo>
                  <a:close/>
                  <a:moveTo>
                    <a:pt x="8093" y="0"/>
                  </a:moveTo>
                  <a:cubicBezTo>
                    <a:pt x="7640" y="0"/>
                    <a:pt x="7183" y="174"/>
                    <a:pt x="6837" y="520"/>
                  </a:cubicBezTo>
                  <a:lnTo>
                    <a:pt x="662" y="6695"/>
                  </a:lnTo>
                  <a:cubicBezTo>
                    <a:pt x="0" y="7357"/>
                    <a:pt x="0" y="8491"/>
                    <a:pt x="662" y="9184"/>
                  </a:cubicBezTo>
                  <a:lnTo>
                    <a:pt x="2962" y="11452"/>
                  </a:lnTo>
                  <a:cubicBezTo>
                    <a:pt x="3292" y="11783"/>
                    <a:pt x="3741" y="11949"/>
                    <a:pt x="4190" y="11949"/>
                  </a:cubicBezTo>
                  <a:cubicBezTo>
                    <a:pt x="4639" y="11949"/>
                    <a:pt x="5088" y="11783"/>
                    <a:pt x="5419" y="11452"/>
                  </a:cubicBezTo>
                  <a:lnTo>
                    <a:pt x="11625" y="5278"/>
                  </a:lnTo>
                  <a:cubicBezTo>
                    <a:pt x="12287" y="4616"/>
                    <a:pt x="12287" y="3513"/>
                    <a:pt x="11625" y="2789"/>
                  </a:cubicBezTo>
                  <a:lnTo>
                    <a:pt x="9326" y="520"/>
                  </a:lnTo>
                  <a:cubicBezTo>
                    <a:pt x="8995" y="174"/>
                    <a:pt x="8546" y="0"/>
                    <a:pt x="8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65" name="Google Shape;10665;p65"/>
            <p:cNvSpPr/>
            <p:nvPr/>
          </p:nvSpPr>
          <p:spPr>
            <a:xfrm>
              <a:off x="-50058774" y="2838200"/>
              <a:ext cx="51225" cy="49625"/>
            </a:xfrm>
            <a:custGeom>
              <a:rect l="l" t="t" r="r" b="b"/>
              <a:pathLst>
                <a:path w="2049" h="1985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1418" y="1890"/>
                  </a:lnTo>
                  <a:cubicBezTo>
                    <a:pt x="1481" y="1953"/>
                    <a:pt x="1568" y="1985"/>
                    <a:pt x="1659" y="1985"/>
                  </a:cubicBezTo>
                  <a:cubicBezTo>
                    <a:pt x="1749" y="1985"/>
                    <a:pt x="1844" y="1953"/>
                    <a:pt x="1923" y="1890"/>
                  </a:cubicBezTo>
                  <a:cubicBezTo>
                    <a:pt x="2049" y="1733"/>
                    <a:pt x="2049" y="1512"/>
                    <a:pt x="1923" y="1386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66" name="Google Shape;10666;p65"/>
          <p:cNvGrpSpPr/>
          <p:nvPr/>
        </p:nvGrpSpPr>
        <p:grpSpPr>
          <a:xfrm>
            <a:off x="3070499" y="1788993"/>
            <a:ext cx="359154" cy="361004"/>
            <a:chOff x="-48634749" y="2342000"/>
            <a:chExt cx="300900" cy="302450"/>
          </a:xfrm>
        </p:grpSpPr>
        <p:sp>
          <p:nvSpPr>
            <p:cNvPr id="10667" name="Google Shape;10667;p65"/>
            <p:cNvSpPr/>
            <p:nvPr/>
          </p:nvSpPr>
          <p:spPr>
            <a:xfrm>
              <a:off x="-48545750" y="2342000"/>
              <a:ext cx="211900" cy="300875"/>
            </a:xfrm>
            <a:custGeom>
              <a:rect l="l" t="t" r="r" b="b"/>
              <a:pathLst>
                <a:path w="8476" h="12035" extrusionOk="0">
                  <a:moveTo>
                    <a:pt x="6711" y="725"/>
                  </a:moveTo>
                  <a:cubicBezTo>
                    <a:pt x="7310" y="725"/>
                    <a:pt x="7782" y="1197"/>
                    <a:pt x="7782" y="1764"/>
                  </a:cubicBezTo>
                  <a:lnTo>
                    <a:pt x="7782" y="10239"/>
                  </a:lnTo>
                  <a:cubicBezTo>
                    <a:pt x="7782" y="10838"/>
                    <a:pt x="7310" y="11310"/>
                    <a:pt x="6711" y="11310"/>
                  </a:cubicBezTo>
                  <a:lnTo>
                    <a:pt x="1797" y="11310"/>
                  </a:lnTo>
                  <a:cubicBezTo>
                    <a:pt x="1198" y="11310"/>
                    <a:pt x="725" y="10838"/>
                    <a:pt x="725" y="10239"/>
                  </a:cubicBezTo>
                  <a:lnTo>
                    <a:pt x="725" y="1764"/>
                  </a:lnTo>
                  <a:cubicBezTo>
                    <a:pt x="725" y="1197"/>
                    <a:pt x="1198" y="725"/>
                    <a:pt x="1797" y="725"/>
                  </a:cubicBezTo>
                  <a:close/>
                  <a:moveTo>
                    <a:pt x="1797" y="0"/>
                  </a:moveTo>
                  <a:cubicBezTo>
                    <a:pt x="788" y="0"/>
                    <a:pt x="1" y="788"/>
                    <a:pt x="1" y="1764"/>
                  </a:cubicBezTo>
                  <a:lnTo>
                    <a:pt x="1" y="10239"/>
                  </a:lnTo>
                  <a:cubicBezTo>
                    <a:pt x="1" y="11247"/>
                    <a:pt x="788" y="12035"/>
                    <a:pt x="1797" y="12035"/>
                  </a:cubicBezTo>
                  <a:lnTo>
                    <a:pt x="6711" y="12035"/>
                  </a:lnTo>
                  <a:cubicBezTo>
                    <a:pt x="7688" y="12035"/>
                    <a:pt x="8476" y="11247"/>
                    <a:pt x="8476" y="10239"/>
                  </a:cubicBezTo>
                  <a:lnTo>
                    <a:pt x="8476" y="1764"/>
                  </a:lnTo>
                  <a:cubicBezTo>
                    <a:pt x="8476" y="788"/>
                    <a:pt x="7688" y="0"/>
                    <a:pt x="6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68" name="Google Shape;10668;p65"/>
            <p:cNvSpPr/>
            <p:nvPr/>
          </p:nvSpPr>
          <p:spPr>
            <a:xfrm>
              <a:off x="-48509526" y="2395550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40"/>
                  </a:cubicBezTo>
                  <a:cubicBezTo>
                    <a:pt x="1387" y="1261"/>
                    <a:pt x="1230" y="1418"/>
                    <a:pt x="1041" y="1418"/>
                  </a:cubicBezTo>
                  <a:cubicBezTo>
                    <a:pt x="852" y="1418"/>
                    <a:pt x="694" y="1261"/>
                    <a:pt x="694" y="1040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40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69" name="Google Shape;10669;p65"/>
            <p:cNvSpPr/>
            <p:nvPr/>
          </p:nvSpPr>
          <p:spPr>
            <a:xfrm>
              <a:off x="-48509526" y="246642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41" y="694"/>
                  </a:moveTo>
                  <a:cubicBezTo>
                    <a:pt x="1230" y="694"/>
                    <a:pt x="1387" y="851"/>
                    <a:pt x="1387" y="1072"/>
                  </a:cubicBezTo>
                  <a:cubicBezTo>
                    <a:pt x="1387" y="1261"/>
                    <a:pt x="1230" y="1419"/>
                    <a:pt x="1041" y="1419"/>
                  </a:cubicBezTo>
                  <a:cubicBezTo>
                    <a:pt x="852" y="1419"/>
                    <a:pt x="694" y="1261"/>
                    <a:pt x="694" y="1072"/>
                  </a:cubicBezTo>
                  <a:cubicBezTo>
                    <a:pt x="694" y="851"/>
                    <a:pt x="852" y="694"/>
                    <a:pt x="1041" y="694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73"/>
                    <a:pt x="1" y="1072"/>
                  </a:cubicBezTo>
                  <a:cubicBezTo>
                    <a:pt x="1" y="1639"/>
                    <a:pt x="442" y="2112"/>
                    <a:pt x="1041" y="2112"/>
                  </a:cubicBezTo>
                  <a:cubicBezTo>
                    <a:pt x="1639" y="2112"/>
                    <a:pt x="2112" y="1639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0" name="Google Shape;10670;p65"/>
            <p:cNvSpPr/>
            <p:nvPr/>
          </p:nvSpPr>
          <p:spPr>
            <a:xfrm>
              <a:off x="-48509526" y="253732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41" y="693"/>
                  </a:moveTo>
                  <a:cubicBezTo>
                    <a:pt x="1230" y="693"/>
                    <a:pt x="1387" y="851"/>
                    <a:pt x="1387" y="1071"/>
                  </a:cubicBezTo>
                  <a:cubicBezTo>
                    <a:pt x="1387" y="1260"/>
                    <a:pt x="1230" y="1418"/>
                    <a:pt x="1041" y="1418"/>
                  </a:cubicBezTo>
                  <a:cubicBezTo>
                    <a:pt x="852" y="1418"/>
                    <a:pt x="694" y="1260"/>
                    <a:pt x="694" y="1071"/>
                  </a:cubicBezTo>
                  <a:cubicBezTo>
                    <a:pt x="694" y="851"/>
                    <a:pt x="852" y="693"/>
                    <a:pt x="1041" y="693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71"/>
                  </a:cubicBezTo>
                  <a:cubicBezTo>
                    <a:pt x="1" y="1639"/>
                    <a:pt x="442" y="2111"/>
                    <a:pt x="1041" y="2111"/>
                  </a:cubicBezTo>
                  <a:cubicBezTo>
                    <a:pt x="1639" y="2111"/>
                    <a:pt x="2112" y="1639"/>
                    <a:pt x="2112" y="1071"/>
                  </a:cubicBezTo>
                  <a:cubicBezTo>
                    <a:pt x="2112" y="473"/>
                    <a:pt x="1639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1" name="Google Shape;10671;p65"/>
            <p:cNvSpPr/>
            <p:nvPr/>
          </p:nvSpPr>
          <p:spPr>
            <a:xfrm>
              <a:off x="-48421299" y="2395550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40"/>
                  </a:cubicBezTo>
                  <a:cubicBezTo>
                    <a:pt x="1387" y="1261"/>
                    <a:pt x="1229" y="1418"/>
                    <a:pt x="1072" y="1418"/>
                  </a:cubicBezTo>
                  <a:cubicBezTo>
                    <a:pt x="851" y="1418"/>
                    <a:pt x="725" y="1261"/>
                    <a:pt x="725" y="1040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2" name="Google Shape;10672;p65"/>
            <p:cNvSpPr/>
            <p:nvPr/>
          </p:nvSpPr>
          <p:spPr>
            <a:xfrm>
              <a:off x="-48421299" y="246642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72" y="694"/>
                  </a:moveTo>
                  <a:cubicBezTo>
                    <a:pt x="1261" y="694"/>
                    <a:pt x="1418" y="851"/>
                    <a:pt x="1418" y="1072"/>
                  </a:cubicBezTo>
                  <a:cubicBezTo>
                    <a:pt x="1387" y="1261"/>
                    <a:pt x="1229" y="1419"/>
                    <a:pt x="1072" y="1419"/>
                  </a:cubicBezTo>
                  <a:cubicBezTo>
                    <a:pt x="851" y="1419"/>
                    <a:pt x="725" y="1261"/>
                    <a:pt x="725" y="1072"/>
                  </a:cubicBezTo>
                  <a:cubicBezTo>
                    <a:pt x="725" y="851"/>
                    <a:pt x="851" y="694"/>
                    <a:pt x="1072" y="694"/>
                  </a:cubicBez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1" y="1639"/>
                    <a:pt x="473" y="2112"/>
                    <a:pt x="1072" y="2112"/>
                  </a:cubicBezTo>
                  <a:cubicBezTo>
                    <a:pt x="1639" y="2112"/>
                    <a:pt x="2111" y="1639"/>
                    <a:pt x="2111" y="1072"/>
                  </a:cubicBezTo>
                  <a:cubicBezTo>
                    <a:pt x="2080" y="473"/>
                    <a:pt x="160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3" name="Google Shape;10673;p65"/>
            <p:cNvSpPr/>
            <p:nvPr/>
          </p:nvSpPr>
          <p:spPr>
            <a:xfrm>
              <a:off x="-48421299" y="2537325"/>
              <a:ext cx="52800" cy="52800"/>
            </a:xfrm>
            <a:custGeom>
              <a:rect l="l" t="t" r="r" b="b"/>
              <a:pathLst>
                <a:path w="2112" h="2112" extrusionOk="0">
                  <a:moveTo>
                    <a:pt x="1072" y="693"/>
                  </a:moveTo>
                  <a:cubicBezTo>
                    <a:pt x="1261" y="693"/>
                    <a:pt x="1418" y="851"/>
                    <a:pt x="1418" y="1071"/>
                  </a:cubicBezTo>
                  <a:cubicBezTo>
                    <a:pt x="1418" y="1260"/>
                    <a:pt x="1229" y="1418"/>
                    <a:pt x="1072" y="1418"/>
                  </a:cubicBezTo>
                  <a:cubicBezTo>
                    <a:pt x="851" y="1418"/>
                    <a:pt x="725" y="1260"/>
                    <a:pt x="725" y="1071"/>
                  </a:cubicBezTo>
                  <a:cubicBezTo>
                    <a:pt x="725" y="851"/>
                    <a:pt x="851" y="693"/>
                    <a:pt x="1072" y="693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639"/>
                    <a:pt x="473" y="2111"/>
                    <a:pt x="1072" y="2111"/>
                  </a:cubicBezTo>
                  <a:cubicBezTo>
                    <a:pt x="1639" y="2111"/>
                    <a:pt x="2111" y="1639"/>
                    <a:pt x="2111" y="1071"/>
                  </a:cubicBezTo>
                  <a:cubicBezTo>
                    <a:pt x="2080" y="473"/>
                    <a:pt x="1607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4" name="Google Shape;10674;p65"/>
            <p:cNvSpPr/>
            <p:nvPr/>
          </p:nvSpPr>
          <p:spPr>
            <a:xfrm>
              <a:off x="-48634749" y="2342775"/>
              <a:ext cx="71700" cy="301675"/>
            </a:xfrm>
            <a:custGeom>
              <a:rect l="l" t="t" r="r" b="b"/>
              <a:pathLst>
                <a:path w="2868" h="12067" extrusionOk="0">
                  <a:moveTo>
                    <a:pt x="1891" y="725"/>
                  </a:moveTo>
                  <a:lnTo>
                    <a:pt x="1891" y="725"/>
                  </a:lnTo>
                  <a:cubicBezTo>
                    <a:pt x="1828" y="851"/>
                    <a:pt x="1796" y="946"/>
                    <a:pt x="1796" y="1072"/>
                  </a:cubicBezTo>
                  <a:cubicBezTo>
                    <a:pt x="1765" y="1450"/>
                    <a:pt x="1859" y="1796"/>
                    <a:pt x="2112" y="2143"/>
                  </a:cubicBezTo>
                  <a:cubicBezTo>
                    <a:pt x="2175" y="2174"/>
                    <a:pt x="2206" y="2269"/>
                    <a:pt x="2175" y="2332"/>
                  </a:cubicBezTo>
                  <a:cubicBezTo>
                    <a:pt x="2049" y="2616"/>
                    <a:pt x="1796" y="2805"/>
                    <a:pt x="1481" y="2805"/>
                  </a:cubicBezTo>
                  <a:cubicBezTo>
                    <a:pt x="1103" y="2805"/>
                    <a:pt x="788" y="2489"/>
                    <a:pt x="788" y="2111"/>
                  </a:cubicBezTo>
                  <a:cubicBezTo>
                    <a:pt x="725" y="1702"/>
                    <a:pt x="883" y="1355"/>
                    <a:pt x="1166" y="1135"/>
                  </a:cubicBezTo>
                  <a:cubicBezTo>
                    <a:pt x="1418" y="883"/>
                    <a:pt x="1607" y="788"/>
                    <a:pt x="1891" y="725"/>
                  </a:cubicBezTo>
                  <a:close/>
                  <a:moveTo>
                    <a:pt x="1481" y="3529"/>
                  </a:moveTo>
                  <a:cubicBezTo>
                    <a:pt x="1733" y="3750"/>
                    <a:pt x="1891" y="4600"/>
                    <a:pt x="1954" y="4947"/>
                  </a:cubicBezTo>
                  <a:lnTo>
                    <a:pt x="977" y="4947"/>
                  </a:lnTo>
                  <a:cubicBezTo>
                    <a:pt x="1040" y="4600"/>
                    <a:pt x="1198" y="3750"/>
                    <a:pt x="1481" y="3529"/>
                  </a:cubicBezTo>
                  <a:close/>
                  <a:moveTo>
                    <a:pt x="2049" y="5608"/>
                  </a:moveTo>
                  <a:cubicBezTo>
                    <a:pt x="2112" y="6176"/>
                    <a:pt x="2112" y="6743"/>
                    <a:pt x="2112" y="7373"/>
                  </a:cubicBezTo>
                  <a:cubicBezTo>
                    <a:pt x="2143" y="9421"/>
                    <a:pt x="1796" y="10933"/>
                    <a:pt x="1450" y="11279"/>
                  </a:cubicBezTo>
                  <a:cubicBezTo>
                    <a:pt x="1387" y="11216"/>
                    <a:pt x="1166" y="10964"/>
                    <a:pt x="1009" y="10145"/>
                  </a:cubicBezTo>
                  <a:cubicBezTo>
                    <a:pt x="851" y="9389"/>
                    <a:pt x="725" y="8412"/>
                    <a:pt x="725" y="7373"/>
                  </a:cubicBezTo>
                  <a:cubicBezTo>
                    <a:pt x="725" y="6743"/>
                    <a:pt x="788" y="6176"/>
                    <a:pt x="820" y="5608"/>
                  </a:cubicBezTo>
                  <a:close/>
                  <a:moveTo>
                    <a:pt x="2458" y="1"/>
                  </a:moveTo>
                  <a:cubicBezTo>
                    <a:pt x="1765" y="1"/>
                    <a:pt x="1198" y="64"/>
                    <a:pt x="631" y="631"/>
                  </a:cubicBezTo>
                  <a:cubicBezTo>
                    <a:pt x="221" y="1040"/>
                    <a:pt x="1" y="1576"/>
                    <a:pt x="1" y="2143"/>
                  </a:cubicBezTo>
                  <a:cubicBezTo>
                    <a:pt x="1" y="2647"/>
                    <a:pt x="253" y="3120"/>
                    <a:pt x="694" y="3372"/>
                  </a:cubicBezTo>
                  <a:cubicBezTo>
                    <a:pt x="158" y="4317"/>
                    <a:pt x="1" y="6333"/>
                    <a:pt x="1" y="7467"/>
                  </a:cubicBezTo>
                  <a:cubicBezTo>
                    <a:pt x="1" y="8570"/>
                    <a:pt x="95" y="10586"/>
                    <a:pt x="694" y="11563"/>
                  </a:cubicBezTo>
                  <a:cubicBezTo>
                    <a:pt x="883" y="11909"/>
                    <a:pt x="1135" y="12067"/>
                    <a:pt x="1418" y="12067"/>
                  </a:cubicBezTo>
                  <a:cubicBezTo>
                    <a:pt x="1670" y="12067"/>
                    <a:pt x="1923" y="11909"/>
                    <a:pt x="2112" y="11563"/>
                  </a:cubicBezTo>
                  <a:cubicBezTo>
                    <a:pt x="2679" y="10618"/>
                    <a:pt x="2836" y="8601"/>
                    <a:pt x="2836" y="7467"/>
                  </a:cubicBezTo>
                  <a:cubicBezTo>
                    <a:pt x="2868" y="6270"/>
                    <a:pt x="2742" y="4285"/>
                    <a:pt x="2143" y="3309"/>
                  </a:cubicBezTo>
                  <a:cubicBezTo>
                    <a:pt x="2427" y="3151"/>
                    <a:pt x="2679" y="2899"/>
                    <a:pt x="2742" y="2584"/>
                  </a:cubicBezTo>
                  <a:cubicBezTo>
                    <a:pt x="2868" y="2269"/>
                    <a:pt x="2773" y="1954"/>
                    <a:pt x="2584" y="1702"/>
                  </a:cubicBezTo>
                  <a:cubicBezTo>
                    <a:pt x="2395" y="1481"/>
                    <a:pt x="2269" y="1166"/>
                    <a:pt x="2742" y="568"/>
                  </a:cubicBezTo>
                  <a:cubicBezTo>
                    <a:pt x="2836" y="442"/>
                    <a:pt x="2868" y="347"/>
                    <a:pt x="2773" y="221"/>
                  </a:cubicBezTo>
                  <a:cubicBezTo>
                    <a:pt x="2742" y="95"/>
                    <a:pt x="2584" y="1"/>
                    <a:pt x="2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75" name="Google Shape;10675;p65"/>
          <p:cNvGrpSpPr/>
          <p:nvPr/>
        </p:nvGrpSpPr>
        <p:grpSpPr>
          <a:xfrm>
            <a:off x="3521599" y="1334007"/>
            <a:ext cx="361004" cy="358229"/>
            <a:chOff x="-48266124" y="1973375"/>
            <a:chExt cx="302450" cy="300125"/>
          </a:xfrm>
        </p:grpSpPr>
        <p:sp>
          <p:nvSpPr>
            <p:cNvPr id="10676" name="Google Shape;10676;p65"/>
            <p:cNvSpPr/>
            <p:nvPr/>
          </p:nvSpPr>
          <p:spPr>
            <a:xfrm>
              <a:off x="-48212577" y="2045050"/>
              <a:ext cx="122900" cy="123700"/>
            </a:xfrm>
            <a:custGeom>
              <a:rect l="l" t="t" r="r" b="b"/>
              <a:pathLst>
                <a:path w="4916" h="4948" extrusionOk="0">
                  <a:moveTo>
                    <a:pt x="1765" y="662"/>
                  </a:moveTo>
                  <a:cubicBezTo>
                    <a:pt x="2237" y="662"/>
                    <a:pt x="2647" y="946"/>
                    <a:pt x="2741" y="1387"/>
                  </a:cubicBezTo>
                  <a:lnTo>
                    <a:pt x="1765" y="1387"/>
                  </a:lnTo>
                  <a:cubicBezTo>
                    <a:pt x="1576" y="1387"/>
                    <a:pt x="1418" y="1545"/>
                    <a:pt x="1418" y="1734"/>
                  </a:cubicBezTo>
                  <a:lnTo>
                    <a:pt x="1418" y="2710"/>
                  </a:lnTo>
                  <a:cubicBezTo>
                    <a:pt x="1009" y="2584"/>
                    <a:pt x="725" y="2206"/>
                    <a:pt x="725" y="1734"/>
                  </a:cubicBezTo>
                  <a:cubicBezTo>
                    <a:pt x="725" y="1135"/>
                    <a:pt x="1166" y="662"/>
                    <a:pt x="1765" y="662"/>
                  </a:cubicBezTo>
                  <a:close/>
                  <a:moveTo>
                    <a:pt x="2741" y="2080"/>
                  </a:moveTo>
                  <a:cubicBezTo>
                    <a:pt x="2647" y="2395"/>
                    <a:pt x="2395" y="2616"/>
                    <a:pt x="2111" y="2710"/>
                  </a:cubicBezTo>
                  <a:lnTo>
                    <a:pt x="2111" y="2080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805"/>
                    <a:pt x="3497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616"/>
                    <a:pt x="599" y="3340"/>
                    <a:pt x="1418" y="3498"/>
                  </a:cubicBezTo>
                  <a:lnTo>
                    <a:pt x="1418" y="4601"/>
                  </a:lnTo>
                  <a:cubicBezTo>
                    <a:pt x="1418" y="4790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90"/>
                    <a:pt x="4915" y="4601"/>
                  </a:cubicBezTo>
                  <a:lnTo>
                    <a:pt x="4915" y="1797"/>
                  </a:lnTo>
                  <a:cubicBezTo>
                    <a:pt x="4915" y="1576"/>
                    <a:pt x="4758" y="1419"/>
                    <a:pt x="4600" y="1419"/>
                  </a:cubicBezTo>
                  <a:lnTo>
                    <a:pt x="3497" y="1419"/>
                  </a:lnTo>
                  <a:cubicBezTo>
                    <a:pt x="3340" y="631"/>
                    <a:pt x="2647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7" name="Google Shape;10677;p65"/>
            <p:cNvSpPr/>
            <p:nvPr/>
          </p:nvSpPr>
          <p:spPr>
            <a:xfrm>
              <a:off x="-48266124" y="1973375"/>
              <a:ext cx="230000" cy="300125"/>
            </a:xfrm>
            <a:custGeom>
              <a:rect l="l" t="t" r="r" b="b"/>
              <a:pathLst>
                <a:path w="9200" h="12005" extrusionOk="0">
                  <a:moveTo>
                    <a:pt x="7057" y="1198"/>
                  </a:moveTo>
                  <a:lnTo>
                    <a:pt x="7971" y="2112"/>
                  </a:lnTo>
                  <a:lnTo>
                    <a:pt x="7057" y="2112"/>
                  </a:lnTo>
                  <a:lnTo>
                    <a:pt x="7057" y="1198"/>
                  </a:lnTo>
                  <a:close/>
                  <a:moveTo>
                    <a:pt x="6396" y="694"/>
                  </a:moveTo>
                  <a:lnTo>
                    <a:pt x="6396" y="2458"/>
                  </a:lnTo>
                  <a:cubicBezTo>
                    <a:pt x="6396" y="2679"/>
                    <a:pt x="6553" y="2836"/>
                    <a:pt x="6742" y="2836"/>
                  </a:cubicBezTo>
                  <a:lnTo>
                    <a:pt x="8506" y="2836"/>
                  </a:lnTo>
                  <a:lnTo>
                    <a:pt x="8506" y="11280"/>
                  </a:lnTo>
                  <a:lnTo>
                    <a:pt x="756" y="11280"/>
                  </a:lnTo>
                  <a:lnTo>
                    <a:pt x="756" y="694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1658"/>
                  </a:lnTo>
                  <a:cubicBezTo>
                    <a:pt x="0" y="11847"/>
                    <a:pt x="158" y="12004"/>
                    <a:pt x="378" y="12004"/>
                  </a:cubicBezTo>
                  <a:lnTo>
                    <a:pt x="8790" y="12004"/>
                  </a:lnTo>
                  <a:cubicBezTo>
                    <a:pt x="8979" y="12004"/>
                    <a:pt x="9136" y="11847"/>
                    <a:pt x="9136" y="11658"/>
                  </a:cubicBezTo>
                  <a:lnTo>
                    <a:pt x="9136" y="2458"/>
                  </a:lnTo>
                  <a:cubicBezTo>
                    <a:pt x="9199" y="2395"/>
                    <a:pt x="9168" y="2301"/>
                    <a:pt x="9073" y="2238"/>
                  </a:cubicBezTo>
                  <a:lnTo>
                    <a:pt x="6931" y="95"/>
                  </a:lnTo>
                  <a:cubicBezTo>
                    <a:pt x="6868" y="32"/>
                    <a:pt x="6805" y="1"/>
                    <a:pt x="67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8" name="Google Shape;10678;p65"/>
            <p:cNvSpPr/>
            <p:nvPr/>
          </p:nvSpPr>
          <p:spPr>
            <a:xfrm>
              <a:off x="-48018024" y="1991500"/>
              <a:ext cx="54350" cy="282000"/>
            </a:xfrm>
            <a:custGeom>
              <a:rect l="l" t="t" r="r" b="b"/>
              <a:pathLst>
                <a:path w="2174" h="11280" extrusionOk="0">
                  <a:moveTo>
                    <a:pt x="1071" y="1481"/>
                  </a:moveTo>
                  <a:lnTo>
                    <a:pt x="1260" y="2111"/>
                  </a:lnTo>
                  <a:lnTo>
                    <a:pt x="851" y="2111"/>
                  </a:lnTo>
                  <a:lnTo>
                    <a:pt x="1071" y="1481"/>
                  </a:lnTo>
                  <a:close/>
                  <a:moveTo>
                    <a:pt x="1418" y="2836"/>
                  </a:moveTo>
                  <a:lnTo>
                    <a:pt x="1418" y="7247"/>
                  </a:lnTo>
                  <a:lnTo>
                    <a:pt x="725" y="7247"/>
                  </a:lnTo>
                  <a:lnTo>
                    <a:pt x="725" y="2836"/>
                  </a:lnTo>
                  <a:close/>
                  <a:moveTo>
                    <a:pt x="1418" y="7971"/>
                  </a:moveTo>
                  <a:lnTo>
                    <a:pt x="1418" y="8664"/>
                  </a:lnTo>
                  <a:lnTo>
                    <a:pt x="725" y="8664"/>
                  </a:lnTo>
                  <a:lnTo>
                    <a:pt x="725" y="7971"/>
                  </a:lnTo>
                  <a:close/>
                  <a:moveTo>
                    <a:pt x="1449" y="9357"/>
                  </a:moveTo>
                  <a:lnTo>
                    <a:pt x="1449" y="10208"/>
                  </a:lnTo>
                  <a:cubicBezTo>
                    <a:pt x="1418" y="10397"/>
                    <a:pt x="1260" y="10555"/>
                    <a:pt x="1071" y="10555"/>
                  </a:cubicBezTo>
                  <a:cubicBezTo>
                    <a:pt x="882" y="10555"/>
                    <a:pt x="725" y="10397"/>
                    <a:pt x="725" y="10208"/>
                  </a:cubicBezTo>
                  <a:lnTo>
                    <a:pt x="725" y="9357"/>
                  </a:lnTo>
                  <a:close/>
                  <a:moveTo>
                    <a:pt x="1071" y="0"/>
                  </a:moveTo>
                  <a:cubicBezTo>
                    <a:pt x="945" y="0"/>
                    <a:pt x="788" y="95"/>
                    <a:pt x="756" y="253"/>
                  </a:cubicBezTo>
                  <a:cubicBezTo>
                    <a:pt x="0" y="2489"/>
                    <a:pt x="63" y="2363"/>
                    <a:pt x="63" y="2458"/>
                  </a:cubicBezTo>
                  <a:lnTo>
                    <a:pt x="63" y="10208"/>
                  </a:lnTo>
                  <a:cubicBezTo>
                    <a:pt x="63" y="10807"/>
                    <a:pt x="536" y="11279"/>
                    <a:pt x="1103" y="11279"/>
                  </a:cubicBezTo>
                  <a:cubicBezTo>
                    <a:pt x="1701" y="11279"/>
                    <a:pt x="2174" y="10807"/>
                    <a:pt x="2174" y="1020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21" y="2468"/>
                    <a:pt x="2128" y="2472"/>
                    <a:pt x="2132" y="2472"/>
                  </a:cubicBezTo>
                  <a:cubicBezTo>
                    <a:pt x="2139" y="2472"/>
                    <a:pt x="2132" y="2458"/>
                    <a:pt x="2111" y="2458"/>
                  </a:cubicBezTo>
                  <a:lnTo>
                    <a:pt x="2111" y="2458"/>
                  </a:lnTo>
                  <a:lnTo>
                    <a:pt x="2111" y="2458"/>
                  </a:lnTo>
                  <a:cubicBezTo>
                    <a:pt x="2111" y="2363"/>
                    <a:pt x="2142" y="2584"/>
                    <a:pt x="1386" y="253"/>
                  </a:cubicBezTo>
                  <a:cubicBezTo>
                    <a:pt x="1355" y="95"/>
                    <a:pt x="1197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79" name="Google Shape;10679;p65"/>
            <p:cNvSpPr/>
            <p:nvPr/>
          </p:nvSpPr>
          <p:spPr>
            <a:xfrm>
              <a:off x="-48211801" y="2221475"/>
              <a:ext cx="122900" cy="17350"/>
            </a:xfrm>
            <a:custGeom>
              <a:rect l="l" t="t" r="r" b="b"/>
              <a:pathLst>
                <a:path w="491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884" y="158"/>
                    <a:pt x="4727" y="1"/>
                    <a:pt x="4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0" name="Google Shape;10680;p65"/>
            <p:cNvSpPr/>
            <p:nvPr/>
          </p:nvSpPr>
          <p:spPr>
            <a:xfrm>
              <a:off x="-48211801" y="2185250"/>
              <a:ext cx="87450" cy="18150"/>
            </a:xfrm>
            <a:custGeom>
              <a:rect l="l" t="t" r="r" b="b"/>
              <a:pathLst>
                <a:path w="3498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151" y="725"/>
                  </a:lnTo>
                  <a:cubicBezTo>
                    <a:pt x="3372" y="725"/>
                    <a:pt x="3498" y="568"/>
                    <a:pt x="3498" y="379"/>
                  </a:cubicBezTo>
                  <a:cubicBezTo>
                    <a:pt x="3498" y="158"/>
                    <a:pt x="3372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1" name="Google Shape;10681;p65"/>
            <p:cNvSpPr/>
            <p:nvPr/>
          </p:nvSpPr>
          <p:spPr>
            <a:xfrm>
              <a:off x="-48106251" y="2185250"/>
              <a:ext cx="17350" cy="18150"/>
            </a:xfrm>
            <a:custGeom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82" name="Google Shape;10682;p65"/>
          <p:cNvGrpSpPr/>
          <p:nvPr/>
        </p:nvGrpSpPr>
        <p:grpSpPr>
          <a:xfrm>
            <a:off x="3548844" y="1789769"/>
            <a:ext cx="306516" cy="358349"/>
            <a:chOff x="-48237000" y="2342650"/>
            <a:chExt cx="256800" cy="300225"/>
          </a:xfrm>
        </p:grpSpPr>
        <p:sp>
          <p:nvSpPr>
            <p:cNvPr id="10683" name="Google Shape;10683;p65"/>
            <p:cNvSpPr/>
            <p:nvPr/>
          </p:nvSpPr>
          <p:spPr>
            <a:xfrm>
              <a:off x="-48237000" y="2342650"/>
              <a:ext cx="256800" cy="300225"/>
            </a:xfrm>
            <a:custGeom>
              <a:rect l="l" t="t" r="r" b="b"/>
              <a:pathLst>
                <a:path w="10272" h="12009" extrusionOk="0">
                  <a:moveTo>
                    <a:pt x="4507" y="679"/>
                  </a:moveTo>
                  <a:cubicBezTo>
                    <a:pt x="4774" y="679"/>
                    <a:pt x="5048" y="706"/>
                    <a:pt x="5325" y="762"/>
                  </a:cubicBezTo>
                  <a:cubicBezTo>
                    <a:pt x="6774" y="1077"/>
                    <a:pt x="7940" y="2274"/>
                    <a:pt x="8255" y="3723"/>
                  </a:cubicBezTo>
                  <a:cubicBezTo>
                    <a:pt x="8381" y="4227"/>
                    <a:pt x="8381" y="4763"/>
                    <a:pt x="8318" y="5267"/>
                  </a:cubicBezTo>
                  <a:cubicBezTo>
                    <a:pt x="8318" y="5330"/>
                    <a:pt x="8318" y="5424"/>
                    <a:pt x="8350" y="5487"/>
                  </a:cubicBezTo>
                  <a:lnTo>
                    <a:pt x="9263" y="7220"/>
                  </a:lnTo>
                  <a:cubicBezTo>
                    <a:pt x="9389" y="7441"/>
                    <a:pt x="9232" y="7756"/>
                    <a:pt x="8980" y="7756"/>
                  </a:cubicBezTo>
                  <a:lnTo>
                    <a:pt x="8034" y="7756"/>
                  </a:lnTo>
                  <a:cubicBezTo>
                    <a:pt x="7845" y="7756"/>
                    <a:pt x="7688" y="7913"/>
                    <a:pt x="7688" y="8102"/>
                  </a:cubicBezTo>
                  <a:lnTo>
                    <a:pt x="7688" y="9867"/>
                  </a:lnTo>
                  <a:lnTo>
                    <a:pt x="5892" y="9867"/>
                  </a:lnTo>
                  <a:cubicBezTo>
                    <a:pt x="5703" y="9867"/>
                    <a:pt x="5546" y="10024"/>
                    <a:pt x="5546" y="10213"/>
                  </a:cubicBezTo>
                  <a:lnTo>
                    <a:pt x="5546" y="11284"/>
                  </a:lnTo>
                  <a:lnTo>
                    <a:pt x="2049" y="11284"/>
                  </a:lnTo>
                  <a:lnTo>
                    <a:pt x="2049" y="7693"/>
                  </a:lnTo>
                  <a:cubicBezTo>
                    <a:pt x="2049" y="7598"/>
                    <a:pt x="2017" y="7504"/>
                    <a:pt x="1923" y="7441"/>
                  </a:cubicBezTo>
                  <a:cubicBezTo>
                    <a:pt x="1103" y="6685"/>
                    <a:pt x="631" y="5645"/>
                    <a:pt x="631" y="4542"/>
                  </a:cubicBezTo>
                  <a:cubicBezTo>
                    <a:pt x="631" y="2387"/>
                    <a:pt x="2372" y="679"/>
                    <a:pt x="4507" y="679"/>
                  </a:cubicBezTo>
                  <a:close/>
                  <a:moveTo>
                    <a:pt x="4570" y="0"/>
                  </a:moveTo>
                  <a:cubicBezTo>
                    <a:pt x="2059" y="0"/>
                    <a:pt x="1" y="1999"/>
                    <a:pt x="1" y="4542"/>
                  </a:cubicBezTo>
                  <a:cubicBezTo>
                    <a:pt x="1" y="5802"/>
                    <a:pt x="505" y="7000"/>
                    <a:pt x="1418" y="7850"/>
                  </a:cubicBezTo>
                  <a:lnTo>
                    <a:pt x="1418" y="11631"/>
                  </a:lnTo>
                  <a:cubicBezTo>
                    <a:pt x="1418" y="11851"/>
                    <a:pt x="1576" y="12009"/>
                    <a:pt x="1765" y="12009"/>
                  </a:cubicBezTo>
                  <a:lnTo>
                    <a:pt x="5987" y="12009"/>
                  </a:lnTo>
                  <a:cubicBezTo>
                    <a:pt x="6176" y="12009"/>
                    <a:pt x="6333" y="11851"/>
                    <a:pt x="6333" y="11631"/>
                  </a:cubicBezTo>
                  <a:lnTo>
                    <a:pt x="6333" y="10591"/>
                  </a:lnTo>
                  <a:lnTo>
                    <a:pt x="8097" y="10591"/>
                  </a:lnTo>
                  <a:cubicBezTo>
                    <a:pt x="8287" y="10591"/>
                    <a:pt x="8444" y="10434"/>
                    <a:pt x="8444" y="10213"/>
                  </a:cubicBezTo>
                  <a:lnTo>
                    <a:pt x="8444" y="8449"/>
                  </a:lnTo>
                  <a:lnTo>
                    <a:pt x="9043" y="8449"/>
                  </a:lnTo>
                  <a:cubicBezTo>
                    <a:pt x="9799" y="8417"/>
                    <a:pt x="10271" y="7598"/>
                    <a:pt x="9925" y="6874"/>
                  </a:cubicBezTo>
                  <a:lnTo>
                    <a:pt x="9043" y="5267"/>
                  </a:lnTo>
                  <a:cubicBezTo>
                    <a:pt x="9137" y="4700"/>
                    <a:pt x="9137" y="4164"/>
                    <a:pt x="9011" y="3597"/>
                  </a:cubicBezTo>
                  <a:cubicBezTo>
                    <a:pt x="8665" y="1864"/>
                    <a:pt x="7247" y="510"/>
                    <a:pt x="5546" y="100"/>
                  </a:cubicBezTo>
                  <a:cubicBezTo>
                    <a:pt x="5215" y="33"/>
                    <a:pt x="4889" y="0"/>
                    <a:pt x="45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4" name="Google Shape;10684;p65"/>
            <p:cNvSpPr/>
            <p:nvPr/>
          </p:nvSpPr>
          <p:spPr>
            <a:xfrm>
              <a:off x="-48195250" y="2377425"/>
              <a:ext cx="144150" cy="140225"/>
            </a:xfrm>
            <a:custGeom>
              <a:rect l="l" t="t" r="r" b="b"/>
              <a:pathLst>
                <a:path w="5766" h="5609" extrusionOk="0">
                  <a:moveTo>
                    <a:pt x="3214" y="757"/>
                  </a:moveTo>
                  <a:lnTo>
                    <a:pt x="3214" y="883"/>
                  </a:lnTo>
                  <a:cubicBezTo>
                    <a:pt x="3214" y="1040"/>
                    <a:pt x="3277" y="1135"/>
                    <a:pt x="3435" y="1198"/>
                  </a:cubicBezTo>
                  <a:cubicBezTo>
                    <a:pt x="3624" y="1261"/>
                    <a:pt x="3844" y="1387"/>
                    <a:pt x="4002" y="1513"/>
                  </a:cubicBezTo>
                  <a:cubicBezTo>
                    <a:pt x="4061" y="1553"/>
                    <a:pt x="4146" y="1593"/>
                    <a:pt x="4233" y="1593"/>
                  </a:cubicBezTo>
                  <a:cubicBezTo>
                    <a:pt x="4283" y="1593"/>
                    <a:pt x="4333" y="1579"/>
                    <a:pt x="4380" y="1545"/>
                  </a:cubicBezTo>
                  <a:lnTo>
                    <a:pt x="4506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32" y="2206"/>
                    <a:pt x="4537" y="2364"/>
                    <a:pt x="4569" y="2490"/>
                  </a:cubicBezTo>
                  <a:cubicBezTo>
                    <a:pt x="4632" y="2710"/>
                    <a:pt x="4632" y="2899"/>
                    <a:pt x="4569" y="3120"/>
                  </a:cubicBezTo>
                  <a:cubicBezTo>
                    <a:pt x="4537" y="3277"/>
                    <a:pt x="4632" y="3403"/>
                    <a:pt x="4726" y="3466"/>
                  </a:cubicBezTo>
                  <a:lnTo>
                    <a:pt x="4852" y="3561"/>
                  </a:lnTo>
                  <a:lnTo>
                    <a:pt x="4506" y="4159"/>
                  </a:lnTo>
                  <a:lnTo>
                    <a:pt x="4380" y="4065"/>
                  </a:lnTo>
                  <a:cubicBezTo>
                    <a:pt x="4323" y="4037"/>
                    <a:pt x="4260" y="4021"/>
                    <a:pt x="4199" y="4021"/>
                  </a:cubicBezTo>
                  <a:cubicBezTo>
                    <a:pt x="4125" y="4021"/>
                    <a:pt x="4054" y="4044"/>
                    <a:pt x="4002" y="4096"/>
                  </a:cubicBezTo>
                  <a:cubicBezTo>
                    <a:pt x="3844" y="4254"/>
                    <a:pt x="3624" y="4348"/>
                    <a:pt x="3435" y="4411"/>
                  </a:cubicBezTo>
                  <a:cubicBezTo>
                    <a:pt x="3277" y="4475"/>
                    <a:pt x="3214" y="4632"/>
                    <a:pt x="3214" y="4727"/>
                  </a:cubicBezTo>
                  <a:lnTo>
                    <a:pt x="3214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426" y="4475"/>
                    <a:pt x="2269" y="4411"/>
                  </a:cubicBezTo>
                  <a:cubicBezTo>
                    <a:pt x="2048" y="4348"/>
                    <a:pt x="1859" y="4222"/>
                    <a:pt x="1702" y="4096"/>
                  </a:cubicBezTo>
                  <a:cubicBezTo>
                    <a:pt x="1622" y="4057"/>
                    <a:pt x="1530" y="4017"/>
                    <a:pt x="1449" y="4017"/>
                  </a:cubicBezTo>
                  <a:cubicBezTo>
                    <a:pt x="1402" y="4017"/>
                    <a:pt x="1358" y="4030"/>
                    <a:pt x="1324" y="4065"/>
                  </a:cubicBezTo>
                  <a:lnTo>
                    <a:pt x="1198" y="4159"/>
                  </a:lnTo>
                  <a:lnTo>
                    <a:pt x="851" y="3561"/>
                  </a:lnTo>
                  <a:lnTo>
                    <a:pt x="946" y="3466"/>
                  </a:lnTo>
                  <a:cubicBezTo>
                    <a:pt x="1072" y="3403"/>
                    <a:pt x="1166" y="3246"/>
                    <a:pt x="1103" y="3120"/>
                  </a:cubicBezTo>
                  <a:cubicBezTo>
                    <a:pt x="1072" y="2899"/>
                    <a:pt x="1072" y="2710"/>
                    <a:pt x="1103" y="2490"/>
                  </a:cubicBezTo>
                  <a:cubicBezTo>
                    <a:pt x="1166" y="2332"/>
                    <a:pt x="1072" y="2206"/>
                    <a:pt x="946" y="2143"/>
                  </a:cubicBezTo>
                  <a:lnTo>
                    <a:pt x="851" y="2049"/>
                  </a:lnTo>
                  <a:lnTo>
                    <a:pt x="1198" y="1482"/>
                  </a:lnTo>
                  <a:lnTo>
                    <a:pt x="1324" y="1545"/>
                  </a:lnTo>
                  <a:cubicBezTo>
                    <a:pt x="1366" y="1573"/>
                    <a:pt x="1421" y="1588"/>
                    <a:pt x="1481" y="1588"/>
                  </a:cubicBezTo>
                  <a:cubicBezTo>
                    <a:pt x="1553" y="1588"/>
                    <a:pt x="1632" y="1565"/>
                    <a:pt x="1702" y="1513"/>
                  </a:cubicBezTo>
                  <a:cubicBezTo>
                    <a:pt x="1859" y="1356"/>
                    <a:pt x="2048" y="1261"/>
                    <a:pt x="2269" y="1198"/>
                  </a:cubicBezTo>
                  <a:cubicBezTo>
                    <a:pt x="2426" y="1135"/>
                    <a:pt x="2489" y="977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85" y="1"/>
                    <a:pt x="1828" y="158"/>
                    <a:pt x="1828" y="379"/>
                  </a:cubicBezTo>
                  <a:lnTo>
                    <a:pt x="1828" y="599"/>
                  </a:lnTo>
                  <a:cubicBezTo>
                    <a:pt x="1702" y="631"/>
                    <a:pt x="1576" y="725"/>
                    <a:pt x="1513" y="788"/>
                  </a:cubicBezTo>
                  <a:lnTo>
                    <a:pt x="1324" y="694"/>
                  </a:lnTo>
                  <a:cubicBezTo>
                    <a:pt x="1265" y="658"/>
                    <a:pt x="1192" y="641"/>
                    <a:pt x="1122" y="641"/>
                  </a:cubicBezTo>
                  <a:cubicBezTo>
                    <a:pt x="1004" y="641"/>
                    <a:pt x="890" y="690"/>
                    <a:pt x="851" y="788"/>
                  </a:cubicBezTo>
                  <a:lnTo>
                    <a:pt x="126" y="2017"/>
                  </a:lnTo>
                  <a:cubicBezTo>
                    <a:pt x="63" y="2175"/>
                    <a:pt x="95" y="2427"/>
                    <a:pt x="253" y="2490"/>
                  </a:cubicBezTo>
                  <a:lnTo>
                    <a:pt x="442" y="2616"/>
                  </a:lnTo>
                  <a:lnTo>
                    <a:pt x="442" y="2994"/>
                  </a:lnTo>
                  <a:lnTo>
                    <a:pt x="253" y="3120"/>
                  </a:lnTo>
                  <a:cubicBezTo>
                    <a:pt x="95" y="3214"/>
                    <a:pt x="0" y="3435"/>
                    <a:pt x="126" y="3592"/>
                  </a:cubicBezTo>
                  <a:lnTo>
                    <a:pt x="851" y="4821"/>
                  </a:lnTo>
                  <a:cubicBezTo>
                    <a:pt x="894" y="4928"/>
                    <a:pt x="1024" y="4991"/>
                    <a:pt x="1152" y="4991"/>
                  </a:cubicBezTo>
                  <a:cubicBezTo>
                    <a:pt x="1213" y="4991"/>
                    <a:pt x="1273" y="4977"/>
                    <a:pt x="1324" y="4947"/>
                  </a:cubicBezTo>
                  <a:lnTo>
                    <a:pt x="1513" y="4821"/>
                  </a:lnTo>
                  <a:cubicBezTo>
                    <a:pt x="1639" y="4884"/>
                    <a:pt x="1733" y="4979"/>
                    <a:pt x="1828" y="5010"/>
                  </a:cubicBezTo>
                  <a:lnTo>
                    <a:pt x="1828" y="5262"/>
                  </a:lnTo>
                  <a:cubicBezTo>
                    <a:pt x="1828" y="5451"/>
                    <a:pt x="1985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9" y="5451"/>
                    <a:pt x="3939" y="5262"/>
                  </a:cubicBezTo>
                  <a:lnTo>
                    <a:pt x="3939" y="5010"/>
                  </a:lnTo>
                  <a:cubicBezTo>
                    <a:pt x="4065" y="4979"/>
                    <a:pt x="4191" y="4884"/>
                    <a:pt x="4254" y="4821"/>
                  </a:cubicBezTo>
                  <a:lnTo>
                    <a:pt x="4474" y="4947"/>
                  </a:lnTo>
                  <a:cubicBezTo>
                    <a:pt x="4524" y="4967"/>
                    <a:pt x="4580" y="4978"/>
                    <a:pt x="4637" y="4978"/>
                  </a:cubicBezTo>
                  <a:cubicBezTo>
                    <a:pt x="4759" y="4978"/>
                    <a:pt x="4882" y="4929"/>
                    <a:pt x="4947" y="4821"/>
                  </a:cubicBezTo>
                  <a:lnTo>
                    <a:pt x="5640" y="3592"/>
                  </a:lnTo>
                  <a:cubicBezTo>
                    <a:pt x="5734" y="3435"/>
                    <a:pt x="5671" y="3214"/>
                    <a:pt x="5514" y="3120"/>
                  </a:cubicBezTo>
                  <a:lnTo>
                    <a:pt x="5325" y="2994"/>
                  </a:lnTo>
                  <a:lnTo>
                    <a:pt x="5325" y="2616"/>
                  </a:lnTo>
                  <a:lnTo>
                    <a:pt x="5514" y="2490"/>
                  </a:lnTo>
                  <a:cubicBezTo>
                    <a:pt x="5671" y="2427"/>
                    <a:pt x="5766" y="2206"/>
                    <a:pt x="5640" y="2017"/>
                  </a:cubicBezTo>
                  <a:lnTo>
                    <a:pt x="4947" y="788"/>
                  </a:lnTo>
                  <a:cubicBezTo>
                    <a:pt x="4887" y="689"/>
                    <a:pt x="4777" y="627"/>
                    <a:pt x="4664" y="627"/>
                  </a:cubicBezTo>
                  <a:cubicBezTo>
                    <a:pt x="4598" y="627"/>
                    <a:pt x="4532" y="648"/>
                    <a:pt x="4474" y="694"/>
                  </a:cubicBezTo>
                  <a:lnTo>
                    <a:pt x="4254" y="788"/>
                  </a:lnTo>
                  <a:cubicBezTo>
                    <a:pt x="4159" y="725"/>
                    <a:pt x="4033" y="631"/>
                    <a:pt x="3939" y="599"/>
                  </a:cubicBezTo>
                  <a:lnTo>
                    <a:pt x="3939" y="379"/>
                  </a:lnTo>
                  <a:cubicBezTo>
                    <a:pt x="3939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5" name="Google Shape;10685;p65"/>
            <p:cNvSpPr/>
            <p:nvPr/>
          </p:nvSpPr>
          <p:spPr>
            <a:xfrm>
              <a:off x="-48150351" y="2422325"/>
              <a:ext cx="52775" cy="52800"/>
            </a:xfrm>
            <a:custGeom>
              <a:rect l="l" t="t" r="r" b="b"/>
              <a:pathLst>
                <a:path w="2111" h="2112" extrusionOk="0">
                  <a:moveTo>
                    <a:pt x="1040" y="662"/>
                  </a:moveTo>
                  <a:cubicBezTo>
                    <a:pt x="1260" y="662"/>
                    <a:pt x="1418" y="820"/>
                    <a:pt x="1418" y="1009"/>
                  </a:cubicBezTo>
                  <a:cubicBezTo>
                    <a:pt x="1418" y="1198"/>
                    <a:pt x="1260" y="1355"/>
                    <a:pt x="1040" y="1355"/>
                  </a:cubicBezTo>
                  <a:cubicBezTo>
                    <a:pt x="851" y="1355"/>
                    <a:pt x="693" y="1198"/>
                    <a:pt x="693" y="1009"/>
                  </a:cubicBezTo>
                  <a:cubicBezTo>
                    <a:pt x="693" y="820"/>
                    <a:pt x="851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1"/>
                    <a:pt x="1040" y="2111"/>
                  </a:cubicBezTo>
                  <a:cubicBezTo>
                    <a:pt x="1639" y="2111"/>
                    <a:pt x="2111" y="1639"/>
                    <a:pt x="2111" y="1040"/>
                  </a:cubicBezTo>
                  <a:cubicBezTo>
                    <a:pt x="2111" y="473"/>
                    <a:pt x="1639" y="1"/>
                    <a:pt x="1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86" name="Google Shape;10686;p65"/>
          <p:cNvGrpSpPr/>
          <p:nvPr/>
        </p:nvGrpSpPr>
        <p:grpSpPr>
          <a:xfrm>
            <a:off x="2180338" y="2690046"/>
            <a:ext cx="361034" cy="355633"/>
            <a:chOff x="-46404975" y="1966100"/>
            <a:chExt cx="302475" cy="297950"/>
          </a:xfrm>
        </p:grpSpPr>
        <p:sp>
          <p:nvSpPr>
            <p:cNvPr id="10687" name="Google Shape;10687;p65"/>
            <p:cNvSpPr/>
            <p:nvPr/>
          </p:nvSpPr>
          <p:spPr>
            <a:xfrm>
              <a:off x="-46349850" y="1966100"/>
              <a:ext cx="38625" cy="86850"/>
            </a:xfrm>
            <a:custGeom>
              <a:rect l="l" t="t" r="r" b="b"/>
              <a:pathLst>
                <a:path w="1545" h="3474" extrusionOk="0">
                  <a:moveTo>
                    <a:pt x="784" y="0"/>
                  </a:moveTo>
                  <a:cubicBezTo>
                    <a:pt x="686" y="0"/>
                    <a:pt x="583" y="24"/>
                    <a:pt x="505" y="71"/>
                  </a:cubicBezTo>
                  <a:cubicBezTo>
                    <a:pt x="1" y="607"/>
                    <a:pt x="1" y="1458"/>
                    <a:pt x="505" y="1962"/>
                  </a:cubicBezTo>
                  <a:cubicBezTo>
                    <a:pt x="757" y="2214"/>
                    <a:pt x="757" y="2655"/>
                    <a:pt x="505" y="2875"/>
                  </a:cubicBezTo>
                  <a:cubicBezTo>
                    <a:pt x="379" y="3001"/>
                    <a:pt x="379" y="3222"/>
                    <a:pt x="505" y="3379"/>
                  </a:cubicBezTo>
                  <a:cubicBezTo>
                    <a:pt x="568" y="3442"/>
                    <a:pt x="654" y="3474"/>
                    <a:pt x="749" y="3474"/>
                  </a:cubicBezTo>
                  <a:cubicBezTo>
                    <a:pt x="843" y="3474"/>
                    <a:pt x="946" y="3442"/>
                    <a:pt x="1040" y="3379"/>
                  </a:cubicBezTo>
                  <a:cubicBezTo>
                    <a:pt x="1544" y="2875"/>
                    <a:pt x="1544" y="2025"/>
                    <a:pt x="1040" y="1489"/>
                  </a:cubicBezTo>
                  <a:cubicBezTo>
                    <a:pt x="788" y="1269"/>
                    <a:pt x="788" y="827"/>
                    <a:pt x="1040" y="607"/>
                  </a:cubicBezTo>
                  <a:cubicBezTo>
                    <a:pt x="1135" y="481"/>
                    <a:pt x="1135" y="229"/>
                    <a:pt x="1040" y="71"/>
                  </a:cubicBezTo>
                  <a:cubicBezTo>
                    <a:pt x="977" y="24"/>
                    <a:pt x="883" y="0"/>
                    <a:pt x="7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8" name="Google Shape;10688;p65"/>
            <p:cNvSpPr/>
            <p:nvPr/>
          </p:nvSpPr>
          <p:spPr>
            <a:xfrm>
              <a:off x="-46297875" y="1966100"/>
              <a:ext cx="38625" cy="86850"/>
            </a:xfrm>
            <a:custGeom>
              <a:rect l="l" t="t" r="r" b="b"/>
              <a:pathLst>
                <a:path w="1545" h="3474" extrusionOk="0">
                  <a:moveTo>
                    <a:pt x="800" y="0"/>
                  </a:moveTo>
                  <a:cubicBezTo>
                    <a:pt x="710" y="0"/>
                    <a:pt x="615" y="24"/>
                    <a:pt x="537" y="71"/>
                  </a:cubicBezTo>
                  <a:cubicBezTo>
                    <a:pt x="1" y="607"/>
                    <a:pt x="1" y="1458"/>
                    <a:pt x="537" y="1962"/>
                  </a:cubicBezTo>
                  <a:cubicBezTo>
                    <a:pt x="757" y="2214"/>
                    <a:pt x="757" y="2655"/>
                    <a:pt x="537" y="2875"/>
                  </a:cubicBezTo>
                  <a:cubicBezTo>
                    <a:pt x="410" y="3001"/>
                    <a:pt x="410" y="3222"/>
                    <a:pt x="537" y="3379"/>
                  </a:cubicBezTo>
                  <a:cubicBezTo>
                    <a:pt x="584" y="3442"/>
                    <a:pt x="670" y="3474"/>
                    <a:pt x="765" y="3474"/>
                  </a:cubicBezTo>
                  <a:cubicBezTo>
                    <a:pt x="859" y="3474"/>
                    <a:pt x="962" y="3442"/>
                    <a:pt x="1041" y="3379"/>
                  </a:cubicBezTo>
                  <a:cubicBezTo>
                    <a:pt x="1545" y="2875"/>
                    <a:pt x="1545" y="2025"/>
                    <a:pt x="1041" y="1489"/>
                  </a:cubicBezTo>
                  <a:cubicBezTo>
                    <a:pt x="789" y="1269"/>
                    <a:pt x="789" y="827"/>
                    <a:pt x="1041" y="607"/>
                  </a:cubicBezTo>
                  <a:cubicBezTo>
                    <a:pt x="1167" y="481"/>
                    <a:pt x="1167" y="229"/>
                    <a:pt x="1041" y="71"/>
                  </a:cubicBezTo>
                  <a:cubicBezTo>
                    <a:pt x="978" y="24"/>
                    <a:pt x="891" y="0"/>
                    <a:pt x="8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89" name="Google Shape;10689;p65"/>
            <p:cNvSpPr/>
            <p:nvPr/>
          </p:nvSpPr>
          <p:spPr>
            <a:xfrm>
              <a:off x="-46244300" y="1966100"/>
              <a:ext cx="38600" cy="86850"/>
            </a:xfrm>
            <a:custGeom>
              <a:rect l="l" t="t" r="r" b="b"/>
              <a:pathLst>
                <a:path w="1544" h="3474" extrusionOk="0">
                  <a:moveTo>
                    <a:pt x="768" y="0"/>
                  </a:moveTo>
                  <a:cubicBezTo>
                    <a:pt x="678" y="0"/>
                    <a:pt x="583" y="24"/>
                    <a:pt x="504" y="71"/>
                  </a:cubicBezTo>
                  <a:cubicBezTo>
                    <a:pt x="0" y="607"/>
                    <a:pt x="0" y="1458"/>
                    <a:pt x="504" y="1962"/>
                  </a:cubicBezTo>
                  <a:cubicBezTo>
                    <a:pt x="756" y="2214"/>
                    <a:pt x="756" y="2655"/>
                    <a:pt x="504" y="2875"/>
                  </a:cubicBezTo>
                  <a:cubicBezTo>
                    <a:pt x="378" y="3001"/>
                    <a:pt x="378" y="3222"/>
                    <a:pt x="504" y="3379"/>
                  </a:cubicBezTo>
                  <a:cubicBezTo>
                    <a:pt x="567" y="3442"/>
                    <a:pt x="654" y="3474"/>
                    <a:pt x="745" y="3474"/>
                  </a:cubicBezTo>
                  <a:cubicBezTo>
                    <a:pt x="835" y="3474"/>
                    <a:pt x="930" y="3442"/>
                    <a:pt x="1008" y="3379"/>
                  </a:cubicBezTo>
                  <a:cubicBezTo>
                    <a:pt x="1544" y="2875"/>
                    <a:pt x="1544" y="2025"/>
                    <a:pt x="1008" y="1489"/>
                  </a:cubicBezTo>
                  <a:cubicBezTo>
                    <a:pt x="788" y="1269"/>
                    <a:pt x="788" y="827"/>
                    <a:pt x="1008" y="607"/>
                  </a:cubicBezTo>
                  <a:cubicBezTo>
                    <a:pt x="1134" y="481"/>
                    <a:pt x="1134" y="229"/>
                    <a:pt x="1008" y="71"/>
                  </a:cubicBezTo>
                  <a:cubicBezTo>
                    <a:pt x="945" y="24"/>
                    <a:pt x="859" y="0"/>
                    <a:pt x="7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90" name="Google Shape;10690;p65"/>
            <p:cNvSpPr/>
            <p:nvPr/>
          </p:nvSpPr>
          <p:spPr>
            <a:xfrm>
              <a:off x="-46404975" y="2070250"/>
              <a:ext cx="302475" cy="193800"/>
            </a:xfrm>
            <a:custGeom>
              <a:rect l="l" t="t" r="r" b="b"/>
              <a:pathLst>
                <a:path w="12099" h="7752" extrusionOk="0">
                  <a:moveTo>
                    <a:pt x="11058" y="1419"/>
                  </a:moveTo>
                  <a:cubicBezTo>
                    <a:pt x="11248" y="1419"/>
                    <a:pt x="11405" y="1576"/>
                    <a:pt x="11405" y="1797"/>
                  </a:cubicBezTo>
                  <a:cubicBezTo>
                    <a:pt x="11405" y="3088"/>
                    <a:pt x="10397" y="4160"/>
                    <a:pt x="9137" y="4223"/>
                  </a:cubicBezTo>
                  <a:cubicBezTo>
                    <a:pt x="9578" y="3372"/>
                    <a:pt x="9830" y="2395"/>
                    <a:pt x="9956" y="1419"/>
                  </a:cubicBezTo>
                  <a:close/>
                  <a:moveTo>
                    <a:pt x="9294" y="726"/>
                  </a:moveTo>
                  <a:cubicBezTo>
                    <a:pt x="9200" y="2521"/>
                    <a:pt x="8507" y="4569"/>
                    <a:pt x="7057" y="5640"/>
                  </a:cubicBezTo>
                  <a:lnTo>
                    <a:pt x="3056" y="5640"/>
                  </a:lnTo>
                  <a:lnTo>
                    <a:pt x="3056" y="5672"/>
                  </a:lnTo>
                  <a:cubicBezTo>
                    <a:pt x="1765" y="4695"/>
                    <a:pt x="914" y="2805"/>
                    <a:pt x="819" y="726"/>
                  </a:cubicBezTo>
                  <a:close/>
                  <a:moveTo>
                    <a:pt x="8948" y="6396"/>
                  </a:moveTo>
                  <a:cubicBezTo>
                    <a:pt x="8570" y="6837"/>
                    <a:pt x="8003" y="7090"/>
                    <a:pt x="7372" y="7090"/>
                  </a:cubicBezTo>
                  <a:lnTo>
                    <a:pt x="2710" y="7090"/>
                  </a:lnTo>
                  <a:cubicBezTo>
                    <a:pt x="2080" y="7090"/>
                    <a:pt x="1481" y="6837"/>
                    <a:pt x="1103" y="6396"/>
                  </a:cubicBezTo>
                  <a:close/>
                  <a:moveTo>
                    <a:pt x="441" y="1"/>
                  </a:moveTo>
                  <a:cubicBezTo>
                    <a:pt x="252" y="1"/>
                    <a:pt x="95" y="158"/>
                    <a:pt x="95" y="348"/>
                  </a:cubicBezTo>
                  <a:cubicBezTo>
                    <a:pt x="95" y="2301"/>
                    <a:pt x="725" y="4317"/>
                    <a:pt x="1985" y="5640"/>
                  </a:cubicBezTo>
                  <a:lnTo>
                    <a:pt x="441" y="5640"/>
                  </a:lnTo>
                  <a:cubicBezTo>
                    <a:pt x="158" y="5640"/>
                    <a:pt x="0" y="5924"/>
                    <a:pt x="126" y="6144"/>
                  </a:cubicBezTo>
                  <a:cubicBezTo>
                    <a:pt x="347" y="6617"/>
                    <a:pt x="725" y="7027"/>
                    <a:pt x="1197" y="7342"/>
                  </a:cubicBezTo>
                  <a:cubicBezTo>
                    <a:pt x="1670" y="7594"/>
                    <a:pt x="2174" y="7751"/>
                    <a:pt x="2710" y="7751"/>
                  </a:cubicBezTo>
                  <a:lnTo>
                    <a:pt x="7372" y="7751"/>
                  </a:lnTo>
                  <a:cubicBezTo>
                    <a:pt x="8475" y="7751"/>
                    <a:pt x="9452" y="7121"/>
                    <a:pt x="9956" y="6144"/>
                  </a:cubicBezTo>
                  <a:cubicBezTo>
                    <a:pt x="10082" y="5924"/>
                    <a:pt x="9924" y="5640"/>
                    <a:pt x="9641" y="5640"/>
                  </a:cubicBezTo>
                  <a:lnTo>
                    <a:pt x="8129" y="5640"/>
                  </a:lnTo>
                  <a:lnTo>
                    <a:pt x="8696" y="4916"/>
                  </a:lnTo>
                  <a:lnTo>
                    <a:pt x="8948" y="4916"/>
                  </a:lnTo>
                  <a:lnTo>
                    <a:pt x="8948" y="4947"/>
                  </a:lnTo>
                  <a:cubicBezTo>
                    <a:pt x="10680" y="4947"/>
                    <a:pt x="12098" y="3529"/>
                    <a:pt x="12098" y="1797"/>
                  </a:cubicBezTo>
                  <a:cubicBezTo>
                    <a:pt x="12098" y="1198"/>
                    <a:pt x="11626" y="726"/>
                    <a:pt x="11027" y="726"/>
                  </a:cubicBezTo>
                  <a:lnTo>
                    <a:pt x="9956" y="726"/>
                  </a:lnTo>
                  <a:lnTo>
                    <a:pt x="9956" y="348"/>
                  </a:lnTo>
                  <a:cubicBezTo>
                    <a:pt x="9956" y="158"/>
                    <a:pt x="9798" y="1"/>
                    <a:pt x="96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691" name="Google Shape;10691;p65"/>
          <p:cNvGrpSpPr/>
          <p:nvPr/>
        </p:nvGrpSpPr>
        <p:grpSpPr>
          <a:xfrm>
            <a:off x="2181740" y="3135863"/>
            <a:ext cx="358229" cy="358199"/>
            <a:chOff x="-46401050" y="2333325"/>
            <a:chExt cx="300125" cy="300100"/>
          </a:xfrm>
        </p:grpSpPr>
        <p:sp>
          <p:nvSpPr>
            <p:cNvPr id="10692" name="Google Shape;10692;p65"/>
            <p:cNvSpPr/>
            <p:nvPr/>
          </p:nvSpPr>
          <p:spPr>
            <a:xfrm>
              <a:off x="-46401050" y="2333325"/>
              <a:ext cx="300125" cy="300100"/>
            </a:xfrm>
            <a:custGeom>
              <a:rect l="l" t="t" r="r" b="b"/>
              <a:pathLst>
                <a:path w="12005" h="12004" extrusionOk="0">
                  <a:moveTo>
                    <a:pt x="7719" y="725"/>
                  </a:moveTo>
                  <a:lnTo>
                    <a:pt x="7719" y="2111"/>
                  </a:lnTo>
                  <a:lnTo>
                    <a:pt x="7026" y="2111"/>
                  </a:lnTo>
                  <a:lnTo>
                    <a:pt x="7026" y="725"/>
                  </a:lnTo>
                  <a:close/>
                  <a:moveTo>
                    <a:pt x="9137" y="725"/>
                  </a:moveTo>
                  <a:lnTo>
                    <a:pt x="9137" y="3498"/>
                  </a:lnTo>
                  <a:lnTo>
                    <a:pt x="2805" y="3498"/>
                  </a:lnTo>
                  <a:lnTo>
                    <a:pt x="2805" y="725"/>
                  </a:lnTo>
                  <a:lnTo>
                    <a:pt x="6302" y="725"/>
                  </a:lnTo>
                  <a:lnTo>
                    <a:pt x="6302" y="2489"/>
                  </a:lnTo>
                  <a:cubicBezTo>
                    <a:pt x="6302" y="2678"/>
                    <a:pt x="6459" y="2836"/>
                    <a:pt x="6648" y="2836"/>
                  </a:cubicBezTo>
                  <a:lnTo>
                    <a:pt x="8066" y="2836"/>
                  </a:lnTo>
                  <a:cubicBezTo>
                    <a:pt x="8255" y="2836"/>
                    <a:pt x="8413" y="2678"/>
                    <a:pt x="8413" y="2489"/>
                  </a:cubicBezTo>
                  <a:lnTo>
                    <a:pt x="8413" y="725"/>
                  </a:lnTo>
                  <a:close/>
                  <a:moveTo>
                    <a:pt x="2080" y="725"/>
                  </a:moveTo>
                  <a:lnTo>
                    <a:pt x="2080" y="3876"/>
                  </a:lnTo>
                  <a:cubicBezTo>
                    <a:pt x="2080" y="4065"/>
                    <a:pt x="2238" y="4222"/>
                    <a:pt x="2427" y="4222"/>
                  </a:cubicBezTo>
                  <a:lnTo>
                    <a:pt x="9452" y="4222"/>
                  </a:lnTo>
                  <a:cubicBezTo>
                    <a:pt x="9641" y="4222"/>
                    <a:pt x="9799" y="4065"/>
                    <a:pt x="9799" y="3876"/>
                  </a:cubicBezTo>
                  <a:lnTo>
                    <a:pt x="9799" y="1166"/>
                  </a:lnTo>
                  <a:lnTo>
                    <a:pt x="11217" y="2584"/>
                  </a:lnTo>
                  <a:lnTo>
                    <a:pt x="11217" y="11311"/>
                  </a:lnTo>
                  <a:lnTo>
                    <a:pt x="662" y="11311"/>
                  </a:lnTo>
                  <a:lnTo>
                    <a:pt x="662" y="725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1657"/>
                  </a:lnTo>
                  <a:cubicBezTo>
                    <a:pt x="1" y="11846"/>
                    <a:pt x="158" y="12004"/>
                    <a:pt x="347" y="12004"/>
                  </a:cubicBezTo>
                  <a:lnTo>
                    <a:pt x="11658" y="12004"/>
                  </a:lnTo>
                  <a:cubicBezTo>
                    <a:pt x="11847" y="12004"/>
                    <a:pt x="12004" y="11846"/>
                    <a:pt x="12004" y="11657"/>
                  </a:cubicBezTo>
                  <a:lnTo>
                    <a:pt x="12004" y="2489"/>
                  </a:lnTo>
                  <a:cubicBezTo>
                    <a:pt x="11941" y="2395"/>
                    <a:pt x="11878" y="2300"/>
                    <a:pt x="11847" y="2237"/>
                  </a:cubicBezTo>
                  <a:lnTo>
                    <a:pt x="9736" y="127"/>
                  </a:lnTo>
                  <a:cubicBezTo>
                    <a:pt x="9641" y="32"/>
                    <a:pt x="9578" y="1"/>
                    <a:pt x="94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93" name="Google Shape;10693;p65"/>
            <p:cNvSpPr/>
            <p:nvPr/>
          </p:nvSpPr>
          <p:spPr>
            <a:xfrm>
              <a:off x="-46366401" y="2580650"/>
              <a:ext cx="35475" cy="17350"/>
            </a:xfrm>
            <a:custGeom>
              <a:rect l="l" t="t" r="r" b="b"/>
              <a:pathLst>
                <a:path w="1419" h="694" extrusionOk="0">
                  <a:moveTo>
                    <a:pt x="348" y="0"/>
                  </a:moveTo>
                  <a:cubicBezTo>
                    <a:pt x="159" y="0"/>
                    <a:pt x="1" y="158"/>
                    <a:pt x="1" y="347"/>
                  </a:cubicBezTo>
                  <a:cubicBezTo>
                    <a:pt x="1" y="536"/>
                    <a:pt x="159" y="693"/>
                    <a:pt x="348" y="693"/>
                  </a:cubicBezTo>
                  <a:lnTo>
                    <a:pt x="1041" y="693"/>
                  </a:lnTo>
                  <a:cubicBezTo>
                    <a:pt x="1261" y="693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94" name="Google Shape;10694;p65"/>
            <p:cNvSpPr/>
            <p:nvPr/>
          </p:nvSpPr>
          <p:spPr>
            <a:xfrm>
              <a:off x="-46313626" y="2457775"/>
              <a:ext cx="122900" cy="122100"/>
            </a:xfrm>
            <a:custGeom>
              <a:rect l="l" t="t" r="r" b="b"/>
              <a:pathLst>
                <a:path w="4916" h="4884" extrusionOk="0">
                  <a:moveTo>
                    <a:pt x="2458" y="662"/>
                  </a:moveTo>
                  <a:cubicBezTo>
                    <a:pt x="3435" y="662"/>
                    <a:pt x="4222" y="1450"/>
                    <a:pt x="4222" y="2426"/>
                  </a:cubicBezTo>
                  <a:cubicBezTo>
                    <a:pt x="4222" y="3403"/>
                    <a:pt x="3435" y="4190"/>
                    <a:pt x="2458" y="4190"/>
                  </a:cubicBezTo>
                  <a:cubicBezTo>
                    <a:pt x="1450" y="4190"/>
                    <a:pt x="662" y="3403"/>
                    <a:pt x="662" y="2426"/>
                  </a:cubicBezTo>
                  <a:cubicBezTo>
                    <a:pt x="662" y="1450"/>
                    <a:pt x="1450" y="662"/>
                    <a:pt x="2458" y="662"/>
                  </a:cubicBezTo>
                  <a:close/>
                  <a:moveTo>
                    <a:pt x="2458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81"/>
                    <a:pt x="1103" y="4884"/>
                    <a:pt x="2458" y="4884"/>
                  </a:cubicBezTo>
                  <a:cubicBezTo>
                    <a:pt x="3781" y="4884"/>
                    <a:pt x="4884" y="3749"/>
                    <a:pt x="4884" y="2426"/>
                  </a:cubicBezTo>
                  <a:cubicBezTo>
                    <a:pt x="4916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95" name="Google Shape;10695;p65"/>
            <p:cNvSpPr/>
            <p:nvPr/>
          </p:nvSpPr>
          <p:spPr>
            <a:xfrm>
              <a:off x="-46278949" y="2493225"/>
              <a:ext cx="53575" cy="52775"/>
            </a:xfrm>
            <a:custGeom>
              <a:rect l="l" t="t" r="r" b="b"/>
              <a:pathLst>
                <a:path w="2143" h="2111" extrusionOk="0">
                  <a:moveTo>
                    <a:pt x="1071" y="662"/>
                  </a:moveTo>
                  <a:cubicBezTo>
                    <a:pt x="1260" y="662"/>
                    <a:pt x="1418" y="819"/>
                    <a:pt x="1418" y="1008"/>
                  </a:cubicBezTo>
                  <a:cubicBezTo>
                    <a:pt x="1418" y="1197"/>
                    <a:pt x="1260" y="1355"/>
                    <a:pt x="1071" y="1355"/>
                  </a:cubicBezTo>
                  <a:cubicBezTo>
                    <a:pt x="851" y="1355"/>
                    <a:pt x="693" y="1197"/>
                    <a:pt x="693" y="1008"/>
                  </a:cubicBezTo>
                  <a:cubicBezTo>
                    <a:pt x="693" y="819"/>
                    <a:pt x="851" y="662"/>
                    <a:pt x="1071" y="662"/>
                  </a:cubicBezTo>
                  <a:close/>
                  <a:moveTo>
                    <a:pt x="1071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38"/>
                    <a:pt x="473" y="2111"/>
                    <a:pt x="1071" y="2111"/>
                  </a:cubicBezTo>
                  <a:cubicBezTo>
                    <a:pt x="1638" y="2111"/>
                    <a:pt x="2111" y="1638"/>
                    <a:pt x="2111" y="1040"/>
                  </a:cubicBezTo>
                  <a:cubicBezTo>
                    <a:pt x="2142" y="473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96" name="Google Shape;10696;p65"/>
          <p:cNvSpPr/>
          <p:nvPr/>
        </p:nvSpPr>
        <p:spPr>
          <a:xfrm>
            <a:off x="2183438" y="3591597"/>
            <a:ext cx="360109" cy="359154"/>
          </a:xfrm>
          <a:custGeom>
            <a:rect l="l" t="t" r="r" b="b"/>
            <a:pathLst>
              <a:path w="12068" h="12036" extrusionOk="0">
                <a:moveTo>
                  <a:pt x="4222" y="630"/>
                </a:moveTo>
                <a:cubicBezTo>
                  <a:pt x="5010" y="630"/>
                  <a:pt x="5640" y="1292"/>
                  <a:pt x="5640" y="2048"/>
                </a:cubicBezTo>
                <a:lnTo>
                  <a:pt x="5640" y="9767"/>
                </a:lnTo>
                <a:cubicBezTo>
                  <a:pt x="5703" y="10617"/>
                  <a:pt x="5073" y="11311"/>
                  <a:pt x="4285" y="11311"/>
                </a:cubicBezTo>
                <a:cubicBezTo>
                  <a:pt x="3498" y="11311"/>
                  <a:pt x="2868" y="10680"/>
                  <a:pt x="2868" y="9893"/>
                </a:cubicBezTo>
                <a:lnTo>
                  <a:pt x="2868" y="9830"/>
                </a:lnTo>
                <a:cubicBezTo>
                  <a:pt x="3403" y="9767"/>
                  <a:pt x="3907" y="9515"/>
                  <a:pt x="4254" y="9137"/>
                </a:cubicBezTo>
                <a:cubicBezTo>
                  <a:pt x="4380" y="9011"/>
                  <a:pt x="4380" y="8790"/>
                  <a:pt x="4254" y="8633"/>
                </a:cubicBezTo>
                <a:cubicBezTo>
                  <a:pt x="4191" y="8570"/>
                  <a:pt x="4104" y="8538"/>
                  <a:pt x="4014" y="8538"/>
                </a:cubicBezTo>
                <a:cubicBezTo>
                  <a:pt x="3923" y="8538"/>
                  <a:pt x="3829" y="8570"/>
                  <a:pt x="3750" y="8633"/>
                </a:cubicBezTo>
                <a:cubicBezTo>
                  <a:pt x="3435" y="8948"/>
                  <a:pt x="2962" y="9137"/>
                  <a:pt x="2490" y="9137"/>
                </a:cubicBezTo>
                <a:cubicBezTo>
                  <a:pt x="1513" y="9137"/>
                  <a:pt x="725" y="8349"/>
                  <a:pt x="725" y="7372"/>
                </a:cubicBezTo>
                <a:cubicBezTo>
                  <a:pt x="725" y="7057"/>
                  <a:pt x="788" y="6742"/>
                  <a:pt x="946" y="6490"/>
                </a:cubicBezTo>
                <a:cubicBezTo>
                  <a:pt x="1387" y="6805"/>
                  <a:pt x="1891" y="6994"/>
                  <a:pt x="2490" y="6994"/>
                </a:cubicBezTo>
                <a:cubicBezTo>
                  <a:pt x="2679" y="6994"/>
                  <a:pt x="2836" y="6837"/>
                  <a:pt x="2836" y="6648"/>
                </a:cubicBezTo>
                <a:cubicBezTo>
                  <a:pt x="2836" y="6459"/>
                  <a:pt x="2679" y="6301"/>
                  <a:pt x="2490" y="6301"/>
                </a:cubicBezTo>
                <a:cubicBezTo>
                  <a:pt x="1513" y="6301"/>
                  <a:pt x="725" y="5514"/>
                  <a:pt x="725" y="4537"/>
                </a:cubicBezTo>
                <a:cubicBezTo>
                  <a:pt x="725" y="3623"/>
                  <a:pt x="1387" y="2899"/>
                  <a:pt x="2238" y="2804"/>
                </a:cubicBezTo>
                <a:cubicBezTo>
                  <a:pt x="2521" y="3623"/>
                  <a:pt x="3309" y="4159"/>
                  <a:pt x="4222" y="4159"/>
                </a:cubicBezTo>
                <a:cubicBezTo>
                  <a:pt x="4411" y="4159"/>
                  <a:pt x="4569" y="4001"/>
                  <a:pt x="4569" y="3812"/>
                </a:cubicBezTo>
                <a:cubicBezTo>
                  <a:pt x="4569" y="3623"/>
                  <a:pt x="4411" y="3466"/>
                  <a:pt x="4222" y="3466"/>
                </a:cubicBezTo>
                <a:cubicBezTo>
                  <a:pt x="3435" y="3466"/>
                  <a:pt x="2805" y="2836"/>
                  <a:pt x="2805" y="2048"/>
                </a:cubicBezTo>
                <a:cubicBezTo>
                  <a:pt x="2805" y="1261"/>
                  <a:pt x="3435" y="630"/>
                  <a:pt x="4222" y="630"/>
                </a:cubicBezTo>
                <a:close/>
                <a:moveTo>
                  <a:pt x="7814" y="788"/>
                </a:moveTo>
                <a:cubicBezTo>
                  <a:pt x="8602" y="788"/>
                  <a:pt x="9232" y="1418"/>
                  <a:pt x="9232" y="2206"/>
                </a:cubicBezTo>
                <a:cubicBezTo>
                  <a:pt x="9232" y="2993"/>
                  <a:pt x="8602" y="3623"/>
                  <a:pt x="7814" y="3623"/>
                </a:cubicBezTo>
                <a:cubicBezTo>
                  <a:pt x="7593" y="3623"/>
                  <a:pt x="7436" y="3781"/>
                  <a:pt x="7436" y="3970"/>
                </a:cubicBezTo>
                <a:cubicBezTo>
                  <a:pt x="7436" y="4159"/>
                  <a:pt x="7593" y="4316"/>
                  <a:pt x="7814" y="4316"/>
                </a:cubicBezTo>
                <a:cubicBezTo>
                  <a:pt x="8696" y="4316"/>
                  <a:pt x="9484" y="3749"/>
                  <a:pt x="9767" y="2962"/>
                </a:cubicBezTo>
                <a:cubicBezTo>
                  <a:pt x="10649" y="3056"/>
                  <a:pt x="11311" y="3812"/>
                  <a:pt x="11311" y="4695"/>
                </a:cubicBezTo>
                <a:cubicBezTo>
                  <a:pt x="11311" y="5671"/>
                  <a:pt x="10523" y="6459"/>
                  <a:pt x="9547" y="6459"/>
                </a:cubicBezTo>
                <a:cubicBezTo>
                  <a:pt x="9326" y="6459"/>
                  <a:pt x="9169" y="6616"/>
                  <a:pt x="9169" y="6805"/>
                </a:cubicBezTo>
                <a:cubicBezTo>
                  <a:pt x="9169" y="6994"/>
                  <a:pt x="9326" y="7152"/>
                  <a:pt x="9547" y="7152"/>
                </a:cubicBezTo>
                <a:cubicBezTo>
                  <a:pt x="10114" y="7152"/>
                  <a:pt x="10649" y="6963"/>
                  <a:pt x="11059" y="6648"/>
                </a:cubicBezTo>
                <a:cubicBezTo>
                  <a:pt x="11217" y="6931"/>
                  <a:pt x="11311" y="7215"/>
                  <a:pt x="11311" y="7530"/>
                </a:cubicBezTo>
                <a:cubicBezTo>
                  <a:pt x="11374" y="8381"/>
                  <a:pt x="10586" y="9168"/>
                  <a:pt x="9610" y="9168"/>
                </a:cubicBezTo>
                <a:cubicBezTo>
                  <a:pt x="9137" y="9168"/>
                  <a:pt x="8696" y="8979"/>
                  <a:pt x="8350" y="8664"/>
                </a:cubicBezTo>
                <a:cubicBezTo>
                  <a:pt x="8287" y="8601"/>
                  <a:pt x="8200" y="8570"/>
                  <a:pt x="8109" y="8570"/>
                </a:cubicBezTo>
                <a:cubicBezTo>
                  <a:pt x="8019" y="8570"/>
                  <a:pt x="7924" y="8601"/>
                  <a:pt x="7845" y="8664"/>
                </a:cubicBezTo>
                <a:cubicBezTo>
                  <a:pt x="7719" y="8790"/>
                  <a:pt x="7719" y="9011"/>
                  <a:pt x="7845" y="9168"/>
                </a:cubicBezTo>
                <a:cubicBezTo>
                  <a:pt x="8224" y="9578"/>
                  <a:pt x="8696" y="9798"/>
                  <a:pt x="9232" y="9893"/>
                </a:cubicBezTo>
                <a:lnTo>
                  <a:pt x="9232" y="9924"/>
                </a:lnTo>
                <a:cubicBezTo>
                  <a:pt x="9232" y="10712"/>
                  <a:pt x="8602" y="11342"/>
                  <a:pt x="7814" y="11342"/>
                </a:cubicBezTo>
                <a:cubicBezTo>
                  <a:pt x="7026" y="11342"/>
                  <a:pt x="6396" y="10680"/>
                  <a:pt x="6396" y="9924"/>
                </a:cubicBezTo>
                <a:lnTo>
                  <a:pt x="6396" y="2206"/>
                </a:lnTo>
                <a:cubicBezTo>
                  <a:pt x="6396" y="1418"/>
                  <a:pt x="7058" y="788"/>
                  <a:pt x="7814" y="788"/>
                </a:cubicBezTo>
                <a:close/>
                <a:moveTo>
                  <a:pt x="4254" y="0"/>
                </a:moveTo>
                <a:cubicBezTo>
                  <a:pt x="3088" y="0"/>
                  <a:pt x="2143" y="977"/>
                  <a:pt x="2143" y="2111"/>
                </a:cubicBezTo>
                <a:lnTo>
                  <a:pt x="2143" y="2174"/>
                </a:lnTo>
                <a:cubicBezTo>
                  <a:pt x="946" y="2332"/>
                  <a:pt x="1" y="3340"/>
                  <a:pt x="1" y="4600"/>
                </a:cubicBezTo>
                <a:cubicBezTo>
                  <a:pt x="1" y="5104"/>
                  <a:pt x="158" y="5640"/>
                  <a:pt x="442" y="6018"/>
                </a:cubicBezTo>
                <a:cubicBezTo>
                  <a:pt x="158" y="6427"/>
                  <a:pt x="1" y="6931"/>
                  <a:pt x="1" y="7435"/>
                </a:cubicBezTo>
                <a:cubicBezTo>
                  <a:pt x="1" y="8696"/>
                  <a:pt x="946" y="9735"/>
                  <a:pt x="2143" y="9861"/>
                </a:cubicBezTo>
                <a:lnTo>
                  <a:pt x="2143" y="9924"/>
                </a:lnTo>
                <a:cubicBezTo>
                  <a:pt x="2143" y="11090"/>
                  <a:pt x="3088" y="12035"/>
                  <a:pt x="4254" y="12035"/>
                </a:cubicBezTo>
                <a:cubicBezTo>
                  <a:pt x="5010" y="12035"/>
                  <a:pt x="5640" y="11657"/>
                  <a:pt x="6050" y="11058"/>
                </a:cubicBezTo>
                <a:cubicBezTo>
                  <a:pt x="6428" y="11657"/>
                  <a:pt x="7089" y="12035"/>
                  <a:pt x="7814" y="12035"/>
                </a:cubicBezTo>
                <a:cubicBezTo>
                  <a:pt x="8980" y="12035"/>
                  <a:pt x="9925" y="11058"/>
                  <a:pt x="9925" y="9924"/>
                </a:cubicBezTo>
                <a:lnTo>
                  <a:pt x="9925" y="9861"/>
                </a:lnTo>
                <a:cubicBezTo>
                  <a:pt x="11122" y="9704"/>
                  <a:pt x="12067" y="8696"/>
                  <a:pt x="12067" y="7435"/>
                </a:cubicBezTo>
                <a:cubicBezTo>
                  <a:pt x="12067" y="6931"/>
                  <a:pt x="11910" y="6459"/>
                  <a:pt x="11626" y="6018"/>
                </a:cubicBezTo>
                <a:cubicBezTo>
                  <a:pt x="11910" y="5577"/>
                  <a:pt x="12067" y="5104"/>
                  <a:pt x="12067" y="4600"/>
                </a:cubicBezTo>
                <a:cubicBezTo>
                  <a:pt x="12067" y="3371"/>
                  <a:pt x="11154" y="2363"/>
                  <a:pt x="9925" y="2174"/>
                </a:cubicBezTo>
                <a:lnTo>
                  <a:pt x="9925" y="2111"/>
                </a:lnTo>
                <a:cubicBezTo>
                  <a:pt x="9925" y="945"/>
                  <a:pt x="8980" y="0"/>
                  <a:pt x="7814" y="0"/>
                </a:cubicBezTo>
                <a:cubicBezTo>
                  <a:pt x="7089" y="0"/>
                  <a:pt x="6428" y="378"/>
                  <a:pt x="6050" y="977"/>
                </a:cubicBezTo>
                <a:cubicBezTo>
                  <a:pt x="5640" y="378"/>
                  <a:pt x="4979" y="0"/>
                  <a:pt x="425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697" name="Google Shape;10697;p65"/>
          <p:cNvGrpSpPr/>
          <p:nvPr/>
        </p:nvGrpSpPr>
        <p:grpSpPr>
          <a:xfrm>
            <a:off x="3961830" y="3146218"/>
            <a:ext cx="359154" cy="359124"/>
            <a:chOff x="-44914800" y="2342000"/>
            <a:chExt cx="300900" cy="300875"/>
          </a:xfrm>
        </p:grpSpPr>
        <p:sp>
          <p:nvSpPr>
            <p:cNvPr id="10698" name="Google Shape;10698;p65"/>
            <p:cNvSpPr/>
            <p:nvPr/>
          </p:nvSpPr>
          <p:spPr>
            <a:xfrm>
              <a:off x="-44914800" y="2342000"/>
              <a:ext cx="300900" cy="300875"/>
            </a:xfrm>
            <a:custGeom>
              <a:rect l="l" t="t" r="r" b="b"/>
              <a:pathLst>
                <a:path w="12036" h="12035" extrusionOk="0">
                  <a:moveTo>
                    <a:pt x="1450" y="725"/>
                  </a:moveTo>
                  <a:lnTo>
                    <a:pt x="1450" y="1418"/>
                  </a:ln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11311" y="725"/>
                  </a:moveTo>
                  <a:lnTo>
                    <a:pt x="11311" y="1418"/>
                  </a:lnTo>
                  <a:lnTo>
                    <a:pt x="10618" y="1418"/>
                  </a:lnTo>
                  <a:lnTo>
                    <a:pt x="10618" y="725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1" y="2142"/>
                    <a:pt x="10240" y="2142"/>
                  </a:cubicBezTo>
                  <a:lnTo>
                    <a:pt x="10618" y="2142"/>
                  </a:lnTo>
                  <a:lnTo>
                    <a:pt x="10618" y="9893"/>
                  </a:lnTo>
                  <a:lnTo>
                    <a:pt x="10240" y="9893"/>
                  </a:lnTo>
                  <a:cubicBezTo>
                    <a:pt x="10051" y="9893"/>
                    <a:pt x="9893" y="10050"/>
                    <a:pt x="9893" y="10239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39"/>
                  </a:lnTo>
                  <a:cubicBezTo>
                    <a:pt x="2143" y="10050"/>
                    <a:pt x="1985" y="9893"/>
                    <a:pt x="1796" y="9893"/>
                  </a:cubicBezTo>
                  <a:lnTo>
                    <a:pt x="1450" y="9893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1418" y="10617"/>
                  </a:moveTo>
                  <a:lnTo>
                    <a:pt x="1418" y="11310"/>
                  </a:lnTo>
                  <a:lnTo>
                    <a:pt x="725" y="11310"/>
                  </a:lnTo>
                  <a:lnTo>
                    <a:pt x="725" y="10617"/>
                  </a:lnTo>
                  <a:close/>
                  <a:moveTo>
                    <a:pt x="11311" y="10617"/>
                  </a:moveTo>
                  <a:lnTo>
                    <a:pt x="11311" y="11310"/>
                  </a:lnTo>
                  <a:lnTo>
                    <a:pt x="10618" y="11310"/>
                  </a:lnTo>
                  <a:lnTo>
                    <a:pt x="10618" y="10617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64"/>
                  </a:lnTo>
                  <a:cubicBezTo>
                    <a:pt x="1" y="1985"/>
                    <a:pt x="158" y="2142"/>
                    <a:pt x="379" y="2142"/>
                  </a:cubicBezTo>
                  <a:lnTo>
                    <a:pt x="725" y="2142"/>
                  </a:lnTo>
                  <a:lnTo>
                    <a:pt x="725" y="9893"/>
                  </a:lnTo>
                  <a:lnTo>
                    <a:pt x="379" y="9893"/>
                  </a:lnTo>
                  <a:cubicBezTo>
                    <a:pt x="158" y="9893"/>
                    <a:pt x="1" y="10050"/>
                    <a:pt x="1" y="10239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79" y="12035"/>
                  </a:cubicBezTo>
                  <a:lnTo>
                    <a:pt x="1796" y="12035"/>
                  </a:lnTo>
                  <a:cubicBezTo>
                    <a:pt x="1985" y="12035"/>
                    <a:pt x="2143" y="11877"/>
                    <a:pt x="2143" y="11657"/>
                  </a:cubicBezTo>
                  <a:lnTo>
                    <a:pt x="2143" y="11310"/>
                  </a:lnTo>
                  <a:lnTo>
                    <a:pt x="9893" y="11310"/>
                  </a:lnTo>
                  <a:lnTo>
                    <a:pt x="9893" y="11657"/>
                  </a:lnTo>
                  <a:cubicBezTo>
                    <a:pt x="9893" y="11877"/>
                    <a:pt x="10051" y="12035"/>
                    <a:pt x="10240" y="12035"/>
                  </a:cubicBezTo>
                  <a:lnTo>
                    <a:pt x="11657" y="12035"/>
                  </a:lnTo>
                  <a:cubicBezTo>
                    <a:pt x="11878" y="12035"/>
                    <a:pt x="12036" y="11877"/>
                    <a:pt x="12036" y="11657"/>
                  </a:cubicBezTo>
                  <a:lnTo>
                    <a:pt x="12036" y="10239"/>
                  </a:lnTo>
                  <a:cubicBezTo>
                    <a:pt x="12036" y="10050"/>
                    <a:pt x="11878" y="9893"/>
                    <a:pt x="11657" y="9893"/>
                  </a:cubicBezTo>
                  <a:lnTo>
                    <a:pt x="11311" y="9893"/>
                  </a:lnTo>
                  <a:lnTo>
                    <a:pt x="11311" y="2142"/>
                  </a:lnTo>
                  <a:lnTo>
                    <a:pt x="11657" y="2142"/>
                  </a:lnTo>
                  <a:cubicBezTo>
                    <a:pt x="11878" y="2142"/>
                    <a:pt x="12036" y="1985"/>
                    <a:pt x="12036" y="1764"/>
                  </a:cubicBezTo>
                  <a:lnTo>
                    <a:pt x="12036" y="378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699" name="Google Shape;10699;p65"/>
            <p:cNvSpPr/>
            <p:nvPr/>
          </p:nvSpPr>
          <p:spPr>
            <a:xfrm>
              <a:off x="-44860449" y="2412875"/>
              <a:ext cx="193000" cy="159125"/>
            </a:xfrm>
            <a:custGeom>
              <a:rect l="l" t="t" r="r" b="b"/>
              <a:pathLst>
                <a:path w="7718" h="6365" extrusionOk="0">
                  <a:moveTo>
                    <a:pt x="7026" y="694"/>
                  </a:moveTo>
                  <a:lnTo>
                    <a:pt x="7026" y="725"/>
                  </a:lnTo>
                  <a:lnTo>
                    <a:pt x="7026" y="5136"/>
                  </a:lnTo>
                  <a:lnTo>
                    <a:pt x="5514" y="3624"/>
                  </a:lnTo>
                  <a:cubicBezTo>
                    <a:pt x="5451" y="3561"/>
                    <a:pt x="5356" y="3498"/>
                    <a:pt x="5262" y="3498"/>
                  </a:cubicBezTo>
                  <a:cubicBezTo>
                    <a:pt x="5167" y="3498"/>
                    <a:pt x="5041" y="3561"/>
                    <a:pt x="5010" y="3624"/>
                  </a:cubicBezTo>
                  <a:lnTo>
                    <a:pt x="3907" y="4821"/>
                  </a:lnTo>
                  <a:lnTo>
                    <a:pt x="2678" y="3592"/>
                  </a:lnTo>
                  <a:cubicBezTo>
                    <a:pt x="2615" y="3529"/>
                    <a:pt x="2529" y="3498"/>
                    <a:pt x="2438" y="3498"/>
                  </a:cubicBezTo>
                  <a:cubicBezTo>
                    <a:pt x="2348" y="3498"/>
                    <a:pt x="2253" y="3529"/>
                    <a:pt x="2174" y="3592"/>
                  </a:cubicBezTo>
                  <a:lnTo>
                    <a:pt x="662" y="5104"/>
                  </a:lnTo>
                  <a:lnTo>
                    <a:pt x="662" y="694"/>
                  </a:lnTo>
                  <a:close/>
                  <a:moveTo>
                    <a:pt x="2458" y="4380"/>
                  </a:moveTo>
                  <a:lnTo>
                    <a:pt x="3718" y="5640"/>
                  </a:lnTo>
                  <a:lnTo>
                    <a:pt x="1198" y="5640"/>
                  </a:lnTo>
                  <a:lnTo>
                    <a:pt x="2458" y="4380"/>
                  </a:lnTo>
                  <a:close/>
                  <a:moveTo>
                    <a:pt x="5293" y="4411"/>
                  </a:moveTo>
                  <a:lnTo>
                    <a:pt x="6554" y="5671"/>
                  </a:lnTo>
                  <a:lnTo>
                    <a:pt x="4695" y="5671"/>
                  </a:lnTo>
                  <a:lnTo>
                    <a:pt x="4695" y="5640"/>
                  </a:lnTo>
                  <a:lnTo>
                    <a:pt x="4411" y="5356"/>
                  </a:lnTo>
                  <a:lnTo>
                    <a:pt x="5293" y="4411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5986"/>
                  </a:lnTo>
                  <a:cubicBezTo>
                    <a:pt x="0" y="6207"/>
                    <a:pt x="158" y="6365"/>
                    <a:pt x="347" y="6365"/>
                  </a:cubicBezTo>
                  <a:lnTo>
                    <a:pt x="7373" y="6365"/>
                  </a:lnTo>
                  <a:cubicBezTo>
                    <a:pt x="7562" y="6365"/>
                    <a:pt x="7719" y="6207"/>
                    <a:pt x="7719" y="5986"/>
                  </a:cubicBezTo>
                  <a:lnTo>
                    <a:pt x="7719" y="379"/>
                  </a:lnTo>
                  <a:cubicBezTo>
                    <a:pt x="7719" y="158"/>
                    <a:pt x="7562" y="1"/>
                    <a:pt x="7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0" name="Google Shape;10700;p65"/>
            <p:cNvSpPr/>
            <p:nvPr/>
          </p:nvSpPr>
          <p:spPr>
            <a:xfrm>
              <a:off x="-44791151" y="2439650"/>
              <a:ext cx="52800" cy="53600"/>
            </a:xfrm>
            <a:custGeom>
              <a:rect l="l" t="t" r="r" b="b"/>
              <a:pathLst>
                <a:path w="2112" h="2144" extrusionOk="0">
                  <a:moveTo>
                    <a:pt x="1041" y="725"/>
                  </a:moveTo>
                  <a:cubicBezTo>
                    <a:pt x="1261" y="725"/>
                    <a:pt x="1419" y="883"/>
                    <a:pt x="1419" y="1072"/>
                  </a:cubicBezTo>
                  <a:cubicBezTo>
                    <a:pt x="1419" y="1261"/>
                    <a:pt x="1261" y="1418"/>
                    <a:pt x="1041" y="1418"/>
                  </a:cubicBezTo>
                  <a:cubicBezTo>
                    <a:pt x="852" y="1418"/>
                    <a:pt x="694" y="1261"/>
                    <a:pt x="694" y="1072"/>
                  </a:cubicBezTo>
                  <a:cubicBezTo>
                    <a:pt x="694" y="883"/>
                    <a:pt x="852" y="725"/>
                    <a:pt x="1041" y="725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32" y="1670"/>
                    <a:pt x="505" y="2143"/>
                    <a:pt x="1041" y="2143"/>
                  </a:cubicBezTo>
                  <a:cubicBezTo>
                    <a:pt x="1639" y="2143"/>
                    <a:pt x="2112" y="1670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01" name="Google Shape;10701;p65"/>
          <p:cNvSpPr/>
          <p:nvPr/>
        </p:nvSpPr>
        <p:spPr>
          <a:xfrm>
            <a:off x="1739586" y="1303114"/>
            <a:ext cx="357274" cy="356797"/>
          </a:xfrm>
          <a:custGeom>
            <a:rect l="l" t="t" r="r" b="b"/>
            <a:pathLst>
              <a:path w="11973" h="11957" extrusionOk="0">
                <a:moveTo>
                  <a:pt x="5986" y="748"/>
                </a:moveTo>
                <a:lnTo>
                  <a:pt x="8003" y="1756"/>
                </a:lnTo>
                <a:lnTo>
                  <a:pt x="5986" y="2796"/>
                </a:lnTo>
                <a:lnTo>
                  <a:pt x="4002" y="1756"/>
                </a:lnTo>
                <a:lnTo>
                  <a:pt x="5986" y="748"/>
                </a:lnTo>
                <a:close/>
                <a:moveTo>
                  <a:pt x="3561" y="2324"/>
                </a:moveTo>
                <a:lnTo>
                  <a:pt x="5671" y="3395"/>
                </a:lnTo>
                <a:lnTo>
                  <a:pt x="5671" y="6136"/>
                </a:lnTo>
                <a:lnTo>
                  <a:pt x="3561" y="5064"/>
                </a:lnTo>
                <a:lnTo>
                  <a:pt x="3561" y="2324"/>
                </a:lnTo>
                <a:close/>
                <a:moveTo>
                  <a:pt x="8475" y="2324"/>
                </a:moveTo>
                <a:lnTo>
                  <a:pt x="8475" y="5064"/>
                </a:lnTo>
                <a:lnTo>
                  <a:pt x="6364" y="6136"/>
                </a:lnTo>
                <a:lnTo>
                  <a:pt x="6364" y="3395"/>
                </a:lnTo>
                <a:lnTo>
                  <a:pt x="8475" y="2324"/>
                </a:lnTo>
                <a:close/>
                <a:moveTo>
                  <a:pt x="3214" y="5663"/>
                </a:moveTo>
                <a:lnTo>
                  <a:pt x="5230" y="6703"/>
                </a:lnTo>
                <a:lnTo>
                  <a:pt x="3214" y="7711"/>
                </a:lnTo>
                <a:lnTo>
                  <a:pt x="1166" y="6703"/>
                </a:lnTo>
                <a:lnTo>
                  <a:pt x="3214" y="5663"/>
                </a:lnTo>
                <a:close/>
                <a:moveTo>
                  <a:pt x="8822" y="5663"/>
                </a:moveTo>
                <a:lnTo>
                  <a:pt x="10870" y="6703"/>
                </a:lnTo>
                <a:lnTo>
                  <a:pt x="8822" y="7711"/>
                </a:lnTo>
                <a:lnTo>
                  <a:pt x="6837" y="6703"/>
                </a:lnTo>
                <a:lnTo>
                  <a:pt x="8822" y="5663"/>
                </a:lnTo>
                <a:close/>
                <a:moveTo>
                  <a:pt x="5671" y="7238"/>
                </a:moveTo>
                <a:lnTo>
                  <a:pt x="5671" y="9948"/>
                </a:lnTo>
                <a:lnTo>
                  <a:pt x="3561" y="11019"/>
                </a:lnTo>
                <a:lnTo>
                  <a:pt x="3561" y="8309"/>
                </a:lnTo>
                <a:lnTo>
                  <a:pt x="5671" y="7238"/>
                </a:lnTo>
                <a:close/>
                <a:moveTo>
                  <a:pt x="11311" y="7238"/>
                </a:moveTo>
                <a:lnTo>
                  <a:pt x="11311" y="10011"/>
                </a:lnTo>
                <a:lnTo>
                  <a:pt x="9200" y="11050"/>
                </a:lnTo>
                <a:lnTo>
                  <a:pt x="9200" y="8309"/>
                </a:lnTo>
                <a:lnTo>
                  <a:pt x="11311" y="7238"/>
                </a:lnTo>
                <a:close/>
                <a:moveTo>
                  <a:pt x="725" y="7270"/>
                </a:moveTo>
                <a:lnTo>
                  <a:pt x="2836" y="8341"/>
                </a:lnTo>
                <a:lnTo>
                  <a:pt x="2836" y="11082"/>
                </a:lnTo>
                <a:lnTo>
                  <a:pt x="725" y="10042"/>
                </a:lnTo>
                <a:lnTo>
                  <a:pt x="725" y="7270"/>
                </a:lnTo>
                <a:close/>
                <a:moveTo>
                  <a:pt x="6364" y="7270"/>
                </a:moveTo>
                <a:lnTo>
                  <a:pt x="8475" y="8341"/>
                </a:lnTo>
                <a:lnTo>
                  <a:pt x="8475" y="11082"/>
                </a:lnTo>
                <a:lnTo>
                  <a:pt x="6364" y="10042"/>
                </a:lnTo>
                <a:lnTo>
                  <a:pt x="6364" y="7270"/>
                </a:lnTo>
                <a:close/>
                <a:moveTo>
                  <a:pt x="5998" y="0"/>
                </a:moveTo>
                <a:cubicBezTo>
                  <a:pt x="5947" y="0"/>
                  <a:pt x="5892" y="8"/>
                  <a:pt x="5829" y="24"/>
                </a:cubicBezTo>
                <a:lnTo>
                  <a:pt x="3056" y="1441"/>
                </a:lnTo>
                <a:cubicBezTo>
                  <a:pt x="2930" y="1536"/>
                  <a:pt x="2836" y="1662"/>
                  <a:pt x="2836" y="1756"/>
                </a:cubicBezTo>
                <a:lnTo>
                  <a:pt x="2836" y="5064"/>
                </a:lnTo>
                <a:lnTo>
                  <a:pt x="221" y="6388"/>
                </a:lnTo>
                <a:cubicBezTo>
                  <a:pt x="95" y="6451"/>
                  <a:pt x="0" y="6577"/>
                  <a:pt x="0" y="6703"/>
                </a:cubicBezTo>
                <a:lnTo>
                  <a:pt x="0" y="10200"/>
                </a:lnTo>
                <a:cubicBezTo>
                  <a:pt x="0" y="10326"/>
                  <a:pt x="95" y="10420"/>
                  <a:pt x="221" y="10515"/>
                </a:cubicBezTo>
                <a:lnTo>
                  <a:pt x="3056" y="11933"/>
                </a:lnTo>
                <a:cubicBezTo>
                  <a:pt x="3088" y="11948"/>
                  <a:pt x="3135" y="11956"/>
                  <a:pt x="3190" y="11956"/>
                </a:cubicBezTo>
                <a:cubicBezTo>
                  <a:pt x="3245" y="11956"/>
                  <a:pt x="3308" y="11948"/>
                  <a:pt x="3371" y="11933"/>
                </a:cubicBezTo>
                <a:lnTo>
                  <a:pt x="5986" y="10578"/>
                </a:lnTo>
                <a:lnTo>
                  <a:pt x="8633" y="11933"/>
                </a:lnTo>
                <a:cubicBezTo>
                  <a:pt x="8680" y="11948"/>
                  <a:pt x="8727" y="11956"/>
                  <a:pt x="8779" y="11956"/>
                </a:cubicBezTo>
                <a:cubicBezTo>
                  <a:pt x="8830" y="11956"/>
                  <a:pt x="8885" y="11948"/>
                  <a:pt x="8948" y="11933"/>
                </a:cubicBezTo>
                <a:lnTo>
                  <a:pt x="11783" y="10515"/>
                </a:lnTo>
                <a:cubicBezTo>
                  <a:pt x="11909" y="10420"/>
                  <a:pt x="11972" y="10326"/>
                  <a:pt x="11972" y="10200"/>
                </a:cubicBezTo>
                <a:lnTo>
                  <a:pt x="11972" y="6703"/>
                </a:lnTo>
                <a:cubicBezTo>
                  <a:pt x="11972" y="6577"/>
                  <a:pt x="11941" y="6451"/>
                  <a:pt x="11783" y="6388"/>
                </a:cubicBezTo>
                <a:lnTo>
                  <a:pt x="9137" y="5064"/>
                </a:lnTo>
                <a:lnTo>
                  <a:pt x="9137" y="1756"/>
                </a:lnTo>
                <a:cubicBezTo>
                  <a:pt x="9137" y="1662"/>
                  <a:pt x="9074" y="1536"/>
                  <a:pt x="8948" y="1441"/>
                </a:cubicBezTo>
                <a:lnTo>
                  <a:pt x="6144" y="24"/>
                </a:lnTo>
                <a:cubicBezTo>
                  <a:pt x="6097" y="8"/>
                  <a:pt x="6049" y="0"/>
                  <a:pt x="59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02" name="Google Shape;10702;p65"/>
          <p:cNvGrpSpPr/>
          <p:nvPr/>
        </p:nvGrpSpPr>
        <p:grpSpPr>
          <a:xfrm>
            <a:off x="1735816" y="1758736"/>
            <a:ext cx="359154" cy="357424"/>
            <a:chOff x="-49786251" y="2316650"/>
            <a:chExt cx="300900" cy="299450"/>
          </a:xfrm>
        </p:grpSpPr>
        <p:sp>
          <p:nvSpPr>
            <p:cNvPr id="10703" name="Google Shape;10703;p65"/>
            <p:cNvSpPr/>
            <p:nvPr/>
          </p:nvSpPr>
          <p:spPr>
            <a:xfrm>
              <a:off x="-49746874" y="2316650"/>
              <a:ext cx="217400" cy="299450"/>
            </a:xfrm>
            <a:custGeom>
              <a:rect l="l" t="t" r="r" b="b"/>
              <a:pathLst>
                <a:path w="8696" h="11978" extrusionOk="0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4" name="Google Shape;10704;p65"/>
            <p:cNvSpPr/>
            <p:nvPr/>
          </p:nvSpPr>
          <p:spPr>
            <a:xfrm>
              <a:off x="-49786251" y="2422325"/>
              <a:ext cx="36250" cy="17350"/>
            </a:xfrm>
            <a:custGeom>
              <a:rect l="l" t="t" r="r" b="b"/>
              <a:pathLst>
                <a:path w="1450" h="694" extrusionOk="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5" name="Google Shape;10705;p65"/>
            <p:cNvSpPr/>
            <p:nvPr/>
          </p:nvSpPr>
          <p:spPr>
            <a:xfrm>
              <a:off x="-49783901" y="2362475"/>
              <a:ext cx="31550" cy="30150"/>
            </a:xfrm>
            <a:custGeom>
              <a:rect l="l" t="t" r="r" b="b"/>
              <a:pathLst>
                <a:path w="1262" h="1206" extrusionOk="0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6" name="Google Shape;10706;p65"/>
            <p:cNvSpPr/>
            <p:nvPr/>
          </p:nvSpPr>
          <p:spPr>
            <a:xfrm>
              <a:off x="-49783901" y="2468800"/>
              <a:ext cx="31550" cy="30150"/>
            </a:xfrm>
            <a:custGeom>
              <a:rect l="l" t="t" r="r" b="b"/>
              <a:pathLst>
                <a:path w="1262" h="1206" extrusionOk="0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7" name="Google Shape;10707;p65"/>
            <p:cNvSpPr/>
            <p:nvPr/>
          </p:nvSpPr>
          <p:spPr>
            <a:xfrm>
              <a:off x="-49520825" y="242155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8" name="Google Shape;10708;p65"/>
            <p:cNvSpPr/>
            <p:nvPr/>
          </p:nvSpPr>
          <p:spPr>
            <a:xfrm>
              <a:off x="-49519250" y="2362475"/>
              <a:ext cx="31525" cy="31325"/>
            </a:xfrm>
            <a:custGeom>
              <a:rect l="l" t="t" r="r" b="b"/>
              <a:pathLst>
                <a:path w="1261" h="1253" extrusionOk="0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09" name="Google Shape;10709;p65"/>
            <p:cNvSpPr/>
            <p:nvPr/>
          </p:nvSpPr>
          <p:spPr>
            <a:xfrm>
              <a:off x="-49519250" y="2468800"/>
              <a:ext cx="31525" cy="30150"/>
            </a:xfrm>
            <a:custGeom>
              <a:rect l="l" t="t" r="r" b="b"/>
              <a:pathLst>
                <a:path w="1261" h="1206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10" name="Google Shape;10710;p65"/>
          <p:cNvSpPr/>
          <p:nvPr/>
        </p:nvSpPr>
        <p:spPr>
          <a:xfrm>
            <a:off x="1731604" y="2205242"/>
            <a:ext cx="373239" cy="359154"/>
          </a:xfrm>
          <a:custGeom>
            <a:rect l="l" t="t" r="r" b="b"/>
            <a:pathLst>
              <a:path w="12508" h="12036" extrusionOk="0">
                <a:moveTo>
                  <a:pt x="4600" y="725"/>
                </a:moveTo>
                <a:cubicBezTo>
                  <a:pt x="7026" y="725"/>
                  <a:pt x="8475" y="1387"/>
                  <a:pt x="8475" y="1796"/>
                </a:cubicBezTo>
                <a:cubicBezTo>
                  <a:pt x="8475" y="2143"/>
                  <a:pt x="7058" y="2836"/>
                  <a:pt x="4600" y="2836"/>
                </a:cubicBezTo>
                <a:cubicBezTo>
                  <a:pt x="2111" y="2836"/>
                  <a:pt x="725" y="2143"/>
                  <a:pt x="725" y="1796"/>
                </a:cubicBezTo>
                <a:cubicBezTo>
                  <a:pt x="725" y="1387"/>
                  <a:pt x="2143" y="725"/>
                  <a:pt x="4600" y="725"/>
                </a:cubicBezTo>
                <a:close/>
                <a:moveTo>
                  <a:pt x="694" y="2805"/>
                </a:moveTo>
                <a:cubicBezTo>
                  <a:pt x="1670" y="3403"/>
                  <a:pt x="3371" y="3592"/>
                  <a:pt x="4537" y="3592"/>
                </a:cubicBezTo>
                <a:cubicBezTo>
                  <a:pt x="4915" y="3592"/>
                  <a:pt x="5262" y="3592"/>
                  <a:pt x="5608" y="3561"/>
                </a:cubicBezTo>
                <a:lnTo>
                  <a:pt x="5608" y="4002"/>
                </a:lnTo>
                <a:cubicBezTo>
                  <a:pt x="5608" y="4191"/>
                  <a:pt x="5451" y="4348"/>
                  <a:pt x="5262" y="4348"/>
                </a:cubicBezTo>
                <a:cubicBezTo>
                  <a:pt x="4663" y="4348"/>
                  <a:pt x="4191" y="4821"/>
                  <a:pt x="4191" y="5420"/>
                </a:cubicBezTo>
                <a:lnTo>
                  <a:pt x="4191" y="6113"/>
                </a:lnTo>
                <a:cubicBezTo>
                  <a:pt x="4191" y="6302"/>
                  <a:pt x="4033" y="6459"/>
                  <a:pt x="3844" y="6459"/>
                </a:cubicBezTo>
                <a:cubicBezTo>
                  <a:pt x="3655" y="6459"/>
                  <a:pt x="3497" y="6302"/>
                  <a:pt x="3497" y="6113"/>
                </a:cubicBezTo>
                <a:lnTo>
                  <a:pt x="3497" y="5325"/>
                </a:lnTo>
                <a:cubicBezTo>
                  <a:pt x="3529" y="4726"/>
                  <a:pt x="3056" y="4254"/>
                  <a:pt x="2458" y="4254"/>
                </a:cubicBezTo>
                <a:cubicBezTo>
                  <a:pt x="1859" y="4254"/>
                  <a:pt x="1387" y="4726"/>
                  <a:pt x="1387" y="5325"/>
                </a:cubicBezTo>
                <a:lnTo>
                  <a:pt x="1387" y="6743"/>
                </a:lnTo>
                <a:cubicBezTo>
                  <a:pt x="1387" y="6932"/>
                  <a:pt x="1229" y="7089"/>
                  <a:pt x="1040" y="7089"/>
                </a:cubicBezTo>
                <a:cubicBezTo>
                  <a:pt x="851" y="7089"/>
                  <a:pt x="694" y="6932"/>
                  <a:pt x="694" y="6743"/>
                </a:cubicBezTo>
                <a:lnTo>
                  <a:pt x="694" y="2805"/>
                </a:lnTo>
                <a:close/>
                <a:moveTo>
                  <a:pt x="8475" y="2742"/>
                </a:moveTo>
                <a:lnTo>
                  <a:pt x="8475" y="8192"/>
                </a:lnTo>
                <a:cubicBezTo>
                  <a:pt x="7719" y="8034"/>
                  <a:pt x="7026" y="7625"/>
                  <a:pt x="6553" y="6995"/>
                </a:cubicBezTo>
                <a:lnTo>
                  <a:pt x="5104" y="5010"/>
                </a:lnTo>
                <a:cubicBezTo>
                  <a:pt x="5104" y="5010"/>
                  <a:pt x="5167" y="4978"/>
                  <a:pt x="5293" y="4978"/>
                </a:cubicBezTo>
                <a:cubicBezTo>
                  <a:pt x="5892" y="4978"/>
                  <a:pt x="6364" y="4506"/>
                  <a:pt x="6364" y="3907"/>
                </a:cubicBezTo>
                <a:lnTo>
                  <a:pt x="6364" y="3403"/>
                </a:lnTo>
                <a:cubicBezTo>
                  <a:pt x="7215" y="3277"/>
                  <a:pt x="7971" y="3057"/>
                  <a:pt x="8475" y="2742"/>
                </a:cubicBezTo>
                <a:close/>
                <a:moveTo>
                  <a:pt x="9200" y="3844"/>
                </a:moveTo>
                <a:cubicBezTo>
                  <a:pt x="9925" y="4159"/>
                  <a:pt x="10555" y="4695"/>
                  <a:pt x="10996" y="5325"/>
                </a:cubicBezTo>
                <a:cubicBezTo>
                  <a:pt x="11689" y="6302"/>
                  <a:pt x="11153" y="7782"/>
                  <a:pt x="10019" y="8160"/>
                </a:cubicBezTo>
                <a:cubicBezTo>
                  <a:pt x="9735" y="8223"/>
                  <a:pt x="9452" y="8318"/>
                  <a:pt x="9200" y="8318"/>
                </a:cubicBezTo>
                <a:lnTo>
                  <a:pt x="9200" y="3844"/>
                </a:lnTo>
                <a:close/>
                <a:moveTo>
                  <a:pt x="2489" y="4978"/>
                </a:moveTo>
                <a:cubicBezTo>
                  <a:pt x="2678" y="4978"/>
                  <a:pt x="2836" y="5136"/>
                  <a:pt x="2836" y="5325"/>
                </a:cubicBezTo>
                <a:lnTo>
                  <a:pt x="2836" y="6050"/>
                </a:lnTo>
                <a:cubicBezTo>
                  <a:pt x="2836" y="6617"/>
                  <a:pt x="3308" y="7089"/>
                  <a:pt x="3907" y="7089"/>
                </a:cubicBezTo>
                <a:cubicBezTo>
                  <a:pt x="4474" y="7089"/>
                  <a:pt x="4947" y="6680"/>
                  <a:pt x="4978" y="6081"/>
                </a:cubicBezTo>
                <a:lnTo>
                  <a:pt x="5986" y="7467"/>
                </a:lnTo>
                <a:cubicBezTo>
                  <a:pt x="6459" y="8097"/>
                  <a:pt x="7152" y="8570"/>
                  <a:pt x="7877" y="8822"/>
                </a:cubicBezTo>
                <a:cubicBezTo>
                  <a:pt x="8097" y="8917"/>
                  <a:pt x="8286" y="8948"/>
                  <a:pt x="8507" y="8980"/>
                </a:cubicBezTo>
                <a:lnTo>
                  <a:pt x="8507" y="10303"/>
                </a:lnTo>
                <a:cubicBezTo>
                  <a:pt x="8475" y="10618"/>
                  <a:pt x="7058" y="11311"/>
                  <a:pt x="4600" y="11311"/>
                </a:cubicBezTo>
                <a:cubicBezTo>
                  <a:pt x="2111" y="11311"/>
                  <a:pt x="725" y="10586"/>
                  <a:pt x="725" y="10240"/>
                </a:cubicBezTo>
                <a:lnTo>
                  <a:pt x="725" y="7688"/>
                </a:lnTo>
                <a:cubicBezTo>
                  <a:pt x="851" y="7719"/>
                  <a:pt x="977" y="7782"/>
                  <a:pt x="1072" y="7782"/>
                </a:cubicBezTo>
                <a:cubicBezTo>
                  <a:pt x="1670" y="7782"/>
                  <a:pt x="2143" y="7310"/>
                  <a:pt x="2143" y="6711"/>
                </a:cubicBezTo>
                <a:lnTo>
                  <a:pt x="2143" y="5325"/>
                </a:lnTo>
                <a:cubicBezTo>
                  <a:pt x="2143" y="5136"/>
                  <a:pt x="2300" y="4978"/>
                  <a:pt x="2489" y="4978"/>
                </a:cubicBezTo>
                <a:close/>
                <a:moveTo>
                  <a:pt x="4537" y="1"/>
                </a:moveTo>
                <a:cubicBezTo>
                  <a:pt x="3371" y="1"/>
                  <a:pt x="2300" y="158"/>
                  <a:pt x="1481" y="442"/>
                </a:cubicBezTo>
                <a:cubicBezTo>
                  <a:pt x="252" y="851"/>
                  <a:pt x="0" y="1387"/>
                  <a:pt x="0" y="1796"/>
                </a:cubicBezTo>
                <a:lnTo>
                  <a:pt x="0" y="10240"/>
                </a:lnTo>
                <a:cubicBezTo>
                  <a:pt x="0" y="10649"/>
                  <a:pt x="252" y="11153"/>
                  <a:pt x="1481" y="11594"/>
                </a:cubicBezTo>
                <a:cubicBezTo>
                  <a:pt x="2300" y="11878"/>
                  <a:pt x="3403" y="12036"/>
                  <a:pt x="4537" y="12036"/>
                </a:cubicBezTo>
                <a:cubicBezTo>
                  <a:pt x="6837" y="12036"/>
                  <a:pt x="9137" y="11437"/>
                  <a:pt x="9137" y="10240"/>
                </a:cubicBezTo>
                <a:lnTo>
                  <a:pt x="9137" y="8980"/>
                </a:lnTo>
                <a:cubicBezTo>
                  <a:pt x="9515" y="8980"/>
                  <a:pt x="9862" y="8917"/>
                  <a:pt x="10208" y="8791"/>
                </a:cubicBezTo>
                <a:cubicBezTo>
                  <a:pt x="11815" y="8286"/>
                  <a:pt x="12508" y="6302"/>
                  <a:pt x="11563" y="4884"/>
                </a:cubicBezTo>
                <a:cubicBezTo>
                  <a:pt x="10996" y="4096"/>
                  <a:pt x="10208" y="3435"/>
                  <a:pt x="9137" y="2994"/>
                </a:cubicBezTo>
                <a:lnTo>
                  <a:pt x="9137" y="1796"/>
                </a:lnTo>
                <a:cubicBezTo>
                  <a:pt x="9137" y="631"/>
                  <a:pt x="6837" y="1"/>
                  <a:pt x="45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11" name="Google Shape;10711;p65"/>
          <p:cNvSpPr/>
          <p:nvPr/>
        </p:nvSpPr>
        <p:spPr>
          <a:xfrm>
            <a:off x="3971472" y="1334832"/>
            <a:ext cx="359154" cy="358199"/>
          </a:xfrm>
          <a:custGeom>
            <a:rect l="l" t="t" r="r" b="b"/>
            <a:pathLst>
              <a:path w="12036" h="12004" extrusionOk="0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12" name="Google Shape;10712;p65"/>
          <p:cNvGrpSpPr/>
          <p:nvPr/>
        </p:nvGrpSpPr>
        <p:grpSpPr>
          <a:xfrm>
            <a:off x="4033144" y="1788993"/>
            <a:ext cx="230365" cy="359124"/>
            <a:chOff x="-47842401" y="2342000"/>
            <a:chExt cx="193000" cy="300875"/>
          </a:xfrm>
        </p:grpSpPr>
        <p:sp>
          <p:nvSpPr>
            <p:cNvPr id="10713" name="Google Shape;10713;p65"/>
            <p:cNvSpPr/>
            <p:nvPr/>
          </p:nvSpPr>
          <p:spPr>
            <a:xfrm>
              <a:off x="-47809324" y="2412875"/>
              <a:ext cx="124475" cy="124475"/>
            </a:xfrm>
            <a:custGeom>
              <a:rect l="l" t="t" r="r" b="b"/>
              <a:pathLst>
                <a:path w="4979" h="4979" extrusionOk="0">
                  <a:moveTo>
                    <a:pt x="1828" y="725"/>
                  </a:moveTo>
                  <a:cubicBezTo>
                    <a:pt x="2301" y="725"/>
                    <a:pt x="2679" y="1009"/>
                    <a:pt x="2805" y="1418"/>
                  </a:cubicBezTo>
                  <a:lnTo>
                    <a:pt x="1828" y="1418"/>
                  </a:lnTo>
                  <a:cubicBezTo>
                    <a:pt x="1639" y="1418"/>
                    <a:pt x="1482" y="1576"/>
                    <a:pt x="1482" y="1796"/>
                  </a:cubicBezTo>
                  <a:lnTo>
                    <a:pt x="1482" y="2773"/>
                  </a:lnTo>
                  <a:cubicBezTo>
                    <a:pt x="1072" y="2647"/>
                    <a:pt x="757" y="2269"/>
                    <a:pt x="757" y="1796"/>
                  </a:cubicBezTo>
                  <a:cubicBezTo>
                    <a:pt x="757" y="1198"/>
                    <a:pt x="1230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86" y="2111"/>
                  </a:moveTo>
                  <a:lnTo>
                    <a:pt x="4286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9"/>
                    <a:pt x="3372" y="2804"/>
                    <a:pt x="3529" y="2111"/>
                  </a:cubicBezTo>
                  <a:close/>
                  <a:moveTo>
                    <a:pt x="1797" y="1"/>
                  </a:moveTo>
                  <a:cubicBezTo>
                    <a:pt x="789" y="1"/>
                    <a:pt x="1" y="788"/>
                    <a:pt x="1" y="1796"/>
                  </a:cubicBezTo>
                  <a:cubicBezTo>
                    <a:pt x="1" y="2647"/>
                    <a:pt x="599" y="3372"/>
                    <a:pt x="1450" y="3529"/>
                  </a:cubicBezTo>
                  <a:lnTo>
                    <a:pt x="1450" y="4632"/>
                  </a:lnTo>
                  <a:cubicBezTo>
                    <a:pt x="1450" y="4821"/>
                    <a:pt x="1576" y="4978"/>
                    <a:pt x="1797" y="4978"/>
                  </a:cubicBezTo>
                  <a:lnTo>
                    <a:pt x="4601" y="4978"/>
                  </a:lnTo>
                  <a:cubicBezTo>
                    <a:pt x="4790" y="4978"/>
                    <a:pt x="4947" y="4821"/>
                    <a:pt x="4947" y="4632"/>
                  </a:cubicBezTo>
                  <a:lnTo>
                    <a:pt x="4947" y="1828"/>
                  </a:lnTo>
                  <a:cubicBezTo>
                    <a:pt x="4979" y="1576"/>
                    <a:pt x="4821" y="1418"/>
                    <a:pt x="4632" y="1418"/>
                  </a:cubicBezTo>
                  <a:lnTo>
                    <a:pt x="3529" y="1418"/>
                  </a:lnTo>
                  <a:cubicBezTo>
                    <a:pt x="3372" y="631"/>
                    <a:pt x="2647" y="1"/>
                    <a:pt x="1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14" name="Google Shape;10714;p65"/>
            <p:cNvSpPr/>
            <p:nvPr/>
          </p:nvSpPr>
          <p:spPr>
            <a:xfrm>
              <a:off x="-47842401" y="2342000"/>
              <a:ext cx="193000" cy="300875"/>
            </a:xfrm>
            <a:custGeom>
              <a:rect l="l" t="t" r="r" b="b"/>
              <a:pathLst>
                <a:path w="7718" h="12035" extrusionOk="0">
                  <a:moveTo>
                    <a:pt x="6995" y="725"/>
                  </a:moveTo>
                  <a:lnTo>
                    <a:pt x="6995" y="1418"/>
                  </a:lnTo>
                  <a:lnTo>
                    <a:pt x="662" y="1418"/>
                  </a:lnTo>
                  <a:lnTo>
                    <a:pt x="662" y="725"/>
                  </a:lnTo>
                  <a:close/>
                  <a:moveTo>
                    <a:pt x="7058" y="2142"/>
                  </a:moveTo>
                  <a:lnTo>
                    <a:pt x="7058" y="8506"/>
                  </a:lnTo>
                  <a:lnTo>
                    <a:pt x="694" y="8506"/>
                  </a:lnTo>
                  <a:lnTo>
                    <a:pt x="694" y="2142"/>
                  </a:lnTo>
                  <a:close/>
                  <a:moveTo>
                    <a:pt x="7058" y="9200"/>
                  </a:moveTo>
                  <a:lnTo>
                    <a:pt x="7058" y="11310"/>
                  </a:lnTo>
                  <a:lnTo>
                    <a:pt x="694" y="11310"/>
                  </a:lnTo>
                  <a:lnTo>
                    <a:pt x="694" y="9200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47" y="12035"/>
                  </a:cubicBezTo>
                  <a:lnTo>
                    <a:pt x="7373" y="12035"/>
                  </a:lnTo>
                  <a:cubicBezTo>
                    <a:pt x="7562" y="12035"/>
                    <a:pt x="7719" y="11877"/>
                    <a:pt x="7719" y="11657"/>
                  </a:cubicBezTo>
                  <a:lnTo>
                    <a:pt x="7719" y="378"/>
                  </a:lnTo>
                  <a:cubicBezTo>
                    <a:pt x="7719" y="158"/>
                    <a:pt x="7562" y="0"/>
                    <a:pt x="7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15" name="Google Shape;10715;p65"/>
            <p:cNvSpPr/>
            <p:nvPr/>
          </p:nvSpPr>
          <p:spPr>
            <a:xfrm>
              <a:off x="-47772300" y="2589300"/>
              <a:ext cx="52800" cy="18150"/>
            </a:xfrm>
            <a:custGeom>
              <a:rect l="l" t="t" r="r" b="b"/>
              <a:pathLst>
                <a:path w="2112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65" y="725"/>
                  </a:lnTo>
                  <a:cubicBezTo>
                    <a:pt x="1954" y="725"/>
                    <a:pt x="2111" y="568"/>
                    <a:pt x="2111" y="347"/>
                  </a:cubicBez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16" name="Google Shape;10716;p65"/>
          <p:cNvGrpSpPr/>
          <p:nvPr/>
        </p:nvGrpSpPr>
        <p:grpSpPr>
          <a:xfrm>
            <a:off x="3969212" y="2236452"/>
            <a:ext cx="358229" cy="359154"/>
            <a:chOff x="-47896751" y="2710600"/>
            <a:chExt cx="300125" cy="300900"/>
          </a:xfrm>
        </p:grpSpPr>
        <p:sp>
          <p:nvSpPr>
            <p:cNvPr id="10717" name="Google Shape;10717;p65"/>
            <p:cNvSpPr/>
            <p:nvPr/>
          </p:nvSpPr>
          <p:spPr>
            <a:xfrm>
              <a:off x="-47896751" y="2710600"/>
              <a:ext cx="300125" cy="300900"/>
            </a:xfrm>
            <a:custGeom>
              <a:rect l="l" t="t" r="r" b="b"/>
              <a:pathLst>
                <a:path w="12005" h="12036" extrusionOk="0">
                  <a:moveTo>
                    <a:pt x="2836" y="756"/>
                  </a:moveTo>
                  <a:cubicBezTo>
                    <a:pt x="3246" y="756"/>
                    <a:pt x="3561" y="1072"/>
                    <a:pt x="3561" y="1450"/>
                  </a:cubicBezTo>
                  <a:lnTo>
                    <a:pt x="3561" y="2237"/>
                  </a:lnTo>
                  <a:cubicBezTo>
                    <a:pt x="3309" y="2206"/>
                    <a:pt x="3088" y="2174"/>
                    <a:pt x="2836" y="2174"/>
                  </a:cubicBezTo>
                  <a:cubicBezTo>
                    <a:pt x="2616" y="2174"/>
                    <a:pt x="2364" y="2206"/>
                    <a:pt x="2143" y="2237"/>
                  </a:cubicBezTo>
                  <a:lnTo>
                    <a:pt x="2143" y="1450"/>
                  </a:lnTo>
                  <a:cubicBezTo>
                    <a:pt x="2143" y="1072"/>
                    <a:pt x="2458" y="756"/>
                    <a:pt x="2836" y="756"/>
                  </a:cubicBezTo>
                  <a:close/>
                  <a:moveTo>
                    <a:pt x="5231" y="1450"/>
                  </a:moveTo>
                  <a:cubicBezTo>
                    <a:pt x="7026" y="1450"/>
                    <a:pt x="8539" y="2584"/>
                    <a:pt x="9106" y="4254"/>
                  </a:cubicBezTo>
                  <a:cubicBezTo>
                    <a:pt x="8854" y="4254"/>
                    <a:pt x="8633" y="4317"/>
                    <a:pt x="8444" y="4474"/>
                  </a:cubicBezTo>
                  <a:cubicBezTo>
                    <a:pt x="8003" y="3119"/>
                    <a:pt x="6743" y="2174"/>
                    <a:pt x="5231" y="2174"/>
                  </a:cubicBezTo>
                  <a:lnTo>
                    <a:pt x="4254" y="2174"/>
                  </a:lnTo>
                  <a:lnTo>
                    <a:pt x="4254" y="1450"/>
                  </a:lnTo>
                  <a:close/>
                  <a:moveTo>
                    <a:pt x="2868" y="2836"/>
                  </a:moveTo>
                  <a:cubicBezTo>
                    <a:pt x="4033" y="2836"/>
                    <a:pt x="4979" y="3781"/>
                    <a:pt x="4979" y="4947"/>
                  </a:cubicBezTo>
                  <a:lnTo>
                    <a:pt x="4979" y="5671"/>
                  </a:lnTo>
                  <a:lnTo>
                    <a:pt x="757" y="5671"/>
                  </a:lnTo>
                  <a:lnTo>
                    <a:pt x="757" y="4947"/>
                  </a:lnTo>
                  <a:cubicBezTo>
                    <a:pt x="757" y="3781"/>
                    <a:pt x="1702" y="2836"/>
                    <a:pt x="2868" y="2836"/>
                  </a:cubicBezTo>
                  <a:close/>
                  <a:moveTo>
                    <a:pt x="9169" y="4947"/>
                  </a:moveTo>
                  <a:cubicBezTo>
                    <a:pt x="9578" y="4947"/>
                    <a:pt x="9893" y="5262"/>
                    <a:pt x="9893" y="5671"/>
                  </a:cubicBezTo>
                  <a:cubicBezTo>
                    <a:pt x="9893" y="6049"/>
                    <a:pt x="9578" y="6364"/>
                    <a:pt x="9169" y="6364"/>
                  </a:cubicBezTo>
                  <a:cubicBezTo>
                    <a:pt x="8791" y="6364"/>
                    <a:pt x="8476" y="6049"/>
                    <a:pt x="8476" y="5671"/>
                  </a:cubicBezTo>
                  <a:cubicBezTo>
                    <a:pt x="8476" y="5262"/>
                    <a:pt x="8791" y="4947"/>
                    <a:pt x="9169" y="4947"/>
                  </a:cubicBezTo>
                  <a:close/>
                  <a:moveTo>
                    <a:pt x="9547" y="6994"/>
                  </a:moveTo>
                  <a:lnTo>
                    <a:pt x="9547" y="9924"/>
                  </a:lnTo>
                  <a:lnTo>
                    <a:pt x="8822" y="9924"/>
                  </a:lnTo>
                  <a:lnTo>
                    <a:pt x="8822" y="6994"/>
                  </a:lnTo>
                  <a:cubicBezTo>
                    <a:pt x="8948" y="7057"/>
                    <a:pt x="9074" y="7057"/>
                    <a:pt x="9169" y="7057"/>
                  </a:cubicBezTo>
                  <a:cubicBezTo>
                    <a:pt x="9295" y="7057"/>
                    <a:pt x="9421" y="7057"/>
                    <a:pt x="9547" y="6994"/>
                  </a:cubicBezTo>
                  <a:close/>
                  <a:moveTo>
                    <a:pt x="10208" y="10617"/>
                  </a:moveTo>
                  <a:cubicBezTo>
                    <a:pt x="10681" y="10617"/>
                    <a:pt x="11059" y="10933"/>
                    <a:pt x="11217" y="11342"/>
                  </a:cubicBezTo>
                  <a:lnTo>
                    <a:pt x="5703" y="11342"/>
                  </a:lnTo>
                  <a:cubicBezTo>
                    <a:pt x="5861" y="10933"/>
                    <a:pt x="6270" y="10617"/>
                    <a:pt x="6711" y="10617"/>
                  </a:cubicBezTo>
                  <a:close/>
                  <a:moveTo>
                    <a:pt x="2836" y="0"/>
                  </a:moveTo>
                  <a:cubicBezTo>
                    <a:pt x="2049" y="0"/>
                    <a:pt x="1419" y="630"/>
                    <a:pt x="1419" y="1418"/>
                  </a:cubicBezTo>
                  <a:lnTo>
                    <a:pt x="1419" y="2458"/>
                  </a:lnTo>
                  <a:cubicBezTo>
                    <a:pt x="599" y="2930"/>
                    <a:pt x="1" y="3844"/>
                    <a:pt x="1" y="4915"/>
                  </a:cubicBezTo>
                  <a:lnTo>
                    <a:pt x="1" y="5986"/>
                  </a:lnTo>
                  <a:cubicBezTo>
                    <a:pt x="1" y="6175"/>
                    <a:pt x="158" y="6333"/>
                    <a:pt x="347" y="6333"/>
                  </a:cubicBezTo>
                  <a:lnTo>
                    <a:pt x="5294" y="6333"/>
                  </a:lnTo>
                  <a:cubicBezTo>
                    <a:pt x="5483" y="6333"/>
                    <a:pt x="5640" y="6175"/>
                    <a:pt x="5640" y="5986"/>
                  </a:cubicBezTo>
                  <a:lnTo>
                    <a:pt x="5640" y="4915"/>
                  </a:lnTo>
                  <a:cubicBezTo>
                    <a:pt x="5640" y="4096"/>
                    <a:pt x="5294" y="3340"/>
                    <a:pt x="4695" y="2773"/>
                  </a:cubicBezTo>
                  <a:lnTo>
                    <a:pt x="5231" y="2773"/>
                  </a:lnTo>
                  <a:cubicBezTo>
                    <a:pt x="6585" y="2773"/>
                    <a:pt x="7688" y="3781"/>
                    <a:pt x="7877" y="5104"/>
                  </a:cubicBezTo>
                  <a:cubicBezTo>
                    <a:pt x="7846" y="5262"/>
                    <a:pt x="7814" y="5419"/>
                    <a:pt x="7814" y="5608"/>
                  </a:cubicBezTo>
                  <a:cubicBezTo>
                    <a:pt x="7814" y="5986"/>
                    <a:pt x="7909" y="6301"/>
                    <a:pt x="8161" y="6553"/>
                  </a:cubicBezTo>
                  <a:lnTo>
                    <a:pt x="8161" y="9924"/>
                  </a:lnTo>
                  <a:lnTo>
                    <a:pt x="7436" y="9924"/>
                  </a:lnTo>
                  <a:lnTo>
                    <a:pt x="7436" y="9546"/>
                  </a:lnTo>
                  <a:cubicBezTo>
                    <a:pt x="7436" y="9357"/>
                    <a:pt x="7278" y="9200"/>
                    <a:pt x="7089" y="9200"/>
                  </a:cubicBezTo>
                  <a:cubicBezTo>
                    <a:pt x="6900" y="9200"/>
                    <a:pt x="6743" y="9357"/>
                    <a:pt x="6743" y="9546"/>
                  </a:cubicBezTo>
                  <a:lnTo>
                    <a:pt x="6743" y="9924"/>
                  </a:lnTo>
                  <a:cubicBezTo>
                    <a:pt x="5766" y="9924"/>
                    <a:pt x="4979" y="10712"/>
                    <a:pt x="4979" y="11689"/>
                  </a:cubicBezTo>
                  <a:cubicBezTo>
                    <a:pt x="4979" y="11878"/>
                    <a:pt x="5136" y="12035"/>
                    <a:pt x="5325" y="12035"/>
                  </a:cubicBezTo>
                  <a:lnTo>
                    <a:pt x="11658" y="12035"/>
                  </a:lnTo>
                  <a:cubicBezTo>
                    <a:pt x="11847" y="12035"/>
                    <a:pt x="12004" y="11878"/>
                    <a:pt x="12004" y="11689"/>
                  </a:cubicBezTo>
                  <a:cubicBezTo>
                    <a:pt x="12004" y="11216"/>
                    <a:pt x="11815" y="10743"/>
                    <a:pt x="11500" y="10428"/>
                  </a:cubicBezTo>
                  <a:cubicBezTo>
                    <a:pt x="11154" y="10113"/>
                    <a:pt x="10713" y="9924"/>
                    <a:pt x="10240" y="9924"/>
                  </a:cubicBezTo>
                  <a:lnTo>
                    <a:pt x="10240" y="6585"/>
                  </a:lnTo>
                  <a:cubicBezTo>
                    <a:pt x="10492" y="6333"/>
                    <a:pt x="10587" y="5986"/>
                    <a:pt x="10587" y="5608"/>
                  </a:cubicBezTo>
                  <a:cubicBezTo>
                    <a:pt x="10587" y="5104"/>
                    <a:pt x="10334" y="4632"/>
                    <a:pt x="9893" y="4411"/>
                  </a:cubicBezTo>
                  <a:cubicBezTo>
                    <a:pt x="9641" y="3371"/>
                    <a:pt x="9106" y="2458"/>
                    <a:pt x="8287" y="1796"/>
                  </a:cubicBezTo>
                  <a:cubicBezTo>
                    <a:pt x="7405" y="1103"/>
                    <a:pt x="6333" y="693"/>
                    <a:pt x="5231" y="693"/>
                  </a:cubicBezTo>
                  <a:lnTo>
                    <a:pt x="4065" y="693"/>
                  </a:lnTo>
                  <a:cubicBezTo>
                    <a:pt x="3813" y="284"/>
                    <a:pt x="3340" y="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18" name="Google Shape;10718;p65"/>
            <p:cNvSpPr/>
            <p:nvPr/>
          </p:nvSpPr>
          <p:spPr>
            <a:xfrm>
              <a:off x="-47834525" y="2904350"/>
              <a:ext cx="17350" cy="44125"/>
            </a:xfrm>
            <a:custGeom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5"/>
                    <a:pt x="347" y="1765"/>
                  </a:cubicBezTo>
                  <a:cubicBezTo>
                    <a:pt x="568" y="1765"/>
                    <a:pt x="694" y="1607"/>
                    <a:pt x="694" y="1418"/>
                  </a:cubicBezTo>
                  <a:lnTo>
                    <a:pt x="694" y="347"/>
                  </a:lnTo>
                  <a:cubicBezTo>
                    <a:pt x="694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19" name="Google Shape;10719;p65"/>
            <p:cNvSpPr/>
            <p:nvPr/>
          </p:nvSpPr>
          <p:spPr>
            <a:xfrm>
              <a:off x="-47790401" y="2884475"/>
              <a:ext cx="38600" cy="36450"/>
            </a:xfrm>
            <a:custGeom>
              <a:rect l="l" t="t" r="r" b="b"/>
              <a:pathLst>
                <a:path w="1544" h="1458" extrusionOk="0">
                  <a:moveTo>
                    <a:pt x="437" y="0"/>
                  </a:moveTo>
                  <a:cubicBezTo>
                    <a:pt x="339" y="0"/>
                    <a:pt x="236" y="24"/>
                    <a:pt x="158" y="71"/>
                  </a:cubicBezTo>
                  <a:cubicBezTo>
                    <a:pt x="0" y="197"/>
                    <a:pt x="32" y="449"/>
                    <a:pt x="158" y="607"/>
                  </a:cubicBezTo>
                  <a:lnTo>
                    <a:pt x="914" y="1363"/>
                  </a:lnTo>
                  <a:cubicBezTo>
                    <a:pt x="1040" y="1457"/>
                    <a:pt x="1103" y="1457"/>
                    <a:pt x="1197" y="1457"/>
                  </a:cubicBezTo>
                  <a:cubicBezTo>
                    <a:pt x="1260" y="1457"/>
                    <a:pt x="1386" y="1426"/>
                    <a:pt x="1418" y="1363"/>
                  </a:cubicBezTo>
                  <a:cubicBezTo>
                    <a:pt x="1544" y="1237"/>
                    <a:pt x="1544" y="985"/>
                    <a:pt x="1418" y="827"/>
                  </a:cubicBezTo>
                  <a:lnTo>
                    <a:pt x="693" y="71"/>
                  </a:lnTo>
                  <a:cubicBezTo>
                    <a:pt x="630" y="24"/>
                    <a:pt x="536" y="0"/>
                    <a:pt x="4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20" name="Google Shape;10720;p65"/>
            <p:cNvSpPr/>
            <p:nvPr/>
          </p:nvSpPr>
          <p:spPr>
            <a:xfrm>
              <a:off x="-47896751" y="2885150"/>
              <a:ext cx="37050" cy="37350"/>
            </a:xfrm>
            <a:custGeom>
              <a:rect l="l" t="t" r="r" b="b"/>
              <a:pathLst>
                <a:path w="1482" h="1494" extrusionOk="0">
                  <a:moveTo>
                    <a:pt x="1122" y="0"/>
                  </a:moveTo>
                  <a:cubicBezTo>
                    <a:pt x="1027" y="0"/>
                    <a:pt x="933" y="40"/>
                    <a:pt x="883" y="107"/>
                  </a:cubicBezTo>
                  <a:lnTo>
                    <a:pt x="127" y="863"/>
                  </a:lnTo>
                  <a:cubicBezTo>
                    <a:pt x="1" y="958"/>
                    <a:pt x="1" y="1210"/>
                    <a:pt x="127" y="1367"/>
                  </a:cubicBezTo>
                  <a:cubicBezTo>
                    <a:pt x="221" y="1430"/>
                    <a:pt x="284" y="1493"/>
                    <a:pt x="379" y="1493"/>
                  </a:cubicBezTo>
                  <a:cubicBezTo>
                    <a:pt x="442" y="1493"/>
                    <a:pt x="568" y="1430"/>
                    <a:pt x="599" y="1367"/>
                  </a:cubicBezTo>
                  <a:lnTo>
                    <a:pt x="1356" y="611"/>
                  </a:lnTo>
                  <a:cubicBezTo>
                    <a:pt x="1482" y="485"/>
                    <a:pt x="1482" y="264"/>
                    <a:pt x="1356" y="107"/>
                  </a:cubicBezTo>
                  <a:cubicBezTo>
                    <a:pt x="1296" y="33"/>
                    <a:pt x="120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21" name="Google Shape;10721;p65"/>
          <p:cNvGrpSpPr/>
          <p:nvPr/>
        </p:nvGrpSpPr>
        <p:grpSpPr>
          <a:xfrm>
            <a:off x="2624852" y="2710009"/>
            <a:ext cx="359154" cy="314991"/>
            <a:chOff x="-46033224" y="1982825"/>
            <a:chExt cx="300900" cy="263900"/>
          </a:xfrm>
        </p:grpSpPr>
        <p:sp>
          <p:nvSpPr>
            <p:cNvPr id="10722" name="Google Shape;10722;p65"/>
            <p:cNvSpPr/>
            <p:nvPr/>
          </p:nvSpPr>
          <p:spPr>
            <a:xfrm>
              <a:off x="-45962326" y="2053725"/>
              <a:ext cx="157525" cy="157550"/>
            </a:xfrm>
            <a:custGeom>
              <a:rect l="l" t="t" r="r" b="b"/>
              <a:pathLst>
                <a:path w="6301" h="6302" extrusionOk="0">
                  <a:moveTo>
                    <a:pt x="3151" y="725"/>
                  </a:moveTo>
                  <a:cubicBezTo>
                    <a:pt x="4505" y="725"/>
                    <a:pt x="5608" y="1828"/>
                    <a:pt x="5608" y="3151"/>
                  </a:cubicBezTo>
                  <a:cubicBezTo>
                    <a:pt x="5608" y="4506"/>
                    <a:pt x="4505" y="5608"/>
                    <a:pt x="3151" y="5608"/>
                  </a:cubicBezTo>
                  <a:cubicBezTo>
                    <a:pt x="1827" y="5608"/>
                    <a:pt x="725" y="4474"/>
                    <a:pt x="725" y="3151"/>
                  </a:cubicBezTo>
                  <a:cubicBezTo>
                    <a:pt x="725" y="1828"/>
                    <a:pt x="1827" y="725"/>
                    <a:pt x="3151" y="725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4"/>
                    <a:pt x="1418" y="6301"/>
                    <a:pt x="3151" y="6301"/>
                  </a:cubicBezTo>
                  <a:cubicBezTo>
                    <a:pt x="4883" y="6301"/>
                    <a:pt x="6301" y="4884"/>
                    <a:pt x="6301" y="3151"/>
                  </a:cubicBezTo>
                  <a:cubicBezTo>
                    <a:pt x="6301" y="1418"/>
                    <a:pt x="4883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23" name="Google Shape;10723;p65"/>
            <p:cNvSpPr/>
            <p:nvPr/>
          </p:nvSpPr>
          <p:spPr>
            <a:xfrm>
              <a:off x="-45927674" y="2088375"/>
              <a:ext cx="89025" cy="88250"/>
            </a:xfrm>
            <a:custGeom>
              <a:rect l="l" t="t" r="r" b="b"/>
              <a:pathLst>
                <a:path w="3560" h="3530" extrusionOk="0">
                  <a:moveTo>
                    <a:pt x="1765" y="694"/>
                  </a:moveTo>
                  <a:cubicBezTo>
                    <a:pt x="2363" y="694"/>
                    <a:pt x="2836" y="1166"/>
                    <a:pt x="2836" y="1765"/>
                  </a:cubicBezTo>
                  <a:cubicBezTo>
                    <a:pt x="2804" y="2363"/>
                    <a:pt x="2332" y="2836"/>
                    <a:pt x="1765" y="2836"/>
                  </a:cubicBezTo>
                  <a:cubicBezTo>
                    <a:pt x="1197" y="2836"/>
                    <a:pt x="725" y="2363"/>
                    <a:pt x="725" y="1765"/>
                  </a:cubicBezTo>
                  <a:cubicBezTo>
                    <a:pt x="725" y="1166"/>
                    <a:pt x="1197" y="694"/>
                    <a:pt x="1765" y="694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5"/>
                  </a:cubicBezTo>
                  <a:cubicBezTo>
                    <a:pt x="3497" y="788"/>
                    <a:pt x="2710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24" name="Google Shape;10724;p65"/>
            <p:cNvSpPr/>
            <p:nvPr/>
          </p:nvSpPr>
          <p:spPr>
            <a:xfrm>
              <a:off x="-46033224" y="1982825"/>
              <a:ext cx="300900" cy="263900"/>
            </a:xfrm>
            <a:custGeom>
              <a:rect l="l" t="t" r="r" b="b"/>
              <a:pathLst>
                <a:path w="12036" h="10556" extrusionOk="0">
                  <a:moveTo>
                    <a:pt x="7184" y="726"/>
                  </a:moveTo>
                  <a:lnTo>
                    <a:pt x="7530" y="1419"/>
                  </a:lnTo>
                  <a:lnTo>
                    <a:pt x="4474" y="1419"/>
                  </a:lnTo>
                  <a:lnTo>
                    <a:pt x="4821" y="726"/>
                  </a:lnTo>
                  <a:close/>
                  <a:moveTo>
                    <a:pt x="694" y="3750"/>
                  </a:moveTo>
                  <a:lnTo>
                    <a:pt x="1387" y="4097"/>
                  </a:lnTo>
                  <a:lnTo>
                    <a:pt x="1387" y="7877"/>
                  </a:lnTo>
                  <a:lnTo>
                    <a:pt x="694" y="8224"/>
                  </a:lnTo>
                  <a:lnTo>
                    <a:pt x="694" y="3750"/>
                  </a:lnTo>
                  <a:close/>
                  <a:moveTo>
                    <a:pt x="11279" y="3750"/>
                  </a:moveTo>
                  <a:lnTo>
                    <a:pt x="11279" y="8224"/>
                  </a:lnTo>
                  <a:lnTo>
                    <a:pt x="10555" y="7877"/>
                  </a:lnTo>
                  <a:lnTo>
                    <a:pt x="10555" y="4097"/>
                  </a:lnTo>
                  <a:lnTo>
                    <a:pt x="11279" y="3750"/>
                  </a:lnTo>
                  <a:close/>
                  <a:moveTo>
                    <a:pt x="10933" y="2175"/>
                  </a:moveTo>
                  <a:cubicBezTo>
                    <a:pt x="11122" y="2175"/>
                    <a:pt x="11279" y="2332"/>
                    <a:pt x="11279" y="2521"/>
                  </a:cubicBezTo>
                  <a:lnTo>
                    <a:pt x="11279" y="2994"/>
                  </a:lnTo>
                  <a:lnTo>
                    <a:pt x="10051" y="3592"/>
                  </a:lnTo>
                  <a:cubicBezTo>
                    <a:pt x="9925" y="3655"/>
                    <a:pt x="9862" y="3781"/>
                    <a:pt x="9862" y="3908"/>
                  </a:cubicBezTo>
                  <a:lnTo>
                    <a:pt x="9862" y="8098"/>
                  </a:lnTo>
                  <a:cubicBezTo>
                    <a:pt x="9862" y="8224"/>
                    <a:pt x="9925" y="8350"/>
                    <a:pt x="10051" y="8444"/>
                  </a:cubicBezTo>
                  <a:lnTo>
                    <a:pt x="11279" y="9011"/>
                  </a:lnTo>
                  <a:lnTo>
                    <a:pt x="11279" y="9484"/>
                  </a:lnTo>
                  <a:cubicBezTo>
                    <a:pt x="11279" y="9704"/>
                    <a:pt x="11122" y="9830"/>
                    <a:pt x="10933" y="9830"/>
                  </a:cubicBezTo>
                  <a:lnTo>
                    <a:pt x="1040" y="9830"/>
                  </a:lnTo>
                  <a:cubicBezTo>
                    <a:pt x="851" y="9830"/>
                    <a:pt x="694" y="9673"/>
                    <a:pt x="694" y="9484"/>
                  </a:cubicBezTo>
                  <a:lnTo>
                    <a:pt x="694" y="9011"/>
                  </a:lnTo>
                  <a:lnTo>
                    <a:pt x="1891" y="8444"/>
                  </a:lnTo>
                  <a:cubicBezTo>
                    <a:pt x="2017" y="8350"/>
                    <a:pt x="2111" y="8224"/>
                    <a:pt x="2111" y="8098"/>
                  </a:cubicBezTo>
                  <a:lnTo>
                    <a:pt x="2111" y="3908"/>
                  </a:lnTo>
                  <a:cubicBezTo>
                    <a:pt x="2111" y="3781"/>
                    <a:pt x="2017" y="3655"/>
                    <a:pt x="1891" y="3592"/>
                  </a:cubicBezTo>
                  <a:lnTo>
                    <a:pt x="694" y="2994"/>
                  </a:lnTo>
                  <a:lnTo>
                    <a:pt x="694" y="2521"/>
                  </a:lnTo>
                  <a:cubicBezTo>
                    <a:pt x="694" y="2332"/>
                    <a:pt x="851" y="2175"/>
                    <a:pt x="1040" y="2175"/>
                  </a:cubicBezTo>
                  <a:close/>
                  <a:moveTo>
                    <a:pt x="4632" y="1"/>
                  </a:moveTo>
                  <a:cubicBezTo>
                    <a:pt x="4506" y="1"/>
                    <a:pt x="4380" y="95"/>
                    <a:pt x="4317" y="190"/>
                  </a:cubicBezTo>
                  <a:lnTo>
                    <a:pt x="3718" y="1419"/>
                  </a:lnTo>
                  <a:lnTo>
                    <a:pt x="2143" y="1419"/>
                  </a:lnTo>
                  <a:lnTo>
                    <a:pt x="2143" y="1072"/>
                  </a:lnTo>
                  <a:cubicBezTo>
                    <a:pt x="2143" y="883"/>
                    <a:pt x="1985" y="694"/>
                    <a:pt x="1796" y="694"/>
                  </a:cubicBezTo>
                  <a:cubicBezTo>
                    <a:pt x="1576" y="694"/>
                    <a:pt x="1418" y="883"/>
                    <a:pt x="1418" y="1072"/>
                  </a:cubicBezTo>
                  <a:lnTo>
                    <a:pt x="1418" y="1419"/>
                  </a:lnTo>
                  <a:lnTo>
                    <a:pt x="1072" y="1419"/>
                  </a:lnTo>
                  <a:cubicBezTo>
                    <a:pt x="473" y="1419"/>
                    <a:pt x="1" y="1891"/>
                    <a:pt x="1" y="249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64" y="10555"/>
                  </a:lnTo>
                  <a:cubicBezTo>
                    <a:pt x="11563" y="10555"/>
                    <a:pt x="12035" y="10082"/>
                    <a:pt x="12035" y="9484"/>
                  </a:cubicBezTo>
                  <a:lnTo>
                    <a:pt x="12035" y="2490"/>
                  </a:lnTo>
                  <a:cubicBezTo>
                    <a:pt x="12004" y="1891"/>
                    <a:pt x="11500" y="1419"/>
                    <a:pt x="10933" y="1419"/>
                  </a:cubicBezTo>
                  <a:lnTo>
                    <a:pt x="8318" y="1419"/>
                  </a:lnTo>
                  <a:lnTo>
                    <a:pt x="7719" y="190"/>
                  </a:lnTo>
                  <a:cubicBezTo>
                    <a:pt x="7656" y="95"/>
                    <a:pt x="7530" y="1"/>
                    <a:pt x="74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25" name="Google Shape;10725;p65"/>
          <p:cNvGrpSpPr/>
          <p:nvPr/>
        </p:nvGrpSpPr>
        <p:grpSpPr>
          <a:xfrm>
            <a:off x="2621569" y="3137266"/>
            <a:ext cx="365719" cy="326151"/>
            <a:chOff x="-46033999" y="2334500"/>
            <a:chExt cx="306400" cy="273250"/>
          </a:xfrm>
        </p:grpSpPr>
        <p:sp>
          <p:nvSpPr>
            <p:cNvPr id="10726" name="Google Shape;10726;p65"/>
            <p:cNvSpPr/>
            <p:nvPr/>
          </p:nvSpPr>
          <p:spPr>
            <a:xfrm>
              <a:off x="-46033999" y="2334500"/>
              <a:ext cx="306400" cy="273250"/>
            </a:xfrm>
            <a:custGeom>
              <a:rect l="l" t="t" r="r" b="b"/>
              <a:pathLst>
                <a:path w="12256" h="10930" extrusionOk="0">
                  <a:moveTo>
                    <a:pt x="9519" y="718"/>
                  </a:moveTo>
                  <a:cubicBezTo>
                    <a:pt x="9971" y="718"/>
                    <a:pt x="10428" y="883"/>
                    <a:pt x="10775" y="1214"/>
                  </a:cubicBezTo>
                  <a:cubicBezTo>
                    <a:pt x="11499" y="1875"/>
                    <a:pt x="11499" y="2978"/>
                    <a:pt x="10806" y="3640"/>
                  </a:cubicBezTo>
                  <a:lnTo>
                    <a:pt x="5734" y="8743"/>
                  </a:lnTo>
                  <a:lnTo>
                    <a:pt x="3403" y="8113"/>
                  </a:lnTo>
                  <a:lnTo>
                    <a:pt x="3214" y="6286"/>
                  </a:lnTo>
                  <a:lnTo>
                    <a:pt x="8286" y="1214"/>
                  </a:lnTo>
                  <a:cubicBezTo>
                    <a:pt x="8617" y="883"/>
                    <a:pt x="9066" y="718"/>
                    <a:pt x="9519" y="718"/>
                  </a:cubicBezTo>
                  <a:close/>
                  <a:moveTo>
                    <a:pt x="2678" y="7830"/>
                  </a:moveTo>
                  <a:lnTo>
                    <a:pt x="2773" y="8460"/>
                  </a:lnTo>
                  <a:cubicBezTo>
                    <a:pt x="2773" y="8617"/>
                    <a:pt x="2867" y="8743"/>
                    <a:pt x="3025" y="8775"/>
                  </a:cubicBezTo>
                  <a:lnTo>
                    <a:pt x="4411" y="9121"/>
                  </a:lnTo>
                  <a:lnTo>
                    <a:pt x="3277" y="10224"/>
                  </a:lnTo>
                  <a:lnTo>
                    <a:pt x="1040" y="9500"/>
                  </a:lnTo>
                  <a:lnTo>
                    <a:pt x="2678" y="7830"/>
                  </a:lnTo>
                  <a:close/>
                  <a:moveTo>
                    <a:pt x="9578" y="1"/>
                  </a:moveTo>
                  <a:cubicBezTo>
                    <a:pt x="8947" y="1"/>
                    <a:pt x="8317" y="237"/>
                    <a:pt x="7845" y="710"/>
                  </a:cubicBezTo>
                  <a:lnTo>
                    <a:pt x="2647" y="5908"/>
                  </a:lnTo>
                  <a:cubicBezTo>
                    <a:pt x="2583" y="5971"/>
                    <a:pt x="2520" y="6097"/>
                    <a:pt x="2520" y="6160"/>
                  </a:cubicBezTo>
                  <a:lnTo>
                    <a:pt x="2615" y="6885"/>
                  </a:lnTo>
                  <a:lnTo>
                    <a:pt x="126" y="9373"/>
                  </a:lnTo>
                  <a:cubicBezTo>
                    <a:pt x="32" y="9437"/>
                    <a:pt x="0" y="9563"/>
                    <a:pt x="32" y="9689"/>
                  </a:cubicBezTo>
                  <a:cubicBezTo>
                    <a:pt x="95" y="9815"/>
                    <a:pt x="158" y="9878"/>
                    <a:pt x="284" y="9909"/>
                  </a:cubicBezTo>
                  <a:lnTo>
                    <a:pt x="3277" y="10917"/>
                  </a:lnTo>
                  <a:cubicBezTo>
                    <a:pt x="3308" y="10925"/>
                    <a:pt x="3342" y="10929"/>
                    <a:pt x="3375" y="10929"/>
                  </a:cubicBezTo>
                  <a:cubicBezTo>
                    <a:pt x="3475" y="10929"/>
                    <a:pt x="3576" y="10894"/>
                    <a:pt x="3623" y="10823"/>
                  </a:cubicBezTo>
                  <a:lnTo>
                    <a:pt x="5198" y="9247"/>
                  </a:lnTo>
                  <a:lnTo>
                    <a:pt x="5797" y="9405"/>
                  </a:lnTo>
                  <a:cubicBezTo>
                    <a:pt x="5831" y="9413"/>
                    <a:pt x="5865" y="9417"/>
                    <a:pt x="5898" y="9417"/>
                  </a:cubicBezTo>
                  <a:cubicBezTo>
                    <a:pt x="5988" y="9417"/>
                    <a:pt x="6074" y="9388"/>
                    <a:pt x="6144" y="9342"/>
                  </a:cubicBezTo>
                  <a:lnTo>
                    <a:pt x="11342" y="4144"/>
                  </a:lnTo>
                  <a:cubicBezTo>
                    <a:pt x="12256" y="3230"/>
                    <a:pt x="12256" y="1655"/>
                    <a:pt x="11310" y="710"/>
                  </a:cubicBezTo>
                  <a:cubicBezTo>
                    <a:pt x="10838" y="237"/>
                    <a:pt x="10208" y="1"/>
                    <a:pt x="9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27" name="Google Shape;10727;p65"/>
            <p:cNvSpPr/>
            <p:nvPr/>
          </p:nvSpPr>
          <p:spPr>
            <a:xfrm>
              <a:off x="-45879624" y="2374275"/>
              <a:ext cx="105550" cy="104000"/>
            </a:xfrm>
            <a:custGeom>
              <a:rect l="l" t="t" r="r" b="b"/>
              <a:pathLst>
                <a:path w="4222" h="4160" extrusionOk="0">
                  <a:moveTo>
                    <a:pt x="2899" y="788"/>
                  </a:moveTo>
                  <a:lnTo>
                    <a:pt x="3403" y="1324"/>
                  </a:lnTo>
                  <a:lnTo>
                    <a:pt x="2899" y="1828"/>
                  </a:lnTo>
                  <a:lnTo>
                    <a:pt x="2363" y="1324"/>
                  </a:lnTo>
                  <a:lnTo>
                    <a:pt x="2899" y="788"/>
                  </a:lnTo>
                  <a:close/>
                  <a:moveTo>
                    <a:pt x="1859" y="1828"/>
                  </a:moveTo>
                  <a:lnTo>
                    <a:pt x="2363" y="2332"/>
                  </a:lnTo>
                  <a:lnTo>
                    <a:pt x="1386" y="3340"/>
                  </a:lnTo>
                  <a:lnTo>
                    <a:pt x="882" y="2805"/>
                  </a:lnTo>
                  <a:lnTo>
                    <a:pt x="1859" y="1828"/>
                  </a:lnTo>
                  <a:close/>
                  <a:moveTo>
                    <a:pt x="2879" y="1"/>
                  </a:moveTo>
                  <a:cubicBezTo>
                    <a:pt x="2788" y="1"/>
                    <a:pt x="2694" y="32"/>
                    <a:pt x="2615" y="95"/>
                  </a:cubicBezTo>
                  <a:lnTo>
                    <a:pt x="126" y="2584"/>
                  </a:lnTo>
                  <a:cubicBezTo>
                    <a:pt x="0" y="2710"/>
                    <a:pt x="0" y="2931"/>
                    <a:pt x="126" y="3088"/>
                  </a:cubicBezTo>
                  <a:lnTo>
                    <a:pt x="1103" y="4065"/>
                  </a:lnTo>
                  <a:cubicBezTo>
                    <a:pt x="1166" y="4128"/>
                    <a:pt x="1260" y="4159"/>
                    <a:pt x="1359" y="4159"/>
                  </a:cubicBezTo>
                  <a:cubicBezTo>
                    <a:pt x="1457" y="4159"/>
                    <a:pt x="1560" y="4128"/>
                    <a:pt x="1638" y="4065"/>
                  </a:cubicBezTo>
                  <a:lnTo>
                    <a:pt x="4096" y="1608"/>
                  </a:lnTo>
                  <a:cubicBezTo>
                    <a:pt x="4222" y="1482"/>
                    <a:pt x="4222" y="1229"/>
                    <a:pt x="4096" y="1072"/>
                  </a:cubicBezTo>
                  <a:lnTo>
                    <a:pt x="3119" y="95"/>
                  </a:lnTo>
                  <a:cubicBezTo>
                    <a:pt x="3056" y="32"/>
                    <a:pt x="2969" y="1"/>
                    <a:pt x="28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28" name="Google Shape;10728;p65"/>
            <p:cNvSpPr/>
            <p:nvPr/>
          </p:nvSpPr>
          <p:spPr>
            <a:xfrm>
              <a:off x="-45922949" y="2474125"/>
              <a:ext cx="49625" cy="47475"/>
            </a:xfrm>
            <a:custGeom>
              <a:rect l="l" t="t" r="r" b="b"/>
              <a:pathLst>
                <a:path w="1985" h="1899" extrusionOk="0">
                  <a:moveTo>
                    <a:pt x="1607" y="0"/>
                  </a:moveTo>
                  <a:cubicBezTo>
                    <a:pt x="1520" y="0"/>
                    <a:pt x="1434" y="24"/>
                    <a:pt x="1355" y="71"/>
                  </a:cubicBezTo>
                  <a:lnTo>
                    <a:pt x="126" y="1300"/>
                  </a:lnTo>
                  <a:cubicBezTo>
                    <a:pt x="0" y="1426"/>
                    <a:pt x="0" y="1646"/>
                    <a:pt x="126" y="1804"/>
                  </a:cubicBezTo>
                  <a:cubicBezTo>
                    <a:pt x="189" y="1867"/>
                    <a:pt x="276" y="1898"/>
                    <a:pt x="367" y="1898"/>
                  </a:cubicBezTo>
                  <a:cubicBezTo>
                    <a:pt x="457" y="1898"/>
                    <a:pt x="552" y="1867"/>
                    <a:pt x="630" y="1804"/>
                  </a:cubicBezTo>
                  <a:lnTo>
                    <a:pt x="1859" y="607"/>
                  </a:lnTo>
                  <a:cubicBezTo>
                    <a:pt x="1985" y="480"/>
                    <a:pt x="1985" y="228"/>
                    <a:pt x="1859" y="71"/>
                  </a:cubicBezTo>
                  <a:cubicBezTo>
                    <a:pt x="1780" y="24"/>
                    <a:pt x="1694" y="0"/>
                    <a:pt x="16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29" name="Google Shape;10729;p65"/>
          <p:cNvGrpSpPr/>
          <p:nvPr/>
        </p:nvGrpSpPr>
        <p:grpSpPr>
          <a:xfrm>
            <a:off x="2667627" y="3591655"/>
            <a:ext cx="273603" cy="356439"/>
            <a:chOff x="-45998575" y="2702625"/>
            <a:chExt cx="229225" cy="298625"/>
          </a:xfrm>
        </p:grpSpPr>
        <p:sp>
          <p:nvSpPr>
            <p:cNvPr id="10730" name="Google Shape;10730;p65"/>
            <p:cNvSpPr/>
            <p:nvPr/>
          </p:nvSpPr>
          <p:spPr>
            <a:xfrm>
              <a:off x="-45944225" y="2702625"/>
              <a:ext cx="125250" cy="298625"/>
            </a:xfrm>
            <a:custGeom>
              <a:rect l="l" t="t" r="r" b="b"/>
              <a:pathLst>
                <a:path w="5010" h="11945" extrusionOk="0">
                  <a:moveTo>
                    <a:pt x="2427" y="682"/>
                  </a:moveTo>
                  <a:cubicBezTo>
                    <a:pt x="2860" y="682"/>
                    <a:pt x="3308" y="817"/>
                    <a:pt x="3624" y="1107"/>
                  </a:cubicBezTo>
                  <a:cubicBezTo>
                    <a:pt x="4033" y="1454"/>
                    <a:pt x="4254" y="1926"/>
                    <a:pt x="4254" y="2430"/>
                  </a:cubicBezTo>
                  <a:cubicBezTo>
                    <a:pt x="4159" y="2745"/>
                    <a:pt x="4096" y="3060"/>
                    <a:pt x="3939" y="3344"/>
                  </a:cubicBezTo>
                  <a:cubicBezTo>
                    <a:pt x="3844" y="3470"/>
                    <a:pt x="3813" y="3533"/>
                    <a:pt x="3750" y="3659"/>
                  </a:cubicBezTo>
                  <a:cubicBezTo>
                    <a:pt x="3498" y="4005"/>
                    <a:pt x="3214" y="4446"/>
                    <a:pt x="3151" y="4919"/>
                  </a:cubicBezTo>
                  <a:lnTo>
                    <a:pt x="2805" y="4919"/>
                  </a:lnTo>
                  <a:lnTo>
                    <a:pt x="2805" y="2808"/>
                  </a:lnTo>
                  <a:lnTo>
                    <a:pt x="3151" y="2808"/>
                  </a:lnTo>
                  <a:cubicBezTo>
                    <a:pt x="3340" y="2808"/>
                    <a:pt x="3498" y="2651"/>
                    <a:pt x="3498" y="2430"/>
                  </a:cubicBezTo>
                  <a:cubicBezTo>
                    <a:pt x="3498" y="2241"/>
                    <a:pt x="3340" y="2084"/>
                    <a:pt x="3151" y="2084"/>
                  </a:cubicBezTo>
                  <a:lnTo>
                    <a:pt x="1733" y="2084"/>
                  </a:lnTo>
                  <a:cubicBezTo>
                    <a:pt x="1544" y="2084"/>
                    <a:pt x="1387" y="2241"/>
                    <a:pt x="1387" y="2430"/>
                  </a:cubicBezTo>
                  <a:cubicBezTo>
                    <a:pt x="1387" y="2651"/>
                    <a:pt x="1544" y="2808"/>
                    <a:pt x="1733" y="2808"/>
                  </a:cubicBezTo>
                  <a:lnTo>
                    <a:pt x="2080" y="2808"/>
                  </a:lnTo>
                  <a:lnTo>
                    <a:pt x="2080" y="4919"/>
                  </a:lnTo>
                  <a:lnTo>
                    <a:pt x="1733" y="4919"/>
                  </a:lnTo>
                  <a:cubicBezTo>
                    <a:pt x="1639" y="4478"/>
                    <a:pt x="1418" y="4100"/>
                    <a:pt x="1166" y="3690"/>
                  </a:cubicBezTo>
                  <a:cubicBezTo>
                    <a:pt x="1072" y="3533"/>
                    <a:pt x="977" y="3375"/>
                    <a:pt x="914" y="3218"/>
                  </a:cubicBezTo>
                  <a:cubicBezTo>
                    <a:pt x="757" y="2871"/>
                    <a:pt x="662" y="2525"/>
                    <a:pt x="757" y="2115"/>
                  </a:cubicBezTo>
                  <a:cubicBezTo>
                    <a:pt x="883" y="1422"/>
                    <a:pt x="1450" y="823"/>
                    <a:pt x="2174" y="697"/>
                  </a:cubicBezTo>
                  <a:cubicBezTo>
                    <a:pt x="2257" y="687"/>
                    <a:pt x="2342" y="682"/>
                    <a:pt x="2427" y="682"/>
                  </a:cubicBezTo>
                  <a:close/>
                  <a:moveTo>
                    <a:pt x="3151" y="5644"/>
                  </a:moveTo>
                  <a:lnTo>
                    <a:pt x="3151" y="6337"/>
                  </a:lnTo>
                  <a:lnTo>
                    <a:pt x="1733" y="6337"/>
                  </a:lnTo>
                  <a:lnTo>
                    <a:pt x="1733" y="5644"/>
                  </a:lnTo>
                  <a:close/>
                  <a:moveTo>
                    <a:pt x="3151" y="7061"/>
                  </a:moveTo>
                  <a:lnTo>
                    <a:pt x="3151" y="8983"/>
                  </a:lnTo>
                  <a:cubicBezTo>
                    <a:pt x="2915" y="8904"/>
                    <a:pt x="2671" y="8865"/>
                    <a:pt x="2430" y="8865"/>
                  </a:cubicBezTo>
                  <a:cubicBezTo>
                    <a:pt x="2190" y="8865"/>
                    <a:pt x="1954" y="8904"/>
                    <a:pt x="1733" y="8983"/>
                  </a:cubicBezTo>
                  <a:lnTo>
                    <a:pt x="1733" y="7061"/>
                  </a:lnTo>
                  <a:close/>
                  <a:moveTo>
                    <a:pt x="2442" y="9558"/>
                  </a:moveTo>
                  <a:cubicBezTo>
                    <a:pt x="2639" y="9558"/>
                    <a:pt x="2836" y="9598"/>
                    <a:pt x="3025" y="9676"/>
                  </a:cubicBezTo>
                  <a:lnTo>
                    <a:pt x="2427" y="10873"/>
                  </a:lnTo>
                  <a:lnTo>
                    <a:pt x="1859" y="9676"/>
                  </a:lnTo>
                  <a:cubicBezTo>
                    <a:pt x="2048" y="9598"/>
                    <a:pt x="2245" y="9558"/>
                    <a:pt x="2442" y="9558"/>
                  </a:cubicBezTo>
                  <a:close/>
                  <a:moveTo>
                    <a:pt x="2441" y="1"/>
                  </a:moveTo>
                  <a:cubicBezTo>
                    <a:pt x="2309" y="1"/>
                    <a:pt x="2178" y="12"/>
                    <a:pt x="2048" y="36"/>
                  </a:cubicBezTo>
                  <a:cubicBezTo>
                    <a:pt x="1072" y="193"/>
                    <a:pt x="221" y="1012"/>
                    <a:pt x="64" y="1989"/>
                  </a:cubicBezTo>
                  <a:cubicBezTo>
                    <a:pt x="1" y="2556"/>
                    <a:pt x="64" y="3060"/>
                    <a:pt x="316" y="3533"/>
                  </a:cubicBezTo>
                  <a:cubicBezTo>
                    <a:pt x="379" y="3753"/>
                    <a:pt x="505" y="3911"/>
                    <a:pt x="631" y="4068"/>
                  </a:cubicBezTo>
                  <a:cubicBezTo>
                    <a:pt x="820" y="4320"/>
                    <a:pt x="977" y="4604"/>
                    <a:pt x="1072" y="4888"/>
                  </a:cubicBezTo>
                  <a:lnTo>
                    <a:pt x="410" y="4888"/>
                  </a:lnTo>
                  <a:cubicBezTo>
                    <a:pt x="190" y="4888"/>
                    <a:pt x="32" y="5045"/>
                    <a:pt x="32" y="5234"/>
                  </a:cubicBezTo>
                  <a:cubicBezTo>
                    <a:pt x="32" y="5423"/>
                    <a:pt x="190" y="5581"/>
                    <a:pt x="410" y="5581"/>
                  </a:cubicBezTo>
                  <a:lnTo>
                    <a:pt x="1103" y="5581"/>
                  </a:lnTo>
                  <a:lnTo>
                    <a:pt x="1103" y="9487"/>
                  </a:lnTo>
                  <a:cubicBezTo>
                    <a:pt x="1103" y="9645"/>
                    <a:pt x="1103" y="9582"/>
                    <a:pt x="2206" y="11724"/>
                  </a:cubicBezTo>
                  <a:cubicBezTo>
                    <a:pt x="2301" y="11850"/>
                    <a:pt x="2395" y="11945"/>
                    <a:pt x="2521" y="11945"/>
                  </a:cubicBezTo>
                  <a:cubicBezTo>
                    <a:pt x="2647" y="11945"/>
                    <a:pt x="2773" y="11850"/>
                    <a:pt x="2836" y="11724"/>
                  </a:cubicBezTo>
                  <a:cubicBezTo>
                    <a:pt x="3939" y="9519"/>
                    <a:pt x="3939" y="9613"/>
                    <a:pt x="3939" y="9487"/>
                  </a:cubicBezTo>
                  <a:lnTo>
                    <a:pt x="3939" y="5581"/>
                  </a:lnTo>
                  <a:lnTo>
                    <a:pt x="4663" y="5581"/>
                  </a:lnTo>
                  <a:cubicBezTo>
                    <a:pt x="4852" y="5581"/>
                    <a:pt x="5010" y="5423"/>
                    <a:pt x="5010" y="5234"/>
                  </a:cubicBezTo>
                  <a:cubicBezTo>
                    <a:pt x="5010" y="5045"/>
                    <a:pt x="4852" y="4888"/>
                    <a:pt x="4663" y="4888"/>
                  </a:cubicBezTo>
                  <a:lnTo>
                    <a:pt x="3970" y="4888"/>
                  </a:lnTo>
                  <a:cubicBezTo>
                    <a:pt x="4065" y="4604"/>
                    <a:pt x="4254" y="4289"/>
                    <a:pt x="4443" y="4005"/>
                  </a:cubicBezTo>
                  <a:cubicBezTo>
                    <a:pt x="4411" y="3942"/>
                    <a:pt x="4506" y="3816"/>
                    <a:pt x="4569" y="3690"/>
                  </a:cubicBezTo>
                  <a:cubicBezTo>
                    <a:pt x="4821" y="3344"/>
                    <a:pt x="4915" y="2903"/>
                    <a:pt x="4915" y="2493"/>
                  </a:cubicBezTo>
                  <a:cubicBezTo>
                    <a:pt x="4915" y="1769"/>
                    <a:pt x="4600" y="1075"/>
                    <a:pt x="4065" y="603"/>
                  </a:cubicBezTo>
                  <a:cubicBezTo>
                    <a:pt x="3603" y="218"/>
                    <a:pt x="3017" y="1"/>
                    <a:pt x="2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1" name="Google Shape;10731;p65"/>
            <p:cNvSpPr/>
            <p:nvPr/>
          </p:nvSpPr>
          <p:spPr>
            <a:xfrm>
              <a:off x="-45804026" y="2755500"/>
              <a:ext cx="34675" cy="18125"/>
            </a:xfrm>
            <a:custGeom>
              <a:rect l="l" t="t" r="r" b="b"/>
              <a:pathLst>
                <a:path w="1387" h="725" extrusionOk="0">
                  <a:moveTo>
                    <a:pt x="347" y="0"/>
                  </a:moveTo>
                  <a:cubicBezTo>
                    <a:pt x="127" y="0"/>
                    <a:pt x="1" y="158"/>
                    <a:pt x="1" y="378"/>
                  </a:cubicBezTo>
                  <a:cubicBezTo>
                    <a:pt x="1" y="567"/>
                    <a:pt x="127" y="725"/>
                    <a:pt x="347" y="725"/>
                  </a:cubicBezTo>
                  <a:lnTo>
                    <a:pt x="1040" y="725"/>
                  </a:lnTo>
                  <a:cubicBezTo>
                    <a:pt x="1261" y="725"/>
                    <a:pt x="1387" y="567"/>
                    <a:pt x="1387" y="378"/>
                  </a:cubicBezTo>
                  <a:cubicBezTo>
                    <a:pt x="1387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2" name="Google Shape;10732;p65"/>
            <p:cNvSpPr/>
            <p:nvPr/>
          </p:nvSpPr>
          <p:spPr>
            <a:xfrm>
              <a:off x="-45998575" y="275550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693"/>
                    <a:pt x="1419" y="536"/>
                    <a:pt x="1419" y="378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3" name="Google Shape;10733;p65"/>
            <p:cNvSpPr/>
            <p:nvPr/>
          </p:nvSpPr>
          <p:spPr>
            <a:xfrm>
              <a:off x="-45818199" y="2703175"/>
              <a:ext cx="35475" cy="26100"/>
            </a:xfrm>
            <a:custGeom>
              <a:rect l="l" t="t" r="r" b="b"/>
              <a:pathLst>
                <a:path w="1419" h="1044" extrusionOk="0">
                  <a:moveTo>
                    <a:pt x="991" y="1"/>
                  </a:moveTo>
                  <a:cubicBezTo>
                    <a:pt x="930" y="1"/>
                    <a:pt x="870" y="15"/>
                    <a:pt x="820" y="45"/>
                  </a:cubicBezTo>
                  <a:lnTo>
                    <a:pt x="252" y="423"/>
                  </a:lnTo>
                  <a:cubicBezTo>
                    <a:pt x="95" y="486"/>
                    <a:pt x="0" y="738"/>
                    <a:pt x="126" y="896"/>
                  </a:cubicBezTo>
                  <a:cubicBezTo>
                    <a:pt x="205" y="994"/>
                    <a:pt x="309" y="1044"/>
                    <a:pt x="414" y="1044"/>
                  </a:cubicBezTo>
                  <a:cubicBezTo>
                    <a:pt x="476" y="1044"/>
                    <a:pt x="540" y="1026"/>
                    <a:pt x="599" y="990"/>
                  </a:cubicBezTo>
                  <a:lnTo>
                    <a:pt x="1166" y="644"/>
                  </a:lnTo>
                  <a:cubicBezTo>
                    <a:pt x="1324" y="581"/>
                    <a:pt x="1418" y="329"/>
                    <a:pt x="1292" y="171"/>
                  </a:cubicBezTo>
                  <a:cubicBezTo>
                    <a:pt x="1249" y="64"/>
                    <a:pt x="1119" y="1"/>
                    <a:pt x="9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4" name="Google Shape;10734;p65"/>
            <p:cNvSpPr/>
            <p:nvPr/>
          </p:nvSpPr>
          <p:spPr>
            <a:xfrm>
              <a:off x="-45984399" y="2799050"/>
              <a:ext cx="35475" cy="26100"/>
            </a:xfrm>
            <a:custGeom>
              <a:rect l="l" t="t" r="r" b="b"/>
              <a:pathLst>
                <a:path w="1419" h="1044" extrusionOk="0">
                  <a:moveTo>
                    <a:pt x="1014" y="1"/>
                  </a:moveTo>
                  <a:cubicBezTo>
                    <a:pt x="947" y="1"/>
                    <a:pt x="879" y="18"/>
                    <a:pt x="820" y="54"/>
                  </a:cubicBezTo>
                  <a:lnTo>
                    <a:pt x="221" y="400"/>
                  </a:lnTo>
                  <a:cubicBezTo>
                    <a:pt x="64" y="463"/>
                    <a:pt x="1" y="716"/>
                    <a:pt x="95" y="873"/>
                  </a:cubicBezTo>
                  <a:cubicBezTo>
                    <a:pt x="160" y="980"/>
                    <a:pt x="282" y="1043"/>
                    <a:pt x="403" y="1043"/>
                  </a:cubicBezTo>
                  <a:cubicBezTo>
                    <a:pt x="461" y="1043"/>
                    <a:pt x="517" y="1029"/>
                    <a:pt x="568" y="999"/>
                  </a:cubicBezTo>
                  <a:lnTo>
                    <a:pt x="1167" y="621"/>
                  </a:lnTo>
                  <a:cubicBezTo>
                    <a:pt x="1324" y="558"/>
                    <a:pt x="1419" y="306"/>
                    <a:pt x="1293" y="148"/>
                  </a:cubicBezTo>
                  <a:cubicBezTo>
                    <a:pt x="1234" y="50"/>
                    <a:pt x="1125" y="1"/>
                    <a:pt x="1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5" name="Google Shape;10735;p65"/>
            <p:cNvSpPr/>
            <p:nvPr/>
          </p:nvSpPr>
          <p:spPr>
            <a:xfrm>
              <a:off x="-45815852" y="2799050"/>
              <a:ext cx="33900" cy="25750"/>
            </a:xfrm>
            <a:custGeom>
              <a:rect l="l" t="t" r="r" b="b"/>
              <a:pathLst>
                <a:path w="1356" h="1030" extrusionOk="0">
                  <a:moveTo>
                    <a:pt x="343" y="1"/>
                  </a:moveTo>
                  <a:cubicBezTo>
                    <a:pt x="231" y="1"/>
                    <a:pt x="123" y="50"/>
                    <a:pt x="64" y="148"/>
                  </a:cubicBezTo>
                  <a:cubicBezTo>
                    <a:pt x="1" y="306"/>
                    <a:pt x="32" y="558"/>
                    <a:pt x="190" y="621"/>
                  </a:cubicBezTo>
                  <a:lnTo>
                    <a:pt x="789" y="999"/>
                  </a:lnTo>
                  <a:cubicBezTo>
                    <a:pt x="838" y="1019"/>
                    <a:pt x="895" y="1029"/>
                    <a:pt x="951" y="1029"/>
                  </a:cubicBezTo>
                  <a:cubicBezTo>
                    <a:pt x="1073" y="1029"/>
                    <a:pt x="1197" y="981"/>
                    <a:pt x="1261" y="873"/>
                  </a:cubicBezTo>
                  <a:cubicBezTo>
                    <a:pt x="1356" y="716"/>
                    <a:pt x="1293" y="526"/>
                    <a:pt x="1135" y="400"/>
                  </a:cubicBezTo>
                  <a:lnTo>
                    <a:pt x="537" y="54"/>
                  </a:lnTo>
                  <a:cubicBezTo>
                    <a:pt x="477" y="18"/>
                    <a:pt x="410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36" name="Google Shape;10736;p65"/>
            <p:cNvSpPr/>
            <p:nvPr/>
          </p:nvSpPr>
          <p:spPr>
            <a:xfrm>
              <a:off x="-45983599" y="2702750"/>
              <a:ext cx="34675" cy="25525"/>
            </a:xfrm>
            <a:custGeom>
              <a:rect l="l" t="t" r="r" b="b"/>
              <a:pathLst>
                <a:path w="1387" h="1021" extrusionOk="0">
                  <a:moveTo>
                    <a:pt x="398" y="0"/>
                  </a:moveTo>
                  <a:cubicBezTo>
                    <a:pt x="269" y="0"/>
                    <a:pt x="138" y="49"/>
                    <a:pt x="95" y="157"/>
                  </a:cubicBezTo>
                  <a:cubicBezTo>
                    <a:pt x="0" y="314"/>
                    <a:pt x="32" y="535"/>
                    <a:pt x="189" y="629"/>
                  </a:cubicBezTo>
                  <a:lnTo>
                    <a:pt x="788" y="976"/>
                  </a:lnTo>
                  <a:cubicBezTo>
                    <a:pt x="839" y="1006"/>
                    <a:pt x="899" y="1020"/>
                    <a:pt x="959" y="1020"/>
                  </a:cubicBezTo>
                  <a:cubicBezTo>
                    <a:pt x="1088" y="1020"/>
                    <a:pt x="1218" y="957"/>
                    <a:pt x="1261" y="850"/>
                  </a:cubicBezTo>
                  <a:cubicBezTo>
                    <a:pt x="1387" y="692"/>
                    <a:pt x="1292" y="503"/>
                    <a:pt x="1135" y="377"/>
                  </a:cubicBezTo>
                  <a:lnTo>
                    <a:pt x="567" y="31"/>
                  </a:lnTo>
                  <a:cubicBezTo>
                    <a:pt x="518" y="11"/>
                    <a:pt x="458" y="0"/>
                    <a:pt x="3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37" name="Google Shape;10737;p65"/>
          <p:cNvSpPr/>
          <p:nvPr/>
        </p:nvSpPr>
        <p:spPr>
          <a:xfrm>
            <a:off x="3986479" y="3612752"/>
            <a:ext cx="314961" cy="358199"/>
          </a:xfrm>
          <a:custGeom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38" name="Google Shape;10738;p65"/>
          <p:cNvSpPr/>
          <p:nvPr/>
        </p:nvSpPr>
        <p:spPr>
          <a:xfrm>
            <a:off x="2183447" y="1313199"/>
            <a:ext cx="360079" cy="336595"/>
          </a:xfrm>
          <a:custGeom>
            <a:rect l="l" t="t" r="r" b="b"/>
            <a:pathLst>
              <a:path w="12067" h="11280" extrusionOk="0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39" name="Google Shape;10739;p65"/>
          <p:cNvGrpSpPr/>
          <p:nvPr/>
        </p:nvGrpSpPr>
        <p:grpSpPr>
          <a:xfrm>
            <a:off x="2203197" y="2205419"/>
            <a:ext cx="314961" cy="361034"/>
            <a:chOff x="-49398749" y="2684600"/>
            <a:chExt cx="263875" cy="302475"/>
          </a:xfrm>
        </p:grpSpPr>
        <p:sp>
          <p:nvSpPr>
            <p:cNvPr id="10740" name="Google Shape;10740;p65"/>
            <p:cNvSpPr/>
            <p:nvPr/>
          </p:nvSpPr>
          <p:spPr>
            <a:xfrm>
              <a:off x="-49294774" y="2684600"/>
              <a:ext cx="73275" cy="299325"/>
            </a:xfrm>
            <a:custGeom>
              <a:rect l="l" t="t" r="r" b="b"/>
              <a:pathLst>
                <a:path w="2931" h="11973" extrusionOk="0">
                  <a:moveTo>
                    <a:pt x="1481" y="1387"/>
                  </a:moveTo>
                  <a:lnTo>
                    <a:pt x="2017" y="2836"/>
                  </a:lnTo>
                  <a:lnTo>
                    <a:pt x="914" y="2836"/>
                  </a:lnTo>
                  <a:lnTo>
                    <a:pt x="1481" y="1387"/>
                  </a:lnTo>
                  <a:close/>
                  <a:moveTo>
                    <a:pt x="2174" y="3529"/>
                  </a:moveTo>
                  <a:lnTo>
                    <a:pt x="2174" y="9893"/>
                  </a:lnTo>
                  <a:lnTo>
                    <a:pt x="757" y="9893"/>
                  </a:lnTo>
                  <a:lnTo>
                    <a:pt x="757" y="3529"/>
                  </a:lnTo>
                  <a:close/>
                  <a:moveTo>
                    <a:pt x="2174" y="10586"/>
                  </a:moveTo>
                  <a:lnTo>
                    <a:pt x="2174" y="10964"/>
                  </a:lnTo>
                  <a:cubicBezTo>
                    <a:pt x="2143" y="11153"/>
                    <a:pt x="1985" y="11311"/>
                    <a:pt x="1828" y="11311"/>
                  </a:cubicBezTo>
                  <a:lnTo>
                    <a:pt x="1103" y="11311"/>
                  </a:lnTo>
                  <a:cubicBezTo>
                    <a:pt x="914" y="11311"/>
                    <a:pt x="757" y="11153"/>
                    <a:pt x="757" y="10964"/>
                  </a:cubicBezTo>
                  <a:lnTo>
                    <a:pt x="757" y="10586"/>
                  </a:lnTo>
                  <a:close/>
                  <a:moveTo>
                    <a:pt x="1450" y="1"/>
                  </a:moveTo>
                  <a:cubicBezTo>
                    <a:pt x="1355" y="1"/>
                    <a:pt x="1198" y="95"/>
                    <a:pt x="1135" y="253"/>
                  </a:cubicBezTo>
                  <a:cubicBezTo>
                    <a:pt x="1" y="3246"/>
                    <a:pt x="95" y="3088"/>
                    <a:pt x="95" y="3151"/>
                  </a:cubicBezTo>
                  <a:lnTo>
                    <a:pt x="95" y="10933"/>
                  </a:lnTo>
                  <a:cubicBezTo>
                    <a:pt x="95" y="11500"/>
                    <a:pt x="568" y="11973"/>
                    <a:pt x="1135" y="11973"/>
                  </a:cubicBezTo>
                  <a:lnTo>
                    <a:pt x="1859" y="11973"/>
                  </a:lnTo>
                  <a:cubicBezTo>
                    <a:pt x="2458" y="11973"/>
                    <a:pt x="2931" y="11500"/>
                    <a:pt x="2931" y="10933"/>
                  </a:cubicBezTo>
                  <a:lnTo>
                    <a:pt x="2931" y="3120"/>
                  </a:lnTo>
                  <a:cubicBezTo>
                    <a:pt x="2836" y="3088"/>
                    <a:pt x="2931" y="3277"/>
                    <a:pt x="1765" y="253"/>
                  </a:cubicBezTo>
                  <a:cubicBezTo>
                    <a:pt x="1733" y="127"/>
                    <a:pt x="1576" y="1"/>
                    <a:pt x="14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1" name="Google Shape;10741;p65"/>
            <p:cNvSpPr/>
            <p:nvPr/>
          </p:nvSpPr>
          <p:spPr>
            <a:xfrm>
              <a:off x="-49398749" y="2684600"/>
              <a:ext cx="87450" cy="300900"/>
            </a:xfrm>
            <a:custGeom>
              <a:rect l="l" t="t" r="r" b="b"/>
              <a:pathLst>
                <a:path w="3498" h="12036" extrusionOk="0">
                  <a:moveTo>
                    <a:pt x="2773" y="662"/>
                  </a:moveTo>
                  <a:lnTo>
                    <a:pt x="2773" y="11311"/>
                  </a:lnTo>
                  <a:lnTo>
                    <a:pt x="662" y="11311"/>
                  </a:lnTo>
                  <a:lnTo>
                    <a:pt x="662" y="10586"/>
                  </a:lnTo>
                  <a:lnTo>
                    <a:pt x="1734" y="10586"/>
                  </a:lnTo>
                  <a:cubicBezTo>
                    <a:pt x="1923" y="10586"/>
                    <a:pt x="2080" y="10429"/>
                    <a:pt x="2080" y="10240"/>
                  </a:cubicBezTo>
                  <a:cubicBezTo>
                    <a:pt x="2080" y="10051"/>
                    <a:pt x="1923" y="9893"/>
                    <a:pt x="1734" y="9893"/>
                  </a:cubicBezTo>
                  <a:lnTo>
                    <a:pt x="662" y="9893"/>
                  </a:lnTo>
                  <a:lnTo>
                    <a:pt x="662" y="9169"/>
                  </a:lnTo>
                  <a:lnTo>
                    <a:pt x="1009" y="9169"/>
                  </a:lnTo>
                  <a:cubicBezTo>
                    <a:pt x="1198" y="9169"/>
                    <a:pt x="1356" y="9011"/>
                    <a:pt x="1356" y="8822"/>
                  </a:cubicBezTo>
                  <a:cubicBezTo>
                    <a:pt x="1356" y="8633"/>
                    <a:pt x="1198" y="8475"/>
                    <a:pt x="1009" y="8475"/>
                  </a:cubicBezTo>
                  <a:lnTo>
                    <a:pt x="662" y="8475"/>
                  </a:lnTo>
                  <a:lnTo>
                    <a:pt x="662" y="7751"/>
                  </a:lnTo>
                  <a:lnTo>
                    <a:pt x="1734" y="7751"/>
                  </a:lnTo>
                  <a:cubicBezTo>
                    <a:pt x="1923" y="7751"/>
                    <a:pt x="2080" y="7593"/>
                    <a:pt x="2080" y="7404"/>
                  </a:cubicBezTo>
                  <a:cubicBezTo>
                    <a:pt x="2080" y="7215"/>
                    <a:pt x="1923" y="7058"/>
                    <a:pt x="1734" y="7058"/>
                  </a:cubicBezTo>
                  <a:lnTo>
                    <a:pt x="662" y="7058"/>
                  </a:lnTo>
                  <a:lnTo>
                    <a:pt x="662" y="6333"/>
                  </a:lnTo>
                  <a:lnTo>
                    <a:pt x="1009" y="6333"/>
                  </a:lnTo>
                  <a:cubicBezTo>
                    <a:pt x="1198" y="6333"/>
                    <a:pt x="1356" y="6176"/>
                    <a:pt x="1356" y="5987"/>
                  </a:cubicBezTo>
                  <a:cubicBezTo>
                    <a:pt x="1356" y="5798"/>
                    <a:pt x="1198" y="5640"/>
                    <a:pt x="1009" y="5640"/>
                  </a:cubicBezTo>
                  <a:lnTo>
                    <a:pt x="662" y="5640"/>
                  </a:lnTo>
                  <a:lnTo>
                    <a:pt x="662" y="4947"/>
                  </a:lnTo>
                  <a:lnTo>
                    <a:pt x="1734" y="4947"/>
                  </a:lnTo>
                  <a:cubicBezTo>
                    <a:pt x="1923" y="4947"/>
                    <a:pt x="2080" y="4789"/>
                    <a:pt x="2080" y="4569"/>
                  </a:cubicBezTo>
                  <a:cubicBezTo>
                    <a:pt x="2080" y="4380"/>
                    <a:pt x="1923" y="4222"/>
                    <a:pt x="1734" y="4222"/>
                  </a:cubicBezTo>
                  <a:lnTo>
                    <a:pt x="662" y="4222"/>
                  </a:lnTo>
                  <a:lnTo>
                    <a:pt x="662" y="3498"/>
                  </a:lnTo>
                  <a:lnTo>
                    <a:pt x="1009" y="3498"/>
                  </a:lnTo>
                  <a:cubicBezTo>
                    <a:pt x="1198" y="3498"/>
                    <a:pt x="1356" y="3340"/>
                    <a:pt x="1356" y="3151"/>
                  </a:cubicBezTo>
                  <a:cubicBezTo>
                    <a:pt x="1356" y="2962"/>
                    <a:pt x="1198" y="2805"/>
                    <a:pt x="1009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734" y="2080"/>
                  </a:lnTo>
                  <a:cubicBezTo>
                    <a:pt x="1923" y="2080"/>
                    <a:pt x="2080" y="1922"/>
                    <a:pt x="2080" y="1733"/>
                  </a:cubicBezTo>
                  <a:cubicBezTo>
                    <a:pt x="2080" y="1544"/>
                    <a:pt x="1923" y="1387"/>
                    <a:pt x="1734" y="1387"/>
                  </a:cubicBezTo>
                  <a:lnTo>
                    <a:pt x="662" y="1387"/>
                  </a:lnTo>
                  <a:lnTo>
                    <a:pt x="662" y="662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1657"/>
                  </a:lnTo>
                  <a:cubicBezTo>
                    <a:pt x="1" y="11878"/>
                    <a:pt x="158" y="12036"/>
                    <a:pt x="347" y="12036"/>
                  </a:cubicBezTo>
                  <a:lnTo>
                    <a:pt x="3151" y="12036"/>
                  </a:lnTo>
                  <a:cubicBezTo>
                    <a:pt x="3340" y="12036"/>
                    <a:pt x="3498" y="11878"/>
                    <a:pt x="3498" y="11657"/>
                  </a:cubicBezTo>
                  <a:lnTo>
                    <a:pt x="3498" y="379"/>
                  </a:ln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2" name="Google Shape;10742;p65"/>
            <p:cNvSpPr/>
            <p:nvPr/>
          </p:nvSpPr>
          <p:spPr>
            <a:xfrm>
              <a:off x="-49207350" y="2686175"/>
              <a:ext cx="72475" cy="300900"/>
            </a:xfrm>
            <a:custGeom>
              <a:rect l="l" t="t" r="r" b="b"/>
              <a:pathLst>
                <a:path w="2899" h="12036" extrusionOk="0">
                  <a:moveTo>
                    <a:pt x="1859" y="694"/>
                  </a:moveTo>
                  <a:lnTo>
                    <a:pt x="1859" y="694"/>
                  </a:lnTo>
                  <a:cubicBezTo>
                    <a:pt x="1828" y="820"/>
                    <a:pt x="1796" y="946"/>
                    <a:pt x="1796" y="1040"/>
                  </a:cubicBezTo>
                  <a:cubicBezTo>
                    <a:pt x="1733" y="1418"/>
                    <a:pt x="1828" y="1765"/>
                    <a:pt x="2111" y="2112"/>
                  </a:cubicBezTo>
                  <a:cubicBezTo>
                    <a:pt x="2143" y="2143"/>
                    <a:pt x="2174" y="2238"/>
                    <a:pt x="2143" y="2301"/>
                  </a:cubicBezTo>
                  <a:cubicBezTo>
                    <a:pt x="2017" y="2584"/>
                    <a:pt x="1796" y="2773"/>
                    <a:pt x="1481" y="2773"/>
                  </a:cubicBezTo>
                  <a:cubicBezTo>
                    <a:pt x="1072" y="2773"/>
                    <a:pt x="757" y="2458"/>
                    <a:pt x="757" y="2080"/>
                  </a:cubicBezTo>
                  <a:cubicBezTo>
                    <a:pt x="757" y="1670"/>
                    <a:pt x="914" y="1324"/>
                    <a:pt x="1166" y="1103"/>
                  </a:cubicBezTo>
                  <a:cubicBezTo>
                    <a:pt x="1387" y="851"/>
                    <a:pt x="1576" y="788"/>
                    <a:pt x="1859" y="694"/>
                  </a:cubicBezTo>
                  <a:close/>
                  <a:moveTo>
                    <a:pt x="1450" y="3466"/>
                  </a:moveTo>
                  <a:cubicBezTo>
                    <a:pt x="1513" y="3529"/>
                    <a:pt x="1702" y="3781"/>
                    <a:pt x="1859" y="4600"/>
                  </a:cubicBezTo>
                  <a:cubicBezTo>
                    <a:pt x="1954" y="4726"/>
                    <a:pt x="1954" y="4789"/>
                    <a:pt x="1954" y="4884"/>
                  </a:cubicBezTo>
                  <a:lnTo>
                    <a:pt x="946" y="4884"/>
                  </a:lnTo>
                  <a:cubicBezTo>
                    <a:pt x="946" y="4789"/>
                    <a:pt x="1009" y="4726"/>
                    <a:pt x="1009" y="4600"/>
                  </a:cubicBezTo>
                  <a:cubicBezTo>
                    <a:pt x="1198" y="3781"/>
                    <a:pt x="1355" y="3529"/>
                    <a:pt x="1450" y="3466"/>
                  </a:cubicBezTo>
                  <a:close/>
                  <a:moveTo>
                    <a:pt x="2111" y="5546"/>
                  </a:moveTo>
                  <a:cubicBezTo>
                    <a:pt x="2174" y="6081"/>
                    <a:pt x="2237" y="6680"/>
                    <a:pt x="2237" y="7310"/>
                  </a:cubicBezTo>
                  <a:cubicBezTo>
                    <a:pt x="2174" y="9389"/>
                    <a:pt x="1796" y="10901"/>
                    <a:pt x="1481" y="11216"/>
                  </a:cubicBezTo>
                  <a:cubicBezTo>
                    <a:pt x="1387" y="11122"/>
                    <a:pt x="1198" y="10901"/>
                    <a:pt x="1040" y="10082"/>
                  </a:cubicBezTo>
                  <a:cubicBezTo>
                    <a:pt x="883" y="9326"/>
                    <a:pt x="757" y="8349"/>
                    <a:pt x="757" y="7310"/>
                  </a:cubicBezTo>
                  <a:cubicBezTo>
                    <a:pt x="757" y="6680"/>
                    <a:pt x="788" y="6081"/>
                    <a:pt x="883" y="5546"/>
                  </a:cubicBezTo>
                  <a:close/>
                  <a:moveTo>
                    <a:pt x="2489" y="1"/>
                  </a:moveTo>
                  <a:cubicBezTo>
                    <a:pt x="1796" y="1"/>
                    <a:pt x="1229" y="32"/>
                    <a:pt x="662" y="631"/>
                  </a:cubicBezTo>
                  <a:cubicBezTo>
                    <a:pt x="253" y="1009"/>
                    <a:pt x="1" y="1576"/>
                    <a:pt x="1" y="2112"/>
                  </a:cubicBezTo>
                  <a:cubicBezTo>
                    <a:pt x="1" y="2616"/>
                    <a:pt x="284" y="3088"/>
                    <a:pt x="725" y="3340"/>
                  </a:cubicBezTo>
                  <a:cubicBezTo>
                    <a:pt x="190" y="4285"/>
                    <a:pt x="1" y="6302"/>
                    <a:pt x="1" y="7436"/>
                  </a:cubicBezTo>
                  <a:cubicBezTo>
                    <a:pt x="1" y="8539"/>
                    <a:pt x="127" y="10555"/>
                    <a:pt x="725" y="11531"/>
                  </a:cubicBezTo>
                  <a:cubicBezTo>
                    <a:pt x="914" y="11878"/>
                    <a:pt x="1166" y="12036"/>
                    <a:pt x="1450" y="12036"/>
                  </a:cubicBezTo>
                  <a:cubicBezTo>
                    <a:pt x="1702" y="12036"/>
                    <a:pt x="1954" y="11878"/>
                    <a:pt x="2143" y="11531"/>
                  </a:cubicBezTo>
                  <a:cubicBezTo>
                    <a:pt x="2710" y="10586"/>
                    <a:pt x="2868" y="8570"/>
                    <a:pt x="2868" y="7436"/>
                  </a:cubicBezTo>
                  <a:cubicBezTo>
                    <a:pt x="2836" y="6239"/>
                    <a:pt x="2742" y="4254"/>
                    <a:pt x="2174" y="3309"/>
                  </a:cubicBezTo>
                  <a:cubicBezTo>
                    <a:pt x="2458" y="3151"/>
                    <a:pt x="2710" y="2868"/>
                    <a:pt x="2773" y="2553"/>
                  </a:cubicBezTo>
                  <a:cubicBezTo>
                    <a:pt x="2899" y="2238"/>
                    <a:pt x="2805" y="1923"/>
                    <a:pt x="2616" y="1670"/>
                  </a:cubicBezTo>
                  <a:cubicBezTo>
                    <a:pt x="2426" y="1450"/>
                    <a:pt x="2300" y="1135"/>
                    <a:pt x="2773" y="536"/>
                  </a:cubicBezTo>
                  <a:cubicBezTo>
                    <a:pt x="2836" y="410"/>
                    <a:pt x="2899" y="316"/>
                    <a:pt x="2805" y="190"/>
                  </a:cubicBezTo>
                  <a:cubicBezTo>
                    <a:pt x="2773" y="64"/>
                    <a:pt x="2616" y="1"/>
                    <a:pt x="2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43" name="Google Shape;10743;p65"/>
          <p:cNvGrpSpPr/>
          <p:nvPr/>
        </p:nvGrpSpPr>
        <p:grpSpPr>
          <a:xfrm>
            <a:off x="873121" y="2699684"/>
            <a:ext cx="314006" cy="359154"/>
            <a:chOff x="-47509224" y="1974175"/>
            <a:chExt cx="263075" cy="300900"/>
          </a:xfrm>
        </p:grpSpPr>
        <p:sp>
          <p:nvSpPr>
            <p:cNvPr id="10744" name="Google Shape;10744;p65"/>
            <p:cNvSpPr/>
            <p:nvPr/>
          </p:nvSpPr>
          <p:spPr>
            <a:xfrm>
              <a:off x="-47439926" y="2026950"/>
              <a:ext cx="124475" cy="124450"/>
            </a:xfrm>
            <a:custGeom>
              <a:rect l="l" t="t" r="r" b="b"/>
              <a:pathLst>
                <a:path w="4979" h="4978" extrusionOk="0">
                  <a:moveTo>
                    <a:pt x="1828" y="725"/>
                  </a:moveTo>
                  <a:cubicBezTo>
                    <a:pt x="2301" y="725"/>
                    <a:pt x="2679" y="1008"/>
                    <a:pt x="2805" y="1418"/>
                  </a:cubicBezTo>
                  <a:lnTo>
                    <a:pt x="1828" y="1418"/>
                  </a:lnTo>
                  <a:cubicBezTo>
                    <a:pt x="1607" y="1418"/>
                    <a:pt x="1450" y="1575"/>
                    <a:pt x="1450" y="1796"/>
                  </a:cubicBezTo>
                  <a:lnTo>
                    <a:pt x="1450" y="2773"/>
                  </a:lnTo>
                  <a:cubicBezTo>
                    <a:pt x="1040" y="2615"/>
                    <a:pt x="757" y="2206"/>
                    <a:pt x="757" y="1796"/>
                  </a:cubicBezTo>
                  <a:cubicBezTo>
                    <a:pt x="757" y="1197"/>
                    <a:pt x="1229" y="725"/>
                    <a:pt x="1828" y="725"/>
                  </a:cubicBezTo>
                  <a:close/>
                  <a:moveTo>
                    <a:pt x="2805" y="2143"/>
                  </a:moveTo>
                  <a:cubicBezTo>
                    <a:pt x="2679" y="2458"/>
                    <a:pt x="2458" y="2678"/>
                    <a:pt x="2175" y="2773"/>
                  </a:cubicBezTo>
                  <a:lnTo>
                    <a:pt x="2175" y="2143"/>
                  </a:lnTo>
                  <a:close/>
                  <a:moveTo>
                    <a:pt x="4254" y="2111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5" y="3308"/>
                    <a:pt x="3372" y="2804"/>
                    <a:pt x="3529" y="2111"/>
                  </a:cubicBezTo>
                  <a:close/>
                  <a:moveTo>
                    <a:pt x="1765" y="0"/>
                  </a:moveTo>
                  <a:cubicBezTo>
                    <a:pt x="788" y="0"/>
                    <a:pt x="1" y="788"/>
                    <a:pt x="1" y="1796"/>
                  </a:cubicBezTo>
                  <a:cubicBezTo>
                    <a:pt x="1" y="2647"/>
                    <a:pt x="599" y="3340"/>
                    <a:pt x="1418" y="3529"/>
                  </a:cubicBezTo>
                  <a:lnTo>
                    <a:pt x="1418" y="4631"/>
                  </a:lnTo>
                  <a:cubicBezTo>
                    <a:pt x="1418" y="4820"/>
                    <a:pt x="1576" y="4978"/>
                    <a:pt x="1765" y="4978"/>
                  </a:cubicBezTo>
                  <a:lnTo>
                    <a:pt x="4569" y="4978"/>
                  </a:lnTo>
                  <a:cubicBezTo>
                    <a:pt x="4789" y="4978"/>
                    <a:pt x="4916" y="4820"/>
                    <a:pt x="4916" y="4631"/>
                  </a:cubicBezTo>
                  <a:lnTo>
                    <a:pt x="4916" y="1827"/>
                  </a:lnTo>
                  <a:cubicBezTo>
                    <a:pt x="4979" y="1575"/>
                    <a:pt x="4821" y="1418"/>
                    <a:pt x="4600" y="1418"/>
                  </a:cubicBezTo>
                  <a:lnTo>
                    <a:pt x="3498" y="1418"/>
                  </a:lnTo>
                  <a:cubicBezTo>
                    <a:pt x="3340" y="630"/>
                    <a:pt x="2647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5" name="Google Shape;10745;p65"/>
            <p:cNvSpPr/>
            <p:nvPr/>
          </p:nvSpPr>
          <p:spPr>
            <a:xfrm>
              <a:off x="-47439126" y="2184475"/>
              <a:ext cx="88225" cy="18125"/>
            </a:xfrm>
            <a:custGeom>
              <a:rect l="l" t="t" r="r" b="b"/>
              <a:pathLst>
                <a:path w="3529" h="725" extrusionOk="0">
                  <a:moveTo>
                    <a:pt x="378" y="0"/>
                  </a:moveTo>
                  <a:cubicBezTo>
                    <a:pt x="158" y="0"/>
                    <a:pt x="32" y="158"/>
                    <a:pt x="32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3182" y="725"/>
                  </a:lnTo>
                  <a:cubicBezTo>
                    <a:pt x="3371" y="725"/>
                    <a:pt x="3529" y="567"/>
                    <a:pt x="3529" y="378"/>
                  </a:cubicBezTo>
                  <a:cubicBezTo>
                    <a:pt x="3529" y="158"/>
                    <a:pt x="3371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6" name="Google Shape;10746;p65"/>
            <p:cNvSpPr/>
            <p:nvPr/>
          </p:nvSpPr>
          <p:spPr>
            <a:xfrm>
              <a:off x="-47438351" y="2219900"/>
              <a:ext cx="122900" cy="18150"/>
            </a:xfrm>
            <a:custGeom>
              <a:rect l="l" t="t" r="r" b="b"/>
              <a:pathLst>
                <a:path w="4916" h="726" extrusionOk="0">
                  <a:moveTo>
                    <a:pt x="347" y="1"/>
                  </a:moveTo>
                  <a:cubicBezTo>
                    <a:pt x="127" y="1"/>
                    <a:pt x="1" y="158"/>
                    <a:pt x="1" y="379"/>
                  </a:cubicBezTo>
                  <a:cubicBezTo>
                    <a:pt x="1" y="568"/>
                    <a:pt x="127" y="725"/>
                    <a:pt x="347" y="725"/>
                  </a:cubicBezTo>
                  <a:lnTo>
                    <a:pt x="4537" y="725"/>
                  </a:lnTo>
                  <a:cubicBezTo>
                    <a:pt x="4758" y="725"/>
                    <a:pt x="4916" y="568"/>
                    <a:pt x="4916" y="379"/>
                  </a:cubicBezTo>
                  <a:cubicBezTo>
                    <a:pt x="4916" y="158"/>
                    <a:pt x="4758" y="1"/>
                    <a:pt x="4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7" name="Google Shape;10747;p65"/>
            <p:cNvSpPr/>
            <p:nvPr/>
          </p:nvSpPr>
          <p:spPr>
            <a:xfrm>
              <a:off x="-47333601" y="218605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26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48" name="Google Shape;10748;p65"/>
            <p:cNvSpPr/>
            <p:nvPr/>
          </p:nvSpPr>
          <p:spPr>
            <a:xfrm>
              <a:off x="-47509224" y="1974175"/>
              <a:ext cx="263075" cy="300900"/>
            </a:xfrm>
            <a:custGeom>
              <a:rect l="l" t="t" r="r" b="b"/>
              <a:pathLst>
                <a:path w="10523" h="12036" extrusionOk="0">
                  <a:moveTo>
                    <a:pt x="9483" y="2111"/>
                  </a:moveTo>
                  <a:cubicBezTo>
                    <a:pt x="9672" y="2111"/>
                    <a:pt x="9830" y="2269"/>
                    <a:pt x="9830" y="2489"/>
                  </a:cubicBezTo>
                  <a:lnTo>
                    <a:pt x="9830" y="3529"/>
                  </a:lnTo>
                  <a:lnTo>
                    <a:pt x="9105" y="3529"/>
                  </a:lnTo>
                  <a:lnTo>
                    <a:pt x="9105" y="2111"/>
                  </a:lnTo>
                  <a:close/>
                  <a:moveTo>
                    <a:pt x="9830" y="4222"/>
                  </a:moveTo>
                  <a:lnTo>
                    <a:pt x="9830" y="5640"/>
                  </a:lnTo>
                  <a:lnTo>
                    <a:pt x="9105" y="5640"/>
                  </a:lnTo>
                  <a:lnTo>
                    <a:pt x="9105" y="4222"/>
                  </a:lnTo>
                  <a:close/>
                  <a:moveTo>
                    <a:pt x="9861" y="6333"/>
                  </a:moveTo>
                  <a:lnTo>
                    <a:pt x="9861" y="7751"/>
                  </a:lnTo>
                  <a:lnTo>
                    <a:pt x="9168" y="7751"/>
                  </a:lnTo>
                  <a:lnTo>
                    <a:pt x="9168" y="6333"/>
                  </a:lnTo>
                  <a:close/>
                  <a:moveTo>
                    <a:pt x="9830" y="8412"/>
                  </a:moveTo>
                  <a:lnTo>
                    <a:pt x="9830" y="9483"/>
                  </a:lnTo>
                  <a:cubicBezTo>
                    <a:pt x="9830" y="9672"/>
                    <a:pt x="9672" y="9830"/>
                    <a:pt x="9483" y="9830"/>
                  </a:cubicBezTo>
                  <a:lnTo>
                    <a:pt x="9137" y="9830"/>
                  </a:lnTo>
                  <a:lnTo>
                    <a:pt x="9137" y="8412"/>
                  </a:lnTo>
                  <a:close/>
                  <a:moveTo>
                    <a:pt x="8444" y="630"/>
                  </a:moveTo>
                  <a:lnTo>
                    <a:pt x="8444" y="11248"/>
                  </a:lnTo>
                  <a:lnTo>
                    <a:pt x="1450" y="11248"/>
                  </a:lnTo>
                  <a:lnTo>
                    <a:pt x="1450" y="10554"/>
                  </a:lnTo>
                  <a:lnTo>
                    <a:pt x="1796" y="10554"/>
                  </a:lnTo>
                  <a:cubicBezTo>
                    <a:pt x="1985" y="10554"/>
                    <a:pt x="2143" y="10397"/>
                    <a:pt x="2143" y="10176"/>
                  </a:cubicBezTo>
                  <a:cubicBezTo>
                    <a:pt x="2143" y="9987"/>
                    <a:pt x="1985" y="9830"/>
                    <a:pt x="1796" y="9830"/>
                  </a:cubicBezTo>
                  <a:lnTo>
                    <a:pt x="1450" y="9830"/>
                  </a:lnTo>
                  <a:lnTo>
                    <a:pt x="1450" y="8412"/>
                  </a:lnTo>
                  <a:lnTo>
                    <a:pt x="1796" y="8412"/>
                  </a:lnTo>
                  <a:cubicBezTo>
                    <a:pt x="1985" y="8412"/>
                    <a:pt x="2143" y="8255"/>
                    <a:pt x="2143" y="8066"/>
                  </a:cubicBezTo>
                  <a:cubicBezTo>
                    <a:pt x="2143" y="7877"/>
                    <a:pt x="1985" y="7719"/>
                    <a:pt x="1796" y="7719"/>
                  </a:cubicBezTo>
                  <a:lnTo>
                    <a:pt x="1450" y="7719"/>
                  </a:lnTo>
                  <a:lnTo>
                    <a:pt x="1450" y="6301"/>
                  </a:lnTo>
                  <a:lnTo>
                    <a:pt x="1796" y="6301"/>
                  </a:lnTo>
                  <a:cubicBezTo>
                    <a:pt x="1985" y="6301"/>
                    <a:pt x="2143" y="6144"/>
                    <a:pt x="2143" y="5923"/>
                  </a:cubicBezTo>
                  <a:cubicBezTo>
                    <a:pt x="2143" y="5734"/>
                    <a:pt x="1985" y="5577"/>
                    <a:pt x="1796" y="5577"/>
                  </a:cubicBezTo>
                  <a:lnTo>
                    <a:pt x="1450" y="5577"/>
                  </a:lnTo>
                  <a:lnTo>
                    <a:pt x="1450" y="4159"/>
                  </a:lnTo>
                  <a:lnTo>
                    <a:pt x="1796" y="4159"/>
                  </a:lnTo>
                  <a:cubicBezTo>
                    <a:pt x="1985" y="4159"/>
                    <a:pt x="2143" y="4001"/>
                    <a:pt x="2143" y="3812"/>
                  </a:cubicBezTo>
                  <a:cubicBezTo>
                    <a:pt x="2143" y="3623"/>
                    <a:pt x="1985" y="3466"/>
                    <a:pt x="1796" y="3466"/>
                  </a:cubicBezTo>
                  <a:lnTo>
                    <a:pt x="1450" y="3466"/>
                  </a:lnTo>
                  <a:lnTo>
                    <a:pt x="1450" y="2048"/>
                  </a:lnTo>
                  <a:lnTo>
                    <a:pt x="1796" y="2048"/>
                  </a:lnTo>
                  <a:cubicBezTo>
                    <a:pt x="1985" y="2048"/>
                    <a:pt x="2143" y="1891"/>
                    <a:pt x="2143" y="1670"/>
                  </a:cubicBezTo>
                  <a:cubicBezTo>
                    <a:pt x="2143" y="1481"/>
                    <a:pt x="1985" y="1324"/>
                    <a:pt x="1796" y="1324"/>
                  </a:cubicBezTo>
                  <a:lnTo>
                    <a:pt x="1450" y="1324"/>
                  </a:lnTo>
                  <a:lnTo>
                    <a:pt x="1450" y="630"/>
                  </a:lnTo>
                  <a:close/>
                  <a:moveTo>
                    <a:pt x="1040" y="0"/>
                  </a:moveTo>
                  <a:cubicBezTo>
                    <a:pt x="851" y="0"/>
                    <a:pt x="693" y="158"/>
                    <a:pt x="693" y="347"/>
                  </a:cubicBezTo>
                  <a:lnTo>
                    <a:pt x="693" y="1418"/>
                  </a:lnTo>
                  <a:lnTo>
                    <a:pt x="347" y="1418"/>
                  </a:lnTo>
                  <a:cubicBezTo>
                    <a:pt x="158" y="1418"/>
                    <a:pt x="0" y="1576"/>
                    <a:pt x="0" y="1765"/>
                  </a:cubicBezTo>
                  <a:cubicBezTo>
                    <a:pt x="0" y="1954"/>
                    <a:pt x="158" y="2111"/>
                    <a:pt x="347" y="2111"/>
                  </a:cubicBezTo>
                  <a:lnTo>
                    <a:pt x="693" y="2111"/>
                  </a:lnTo>
                  <a:lnTo>
                    <a:pt x="693" y="3529"/>
                  </a:lnTo>
                  <a:lnTo>
                    <a:pt x="347" y="3529"/>
                  </a:lnTo>
                  <a:cubicBezTo>
                    <a:pt x="158" y="3529"/>
                    <a:pt x="0" y="3686"/>
                    <a:pt x="0" y="3907"/>
                  </a:cubicBezTo>
                  <a:cubicBezTo>
                    <a:pt x="0" y="4096"/>
                    <a:pt x="158" y="4254"/>
                    <a:pt x="347" y="4254"/>
                  </a:cubicBezTo>
                  <a:lnTo>
                    <a:pt x="693" y="4254"/>
                  </a:lnTo>
                  <a:lnTo>
                    <a:pt x="693" y="5671"/>
                  </a:lnTo>
                  <a:lnTo>
                    <a:pt x="347" y="5671"/>
                  </a:lnTo>
                  <a:cubicBezTo>
                    <a:pt x="158" y="5671"/>
                    <a:pt x="0" y="5829"/>
                    <a:pt x="0" y="6018"/>
                  </a:cubicBezTo>
                  <a:cubicBezTo>
                    <a:pt x="0" y="6207"/>
                    <a:pt x="158" y="6364"/>
                    <a:pt x="347" y="6364"/>
                  </a:cubicBezTo>
                  <a:lnTo>
                    <a:pt x="693" y="6364"/>
                  </a:lnTo>
                  <a:lnTo>
                    <a:pt x="693" y="7782"/>
                  </a:lnTo>
                  <a:lnTo>
                    <a:pt x="347" y="7782"/>
                  </a:lnTo>
                  <a:cubicBezTo>
                    <a:pt x="158" y="7782"/>
                    <a:pt x="0" y="7940"/>
                    <a:pt x="0" y="8160"/>
                  </a:cubicBezTo>
                  <a:cubicBezTo>
                    <a:pt x="0" y="8349"/>
                    <a:pt x="158" y="8507"/>
                    <a:pt x="347" y="8507"/>
                  </a:cubicBezTo>
                  <a:lnTo>
                    <a:pt x="693" y="8507"/>
                  </a:lnTo>
                  <a:lnTo>
                    <a:pt x="693" y="9924"/>
                  </a:lnTo>
                  <a:lnTo>
                    <a:pt x="347" y="9924"/>
                  </a:lnTo>
                  <a:cubicBezTo>
                    <a:pt x="158" y="9924"/>
                    <a:pt x="0" y="10082"/>
                    <a:pt x="0" y="10271"/>
                  </a:cubicBezTo>
                  <a:cubicBezTo>
                    <a:pt x="0" y="10460"/>
                    <a:pt x="158" y="10617"/>
                    <a:pt x="347" y="10617"/>
                  </a:cubicBezTo>
                  <a:lnTo>
                    <a:pt x="693" y="10617"/>
                  </a:lnTo>
                  <a:lnTo>
                    <a:pt x="693" y="11689"/>
                  </a:lnTo>
                  <a:cubicBezTo>
                    <a:pt x="693" y="11878"/>
                    <a:pt x="851" y="12035"/>
                    <a:pt x="1040" y="12035"/>
                  </a:cubicBezTo>
                  <a:lnTo>
                    <a:pt x="8759" y="12035"/>
                  </a:lnTo>
                  <a:cubicBezTo>
                    <a:pt x="8979" y="12035"/>
                    <a:pt x="9137" y="11878"/>
                    <a:pt x="9137" y="11689"/>
                  </a:cubicBezTo>
                  <a:lnTo>
                    <a:pt x="9137" y="10617"/>
                  </a:lnTo>
                  <a:lnTo>
                    <a:pt x="9483" y="10617"/>
                  </a:lnTo>
                  <a:cubicBezTo>
                    <a:pt x="10050" y="10617"/>
                    <a:pt x="10523" y="10145"/>
                    <a:pt x="10523" y="9578"/>
                  </a:cubicBezTo>
                  <a:lnTo>
                    <a:pt x="10523" y="2552"/>
                  </a:lnTo>
                  <a:cubicBezTo>
                    <a:pt x="10523" y="1891"/>
                    <a:pt x="10050" y="1418"/>
                    <a:pt x="9483" y="1418"/>
                  </a:cubicBezTo>
                  <a:lnTo>
                    <a:pt x="9137" y="1418"/>
                  </a:lnTo>
                  <a:lnTo>
                    <a:pt x="9137" y="347"/>
                  </a:lnTo>
                  <a:cubicBezTo>
                    <a:pt x="9137" y="158"/>
                    <a:pt x="8979" y="0"/>
                    <a:pt x="87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49" name="Google Shape;10749;p65"/>
          <p:cNvGrpSpPr/>
          <p:nvPr/>
        </p:nvGrpSpPr>
        <p:grpSpPr>
          <a:xfrm>
            <a:off x="849622" y="3146218"/>
            <a:ext cx="361004" cy="357961"/>
            <a:chOff x="-47529700" y="2342000"/>
            <a:chExt cx="302450" cy="299900"/>
          </a:xfrm>
        </p:grpSpPr>
        <p:sp>
          <p:nvSpPr>
            <p:cNvPr id="10750" name="Google Shape;10750;p65"/>
            <p:cNvSpPr/>
            <p:nvPr/>
          </p:nvSpPr>
          <p:spPr>
            <a:xfrm>
              <a:off x="-47529700" y="2342000"/>
              <a:ext cx="302450" cy="299900"/>
            </a:xfrm>
            <a:custGeom>
              <a:rect l="l" t="t" r="r" b="b"/>
              <a:pathLst>
                <a:path w="12098" h="11996" extrusionOk="0">
                  <a:moveTo>
                    <a:pt x="7530" y="725"/>
                  </a:moveTo>
                  <a:cubicBezTo>
                    <a:pt x="9672" y="725"/>
                    <a:pt x="11405" y="2457"/>
                    <a:pt x="11405" y="4568"/>
                  </a:cubicBezTo>
                  <a:cubicBezTo>
                    <a:pt x="11405" y="6711"/>
                    <a:pt x="9672" y="8443"/>
                    <a:pt x="7530" y="8443"/>
                  </a:cubicBezTo>
                  <a:cubicBezTo>
                    <a:pt x="5419" y="8443"/>
                    <a:pt x="3686" y="6711"/>
                    <a:pt x="3686" y="4568"/>
                  </a:cubicBezTo>
                  <a:cubicBezTo>
                    <a:pt x="3686" y="2457"/>
                    <a:pt x="5419" y="725"/>
                    <a:pt x="7530" y="725"/>
                  </a:cubicBezTo>
                  <a:close/>
                  <a:moveTo>
                    <a:pt x="4064" y="7530"/>
                  </a:moveTo>
                  <a:cubicBezTo>
                    <a:pt x="4222" y="7719"/>
                    <a:pt x="4379" y="7876"/>
                    <a:pt x="4568" y="8034"/>
                  </a:cubicBezTo>
                  <a:lnTo>
                    <a:pt x="3686" y="8947"/>
                  </a:lnTo>
                  <a:lnTo>
                    <a:pt x="3151" y="8443"/>
                  </a:lnTo>
                  <a:lnTo>
                    <a:pt x="4064" y="7530"/>
                  </a:lnTo>
                  <a:close/>
                  <a:moveTo>
                    <a:pt x="2647" y="8916"/>
                  </a:moveTo>
                  <a:lnTo>
                    <a:pt x="3151" y="9420"/>
                  </a:lnTo>
                  <a:lnTo>
                    <a:pt x="1386" y="11184"/>
                  </a:lnTo>
                  <a:cubicBezTo>
                    <a:pt x="1323" y="11247"/>
                    <a:pt x="1237" y="11279"/>
                    <a:pt x="1146" y="11279"/>
                  </a:cubicBezTo>
                  <a:cubicBezTo>
                    <a:pt x="1056" y="11279"/>
                    <a:pt x="961" y="11247"/>
                    <a:pt x="882" y="11184"/>
                  </a:cubicBezTo>
                  <a:cubicBezTo>
                    <a:pt x="756" y="11090"/>
                    <a:pt x="756" y="10838"/>
                    <a:pt x="882" y="10680"/>
                  </a:cubicBezTo>
                  <a:lnTo>
                    <a:pt x="2647" y="8916"/>
                  </a:lnTo>
                  <a:close/>
                  <a:moveTo>
                    <a:pt x="7530" y="0"/>
                  </a:moveTo>
                  <a:cubicBezTo>
                    <a:pt x="5009" y="0"/>
                    <a:pt x="2962" y="2048"/>
                    <a:pt x="2962" y="4568"/>
                  </a:cubicBezTo>
                  <a:cubicBezTo>
                    <a:pt x="2962" y="5450"/>
                    <a:pt x="3214" y="6270"/>
                    <a:pt x="3623" y="6963"/>
                  </a:cubicBezTo>
                  <a:lnTo>
                    <a:pt x="410" y="10208"/>
                  </a:lnTo>
                  <a:cubicBezTo>
                    <a:pt x="0" y="10586"/>
                    <a:pt x="0" y="11279"/>
                    <a:pt x="410" y="11688"/>
                  </a:cubicBezTo>
                  <a:cubicBezTo>
                    <a:pt x="599" y="11893"/>
                    <a:pt x="867" y="11996"/>
                    <a:pt x="1138" y="11996"/>
                  </a:cubicBezTo>
                  <a:cubicBezTo>
                    <a:pt x="1410" y="11996"/>
                    <a:pt x="1686" y="11893"/>
                    <a:pt x="1890" y="11688"/>
                  </a:cubicBezTo>
                  <a:lnTo>
                    <a:pt x="5135" y="8475"/>
                  </a:lnTo>
                  <a:cubicBezTo>
                    <a:pt x="5829" y="8916"/>
                    <a:pt x="6679" y="9137"/>
                    <a:pt x="7530" y="9137"/>
                  </a:cubicBezTo>
                  <a:cubicBezTo>
                    <a:pt x="10050" y="9137"/>
                    <a:pt x="12098" y="7089"/>
                    <a:pt x="12098" y="4568"/>
                  </a:cubicBezTo>
                  <a:cubicBezTo>
                    <a:pt x="12098" y="2048"/>
                    <a:pt x="10050" y="0"/>
                    <a:pt x="7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1" name="Google Shape;10751;p65"/>
            <p:cNvSpPr/>
            <p:nvPr/>
          </p:nvSpPr>
          <p:spPr>
            <a:xfrm>
              <a:off x="-47404474" y="2395550"/>
              <a:ext cx="124475" cy="123675"/>
            </a:xfrm>
            <a:custGeom>
              <a:rect l="l" t="t" r="r" b="b"/>
              <a:pathLst>
                <a:path w="4979" h="4947" extrusionOk="0">
                  <a:moveTo>
                    <a:pt x="2804" y="2080"/>
                  </a:moveTo>
                  <a:cubicBezTo>
                    <a:pt x="2678" y="2395"/>
                    <a:pt x="2458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8" y="694"/>
                  </a:moveTo>
                  <a:cubicBezTo>
                    <a:pt x="2300" y="694"/>
                    <a:pt x="2678" y="977"/>
                    <a:pt x="2804" y="1418"/>
                  </a:cubicBezTo>
                  <a:lnTo>
                    <a:pt x="1828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41"/>
                  </a:lnTo>
                  <a:cubicBezTo>
                    <a:pt x="1072" y="2584"/>
                    <a:pt x="757" y="2206"/>
                    <a:pt x="757" y="1765"/>
                  </a:cubicBezTo>
                  <a:cubicBezTo>
                    <a:pt x="757" y="1166"/>
                    <a:pt x="1229" y="694"/>
                    <a:pt x="1828" y="694"/>
                  </a:cubicBezTo>
                  <a:close/>
                  <a:moveTo>
                    <a:pt x="4254" y="2080"/>
                  </a:moveTo>
                  <a:lnTo>
                    <a:pt x="4254" y="4222"/>
                  </a:lnTo>
                  <a:lnTo>
                    <a:pt x="2143" y="4222"/>
                  </a:lnTo>
                  <a:lnTo>
                    <a:pt x="2143" y="3466"/>
                  </a:lnTo>
                  <a:cubicBezTo>
                    <a:pt x="2804" y="3308"/>
                    <a:pt x="3371" y="2804"/>
                    <a:pt x="3498" y="2080"/>
                  </a:cubicBezTo>
                  <a:close/>
                  <a:moveTo>
                    <a:pt x="1796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15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96" y="4947"/>
                  </a:cubicBezTo>
                  <a:lnTo>
                    <a:pt x="4569" y="4947"/>
                  </a:lnTo>
                  <a:cubicBezTo>
                    <a:pt x="4789" y="4947"/>
                    <a:pt x="4947" y="4789"/>
                    <a:pt x="4947" y="4600"/>
                  </a:cubicBezTo>
                  <a:lnTo>
                    <a:pt x="4947" y="1796"/>
                  </a:lnTo>
                  <a:cubicBezTo>
                    <a:pt x="4978" y="1576"/>
                    <a:pt x="4821" y="1418"/>
                    <a:pt x="4632" y="1418"/>
                  </a:cubicBezTo>
                  <a:lnTo>
                    <a:pt x="3498" y="1418"/>
                  </a:lnTo>
                  <a:cubicBezTo>
                    <a:pt x="3371" y="631"/>
                    <a:pt x="2647" y="0"/>
                    <a:pt x="1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52" name="Google Shape;10752;p65"/>
          <p:cNvGrpSpPr/>
          <p:nvPr/>
        </p:nvGrpSpPr>
        <p:grpSpPr>
          <a:xfrm>
            <a:off x="851025" y="3645367"/>
            <a:ext cx="358199" cy="272648"/>
            <a:chOff x="-47527350" y="2747625"/>
            <a:chExt cx="300100" cy="228425"/>
          </a:xfrm>
        </p:grpSpPr>
        <p:sp>
          <p:nvSpPr>
            <p:cNvPr id="10753" name="Google Shape;10753;p65"/>
            <p:cNvSpPr/>
            <p:nvPr/>
          </p:nvSpPr>
          <p:spPr>
            <a:xfrm>
              <a:off x="-47475350" y="2782275"/>
              <a:ext cx="124450" cy="124475"/>
            </a:xfrm>
            <a:custGeom>
              <a:rect l="l" t="t" r="r" b="b"/>
              <a:pathLst>
                <a:path w="4978" h="4979" extrusionOk="0">
                  <a:moveTo>
                    <a:pt x="2804" y="2080"/>
                  </a:moveTo>
                  <a:cubicBezTo>
                    <a:pt x="2678" y="2395"/>
                    <a:pt x="2457" y="2647"/>
                    <a:pt x="2174" y="2710"/>
                  </a:cubicBezTo>
                  <a:lnTo>
                    <a:pt x="2174" y="2080"/>
                  </a:lnTo>
                  <a:close/>
                  <a:moveTo>
                    <a:pt x="1827" y="725"/>
                  </a:moveTo>
                  <a:cubicBezTo>
                    <a:pt x="2300" y="725"/>
                    <a:pt x="2678" y="977"/>
                    <a:pt x="2804" y="1418"/>
                  </a:cubicBezTo>
                  <a:lnTo>
                    <a:pt x="1827" y="1418"/>
                  </a:lnTo>
                  <a:cubicBezTo>
                    <a:pt x="1607" y="1418"/>
                    <a:pt x="1481" y="1576"/>
                    <a:pt x="1481" y="1765"/>
                  </a:cubicBezTo>
                  <a:lnTo>
                    <a:pt x="1481" y="2773"/>
                  </a:lnTo>
                  <a:cubicBezTo>
                    <a:pt x="1071" y="2615"/>
                    <a:pt x="756" y="2206"/>
                    <a:pt x="756" y="1765"/>
                  </a:cubicBezTo>
                  <a:cubicBezTo>
                    <a:pt x="756" y="1197"/>
                    <a:pt x="1229" y="725"/>
                    <a:pt x="1827" y="725"/>
                  </a:cubicBezTo>
                  <a:close/>
                  <a:moveTo>
                    <a:pt x="4253" y="2080"/>
                  </a:moveTo>
                  <a:lnTo>
                    <a:pt x="4253" y="4222"/>
                  </a:lnTo>
                  <a:lnTo>
                    <a:pt x="2142" y="4222"/>
                  </a:lnTo>
                  <a:lnTo>
                    <a:pt x="2142" y="3466"/>
                  </a:lnTo>
                  <a:cubicBezTo>
                    <a:pt x="2804" y="3308"/>
                    <a:pt x="3371" y="2804"/>
                    <a:pt x="3529" y="2080"/>
                  </a:cubicBezTo>
                  <a:close/>
                  <a:moveTo>
                    <a:pt x="1764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99" y="3340"/>
                    <a:pt x="1418" y="3497"/>
                  </a:cubicBezTo>
                  <a:lnTo>
                    <a:pt x="1418" y="4600"/>
                  </a:lnTo>
                  <a:cubicBezTo>
                    <a:pt x="1418" y="4821"/>
                    <a:pt x="1575" y="4978"/>
                    <a:pt x="1764" y="4978"/>
                  </a:cubicBezTo>
                  <a:lnTo>
                    <a:pt x="4568" y="4978"/>
                  </a:lnTo>
                  <a:cubicBezTo>
                    <a:pt x="4757" y="4978"/>
                    <a:pt x="4915" y="4821"/>
                    <a:pt x="4915" y="4600"/>
                  </a:cubicBezTo>
                  <a:lnTo>
                    <a:pt x="4915" y="1828"/>
                  </a:lnTo>
                  <a:cubicBezTo>
                    <a:pt x="4978" y="1576"/>
                    <a:pt x="4820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46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4" name="Google Shape;10754;p65"/>
            <p:cNvSpPr/>
            <p:nvPr/>
          </p:nvSpPr>
          <p:spPr>
            <a:xfrm>
              <a:off x="-47333601" y="2782275"/>
              <a:ext cx="53600" cy="18125"/>
            </a:xfrm>
            <a:custGeom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5" name="Google Shape;10755;p65"/>
            <p:cNvSpPr/>
            <p:nvPr/>
          </p:nvSpPr>
          <p:spPr>
            <a:xfrm>
              <a:off x="-47333601" y="2817725"/>
              <a:ext cx="53600" cy="18125"/>
            </a:xfrm>
            <a:custGeom>
              <a:rect l="l" t="t" r="r" b="b"/>
              <a:pathLst>
                <a:path w="214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7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6" name="Google Shape;10756;p65"/>
            <p:cNvSpPr/>
            <p:nvPr/>
          </p:nvSpPr>
          <p:spPr>
            <a:xfrm>
              <a:off x="-47333601" y="2852375"/>
              <a:ext cx="53600" cy="17350"/>
            </a:xfrm>
            <a:custGeom>
              <a:rect l="l" t="t" r="r" b="b"/>
              <a:pathLst>
                <a:path w="214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97" y="693"/>
                  </a:lnTo>
                  <a:cubicBezTo>
                    <a:pt x="1986" y="693"/>
                    <a:pt x="2143" y="536"/>
                    <a:pt x="2143" y="347"/>
                  </a:cubicBezTo>
                  <a:cubicBezTo>
                    <a:pt x="2143" y="158"/>
                    <a:pt x="1986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7" name="Google Shape;10757;p65"/>
            <p:cNvSpPr/>
            <p:nvPr/>
          </p:nvSpPr>
          <p:spPr>
            <a:xfrm>
              <a:off x="-47333601" y="2887800"/>
              <a:ext cx="53600" cy="17375"/>
            </a:xfrm>
            <a:custGeom>
              <a:rect l="l" t="t" r="r" b="b"/>
              <a:pathLst>
                <a:path w="2144" h="695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1797" y="694"/>
                  </a:lnTo>
                  <a:cubicBezTo>
                    <a:pt x="1986" y="694"/>
                    <a:pt x="2143" y="537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58" name="Google Shape;10758;p65"/>
            <p:cNvSpPr/>
            <p:nvPr/>
          </p:nvSpPr>
          <p:spPr>
            <a:xfrm>
              <a:off x="-47527350" y="2747625"/>
              <a:ext cx="300100" cy="228425"/>
            </a:xfrm>
            <a:custGeom>
              <a:rect l="l" t="t" r="r" b="b"/>
              <a:pathLst>
                <a:path w="12004" h="9137" extrusionOk="0">
                  <a:moveTo>
                    <a:pt x="10586" y="693"/>
                  </a:moveTo>
                  <a:lnTo>
                    <a:pt x="10586" y="7026"/>
                  </a:lnTo>
                  <a:lnTo>
                    <a:pt x="1418" y="7026"/>
                  </a:lnTo>
                  <a:lnTo>
                    <a:pt x="1418" y="693"/>
                  </a:lnTo>
                  <a:close/>
                  <a:moveTo>
                    <a:pt x="11311" y="7687"/>
                  </a:moveTo>
                  <a:lnTo>
                    <a:pt x="11311" y="8412"/>
                  </a:lnTo>
                  <a:lnTo>
                    <a:pt x="725" y="8412"/>
                  </a:lnTo>
                  <a:lnTo>
                    <a:pt x="725" y="7687"/>
                  </a:lnTo>
                  <a:close/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026"/>
                  </a:lnTo>
                  <a:lnTo>
                    <a:pt x="347" y="7026"/>
                  </a:lnTo>
                  <a:cubicBezTo>
                    <a:pt x="158" y="7026"/>
                    <a:pt x="1" y="7183"/>
                    <a:pt x="1" y="7372"/>
                  </a:cubicBezTo>
                  <a:lnTo>
                    <a:pt x="1" y="8790"/>
                  </a:lnTo>
                  <a:cubicBezTo>
                    <a:pt x="1" y="8979"/>
                    <a:pt x="158" y="9136"/>
                    <a:pt x="347" y="9136"/>
                  </a:cubicBezTo>
                  <a:lnTo>
                    <a:pt x="11658" y="9136"/>
                  </a:lnTo>
                  <a:cubicBezTo>
                    <a:pt x="11847" y="9136"/>
                    <a:pt x="12004" y="8979"/>
                    <a:pt x="12004" y="8790"/>
                  </a:cubicBezTo>
                  <a:lnTo>
                    <a:pt x="12004" y="7372"/>
                  </a:lnTo>
                  <a:cubicBezTo>
                    <a:pt x="12004" y="7183"/>
                    <a:pt x="11847" y="7026"/>
                    <a:pt x="11658" y="7026"/>
                  </a:cubicBezTo>
                  <a:lnTo>
                    <a:pt x="11311" y="7026"/>
                  </a:lnTo>
                  <a:lnTo>
                    <a:pt x="11311" y="378"/>
                  </a:lnTo>
                  <a:cubicBezTo>
                    <a:pt x="11311" y="158"/>
                    <a:pt x="11153" y="0"/>
                    <a:pt x="109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59" name="Google Shape;10759;p65"/>
          <p:cNvSpPr/>
          <p:nvPr/>
        </p:nvSpPr>
        <p:spPr>
          <a:xfrm>
            <a:off x="3077474" y="2687082"/>
            <a:ext cx="356319" cy="360795"/>
          </a:xfrm>
          <a:custGeom>
            <a:rect l="l" t="t" r="r" b="b"/>
            <a:pathLst>
              <a:path w="11941" h="12091" extrusionOk="0">
                <a:moveTo>
                  <a:pt x="5955" y="796"/>
                </a:moveTo>
                <a:lnTo>
                  <a:pt x="10933" y="3915"/>
                </a:lnTo>
                <a:lnTo>
                  <a:pt x="5955" y="7034"/>
                </a:lnTo>
                <a:lnTo>
                  <a:pt x="977" y="3915"/>
                </a:lnTo>
                <a:lnTo>
                  <a:pt x="5955" y="796"/>
                </a:lnTo>
                <a:close/>
                <a:moveTo>
                  <a:pt x="9924" y="5428"/>
                </a:moveTo>
                <a:lnTo>
                  <a:pt x="10964" y="6058"/>
                </a:lnTo>
                <a:lnTo>
                  <a:pt x="5955" y="9145"/>
                </a:lnTo>
                <a:lnTo>
                  <a:pt x="977" y="6058"/>
                </a:lnTo>
                <a:lnTo>
                  <a:pt x="2017" y="5428"/>
                </a:lnTo>
                <a:lnTo>
                  <a:pt x="5797" y="7790"/>
                </a:lnTo>
                <a:cubicBezTo>
                  <a:pt x="5860" y="7822"/>
                  <a:pt x="5931" y="7838"/>
                  <a:pt x="5994" y="7838"/>
                </a:cubicBezTo>
                <a:cubicBezTo>
                  <a:pt x="6057" y="7838"/>
                  <a:pt x="6112" y="7822"/>
                  <a:pt x="6144" y="7790"/>
                </a:cubicBezTo>
                <a:lnTo>
                  <a:pt x="9924" y="5428"/>
                </a:lnTo>
                <a:close/>
                <a:moveTo>
                  <a:pt x="9956" y="7538"/>
                </a:moveTo>
                <a:lnTo>
                  <a:pt x="10964" y="8169"/>
                </a:lnTo>
                <a:lnTo>
                  <a:pt x="5986" y="11288"/>
                </a:lnTo>
                <a:lnTo>
                  <a:pt x="1040" y="8169"/>
                </a:lnTo>
                <a:lnTo>
                  <a:pt x="2048" y="7538"/>
                </a:lnTo>
                <a:lnTo>
                  <a:pt x="5829" y="9901"/>
                </a:lnTo>
                <a:cubicBezTo>
                  <a:pt x="5892" y="9949"/>
                  <a:pt x="5963" y="9972"/>
                  <a:pt x="6026" y="9972"/>
                </a:cubicBezTo>
                <a:cubicBezTo>
                  <a:pt x="6089" y="9972"/>
                  <a:pt x="6144" y="9949"/>
                  <a:pt x="6175" y="9901"/>
                </a:cubicBezTo>
                <a:lnTo>
                  <a:pt x="9956" y="7538"/>
                </a:lnTo>
                <a:close/>
                <a:moveTo>
                  <a:pt x="5959" y="1"/>
                </a:moveTo>
                <a:cubicBezTo>
                  <a:pt x="5900" y="1"/>
                  <a:pt x="5845" y="25"/>
                  <a:pt x="5797" y="72"/>
                </a:cubicBezTo>
                <a:lnTo>
                  <a:pt x="158" y="3600"/>
                </a:lnTo>
                <a:cubicBezTo>
                  <a:pt x="32" y="3695"/>
                  <a:pt x="0" y="3758"/>
                  <a:pt x="0" y="3915"/>
                </a:cubicBezTo>
                <a:cubicBezTo>
                  <a:pt x="0" y="4073"/>
                  <a:pt x="95" y="4136"/>
                  <a:pt x="158" y="4230"/>
                </a:cubicBezTo>
                <a:lnTo>
                  <a:pt x="1387" y="4987"/>
                </a:lnTo>
                <a:lnTo>
                  <a:pt x="158" y="5743"/>
                </a:lnTo>
                <a:cubicBezTo>
                  <a:pt x="32" y="5806"/>
                  <a:pt x="0" y="5869"/>
                  <a:pt x="0" y="6058"/>
                </a:cubicBezTo>
                <a:cubicBezTo>
                  <a:pt x="0" y="6152"/>
                  <a:pt x="95" y="6278"/>
                  <a:pt x="158" y="6373"/>
                </a:cubicBezTo>
                <a:lnTo>
                  <a:pt x="1387" y="7097"/>
                </a:lnTo>
                <a:lnTo>
                  <a:pt x="158" y="7854"/>
                </a:lnTo>
                <a:cubicBezTo>
                  <a:pt x="32" y="7948"/>
                  <a:pt x="0" y="8011"/>
                  <a:pt x="0" y="8169"/>
                </a:cubicBezTo>
                <a:cubicBezTo>
                  <a:pt x="0" y="8295"/>
                  <a:pt x="95" y="8421"/>
                  <a:pt x="158" y="8484"/>
                </a:cubicBezTo>
                <a:lnTo>
                  <a:pt x="5797" y="12044"/>
                </a:lnTo>
                <a:cubicBezTo>
                  <a:pt x="5860" y="12075"/>
                  <a:pt x="5931" y="12091"/>
                  <a:pt x="5994" y="12091"/>
                </a:cubicBezTo>
                <a:cubicBezTo>
                  <a:pt x="6057" y="12091"/>
                  <a:pt x="6112" y="12075"/>
                  <a:pt x="6144" y="12044"/>
                </a:cubicBezTo>
                <a:lnTo>
                  <a:pt x="11783" y="8484"/>
                </a:lnTo>
                <a:cubicBezTo>
                  <a:pt x="11909" y="8421"/>
                  <a:pt x="11941" y="8326"/>
                  <a:pt x="11941" y="8169"/>
                </a:cubicBezTo>
                <a:cubicBezTo>
                  <a:pt x="11941" y="8043"/>
                  <a:pt x="11846" y="7948"/>
                  <a:pt x="11783" y="7854"/>
                </a:cubicBezTo>
                <a:lnTo>
                  <a:pt x="10555" y="7097"/>
                </a:lnTo>
                <a:lnTo>
                  <a:pt x="11783" y="6373"/>
                </a:lnTo>
                <a:cubicBezTo>
                  <a:pt x="11909" y="6278"/>
                  <a:pt x="11941" y="6152"/>
                  <a:pt x="11941" y="6058"/>
                </a:cubicBezTo>
                <a:cubicBezTo>
                  <a:pt x="11941" y="5932"/>
                  <a:pt x="11846" y="5806"/>
                  <a:pt x="11783" y="5743"/>
                </a:cubicBezTo>
                <a:lnTo>
                  <a:pt x="10555" y="4987"/>
                </a:lnTo>
                <a:lnTo>
                  <a:pt x="11783" y="4230"/>
                </a:lnTo>
                <a:cubicBezTo>
                  <a:pt x="11909" y="4136"/>
                  <a:pt x="11941" y="4073"/>
                  <a:pt x="11941" y="3915"/>
                </a:cubicBezTo>
                <a:cubicBezTo>
                  <a:pt x="11941" y="3758"/>
                  <a:pt x="11846" y="3695"/>
                  <a:pt x="11783" y="3600"/>
                </a:cubicBezTo>
                <a:lnTo>
                  <a:pt x="6144" y="72"/>
                </a:lnTo>
                <a:cubicBezTo>
                  <a:pt x="6081" y="25"/>
                  <a:pt x="6018" y="1"/>
                  <a:pt x="59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60" name="Google Shape;10760;p65"/>
          <p:cNvGrpSpPr/>
          <p:nvPr/>
        </p:nvGrpSpPr>
        <p:grpSpPr>
          <a:xfrm>
            <a:off x="3073924" y="3158422"/>
            <a:ext cx="358229" cy="314961"/>
            <a:chOff x="-45664624" y="2352225"/>
            <a:chExt cx="300125" cy="263875"/>
          </a:xfrm>
        </p:grpSpPr>
        <p:sp>
          <p:nvSpPr>
            <p:cNvPr id="10761" name="Google Shape;10761;p65"/>
            <p:cNvSpPr/>
            <p:nvPr/>
          </p:nvSpPr>
          <p:spPr>
            <a:xfrm>
              <a:off x="-45664624" y="2352225"/>
              <a:ext cx="300125" cy="263875"/>
            </a:xfrm>
            <a:custGeom>
              <a:rect l="l" t="t" r="r" b="b"/>
              <a:pathLst>
                <a:path w="12005" h="10555" extrusionOk="0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2" name="Google Shape;10762;p65"/>
            <p:cNvSpPr/>
            <p:nvPr/>
          </p:nvSpPr>
          <p:spPr>
            <a:xfrm>
              <a:off x="-45612624" y="2475100"/>
              <a:ext cx="55150" cy="88225"/>
            </a:xfrm>
            <a:custGeom>
              <a:rect l="l" t="t" r="r" b="b"/>
              <a:pathLst>
                <a:path w="2206" h="3529" extrusionOk="0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3" name="Google Shape;10763;p65"/>
            <p:cNvSpPr/>
            <p:nvPr/>
          </p:nvSpPr>
          <p:spPr>
            <a:xfrm>
              <a:off x="-45471649" y="2475100"/>
              <a:ext cx="54375" cy="86850"/>
            </a:xfrm>
            <a:custGeom>
              <a:rect l="l" t="t" r="r" b="b"/>
              <a:pathLst>
                <a:path w="2175" h="3474" extrusionOk="0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4" name="Google Shape;10764;p65"/>
            <p:cNvSpPr/>
            <p:nvPr/>
          </p:nvSpPr>
          <p:spPr>
            <a:xfrm>
              <a:off x="-45542526" y="2456975"/>
              <a:ext cx="55150" cy="123300"/>
            </a:xfrm>
            <a:custGeom>
              <a:rect l="l" t="t" r="r" b="b"/>
              <a:pathLst>
                <a:path w="2206" h="4932" extrusionOk="0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5" name="Google Shape;10765;p65"/>
            <p:cNvSpPr/>
            <p:nvPr/>
          </p:nvSpPr>
          <p:spPr>
            <a:xfrm>
              <a:off x="-45541750" y="2386100"/>
              <a:ext cx="35475" cy="18125"/>
            </a:xfrm>
            <a:custGeom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6" name="Google Shape;10766;p65"/>
            <p:cNvSpPr/>
            <p:nvPr/>
          </p:nvSpPr>
          <p:spPr>
            <a:xfrm>
              <a:off x="-45488175" y="2386100"/>
              <a:ext cx="35450" cy="18125"/>
            </a:xfrm>
            <a:custGeom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67" name="Google Shape;10767;p65"/>
            <p:cNvSpPr/>
            <p:nvPr/>
          </p:nvSpPr>
          <p:spPr>
            <a:xfrm>
              <a:off x="-45436200" y="2386100"/>
              <a:ext cx="35450" cy="18125"/>
            </a:xfrm>
            <a:custGeom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68" name="Google Shape;10768;p65"/>
          <p:cNvGrpSpPr/>
          <p:nvPr/>
        </p:nvGrpSpPr>
        <p:grpSpPr>
          <a:xfrm>
            <a:off x="3073103" y="3592401"/>
            <a:ext cx="359870" cy="357573"/>
            <a:chOff x="-45665399" y="2703250"/>
            <a:chExt cx="301500" cy="299575"/>
          </a:xfrm>
        </p:grpSpPr>
        <p:sp>
          <p:nvSpPr>
            <p:cNvPr id="10769" name="Google Shape;10769;p65"/>
            <p:cNvSpPr/>
            <p:nvPr/>
          </p:nvSpPr>
          <p:spPr>
            <a:xfrm>
              <a:off x="-45664624" y="2703250"/>
              <a:ext cx="300725" cy="299575"/>
            </a:xfrm>
            <a:custGeom>
              <a:rect l="l" t="t" r="r" b="b"/>
              <a:pathLst>
                <a:path w="12029" h="11983" extrusionOk="0">
                  <a:moveTo>
                    <a:pt x="9799" y="1271"/>
                  </a:moveTo>
                  <a:lnTo>
                    <a:pt x="4947" y="4926"/>
                  </a:lnTo>
                  <a:lnTo>
                    <a:pt x="1482" y="3823"/>
                  </a:lnTo>
                  <a:lnTo>
                    <a:pt x="9799" y="1271"/>
                  </a:lnTo>
                  <a:close/>
                  <a:moveTo>
                    <a:pt x="9830" y="2153"/>
                  </a:moveTo>
                  <a:lnTo>
                    <a:pt x="6459" y="6627"/>
                  </a:lnTo>
                  <a:lnTo>
                    <a:pt x="4727" y="7257"/>
                  </a:lnTo>
                  <a:lnTo>
                    <a:pt x="5357" y="5524"/>
                  </a:lnTo>
                  <a:lnTo>
                    <a:pt x="9830" y="2153"/>
                  </a:lnTo>
                  <a:close/>
                  <a:moveTo>
                    <a:pt x="10681" y="2153"/>
                  </a:moveTo>
                  <a:lnTo>
                    <a:pt x="8098" y="10439"/>
                  </a:lnTo>
                  <a:lnTo>
                    <a:pt x="6995" y="6973"/>
                  </a:lnTo>
                  <a:lnTo>
                    <a:pt x="10681" y="2153"/>
                  </a:lnTo>
                  <a:close/>
                  <a:moveTo>
                    <a:pt x="11627" y="0"/>
                  </a:moveTo>
                  <a:cubicBezTo>
                    <a:pt x="11596" y="0"/>
                    <a:pt x="11564" y="4"/>
                    <a:pt x="11532" y="11"/>
                  </a:cubicBezTo>
                  <a:lnTo>
                    <a:pt x="221" y="3508"/>
                  </a:lnTo>
                  <a:cubicBezTo>
                    <a:pt x="64" y="3571"/>
                    <a:pt x="1" y="3728"/>
                    <a:pt x="1" y="3886"/>
                  </a:cubicBezTo>
                  <a:cubicBezTo>
                    <a:pt x="1" y="4043"/>
                    <a:pt x="127" y="4138"/>
                    <a:pt x="221" y="4232"/>
                  </a:cubicBezTo>
                  <a:lnTo>
                    <a:pt x="4569" y="5619"/>
                  </a:lnTo>
                  <a:lnTo>
                    <a:pt x="3750" y="7824"/>
                  </a:lnTo>
                  <a:cubicBezTo>
                    <a:pt x="3687" y="7919"/>
                    <a:pt x="3750" y="8076"/>
                    <a:pt x="3813" y="8171"/>
                  </a:cubicBezTo>
                  <a:cubicBezTo>
                    <a:pt x="3880" y="8215"/>
                    <a:pt x="3978" y="8260"/>
                    <a:pt x="4063" y="8260"/>
                  </a:cubicBezTo>
                  <a:cubicBezTo>
                    <a:pt x="4099" y="8260"/>
                    <a:pt x="4132" y="8252"/>
                    <a:pt x="4160" y="8234"/>
                  </a:cubicBezTo>
                  <a:lnTo>
                    <a:pt x="6365" y="7414"/>
                  </a:lnTo>
                  <a:lnTo>
                    <a:pt x="7751" y="11762"/>
                  </a:lnTo>
                  <a:cubicBezTo>
                    <a:pt x="7783" y="11920"/>
                    <a:pt x="7940" y="11983"/>
                    <a:pt x="8098" y="11983"/>
                  </a:cubicBezTo>
                  <a:cubicBezTo>
                    <a:pt x="8255" y="11983"/>
                    <a:pt x="8381" y="11857"/>
                    <a:pt x="8476" y="11762"/>
                  </a:cubicBezTo>
                  <a:lnTo>
                    <a:pt x="11973" y="483"/>
                  </a:lnTo>
                  <a:cubicBezTo>
                    <a:pt x="12029" y="205"/>
                    <a:pt x="11862" y="0"/>
                    <a:pt x="11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0" name="Google Shape;10770;p65"/>
            <p:cNvSpPr/>
            <p:nvPr/>
          </p:nvSpPr>
          <p:spPr>
            <a:xfrm>
              <a:off x="-45663824" y="2879150"/>
              <a:ext cx="71700" cy="71500"/>
            </a:xfrm>
            <a:custGeom>
              <a:rect l="l" t="t" r="r" b="b"/>
              <a:pathLst>
                <a:path w="2868" h="2860" extrusionOk="0">
                  <a:moveTo>
                    <a:pt x="2517" y="0"/>
                  </a:moveTo>
                  <a:cubicBezTo>
                    <a:pt x="2418" y="0"/>
                    <a:pt x="2316" y="32"/>
                    <a:pt x="2237" y="95"/>
                  </a:cubicBezTo>
                  <a:lnTo>
                    <a:pt x="126" y="2237"/>
                  </a:lnTo>
                  <a:cubicBezTo>
                    <a:pt x="0" y="2363"/>
                    <a:pt x="0" y="2584"/>
                    <a:pt x="126" y="2741"/>
                  </a:cubicBezTo>
                  <a:cubicBezTo>
                    <a:pt x="205" y="2820"/>
                    <a:pt x="300" y="2859"/>
                    <a:pt x="390" y="2859"/>
                  </a:cubicBezTo>
                  <a:cubicBezTo>
                    <a:pt x="481" y="2859"/>
                    <a:pt x="568" y="2820"/>
                    <a:pt x="631" y="2741"/>
                  </a:cubicBezTo>
                  <a:lnTo>
                    <a:pt x="2773" y="630"/>
                  </a:lnTo>
                  <a:cubicBezTo>
                    <a:pt x="2867" y="504"/>
                    <a:pt x="2867" y="252"/>
                    <a:pt x="2773" y="95"/>
                  </a:cubicBezTo>
                  <a:cubicBezTo>
                    <a:pt x="2710" y="32"/>
                    <a:pt x="2615" y="0"/>
                    <a:pt x="25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1" name="Google Shape;10771;p65"/>
            <p:cNvSpPr/>
            <p:nvPr/>
          </p:nvSpPr>
          <p:spPr>
            <a:xfrm>
              <a:off x="-45613424" y="2929750"/>
              <a:ext cx="71700" cy="71500"/>
            </a:xfrm>
            <a:custGeom>
              <a:rect l="l" t="t" r="r" b="b"/>
              <a:pathLst>
                <a:path w="2868" h="2860" extrusionOk="0">
                  <a:moveTo>
                    <a:pt x="2478" y="1"/>
                  </a:moveTo>
                  <a:cubicBezTo>
                    <a:pt x="2387" y="1"/>
                    <a:pt x="2301" y="40"/>
                    <a:pt x="2238" y="119"/>
                  </a:cubicBezTo>
                  <a:lnTo>
                    <a:pt x="127" y="2261"/>
                  </a:lnTo>
                  <a:cubicBezTo>
                    <a:pt x="1" y="2387"/>
                    <a:pt x="1" y="2608"/>
                    <a:pt x="127" y="2765"/>
                  </a:cubicBezTo>
                  <a:cubicBezTo>
                    <a:pt x="190" y="2828"/>
                    <a:pt x="276" y="2860"/>
                    <a:pt x="367" y="2860"/>
                  </a:cubicBezTo>
                  <a:cubicBezTo>
                    <a:pt x="458" y="2860"/>
                    <a:pt x="552" y="2828"/>
                    <a:pt x="631" y="2765"/>
                  </a:cubicBezTo>
                  <a:lnTo>
                    <a:pt x="2742" y="654"/>
                  </a:lnTo>
                  <a:cubicBezTo>
                    <a:pt x="2868" y="528"/>
                    <a:pt x="2868" y="276"/>
                    <a:pt x="2742" y="119"/>
                  </a:cubicBezTo>
                  <a:cubicBezTo>
                    <a:pt x="2663" y="40"/>
                    <a:pt x="2568" y="1"/>
                    <a:pt x="24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2" name="Google Shape;10772;p65"/>
            <p:cNvSpPr/>
            <p:nvPr/>
          </p:nvSpPr>
          <p:spPr>
            <a:xfrm>
              <a:off x="-45665399" y="2923050"/>
              <a:ext cx="81150" cy="79000"/>
            </a:xfrm>
            <a:custGeom>
              <a:rect l="l" t="t" r="r" b="b"/>
              <a:pathLst>
                <a:path w="3246" h="3160" extrusionOk="0">
                  <a:moveTo>
                    <a:pt x="2859" y="1"/>
                  </a:moveTo>
                  <a:cubicBezTo>
                    <a:pt x="2765" y="1"/>
                    <a:pt x="2663" y="24"/>
                    <a:pt x="2584" y="72"/>
                  </a:cubicBezTo>
                  <a:lnTo>
                    <a:pt x="95" y="2561"/>
                  </a:lnTo>
                  <a:cubicBezTo>
                    <a:pt x="0" y="2687"/>
                    <a:pt x="0" y="2907"/>
                    <a:pt x="95" y="3065"/>
                  </a:cubicBezTo>
                  <a:cubicBezTo>
                    <a:pt x="158" y="3128"/>
                    <a:pt x="252" y="3159"/>
                    <a:pt x="351" y="3159"/>
                  </a:cubicBezTo>
                  <a:cubicBezTo>
                    <a:pt x="449" y="3159"/>
                    <a:pt x="552" y="3128"/>
                    <a:pt x="631" y="3065"/>
                  </a:cubicBezTo>
                  <a:lnTo>
                    <a:pt x="3088" y="607"/>
                  </a:lnTo>
                  <a:cubicBezTo>
                    <a:pt x="3245" y="450"/>
                    <a:pt x="3245" y="229"/>
                    <a:pt x="3088" y="72"/>
                  </a:cubicBezTo>
                  <a:cubicBezTo>
                    <a:pt x="3041" y="24"/>
                    <a:pt x="2954" y="1"/>
                    <a:pt x="2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73" name="Google Shape;10773;p65"/>
          <p:cNvGrpSpPr/>
          <p:nvPr/>
        </p:nvGrpSpPr>
        <p:grpSpPr>
          <a:xfrm>
            <a:off x="2174760" y="4033337"/>
            <a:ext cx="359154" cy="360109"/>
            <a:chOff x="-44528076" y="1982825"/>
            <a:chExt cx="300900" cy="301700"/>
          </a:xfrm>
        </p:grpSpPr>
        <p:sp>
          <p:nvSpPr>
            <p:cNvPr id="10774" name="Google Shape;10774;p65"/>
            <p:cNvSpPr/>
            <p:nvPr/>
          </p:nvSpPr>
          <p:spPr>
            <a:xfrm>
              <a:off x="-44528076" y="1982825"/>
              <a:ext cx="300900" cy="301700"/>
            </a:xfrm>
            <a:custGeom>
              <a:rect l="l" t="t" r="r" b="b"/>
              <a:pathLst>
                <a:path w="12036" h="12068" extrusionOk="0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5" name="Google Shape;10775;p65"/>
            <p:cNvSpPr/>
            <p:nvPr/>
          </p:nvSpPr>
          <p:spPr>
            <a:xfrm>
              <a:off x="-44455600" y="205372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6" name="Google Shape;10776;p65"/>
            <p:cNvSpPr/>
            <p:nvPr/>
          </p:nvSpPr>
          <p:spPr>
            <a:xfrm>
              <a:off x="-44455600" y="21947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7" name="Google Shape;10777;p65"/>
            <p:cNvSpPr/>
            <p:nvPr/>
          </p:nvSpPr>
          <p:spPr>
            <a:xfrm>
              <a:off x="-44314625" y="21947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8" name="Google Shape;10778;p65"/>
            <p:cNvSpPr/>
            <p:nvPr/>
          </p:nvSpPr>
          <p:spPr>
            <a:xfrm>
              <a:off x="-44314625" y="2053725"/>
              <a:ext cx="17350" cy="18125"/>
            </a:xfrm>
            <a:custGeom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79" name="Google Shape;10779;p65"/>
            <p:cNvSpPr/>
            <p:nvPr/>
          </p:nvSpPr>
          <p:spPr>
            <a:xfrm>
              <a:off x="-44447724" y="2062375"/>
              <a:ext cx="143350" cy="140225"/>
            </a:xfrm>
            <a:custGeom>
              <a:rect l="l" t="t" r="r" b="b"/>
              <a:pathLst>
                <a:path w="5734" h="5609" extrusionOk="0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80" name="Google Shape;10780;p65"/>
            <p:cNvSpPr/>
            <p:nvPr/>
          </p:nvSpPr>
          <p:spPr>
            <a:xfrm>
              <a:off x="-44403625" y="2107275"/>
              <a:ext cx="53575" cy="52800"/>
            </a:xfrm>
            <a:custGeom>
              <a:rect l="l" t="t" r="r" b="b"/>
              <a:pathLst>
                <a:path w="2143" h="2112" extrusionOk="0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81" name="Google Shape;10781;p65"/>
          <p:cNvSpPr/>
          <p:nvPr/>
        </p:nvSpPr>
        <p:spPr>
          <a:xfrm>
            <a:off x="2628711" y="1302875"/>
            <a:ext cx="358199" cy="358199"/>
          </a:xfrm>
          <a:custGeom>
            <a:rect l="l" t="t" r="r" b="b"/>
            <a:pathLst>
              <a:path w="12004" h="12004" extrusionOk="0">
                <a:moveTo>
                  <a:pt x="5671" y="725"/>
                </a:moveTo>
                <a:lnTo>
                  <a:pt x="5671" y="2395"/>
                </a:lnTo>
                <a:cubicBezTo>
                  <a:pt x="5671" y="2616"/>
                  <a:pt x="5843" y="2760"/>
                  <a:pt x="6021" y="2760"/>
                </a:cubicBezTo>
                <a:cubicBezTo>
                  <a:pt x="6097" y="2760"/>
                  <a:pt x="6173" y="2734"/>
                  <a:pt x="6239" y="2678"/>
                </a:cubicBezTo>
                <a:cubicBezTo>
                  <a:pt x="6365" y="2552"/>
                  <a:pt x="6554" y="2489"/>
                  <a:pt x="6711" y="2489"/>
                </a:cubicBezTo>
                <a:cubicBezTo>
                  <a:pt x="7121" y="2489"/>
                  <a:pt x="7436" y="2804"/>
                  <a:pt x="7436" y="3182"/>
                </a:cubicBezTo>
                <a:cubicBezTo>
                  <a:pt x="7436" y="3592"/>
                  <a:pt x="7121" y="3907"/>
                  <a:pt x="6711" y="3907"/>
                </a:cubicBezTo>
                <a:cubicBezTo>
                  <a:pt x="6554" y="3907"/>
                  <a:pt x="6365" y="3812"/>
                  <a:pt x="6239" y="3686"/>
                </a:cubicBezTo>
                <a:cubicBezTo>
                  <a:pt x="6173" y="3630"/>
                  <a:pt x="6097" y="3605"/>
                  <a:pt x="6021" y="3605"/>
                </a:cubicBezTo>
                <a:cubicBezTo>
                  <a:pt x="5843" y="3605"/>
                  <a:pt x="5671" y="3748"/>
                  <a:pt x="5671" y="3970"/>
                </a:cubicBezTo>
                <a:lnTo>
                  <a:pt x="5671" y="5640"/>
                </a:lnTo>
                <a:lnTo>
                  <a:pt x="4569" y="5640"/>
                </a:lnTo>
                <a:cubicBezTo>
                  <a:pt x="4600" y="5514"/>
                  <a:pt x="4600" y="5388"/>
                  <a:pt x="4600" y="5262"/>
                </a:cubicBezTo>
                <a:cubicBezTo>
                  <a:pt x="4600" y="4474"/>
                  <a:pt x="3970" y="3875"/>
                  <a:pt x="3183" y="3875"/>
                </a:cubicBezTo>
                <a:cubicBezTo>
                  <a:pt x="2395" y="3875"/>
                  <a:pt x="1765" y="4474"/>
                  <a:pt x="1765" y="5262"/>
                </a:cubicBezTo>
                <a:cubicBezTo>
                  <a:pt x="1765" y="5388"/>
                  <a:pt x="1765" y="5514"/>
                  <a:pt x="1796" y="5640"/>
                </a:cubicBezTo>
                <a:lnTo>
                  <a:pt x="694" y="5640"/>
                </a:lnTo>
                <a:lnTo>
                  <a:pt x="694" y="1071"/>
                </a:lnTo>
                <a:cubicBezTo>
                  <a:pt x="694" y="882"/>
                  <a:pt x="851" y="725"/>
                  <a:pt x="1040" y="725"/>
                </a:cubicBezTo>
                <a:close/>
                <a:moveTo>
                  <a:pt x="10964" y="725"/>
                </a:moveTo>
                <a:cubicBezTo>
                  <a:pt x="11122" y="725"/>
                  <a:pt x="11311" y="882"/>
                  <a:pt x="11311" y="1071"/>
                </a:cubicBezTo>
                <a:lnTo>
                  <a:pt x="11311" y="5671"/>
                </a:lnTo>
                <a:lnTo>
                  <a:pt x="9610" y="5671"/>
                </a:lnTo>
                <a:cubicBezTo>
                  <a:pt x="9295" y="5671"/>
                  <a:pt x="9169" y="6018"/>
                  <a:pt x="9326" y="6270"/>
                </a:cubicBezTo>
                <a:cubicBezTo>
                  <a:pt x="9452" y="6396"/>
                  <a:pt x="9515" y="6585"/>
                  <a:pt x="9515" y="6742"/>
                </a:cubicBezTo>
                <a:cubicBezTo>
                  <a:pt x="9515" y="7120"/>
                  <a:pt x="9200" y="7435"/>
                  <a:pt x="8822" y="7435"/>
                </a:cubicBezTo>
                <a:cubicBezTo>
                  <a:pt x="8412" y="7435"/>
                  <a:pt x="8097" y="7120"/>
                  <a:pt x="8097" y="6742"/>
                </a:cubicBezTo>
                <a:cubicBezTo>
                  <a:pt x="8097" y="6585"/>
                  <a:pt x="8192" y="6364"/>
                  <a:pt x="8286" y="6270"/>
                </a:cubicBezTo>
                <a:cubicBezTo>
                  <a:pt x="8507" y="6018"/>
                  <a:pt x="8349" y="5671"/>
                  <a:pt x="8034" y="5671"/>
                </a:cubicBezTo>
                <a:lnTo>
                  <a:pt x="6365" y="5671"/>
                </a:lnTo>
                <a:lnTo>
                  <a:pt x="6365" y="4568"/>
                </a:lnTo>
                <a:cubicBezTo>
                  <a:pt x="6491" y="4600"/>
                  <a:pt x="6617" y="4600"/>
                  <a:pt x="6711" y="4600"/>
                </a:cubicBezTo>
                <a:cubicBezTo>
                  <a:pt x="7499" y="4600"/>
                  <a:pt x="8160" y="3970"/>
                  <a:pt x="8160" y="3182"/>
                </a:cubicBezTo>
                <a:cubicBezTo>
                  <a:pt x="8160" y="2395"/>
                  <a:pt x="7499" y="1764"/>
                  <a:pt x="6711" y="1764"/>
                </a:cubicBezTo>
                <a:cubicBezTo>
                  <a:pt x="6617" y="1764"/>
                  <a:pt x="6491" y="1764"/>
                  <a:pt x="6365" y="1796"/>
                </a:cubicBezTo>
                <a:lnTo>
                  <a:pt x="6365" y="725"/>
                </a:lnTo>
                <a:close/>
                <a:moveTo>
                  <a:pt x="3183" y="4568"/>
                </a:moveTo>
                <a:cubicBezTo>
                  <a:pt x="3561" y="4568"/>
                  <a:pt x="3876" y="4883"/>
                  <a:pt x="3876" y="5293"/>
                </a:cubicBezTo>
                <a:cubicBezTo>
                  <a:pt x="3876" y="5451"/>
                  <a:pt x="3813" y="5640"/>
                  <a:pt x="3687" y="5766"/>
                </a:cubicBezTo>
                <a:cubicBezTo>
                  <a:pt x="3498" y="5986"/>
                  <a:pt x="3655" y="6333"/>
                  <a:pt x="3970" y="6333"/>
                </a:cubicBezTo>
                <a:lnTo>
                  <a:pt x="5608" y="6333"/>
                </a:lnTo>
                <a:lnTo>
                  <a:pt x="5608" y="7435"/>
                </a:lnTo>
                <a:cubicBezTo>
                  <a:pt x="5514" y="7404"/>
                  <a:pt x="5388" y="7404"/>
                  <a:pt x="5262" y="7404"/>
                </a:cubicBezTo>
                <a:cubicBezTo>
                  <a:pt x="4474" y="7404"/>
                  <a:pt x="3844" y="8034"/>
                  <a:pt x="3844" y="8822"/>
                </a:cubicBezTo>
                <a:cubicBezTo>
                  <a:pt x="3844" y="9609"/>
                  <a:pt x="4474" y="10239"/>
                  <a:pt x="5262" y="10239"/>
                </a:cubicBezTo>
                <a:cubicBezTo>
                  <a:pt x="5388" y="10239"/>
                  <a:pt x="5514" y="10239"/>
                  <a:pt x="5608" y="10208"/>
                </a:cubicBezTo>
                <a:lnTo>
                  <a:pt x="5608" y="11310"/>
                </a:lnTo>
                <a:lnTo>
                  <a:pt x="1009" y="11310"/>
                </a:lnTo>
                <a:cubicBezTo>
                  <a:pt x="851" y="11310"/>
                  <a:pt x="694" y="11153"/>
                  <a:pt x="694" y="10964"/>
                </a:cubicBezTo>
                <a:lnTo>
                  <a:pt x="694" y="6333"/>
                </a:lnTo>
                <a:lnTo>
                  <a:pt x="2395" y="6333"/>
                </a:lnTo>
                <a:cubicBezTo>
                  <a:pt x="2710" y="6333"/>
                  <a:pt x="2868" y="5986"/>
                  <a:pt x="2679" y="5766"/>
                </a:cubicBezTo>
                <a:cubicBezTo>
                  <a:pt x="2552" y="5640"/>
                  <a:pt x="2458" y="5482"/>
                  <a:pt x="2458" y="5293"/>
                </a:cubicBezTo>
                <a:cubicBezTo>
                  <a:pt x="2458" y="4883"/>
                  <a:pt x="2773" y="4568"/>
                  <a:pt x="3183" y="4568"/>
                </a:cubicBezTo>
                <a:close/>
                <a:moveTo>
                  <a:pt x="11311" y="6333"/>
                </a:moveTo>
                <a:lnTo>
                  <a:pt x="11311" y="10964"/>
                </a:lnTo>
                <a:cubicBezTo>
                  <a:pt x="11311" y="11153"/>
                  <a:pt x="11153" y="11310"/>
                  <a:pt x="10933" y="11310"/>
                </a:cubicBezTo>
                <a:lnTo>
                  <a:pt x="6333" y="11310"/>
                </a:lnTo>
                <a:lnTo>
                  <a:pt x="6333" y="9609"/>
                </a:lnTo>
                <a:cubicBezTo>
                  <a:pt x="6333" y="9388"/>
                  <a:pt x="6162" y="9244"/>
                  <a:pt x="5972" y="9244"/>
                </a:cubicBezTo>
                <a:cubicBezTo>
                  <a:pt x="5892" y="9244"/>
                  <a:pt x="5809" y="9270"/>
                  <a:pt x="5735" y="9326"/>
                </a:cubicBezTo>
                <a:cubicBezTo>
                  <a:pt x="5640" y="9452"/>
                  <a:pt x="5482" y="9546"/>
                  <a:pt x="5262" y="9546"/>
                </a:cubicBezTo>
                <a:cubicBezTo>
                  <a:pt x="4884" y="9546"/>
                  <a:pt x="4569" y="9231"/>
                  <a:pt x="4569" y="8822"/>
                </a:cubicBezTo>
                <a:cubicBezTo>
                  <a:pt x="4569" y="8443"/>
                  <a:pt x="4884" y="8097"/>
                  <a:pt x="5262" y="8097"/>
                </a:cubicBezTo>
                <a:cubicBezTo>
                  <a:pt x="5419" y="8097"/>
                  <a:pt x="5640" y="8191"/>
                  <a:pt x="5735" y="8317"/>
                </a:cubicBezTo>
                <a:cubicBezTo>
                  <a:pt x="5809" y="8374"/>
                  <a:pt x="5892" y="8399"/>
                  <a:pt x="5972" y="8399"/>
                </a:cubicBezTo>
                <a:cubicBezTo>
                  <a:pt x="6162" y="8399"/>
                  <a:pt x="6333" y="8255"/>
                  <a:pt x="6333" y="8034"/>
                </a:cubicBezTo>
                <a:lnTo>
                  <a:pt x="6333" y="6333"/>
                </a:lnTo>
                <a:lnTo>
                  <a:pt x="7436" y="6333"/>
                </a:lnTo>
                <a:cubicBezTo>
                  <a:pt x="7404" y="6459"/>
                  <a:pt x="7404" y="6585"/>
                  <a:pt x="7404" y="6711"/>
                </a:cubicBezTo>
                <a:cubicBezTo>
                  <a:pt x="7404" y="7498"/>
                  <a:pt x="8034" y="8097"/>
                  <a:pt x="8822" y="8097"/>
                </a:cubicBezTo>
                <a:cubicBezTo>
                  <a:pt x="9610" y="8097"/>
                  <a:pt x="10240" y="7498"/>
                  <a:pt x="10240" y="6711"/>
                </a:cubicBezTo>
                <a:cubicBezTo>
                  <a:pt x="10240" y="6585"/>
                  <a:pt x="10240" y="6459"/>
                  <a:pt x="10208" y="6333"/>
                </a:cubicBezTo>
                <a:close/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10964"/>
                </a:lnTo>
                <a:cubicBezTo>
                  <a:pt x="1" y="11531"/>
                  <a:pt x="473" y="12004"/>
                  <a:pt x="1040" y="12004"/>
                </a:cubicBezTo>
                <a:lnTo>
                  <a:pt x="10933" y="12004"/>
                </a:lnTo>
                <a:cubicBezTo>
                  <a:pt x="11531" y="12004"/>
                  <a:pt x="12004" y="11531"/>
                  <a:pt x="12004" y="10964"/>
                </a:cubicBezTo>
                <a:lnTo>
                  <a:pt x="12004" y="1071"/>
                </a:lnTo>
                <a:cubicBezTo>
                  <a:pt x="11972" y="473"/>
                  <a:pt x="11500" y="0"/>
                  <a:pt x="1093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82" name="Google Shape;10782;p65"/>
          <p:cNvGrpSpPr/>
          <p:nvPr/>
        </p:nvGrpSpPr>
        <p:grpSpPr>
          <a:xfrm>
            <a:off x="2625923" y="1758885"/>
            <a:ext cx="358199" cy="358229"/>
            <a:chOff x="-49048250" y="2316775"/>
            <a:chExt cx="300100" cy="300125"/>
          </a:xfrm>
        </p:grpSpPr>
        <p:sp>
          <p:nvSpPr>
            <p:cNvPr id="10783" name="Google Shape;10783;p65"/>
            <p:cNvSpPr/>
            <p:nvPr/>
          </p:nvSpPr>
          <p:spPr>
            <a:xfrm>
              <a:off x="-49048250" y="2316775"/>
              <a:ext cx="300100" cy="300125"/>
            </a:xfrm>
            <a:custGeom>
              <a:rect l="l" t="t" r="r" b="b"/>
              <a:pathLst>
                <a:path w="12004" h="12005" extrusionOk="0">
                  <a:moveTo>
                    <a:pt x="10933" y="663"/>
                  </a:moveTo>
                  <a:cubicBezTo>
                    <a:pt x="11122" y="694"/>
                    <a:pt x="11311" y="852"/>
                    <a:pt x="11311" y="1009"/>
                  </a:cubicBezTo>
                  <a:lnTo>
                    <a:pt x="11311" y="1734"/>
                  </a:lnTo>
                  <a:lnTo>
                    <a:pt x="10366" y="1734"/>
                  </a:lnTo>
                  <a:lnTo>
                    <a:pt x="9106" y="663"/>
                  </a:lnTo>
                  <a:close/>
                  <a:moveTo>
                    <a:pt x="5136" y="694"/>
                  </a:moveTo>
                  <a:lnTo>
                    <a:pt x="6396" y="1765"/>
                  </a:lnTo>
                  <a:lnTo>
                    <a:pt x="4726" y="1765"/>
                  </a:lnTo>
                  <a:lnTo>
                    <a:pt x="3466" y="694"/>
                  </a:lnTo>
                  <a:close/>
                  <a:moveTo>
                    <a:pt x="7971" y="694"/>
                  </a:moveTo>
                  <a:lnTo>
                    <a:pt x="9232" y="1765"/>
                  </a:lnTo>
                  <a:lnTo>
                    <a:pt x="7562" y="1765"/>
                  </a:lnTo>
                  <a:lnTo>
                    <a:pt x="6302" y="694"/>
                  </a:lnTo>
                  <a:close/>
                  <a:moveTo>
                    <a:pt x="2363" y="663"/>
                  </a:moveTo>
                  <a:lnTo>
                    <a:pt x="4033" y="2080"/>
                  </a:lnTo>
                  <a:lnTo>
                    <a:pt x="2363" y="3498"/>
                  </a:lnTo>
                  <a:lnTo>
                    <a:pt x="694" y="3498"/>
                  </a:lnTo>
                  <a:lnTo>
                    <a:pt x="694" y="1009"/>
                  </a:lnTo>
                  <a:cubicBezTo>
                    <a:pt x="694" y="820"/>
                    <a:pt x="851" y="663"/>
                    <a:pt x="1040" y="663"/>
                  </a:cubicBezTo>
                  <a:close/>
                  <a:moveTo>
                    <a:pt x="6396" y="2427"/>
                  </a:moveTo>
                  <a:lnTo>
                    <a:pt x="5136" y="3498"/>
                  </a:lnTo>
                  <a:lnTo>
                    <a:pt x="3466" y="3498"/>
                  </a:lnTo>
                  <a:lnTo>
                    <a:pt x="4726" y="2427"/>
                  </a:lnTo>
                  <a:close/>
                  <a:moveTo>
                    <a:pt x="9200" y="2427"/>
                  </a:moveTo>
                  <a:lnTo>
                    <a:pt x="7940" y="3498"/>
                  </a:lnTo>
                  <a:lnTo>
                    <a:pt x="6239" y="3498"/>
                  </a:lnTo>
                  <a:lnTo>
                    <a:pt x="7499" y="2427"/>
                  </a:lnTo>
                  <a:close/>
                  <a:moveTo>
                    <a:pt x="11248" y="2427"/>
                  </a:moveTo>
                  <a:lnTo>
                    <a:pt x="11248" y="3498"/>
                  </a:lnTo>
                  <a:lnTo>
                    <a:pt x="9043" y="3498"/>
                  </a:lnTo>
                  <a:lnTo>
                    <a:pt x="10303" y="2427"/>
                  </a:lnTo>
                  <a:close/>
                  <a:moveTo>
                    <a:pt x="11311" y="4160"/>
                  </a:moveTo>
                  <a:lnTo>
                    <a:pt x="11311" y="10902"/>
                  </a:lnTo>
                  <a:cubicBezTo>
                    <a:pt x="11311" y="11091"/>
                    <a:pt x="11153" y="11248"/>
                    <a:pt x="10933" y="11248"/>
                  </a:cubicBezTo>
                  <a:lnTo>
                    <a:pt x="1072" y="11248"/>
                  </a:lnTo>
                  <a:cubicBezTo>
                    <a:pt x="851" y="11248"/>
                    <a:pt x="694" y="11091"/>
                    <a:pt x="694" y="10902"/>
                  </a:cubicBezTo>
                  <a:lnTo>
                    <a:pt x="694" y="4160"/>
                  </a:ln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lnTo>
                    <a:pt x="1" y="10933"/>
                  </a:lnTo>
                  <a:cubicBezTo>
                    <a:pt x="1" y="11532"/>
                    <a:pt x="473" y="12004"/>
                    <a:pt x="1040" y="12004"/>
                  </a:cubicBezTo>
                  <a:lnTo>
                    <a:pt x="10933" y="12004"/>
                  </a:lnTo>
                  <a:cubicBezTo>
                    <a:pt x="11531" y="12004"/>
                    <a:pt x="12004" y="11532"/>
                    <a:pt x="12004" y="10933"/>
                  </a:cubicBezTo>
                  <a:lnTo>
                    <a:pt x="12004" y="3845"/>
                  </a:lnTo>
                  <a:lnTo>
                    <a:pt x="12004" y="1041"/>
                  </a:lnTo>
                  <a:cubicBezTo>
                    <a:pt x="11972" y="474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84" name="Google Shape;10784;p65"/>
            <p:cNvSpPr/>
            <p:nvPr/>
          </p:nvSpPr>
          <p:spPr>
            <a:xfrm>
              <a:off x="-49004150" y="2360100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85" name="Google Shape;10785;p65"/>
            <p:cNvSpPr/>
            <p:nvPr/>
          </p:nvSpPr>
          <p:spPr>
            <a:xfrm>
              <a:off x="-48925376" y="2465650"/>
              <a:ext cx="71700" cy="86650"/>
            </a:xfrm>
            <a:custGeom>
              <a:rect l="l" t="t" r="r" b="b"/>
              <a:pathLst>
                <a:path w="2868" h="3466" extrusionOk="0">
                  <a:moveTo>
                    <a:pt x="693" y="1040"/>
                  </a:moveTo>
                  <a:lnTo>
                    <a:pt x="1859" y="1796"/>
                  </a:lnTo>
                  <a:lnTo>
                    <a:pt x="693" y="2552"/>
                  </a:lnTo>
                  <a:lnTo>
                    <a:pt x="693" y="1040"/>
                  </a:lnTo>
                  <a:close/>
                  <a:moveTo>
                    <a:pt x="343" y="1"/>
                  </a:moveTo>
                  <a:cubicBezTo>
                    <a:pt x="167" y="1"/>
                    <a:pt x="0" y="141"/>
                    <a:pt x="0" y="347"/>
                  </a:cubicBezTo>
                  <a:lnTo>
                    <a:pt x="0" y="3151"/>
                  </a:lnTo>
                  <a:cubicBezTo>
                    <a:pt x="0" y="3333"/>
                    <a:pt x="165" y="3466"/>
                    <a:pt x="340" y="3466"/>
                  </a:cubicBezTo>
                  <a:cubicBezTo>
                    <a:pt x="407" y="3466"/>
                    <a:pt x="475" y="3446"/>
                    <a:pt x="536" y="3403"/>
                  </a:cubicBezTo>
                  <a:lnTo>
                    <a:pt x="2678" y="1985"/>
                  </a:lnTo>
                  <a:cubicBezTo>
                    <a:pt x="2867" y="1922"/>
                    <a:pt x="2867" y="1639"/>
                    <a:pt x="2678" y="1481"/>
                  </a:cubicBezTo>
                  <a:lnTo>
                    <a:pt x="536" y="63"/>
                  </a:lnTo>
                  <a:cubicBezTo>
                    <a:pt x="476" y="20"/>
                    <a:pt x="409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86" name="Google Shape;10786;p65"/>
            <p:cNvSpPr/>
            <p:nvPr/>
          </p:nvSpPr>
          <p:spPr>
            <a:xfrm>
              <a:off x="-48977348" y="2431000"/>
              <a:ext cx="157525" cy="157550"/>
            </a:xfrm>
            <a:custGeom>
              <a:rect l="l" t="t" r="r" b="b"/>
              <a:pathLst>
                <a:path w="6301" h="6302" extrusionOk="0">
                  <a:moveTo>
                    <a:pt x="3151" y="756"/>
                  </a:moveTo>
                  <a:cubicBezTo>
                    <a:pt x="4474" y="756"/>
                    <a:pt x="5576" y="1859"/>
                    <a:pt x="5576" y="3182"/>
                  </a:cubicBezTo>
                  <a:cubicBezTo>
                    <a:pt x="5608" y="4537"/>
                    <a:pt x="4537" y="5640"/>
                    <a:pt x="3151" y="5640"/>
                  </a:cubicBezTo>
                  <a:cubicBezTo>
                    <a:pt x="1796" y="5640"/>
                    <a:pt x="693" y="4537"/>
                    <a:pt x="693" y="3182"/>
                  </a:cubicBezTo>
                  <a:cubicBezTo>
                    <a:pt x="693" y="1859"/>
                    <a:pt x="1796" y="756"/>
                    <a:pt x="3151" y="756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3"/>
                    <a:pt x="1418" y="6301"/>
                    <a:pt x="3151" y="6301"/>
                  </a:cubicBezTo>
                  <a:cubicBezTo>
                    <a:pt x="4883" y="6301"/>
                    <a:pt x="6301" y="4883"/>
                    <a:pt x="6301" y="3151"/>
                  </a:cubicBezTo>
                  <a:cubicBezTo>
                    <a:pt x="6301" y="1418"/>
                    <a:pt x="4915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787" name="Google Shape;10787;p65"/>
          <p:cNvSpPr/>
          <p:nvPr/>
        </p:nvSpPr>
        <p:spPr>
          <a:xfrm>
            <a:off x="2627309" y="2206525"/>
            <a:ext cx="361004" cy="357871"/>
          </a:xfrm>
          <a:custGeom>
            <a:rect l="l" t="t" r="r" b="b"/>
            <a:pathLst>
              <a:path w="12098" h="11993" extrusionOk="0">
                <a:moveTo>
                  <a:pt x="9042" y="4337"/>
                </a:moveTo>
                <a:lnTo>
                  <a:pt x="10208" y="4935"/>
                </a:lnTo>
                <a:lnTo>
                  <a:pt x="8695" y="4935"/>
                </a:lnTo>
                <a:lnTo>
                  <a:pt x="9042" y="4337"/>
                </a:lnTo>
                <a:close/>
                <a:moveTo>
                  <a:pt x="5167" y="1753"/>
                </a:moveTo>
                <a:lnTo>
                  <a:pt x="7593" y="5534"/>
                </a:lnTo>
                <a:lnTo>
                  <a:pt x="7026" y="6574"/>
                </a:lnTo>
                <a:lnTo>
                  <a:pt x="5356" y="4022"/>
                </a:lnTo>
                <a:lnTo>
                  <a:pt x="5167" y="1753"/>
                </a:lnTo>
                <a:close/>
                <a:moveTo>
                  <a:pt x="9105" y="5629"/>
                </a:moveTo>
                <a:lnTo>
                  <a:pt x="8664" y="9189"/>
                </a:lnTo>
                <a:lnTo>
                  <a:pt x="7435" y="7298"/>
                </a:lnTo>
                <a:cubicBezTo>
                  <a:pt x="7593" y="7015"/>
                  <a:pt x="8223" y="5849"/>
                  <a:pt x="8349" y="5629"/>
                </a:cubicBezTo>
                <a:close/>
                <a:moveTo>
                  <a:pt x="3088" y="1753"/>
                </a:moveTo>
                <a:lnTo>
                  <a:pt x="8034" y="9504"/>
                </a:lnTo>
                <a:lnTo>
                  <a:pt x="3623" y="7834"/>
                </a:lnTo>
                <a:lnTo>
                  <a:pt x="3088" y="1753"/>
                </a:lnTo>
                <a:close/>
                <a:moveTo>
                  <a:pt x="1355" y="9378"/>
                </a:moveTo>
                <a:lnTo>
                  <a:pt x="4096" y="10134"/>
                </a:lnTo>
                <a:lnTo>
                  <a:pt x="4757" y="11268"/>
                </a:lnTo>
                <a:lnTo>
                  <a:pt x="2773" y="11268"/>
                </a:lnTo>
                <a:lnTo>
                  <a:pt x="1355" y="9378"/>
                </a:lnTo>
                <a:close/>
                <a:moveTo>
                  <a:pt x="4064" y="8748"/>
                </a:moveTo>
                <a:lnTo>
                  <a:pt x="8380" y="10354"/>
                </a:lnTo>
                <a:lnTo>
                  <a:pt x="7971" y="11268"/>
                </a:lnTo>
                <a:lnTo>
                  <a:pt x="5545" y="11268"/>
                </a:lnTo>
                <a:cubicBezTo>
                  <a:pt x="5387" y="10984"/>
                  <a:pt x="4253" y="9063"/>
                  <a:pt x="4064" y="8748"/>
                </a:cubicBezTo>
                <a:close/>
                <a:moveTo>
                  <a:pt x="2485" y="1"/>
                </a:moveTo>
                <a:cubicBezTo>
                  <a:pt x="2453" y="1"/>
                  <a:pt x="2422" y="7"/>
                  <a:pt x="2394" y="21"/>
                </a:cubicBezTo>
                <a:cubicBezTo>
                  <a:pt x="2237" y="52"/>
                  <a:pt x="2174" y="210"/>
                  <a:pt x="2174" y="367"/>
                </a:cubicBezTo>
                <a:cubicBezTo>
                  <a:pt x="2930" y="8527"/>
                  <a:pt x="2836" y="8117"/>
                  <a:pt x="2930" y="8243"/>
                </a:cubicBezTo>
                <a:lnTo>
                  <a:pt x="3497" y="9252"/>
                </a:lnTo>
                <a:lnTo>
                  <a:pt x="473" y="8432"/>
                </a:lnTo>
                <a:cubicBezTo>
                  <a:pt x="437" y="8425"/>
                  <a:pt x="402" y="8422"/>
                  <a:pt x="368" y="8422"/>
                </a:cubicBezTo>
                <a:cubicBezTo>
                  <a:pt x="249" y="8422"/>
                  <a:pt x="143" y="8468"/>
                  <a:pt x="95" y="8590"/>
                </a:cubicBezTo>
                <a:cubicBezTo>
                  <a:pt x="0" y="8716"/>
                  <a:pt x="0" y="8874"/>
                  <a:pt x="95" y="9000"/>
                </a:cubicBezTo>
                <a:lnTo>
                  <a:pt x="2205" y="11835"/>
                </a:lnTo>
                <a:cubicBezTo>
                  <a:pt x="2300" y="11898"/>
                  <a:pt x="2363" y="11993"/>
                  <a:pt x="2489" y="11993"/>
                </a:cubicBezTo>
                <a:lnTo>
                  <a:pt x="8128" y="11993"/>
                </a:lnTo>
                <a:cubicBezTo>
                  <a:pt x="8223" y="11993"/>
                  <a:pt x="8380" y="11898"/>
                  <a:pt x="8443" y="11772"/>
                </a:cubicBezTo>
                <a:lnTo>
                  <a:pt x="9137" y="10354"/>
                </a:lnTo>
                <a:cubicBezTo>
                  <a:pt x="9137" y="10323"/>
                  <a:pt x="9168" y="10291"/>
                  <a:pt x="9168" y="10260"/>
                </a:cubicBezTo>
                <a:lnTo>
                  <a:pt x="9735" y="5629"/>
                </a:lnTo>
                <a:lnTo>
                  <a:pt x="11657" y="5629"/>
                </a:lnTo>
                <a:cubicBezTo>
                  <a:pt x="11814" y="5629"/>
                  <a:pt x="11972" y="5534"/>
                  <a:pt x="12003" y="5377"/>
                </a:cubicBezTo>
                <a:cubicBezTo>
                  <a:pt x="12098" y="5219"/>
                  <a:pt x="12003" y="4998"/>
                  <a:pt x="11846" y="4967"/>
                </a:cubicBezTo>
                <a:lnTo>
                  <a:pt x="9042" y="3549"/>
                </a:lnTo>
                <a:cubicBezTo>
                  <a:pt x="9001" y="3533"/>
                  <a:pt x="8954" y="3525"/>
                  <a:pt x="8906" y="3525"/>
                </a:cubicBezTo>
                <a:cubicBezTo>
                  <a:pt x="8767" y="3525"/>
                  <a:pt x="8616" y="3590"/>
                  <a:pt x="8569" y="3707"/>
                </a:cubicBezTo>
                <a:lnTo>
                  <a:pt x="7908" y="4841"/>
                </a:lnTo>
                <a:lnTo>
                  <a:pt x="4915" y="178"/>
                </a:lnTo>
                <a:cubicBezTo>
                  <a:pt x="4866" y="80"/>
                  <a:pt x="4740" y="1"/>
                  <a:pt x="4627" y="1"/>
                </a:cubicBezTo>
                <a:cubicBezTo>
                  <a:pt x="4595" y="1"/>
                  <a:pt x="4564" y="7"/>
                  <a:pt x="4537" y="21"/>
                </a:cubicBezTo>
                <a:cubicBezTo>
                  <a:pt x="4411" y="52"/>
                  <a:pt x="4285" y="210"/>
                  <a:pt x="4285" y="367"/>
                </a:cubicBezTo>
                <a:lnTo>
                  <a:pt x="4505" y="2762"/>
                </a:lnTo>
                <a:lnTo>
                  <a:pt x="2804" y="178"/>
                </a:lnTo>
                <a:cubicBezTo>
                  <a:pt x="2730" y="80"/>
                  <a:pt x="2599" y="1"/>
                  <a:pt x="24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788" name="Google Shape;10788;p65"/>
          <p:cNvGrpSpPr/>
          <p:nvPr/>
        </p:nvGrpSpPr>
        <p:grpSpPr>
          <a:xfrm>
            <a:off x="1290494" y="2699684"/>
            <a:ext cx="360109" cy="358199"/>
            <a:chOff x="-47160324" y="1974175"/>
            <a:chExt cx="301700" cy="300100"/>
          </a:xfrm>
        </p:grpSpPr>
        <p:sp>
          <p:nvSpPr>
            <p:cNvPr id="10789" name="Google Shape;10789;p65"/>
            <p:cNvSpPr/>
            <p:nvPr/>
          </p:nvSpPr>
          <p:spPr>
            <a:xfrm>
              <a:off x="-47160324" y="1974175"/>
              <a:ext cx="301700" cy="300100"/>
            </a:xfrm>
            <a:custGeom>
              <a:rect l="l" t="t" r="r" b="b"/>
              <a:pathLst>
                <a:path w="12068" h="12004" extrusionOk="0">
                  <a:moveTo>
                    <a:pt x="8539" y="1166"/>
                  </a:moveTo>
                  <a:lnTo>
                    <a:pt x="9452" y="2080"/>
                  </a:lnTo>
                  <a:lnTo>
                    <a:pt x="8539" y="2080"/>
                  </a:lnTo>
                  <a:lnTo>
                    <a:pt x="8539" y="1166"/>
                  </a:lnTo>
                  <a:close/>
                  <a:moveTo>
                    <a:pt x="7846" y="693"/>
                  </a:moveTo>
                  <a:lnTo>
                    <a:pt x="7846" y="2489"/>
                  </a:lnTo>
                  <a:cubicBezTo>
                    <a:pt x="7846" y="2678"/>
                    <a:pt x="8003" y="2836"/>
                    <a:pt x="8192" y="2836"/>
                  </a:cubicBezTo>
                  <a:lnTo>
                    <a:pt x="9957" y="2836"/>
                  </a:lnTo>
                  <a:lnTo>
                    <a:pt x="9957" y="4254"/>
                  </a:lnTo>
                  <a:lnTo>
                    <a:pt x="4916" y="4254"/>
                  </a:lnTo>
                  <a:lnTo>
                    <a:pt x="4538" y="3434"/>
                  </a:lnTo>
                  <a:cubicBezTo>
                    <a:pt x="4349" y="3056"/>
                    <a:pt x="3971" y="2836"/>
                    <a:pt x="3593" y="2836"/>
                  </a:cubicBezTo>
                  <a:lnTo>
                    <a:pt x="2206" y="2836"/>
                  </a:lnTo>
                  <a:lnTo>
                    <a:pt x="2206" y="693"/>
                  </a:lnTo>
                  <a:close/>
                  <a:moveTo>
                    <a:pt x="3561" y="3529"/>
                  </a:moveTo>
                  <a:cubicBezTo>
                    <a:pt x="3656" y="3529"/>
                    <a:pt x="3782" y="3623"/>
                    <a:pt x="3876" y="3718"/>
                  </a:cubicBezTo>
                  <a:lnTo>
                    <a:pt x="4380" y="4758"/>
                  </a:lnTo>
                  <a:cubicBezTo>
                    <a:pt x="4443" y="4884"/>
                    <a:pt x="4569" y="4947"/>
                    <a:pt x="4695" y="4947"/>
                  </a:cubicBezTo>
                  <a:lnTo>
                    <a:pt x="11028" y="4947"/>
                  </a:lnTo>
                  <a:cubicBezTo>
                    <a:pt x="11248" y="4947"/>
                    <a:pt x="11406" y="5104"/>
                    <a:pt x="11406" y="5293"/>
                  </a:cubicBezTo>
                  <a:lnTo>
                    <a:pt x="11406" y="10933"/>
                  </a:lnTo>
                  <a:lnTo>
                    <a:pt x="11343" y="10933"/>
                  </a:lnTo>
                  <a:cubicBezTo>
                    <a:pt x="11343" y="11153"/>
                    <a:pt x="11185" y="11311"/>
                    <a:pt x="10996" y="11311"/>
                  </a:cubicBezTo>
                  <a:lnTo>
                    <a:pt x="1104" y="11311"/>
                  </a:lnTo>
                  <a:cubicBezTo>
                    <a:pt x="915" y="11311"/>
                    <a:pt x="757" y="11153"/>
                    <a:pt x="757" y="10933"/>
                  </a:cubicBezTo>
                  <a:lnTo>
                    <a:pt x="757" y="3875"/>
                  </a:lnTo>
                  <a:cubicBezTo>
                    <a:pt x="757" y="3686"/>
                    <a:pt x="915" y="3529"/>
                    <a:pt x="1104" y="3529"/>
                  </a:cubicBezTo>
                  <a:close/>
                  <a:moveTo>
                    <a:pt x="1797" y="0"/>
                  </a:moveTo>
                  <a:cubicBezTo>
                    <a:pt x="1576" y="0"/>
                    <a:pt x="1419" y="158"/>
                    <a:pt x="1419" y="347"/>
                  </a:cubicBezTo>
                  <a:lnTo>
                    <a:pt x="1419" y="2836"/>
                  </a:lnTo>
                  <a:lnTo>
                    <a:pt x="1072" y="2836"/>
                  </a:lnTo>
                  <a:cubicBezTo>
                    <a:pt x="474" y="2836"/>
                    <a:pt x="1" y="3308"/>
                    <a:pt x="1" y="3907"/>
                  </a:cubicBezTo>
                  <a:lnTo>
                    <a:pt x="1" y="10933"/>
                  </a:lnTo>
                  <a:cubicBezTo>
                    <a:pt x="1" y="11531"/>
                    <a:pt x="474" y="12004"/>
                    <a:pt x="1072" y="12004"/>
                  </a:cubicBezTo>
                  <a:lnTo>
                    <a:pt x="10965" y="12004"/>
                  </a:lnTo>
                  <a:cubicBezTo>
                    <a:pt x="11563" y="12004"/>
                    <a:pt x="12036" y="11531"/>
                    <a:pt x="12036" y="10933"/>
                  </a:cubicBezTo>
                  <a:lnTo>
                    <a:pt x="12036" y="5325"/>
                  </a:lnTo>
                  <a:cubicBezTo>
                    <a:pt x="12067" y="4726"/>
                    <a:pt x="11595" y="4254"/>
                    <a:pt x="10996" y="4254"/>
                  </a:cubicBezTo>
                  <a:lnTo>
                    <a:pt x="10650" y="4254"/>
                  </a:lnTo>
                  <a:lnTo>
                    <a:pt x="10650" y="2489"/>
                  </a:lnTo>
                  <a:cubicBezTo>
                    <a:pt x="10650" y="2395"/>
                    <a:pt x="10618" y="2269"/>
                    <a:pt x="10524" y="2237"/>
                  </a:cubicBezTo>
                  <a:lnTo>
                    <a:pt x="8413" y="126"/>
                  </a:lnTo>
                  <a:cubicBezTo>
                    <a:pt x="8318" y="32"/>
                    <a:pt x="8255" y="0"/>
                    <a:pt x="8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0" name="Google Shape;10790;p65"/>
            <p:cNvSpPr/>
            <p:nvPr/>
          </p:nvSpPr>
          <p:spPr>
            <a:xfrm>
              <a:off x="-47070525" y="2115150"/>
              <a:ext cx="123675" cy="123675"/>
            </a:xfrm>
            <a:custGeom>
              <a:rect l="l" t="t" r="r" b="b"/>
              <a:pathLst>
                <a:path w="4947" h="4947" extrusionOk="0">
                  <a:moveTo>
                    <a:pt x="1796" y="694"/>
                  </a:moveTo>
                  <a:cubicBezTo>
                    <a:pt x="2269" y="694"/>
                    <a:pt x="2678" y="977"/>
                    <a:pt x="2804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65"/>
                  </a:cubicBezTo>
                  <a:lnTo>
                    <a:pt x="1450" y="2742"/>
                  </a:lnTo>
                  <a:cubicBezTo>
                    <a:pt x="1009" y="2584"/>
                    <a:pt x="757" y="2175"/>
                    <a:pt x="757" y="1765"/>
                  </a:cubicBezTo>
                  <a:cubicBezTo>
                    <a:pt x="757" y="1166"/>
                    <a:pt x="1229" y="694"/>
                    <a:pt x="1796" y="694"/>
                  </a:cubicBezTo>
                  <a:close/>
                  <a:moveTo>
                    <a:pt x="2804" y="2112"/>
                  </a:moveTo>
                  <a:cubicBezTo>
                    <a:pt x="2678" y="2427"/>
                    <a:pt x="2426" y="2679"/>
                    <a:pt x="2174" y="2742"/>
                  </a:cubicBezTo>
                  <a:lnTo>
                    <a:pt x="2174" y="2112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773"/>
                    <a:pt x="3498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1" y="788"/>
                    <a:pt x="1" y="1765"/>
                  </a:cubicBezTo>
                  <a:cubicBezTo>
                    <a:pt x="1" y="2616"/>
                    <a:pt x="599" y="3340"/>
                    <a:pt x="1418" y="3498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89"/>
                    <a:pt x="4915" y="4600"/>
                  </a:cubicBezTo>
                  <a:lnTo>
                    <a:pt x="4915" y="1797"/>
                  </a:lnTo>
                  <a:cubicBezTo>
                    <a:pt x="4947" y="1576"/>
                    <a:pt x="4789" y="1387"/>
                    <a:pt x="4600" y="1387"/>
                  </a:cubicBezTo>
                  <a:lnTo>
                    <a:pt x="3498" y="1387"/>
                  </a:lnTo>
                  <a:cubicBezTo>
                    <a:pt x="3340" y="599"/>
                    <a:pt x="2647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91" name="Google Shape;10791;p65"/>
          <p:cNvGrpSpPr/>
          <p:nvPr/>
        </p:nvGrpSpPr>
        <p:grpSpPr>
          <a:xfrm>
            <a:off x="1290971" y="3146218"/>
            <a:ext cx="359154" cy="359124"/>
            <a:chOff x="-47159525" y="2342000"/>
            <a:chExt cx="300900" cy="300875"/>
          </a:xfrm>
        </p:grpSpPr>
        <p:sp>
          <p:nvSpPr>
            <p:cNvPr id="10792" name="Google Shape;10792;p65"/>
            <p:cNvSpPr/>
            <p:nvPr/>
          </p:nvSpPr>
          <p:spPr>
            <a:xfrm>
              <a:off x="-47122500" y="2376650"/>
              <a:ext cx="123675" cy="125250"/>
            </a:xfrm>
            <a:custGeom>
              <a:rect l="l" t="t" r="r" b="b"/>
              <a:pathLst>
                <a:path w="4947" h="5010" extrusionOk="0">
                  <a:moveTo>
                    <a:pt x="1765" y="756"/>
                  </a:moveTo>
                  <a:cubicBezTo>
                    <a:pt x="2237" y="756"/>
                    <a:pt x="2615" y="1008"/>
                    <a:pt x="2741" y="1450"/>
                  </a:cubicBezTo>
                  <a:lnTo>
                    <a:pt x="1765" y="1450"/>
                  </a:lnTo>
                  <a:cubicBezTo>
                    <a:pt x="1575" y="1450"/>
                    <a:pt x="1418" y="1607"/>
                    <a:pt x="1418" y="1828"/>
                  </a:cubicBezTo>
                  <a:lnTo>
                    <a:pt x="1418" y="2804"/>
                  </a:lnTo>
                  <a:cubicBezTo>
                    <a:pt x="1008" y="2647"/>
                    <a:pt x="693" y="2237"/>
                    <a:pt x="693" y="1828"/>
                  </a:cubicBezTo>
                  <a:cubicBezTo>
                    <a:pt x="693" y="1229"/>
                    <a:pt x="1166" y="756"/>
                    <a:pt x="1765" y="756"/>
                  </a:cubicBezTo>
                  <a:close/>
                  <a:moveTo>
                    <a:pt x="2741" y="2174"/>
                  </a:moveTo>
                  <a:cubicBezTo>
                    <a:pt x="2615" y="2458"/>
                    <a:pt x="2395" y="2678"/>
                    <a:pt x="2111" y="2804"/>
                  </a:cubicBezTo>
                  <a:lnTo>
                    <a:pt x="2111" y="2174"/>
                  </a:lnTo>
                  <a:close/>
                  <a:moveTo>
                    <a:pt x="4253" y="2143"/>
                  </a:moveTo>
                  <a:lnTo>
                    <a:pt x="4253" y="4285"/>
                  </a:lnTo>
                  <a:lnTo>
                    <a:pt x="2111" y="4285"/>
                  </a:lnTo>
                  <a:lnTo>
                    <a:pt x="2111" y="3497"/>
                  </a:lnTo>
                  <a:cubicBezTo>
                    <a:pt x="2804" y="3340"/>
                    <a:pt x="3340" y="2836"/>
                    <a:pt x="3497" y="2143"/>
                  </a:cubicBezTo>
                  <a:close/>
                  <a:moveTo>
                    <a:pt x="1765" y="0"/>
                  </a:moveTo>
                  <a:cubicBezTo>
                    <a:pt x="788" y="0"/>
                    <a:pt x="0" y="788"/>
                    <a:pt x="0" y="1765"/>
                  </a:cubicBezTo>
                  <a:cubicBezTo>
                    <a:pt x="0" y="2647"/>
                    <a:pt x="567" y="3340"/>
                    <a:pt x="1418" y="3497"/>
                  </a:cubicBezTo>
                  <a:lnTo>
                    <a:pt x="1418" y="4663"/>
                  </a:lnTo>
                  <a:cubicBezTo>
                    <a:pt x="1418" y="4852"/>
                    <a:pt x="1575" y="5010"/>
                    <a:pt x="1765" y="5010"/>
                  </a:cubicBezTo>
                  <a:lnTo>
                    <a:pt x="4600" y="5010"/>
                  </a:lnTo>
                  <a:cubicBezTo>
                    <a:pt x="4789" y="5010"/>
                    <a:pt x="4947" y="4852"/>
                    <a:pt x="4947" y="4663"/>
                  </a:cubicBezTo>
                  <a:lnTo>
                    <a:pt x="4947" y="1765"/>
                  </a:lnTo>
                  <a:cubicBezTo>
                    <a:pt x="4947" y="1576"/>
                    <a:pt x="4789" y="1418"/>
                    <a:pt x="4600" y="1418"/>
                  </a:cubicBezTo>
                  <a:lnTo>
                    <a:pt x="3497" y="1418"/>
                  </a:lnTo>
                  <a:cubicBezTo>
                    <a:pt x="3340" y="630"/>
                    <a:pt x="2615" y="0"/>
                    <a:pt x="1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3" name="Google Shape;10793;p65"/>
            <p:cNvSpPr/>
            <p:nvPr/>
          </p:nvSpPr>
          <p:spPr>
            <a:xfrm>
              <a:off x="-47159525" y="2342000"/>
              <a:ext cx="300900" cy="300875"/>
            </a:xfrm>
            <a:custGeom>
              <a:rect l="l" t="t" r="r" b="b"/>
              <a:pathLst>
                <a:path w="12036" h="12035" extrusionOk="0">
                  <a:moveTo>
                    <a:pt x="7089" y="1229"/>
                  </a:moveTo>
                  <a:lnTo>
                    <a:pt x="8003" y="2142"/>
                  </a:lnTo>
                  <a:lnTo>
                    <a:pt x="7089" y="2142"/>
                  </a:lnTo>
                  <a:lnTo>
                    <a:pt x="7089" y="1229"/>
                  </a:lnTo>
                  <a:close/>
                  <a:moveTo>
                    <a:pt x="8538" y="6396"/>
                  </a:moveTo>
                  <a:lnTo>
                    <a:pt x="8538" y="6711"/>
                  </a:lnTo>
                  <a:cubicBezTo>
                    <a:pt x="8538" y="6900"/>
                    <a:pt x="8664" y="7057"/>
                    <a:pt x="8885" y="7057"/>
                  </a:cubicBezTo>
                  <a:cubicBezTo>
                    <a:pt x="9074" y="7057"/>
                    <a:pt x="9231" y="6900"/>
                    <a:pt x="9231" y="6711"/>
                  </a:cubicBezTo>
                  <a:lnTo>
                    <a:pt x="9231" y="6427"/>
                  </a:lnTo>
                  <a:cubicBezTo>
                    <a:pt x="10303" y="6585"/>
                    <a:pt x="11153" y="7467"/>
                    <a:pt x="11311" y="8506"/>
                  </a:cubicBezTo>
                  <a:lnTo>
                    <a:pt x="10996" y="8506"/>
                  </a:lnTo>
                  <a:cubicBezTo>
                    <a:pt x="10807" y="8506"/>
                    <a:pt x="10649" y="8664"/>
                    <a:pt x="10649" y="8884"/>
                  </a:cubicBezTo>
                  <a:cubicBezTo>
                    <a:pt x="10649" y="9073"/>
                    <a:pt x="10807" y="9231"/>
                    <a:pt x="10996" y="9231"/>
                  </a:cubicBezTo>
                  <a:lnTo>
                    <a:pt x="11311" y="9231"/>
                  </a:lnTo>
                  <a:cubicBezTo>
                    <a:pt x="11153" y="10302"/>
                    <a:pt x="10303" y="11121"/>
                    <a:pt x="9231" y="11279"/>
                  </a:cubicBezTo>
                  <a:lnTo>
                    <a:pt x="9231" y="10964"/>
                  </a:lnTo>
                  <a:cubicBezTo>
                    <a:pt x="9231" y="10775"/>
                    <a:pt x="9074" y="10617"/>
                    <a:pt x="8885" y="10617"/>
                  </a:cubicBezTo>
                  <a:cubicBezTo>
                    <a:pt x="8664" y="10617"/>
                    <a:pt x="8538" y="10775"/>
                    <a:pt x="8538" y="10964"/>
                  </a:cubicBezTo>
                  <a:lnTo>
                    <a:pt x="8538" y="11279"/>
                  </a:lnTo>
                  <a:cubicBezTo>
                    <a:pt x="7467" y="11121"/>
                    <a:pt x="6585" y="10239"/>
                    <a:pt x="6428" y="9200"/>
                  </a:cubicBezTo>
                  <a:lnTo>
                    <a:pt x="6743" y="9200"/>
                  </a:lnTo>
                  <a:cubicBezTo>
                    <a:pt x="6963" y="9200"/>
                    <a:pt x="7089" y="9042"/>
                    <a:pt x="7089" y="8821"/>
                  </a:cubicBezTo>
                  <a:cubicBezTo>
                    <a:pt x="7089" y="8632"/>
                    <a:pt x="6963" y="8475"/>
                    <a:pt x="6743" y="8475"/>
                  </a:cubicBezTo>
                  <a:lnTo>
                    <a:pt x="6428" y="8475"/>
                  </a:lnTo>
                  <a:cubicBezTo>
                    <a:pt x="6585" y="7404"/>
                    <a:pt x="7467" y="6553"/>
                    <a:pt x="8538" y="6396"/>
                  </a:cubicBezTo>
                  <a:close/>
                  <a:moveTo>
                    <a:pt x="6428" y="725"/>
                  </a:moveTo>
                  <a:lnTo>
                    <a:pt x="6428" y="2489"/>
                  </a:lnTo>
                  <a:cubicBezTo>
                    <a:pt x="6428" y="2678"/>
                    <a:pt x="6585" y="2836"/>
                    <a:pt x="6774" y="2836"/>
                  </a:cubicBezTo>
                  <a:lnTo>
                    <a:pt x="8570" y="2836"/>
                  </a:lnTo>
                  <a:lnTo>
                    <a:pt x="8570" y="5734"/>
                  </a:lnTo>
                  <a:cubicBezTo>
                    <a:pt x="6995" y="5892"/>
                    <a:pt x="5766" y="7246"/>
                    <a:pt x="5766" y="8884"/>
                  </a:cubicBezTo>
                  <a:cubicBezTo>
                    <a:pt x="5766" y="9861"/>
                    <a:pt x="6238" y="10775"/>
                    <a:pt x="6932" y="11310"/>
                  </a:cubicBezTo>
                  <a:lnTo>
                    <a:pt x="757" y="11310"/>
                  </a:lnTo>
                  <a:lnTo>
                    <a:pt x="757" y="725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78"/>
                  </a:cubicBezTo>
                  <a:lnTo>
                    <a:pt x="0" y="11657"/>
                  </a:lnTo>
                  <a:cubicBezTo>
                    <a:pt x="0" y="11877"/>
                    <a:pt x="158" y="12035"/>
                    <a:pt x="379" y="12035"/>
                  </a:cubicBezTo>
                  <a:lnTo>
                    <a:pt x="8822" y="12035"/>
                  </a:lnTo>
                  <a:cubicBezTo>
                    <a:pt x="10555" y="12035"/>
                    <a:pt x="11972" y="10617"/>
                    <a:pt x="11972" y="8884"/>
                  </a:cubicBezTo>
                  <a:cubicBezTo>
                    <a:pt x="12035" y="7215"/>
                    <a:pt x="10807" y="5892"/>
                    <a:pt x="9231" y="5734"/>
                  </a:cubicBezTo>
                  <a:lnTo>
                    <a:pt x="9231" y="2489"/>
                  </a:lnTo>
                  <a:cubicBezTo>
                    <a:pt x="9231" y="2426"/>
                    <a:pt x="9200" y="2300"/>
                    <a:pt x="9105" y="2268"/>
                  </a:cubicBezTo>
                  <a:lnTo>
                    <a:pt x="6995" y="126"/>
                  </a:lnTo>
                  <a:cubicBezTo>
                    <a:pt x="6900" y="63"/>
                    <a:pt x="6837" y="0"/>
                    <a:pt x="67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4" name="Google Shape;10794;p65"/>
            <p:cNvSpPr/>
            <p:nvPr/>
          </p:nvSpPr>
          <p:spPr>
            <a:xfrm>
              <a:off x="-46946074" y="2537325"/>
              <a:ext cx="35450" cy="35475"/>
            </a:xfrm>
            <a:custGeom>
              <a:rect l="l" t="t" r="r" b="b"/>
              <a:pathLst>
                <a:path w="1418" h="141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47" y="1418"/>
                  </a:cubicBezTo>
                  <a:lnTo>
                    <a:pt x="1040" y="1418"/>
                  </a:lnTo>
                  <a:cubicBezTo>
                    <a:pt x="1261" y="1418"/>
                    <a:pt x="1418" y="1260"/>
                    <a:pt x="1418" y="1071"/>
                  </a:cubicBezTo>
                  <a:cubicBezTo>
                    <a:pt x="1387" y="851"/>
                    <a:pt x="1261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5" name="Google Shape;10795;p65"/>
            <p:cNvSpPr/>
            <p:nvPr/>
          </p:nvSpPr>
          <p:spPr>
            <a:xfrm>
              <a:off x="-47122500" y="2537325"/>
              <a:ext cx="87450" cy="17350"/>
            </a:xfrm>
            <a:custGeom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6" name="Google Shape;10796;p65"/>
            <p:cNvSpPr/>
            <p:nvPr/>
          </p:nvSpPr>
          <p:spPr>
            <a:xfrm>
              <a:off x="-47122500" y="2572775"/>
              <a:ext cx="87450" cy="17350"/>
            </a:xfrm>
            <a:custGeom>
              <a:rect l="l" t="t" r="r" b="b"/>
              <a:pathLst>
                <a:path w="349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51" y="693"/>
                  </a:lnTo>
                  <a:cubicBezTo>
                    <a:pt x="3340" y="693"/>
                    <a:pt x="3497" y="536"/>
                    <a:pt x="3497" y="347"/>
                  </a:cubicBezTo>
                  <a:cubicBezTo>
                    <a:pt x="3497" y="158"/>
                    <a:pt x="3340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97" name="Google Shape;10797;p65"/>
          <p:cNvGrpSpPr/>
          <p:nvPr/>
        </p:nvGrpSpPr>
        <p:grpSpPr>
          <a:xfrm>
            <a:off x="1291448" y="3603054"/>
            <a:ext cx="358199" cy="359154"/>
            <a:chOff x="-47157949" y="2712175"/>
            <a:chExt cx="300100" cy="300900"/>
          </a:xfrm>
        </p:grpSpPr>
        <p:sp>
          <p:nvSpPr>
            <p:cNvPr id="10798" name="Google Shape;10798;p65"/>
            <p:cNvSpPr/>
            <p:nvPr/>
          </p:nvSpPr>
          <p:spPr>
            <a:xfrm>
              <a:off x="-47157949" y="2712175"/>
              <a:ext cx="300100" cy="300900"/>
            </a:xfrm>
            <a:custGeom>
              <a:rect l="l" t="t" r="r" b="b"/>
              <a:pathLst>
                <a:path w="12004" h="12036" extrusionOk="0">
                  <a:moveTo>
                    <a:pt x="7026" y="1166"/>
                  </a:moveTo>
                  <a:lnTo>
                    <a:pt x="7940" y="2048"/>
                  </a:lnTo>
                  <a:lnTo>
                    <a:pt x="7026" y="2048"/>
                  </a:lnTo>
                  <a:lnTo>
                    <a:pt x="7026" y="1166"/>
                  </a:lnTo>
                  <a:close/>
                  <a:moveTo>
                    <a:pt x="6333" y="693"/>
                  </a:moveTo>
                  <a:lnTo>
                    <a:pt x="6333" y="2458"/>
                  </a:lnTo>
                  <a:cubicBezTo>
                    <a:pt x="6333" y="2647"/>
                    <a:pt x="6491" y="2804"/>
                    <a:pt x="6680" y="2804"/>
                  </a:cubicBezTo>
                  <a:lnTo>
                    <a:pt x="8444" y="2804"/>
                  </a:lnTo>
                  <a:lnTo>
                    <a:pt x="8444" y="4222"/>
                  </a:lnTo>
                  <a:lnTo>
                    <a:pt x="3529" y="4222"/>
                  </a:lnTo>
                  <a:lnTo>
                    <a:pt x="3529" y="693"/>
                  </a:lnTo>
                  <a:close/>
                  <a:moveTo>
                    <a:pt x="10933" y="4222"/>
                  </a:moveTo>
                  <a:cubicBezTo>
                    <a:pt x="11122" y="4222"/>
                    <a:pt x="11279" y="4380"/>
                    <a:pt x="11279" y="4569"/>
                  </a:cubicBezTo>
                  <a:lnTo>
                    <a:pt x="11279" y="8097"/>
                  </a:lnTo>
                  <a:lnTo>
                    <a:pt x="11248" y="8097"/>
                  </a:lnTo>
                  <a:cubicBezTo>
                    <a:pt x="11248" y="8286"/>
                    <a:pt x="11090" y="8444"/>
                    <a:pt x="10901" y="8444"/>
                  </a:cubicBezTo>
                  <a:lnTo>
                    <a:pt x="9137" y="8444"/>
                  </a:lnTo>
                  <a:lnTo>
                    <a:pt x="9137" y="7719"/>
                  </a:lnTo>
                  <a:lnTo>
                    <a:pt x="9483" y="7719"/>
                  </a:lnTo>
                  <a:cubicBezTo>
                    <a:pt x="9673" y="7719"/>
                    <a:pt x="9830" y="7562"/>
                    <a:pt x="9830" y="7372"/>
                  </a:cubicBezTo>
                  <a:cubicBezTo>
                    <a:pt x="9830" y="7183"/>
                    <a:pt x="9673" y="7026"/>
                    <a:pt x="9483" y="7026"/>
                  </a:cubicBezTo>
                  <a:lnTo>
                    <a:pt x="2458" y="7026"/>
                  </a:lnTo>
                  <a:cubicBezTo>
                    <a:pt x="2269" y="7026"/>
                    <a:pt x="2111" y="7183"/>
                    <a:pt x="2111" y="7372"/>
                  </a:cubicBezTo>
                  <a:cubicBezTo>
                    <a:pt x="2111" y="7562"/>
                    <a:pt x="2269" y="7719"/>
                    <a:pt x="2458" y="7719"/>
                  </a:cubicBezTo>
                  <a:lnTo>
                    <a:pt x="2836" y="7719"/>
                  </a:lnTo>
                  <a:lnTo>
                    <a:pt x="2836" y="8444"/>
                  </a:lnTo>
                  <a:lnTo>
                    <a:pt x="1040" y="8444"/>
                  </a:lnTo>
                  <a:cubicBezTo>
                    <a:pt x="851" y="8444"/>
                    <a:pt x="694" y="8286"/>
                    <a:pt x="694" y="8097"/>
                  </a:cubicBezTo>
                  <a:lnTo>
                    <a:pt x="694" y="4569"/>
                  </a:lnTo>
                  <a:cubicBezTo>
                    <a:pt x="694" y="4380"/>
                    <a:pt x="851" y="4222"/>
                    <a:pt x="1040" y="4222"/>
                  </a:cubicBezTo>
                  <a:lnTo>
                    <a:pt x="2836" y="4222"/>
                  </a:lnTo>
                  <a:lnTo>
                    <a:pt x="2836" y="4569"/>
                  </a:lnTo>
                  <a:cubicBezTo>
                    <a:pt x="2836" y="4789"/>
                    <a:pt x="2993" y="4947"/>
                    <a:pt x="3183" y="4947"/>
                  </a:cubicBezTo>
                  <a:lnTo>
                    <a:pt x="8822" y="4947"/>
                  </a:lnTo>
                  <a:cubicBezTo>
                    <a:pt x="9011" y="4947"/>
                    <a:pt x="9168" y="4789"/>
                    <a:pt x="9168" y="4569"/>
                  </a:cubicBezTo>
                  <a:lnTo>
                    <a:pt x="9168" y="4222"/>
                  </a:lnTo>
                  <a:close/>
                  <a:moveTo>
                    <a:pt x="8412" y="7719"/>
                  </a:moveTo>
                  <a:lnTo>
                    <a:pt x="8412" y="11279"/>
                  </a:lnTo>
                  <a:lnTo>
                    <a:pt x="3498" y="11279"/>
                  </a:lnTo>
                  <a:lnTo>
                    <a:pt x="3498" y="7719"/>
                  </a:lnTo>
                  <a:close/>
                  <a:moveTo>
                    <a:pt x="3183" y="0"/>
                  </a:moveTo>
                  <a:cubicBezTo>
                    <a:pt x="2993" y="0"/>
                    <a:pt x="2836" y="158"/>
                    <a:pt x="2836" y="378"/>
                  </a:cubicBezTo>
                  <a:lnTo>
                    <a:pt x="2836" y="3560"/>
                  </a:lnTo>
                  <a:lnTo>
                    <a:pt x="1072" y="3560"/>
                  </a:lnTo>
                  <a:cubicBezTo>
                    <a:pt x="473" y="3560"/>
                    <a:pt x="1" y="4033"/>
                    <a:pt x="1" y="4600"/>
                  </a:cubicBezTo>
                  <a:lnTo>
                    <a:pt x="1" y="8129"/>
                  </a:lnTo>
                  <a:cubicBezTo>
                    <a:pt x="1" y="8696"/>
                    <a:pt x="473" y="9168"/>
                    <a:pt x="1072" y="9168"/>
                  </a:cubicBezTo>
                  <a:lnTo>
                    <a:pt x="2836" y="9168"/>
                  </a:lnTo>
                  <a:lnTo>
                    <a:pt x="2836" y="11657"/>
                  </a:lnTo>
                  <a:cubicBezTo>
                    <a:pt x="2836" y="11846"/>
                    <a:pt x="2993" y="12035"/>
                    <a:pt x="3183" y="12035"/>
                  </a:cubicBezTo>
                  <a:lnTo>
                    <a:pt x="8822" y="12035"/>
                  </a:lnTo>
                  <a:cubicBezTo>
                    <a:pt x="9011" y="12035"/>
                    <a:pt x="9168" y="11846"/>
                    <a:pt x="9168" y="11657"/>
                  </a:cubicBezTo>
                  <a:lnTo>
                    <a:pt x="9168" y="9168"/>
                  </a:lnTo>
                  <a:lnTo>
                    <a:pt x="10933" y="9168"/>
                  </a:lnTo>
                  <a:cubicBezTo>
                    <a:pt x="11531" y="9168"/>
                    <a:pt x="12004" y="8696"/>
                    <a:pt x="12004" y="8129"/>
                  </a:cubicBezTo>
                  <a:lnTo>
                    <a:pt x="12004" y="4600"/>
                  </a:lnTo>
                  <a:cubicBezTo>
                    <a:pt x="11972" y="4001"/>
                    <a:pt x="11500" y="3529"/>
                    <a:pt x="10901" y="3529"/>
                  </a:cubicBezTo>
                  <a:lnTo>
                    <a:pt x="9137" y="3529"/>
                  </a:lnTo>
                  <a:lnTo>
                    <a:pt x="9137" y="2458"/>
                  </a:lnTo>
                  <a:cubicBezTo>
                    <a:pt x="9137" y="2363"/>
                    <a:pt x="9074" y="2269"/>
                    <a:pt x="9011" y="2206"/>
                  </a:cubicBezTo>
                  <a:lnTo>
                    <a:pt x="6932" y="126"/>
                  </a:lnTo>
                  <a:cubicBezTo>
                    <a:pt x="6837" y="63"/>
                    <a:pt x="6774" y="0"/>
                    <a:pt x="6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799" name="Google Shape;10799;p65"/>
            <p:cNvSpPr/>
            <p:nvPr/>
          </p:nvSpPr>
          <p:spPr>
            <a:xfrm>
              <a:off x="-47087076" y="28523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37" y="693"/>
                    <a:pt x="694" y="536"/>
                    <a:pt x="694" y="347"/>
                  </a:cubicBezTo>
                  <a:cubicBezTo>
                    <a:pt x="694" y="158"/>
                    <a:pt x="537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0" name="Google Shape;10800;p65"/>
            <p:cNvSpPr/>
            <p:nvPr/>
          </p:nvSpPr>
          <p:spPr>
            <a:xfrm>
              <a:off x="-47052399" y="2852375"/>
              <a:ext cx="17350" cy="17350"/>
            </a:xfrm>
            <a:custGeom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26" y="0"/>
                    <a:pt x="0" y="158"/>
                    <a:pt x="0" y="347"/>
                  </a:cubicBezTo>
                  <a:cubicBezTo>
                    <a:pt x="0" y="536"/>
                    <a:pt x="126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1" name="Google Shape;10801;p65"/>
            <p:cNvSpPr/>
            <p:nvPr/>
          </p:nvSpPr>
          <p:spPr>
            <a:xfrm>
              <a:off x="-47051624" y="2957900"/>
              <a:ext cx="87450" cy="17350"/>
            </a:xfrm>
            <a:custGeom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2" name="Google Shape;10802;p65"/>
            <p:cNvSpPr/>
            <p:nvPr/>
          </p:nvSpPr>
          <p:spPr>
            <a:xfrm>
              <a:off x="-47051624" y="2923250"/>
              <a:ext cx="87450" cy="17350"/>
            </a:xfrm>
            <a:custGeom>
              <a:rect l="l" t="t" r="r" b="b"/>
              <a:pathLst>
                <a:path w="3498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3151" y="694"/>
                  </a:lnTo>
                  <a:cubicBezTo>
                    <a:pt x="3340" y="694"/>
                    <a:pt x="3498" y="536"/>
                    <a:pt x="3498" y="347"/>
                  </a:cubicBezTo>
                  <a:cubicBezTo>
                    <a:pt x="3498" y="158"/>
                    <a:pt x="3340" y="1"/>
                    <a:pt x="3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3" name="Google Shape;10803;p65"/>
            <p:cNvSpPr/>
            <p:nvPr/>
          </p:nvSpPr>
          <p:spPr>
            <a:xfrm>
              <a:off x="-47017750" y="2852375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lnTo>
                    <a:pt x="1072" y="693"/>
                  </a:lnTo>
                  <a:cubicBezTo>
                    <a:pt x="1261" y="693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4" name="Google Shape;10804;p65"/>
            <p:cNvSpPr/>
            <p:nvPr/>
          </p:nvSpPr>
          <p:spPr>
            <a:xfrm>
              <a:off x="-46964975" y="2852375"/>
              <a:ext cx="35450" cy="17350"/>
            </a:xfrm>
            <a:custGeom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1040" y="693"/>
                  </a:lnTo>
                  <a:cubicBezTo>
                    <a:pt x="1260" y="693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05" name="Google Shape;10805;p65"/>
          <p:cNvSpPr/>
          <p:nvPr/>
        </p:nvSpPr>
        <p:spPr>
          <a:xfrm>
            <a:off x="3538211" y="2689200"/>
            <a:ext cx="314961" cy="357274"/>
          </a:xfrm>
          <a:custGeom>
            <a:rect l="l" t="t" r="r" b="b"/>
            <a:pathLst>
              <a:path w="10555" h="11973" extrusionOk="0">
                <a:moveTo>
                  <a:pt x="3151" y="2836"/>
                </a:moveTo>
                <a:cubicBezTo>
                  <a:pt x="3340" y="2836"/>
                  <a:pt x="3498" y="2994"/>
                  <a:pt x="3498" y="3183"/>
                </a:cubicBezTo>
                <a:lnTo>
                  <a:pt x="3498" y="3529"/>
                </a:lnTo>
                <a:lnTo>
                  <a:pt x="2805" y="3529"/>
                </a:lnTo>
                <a:lnTo>
                  <a:pt x="2805" y="3183"/>
                </a:lnTo>
                <a:cubicBezTo>
                  <a:pt x="2805" y="2994"/>
                  <a:pt x="2962" y="2836"/>
                  <a:pt x="3151" y="2836"/>
                </a:cubicBezTo>
                <a:close/>
                <a:moveTo>
                  <a:pt x="9862" y="4191"/>
                </a:moveTo>
                <a:lnTo>
                  <a:pt x="9862" y="5262"/>
                </a:lnTo>
                <a:cubicBezTo>
                  <a:pt x="9862" y="5451"/>
                  <a:pt x="9704" y="5609"/>
                  <a:pt x="9484" y="5609"/>
                </a:cubicBezTo>
                <a:cubicBezTo>
                  <a:pt x="9295" y="5609"/>
                  <a:pt x="9137" y="5451"/>
                  <a:pt x="9137" y="5262"/>
                </a:cubicBezTo>
                <a:lnTo>
                  <a:pt x="9137" y="4191"/>
                </a:lnTo>
                <a:close/>
                <a:moveTo>
                  <a:pt x="3151" y="5609"/>
                </a:moveTo>
                <a:cubicBezTo>
                  <a:pt x="3340" y="5609"/>
                  <a:pt x="3498" y="5766"/>
                  <a:pt x="3498" y="5987"/>
                </a:cubicBezTo>
                <a:cubicBezTo>
                  <a:pt x="3498" y="6176"/>
                  <a:pt x="3340" y="6333"/>
                  <a:pt x="3151" y="6333"/>
                </a:cubicBezTo>
                <a:cubicBezTo>
                  <a:pt x="2962" y="6333"/>
                  <a:pt x="2805" y="6176"/>
                  <a:pt x="2805" y="5987"/>
                </a:cubicBezTo>
                <a:cubicBezTo>
                  <a:pt x="2805" y="5766"/>
                  <a:pt x="2962" y="5609"/>
                  <a:pt x="3151" y="5609"/>
                </a:cubicBezTo>
                <a:close/>
                <a:moveTo>
                  <a:pt x="3592" y="4254"/>
                </a:moveTo>
                <a:cubicBezTo>
                  <a:pt x="4695" y="4443"/>
                  <a:pt x="5640" y="5451"/>
                  <a:pt x="5640" y="6680"/>
                </a:cubicBezTo>
                <a:lnTo>
                  <a:pt x="5640" y="8822"/>
                </a:lnTo>
                <a:cubicBezTo>
                  <a:pt x="5640" y="10145"/>
                  <a:pt x="4538" y="11248"/>
                  <a:pt x="3183" y="11248"/>
                </a:cubicBezTo>
                <a:cubicBezTo>
                  <a:pt x="1860" y="11248"/>
                  <a:pt x="757" y="10145"/>
                  <a:pt x="757" y="8822"/>
                </a:cubicBezTo>
                <a:lnTo>
                  <a:pt x="757" y="6680"/>
                </a:lnTo>
                <a:cubicBezTo>
                  <a:pt x="757" y="5451"/>
                  <a:pt x="1671" y="4443"/>
                  <a:pt x="2868" y="4254"/>
                </a:cubicBezTo>
                <a:lnTo>
                  <a:pt x="2868" y="4979"/>
                </a:lnTo>
                <a:cubicBezTo>
                  <a:pt x="2490" y="5136"/>
                  <a:pt x="2175" y="5546"/>
                  <a:pt x="2175" y="5987"/>
                </a:cubicBezTo>
                <a:cubicBezTo>
                  <a:pt x="2175" y="6396"/>
                  <a:pt x="2458" y="6837"/>
                  <a:pt x="2868" y="6963"/>
                </a:cubicBezTo>
                <a:lnTo>
                  <a:pt x="2868" y="7341"/>
                </a:lnTo>
                <a:cubicBezTo>
                  <a:pt x="2868" y="7562"/>
                  <a:pt x="3025" y="7719"/>
                  <a:pt x="3246" y="7719"/>
                </a:cubicBezTo>
                <a:cubicBezTo>
                  <a:pt x="3435" y="7719"/>
                  <a:pt x="3592" y="7562"/>
                  <a:pt x="3592" y="7341"/>
                </a:cubicBezTo>
                <a:lnTo>
                  <a:pt x="3592" y="6963"/>
                </a:lnTo>
                <a:cubicBezTo>
                  <a:pt x="3970" y="6806"/>
                  <a:pt x="4286" y="6396"/>
                  <a:pt x="4286" y="5987"/>
                </a:cubicBezTo>
                <a:cubicBezTo>
                  <a:pt x="4286" y="5546"/>
                  <a:pt x="4033" y="5105"/>
                  <a:pt x="3592" y="4979"/>
                </a:cubicBezTo>
                <a:lnTo>
                  <a:pt x="3592" y="4254"/>
                </a:lnTo>
                <a:close/>
                <a:moveTo>
                  <a:pt x="5294" y="1"/>
                </a:moveTo>
                <a:cubicBezTo>
                  <a:pt x="4033" y="1"/>
                  <a:pt x="2994" y="946"/>
                  <a:pt x="2836" y="2143"/>
                </a:cubicBezTo>
                <a:cubicBezTo>
                  <a:pt x="2427" y="2301"/>
                  <a:pt x="2143" y="2710"/>
                  <a:pt x="2143" y="3151"/>
                </a:cubicBezTo>
                <a:lnTo>
                  <a:pt x="2143" y="3687"/>
                </a:lnTo>
                <a:cubicBezTo>
                  <a:pt x="914" y="4128"/>
                  <a:pt x="1" y="5294"/>
                  <a:pt x="1" y="6680"/>
                </a:cubicBezTo>
                <a:lnTo>
                  <a:pt x="1" y="8822"/>
                </a:lnTo>
                <a:cubicBezTo>
                  <a:pt x="1" y="10555"/>
                  <a:pt x="1419" y="11973"/>
                  <a:pt x="3151" y="11973"/>
                </a:cubicBezTo>
                <a:cubicBezTo>
                  <a:pt x="4884" y="11973"/>
                  <a:pt x="6302" y="10555"/>
                  <a:pt x="6302" y="8822"/>
                </a:cubicBezTo>
                <a:lnTo>
                  <a:pt x="6302" y="6680"/>
                </a:lnTo>
                <a:cubicBezTo>
                  <a:pt x="6302" y="5294"/>
                  <a:pt x="5451" y="4128"/>
                  <a:pt x="4191" y="3687"/>
                </a:cubicBezTo>
                <a:lnTo>
                  <a:pt x="4191" y="3151"/>
                </a:lnTo>
                <a:cubicBezTo>
                  <a:pt x="4191" y="2710"/>
                  <a:pt x="3907" y="2301"/>
                  <a:pt x="3529" y="2143"/>
                </a:cubicBezTo>
                <a:cubicBezTo>
                  <a:pt x="3624" y="1293"/>
                  <a:pt x="4380" y="662"/>
                  <a:pt x="5262" y="662"/>
                </a:cubicBezTo>
                <a:cubicBezTo>
                  <a:pt x="6239" y="662"/>
                  <a:pt x="7026" y="1450"/>
                  <a:pt x="7026" y="2427"/>
                </a:cubicBezTo>
                <a:lnTo>
                  <a:pt x="7026" y="8413"/>
                </a:lnTo>
                <a:cubicBezTo>
                  <a:pt x="7026" y="9200"/>
                  <a:pt x="7657" y="9830"/>
                  <a:pt x="8444" y="9830"/>
                </a:cubicBezTo>
                <a:cubicBezTo>
                  <a:pt x="9232" y="9830"/>
                  <a:pt x="9862" y="9200"/>
                  <a:pt x="9862" y="8413"/>
                </a:cubicBezTo>
                <a:lnTo>
                  <a:pt x="9862" y="6239"/>
                </a:lnTo>
                <a:cubicBezTo>
                  <a:pt x="10240" y="6081"/>
                  <a:pt x="10555" y="5703"/>
                  <a:pt x="10555" y="5262"/>
                </a:cubicBezTo>
                <a:lnTo>
                  <a:pt x="10555" y="3844"/>
                </a:lnTo>
                <a:cubicBezTo>
                  <a:pt x="10555" y="3687"/>
                  <a:pt x="10397" y="3529"/>
                  <a:pt x="10208" y="3529"/>
                </a:cubicBezTo>
                <a:lnTo>
                  <a:pt x="9862" y="3529"/>
                </a:lnTo>
                <a:lnTo>
                  <a:pt x="9862" y="2458"/>
                </a:lnTo>
                <a:cubicBezTo>
                  <a:pt x="9862" y="2269"/>
                  <a:pt x="9704" y="2112"/>
                  <a:pt x="9515" y="2112"/>
                </a:cubicBezTo>
                <a:cubicBezTo>
                  <a:pt x="9295" y="2112"/>
                  <a:pt x="9137" y="2269"/>
                  <a:pt x="9137" y="2458"/>
                </a:cubicBezTo>
                <a:lnTo>
                  <a:pt x="9137" y="3529"/>
                </a:lnTo>
                <a:lnTo>
                  <a:pt x="8791" y="3529"/>
                </a:lnTo>
                <a:cubicBezTo>
                  <a:pt x="8602" y="3529"/>
                  <a:pt x="8444" y="3687"/>
                  <a:pt x="8444" y="3876"/>
                </a:cubicBezTo>
                <a:lnTo>
                  <a:pt x="8444" y="5294"/>
                </a:lnTo>
                <a:cubicBezTo>
                  <a:pt x="8444" y="5766"/>
                  <a:pt x="8728" y="6176"/>
                  <a:pt x="9137" y="6302"/>
                </a:cubicBezTo>
                <a:lnTo>
                  <a:pt x="9137" y="8444"/>
                </a:lnTo>
                <a:cubicBezTo>
                  <a:pt x="9137" y="8854"/>
                  <a:pt x="8822" y="9169"/>
                  <a:pt x="8444" y="9169"/>
                </a:cubicBezTo>
                <a:cubicBezTo>
                  <a:pt x="8035" y="9169"/>
                  <a:pt x="7720" y="8854"/>
                  <a:pt x="7720" y="8444"/>
                </a:cubicBezTo>
                <a:lnTo>
                  <a:pt x="7720" y="2458"/>
                </a:lnTo>
                <a:cubicBezTo>
                  <a:pt x="7720" y="1103"/>
                  <a:pt x="6617" y="1"/>
                  <a:pt x="52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06" name="Google Shape;10806;p65"/>
          <p:cNvGrpSpPr/>
          <p:nvPr/>
        </p:nvGrpSpPr>
        <p:grpSpPr>
          <a:xfrm>
            <a:off x="3535175" y="3135863"/>
            <a:ext cx="315886" cy="358199"/>
            <a:chOff x="-45278675" y="2333325"/>
            <a:chExt cx="264650" cy="300100"/>
          </a:xfrm>
        </p:grpSpPr>
        <p:sp>
          <p:nvSpPr>
            <p:cNvPr id="10807" name="Google Shape;10807;p65"/>
            <p:cNvSpPr/>
            <p:nvPr/>
          </p:nvSpPr>
          <p:spPr>
            <a:xfrm>
              <a:off x="-45243226" y="2475100"/>
              <a:ext cx="52775" cy="87450"/>
            </a:xfrm>
            <a:custGeom>
              <a:rect l="l" t="t" r="r" b="b"/>
              <a:pathLst>
                <a:path w="2111" h="3498" extrusionOk="0">
                  <a:moveTo>
                    <a:pt x="1071" y="725"/>
                  </a:moveTo>
                  <a:cubicBezTo>
                    <a:pt x="1260" y="725"/>
                    <a:pt x="1418" y="883"/>
                    <a:pt x="1418" y="1072"/>
                  </a:cubicBezTo>
                  <a:cubicBezTo>
                    <a:pt x="1418" y="1261"/>
                    <a:pt x="1260" y="1418"/>
                    <a:pt x="1071" y="1418"/>
                  </a:cubicBez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2080"/>
                  </a:lnTo>
                  <a:lnTo>
                    <a:pt x="1071" y="2080"/>
                  </a:lnTo>
                  <a:cubicBezTo>
                    <a:pt x="1638" y="2080"/>
                    <a:pt x="2111" y="1607"/>
                    <a:pt x="2111" y="1040"/>
                  </a:cubicBezTo>
                  <a:cubicBezTo>
                    <a:pt x="2111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8" name="Google Shape;10808;p65"/>
            <p:cNvSpPr/>
            <p:nvPr/>
          </p:nvSpPr>
          <p:spPr>
            <a:xfrm>
              <a:off x="-45172350" y="2475100"/>
              <a:ext cx="52800" cy="89025"/>
            </a:xfrm>
            <a:custGeom>
              <a:rect l="l" t="t" r="r" b="b"/>
              <a:pathLst>
                <a:path w="2112" h="3560" extrusionOk="0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261" y="2143"/>
                    <a:pt x="1418" y="2300"/>
                    <a:pt x="1418" y="2489"/>
                  </a:cubicBezTo>
                  <a:cubicBezTo>
                    <a:pt x="1418" y="2678"/>
                    <a:pt x="1261" y="2836"/>
                    <a:pt x="1072" y="2836"/>
                  </a:cubicBezTo>
                  <a:cubicBezTo>
                    <a:pt x="851" y="2836"/>
                    <a:pt x="694" y="2678"/>
                    <a:pt x="694" y="2489"/>
                  </a:cubicBezTo>
                  <a:cubicBezTo>
                    <a:pt x="694" y="2300"/>
                    <a:pt x="536" y="2143"/>
                    <a:pt x="347" y="2143"/>
                  </a:cubicBezTo>
                  <a:cubicBezTo>
                    <a:pt x="158" y="2143"/>
                    <a:pt x="1" y="2300"/>
                    <a:pt x="1" y="2489"/>
                  </a:cubicBezTo>
                  <a:cubicBezTo>
                    <a:pt x="1" y="3088"/>
                    <a:pt x="473" y="3560"/>
                    <a:pt x="1072" y="3560"/>
                  </a:cubicBezTo>
                  <a:cubicBezTo>
                    <a:pt x="1639" y="3560"/>
                    <a:pt x="2111" y="3088"/>
                    <a:pt x="2111" y="2489"/>
                  </a:cubicBezTo>
                  <a:cubicBezTo>
                    <a:pt x="2111" y="1891"/>
                    <a:pt x="1639" y="1418"/>
                    <a:pt x="1072" y="1418"/>
                  </a:cubicBezTo>
                  <a:cubicBezTo>
                    <a:pt x="851" y="1418"/>
                    <a:pt x="725" y="1261"/>
                    <a:pt x="725" y="1072"/>
                  </a:cubicBezTo>
                  <a:cubicBezTo>
                    <a:pt x="725" y="883"/>
                    <a:pt x="851" y="725"/>
                    <a:pt x="1072" y="725"/>
                  </a:cubicBezTo>
                  <a:cubicBezTo>
                    <a:pt x="1261" y="725"/>
                    <a:pt x="1418" y="883"/>
                    <a:pt x="1418" y="1072"/>
                  </a:cubicBezTo>
                  <a:cubicBezTo>
                    <a:pt x="1418" y="1261"/>
                    <a:pt x="1576" y="1418"/>
                    <a:pt x="1765" y="1418"/>
                  </a:cubicBezTo>
                  <a:cubicBezTo>
                    <a:pt x="1954" y="1418"/>
                    <a:pt x="2111" y="1261"/>
                    <a:pt x="2111" y="1072"/>
                  </a:cubicBezTo>
                  <a:cubicBezTo>
                    <a:pt x="2111" y="473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09" name="Google Shape;10809;p65"/>
            <p:cNvSpPr/>
            <p:nvPr/>
          </p:nvSpPr>
          <p:spPr>
            <a:xfrm>
              <a:off x="-45102249" y="2475100"/>
              <a:ext cx="52800" cy="87450"/>
            </a:xfrm>
            <a:custGeom>
              <a:rect l="l" t="t" r="r" b="b"/>
              <a:pathLst>
                <a:path w="2112" h="3498" extrusionOk="0">
                  <a:moveTo>
                    <a:pt x="1072" y="725"/>
                  </a:moveTo>
                  <a:cubicBezTo>
                    <a:pt x="1261" y="725"/>
                    <a:pt x="1418" y="883"/>
                    <a:pt x="1418" y="1072"/>
                  </a:cubicBezTo>
                  <a:lnTo>
                    <a:pt x="1418" y="2458"/>
                  </a:lnTo>
                  <a:cubicBezTo>
                    <a:pt x="1418" y="2647"/>
                    <a:pt x="1261" y="2804"/>
                    <a:pt x="1072" y="2804"/>
                  </a:cubicBezTo>
                  <a:lnTo>
                    <a:pt x="694" y="2804"/>
                  </a:lnTo>
                  <a:lnTo>
                    <a:pt x="694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lnTo>
                    <a:pt x="1040" y="3497"/>
                  </a:lnTo>
                  <a:cubicBezTo>
                    <a:pt x="1639" y="3497"/>
                    <a:pt x="2111" y="3025"/>
                    <a:pt x="2111" y="2458"/>
                  </a:cubicBezTo>
                  <a:lnTo>
                    <a:pt x="2111" y="1040"/>
                  </a:ln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10" name="Google Shape;10810;p65"/>
            <p:cNvSpPr/>
            <p:nvPr/>
          </p:nvSpPr>
          <p:spPr>
            <a:xfrm>
              <a:off x="-45278675" y="2333325"/>
              <a:ext cx="264650" cy="300100"/>
            </a:xfrm>
            <a:custGeom>
              <a:rect l="l" t="t" r="r" b="b"/>
              <a:pathLst>
                <a:path w="10586" h="12004" extrusionOk="0">
                  <a:moveTo>
                    <a:pt x="7751" y="1229"/>
                  </a:moveTo>
                  <a:lnTo>
                    <a:pt x="8664" y="2143"/>
                  </a:lnTo>
                  <a:lnTo>
                    <a:pt x="7751" y="2143"/>
                  </a:lnTo>
                  <a:lnTo>
                    <a:pt x="7751" y="1229"/>
                  </a:lnTo>
                  <a:close/>
                  <a:moveTo>
                    <a:pt x="7089" y="725"/>
                  </a:moveTo>
                  <a:lnTo>
                    <a:pt x="7089" y="2489"/>
                  </a:lnTo>
                  <a:cubicBezTo>
                    <a:pt x="7089" y="2678"/>
                    <a:pt x="7246" y="2836"/>
                    <a:pt x="7436" y="2836"/>
                  </a:cubicBezTo>
                  <a:lnTo>
                    <a:pt x="9200" y="2836"/>
                  </a:lnTo>
                  <a:lnTo>
                    <a:pt x="9200" y="4254"/>
                  </a:lnTo>
                  <a:lnTo>
                    <a:pt x="1481" y="4254"/>
                  </a:lnTo>
                  <a:lnTo>
                    <a:pt x="1481" y="725"/>
                  </a:lnTo>
                  <a:close/>
                  <a:moveTo>
                    <a:pt x="9893" y="4978"/>
                  </a:moveTo>
                  <a:lnTo>
                    <a:pt x="9893" y="9893"/>
                  </a:lnTo>
                  <a:lnTo>
                    <a:pt x="756" y="9893"/>
                  </a:lnTo>
                  <a:lnTo>
                    <a:pt x="756" y="4978"/>
                  </a:lnTo>
                  <a:close/>
                  <a:moveTo>
                    <a:pt x="9168" y="10586"/>
                  </a:moveTo>
                  <a:lnTo>
                    <a:pt x="9168" y="11311"/>
                  </a:lnTo>
                  <a:lnTo>
                    <a:pt x="1450" y="11311"/>
                  </a:lnTo>
                  <a:lnTo>
                    <a:pt x="1450" y="10586"/>
                  </a:lnTo>
                  <a:close/>
                  <a:moveTo>
                    <a:pt x="1072" y="1"/>
                  </a:moveTo>
                  <a:cubicBezTo>
                    <a:pt x="851" y="1"/>
                    <a:pt x="725" y="158"/>
                    <a:pt x="725" y="347"/>
                  </a:cubicBezTo>
                  <a:lnTo>
                    <a:pt x="725" y="4254"/>
                  </a:lnTo>
                  <a:lnTo>
                    <a:pt x="347" y="4254"/>
                  </a:lnTo>
                  <a:cubicBezTo>
                    <a:pt x="158" y="4254"/>
                    <a:pt x="0" y="4411"/>
                    <a:pt x="0" y="4600"/>
                  </a:cubicBezTo>
                  <a:lnTo>
                    <a:pt x="0" y="10240"/>
                  </a:lnTo>
                  <a:cubicBezTo>
                    <a:pt x="0" y="10429"/>
                    <a:pt x="158" y="10586"/>
                    <a:pt x="347" y="10586"/>
                  </a:cubicBezTo>
                  <a:lnTo>
                    <a:pt x="725" y="10586"/>
                  </a:lnTo>
                  <a:lnTo>
                    <a:pt x="725" y="11657"/>
                  </a:lnTo>
                  <a:cubicBezTo>
                    <a:pt x="725" y="11846"/>
                    <a:pt x="851" y="12004"/>
                    <a:pt x="1072" y="12004"/>
                  </a:cubicBezTo>
                  <a:lnTo>
                    <a:pt x="9483" y="12004"/>
                  </a:lnTo>
                  <a:cubicBezTo>
                    <a:pt x="9672" y="12004"/>
                    <a:pt x="9830" y="11846"/>
                    <a:pt x="9830" y="11657"/>
                  </a:cubicBezTo>
                  <a:lnTo>
                    <a:pt x="9830" y="10586"/>
                  </a:lnTo>
                  <a:lnTo>
                    <a:pt x="10208" y="10586"/>
                  </a:lnTo>
                  <a:cubicBezTo>
                    <a:pt x="10397" y="10586"/>
                    <a:pt x="10555" y="10429"/>
                    <a:pt x="10555" y="10240"/>
                  </a:cubicBezTo>
                  <a:lnTo>
                    <a:pt x="10555" y="4600"/>
                  </a:lnTo>
                  <a:cubicBezTo>
                    <a:pt x="10586" y="4411"/>
                    <a:pt x="10428" y="4254"/>
                    <a:pt x="10239" y="4254"/>
                  </a:cubicBezTo>
                  <a:lnTo>
                    <a:pt x="9893" y="4254"/>
                  </a:lnTo>
                  <a:lnTo>
                    <a:pt x="9893" y="2489"/>
                  </a:lnTo>
                  <a:cubicBezTo>
                    <a:pt x="9893" y="2395"/>
                    <a:pt x="9830" y="2300"/>
                    <a:pt x="9767" y="2237"/>
                  </a:cubicBezTo>
                  <a:lnTo>
                    <a:pt x="7656" y="127"/>
                  </a:lnTo>
                  <a:cubicBezTo>
                    <a:pt x="7562" y="32"/>
                    <a:pt x="7499" y="1"/>
                    <a:pt x="74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11" name="Google Shape;10811;p65"/>
          <p:cNvGrpSpPr/>
          <p:nvPr/>
        </p:nvGrpSpPr>
        <p:grpSpPr>
          <a:xfrm>
            <a:off x="3545500" y="3590820"/>
            <a:ext cx="295237" cy="358229"/>
            <a:chOff x="-45270024" y="2701925"/>
            <a:chExt cx="247350" cy="300125"/>
          </a:xfrm>
        </p:grpSpPr>
        <p:sp>
          <p:nvSpPr>
            <p:cNvPr id="10812" name="Google Shape;10812;p65"/>
            <p:cNvSpPr/>
            <p:nvPr/>
          </p:nvSpPr>
          <p:spPr>
            <a:xfrm>
              <a:off x="-45128250" y="2843700"/>
              <a:ext cx="18150" cy="17350"/>
            </a:xfrm>
            <a:custGeom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13" name="Google Shape;10813;p65"/>
            <p:cNvSpPr/>
            <p:nvPr/>
          </p:nvSpPr>
          <p:spPr>
            <a:xfrm>
              <a:off x="-45270024" y="2701925"/>
              <a:ext cx="247350" cy="300125"/>
            </a:xfrm>
            <a:custGeom>
              <a:rect l="l" t="t" r="r" b="b"/>
              <a:pathLst>
                <a:path w="9894" h="12005" extrusionOk="0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14" name="Google Shape;10814;p65"/>
            <p:cNvSpPr/>
            <p:nvPr/>
          </p:nvSpPr>
          <p:spPr>
            <a:xfrm>
              <a:off x="-45235351" y="2844500"/>
              <a:ext cx="89800" cy="87450"/>
            </a:xfrm>
            <a:custGeom>
              <a:rect l="l" t="t" r="r" b="b"/>
              <a:pathLst>
                <a:path w="3592" h="3498" extrusionOk="0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15" name="Google Shape;10815;p65"/>
            <p:cNvSpPr/>
            <p:nvPr/>
          </p:nvSpPr>
          <p:spPr>
            <a:xfrm>
              <a:off x="-45128250" y="2879150"/>
              <a:ext cx="18150" cy="52800"/>
            </a:xfrm>
            <a:custGeom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16" name="Google Shape;10816;p65"/>
          <p:cNvSpPr/>
          <p:nvPr/>
        </p:nvSpPr>
        <p:spPr>
          <a:xfrm>
            <a:off x="2628699" y="4061314"/>
            <a:ext cx="358199" cy="358199"/>
          </a:xfrm>
          <a:custGeom>
            <a:rect l="l" t="t" r="r" b="b"/>
            <a:pathLst>
              <a:path w="12004" h="12004" extrusionOk="0">
                <a:moveTo>
                  <a:pt x="2867" y="725"/>
                </a:moveTo>
                <a:lnTo>
                  <a:pt x="2867" y="1449"/>
                </a:lnTo>
                <a:lnTo>
                  <a:pt x="2174" y="1449"/>
                </a:lnTo>
                <a:lnTo>
                  <a:pt x="2174" y="725"/>
                </a:lnTo>
                <a:close/>
                <a:moveTo>
                  <a:pt x="7971" y="3592"/>
                </a:moveTo>
                <a:lnTo>
                  <a:pt x="3560" y="8002"/>
                </a:lnTo>
                <a:lnTo>
                  <a:pt x="3560" y="3592"/>
                </a:lnTo>
                <a:close/>
                <a:moveTo>
                  <a:pt x="8506" y="4064"/>
                </a:moveTo>
                <a:lnTo>
                  <a:pt x="8506" y="8475"/>
                </a:lnTo>
                <a:lnTo>
                  <a:pt x="4096" y="8475"/>
                </a:lnTo>
                <a:lnTo>
                  <a:pt x="8506" y="4064"/>
                </a:lnTo>
                <a:close/>
                <a:moveTo>
                  <a:pt x="2867" y="3529"/>
                </a:moveTo>
                <a:lnTo>
                  <a:pt x="2867" y="8821"/>
                </a:lnTo>
                <a:cubicBezTo>
                  <a:pt x="2867" y="9011"/>
                  <a:pt x="3025" y="9168"/>
                  <a:pt x="3214" y="9168"/>
                </a:cubicBezTo>
                <a:lnTo>
                  <a:pt x="8506" y="9168"/>
                </a:lnTo>
                <a:lnTo>
                  <a:pt x="8506" y="9893"/>
                </a:lnTo>
                <a:lnTo>
                  <a:pt x="2174" y="9893"/>
                </a:lnTo>
                <a:lnTo>
                  <a:pt x="2174" y="3529"/>
                </a:lnTo>
                <a:close/>
                <a:moveTo>
                  <a:pt x="11342" y="9168"/>
                </a:moveTo>
                <a:lnTo>
                  <a:pt x="11342" y="9893"/>
                </a:lnTo>
                <a:lnTo>
                  <a:pt x="10617" y="9893"/>
                </a:lnTo>
                <a:lnTo>
                  <a:pt x="10617" y="9168"/>
                </a:lnTo>
                <a:close/>
                <a:moveTo>
                  <a:pt x="9830" y="2111"/>
                </a:moveTo>
                <a:lnTo>
                  <a:pt x="9830" y="11310"/>
                </a:lnTo>
                <a:lnTo>
                  <a:pt x="9168" y="11310"/>
                </a:lnTo>
                <a:lnTo>
                  <a:pt x="9168" y="3182"/>
                </a:lnTo>
                <a:lnTo>
                  <a:pt x="9168" y="3151"/>
                </a:lnTo>
                <a:cubicBezTo>
                  <a:pt x="9168" y="2993"/>
                  <a:pt x="9010" y="2836"/>
                  <a:pt x="8821" y="2836"/>
                </a:cubicBezTo>
                <a:lnTo>
                  <a:pt x="693" y="2836"/>
                </a:lnTo>
                <a:lnTo>
                  <a:pt x="693" y="2111"/>
                </a:lnTo>
                <a:close/>
                <a:moveTo>
                  <a:pt x="1764" y="0"/>
                </a:moveTo>
                <a:cubicBezTo>
                  <a:pt x="1575" y="0"/>
                  <a:pt x="1418" y="158"/>
                  <a:pt x="1418" y="347"/>
                </a:cubicBezTo>
                <a:lnTo>
                  <a:pt x="1418" y="1418"/>
                </a:lnTo>
                <a:lnTo>
                  <a:pt x="347" y="1418"/>
                </a:lnTo>
                <a:cubicBezTo>
                  <a:pt x="158" y="1418"/>
                  <a:pt x="0" y="1575"/>
                  <a:pt x="0" y="1764"/>
                </a:cubicBezTo>
                <a:lnTo>
                  <a:pt x="0" y="3182"/>
                </a:lnTo>
                <a:cubicBezTo>
                  <a:pt x="0" y="3371"/>
                  <a:pt x="158" y="3529"/>
                  <a:pt x="347" y="3529"/>
                </a:cubicBezTo>
                <a:lnTo>
                  <a:pt x="1418" y="3529"/>
                </a:lnTo>
                <a:lnTo>
                  <a:pt x="1418" y="10082"/>
                </a:lnTo>
                <a:lnTo>
                  <a:pt x="819" y="10680"/>
                </a:lnTo>
                <a:cubicBezTo>
                  <a:pt x="693" y="10775"/>
                  <a:pt x="693" y="11027"/>
                  <a:pt x="819" y="11184"/>
                </a:cubicBezTo>
                <a:cubicBezTo>
                  <a:pt x="882" y="11247"/>
                  <a:pt x="969" y="11279"/>
                  <a:pt x="1059" y="11279"/>
                </a:cubicBezTo>
                <a:cubicBezTo>
                  <a:pt x="1150" y="11279"/>
                  <a:pt x="1245" y="11247"/>
                  <a:pt x="1323" y="11184"/>
                </a:cubicBezTo>
                <a:lnTo>
                  <a:pt x="1922" y="10586"/>
                </a:lnTo>
                <a:lnTo>
                  <a:pt x="8475" y="10586"/>
                </a:lnTo>
                <a:lnTo>
                  <a:pt x="8475" y="11657"/>
                </a:lnTo>
                <a:cubicBezTo>
                  <a:pt x="8475" y="11846"/>
                  <a:pt x="8601" y="12003"/>
                  <a:pt x="8821" y="12003"/>
                </a:cubicBezTo>
                <a:lnTo>
                  <a:pt x="10239" y="12003"/>
                </a:lnTo>
                <a:cubicBezTo>
                  <a:pt x="10428" y="12003"/>
                  <a:pt x="10586" y="11846"/>
                  <a:pt x="10586" y="11657"/>
                </a:cubicBezTo>
                <a:lnTo>
                  <a:pt x="10586" y="10586"/>
                </a:lnTo>
                <a:lnTo>
                  <a:pt x="11657" y="10586"/>
                </a:lnTo>
                <a:cubicBezTo>
                  <a:pt x="11846" y="10586"/>
                  <a:pt x="12003" y="10428"/>
                  <a:pt x="12003" y="10239"/>
                </a:cubicBezTo>
                <a:lnTo>
                  <a:pt x="12003" y="8821"/>
                </a:lnTo>
                <a:cubicBezTo>
                  <a:pt x="12003" y="8632"/>
                  <a:pt x="11846" y="8475"/>
                  <a:pt x="11657" y="8475"/>
                </a:cubicBezTo>
                <a:lnTo>
                  <a:pt x="10586" y="8475"/>
                </a:lnTo>
                <a:lnTo>
                  <a:pt x="10586" y="1922"/>
                </a:lnTo>
                <a:lnTo>
                  <a:pt x="11184" y="1323"/>
                </a:lnTo>
                <a:cubicBezTo>
                  <a:pt x="11279" y="1229"/>
                  <a:pt x="11279" y="977"/>
                  <a:pt x="11184" y="819"/>
                </a:cubicBezTo>
                <a:cubicBezTo>
                  <a:pt x="11121" y="756"/>
                  <a:pt x="11035" y="725"/>
                  <a:pt x="10940" y="725"/>
                </a:cubicBezTo>
                <a:cubicBezTo>
                  <a:pt x="10846" y="725"/>
                  <a:pt x="10743" y="756"/>
                  <a:pt x="10649" y="819"/>
                </a:cubicBezTo>
                <a:lnTo>
                  <a:pt x="10082" y="1418"/>
                </a:lnTo>
                <a:lnTo>
                  <a:pt x="3529" y="1418"/>
                </a:lnTo>
                <a:lnTo>
                  <a:pt x="3529" y="347"/>
                </a:lnTo>
                <a:cubicBezTo>
                  <a:pt x="3529" y="158"/>
                  <a:pt x="3371" y="0"/>
                  <a:pt x="318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17" name="Google Shape;10817;p65"/>
          <p:cNvGrpSpPr/>
          <p:nvPr/>
        </p:nvGrpSpPr>
        <p:grpSpPr>
          <a:xfrm>
            <a:off x="2209567" y="1743737"/>
            <a:ext cx="307444" cy="366556"/>
            <a:chOff x="2209567" y="1972337"/>
            <a:chExt cx="307444" cy="366556"/>
          </a:xfrm>
        </p:grpSpPr>
        <p:sp>
          <p:nvSpPr>
            <p:cNvPr id="10818" name="Google Shape;10818;p65"/>
            <p:cNvSpPr/>
            <p:nvPr/>
          </p:nvSpPr>
          <p:spPr>
            <a:xfrm>
              <a:off x="2345143" y="1972337"/>
              <a:ext cx="20709" cy="62097"/>
            </a:xfrm>
            <a:custGeom>
              <a:rect l="l" t="t" r="r" b="b"/>
              <a:pathLst>
                <a:path w="694" h="2081" extrusionOk="0">
                  <a:moveTo>
                    <a:pt x="347" y="1"/>
                  </a:moveTo>
                  <a:cubicBezTo>
                    <a:pt x="158" y="1"/>
                    <a:pt x="1" y="158"/>
                    <a:pt x="1" y="348"/>
                  </a:cubicBezTo>
                  <a:lnTo>
                    <a:pt x="1" y="1765"/>
                  </a:lnTo>
                  <a:cubicBezTo>
                    <a:pt x="1" y="1923"/>
                    <a:pt x="158" y="2080"/>
                    <a:pt x="347" y="2080"/>
                  </a:cubicBezTo>
                  <a:cubicBezTo>
                    <a:pt x="536" y="2080"/>
                    <a:pt x="694" y="1923"/>
                    <a:pt x="694" y="1734"/>
                  </a:cubicBezTo>
                  <a:lnTo>
                    <a:pt x="694" y="348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19" name="Google Shape;10819;p65"/>
            <p:cNvSpPr/>
            <p:nvPr/>
          </p:nvSpPr>
          <p:spPr>
            <a:xfrm>
              <a:off x="2265235" y="1998803"/>
              <a:ext cx="55502" cy="39389"/>
            </a:xfrm>
            <a:custGeom>
              <a:rect l="l" t="t" r="r" b="b"/>
              <a:pathLst>
                <a:path w="1860" h="1320" extrusionOk="0">
                  <a:moveTo>
                    <a:pt x="465" y="1"/>
                  </a:moveTo>
                  <a:cubicBezTo>
                    <a:pt x="344" y="1"/>
                    <a:pt x="222" y="78"/>
                    <a:pt x="158" y="185"/>
                  </a:cubicBezTo>
                  <a:cubicBezTo>
                    <a:pt x="1" y="311"/>
                    <a:pt x="64" y="563"/>
                    <a:pt x="253" y="658"/>
                  </a:cubicBezTo>
                  <a:lnTo>
                    <a:pt x="1229" y="1288"/>
                  </a:lnTo>
                  <a:cubicBezTo>
                    <a:pt x="1261" y="1319"/>
                    <a:pt x="1355" y="1319"/>
                    <a:pt x="1418" y="1319"/>
                  </a:cubicBezTo>
                  <a:cubicBezTo>
                    <a:pt x="1544" y="1319"/>
                    <a:pt x="1671" y="1288"/>
                    <a:pt x="1734" y="1162"/>
                  </a:cubicBezTo>
                  <a:cubicBezTo>
                    <a:pt x="1860" y="1004"/>
                    <a:pt x="1765" y="752"/>
                    <a:pt x="1607" y="689"/>
                  </a:cubicBezTo>
                  <a:lnTo>
                    <a:pt x="631" y="59"/>
                  </a:lnTo>
                  <a:cubicBezTo>
                    <a:pt x="580" y="18"/>
                    <a:pt x="523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20" name="Google Shape;10820;p65"/>
            <p:cNvSpPr/>
            <p:nvPr/>
          </p:nvSpPr>
          <p:spPr>
            <a:xfrm>
              <a:off x="2393093" y="2000594"/>
              <a:ext cx="51743" cy="38523"/>
            </a:xfrm>
            <a:custGeom>
              <a:rect l="l" t="t" r="r" b="b"/>
              <a:pathLst>
                <a:path w="1733" h="1291" extrusionOk="0">
                  <a:moveTo>
                    <a:pt x="1354" y="0"/>
                  </a:moveTo>
                  <a:cubicBezTo>
                    <a:pt x="1301" y="0"/>
                    <a:pt x="1247" y="11"/>
                    <a:pt x="1198" y="31"/>
                  </a:cubicBezTo>
                  <a:lnTo>
                    <a:pt x="221" y="661"/>
                  </a:lnTo>
                  <a:cubicBezTo>
                    <a:pt x="63" y="787"/>
                    <a:pt x="0" y="976"/>
                    <a:pt x="95" y="1133"/>
                  </a:cubicBezTo>
                  <a:cubicBezTo>
                    <a:pt x="126" y="1228"/>
                    <a:pt x="252" y="1291"/>
                    <a:pt x="347" y="1291"/>
                  </a:cubicBezTo>
                  <a:cubicBezTo>
                    <a:pt x="441" y="1291"/>
                    <a:pt x="473" y="1291"/>
                    <a:pt x="568" y="1259"/>
                  </a:cubicBezTo>
                  <a:lnTo>
                    <a:pt x="1544" y="629"/>
                  </a:lnTo>
                  <a:cubicBezTo>
                    <a:pt x="1702" y="503"/>
                    <a:pt x="1733" y="314"/>
                    <a:pt x="1670" y="157"/>
                  </a:cubicBezTo>
                  <a:cubicBezTo>
                    <a:pt x="1584" y="49"/>
                    <a:pt x="1469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0821" name="Google Shape;10821;p65"/>
            <p:cNvGrpSpPr/>
            <p:nvPr/>
          </p:nvGrpSpPr>
          <p:grpSpPr>
            <a:xfrm>
              <a:off x="2209567" y="2078266"/>
              <a:ext cx="307444" cy="260626"/>
              <a:chOff x="1636184" y="2959225"/>
              <a:chExt cx="232666" cy="197250"/>
            </a:xfrm>
          </p:grpSpPr>
          <p:sp>
            <p:nvSpPr>
              <p:cNvPr id="10822" name="Google Shape;10822;p65"/>
              <p:cNvSpPr/>
              <p:nvPr/>
            </p:nvSpPr>
            <p:spPr>
              <a:xfrm>
                <a:off x="1649300" y="2959225"/>
                <a:ext cx="219550" cy="197250"/>
              </a:xfrm>
              <a:custGeom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823" name="Google Shape;10823;p65"/>
              <p:cNvSpPr/>
              <p:nvPr/>
            </p:nvSpPr>
            <p:spPr>
              <a:xfrm flipH="1">
                <a:off x="1636184" y="2959225"/>
                <a:ext cx="219550" cy="197250"/>
              </a:xfrm>
              <a:custGeom>
                <a:rect l="l" t="t" r="r" b="b"/>
                <a:pathLst>
                  <a:path w="8782" h="7890" extrusionOk="0">
                    <a:moveTo>
                      <a:pt x="3485" y="419"/>
                    </a:moveTo>
                    <a:lnTo>
                      <a:pt x="2342" y="1952"/>
                    </a:lnTo>
                    <a:lnTo>
                      <a:pt x="1757" y="419"/>
                    </a:lnTo>
                    <a:close/>
                    <a:moveTo>
                      <a:pt x="6495" y="419"/>
                    </a:moveTo>
                    <a:lnTo>
                      <a:pt x="5882" y="1952"/>
                    </a:lnTo>
                    <a:lnTo>
                      <a:pt x="4739" y="419"/>
                    </a:lnTo>
                    <a:close/>
                    <a:moveTo>
                      <a:pt x="1255" y="809"/>
                    </a:moveTo>
                    <a:lnTo>
                      <a:pt x="1812" y="2314"/>
                    </a:lnTo>
                    <a:lnTo>
                      <a:pt x="307" y="2314"/>
                    </a:lnTo>
                    <a:lnTo>
                      <a:pt x="1255" y="809"/>
                    </a:lnTo>
                    <a:close/>
                    <a:moveTo>
                      <a:pt x="4154" y="614"/>
                    </a:moveTo>
                    <a:lnTo>
                      <a:pt x="5408" y="2314"/>
                    </a:lnTo>
                    <a:lnTo>
                      <a:pt x="2900" y="2314"/>
                    </a:lnTo>
                    <a:lnTo>
                      <a:pt x="4154" y="614"/>
                    </a:lnTo>
                    <a:close/>
                    <a:moveTo>
                      <a:pt x="6997" y="809"/>
                    </a:moveTo>
                    <a:lnTo>
                      <a:pt x="7945" y="2314"/>
                    </a:lnTo>
                    <a:lnTo>
                      <a:pt x="6440" y="2314"/>
                    </a:lnTo>
                    <a:lnTo>
                      <a:pt x="6997" y="809"/>
                    </a:lnTo>
                    <a:close/>
                    <a:moveTo>
                      <a:pt x="2035" y="2928"/>
                    </a:moveTo>
                    <a:lnTo>
                      <a:pt x="3206" y="6133"/>
                    </a:lnTo>
                    <a:lnTo>
                      <a:pt x="419" y="2928"/>
                    </a:lnTo>
                    <a:close/>
                    <a:moveTo>
                      <a:pt x="7806" y="2928"/>
                    </a:moveTo>
                    <a:lnTo>
                      <a:pt x="5018" y="6133"/>
                    </a:lnTo>
                    <a:lnTo>
                      <a:pt x="6217" y="2928"/>
                    </a:lnTo>
                    <a:close/>
                    <a:moveTo>
                      <a:pt x="5548" y="2928"/>
                    </a:moveTo>
                    <a:lnTo>
                      <a:pt x="4126" y="6719"/>
                    </a:lnTo>
                    <a:lnTo>
                      <a:pt x="2677" y="2928"/>
                    </a:lnTo>
                    <a:close/>
                    <a:moveTo>
                      <a:pt x="1562" y="1"/>
                    </a:moveTo>
                    <a:lnTo>
                      <a:pt x="1" y="2482"/>
                    </a:lnTo>
                    <a:lnTo>
                      <a:pt x="1" y="2510"/>
                    </a:lnTo>
                    <a:lnTo>
                      <a:pt x="1" y="2537"/>
                    </a:lnTo>
                    <a:lnTo>
                      <a:pt x="1" y="2593"/>
                    </a:lnTo>
                    <a:lnTo>
                      <a:pt x="1" y="2621"/>
                    </a:lnTo>
                    <a:lnTo>
                      <a:pt x="1" y="2649"/>
                    </a:lnTo>
                    <a:lnTo>
                      <a:pt x="1" y="2677"/>
                    </a:lnTo>
                    <a:lnTo>
                      <a:pt x="1" y="2733"/>
                    </a:lnTo>
                    <a:lnTo>
                      <a:pt x="1" y="2760"/>
                    </a:lnTo>
                    <a:lnTo>
                      <a:pt x="1" y="2788"/>
                    </a:lnTo>
                    <a:lnTo>
                      <a:pt x="1" y="2816"/>
                    </a:lnTo>
                    <a:lnTo>
                      <a:pt x="1" y="2872"/>
                    </a:lnTo>
                    <a:lnTo>
                      <a:pt x="4349" y="7834"/>
                    </a:lnTo>
                    <a:lnTo>
                      <a:pt x="4405" y="7890"/>
                    </a:lnTo>
                    <a:lnTo>
                      <a:pt x="4879" y="7890"/>
                    </a:lnTo>
                    <a:lnTo>
                      <a:pt x="4907" y="7834"/>
                    </a:lnTo>
                    <a:lnTo>
                      <a:pt x="8753" y="2788"/>
                    </a:lnTo>
                    <a:lnTo>
                      <a:pt x="8753" y="2788"/>
                    </a:lnTo>
                    <a:cubicBezTo>
                      <a:pt x="8744" y="2798"/>
                      <a:pt x="8738" y="2801"/>
                      <a:pt x="8735" y="2801"/>
                    </a:cubicBezTo>
                    <a:cubicBezTo>
                      <a:pt x="8729" y="2801"/>
                      <a:pt x="8735" y="2788"/>
                      <a:pt x="8753" y="2788"/>
                    </a:cubicBezTo>
                    <a:lnTo>
                      <a:pt x="8781" y="2760"/>
                    </a:lnTo>
                    <a:lnTo>
                      <a:pt x="8781" y="2733"/>
                    </a:lnTo>
                    <a:lnTo>
                      <a:pt x="8781" y="2677"/>
                    </a:lnTo>
                    <a:lnTo>
                      <a:pt x="8781" y="2649"/>
                    </a:lnTo>
                    <a:lnTo>
                      <a:pt x="8781" y="2621"/>
                    </a:lnTo>
                    <a:lnTo>
                      <a:pt x="8781" y="2593"/>
                    </a:lnTo>
                    <a:lnTo>
                      <a:pt x="8781" y="2537"/>
                    </a:lnTo>
                    <a:lnTo>
                      <a:pt x="8781" y="2510"/>
                    </a:lnTo>
                    <a:lnTo>
                      <a:pt x="8781" y="2482"/>
                    </a:lnTo>
                    <a:lnTo>
                      <a:pt x="72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824" name="Google Shape;10824;p65"/>
              <p:cNvSpPr/>
              <p:nvPr/>
            </p:nvSpPr>
            <p:spPr>
              <a:xfrm>
                <a:off x="1734750" y="3136775"/>
                <a:ext cx="36900" cy="19650"/>
              </a:xfrm>
              <a:custGeom>
                <a:rect l="l" t="t" r="r" b="b"/>
                <a:pathLst>
                  <a:path w="1476" h="786" extrusionOk="0">
                    <a:moveTo>
                      <a:pt x="0" y="786"/>
                    </a:moveTo>
                    <a:lnTo>
                      <a:pt x="1476" y="786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10825" name="Google Shape;10825;p65"/>
              <p:cNvSpPr/>
              <p:nvPr/>
            </p:nvSpPr>
            <p:spPr>
              <a:xfrm>
                <a:off x="1684150" y="2963550"/>
                <a:ext cx="139900" cy="11300"/>
              </a:xfrm>
              <a:custGeom>
                <a:rect l="l" t="t" r="r" b="b"/>
                <a:pathLst>
                  <a:path w="5596" h="452" extrusionOk="0">
                    <a:moveTo>
                      <a:pt x="0" y="452"/>
                    </a:moveTo>
                    <a:lnTo>
                      <a:pt x="5596" y="452"/>
                    </a:lnTo>
                    <a:lnTo>
                      <a:pt x="5500" y="0"/>
                    </a:lnTo>
                    <a:lnTo>
                      <a:pt x="238" y="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grpSp>
        <p:nvGrpSpPr>
          <p:cNvPr id="10826" name="Google Shape;10826;p65"/>
          <p:cNvGrpSpPr/>
          <p:nvPr/>
        </p:nvGrpSpPr>
        <p:grpSpPr>
          <a:xfrm>
            <a:off x="3577265" y="2235011"/>
            <a:ext cx="258542" cy="365154"/>
            <a:chOff x="-47300586" y="123275"/>
            <a:chExt cx="190975" cy="269725"/>
          </a:xfrm>
        </p:grpSpPr>
        <p:sp>
          <p:nvSpPr>
            <p:cNvPr id="10827" name="Google Shape;10827;p65"/>
            <p:cNvSpPr/>
            <p:nvPr/>
          </p:nvSpPr>
          <p:spPr>
            <a:xfrm>
              <a:off x="-47300586" y="123275"/>
              <a:ext cx="190975" cy="269725"/>
            </a:xfrm>
            <a:custGeom>
              <a:rect l="l" t="t" r="r" b="b"/>
              <a:pathLst>
                <a:path w="7639" h="10789" extrusionOk="0">
                  <a:moveTo>
                    <a:pt x="5130" y="1283"/>
                  </a:moveTo>
                  <a:cubicBezTo>
                    <a:pt x="5659" y="1283"/>
                    <a:pt x="6050" y="1701"/>
                    <a:pt x="6050" y="2231"/>
                  </a:cubicBezTo>
                  <a:lnTo>
                    <a:pt x="6050" y="6273"/>
                  </a:lnTo>
                  <a:lnTo>
                    <a:pt x="4182" y="6273"/>
                  </a:lnTo>
                  <a:lnTo>
                    <a:pt x="4182" y="5687"/>
                  </a:lnTo>
                  <a:lnTo>
                    <a:pt x="4489" y="5687"/>
                  </a:lnTo>
                  <a:cubicBezTo>
                    <a:pt x="4684" y="5687"/>
                    <a:pt x="4823" y="5548"/>
                    <a:pt x="4823" y="5381"/>
                  </a:cubicBezTo>
                  <a:cubicBezTo>
                    <a:pt x="4823" y="5213"/>
                    <a:pt x="4684" y="5074"/>
                    <a:pt x="4489" y="5074"/>
                  </a:cubicBezTo>
                  <a:lnTo>
                    <a:pt x="4182" y="5074"/>
                  </a:lnTo>
                  <a:lnTo>
                    <a:pt x="4182" y="4433"/>
                  </a:lnTo>
                  <a:lnTo>
                    <a:pt x="4489" y="4433"/>
                  </a:lnTo>
                  <a:cubicBezTo>
                    <a:pt x="4684" y="4433"/>
                    <a:pt x="4823" y="4294"/>
                    <a:pt x="4823" y="4126"/>
                  </a:cubicBezTo>
                  <a:cubicBezTo>
                    <a:pt x="4823" y="3931"/>
                    <a:pt x="4684" y="3792"/>
                    <a:pt x="4489" y="3792"/>
                  </a:cubicBezTo>
                  <a:lnTo>
                    <a:pt x="4182" y="3792"/>
                  </a:lnTo>
                  <a:lnTo>
                    <a:pt x="4182" y="3179"/>
                  </a:lnTo>
                  <a:lnTo>
                    <a:pt x="4489" y="3179"/>
                  </a:lnTo>
                  <a:cubicBezTo>
                    <a:pt x="4684" y="3179"/>
                    <a:pt x="4823" y="3039"/>
                    <a:pt x="4823" y="2872"/>
                  </a:cubicBezTo>
                  <a:cubicBezTo>
                    <a:pt x="4823" y="2677"/>
                    <a:pt x="4684" y="2537"/>
                    <a:pt x="4489" y="2537"/>
                  </a:cubicBezTo>
                  <a:lnTo>
                    <a:pt x="4182" y="2537"/>
                  </a:lnTo>
                  <a:lnTo>
                    <a:pt x="4182" y="2231"/>
                  </a:lnTo>
                  <a:cubicBezTo>
                    <a:pt x="4182" y="1701"/>
                    <a:pt x="4600" y="1283"/>
                    <a:pt x="5130" y="1283"/>
                  </a:cubicBezTo>
                  <a:close/>
                  <a:moveTo>
                    <a:pt x="2649" y="1952"/>
                  </a:moveTo>
                  <a:cubicBezTo>
                    <a:pt x="3178" y="1952"/>
                    <a:pt x="3597" y="2370"/>
                    <a:pt x="3597" y="2900"/>
                  </a:cubicBezTo>
                  <a:lnTo>
                    <a:pt x="3597" y="6328"/>
                  </a:lnTo>
                  <a:lnTo>
                    <a:pt x="1701" y="6328"/>
                  </a:lnTo>
                  <a:lnTo>
                    <a:pt x="1701" y="2900"/>
                  </a:lnTo>
                  <a:cubicBezTo>
                    <a:pt x="1701" y="2370"/>
                    <a:pt x="2119" y="1952"/>
                    <a:pt x="2649" y="1952"/>
                  </a:cubicBezTo>
                  <a:close/>
                  <a:moveTo>
                    <a:pt x="6969" y="6942"/>
                  </a:moveTo>
                  <a:lnTo>
                    <a:pt x="6969" y="7248"/>
                  </a:lnTo>
                  <a:lnTo>
                    <a:pt x="6997" y="7248"/>
                  </a:lnTo>
                  <a:cubicBezTo>
                    <a:pt x="6997" y="7443"/>
                    <a:pt x="6858" y="7583"/>
                    <a:pt x="6691" y="7583"/>
                  </a:cubicBezTo>
                  <a:lnTo>
                    <a:pt x="1088" y="7583"/>
                  </a:lnTo>
                  <a:cubicBezTo>
                    <a:pt x="920" y="7583"/>
                    <a:pt x="781" y="7443"/>
                    <a:pt x="781" y="7248"/>
                  </a:cubicBezTo>
                  <a:lnTo>
                    <a:pt x="781" y="6942"/>
                  </a:lnTo>
                  <a:close/>
                  <a:moveTo>
                    <a:pt x="6273" y="8168"/>
                  </a:moveTo>
                  <a:lnTo>
                    <a:pt x="5827" y="10092"/>
                  </a:lnTo>
                  <a:lnTo>
                    <a:pt x="1952" y="10092"/>
                  </a:lnTo>
                  <a:lnTo>
                    <a:pt x="1506" y="8168"/>
                  </a:lnTo>
                  <a:close/>
                  <a:moveTo>
                    <a:pt x="5102" y="1"/>
                  </a:moveTo>
                  <a:cubicBezTo>
                    <a:pt x="4907" y="1"/>
                    <a:pt x="4767" y="140"/>
                    <a:pt x="4767" y="307"/>
                  </a:cubicBezTo>
                  <a:lnTo>
                    <a:pt x="4767" y="670"/>
                  </a:lnTo>
                  <a:cubicBezTo>
                    <a:pt x="4572" y="698"/>
                    <a:pt x="4405" y="781"/>
                    <a:pt x="4210" y="921"/>
                  </a:cubicBezTo>
                  <a:lnTo>
                    <a:pt x="3987" y="670"/>
                  </a:lnTo>
                  <a:cubicBezTo>
                    <a:pt x="3931" y="614"/>
                    <a:pt x="3847" y="586"/>
                    <a:pt x="3760" y="586"/>
                  </a:cubicBezTo>
                  <a:cubicBezTo>
                    <a:pt x="3673" y="586"/>
                    <a:pt x="3583" y="614"/>
                    <a:pt x="3513" y="670"/>
                  </a:cubicBezTo>
                  <a:cubicBezTo>
                    <a:pt x="3429" y="781"/>
                    <a:pt x="3429" y="976"/>
                    <a:pt x="3513" y="1116"/>
                  </a:cubicBezTo>
                  <a:lnTo>
                    <a:pt x="3764" y="1367"/>
                  </a:lnTo>
                  <a:cubicBezTo>
                    <a:pt x="3708" y="1478"/>
                    <a:pt x="3652" y="1562"/>
                    <a:pt x="3597" y="1673"/>
                  </a:cubicBezTo>
                  <a:cubicBezTo>
                    <a:pt x="3374" y="1506"/>
                    <a:pt x="3123" y="1367"/>
                    <a:pt x="2872" y="1339"/>
                  </a:cubicBezTo>
                  <a:lnTo>
                    <a:pt x="2872" y="976"/>
                  </a:lnTo>
                  <a:cubicBezTo>
                    <a:pt x="2872" y="809"/>
                    <a:pt x="2732" y="670"/>
                    <a:pt x="2537" y="670"/>
                  </a:cubicBezTo>
                  <a:cubicBezTo>
                    <a:pt x="2370" y="670"/>
                    <a:pt x="2231" y="809"/>
                    <a:pt x="2231" y="976"/>
                  </a:cubicBezTo>
                  <a:lnTo>
                    <a:pt x="2231" y="1339"/>
                  </a:lnTo>
                  <a:cubicBezTo>
                    <a:pt x="2036" y="1367"/>
                    <a:pt x="1840" y="1450"/>
                    <a:pt x="1673" y="1562"/>
                  </a:cubicBezTo>
                  <a:lnTo>
                    <a:pt x="1422" y="1339"/>
                  </a:lnTo>
                  <a:cubicBezTo>
                    <a:pt x="1380" y="1283"/>
                    <a:pt x="1304" y="1255"/>
                    <a:pt x="1220" y="1255"/>
                  </a:cubicBezTo>
                  <a:cubicBezTo>
                    <a:pt x="1137" y="1255"/>
                    <a:pt x="1046" y="1283"/>
                    <a:pt x="976" y="1339"/>
                  </a:cubicBezTo>
                  <a:cubicBezTo>
                    <a:pt x="865" y="1450"/>
                    <a:pt x="865" y="1645"/>
                    <a:pt x="976" y="1785"/>
                  </a:cubicBezTo>
                  <a:lnTo>
                    <a:pt x="1227" y="2036"/>
                  </a:lnTo>
                  <a:cubicBezTo>
                    <a:pt x="1116" y="2203"/>
                    <a:pt x="1032" y="2370"/>
                    <a:pt x="976" y="2593"/>
                  </a:cubicBezTo>
                  <a:lnTo>
                    <a:pt x="642" y="2593"/>
                  </a:lnTo>
                  <a:cubicBezTo>
                    <a:pt x="447" y="2593"/>
                    <a:pt x="307" y="2733"/>
                    <a:pt x="307" y="2900"/>
                  </a:cubicBezTo>
                  <a:cubicBezTo>
                    <a:pt x="307" y="3067"/>
                    <a:pt x="447" y="3206"/>
                    <a:pt x="642" y="3206"/>
                  </a:cubicBezTo>
                  <a:lnTo>
                    <a:pt x="948" y="3206"/>
                  </a:lnTo>
                  <a:lnTo>
                    <a:pt x="948" y="3848"/>
                  </a:lnTo>
                  <a:lnTo>
                    <a:pt x="642" y="3848"/>
                  </a:lnTo>
                  <a:cubicBezTo>
                    <a:pt x="447" y="3848"/>
                    <a:pt x="307" y="3987"/>
                    <a:pt x="307" y="4154"/>
                  </a:cubicBezTo>
                  <a:cubicBezTo>
                    <a:pt x="307" y="4321"/>
                    <a:pt x="447" y="4461"/>
                    <a:pt x="642" y="4461"/>
                  </a:cubicBezTo>
                  <a:lnTo>
                    <a:pt x="948" y="4461"/>
                  </a:lnTo>
                  <a:lnTo>
                    <a:pt x="948" y="5102"/>
                  </a:lnTo>
                  <a:lnTo>
                    <a:pt x="642" y="5102"/>
                  </a:lnTo>
                  <a:cubicBezTo>
                    <a:pt x="447" y="5102"/>
                    <a:pt x="307" y="5241"/>
                    <a:pt x="307" y="5409"/>
                  </a:cubicBezTo>
                  <a:cubicBezTo>
                    <a:pt x="307" y="5576"/>
                    <a:pt x="447" y="5715"/>
                    <a:pt x="642" y="5715"/>
                  </a:cubicBezTo>
                  <a:lnTo>
                    <a:pt x="948" y="5715"/>
                  </a:lnTo>
                  <a:lnTo>
                    <a:pt x="948" y="6356"/>
                  </a:lnTo>
                  <a:lnTo>
                    <a:pt x="307" y="6356"/>
                  </a:lnTo>
                  <a:cubicBezTo>
                    <a:pt x="140" y="6356"/>
                    <a:pt x="1" y="6496"/>
                    <a:pt x="1" y="6663"/>
                  </a:cubicBezTo>
                  <a:lnTo>
                    <a:pt x="1" y="7304"/>
                  </a:lnTo>
                  <a:cubicBezTo>
                    <a:pt x="1" y="7722"/>
                    <a:pt x="279" y="8085"/>
                    <a:pt x="697" y="8196"/>
                  </a:cubicBezTo>
                  <a:lnTo>
                    <a:pt x="1255" y="10538"/>
                  </a:lnTo>
                  <a:cubicBezTo>
                    <a:pt x="1283" y="10677"/>
                    <a:pt x="1422" y="10789"/>
                    <a:pt x="1562" y="10789"/>
                  </a:cubicBezTo>
                  <a:lnTo>
                    <a:pt x="5910" y="10789"/>
                  </a:lnTo>
                  <a:cubicBezTo>
                    <a:pt x="6050" y="10789"/>
                    <a:pt x="6217" y="10677"/>
                    <a:pt x="6245" y="10538"/>
                  </a:cubicBezTo>
                  <a:lnTo>
                    <a:pt x="6802" y="8196"/>
                  </a:lnTo>
                  <a:cubicBezTo>
                    <a:pt x="7165" y="8085"/>
                    <a:pt x="7499" y="7722"/>
                    <a:pt x="7499" y="7304"/>
                  </a:cubicBezTo>
                  <a:lnTo>
                    <a:pt x="7499" y="6663"/>
                  </a:lnTo>
                  <a:cubicBezTo>
                    <a:pt x="7638" y="6468"/>
                    <a:pt x="7499" y="6328"/>
                    <a:pt x="7332" y="6328"/>
                  </a:cubicBezTo>
                  <a:lnTo>
                    <a:pt x="6691" y="6328"/>
                  </a:lnTo>
                  <a:lnTo>
                    <a:pt x="6691" y="5074"/>
                  </a:lnTo>
                  <a:lnTo>
                    <a:pt x="6997" y="5074"/>
                  </a:lnTo>
                  <a:cubicBezTo>
                    <a:pt x="7192" y="5074"/>
                    <a:pt x="7332" y="4935"/>
                    <a:pt x="7332" y="4740"/>
                  </a:cubicBezTo>
                  <a:cubicBezTo>
                    <a:pt x="7332" y="4572"/>
                    <a:pt x="7192" y="4433"/>
                    <a:pt x="6997" y="4433"/>
                  </a:cubicBezTo>
                  <a:lnTo>
                    <a:pt x="6691" y="4433"/>
                  </a:lnTo>
                  <a:lnTo>
                    <a:pt x="6691" y="3820"/>
                  </a:lnTo>
                  <a:lnTo>
                    <a:pt x="6997" y="3820"/>
                  </a:lnTo>
                  <a:cubicBezTo>
                    <a:pt x="7192" y="3820"/>
                    <a:pt x="7332" y="3680"/>
                    <a:pt x="7332" y="3485"/>
                  </a:cubicBezTo>
                  <a:cubicBezTo>
                    <a:pt x="7332" y="3318"/>
                    <a:pt x="7192" y="3179"/>
                    <a:pt x="6997" y="3179"/>
                  </a:cubicBezTo>
                  <a:lnTo>
                    <a:pt x="6691" y="3179"/>
                  </a:lnTo>
                  <a:lnTo>
                    <a:pt x="6691" y="2537"/>
                  </a:lnTo>
                  <a:lnTo>
                    <a:pt x="6997" y="2537"/>
                  </a:lnTo>
                  <a:cubicBezTo>
                    <a:pt x="7192" y="2537"/>
                    <a:pt x="7332" y="2398"/>
                    <a:pt x="7332" y="2231"/>
                  </a:cubicBezTo>
                  <a:cubicBezTo>
                    <a:pt x="7332" y="2064"/>
                    <a:pt x="7192" y="1924"/>
                    <a:pt x="6997" y="1924"/>
                  </a:cubicBezTo>
                  <a:lnTo>
                    <a:pt x="6663" y="1924"/>
                  </a:lnTo>
                  <a:cubicBezTo>
                    <a:pt x="6635" y="1701"/>
                    <a:pt x="6551" y="1534"/>
                    <a:pt x="6412" y="1367"/>
                  </a:cubicBezTo>
                  <a:lnTo>
                    <a:pt x="6663" y="1116"/>
                  </a:lnTo>
                  <a:cubicBezTo>
                    <a:pt x="6774" y="1004"/>
                    <a:pt x="6774" y="809"/>
                    <a:pt x="6663" y="670"/>
                  </a:cubicBezTo>
                  <a:cubicBezTo>
                    <a:pt x="6607" y="614"/>
                    <a:pt x="6530" y="586"/>
                    <a:pt x="6450" y="586"/>
                  </a:cubicBezTo>
                  <a:cubicBezTo>
                    <a:pt x="6370" y="586"/>
                    <a:pt x="6286" y="614"/>
                    <a:pt x="6217" y="670"/>
                  </a:cubicBezTo>
                  <a:lnTo>
                    <a:pt x="5966" y="921"/>
                  </a:lnTo>
                  <a:cubicBezTo>
                    <a:pt x="5799" y="809"/>
                    <a:pt x="5604" y="726"/>
                    <a:pt x="5408" y="670"/>
                  </a:cubicBezTo>
                  <a:lnTo>
                    <a:pt x="5408" y="307"/>
                  </a:lnTo>
                  <a:cubicBezTo>
                    <a:pt x="5408" y="140"/>
                    <a:pt x="5269" y="1"/>
                    <a:pt x="51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28" name="Google Shape;10828;p65"/>
            <p:cNvSpPr/>
            <p:nvPr/>
          </p:nvSpPr>
          <p:spPr>
            <a:xfrm>
              <a:off x="-47242037" y="188100"/>
              <a:ext cx="15350" cy="31375"/>
            </a:xfrm>
            <a:custGeom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40" y="0"/>
                    <a:pt x="0" y="140"/>
                    <a:pt x="0" y="307"/>
                  </a:cubicBezTo>
                  <a:lnTo>
                    <a:pt x="0" y="948"/>
                  </a:lnTo>
                  <a:cubicBezTo>
                    <a:pt x="0" y="1115"/>
                    <a:pt x="140" y="1255"/>
                    <a:pt x="307" y="1255"/>
                  </a:cubicBezTo>
                  <a:cubicBezTo>
                    <a:pt x="474" y="1255"/>
                    <a:pt x="613" y="1115"/>
                    <a:pt x="613" y="948"/>
                  </a:cubicBezTo>
                  <a:lnTo>
                    <a:pt x="613" y="307"/>
                  </a:lnTo>
                  <a:cubicBezTo>
                    <a:pt x="613" y="140"/>
                    <a:pt x="474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29" name="Google Shape;10829;p65"/>
            <p:cNvSpPr/>
            <p:nvPr/>
          </p:nvSpPr>
          <p:spPr>
            <a:xfrm>
              <a:off x="-47242037" y="234775"/>
              <a:ext cx="15350" cy="31400"/>
            </a:xfrm>
            <a:custGeom>
              <a:rect l="l" t="t" r="r" b="b"/>
              <a:pathLst>
                <a:path w="614" h="1256" extrusionOk="0">
                  <a:moveTo>
                    <a:pt x="307" y="1"/>
                  </a:moveTo>
                  <a:cubicBezTo>
                    <a:pt x="140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16"/>
                    <a:pt x="140" y="1255"/>
                    <a:pt x="307" y="1255"/>
                  </a:cubicBezTo>
                  <a:cubicBezTo>
                    <a:pt x="474" y="1255"/>
                    <a:pt x="613" y="1116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0" name="Google Shape;10830;p65"/>
            <p:cNvSpPr/>
            <p:nvPr/>
          </p:nvSpPr>
          <p:spPr>
            <a:xfrm>
              <a:off x="-47180013" y="172075"/>
              <a:ext cx="15350" cy="31375"/>
            </a:xfrm>
            <a:custGeom>
              <a:rect l="l" t="t" r="r" b="b"/>
              <a:pathLst>
                <a:path w="614" h="1255" extrusionOk="0">
                  <a:moveTo>
                    <a:pt x="307" y="0"/>
                  </a:moveTo>
                  <a:cubicBezTo>
                    <a:pt x="139" y="0"/>
                    <a:pt x="0" y="139"/>
                    <a:pt x="0" y="335"/>
                  </a:cubicBezTo>
                  <a:lnTo>
                    <a:pt x="0" y="948"/>
                  </a:lnTo>
                  <a:cubicBezTo>
                    <a:pt x="0" y="1115"/>
                    <a:pt x="139" y="1254"/>
                    <a:pt x="307" y="1254"/>
                  </a:cubicBezTo>
                  <a:cubicBezTo>
                    <a:pt x="474" y="1254"/>
                    <a:pt x="613" y="1115"/>
                    <a:pt x="613" y="948"/>
                  </a:cubicBezTo>
                  <a:lnTo>
                    <a:pt x="613" y="335"/>
                  </a:lnTo>
                  <a:cubicBezTo>
                    <a:pt x="613" y="139"/>
                    <a:pt x="474" y="0"/>
                    <a:pt x="3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1" name="Google Shape;10831;p65"/>
            <p:cNvSpPr/>
            <p:nvPr/>
          </p:nvSpPr>
          <p:spPr>
            <a:xfrm>
              <a:off x="-47180013" y="218050"/>
              <a:ext cx="15350" cy="32100"/>
            </a:xfrm>
            <a:custGeom>
              <a:rect l="l" t="t" r="r" b="b"/>
              <a:pathLst>
                <a:path w="614" h="1284" extrusionOk="0">
                  <a:moveTo>
                    <a:pt x="307" y="1"/>
                  </a:moveTo>
                  <a:cubicBezTo>
                    <a:pt x="139" y="1"/>
                    <a:pt x="0" y="140"/>
                    <a:pt x="0" y="335"/>
                  </a:cubicBezTo>
                  <a:lnTo>
                    <a:pt x="0" y="949"/>
                  </a:lnTo>
                  <a:cubicBezTo>
                    <a:pt x="0" y="1144"/>
                    <a:pt x="139" y="1283"/>
                    <a:pt x="307" y="1283"/>
                  </a:cubicBezTo>
                  <a:cubicBezTo>
                    <a:pt x="474" y="1283"/>
                    <a:pt x="613" y="1144"/>
                    <a:pt x="613" y="949"/>
                  </a:cubicBezTo>
                  <a:lnTo>
                    <a:pt x="613" y="335"/>
                  </a:lnTo>
                  <a:cubicBezTo>
                    <a:pt x="613" y="140"/>
                    <a:pt x="474" y="1"/>
                    <a:pt x="3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32" name="Google Shape;10832;p65"/>
          <p:cNvGrpSpPr/>
          <p:nvPr/>
        </p:nvGrpSpPr>
        <p:grpSpPr>
          <a:xfrm>
            <a:off x="4870788" y="1304201"/>
            <a:ext cx="342328" cy="339793"/>
            <a:chOff x="-13966675" y="1639700"/>
            <a:chExt cx="354450" cy="351825"/>
          </a:xfrm>
        </p:grpSpPr>
        <p:sp>
          <p:nvSpPr>
            <p:cNvPr id="10833" name="Google Shape;10833;p65"/>
            <p:cNvSpPr/>
            <p:nvPr/>
          </p:nvSpPr>
          <p:spPr>
            <a:xfrm>
              <a:off x="-13776875" y="1888525"/>
              <a:ext cx="104775" cy="37625"/>
            </a:xfrm>
            <a:custGeom>
              <a:rect l="l" t="t" r="r" b="b"/>
              <a:pathLst>
                <a:path w="4191" h="1505" extrusionOk="0">
                  <a:moveTo>
                    <a:pt x="442" y="0"/>
                  </a:moveTo>
                  <a:cubicBezTo>
                    <a:pt x="339" y="0"/>
                    <a:pt x="237" y="40"/>
                    <a:pt x="158" y="118"/>
                  </a:cubicBezTo>
                  <a:cubicBezTo>
                    <a:pt x="1" y="276"/>
                    <a:pt x="1" y="559"/>
                    <a:pt x="158" y="717"/>
                  </a:cubicBezTo>
                  <a:cubicBezTo>
                    <a:pt x="725" y="1253"/>
                    <a:pt x="1418" y="1505"/>
                    <a:pt x="2112" y="1505"/>
                  </a:cubicBezTo>
                  <a:cubicBezTo>
                    <a:pt x="2805" y="1505"/>
                    <a:pt x="3498" y="1221"/>
                    <a:pt x="4033" y="717"/>
                  </a:cubicBezTo>
                  <a:cubicBezTo>
                    <a:pt x="4191" y="559"/>
                    <a:pt x="4191" y="276"/>
                    <a:pt x="4033" y="118"/>
                  </a:cubicBezTo>
                  <a:cubicBezTo>
                    <a:pt x="3955" y="40"/>
                    <a:pt x="3844" y="0"/>
                    <a:pt x="3734" y="0"/>
                  </a:cubicBezTo>
                  <a:cubicBezTo>
                    <a:pt x="3624" y="0"/>
                    <a:pt x="3514" y="40"/>
                    <a:pt x="3435" y="118"/>
                  </a:cubicBezTo>
                  <a:cubicBezTo>
                    <a:pt x="3057" y="496"/>
                    <a:pt x="2568" y="685"/>
                    <a:pt x="2080" y="685"/>
                  </a:cubicBezTo>
                  <a:cubicBezTo>
                    <a:pt x="1592" y="685"/>
                    <a:pt x="1103" y="496"/>
                    <a:pt x="725" y="118"/>
                  </a:cubicBezTo>
                  <a:cubicBezTo>
                    <a:pt x="647" y="40"/>
                    <a:pt x="544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4" name="Google Shape;10834;p65"/>
            <p:cNvSpPr/>
            <p:nvPr/>
          </p:nvSpPr>
          <p:spPr>
            <a:xfrm>
              <a:off x="-13966675" y="1639700"/>
              <a:ext cx="354450" cy="351825"/>
            </a:xfrm>
            <a:custGeom>
              <a:rect l="l" t="t" r="r" b="b"/>
              <a:pathLst>
                <a:path w="14178" h="14073" extrusionOk="0">
                  <a:moveTo>
                    <a:pt x="8412" y="998"/>
                  </a:moveTo>
                  <a:lnTo>
                    <a:pt x="8412" y="4085"/>
                  </a:lnTo>
                  <a:cubicBezTo>
                    <a:pt x="7467" y="3959"/>
                    <a:pt x="6585" y="3739"/>
                    <a:pt x="5671" y="3361"/>
                  </a:cubicBezTo>
                  <a:cubicBezTo>
                    <a:pt x="5625" y="3349"/>
                    <a:pt x="5574" y="3342"/>
                    <a:pt x="5523" y="3342"/>
                  </a:cubicBezTo>
                  <a:cubicBezTo>
                    <a:pt x="5434" y="3342"/>
                    <a:pt x="5341" y="3364"/>
                    <a:pt x="5261" y="3424"/>
                  </a:cubicBezTo>
                  <a:cubicBezTo>
                    <a:pt x="5167" y="3487"/>
                    <a:pt x="5072" y="3613"/>
                    <a:pt x="5072" y="3770"/>
                  </a:cubicBezTo>
                  <a:lnTo>
                    <a:pt x="5072" y="6669"/>
                  </a:lnTo>
                  <a:cubicBezTo>
                    <a:pt x="4957" y="6656"/>
                    <a:pt x="4841" y="6650"/>
                    <a:pt x="4724" y="6650"/>
                  </a:cubicBezTo>
                  <a:cubicBezTo>
                    <a:pt x="3979" y="6650"/>
                    <a:pt x="3223" y="6912"/>
                    <a:pt x="2678" y="7456"/>
                  </a:cubicBezTo>
                  <a:cubicBezTo>
                    <a:pt x="2520" y="7614"/>
                    <a:pt x="2520" y="7898"/>
                    <a:pt x="2678" y="8055"/>
                  </a:cubicBezTo>
                  <a:cubicBezTo>
                    <a:pt x="2757" y="8134"/>
                    <a:pt x="2867" y="8173"/>
                    <a:pt x="2977" y="8173"/>
                  </a:cubicBezTo>
                  <a:cubicBezTo>
                    <a:pt x="3088" y="8173"/>
                    <a:pt x="3198" y="8134"/>
                    <a:pt x="3277" y="8055"/>
                  </a:cubicBezTo>
                  <a:cubicBezTo>
                    <a:pt x="3639" y="7692"/>
                    <a:pt x="4132" y="7497"/>
                    <a:pt x="4627" y="7497"/>
                  </a:cubicBezTo>
                  <a:cubicBezTo>
                    <a:pt x="4776" y="7497"/>
                    <a:pt x="4926" y="7514"/>
                    <a:pt x="5072" y="7551"/>
                  </a:cubicBezTo>
                  <a:lnTo>
                    <a:pt x="5072" y="8654"/>
                  </a:lnTo>
                  <a:cubicBezTo>
                    <a:pt x="5072" y="9032"/>
                    <a:pt x="5104" y="9441"/>
                    <a:pt x="5198" y="9788"/>
                  </a:cubicBezTo>
                  <a:cubicBezTo>
                    <a:pt x="5041" y="9819"/>
                    <a:pt x="4852" y="9914"/>
                    <a:pt x="4631" y="9945"/>
                  </a:cubicBezTo>
                  <a:cubicBezTo>
                    <a:pt x="2489" y="9473"/>
                    <a:pt x="914" y="7551"/>
                    <a:pt x="914" y="5346"/>
                  </a:cubicBezTo>
                  <a:lnTo>
                    <a:pt x="914" y="998"/>
                  </a:lnTo>
                  <a:lnTo>
                    <a:pt x="945" y="998"/>
                  </a:lnTo>
                  <a:cubicBezTo>
                    <a:pt x="2111" y="1408"/>
                    <a:pt x="3434" y="1628"/>
                    <a:pt x="4694" y="1628"/>
                  </a:cubicBezTo>
                  <a:cubicBezTo>
                    <a:pt x="5954" y="1628"/>
                    <a:pt x="7246" y="1439"/>
                    <a:pt x="8412" y="998"/>
                  </a:cubicBezTo>
                  <a:close/>
                  <a:moveTo>
                    <a:pt x="13421" y="4369"/>
                  </a:moveTo>
                  <a:lnTo>
                    <a:pt x="13421" y="8654"/>
                  </a:lnTo>
                  <a:cubicBezTo>
                    <a:pt x="13421" y="10890"/>
                    <a:pt x="11846" y="12812"/>
                    <a:pt x="9672" y="13285"/>
                  </a:cubicBezTo>
                  <a:cubicBezTo>
                    <a:pt x="7530" y="12812"/>
                    <a:pt x="5986" y="10859"/>
                    <a:pt x="5986" y="8654"/>
                  </a:cubicBezTo>
                  <a:lnTo>
                    <a:pt x="5986" y="4369"/>
                  </a:lnTo>
                  <a:cubicBezTo>
                    <a:pt x="7215" y="4779"/>
                    <a:pt x="8475" y="4999"/>
                    <a:pt x="9672" y="4999"/>
                  </a:cubicBezTo>
                  <a:cubicBezTo>
                    <a:pt x="10932" y="4936"/>
                    <a:pt x="12192" y="4747"/>
                    <a:pt x="13421" y="4369"/>
                  </a:cubicBezTo>
                  <a:close/>
                  <a:moveTo>
                    <a:pt x="430" y="1"/>
                  </a:moveTo>
                  <a:cubicBezTo>
                    <a:pt x="348" y="1"/>
                    <a:pt x="263" y="16"/>
                    <a:pt x="189" y="53"/>
                  </a:cubicBezTo>
                  <a:cubicBezTo>
                    <a:pt x="95" y="147"/>
                    <a:pt x="0" y="273"/>
                    <a:pt x="0" y="431"/>
                  </a:cubicBezTo>
                  <a:lnTo>
                    <a:pt x="0" y="5346"/>
                  </a:lnTo>
                  <a:cubicBezTo>
                    <a:pt x="126" y="7929"/>
                    <a:pt x="2016" y="10260"/>
                    <a:pt x="4600" y="10764"/>
                  </a:cubicBezTo>
                  <a:lnTo>
                    <a:pt x="4757" y="10764"/>
                  </a:lnTo>
                  <a:cubicBezTo>
                    <a:pt x="5009" y="10733"/>
                    <a:pt x="5230" y="10670"/>
                    <a:pt x="5482" y="10575"/>
                  </a:cubicBezTo>
                  <a:cubicBezTo>
                    <a:pt x="6144" y="12340"/>
                    <a:pt x="7687" y="13726"/>
                    <a:pt x="9578" y="14072"/>
                  </a:cubicBezTo>
                  <a:lnTo>
                    <a:pt x="9735" y="14072"/>
                  </a:lnTo>
                  <a:cubicBezTo>
                    <a:pt x="12318" y="13568"/>
                    <a:pt x="14177" y="11237"/>
                    <a:pt x="14177" y="8622"/>
                  </a:cubicBezTo>
                  <a:lnTo>
                    <a:pt x="14177" y="3770"/>
                  </a:lnTo>
                  <a:cubicBezTo>
                    <a:pt x="14177" y="3644"/>
                    <a:pt x="14114" y="3487"/>
                    <a:pt x="13988" y="3424"/>
                  </a:cubicBezTo>
                  <a:cubicBezTo>
                    <a:pt x="13908" y="3364"/>
                    <a:pt x="13816" y="3342"/>
                    <a:pt x="13727" y="3342"/>
                  </a:cubicBezTo>
                  <a:cubicBezTo>
                    <a:pt x="13675" y="3342"/>
                    <a:pt x="13625" y="3349"/>
                    <a:pt x="13579" y="3361"/>
                  </a:cubicBezTo>
                  <a:cubicBezTo>
                    <a:pt x="12318" y="3896"/>
                    <a:pt x="10995" y="4117"/>
                    <a:pt x="9609" y="4117"/>
                  </a:cubicBezTo>
                  <a:lnTo>
                    <a:pt x="9231" y="4117"/>
                  </a:lnTo>
                  <a:lnTo>
                    <a:pt x="9231" y="431"/>
                  </a:lnTo>
                  <a:cubicBezTo>
                    <a:pt x="9231" y="305"/>
                    <a:pt x="9136" y="147"/>
                    <a:pt x="9010" y="53"/>
                  </a:cubicBezTo>
                  <a:cubicBezTo>
                    <a:pt x="8955" y="16"/>
                    <a:pt x="8878" y="1"/>
                    <a:pt x="8799" y="1"/>
                  </a:cubicBezTo>
                  <a:cubicBezTo>
                    <a:pt x="8742" y="1"/>
                    <a:pt x="8685" y="8"/>
                    <a:pt x="8632" y="21"/>
                  </a:cubicBezTo>
                  <a:cubicBezTo>
                    <a:pt x="7372" y="525"/>
                    <a:pt x="5986" y="777"/>
                    <a:pt x="4600" y="777"/>
                  </a:cubicBezTo>
                  <a:cubicBezTo>
                    <a:pt x="3245" y="777"/>
                    <a:pt x="1859" y="494"/>
                    <a:pt x="599" y="21"/>
                  </a:cubicBezTo>
                  <a:cubicBezTo>
                    <a:pt x="546" y="8"/>
                    <a:pt x="489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5" name="Google Shape;10835;p65"/>
            <p:cNvSpPr/>
            <p:nvPr/>
          </p:nvSpPr>
          <p:spPr>
            <a:xfrm>
              <a:off x="-13923375" y="1723125"/>
              <a:ext cx="64625" cy="40925"/>
            </a:xfrm>
            <a:custGeom>
              <a:rect l="l" t="t" r="r" b="b"/>
              <a:pathLst>
                <a:path w="2585" h="1636" extrusionOk="0">
                  <a:moveTo>
                    <a:pt x="2113" y="1"/>
                  </a:moveTo>
                  <a:cubicBezTo>
                    <a:pt x="2061" y="1"/>
                    <a:pt x="2008" y="9"/>
                    <a:pt x="1954" y="24"/>
                  </a:cubicBezTo>
                  <a:lnTo>
                    <a:pt x="284" y="843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56" y="1548"/>
                    <a:pt x="316" y="1636"/>
                    <a:pt x="469" y="1636"/>
                  </a:cubicBezTo>
                  <a:cubicBezTo>
                    <a:pt x="525" y="1636"/>
                    <a:pt x="580" y="1624"/>
                    <a:pt x="631" y="1599"/>
                  </a:cubicBezTo>
                  <a:lnTo>
                    <a:pt x="2332" y="780"/>
                  </a:lnTo>
                  <a:cubicBezTo>
                    <a:pt x="2521" y="654"/>
                    <a:pt x="2584" y="433"/>
                    <a:pt x="2521" y="244"/>
                  </a:cubicBezTo>
                  <a:cubicBezTo>
                    <a:pt x="2426" y="77"/>
                    <a:pt x="2276" y="1"/>
                    <a:pt x="2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6" name="Google Shape;10836;p65"/>
            <p:cNvSpPr/>
            <p:nvPr/>
          </p:nvSpPr>
          <p:spPr>
            <a:xfrm>
              <a:off x="-13798125" y="1805500"/>
              <a:ext cx="66175" cy="41575"/>
            </a:xfrm>
            <a:custGeom>
              <a:rect l="l" t="t" r="r" b="b"/>
              <a:pathLst>
                <a:path w="2647" h="1663" extrusionOk="0">
                  <a:moveTo>
                    <a:pt x="504" y="0"/>
                  </a:moveTo>
                  <a:cubicBezTo>
                    <a:pt x="350" y="0"/>
                    <a:pt x="188" y="94"/>
                    <a:pt x="95" y="257"/>
                  </a:cubicBezTo>
                  <a:cubicBezTo>
                    <a:pt x="0" y="446"/>
                    <a:pt x="95" y="667"/>
                    <a:pt x="315" y="793"/>
                  </a:cubicBezTo>
                  <a:lnTo>
                    <a:pt x="1953" y="1612"/>
                  </a:lnTo>
                  <a:cubicBezTo>
                    <a:pt x="2006" y="1647"/>
                    <a:pt x="2064" y="1663"/>
                    <a:pt x="2122" y="1663"/>
                  </a:cubicBezTo>
                  <a:cubicBezTo>
                    <a:pt x="2273" y="1663"/>
                    <a:pt x="2430" y="1559"/>
                    <a:pt x="2521" y="1423"/>
                  </a:cubicBezTo>
                  <a:cubicBezTo>
                    <a:pt x="2647" y="1234"/>
                    <a:pt x="2521" y="982"/>
                    <a:pt x="2300" y="887"/>
                  </a:cubicBezTo>
                  <a:lnTo>
                    <a:pt x="662" y="37"/>
                  </a:lnTo>
                  <a:cubicBezTo>
                    <a:pt x="612" y="12"/>
                    <a:pt x="559" y="0"/>
                    <a:pt x="5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37" name="Google Shape;10837;p65"/>
            <p:cNvSpPr/>
            <p:nvPr/>
          </p:nvSpPr>
          <p:spPr>
            <a:xfrm>
              <a:off x="-13714650" y="1805825"/>
              <a:ext cx="63825" cy="41250"/>
            </a:xfrm>
            <a:custGeom>
              <a:rect l="l" t="t" r="r" b="b"/>
              <a:pathLst>
                <a:path w="2553" h="1650" extrusionOk="0">
                  <a:moveTo>
                    <a:pt x="2068" y="1"/>
                  </a:moveTo>
                  <a:cubicBezTo>
                    <a:pt x="2018" y="1"/>
                    <a:pt x="1968" y="9"/>
                    <a:pt x="1922" y="24"/>
                  </a:cubicBezTo>
                  <a:lnTo>
                    <a:pt x="284" y="874"/>
                  </a:lnTo>
                  <a:cubicBezTo>
                    <a:pt x="64" y="969"/>
                    <a:pt x="1" y="1221"/>
                    <a:pt x="64" y="1410"/>
                  </a:cubicBezTo>
                  <a:cubicBezTo>
                    <a:pt x="132" y="1546"/>
                    <a:pt x="298" y="1650"/>
                    <a:pt x="456" y="1650"/>
                  </a:cubicBezTo>
                  <a:cubicBezTo>
                    <a:pt x="518" y="1650"/>
                    <a:pt x="578" y="1634"/>
                    <a:pt x="631" y="1599"/>
                  </a:cubicBezTo>
                  <a:lnTo>
                    <a:pt x="2269" y="780"/>
                  </a:lnTo>
                  <a:cubicBezTo>
                    <a:pt x="2490" y="654"/>
                    <a:pt x="2553" y="433"/>
                    <a:pt x="2490" y="244"/>
                  </a:cubicBezTo>
                  <a:cubicBezTo>
                    <a:pt x="2394" y="77"/>
                    <a:pt x="2226" y="1"/>
                    <a:pt x="20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38" name="Google Shape;10838;p65"/>
          <p:cNvSpPr/>
          <p:nvPr/>
        </p:nvSpPr>
        <p:spPr>
          <a:xfrm>
            <a:off x="4871549" y="1711132"/>
            <a:ext cx="340807" cy="341579"/>
          </a:xfrm>
          <a:custGeom>
            <a:rect l="l" t="t" r="r" b="b"/>
            <a:pathLst>
              <a:path w="14114" h="14147" extrusionOk="0">
                <a:moveTo>
                  <a:pt x="8349" y="883"/>
                </a:moveTo>
                <a:lnTo>
                  <a:pt x="8349" y="2080"/>
                </a:lnTo>
                <a:cubicBezTo>
                  <a:pt x="7971" y="2364"/>
                  <a:pt x="7498" y="2521"/>
                  <a:pt x="7089" y="2521"/>
                </a:cubicBezTo>
                <a:cubicBezTo>
                  <a:pt x="6616" y="2521"/>
                  <a:pt x="6175" y="2364"/>
                  <a:pt x="5828" y="2080"/>
                </a:cubicBezTo>
                <a:lnTo>
                  <a:pt x="5828" y="883"/>
                </a:lnTo>
                <a:close/>
                <a:moveTo>
                  <a:pt x="4946" y="820"/>
                </a:moveTo>
                <a:lnTo>
                  <a:pt x="4946" y="2931"/>
                </a:lnTo>
                <a:cubicBezTo>
                  <a:pt x="4946" y="4380"/>
                  <a:pt x="3844" y="5609"/>
                  <a:pt x="2457" y="5798"/>
                </a:cubicBezTo>
                <a:cubicBezTo>
                  <a:pt x="2993" y="5294"/>
                  <a:pt x="3308" y="4538"/>
                  <a:pt x="3308" y="3750"/>
                </a:cubicBezTo>
                <a:lnTo>
                  <a:pt x="3308" y="2080"/>
                </a:lnTo>
                <a:cubicBezTo>
                  <a:pt x="3308" y="1860"/>
                  <a:pt x="3088" y="1671"/>
                  <a:pt x="2899" y="1671"/>
                </a:cubicBezTo>
                <a:cubicBezTo>
                  <a:pt x="2678" y="1671"/>
                  <a:pt x="2457" y="1860"/>
                  <a:pt x="2457" y="2080"/>
                </a:cubicBezTo>
                <a:lnTo>
                  <a:pt x="2457" y="3750"/>
                </a:lnTo>
                <a:cubicBezTo>
                  <a:pt x="2457" y="4727"/>
                  <a:pt x="1764" y="5609"/>
                  <a:pt x="819" y="5766"/>
                </a:cubicBezTo>
                <a:lnTo>
                  <a:pt x="819" y="820"/>
                </a:lnTo>
                <a:close/>
                <a:moveTo>
                  <a:pt x="13295" y="820"/>
                </a:moveTo>
                <a:lnTo>
                  <a:pt x="13295" y="5766"/>
                </a:lnTo>
                <a:cubicBezTo>
                  <a:pt x="12350" y="5546"/>
                  <a:pt x="11657" y="4727"/>
                  <a:pt x="11657" y="3750"/>
                </a:cubicBezTo>
                <a:lnTo>
                  <a:pt x="11657" y="2080"/>
                </a:lnTo>
                <a:cubicBezTo>
                  <a:pt x="11657" y="1860"/>
                  <a:pt x="11436" y="1671"/>
                  <a:pt x="11247" y="1671"/>
                </a:cubicBezTo>
                <a:cubicBezTo>
                  <a:pt x="11027" y="1671"/>
                  <a:pt x="10806" y="1860"/>
                  <a:pt x="10806" y="2080"/>
                </a:cubicBezTo>
                <a:lnTo>
                  <a:pt x="10806" y="3750"/>
                </a:lnTo>
                <a:cubicBezTo>
                  <a:pt x="10806" y="4538"/>
                  <a:pt x="11121" y="5294"/>
                  <a:pt x="11657" y="5798"/>
                </a:cubicBezTo>
                <a:cubicBezTo>
                  <a:pt x="10239" y="5609"/>
                  <a:pt x="9168" y="4380"/>
                  <a:pt x="9168" y="2899"/>
                </a:cubicBezTo>
                <a:lnTo>
                  <a:pt x="9168" y="820"/>
                </a:lnTo>
                <a:close/>
                <a:moveTo>
                  <a:pt x="8286" y="3025"/>
                </a:moveTo>
                <a:cubicBezTo>
                  <a:pt x="8349" y="4538"/>
                  <a:pt x="9326" y="5829"/>
                  <a:pt x="10649" y="6396"/>
                </a:cubicBezTo>
                <a:lnTo>
                  <a:pt x="9704" y="8318"/>
                </a:lnTo>
                <a:lnTo>
                  <a:pt x="4411" y="8318"/>
                </a:lnTo>
                <a:lnTo>
                  <a:pt x="3466" y="6396"/>
                </a:lnTo>
                <a:cubicBezTo>
                  <a:pt x="4757" y="5829"/>
                  <a:pt x="5734" y="4569"/>
                  <a:pt x="5765" y="3025"/>
                </a:cubicBezTo>
                <a:cubicBezTo>
                  <a:pt x="6175" y="3246"/>
                  <a:pt x="6616" y="3309"/>
                  <a:pt x="7026" y="3309"/>
                </a:cubicBezTo>
                <a:cubicBezTo>
                  <a:pt x="7467" y="3309"/>
                  <a:pt x="7908" y="3183"/>
                  <a:pt x="8286" y="3025"/>
                </a:cubicBezTo>
                <a:close/>
                <a:moveTo>
                  <a:pt x="13295" y="6617"/>
                </a:moveTo>
                <a:lnTo>
                  <a:pt x="13295" y="10555"/>
                </a:lnTo>
                <a:cubicBezTo>
                  <a:pt x="13169" y="10681"/>
                  <a:pt x="13012" y="10744"/>
                  <a:pt x="12854" y="10744"/>
                </a:cubicBezTo>
                <a:cubicBezTo>
                  <a:pt x="12665" y="10744"/>
                  <a:pt x="12508" y="10681"/>
                  <a:pt x="12382" y="10492"/>
                </a:cubicBezTo>
                <a:cubicBezTo>
                  <a:pt x="12129" y="10083"/>
                  <a:pt x="11688" y="9862"/>
                  <a:pt x="11216" y="9862"/>
                </a:cubicBezTo>
                <a:cubicBezTo>
                  <a:pt x="10743" y="9862"/>
                  <a:pt x="10302" y="10083"/>
                  <a:pt x="10019" y="10492"/>
                </a:cubicBezTo>
                <a:cubicBezTo>
                  <a:pt x="9956" y="10650"/>
                  <a:pt x="9798" y="10713"/>
                  <a:pt x="9609" y="10713"/>
                </a:cubicBezTo>
                <a:lnTo>
                  <a:pt x="9389" y="10713"/>
                </a:lnTo>
                <a:lnTo>
                  <a:pt x="11499" y="6617"/>
                </a:lnTo>
                <a:close/>
                <a:moveTo>
                  <a:pt x="2615" y="6617"/>
                </a:moveTo>
                <a:lnTo>
                  <a:pt x="4663" y="10744"/>
                </a:lnTo>
                <a:lnTo>
                  <a:pt x="4474" y="10744"/>
                </a:lnTo>
                <a:cubicBezTo>
                  <a:pt x="4316" y="10713"/>
                  <a:pt x="4159" y="10618"/>
                  <a:pt x="4033" y="10524"/>
                </a:cubicBezTo>
                <a:cubicBezTo>
                  <a:pt x="3781" y="10114"/>
                  <a:pt x="3340" y="9893"/>
                  <a:pt x="2867" y="9893"/>
                </a:cubicBezTo>
                <a:cubicBezTo>
                  <a:pt x="2394" y="9893"/>
                  <a:pt x="1953" y="10114"/>
                  <a:pt x="1670" y="10524"/>
                </a:cubicBezTo>
                <a:cubicBezTo>
                  <a:pt x="1575" y="10681"/>
                  <a:pt x="1418" y="10776"/>
                  <a:pt x="1197" y="10776"/>
                </a:cubicBezTo>
                <a:cubicBezTo>
                  <a:pt x="1040" y="10776"/>
                  <a:pt x="882" y="10713"/>
                  <a:pt x="788" y="10587"/>
                </a:cubicBezTo>
                <a:lnTo>
                  <a:pt x="788" y="6617"/>
                </a:lnTo>
                <a:close/>
                <a:moveTo>
                  <a:pt x="9263" y="9169"/>
                </a:moveTo>
                <a:lnTo>
                  <a:pt x="8412" y="10776"/>
                </a:lnTo>
                <a:cubicBezTo>
                  <a:pt x="8349" y="10933"/>
                  <a:pt x="8380" y="11154"/>
                  <a:pt x="8506" y="11248"/>
                </a:cubicBezTo>
                <a:cubicBezTo>
                  <a:pt x="8790" y="11500"/>
                  <a:pt x="9105" y="11626"/>
                  <a:pt x="9452" y="11626"/>
                </a:cubicBezTo>
                <a:cubicBezTo>
                  <a:pt x="9924" y="11626"/>
                  <a:pt x="10365" y="11374"/>
                  <a:pt x="10617" y="10996"/>
                </a:cubicBezTo>
                <a:cubicBezTo>
                  <a:pt x="10743" y="10839"/>
                  <a:pt x="10901" y="10713"/>
                  <a:pt x="11090" y="10713"/>
                </a:cubicBezTo>
                <a:cubicBezTo>
                  <a:pt x="11310" y="10713"/>
                  <a:pt x="11468" y="10776"/>
                  <a:pt x="11562" y="10996"/>
                </a:cubicBezTo>
                <a:cubicBezTo>
                  <a:pt x="11846" y="11374"/>
                  <a:pt x="12287" y="11626"/>
                  <a:pt x="12760" y="11626"/>
                </a:cubicBezTo>
                <a:cubicBezTo>
                  <a:pt x="12917" y="11626"/>
                  <a:pt x="13075" y="11563"/>
                  <a:pt x="13201" y="11532"/>
                </a:cubicBezTo>
                <a:lnTo>
                  <a:pt x="13201" y="13296"/>
                </a:lnTo>
                <a:lnTo>
                  <a:pt x="819" y="13296"/>
                </a:lnTo>
                <a:lnTo>
                  <a:pt x="819" y="11532"/>
                </a:lnTo>
                <a:cubicBezTo>
                  <a:pt x="977" y="11563"/>
                  <a:pt x="1103" y="11626"/>
                  <a:pt x="1260" y="11626"/>
                </a:cubicBezTo>
                <a:cubicBezTo>
                  <a:pt x="1733" y="11626"/>
                  <a:pt x="2142" y="11374"/>
                  <a:pt x="2426" y="10996"/>
                </a:cubicBezTo>
                <a:cubicBezTo>
                  <a:pt x="2552" y="10839"/>
                  <a:pt x="2709" y="10713"/>
                  <a:pt x="2899" y="10713"/>
                </a:cubicBezTo>
                <a:cubicBezTo>
                  <a:pt x="3088" y="10713"/>
                  <a:pt x="3245" y="10776"/>
                  <a:pt x="3371" y="10996"/>
                </a:cubicBezTo>
                <a:cubicBezTo>
                  <a:pt x="3655" y="11374"/>
                  <a:pt x="4096" y="11626"/>
                  <a:pt x="4568" y="11626"/>
                </a:cubicBezTo>
                <a:cubicBezTo>
                  <a:pt x="4915" y="11626"/>
                  <a:pt x="5261" y="11500"/>
                  <a:pt x="5513" y="11248"/>
                </a:cubicBezTo>
                <a:cubicBezTo>
                  <a:pt x="5608" y="11154"/>
                  <a:pt x="5671" y="10933"/>
                  <a:pt x="5576" y="10776"/>
                </a:cubicBezTo>
                <a:lnTo>
                  <a:pt x="4757" y="9169"/>
                </a:lnTo>
                <a:close/>
                <a:moveTo>
                  <a:pt x="410" y="1"/>
                </a:moveTo>
                <a:cubicBezTo>
                  <a:pt x="189" y="1"/>
                  <a:pt x="0" y="190"/>
                  <a:pt x="0" y="442"/>
                </a:cubicBezTo>
                <a:lnTo>
                  <a:pt x="0" y="13706"/>
                </a:lnTo>
                <a:cubicBezTo>
                  <a:pt x="0" y="13958"/>
                  <a:pt x="189" y="14147"/>
                  <a:pt x="410" y="14147"/>
                </a:cubicBezTo>
                <a:lnTo>
                  <a:pt x="13705" y="14147"/>
                </a:lnTo>
                <a:cubicBezTo>
                  <a:pt x="13925" y="14147"/>
                  <a:pt x="14114" y="13958"/>
                  <a:pt x="14114" y="13706"/>
                </a:cubicBezTo>
                <a:lnTo>
                  <a:pt x="14114" y="442"/>
                </a:lnTo>
                <a:cubicBezTo>
                  <a:pt x="14114" y="190"/>
                  <a:pt x="13925" y="1"/>
                  <a:pt x="137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39" name="Google Shape;10839;p65"/>
          <p:cNvSpPr/>
          <p:nvPr/>
        </p:nvSpPr>
        <p:spPr>
          <a:xfrm>
            <a:off x="4932020" y="2120859"/>
            <a:ext cx="219864" cy="339286"/>
          </a:xfrm>
          <a:custGeom>
            <a:rect l="l" t="t" r="r" b="b"/>
            <a:pathLst>
              <a:path w="9106" h="14052" extrusionOk="0">
                <a:moveTo>
                  <a:pt x="1230" y="4096"/>
                </a:moveTo>
                <a:cubicBezTo>
                  <a:pt x="1450" y="4096"/>
                  <a:pt x="1608" y="4285"/>
                  <a:pt x="1608" y="4474"/>
                </a:cubicBezTo>
                <a:cubicBezTo>
                  <a:pt x="1608" y="4726"/>
                  <a:pt x="1419" y="4915"/>
                  <a:pt x="1230" y="4915"/>
                </a:cubicBezTo>
                <a:cubicBezTo>
                  <a:pt x="978" y="4915"/>
                  <a:pt x="789" y="4726"/>
                  <a:pt x="789" y="4474"/>
                </a:cubicBezTo>
                <a:cubicBezTo>
                  <a:pt x="820" y="4285"/>
                  <a:pt x="978" y="4096"/>
                  <a:pt x="1230" y="4096"/>
                </a:cubicBezTo>
                <a:close/>
                <a:moveTo>
                  <a:pt x="7846" y="4096"/>
                </a:moveTo>
                <a:cubicBezTo>
                  <a:pt x="8066" y="4096"/>
                  <a:pt x="8255" y="4285"/>
                  <a:pt x="8255" y="4474"/>
                </a:cubicBezTo>
                <a:cubicBezTo>
                  <a:pt x="8255" y="4726"/>
                  <a:pt x="8066" y="4915"/>
                  <a:pt x="7846" y="4915"/>
                </a:cubicBezTo>
                <a:cubicBezTo>
                  <a:pt x="7594" y="4915"/>
                  <a:pt x="7436" y="4726"/>
                  <a:pt x="7436" y="4474"/>
                </a:cubicBezTo>
                <a:cubicBezTo>
                  <a:pt x="7436" y="4285"/>
                  <a:pt x="7594" y="4096"/>
                  <a:pt x="7846" y="4096"/>
                </a:cubicBezTo>
                <a:close/>
                <a:moveTo>
                  <a:pt x="4538" y="788"/>
                </a:moveTo>
                <a:cubicBezTo>
                  <a:pt x="5514" y="788"/>
                  <a:pt x="6365" y="1481"/>
                  <a:pt x="6523" y="2427"/>
                </a:cubicBezTo>
                <a:lnTo>
                  <a:pt x="5357" y="2427"/>
                </a:lnTo>
                <a:cubicBezTo>
                  <a:pt x="5105" y="2427"/>
                  <a:pt x="4916" y="2616"/>
                  <a:pt x="4916" y="2868"/>
                </a:cubicBezTo>
                <a:cubicBezTo>
                  <a:pt x="4916" y="3088"/>
                  <a:pt x="5105" y="3309"/>
                  <a:pt x="5357" y="3309"/>
                </a:cubicBezTo>
                <a:lnTo>
                  <a:pt x="6617" y="3309"/>
                </a:lnTo>
                <a:lnTo>
                  <a:pt x="6617" y="4128"/>
                </a:lnTo>
                <a:lnTo>
                  <a:pt x="5357" y="4128"/>
                </a:lnTo>
                <a:cubicBezTo>
                  <a:pt x="5105" y="4128"/>
                  <a:pt x="4916" y="4317"/>
                  <a:pt x="4916" y="4506"/>
                </a:cubicBezTo>
                <a:cubicBezTo>
                  <a:pt x="4916" y="4758"/>
                  <a:pt x="5105" y="4947"/>
                  <a:pt x="5357" y="4947"/>
                </a:cubicBezTo>
                <a:lnTo>
                  <a:pt x="6617" y="4947"/>
                </a:lnTo>
                <a:lnTo>
                  <a:pt x="6617" y="5766"/>
                </a:lnTo>
                <a:lnTo>
                  <a:pt x="5357" y="5766"/>
                </a:lnTo>
                <a:cubicBezTo>
                  <a:pt x="5105" y="5766"/>
                  <a:pt x="4916" y="5987"/>
                  <a:pt x="4916" y="6207"/>
                </a:cubicBezTo>
                <a:cubicBezTo>
                  <a:pt x="4916" y="6459"/>
                  <a:pt x="5105" y="6617"/>
                  <a:pt x="5357" y="6617"/>
                </a:cubicBezTo>
                <a:lnTo>
                  <a:pt x="6523" y="6617"/>
                </a:lnTo>
                <a:cubicBezTo>
                  <a:pt x="6333" y="7562"/>
                  <a:pt x="5514" y="8255"/>
                  <a:pt x="4538" y="8255"/>
                </a:cubicBezTo>
                <a:cubicBezTo>
                  <a:pt x="3530" y="8255"/>
                  <a:pt x="2679" y="7562"/>
                  <a:pt x="2521" y="6617"/>
                </a:cubicBezTo>
                <a:lnTo>
                  <a:pt x="3687" y="6617"/>
                </a:lnTo>
                <a:cubicBezTo>
                  <a:pt x="3939" y="6617"/>
                  <a:pt x="4128" y="6396"/>
                  <a:pt x="4128" y="6207"/>
                </a:cubicBezTo>
                <a:cubicBezTo>
                  <a:pt x="4128" y="5987"/>
                  <a:pt x="3939" y="5766"/>
                  <a:pt x="3687" y="5766"/>
                </a:cubicBezTo>
                <a:lnTo>
                  <a:pt x="2490" y="5766"/>
                </a:lnTo>
                <a:lnTo>
                  <a:pt x="2490" y="4947"/>
                </a:lnTo>
                <a:lnTo>
                  <a:pt x="3687" y="4947"/>
                </a:lnTo>
                <a:cubicBezTo>
                  <a:pt x="3939" y="4947"/>
                  <a:pt x="4128" y="4758"/>
                  <a:pt x="4128" y="4506"/>
                </a:cubicBezTo>
                <a:cubicBezTo>
                  <a:pt x="4128" y="4285"/>
                  <a:pt x="3939" y="4128"/>
                  <a:pt x="3687" y="4128"/>
                </a:cubicBezTo>
                <a:lnTo>
                  <a:pt x="2490" y="4128"/>
                </a:lnTo>
                <a:lnTo>
                  <a:pt x="2490" y="3277"/>
                </a:lnTo>
                <a:lnTo>
                  <a:pt x="3687" y="3277"/>
                </a:lnTo>
                <a:cubicBezTo>
                  <a:pt x="3939" y="3277"/>
                  <a:pt x="4128" y="3057"/>
                  <a:pt x="4128" y="2836"/>
                </a:cubicBezTo>
                <a:cubicBezTo>
                  <a:pt x="4128" y="2584"/>
                  <a:pt x="3939" y="2395"/>
                  <a:pt x="3687" y="2395"/>
                </a:cubicBezTo>
                <a:lnTo>
                  <a:pt x="2521" y="2395"/>
                </a:lnTo>
                <a:cubicBezTo>
                  <a:pt x="2710" y="1481"/>
                  <a:pt x="3530" y="788"/>
                  <a:pt x="4538" y="788"/>
                </a:cubicBezTo>
                <a:close/>
                <a:moveTo>
                  <a:pt x="8255" y="5671"/>
                </a:moveTo>
                <a:lnTo>
                  <a:pt x="8255" y="6144"/>
                </a:lnTo>
                <a:cubicBezTo>
                  <a:pt x="8255" y="8066"/>
                  <a:pt x="6806" y="9641"/>
                  <a:pt x="4947" y="9830"/>
                </a:cubicBezTo>
                <a:lnTo>
                  <a:pt x="4947" y="9011"/>
                </a:lnTo>
                <a:cubicBezTo>
                  <a:pt x="6365" y="8822"/>
                  <a:pt x="7436" y="7593"/>
                  <a:pt x="7436" y="6144"/>
                </a:cubicBezTo>
                <a:lnTo>
                  <a:pt x="7436" y="5671"/>
                </a:lnTo>
                <a:cubicBezTo>
                  <a:pt x="7562" y="5703"/>
                  <a:pt x="7720" y="5735"/>
                  <a:pt x="7846" y="5735"/>
                </a:cubicBezTo>
                <a:cubicBezTo>
                  <a:pt x="7940" y="5735"/>
                  <a:pt x="8098" y="5703"/>
                  <a:pt x="8255" y="5671"/>
                </a:cubicBezTo>
                <a:close/>
                <a:moveTo>
                  <a:pt x="1639" y="5703"/>
                </a:moveTo>
                <a:lnTo>
                  <a:pt x="1639" y="6176"/>
                </a:lnTo>
                <a:cubicBezTo>
                  <a:pt x="1639" y="7625"/>
                  <a:pt x="2710" y="8853"/>
                  <a:pt x="4128" y="9043"/>
                </a:cubicBezTo>
                <a:lnTo>
                  <a:pt x="4128" y="9893"/>
                </a:lnTo>
                <a:cubicBezTo>
                  <a:pt x="2238" y="9641"/>
                  <a:pt x="820" y="8066"/>
                  <a:pt x="820" y="6176"/>
                </a:cubicBezTo>
                <a:lnTo>
                  <a:pt x="820" y="5703"/>
                </a:lnTo>
                <a:cubicBezTo>
                  <a:pt x="946" y="5735"/>
                  <a:pt x="1104" y="5798"/>
                  <a:pt x="1261" y="5798"/>
                </a:cubicBezTo>
                <a:cubicBezTo>
                  <a:pt x="1419" y="5798"/>
                  <a:pt x="1545" y="5735"/>
                  <a:pt x="1639" y="5703"/>
                </a:cubicBezTo>
                <a:close/>
                <a:moveTo>
                  <a:pt x="4569" y="12414"/>
                </a:moveTo>
                <a:cubicBezTo>
                  <a:pt x="5073" y="12414"/>
                  <a:pt x="5546" y="12760"/>
                  <a:pt x="5703" y="13233"/>
                </a:cubicBezTo>
                <a:lnTo>
                  <a:pt x="3372" y="13233"/>
                </a:lnTo>
                <a:cubicBezTo>
                  <a:pt x="3530" y="12760"/>
                  <a:pt x="4002" y="12414"/>
                  <a:pt x="4569" y="12414"/>
                </a:cubicBezTo>
                <a:close/>
                <a:moveTo>
                  <a:pt x="4569" y="1"/>
                </a:moveTo>
                <a:cubicBezTo>
                  <a:pt x="2962" y="1"/>
                  <a:pt x="1639" y="1292"/>
                  <a:pt x="1639" y="2868"/>
                </a:cubicBezTo>
                <a:lnTo>
                  <a:pt x="1639" y="3340"/>
                </a:lnTo>
                <a:cubicBezTo>
                  <a:pt x="1545" y="3309"/>
                  <a:pt x="1387" y="3277"/>
                  <a:pt x="1261" y="3277"/>
                </a:cubicBezTo>
                <a:cubicBezTo>
                  <a:pt x="600" y="3277"/>
                  <a:pt x="1" y="3813"/>
                  <a:pt x="1" y="4474"/>
                </a:cubicBezTo>
                <a:lnTo>
                  <a:pt x="1" y="6144"/>
                </a:lnTo>
                <a:cubicBezTo>
                  <a:pt x="1" y="8507"/>
                  <a:pt x="1797" y="10460"/>
                  <a:pt x="4128" y="10681"/>
                </a:cubicBezTo>
                <a:lnTo>
                  <a:pt x="4128" y="11626"/>
                </a:lnTo>
                <a:cubicBezTo>
                  <a:pt x="3183" y="11815"/>
                  <a:pt x="2490" y="12634"/>
                  <a:pt x="2490" y="13611"/>
                </a:cubicBezTo>
                <a:cubicBezTo>
                  <a:pt x="2490" y="13863"/>
                  <a:pt x="2679" y="14052"/>
                  <a:pt x="2868" y="14052"/>
                </a:cubicBezTo>
                <a:lnTo>
                  <a:pt x="6176" y="14052"/>
                </a:lnTo>
                <a:cubicBezTo>
                  <a:pt x="6428" y="14052"/>
                  <a:pt x="6617" y="13863"/>
                  <a:pt x="6617" y="13611"/>
                </a:cubicBezTo>
                <a:cubicBezTo>
                  <a:pt x="6617" y="12634"/>
                  <a:pt x="5892" y="11783"/>
                  <a:pt x="4947" y="11626"/>
                </a:cubicBezTo>
                <a:lnTo>
                  <a:pt x="4947" y="10681"/>
                </a:lnTo>
                <a:cubicBezTo>
                  <a:pt x="7247" y="10460"/>
                  <a:pt x="9106" y="8538"/>
                  <a:pt x="9106" y="6176"/>
                </a:cubicBezTo>
                <a:lnTo>
                  <a:pt x="9106" y="4537"/>
                </a:lnTo>
                <a:cubicBezTo>
                  <a:pt x="9106" y="3844"/>
                  <a:pt x="8539" y="3309"/>
                  <a:pt x="7846" y="3309"/>
                </a:cubicBezTo>
                <a:cubicBezTo>
                  <a:pt x="7688" y="3309"/>
                  <a:pt x="7562" y="3340"/>
                  <a:pt x="7436" y="3372"/>
                </a:cubicBezTo>
                <a:lnTo>
                  <a:pt x="7436" y="2868"/>
                </a:lnTo>
                <a:cubicBezTo>
                  <a:pt x="7436" y="1261"/>
                  <a:pt x="6144" y="1"/>
                  <a:pt x="45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40" name="Google Shape;10840;p65"/>
          <p:cNvGrpSpPr/>
          <p:nvPr/>
        </p:nvGrpSpPr>
        <p:grpSpPr>
          <a:xfrm>
            <a:off x="6667277" y="1303887"/>
            <a:ext cx="340034" cy="340420"/>
            <a:chOff x="-12199250" y="1662675"/>
            <a:chExt cx="352075" cy="352475"/>
          </a:xfrm>
        </p:grpSpPr>
        <p:sp>
          <p:nvSpPr>
            <p:cNvPr id="10841" name="Google Shape;10841;p65"/>
            <p:cNvSpPr/>
            <p:nvPr/>
          </p:nvSpPr>
          <p:spPr>
            <a:xfrm>
              <a:off x="-12004725" y="1710325"/>
              <a:ext cx="116600" cy="76425"/>
            </a:xfrm>
            <a:custGeom>
              <a:rect l="l" t="t" r="r" b="b"/>
              <a:pathLst>
                <a:path w="4664" h="3057" extrusionOk="0">
                  <a:moveTo>
                    <a:pt x="2395" y="788"/>
                  </a:moveTo>
                  <a:cubicBezTo>
                    <a:pt x="2679" y="788"/>
                    <a:pt x="2962" y="819"/>
                    <a:pt x="3246" y="914"/>
                  </a:cubicBezTo>
                  <a:cubicBezTo>
                    <a:pt x="3435" y="945"/>
                    <a:pt x="3624" y="1008"/>
                    <a:pt x="3813" y="1008"/>
                  </a:cubicBezTo>
                  <a:cubicBezTo>
                    <a:pt x="3781" y="1702"/>
                    <a:pt x="3246" y="2206"/>
                    <a:pt x="2616" y="2206"/>
                  </a:cubicBezTo>
                  <a:lnTo>
                    <a:pt x="1986" y="2206"/>
                  </a:lnTo>
                  <a:cubicBezTo>
                    <a:pt x="1608" y="2206"/>
                    <a:pt x="1261" y="2017"/>
                    <a:pt x="1104" y="1702"/>
                  </a:cubicBezTo>
                  <a:lnTo>
                    <a:pt x="946" y="1386"/>
                  </a:lnTo>
                  <a:lnTo>
                    <a:pt x="1041" y="1292"/>
                  </a:lnTo>
                  <a:cubicBezTo>
                    <a:pt x="1450" y="851"/>
                    <a:pt x="2017" y="788"/>
                    <a:pt x="2395" y="788"/>
                  </a:cubicBezTo>
                  <a:close/>
                  <a:moveTo>
                    <a:pt x="2458" y="0"/>
                  </a:moveTo>
                  <a:cubicBezTo>
                    <a:pt x="2017" y="0"/>
                    <a:pt x="1167" y="63"/>
                    <a:pt x="473" y="756"/>
                  </a:cubicBezTo>
                  <a:lnTo>
                    <a:pt x="158" y="1071"/>
                  </a:lnTo>
                  <a:cubicBezTo>
                    <a:pt x="64" y="1166"/>
                    <a:pt x="1" y="1386"/>
                    <a:pt x="95" y="1544"/>
                  </a:cubicBezTo>
                  <a:lnTo>
                    <a:pt x="379" y="2080"/>
                  </a:lnTo>
                  <a:cubicBezTo>
                    <a:pt x="631" y="2678"/>
                    <a:pt x="1261" y="3056"/>
                    <a:pt x="1954" y="3056"/>
                  </a:cubicBezTo>
                  <a:lnTo>
                    <a:pt x="2553" y="3056"/>
                  </a:lnTo>
                  <a:cubicBezTo>
                    <a:pt x="3718" y="3056"/>
                    <a:pt x="4664" y="2111"/>
                    <a:pt x="4664" y="977"/>
                  </a:cubicBezTo>
                  <a:lnTo>
                    <a:pt x="4664" y="662"/>
                  </a:lnTo>
                  <a:cubicBezTo>
                    <a:pt x="4664" y="441"/>
                    <a:pt x="4506" y="284"/>
                    <a:pt x="4254" y="284"/>
                  </a:cubicBezTo>
                  <a:cubicBezTo>
                    <a:pt x="3971" y="284"/>
                    <a:pt x="3718" y="221"/>
                    <a:pt x="3466" y="158"/>
                  </a:cubicBezTo>
                  <a:cubicBezTo>
                    <a:pt x="3120" y="32"/>
                    <a:pt x="2773" y="0"/>
                    <a:pt x="2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42" name="Google Shape;10842;p65"/>
            <p:cNvSpPr/>
            <p:nvPr/>
          </p:nvSpPr>
          <p:spPr>
            <a:xfrm>
              <a:off x="-12158300" y="1709525"/>
              <a:ext cx="116600" cy="77225"/>
            </a:xfrm>
            <a:custGeom>
              <a:rect l="l" t="t" r="r" b="b"/>
              <a:pathLst>
                <a:path w="4664" h="3089" extrusionOk="0">
                  <a:moveTo>
                    <a:pt x="2237" y="820"/>
                  </a:moveTo>
                  <a:cubicBezTo>
                    <a:pt x="2647" y="820"/>
                    <a:pt x="3182" y="883"/>
                    <a:pt x="3592" y="1324"/>
                  </a:cubicBezTo>
                  <a:lnTo>
                    <a:pt x="3718" y="1450"/>
                  </a:lnTo>
                  <a:lnTo>
                    <a:pt x="3560" y="1765"/>
                  </a:lnTo>
                  <a:cubicBezTo>
                    <a:pt x="3403" y="2080"/>
                    <a:pt x="3088" y="2269"/>
                    <a:pt x="2710" y="2269"/>
                  </a:cubicBezTo>
                  <a:lnTo>
                    <a:pt x="2048" y="2269"/>
                  </a:lnTo>
                  <a:cubicBezTo>
                    <a:pt x="1387" y="2269"/>
                    <a:pt x="820" y="1765"/>
                    <a:pt x="820" y="1072"/>
                  </a:cubicBezTo>
                  <a:cubicBezTo>
                    <a:pt x="1040" y="1040"/>
                    <a:pt x="1229" y="977"/>
                    <a:pt x="1418" y="946"/>
                  </a:cubicBezTo>
                  <a:cubicBezTo>
                    <a:pt x="1702" y="851"/>
                    <a:pt x="1985" y="820"/>
                    <a:pt x="2237" y="820"/>
                  </a:cubicBezTo>
                  <a:close/>
                  <a:moveTo>
                    <a:pt x="2237" y="1"/>
                  </a:moveTo>
                  <a:cubicBezTo>
                    <a:pt x="1891" y="1"/>
                    <a:pt x="1513" y="32"/>
                    <a:pt x="1198" y="158"/>
                  </a:cubicBezTo>
                  <a:cubicBezTo>
                    <a:pt x="914" y="221"/>
                    <a:pt x="662" y="253"/>
                    <a:pt x="410" y="253"/>
                  </a:cubicBezTo>
                  <a:cubicBezTo>
                    <a:pt x="158" y="253"/>
                    <a:pt x="0" y="473"/>
                    <a:pt x="0" y="662"/>
                  </a:cubicBezTo>
                  <a:lnTo>
                    <a:pt x="0" y="1009"/>
                  </a:lnTo>
                  <a:cubicBezTo>
                    <a:pt x="0" y="2143"/>
                    <a:pt x="914" y="3088"/>
                    <a:pt x="2048" y="3088"/>
                  </a:cubicBezTo>
                  <a:lnTo>
                    <a:pt x="2710" y="3088"/>
                  </a:lnTo>
                  <a:cubicBezTo>
                    <a:pt x="3403" y="3088"/>
                    <a:pt x="3970" y="2742"/>
                    <a:pt x="4285" y="2112"/>
                  </a:cubicBezTo>
                  <a:lnTo>
                    <a:pt x="4569" y="1513"/>
                  </a:lnTo>
                  <a:cubicBezTo>
                    <a:pt x="4663" y="1355"/>
                    <a:pt x="4600" y="1166"/>
                    <a:pt x="4506" y="1040"/>
                  </a:cubicBezTo>
                  <a:lnTo>
                    <a:pt x="4191" y="725"/>
                  </a:lnTo>
                  <a:cubicBezTo>
                    <a:pt x="3560" y="95"/>
                    <a:pt x="2804" y="1"/>
                    <a:pt x="2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43" name="Google Shape;10843;p65"/>
            <p:cNvSpPr/>
            <p:nvPr/>
          </p:nvSpPr>
          <p:spPr>
            <a:xfrm>
              <a:off x="-12199250" y="1662675"/>
              <a:ext cx="352075" cy="352475"/>
            </a:xfrm>
            <a:custGeom>
              <a:rect l="l" t="t" r="r" b="b"/>
              <a:pathLst>
                <a:path w="14082" h="14098" extrusionOk="0">
                  <a:moveTo>
                    <a:pt x="3916" y="1048"/>
                  </a:moveTo>
                  <a:cubicBezTo>
                    <a:pt x="4902" y="1048"/>
                    <a:pt x="5796" y="1401"/>
                    <a:pt x="6459" y="2064"/>
                  </a:cubicBezTo>
                  <a:lnTo>
                    <a:pt x="6774" y="2379"/>
                  </a:lnTo>
                  <a:cubicBezTo>
                    <a:pt x="6837" y="2442"/>
                    <a:pt x="6963" y="2505"/>
                    <a:pt x="7026" y="2505"/>
                  </a:cubicBezTo>
                  <a:cubicBezTo>
                    <a:pt x="7152" y="2505"/>
                    <a:pt x="7246" y="2442"/>
                    <a:pt x="7309" y="2379"/>
                  </a:cubicBezTo>
                  <a:lnTo>
                    <a:pt x="7624" y="2064"/>
                  </a:lnTo>
                  <a:cubicBezTo>
                    <a:pt x="8288" y="1400"/>
                    <a:pt x="9186" y="1062"/>
                    <a:pt x="10163" y="1062"/>
                  </a:cubicBezTo>
                  <a:cubicBezTo>
                    <a:pt x="10577" y="1062"/>
                    <a:pt x="11005" y="1123"/>
                    <a:pt x="11436" y="1245"/>
                  </a:cubicBezTo>
                  <a:cubicBezTo>
                    <a:pt x="11656" y="1302"/>
                    <a:pt x="11880" y="1331"/>
                    <a:pt x="12105" y="1331"/>
                  </a:cubicBezTo>
                  <a:cubicBezTo>
                    <a:pt x="12493" y="1331"/>
                    <a:pt x="12885" y="1247"/>
                    <a:pt x="13264" y="1087"/>
                  </a:cubicBezTo>
                  <a:lnTo>
                    <a:pt x="13264" y="2883"/>
                  </a:lnTo>
                  <a:cubicBezTo>
                    <a:pt x="13264" y="4490"/>
                    <a:pt x="11972" y="5750"/>
                    <a:pt x="10397" y="5750"/>
                  </a:cubicBezTo>
                  <a:lnTo>
                    <a:pt x="9767" y="5750"/>
                  </a:lnTo>
                  <a:cubicBezTo>
                    <a:pt x="8759" y="5750"/>
                    <a:pt x="7876" y="5214"/>
                    <a:pt x="7435" y="4332"/>
                  </a:cubicBezTo>
                  <a:cubicBezTo>
                    <a:pt x="7341" y="4175"/>
                    <a:pt x="7246" y="4112"/>
                    <a:pt x="7089" y="4112"/>
                  </a:cubicBezTo>
                  <a:cubicBezTo>
                    <a:pt x="6931" y="4112"/>
                    <a:pt x="6774" y="4175"/>
                    <a:pt x="6711" y="4332"/>
                  </a:cubicBezTo>
                  <a:cubicBezTo>
                    <a:pt x="6301" y="5214"/>
                    <a:pt x="5388" y="5750"/>
                    <a:pt x="4411" y="5750"/>
                  </a:cubicBezTo>
                  <a:lnTo>
                    <a:pt x="3718" y="5750"/>
                  </a:lnTo>
                  <a:cubicBezTo>
                    <a:pt x="2111" y="5750"/>
                    <a:pt x="851" y="4458"/>
                    <a:pt x="851" y="2883"/>
                  </a:cubicBezTo>
                  <a:lnTo>
                    <a:pt x="851" y="1102"/>
                  </a:lnTo>
                  <a:lnTo>
                    <a:pt x="851" y="1102"/>
                  </a:lnTo>
                  <a:cubicBezTo>
                    <a:pt x="1182" y="1252"/>
                    <a:pt x="1548" y="1331"/>
                    <a:pt x="1926" y="1331"/>
                  </a:cubicBezTo>
                  <a:cubicBezTo>
                    <a:pt x="2153" y="1331"/>
                    <a:pt x="2384" y="1302"/>
                    <a:pt x="2615" y="1245"/>
                  </a:cubicBezTo>
                  <a:cubicBezTo>
                    <a:pt x="3058" y="1113"/>
                    <a:pt x="3495" y="1048"/>
                    <a:pt x="3916" y="1048"/>
                  </a:cubicBezTo>
                  <a:close/>
                  <a:moveTo>
                    <a:pt x="819" y="5214"/>
                  </a:moveTo>
                  <a:cubicBezTo>
                    <a:pt x="1071" y="5529"/>
                    <a:pt x="1323" y="5750"/>
                    <a:pt x="1638" y="6002"/>
                  </a:cubicBezTo>
                  <a:lnTo>
                    <a:pt x="1638" y="6065"/>
                  </a:lnTo>
                  <a:lnTo>
                    <a:pt x="1638" y="10791"/>
                  </a:lnTo>
                  <a:lnTo>
                    <a:pt x="819" y="10791"/>
                  </a:lnTo>
                  <a:lnTo>
                    <a:pt x="819" y="5214"/>
                  </a:lnTo>
                  <a:close/>
                  <a:moveTo>
                    <a:pt x="1607" y="11641"/>
                  </a:moveTo>
                  <a:lnTo>
                    <a:pt x="1607" y="12838"/>
                  </a:lnTo>
                  <a:cubicBezTo>
                    <a:pt x="1638" y="13090"/>
                    <a:pt x="1449" y="13279"/>
                    <a:pt x="1197" y="13279"/>
                  </a:cubicBezTo>
                  <a:cubicBezTo>
                    <a:pt x="977" y="13279"/>
                    <a:pt x="788" y="13090"/>
                    <a:pt x="788" y="12838"/>
                  </a:cubicBezTo>
                  <a:lnTo>
                    <a:pt x="788" y="11641"/>
                  </a:lnTo>
                  <a:close/>
                  <a:moveTo>
                    <a:pt x="13689" y="0"/>
                  </a:moveTo>
                  <a:cubicBezTo>
                    <a:pt x="13618" y="0"/>
                    <a:pt x="13547" y="16"/>
                    <a:pt x="13484" y="47"/>
                  </a:cubicBezTo>
                  <a:lnTo>
                    <a:pt x="12949" y="331"/>
                  </a:lnTo>
                  <a:cubicBezTo>
                    <a:pt x="12686" y="452"/>
                    <a:pt x="12424" y="509"/>
                    <a:pt x="12153" y="509"/>
                  </a:cubicBezTo>
                  <a:cubicBezTo>
                    <a:pt x="12001" y="509"/>
                    <a:pt x="11847" y="491"/>
                    <a:pt x="11689" y="457"/>
                  </a:cubicBezTo>
                  <a:cubicBezTo>
                    <a:pt x="11200" y="307"/>
                    <a:pt x="10699" y="235"/>
                    <a:pt x="10208" y="235"/>
                  </a:cubicBezTo>
                  <a:cubicBezTo>
                    <a:pt x="9876" y="235"/>
                    <a:pt x="9549" y="268"/>
                    <a:pt x="9231" y="331"/>
                  </a:cubicBezTo>
                  <a:cubicBezTo>
                    <a:pt x="8412" y="489"/>
                    <a:pt x="7656" y="867"/>
                    <a:pt x="7026" y="1497"/>
                  </a:cubicBezTo>
                  <a:cubicBezTo>
                    <a:pt x="6396" y="867"/>
                    <a:pt x="5671" y="489"/>
                    <a:pt x="4820" y="331"/>
                  </a:cubicBezTo>
                  <a:cubicBezTo>
                    <a:pt x="4503" y="268"/>
                    <a:pt x="4180" y="235"/>
                    <a:pt x="3855" y="235"/>
                  </a:cubicBezTo>
                  <a:cubicBezTo>
                    <a:pt x="3372" y="235"/>
                    <a:pt x="2883" y="307"/>
                    <a:pt x="2395" y="457"/>
                  </a:cubicBezTo>
                  <a:cubicBezTo>
                    <a:pt x="2236" y="491"/>
                    <a:pt x="2078" y="509"/>
                    <a:pt x="1923" y="509"/>
                  </a:cubicBezTo>
                  <a:cubicBezTo>
                    <a:pt x="1645" y="509"/>
                    <a:pt x="1377" y="452"/>
                    <a:pt x="1134" y="331"/>
                  </a:cubicBezTo>
                  <a:lnTo>
                    <a:pt x="567" y="47"/>
                  </a:lnTo>
                  <a:cubicBezTo>
                    <a:pt x="527" y="21"/>
                    <a:pt x="476" y="11"/>
                    <a:pt x="421" y="11"/>
                  </a:cubicBezTo>
                  <a:cubicBezTo>
                    <a:pt x="345" y="11"/>
                    <a:pt x="262" y="29"/>
                    <a:pt x="189" y="47"/>
                  </a:cubicBezTo>
                  <a:cubicBezTo>
                    <a:pt x="63" y="142"/>
                    <a:pt x="0" y="237"/>
                    <a:pt x="0" y="394"/>
                  </a:cubicBezTo>
                  <a:lnTo>
                    <a:pt x="0" y="12838"/>
                  </a:lnTo>
                  <a:cubicBezTo>
                    <a:pt x="0" y="13563"/>
                    <a:pt x="536" y="14099"/>
                    <a:pt x="1197" y="14099"/>
                  </a:cubicBezTo>
                  <a:cubicBezTo>
                    <a:pt x="1890" y="14099"/>
                    <a:pt x="2458" y="13563"/>
                    <a:pt x="2458" y="12838"/>
                  </a:cubicBezTo>
                  <a:lnTo>
                    <a:pt x="2458" y="6380"/>
                  </a:lnTo>
                  <a:cubicBezTo>
                    <a:pt x="2867" y="6506"/>
                    <a:pt x="3245" y="6600"/>
                    <a:pt x="3686" y="6600"/>
                  </a:cubicBezTo>
                  <a:lnTo>
                    <a:pt x="4348" y="6600"/>
                  </a:lnTo>
                  <a:cubicBezTo>
                    <a:pt x="4978" y="6600"/>
                    <a:pt x="5608" y="6443"/>
                    <a:pt x="6144" y="6065"/>
                  </a:cubicBezTo>
                  <a:cubicBezTo>
                    <a:pt x="6490" y="5876"/>
                    <a:pt x="6774" y="5592"/>
                    <a:pt x="7026" y="5277"/>
                  </a:cubicBezTo>
                  <a:cubicBezTo>
                    <a:pt x="7656" y="6065"/>
                    <a:pt x="8696" y="6600"/>
                    <a:pt x="9767" y="6600"/>
                  </a:cubicBezTo>
                  <a:lnTo>
                    <a:pt x="10397" y="6600"/>
                  </a:lnTo>
                  <a:cubicBezTo>
                    <a:pt x="12445" y="6600"/>
                    <a:pt x="14083" y="4931"/>
                    <a:pt x="14083" y="2883"/>
                  </a:cubicBezTo>
                  <a:lnTo>
                    <a:pt x="14083" y="394"/>
                  </a:lnTo>
                  <a:cubicBezTo>
                    <a:pt x="14083" y="237"/>
                    <a:pt x="14020" y="142"/>
                    <a:pt x="13894" y="47"/>
                  </a:cubicBezTo>
                  <a:cubicBezTo>
                    <a:pt x="13831" y="16"/>
                    <a:pt x="13760" y="0"/>
                    <a:pt x="13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44" name="Google Shape;10844;p65"/>
          <p:cNvGrpSpPr/>
          <p:nvPr/>
        </p:nvGrpSpPr>
        <p:grpSpPr>
          <a:xfrm>
            <a:off x="6666130" y="1710754"/>
            <a:ext cx="342328" cy="342328"/>
            <a:chOff x="-12199250" y="2096250"/>
            <a:chExt cx="354450" cy="354450"/>
          </a:xfrm>
        </p:grpSpPr>
        <p:sp>
          <p:nvSpPr>
            <p:cNvPr id="10845" name="Google Shape;10845;p65"/>
            <p:cNvSpPr/>
            <p:nvPr/>
          </p:nvSpPr>
          <p:spPr>
            <a:xfrm>
              <a:off x="-12199250" y="2096250"/>
              <a:ext cx="354450" cy="354450"/>
            </a:xfrm>
            <a:custGeom>
              <a:rect l="l" t="t" r="r" b="b"/>
              <a:pathLst>
                <a:path w="14178" h="14178" extrusionOk="0">
                  <a:moveTo>
                    <a:pt x="8507" y="851"/>
                  </a:moveTo>
                  <a:lnTo>
                    <a:pt x="9609" y="2553"/>
                  </a:lnTo>
                  <a:lnTo>
                    <a:pt x="4505" y="2553"/>
                  </a:lnTo>
                  <a:lnTo>
                    <a:pt x="5608" y="851"/>
                  </a:lnTo>
                  <a:close/>
                  <a:moveTo>
                    <a:pt x="4442" y="3340"/>
                  </a:moveTo>
                  <a:cubicBezTo>
                    <a:pt x="4001" y="3655"/>
                    <a:pt x="3655" y="4002"/>
                    <a:pt x="3340" y="4443"/>
                  </a:cubicBezTo>
                  <a:lnTo>
                    <a:pt x="3340" y="3718"/>
                  </a:lnTo>
                  <a:cubicBezTo>
                    <a:pt x="3308" y="3529"/>
                    <a:pt x="3497" y="3340"/>
                    <a:pt x="3718" y="3340"/>
                  </a:cubicBezTo>
                  <a:close/>
                  <a:moveTo>
                    <a:pt x="10334" y="3340"/>
                  </a:moveTo>
                  <a:cubicBezTo>
                    <a:pt x="10586" y="3340"/>
                    <a:pt x="10775" y="3529"/>
                    <a:pt x="10775" y="3781"/>
                  </a:cubicBezTo>
                  <a:lnTo>
                    <a:pt x="10775" y="4443"/>
                  </a:lnTo>
                  <a:lnTo>
                    <a:pt x="10743" y="4443"/>
                  </a:lnTo>
                  <a:cubicBezTo>
                    <a:pt x="10428" y="4002"/>
                    <a:pt x="10082" y="3655"/>
                    <a:pt x="9641" y="3340"/>
                  </a:cubicBezTo>
                  <a:close/>
                  <a:moveTo>
                    <a:pt x="2521" y="4506"/>
                  </a:moveTo>
                  <a:lnTo>
                    <a:pt x="2521" y="9610"/>
                  </a:lnTo>
                  <a:lnTo>
                    <a:pt x="819" y="8507"/>
                  </a:lnTo>
                  <a:lnTo>
                    <a:pt x="819" y="5640"/>
                  </a:lnTo>
                  <a:lnTo>
                    <a:pt x="2521" y="4506"/>
                  </a:lnTo>
                  <a:close/>
                  <a:moveTo>
                    <a:pt x="11562" y="4537"/>
                  </a:moveTo>
                  <a:lnTo>
                    <a:pt x="13264" y="5640"/>
                  </a:lnTo>
                  <a:lnTo>
                    <a:pt x="13264" y="8507"/>
                  </a:lnTo>
                  <a:lnTo>
                    <a:pt x="11562" y="9610"/>
                  </a:lnTo>
                  <a:lnTo>
                    <a:pt x="11562" y="4537"/>
                  </a:lnTo>
                  <a:close/>
                  <a:moveTo>
                    <a:pt x="3308" y="9673"/>
                  </a:moveTo>
                  <a:cubicBezTo>
                    <a:pt x="3623" y="10114"/>
                    <a:pt x="3970" y="10460"/>
                    <a:pt x="4411" y="10775"/>
                  </a:cubicBezTo>
                  <a:lnTo>
                    <a:pt x="3686" y="10775"/>
                  </a:lnTo>
                  <a:cubicBezTo>
                    <a:pt x="3466" y="10775"/>
                    <a:pt x="3245" y="10586"/>
                    <a:pt x="3245" y="10366"/>
                  </a:cubicBezTo>
                  <a:lnTo>
                    <a:pt x="3245" y="9673"/>
                  </a:lnTo>
                  <a:close/>
                  <a:moveTo>
                    <a:pt x="7026" y="3340"/>
                  </a:moveTo>
                  <a:cubicBezTo>
                    <a:pt x="9074" y="3340"/>
                    <a:pt x="10743" y="4978"/>
                    <a:pt x="10743" y="7089"/>
                  </a:cubicBezTo>
                  <a:cubicBezTo>
                    <a:pt x="10743" y="9137"/>
                    <a:pt x="9074" y="10775"/>
                    <a:pt x="7026" y="10775"/>
                  </a:cubicBezTo>
                  <a:cubicBezTo>
                    <a:pt x="5009" y="10775"/>
                    <a:pt x="3308" y="9137"/>
                    <a:pt x="3308" y="7089"/>
                  </a:cubicBezTo>
                  <a:cubicBezTo>
                    <a:pt x="3308" y="5041"/>
                    <a:pt x="4946" y="3340"/>
                    <a:pt x="7026" y="3340"/>
                  </a:cubicBezTo>
                  <a:close/>
                  <a:moveTo>
                    <a:pt x="10743" y="9673"/>
                  </a:moveTo>
                  <a:lnTo>
                    <a:pt x="10743" y="10397"/>
                  </a:lnTo>
                  <a:cubicBezTo>
                    <a:pt x="10743" y="10618"/>
                    <a:pt x="10586" y="10775"/>
                    <a:pt x="10334" y="10775"/>
                  </a:cubicBezTo>
                  <a:lnTo>
                    <a:pt x="9641" y="10775"/>
                  </a:lnTo>
                  <a:cubicBezTo>
                    <a:pt x="10082" y="10460"/>
                    <a:pt x="10428" y="10114"/>
                    <a:pt x="10743" y="9673"/>
                  </a:cubicBezTo>
                  <a:close/>
                  <a:moveTo>
                    <a:pt x="9578" y="11594"/>
                  </a:moveTo>
                  <a:lnTo>
                    <a:pt x="8443" y="13296"/>
                  </a:lnTo>
                  <a:lnTo>
                    <a:pt x="5577" y="13296"/>
                  </a:lnTo>
                  <a:lnTo>
                    <a:pt x="4474" y="11594"/>
                  </a:lnTo>
                  <a:close/>
                  <a:moveTo>
                    <a:pt x="5419" y="1"/>
                  </a:moveTo>
                  <a:cubicBezTo>
                    <a:pt x="5261" y="1"/>
                    <a:pt x="5167" y="64"/>
                    <a:pt x="5072" y="190"/>
                  </a:cubicBezTo>
                  <a:lnTo>
                    <a:pt x="3529" y="2553"/>
                  </a:lnTo>
                  <a:cubicBezTo>
                    <a:pt x="3025" y="2616"/>
                    <a:pt x="2678" y="3025"/>
                    <a:pt x="2552" y="3529"/>
                  </a:cubicBezTo>
                  <a:lnTo>
                    <a:pt x="189" y="5073"/>
                  </a:lnTo>
                  <a:cubicBezTo>
                    <a:pt x="63" y="5136"/>
                    <a:pt x="0" y="5262"/>
                    <a:pt x="0" y="5419"/>
                  </a:cubicBezTo>
                  <a:lnTo>
                    <a:pt x="0" y="8727"/>
                  </a:lnTo>
                  <a:cubicBezTo>
                    <a:pt x="0" y="8853"/>
                    <a:pt x="63" y="9011"/>
                    <a:pt x="189" y="9105"/>
                  </a:cubicBezTo>
                  <a:lnTo>
                    <a:pt x="2552" y="10618"/>
                  </a:lnTo>
                  <a:cubicBezTo>
                    <a:pt x="2647" y="11153"/>
                    <a:pt x="3025" y="11500"/>
                    <a:pt x="3529" y="11626"/>
                  </a:cubicBezTo>
                  <a:lnTo>
                    <a:pt x="5072" y="13989"/>
                  </a:lnTo>
                  <a:cubicBezTo>
                    <a:pt x="5167" y="14083"/>
                    <a:pt x="5261" y="14178"/>
                    <a:pt x="5419" y="14178"/>
                  </a:cubicBezTo>
                  <a:lnTo>
                    <a:pt x="8727" y="14178"/>
                  </a:lnTo>
                  <a:cubicBezTo>
                    <a:pt x="8885" y="14178"/>
                    <a:pt x="9011" y="14083"/>
                    <a:pt x="9105" y="13989"/>
                  </a:cubicBezTo>
                  <a:lnTo>
                    <a:pt x="10617" y="11626"/>
                  </a:lnTo>
                  <a:cubicBezTo>
                    <a:pt x="11153" y="11531"/>
                    <a:pt x="11499" y="11153"/>
                    <a:pt x="11626" y="10618"/>
                  </a:cubicBezTo>
                  <a:lnTo>
                    <a:pt x="13988" y="9105"/>
                  </a:lnTo>
                  <a:cubicBezTo>
                    <a:pt x="14083" y="9011"/>
                    <a:pt x="14177" y="8885"/>
                    <a:pt x="14177" y="8727"/>
                  </a:cubicBezTo>
                  <a:lnTo>
                    <a:pt x="14177" y="5419"/>
                  </a:lnTo>
                  <a:cubicBezTo>
                    <a:pt x="14177" y="5262"/>
                    <a:pt x="14083" y="5167"/>
                    <a:pt x="13988" y="5073"/>
                  </a:cubicBezTo>
                  <a:lnTo>
                    <a:pt x="11626" y="3529"/>
                  </a:lnTo>
                  <a:cubicBezTo>
                    <a:pt x="11531" y="3025"/>
                    <a:pt x="11153" y="2679"/>
                    <a:pt x="10617" y="2553"/>
                  </a:cubicBezTo>
                  <a:lnTo>
                    <a:pt x="9105" y="190"/>
                  </a:lnTo>
                  <a:cubicBezTo>
                    <a:pt x="9011" y="64"/>
                    <a:pt x="8885" y="1"/>
                    <a:pt x="87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46" name="Google Shape;10846;p65"/>
            <p:cNvSpPr/>
            <p:nvPr/>
          </p:nvSpPr>
          <p:spPr>
            <a:xfrm>
              <a:off x="-12096075" y="2200225"/>
              <a:ext cx="144950" cy="144950"/>
            </a:xfrm>
            <a:custGeom>
              <a:rect l="l" t="t" r="r" b="b"/>
              <a:pathLst>
                <a:path w="5798" h="5798" extrusionOk="0">
                  <a:moveTo>
                    <a:pt x="2899" y="851"/>
                  </a:moveTo>
                  <a:cubicBezTo>
                    <a:pt x="4064" y="851"/>
                    <a:pt x="5010" y="1796"/>
                    <a:pt x="5010" y="2930"/>
                  </a:cubicBezTo>
                  <a:cubicBezTo>
                    <a:pt x="5010" y="4064"/>
                    <a:pt x="4064" y="5010"/>
                    <a:pt x="2899" y="5010"/>
                  </a:cubicBezTo>
                  <a:cubicBezTo>
                    <a:pt x="1765" y="5010"/>
                    <a:pt x="819" y="4064"/>
                    <a:pt x="819" y="2930"/>
                  </a:cubicBezTo>
                  <a:cubicBezTo>
                    <a:pt x="819" y="1796"/>
                    <a:pt x="1765" y="851"/>
                    <a:pt x="2899" y="851"/>
                  </a:cubicBezTo>
                  <a:close/>
                  <a:moveTo>
                    <a:pt x="2899" y="0"/>
                  </a:moveTo>
                  <a:cubicBezTo>
                    <a:pt x="1292" y="0"/>
                    <a:pt x="0" y="1323"/>
                    <a:pt x="0" y="2930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4537" y="5797"/>
                    <a:pt x="5797" y="4505"/>
                    <a:pt x="5797" y="2930"/>
                  </a:cubicBezTo>
                  <a:cubicBezTo>
                    <a:pt x="5797" y="1323"/>
                    <a:pt x="4474" y="0"/>
                    <a:pt x="2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47" name="Google Shape;10847;p65"/>
          <p:cNvGrpSpPr/>
          <p:nvPr/>
        </p:nvGrpSpPr>
        <p:grpSpPr>
          <a:xfrm>
            <a:off x="6667277" y="2119708"/>
            <a:ext cx="340034" cy="341579"/>
            <a:chOff x="-12199250" y="2530225"/>
            <a:chExt cx="352075" cy="353675"/>
          </a:xfrm>
        </p:grpSpPr>
        <p:sp>
          <p:nvSpPr>
            <p:cNvPr id="10848" name="Google Shape;10848;p65"/>
            <p:cNvSpPr/>
            <p:nvPr/>
          </p:nvSpPr>
          <p:spPr>
            <a:xfrm>
              <a:off x="-12055900" y="2530225"/>
              <a:ext cx="63025" cy="62250"/>
            </a:xfrm>
            <a:custGeom>
              <a:rect l="l" t="t" r="r" b="b"/>
              <a:pathLst>
                <a:path w="2521" h="2490" extrusionOk="0">
                  <a:moveTo>
                    <a:pt x="1292" y="883"/>
                  </a:moveTo>
                  <a:cubicBezTo>
                    <a:pt x="1512" y="883"/>
                    <a:pt x="1733" y="1072"/>
                    <a:pt x="1733" y="1292"/>
                  </a:cubicBezTo>
                  <a:cubicBezTo>
                    <a:pt x="1701" y="1513"/>
                    <a:pt x="1544" y="1702"/>
                    <a:pt x="1292" y="1702"/>
                  </a:cubicBezTo>
                  <a:cubicBezTo>
                    <a:pt x="1071" y="1702"/>
                    <a:pt x="914" y="1513"/>
                    <a:pt x="914" y="1292"/>
                  </a:cubicBezTo>
                  <a:cubicBezTo>
                    <a:pt x="914" y="1072"/>
                    <a:pt x="1103" y="883"/>
                    <a:pt x="1292" y="883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923"/>
                    <a:pt x="567" y="2490"/>
                    <a:pt x="1260" y="2490"/>
                  </a:cubicBezTo>
                  <a:cubicBezTo>
                    <a:pt x="1985" y="2490"/>
                    <a:pt x="2520" y="1923"/>
                    <a:pt x="2520" y="1261"/>
                  </a:cubicBezTo>
                  <a:cubicBezTo>
                    <a:pt x="2520" y="599"/>
                    <a:pt x="1985" y="1"/>
                    <a:pt x="1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49" name="Google Shape;10849;p65"/>
            <p:cNvSpPr/>
            <p:nvPr/>
          </p:nvSpPr>
          <p:spPr>
            <a:xfrm>
              <a:off x="-12116550" y="2592450"/>
              <a:ext cx="185900" cy="291450"/>
            </a:xfrm>
            <a:custGeom>
              <a:rect l="l" t="t" r="r" b="b"/>
              <a:pathLst>
                <a:path w="7436" h="11658" extrusionOk="0">
                  <a:moveTo>
                    <a:pt x="5135" y="851"/>
                  </a:moveTo>
                  <a:cubicBezTo>
                    <a:pt x="5388" y="1324"/>
                    <a:pt x="5419" y="1891"/>
                    <a:pt x="5230" y="2395"/>
                  </a:cubicBezTo>
                  <a:lnTo>
                    <a:pt x="3938" y="1765"/>
                  </a:lnTo>
                  <a:cubicBezTo>
                    <a:pt x="3875" y="1749"/>
                    <a:pt x="3812" y="1741"/>
                    <a:pt x="3749" y="1741"/>
                  </a:cubicBezTo>
                  <a:cubicBezTo>
                    <a:pt x="3686" y="1741"/>
                    <a:pt x="3623" y="1749"/>
                    <a:pt x="3560" y="1765"/>
                  </a:cubicBezTo>
                  <a:lnTo>
                    <a:pt x="2269" y="2395"/>
                  </a:lnTo>
                  <a:cubicBezTo>
                    <a:pt x="2048" y="1891"/>
                    <a:pt x="2080" y="1324"/>
                    <a:pt x="2300" y="851"/>
                  </a:cubicBezTo>
                  <a:close/>
                  <a:moveTo>
                    <a:pt x="4159" y="2742"/>
                  </a:moveTo>
                  <a:lnTo>
                    <a:pt x="4946" y="3151"/>
                  </a:lnTo>
                  <a:lnTo>
                    <a:pt x="4253" y="7530"/>
                  </a:lnTo>
                  <a:lnTo>
                    <a:pt x="3308" y="7530"/>
                  </a:lnTo>
                  <a:lnTo>
                    <a:pt x="2552" y="3151"/>
                  </a:lnTo>
                  <a:lnTo>
                    <a:pt x="3340" y="2742"/>
                  </a:lnTo>
                  <a:lnTo>
                    <a:pt x="3340" y="4569"/>
                  </a:lnTo>
                  <a:cubicBezTo>
                    <a:pt x="3340" y="4789"/>
                    <a:pt x="3529" y="5010"/>
                    <a:pt x="3718" y="5010"/>
                  </a:cubicBezTo>
                  <a:cubicBezTo>
                    <a:pt x="3970" y="5010"/>
                    <a:pt x="4159" y="4789"/>
                    <a:pt x="4159" y="4569"/>
                  </a:cubicBezTo>
                  <a:lnTo>
                    <a:pt x="4159" y="2742"/>
                  </a:lnTo>
                  <a:close/>
                  <a:moveTo>
                    <a:pt x="5388" y="8318"/>
                  </a:moveTo>
                  <a:cubicBezTo>
                    <a:pt x="5608" y="8318"/>
                    <a:pt x="5766" y="8507"/>
                    <a:pt x="5766" y="8727"/>
                  </a:cubicBezTo>
                  <a:lnTo>
                    <a:pt x="5766" y="9169"/>
                  </a:lnTo>
                  <a:lnTo>
                    <a:pt x="1638" y="9169"/>
                  </a:lnTo>
                  <a:lnTo>
                    <a:pt x="1638" y="8727"/>
                  </a:lnTo>
                  <a:cubicBezTo>
                    <a:pt x="1638" y="8507"/>
                    <a:pt x="1827" y="8318"/>
                    <a:pt x="2080" y="8318"/>
                  </a:cubicBezTo>
                  <a:close/>
                  <a:moveTo>
                    <a:pt x="6207" y="9956"/>
                  </a:moveTo>
                  <a:cubicBezTo>
                    <a:pt x="6459" y="9956"/>
                    <a:pt x="6616" y="10145"/>
                    <a:pt x="6616" y="10397"/>
                  </a:cubicBezTo>
                  <a:lnTo>
                    <a:pt x="6616" y="10838"/>
                  </a:lnTo>
                  <a:lnTo>
                    <a:pt x="819" y="10838"/>
                  </a:lnTo>
                  <a:lnTo>
                    <a:pt x="819" y="10397"/>
                  </a:lnTo>
                  <a:cubicBezTo>
                    <a:pt x="819" y="10145"/>
                    <a:pt x="1008" y="9956"/>
                    <a:pt x="1260" y="9956"/>
                  </a:cubicBezTo>
                  <a:close/>
                  <a:moveTo>
                    <a:pt x="2080" y="1"/>
                  </a:moveTo>
                  <a:cubicBezTo>
                    <a:pt x="1922" y="1"/>
                    <a:pt x="1796" y="64"/>
                    <a:pt x="1733" y="190"/>
                  </a:cubicBezTo>
                  <a:cubicBezTo>
                    <a:pt x="1134" y="1040"/>
                    <a:pt x="1134" y="2143"/>
                    <a:pt x="1670" y="3057"/>
                  </a:cubicBezTo>
                  <a:lnTo>
                    <a:pt x="2426" y="7530"/>
                  </a:lnTo>
                  <a:lnTo>
                    <a:pt x="2080" y="7530"/>
                  </a:lnTo>
                  <a:cubicBezTo>
                    <a:pt x="1418" y="7530"/>
                    <a:pt x="819" y="8066"/>
                    <a:pt x="819" y="8759"/>
                  </a:cubicBezTo>
                  <a:lnTo>
                    <a:pt x="819" y="9232"/>
                  </a:lnTo>
                  <a:cubicBezTo>
                    <a:pt x="347" y="9389"/>
                    <a:pt x="0" y="9862"/>
                    <a:pt x="0" y="10429"/>
                  </a:cubicBezTo>
                  <a:lnTo>
                    <a:pt x="0" y="11248"/>
                  </a:lnTo>
                  <a:cubicBezTo>
                    <a:pt x="0" y="11500"/>
                    <a:pt x="189" y="11657"/>
                    <a:pt x="378" y="11657"/>
                  </a:cubicBezTo>
                  <a:lnTo>
                    <a:pt x="6994" y="11657"/>
                  </a:lnTo>
                  <a:cubicBezTo>
                    <a:pt x="7246" y="11657"/>
                    <a:pt x="7435" y="11437"/>
                    <a:pt x="7435" y="11248"/>
                  </a:cubicBezTo>
                  <a:lnTo>
                    <a:pt x="7435" y="10429"/>
                  </a:lnTo>
                  <a:cubicBezTo>
                    <a:pt x="7435" y="9862"/>
                    <a:pt x="7089" y="9452"/>
                    <a:pt x="6616" y="9232"/>
                  </a:cubicBezTo>
                  <a:lnTo>
                    <a:pt x="6616" y="8759"/>
                  </a:lnTo>
                  <a:cubicBezTo>
                    <a:pt x="6616" y="8066"/>
                    <a:pt x="6049" y="7530"/>
                    <a:pt x="5388" y="7530"/>
                  </a:cubicBezTo>
                  <a:lnTo>
                    <a:pt x="5041" y="7530"/>
                  </a:lnTo>
                  <a:lnTo>
                    <a:pt x="5766" y="3057"/>
                  </a:lnTo>
                  <a:cubicBezTo>
                    <a:pt x="6333" y="2206"/>
                    <a:pt x="6301" y="1072"/>
                    <a:pt x="5734" y="190"/>
                  </a:cubicBezTo>
                  <a:cubicBezTo>
                    <a:pt x="5671" y="64"/>
                    <a:pt x="5545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50" name="Google Shape;10850;p65"/>
            <p:cNvSpPr/>
            <p:nvPr/>
          </p:nvSpPr>
          <p:spPr>
            <a:xfrm>
              <a:off x="-11950375" y="2633400"/>
              <a:ext cx="103200" cy="102425"/>
            </a:xfrm>
            <a:custGeom>
              <a:rect l="l" t="t" r="r" b="b"/>
              <a:pathLst>
                <a:path w="4128" h="4097" extrusionOk="0">
                  <a:moveTo>
                    <a:pt x="2017" y="1324"/>
                  </a:moveTo>
                  <a:lnTo>
                    <a:pt x="2206" y="1671"/>
                  </a:lnTo>
                  <a:cubicBezTo>
                    <a:pt x="2238" y="1734"/>
                    <a:pt x="2332" y="1828"/>
                    <a:pt x="2395" y="1860"/>
                  </a:cubicBezTo>
                  <a:lnTo>
                    <a:pt x="2742" y="2049"/>
                  </a:lnTo>
                  <a:lnTo>
                    <a:pt x="2395" y="2269"/>
                  </a:lnTo>
                  <a:cubicBezTo>
                    <a:pt x="2332" y="2301"/>
                    <a:pt x="2238" y="2364"/>
                    <a:pt x="2206" y="2458"/>
                  </a:cubicBezTo>
                  <a:lnTo>
                    <a:pt x="2017" y="2805"/>
                  </a:lnTo>
                  <a:lnTo>
                    <a:pt x="1797" y="2458"/>
                  </a:lnTo>
                  <a:cubicBezTo>
                    <a:pt x="1765" y="2364"/>
                    <a:pt x="1702" y="2301"/>
                    <a:pt x="1607" y="2269"/>
                  </a:cubicBezTo>
                  <a:lnTo>
                    <a:pt x="1261" y="2049"/>
                  </a:lnTo>
                  <a:lnTo>
                    <a:pt x="1607" y="1860"/>
                  </a:lnTo>
                  <a:cubicBezTo>
                    <a:pt x="1702" y="1828"/>
                    <a:pt x="1765" y="1734"/>
                    <a:pt x="1797" y="1671"/>
                  </a:cubicBezTo>
                  <a:lnTo>
                    <a:pt x="2017" y="1324"/>
                  </a:lnTo>
                  <a:close/>
                  <a:moveTo>
                    <a:pt x="2049" y="1"/>
                  </a:moveTo>
                  <a:cubicBezTo>
                    <a:pt x="1891" y="1"/>
                    <a:pt x="1734" y="95"/>
                    <a:pt x="1702" y="253"/>
                  </a:cubicBezTo>
                  <a:lnTo>
                    <a:pt x="1229" y="1230"/>
                  </a:lnTo>
                  <a:lnTo>
                    <a:pt x="221" y="1702"/>
                  </a:lnTo>
                  <a:cubicBezTo>
                    <a:pt x="64" y="1797"/>
                    <a:pt x="1" y="1891"/>
                    <a:pt x="1" y="2049"/>
                  </a:cubicBezTo>
                  <a:cubicBezTo>
                    <a:pt x="1" y="2206"/>
                    <a:pt x="64" y="2364"/>
                    <a:pt x="221" y="2427"/>
                  </a:cubicBezTo>
                  <a:lnTo>
                    <a:pt x="1229" y="2899"/>
                  </a:lnTo>
                  <a:lnTo>
                    <a:pt x="1702" y="3876"/>
                  </a:lnTo>
                  <a:cubicBezTo>
                    <a:pt x="1765" y="4034"/>
                    <a:pt x="1891" y="4097"/>
                    <a:pt x="2049" y="4097"/>
                  </a:cubicBezTo>
                  <a:cubicBezTo>
                    <a:pt x="2206" y="4097"/>
                    <a:pt x="2364" y="4034"/>
                    <a:pt x="2395" y="3876"/>
                  </a:cubicBezTo>
                  <a:lnTo>
                    <a:pt x="2868" y="2899"/>
                  </a:lnTo>
                  <a:lnTo>
                    <a:pt x="3907" y="2427"/>
                  </a:lnTo>
                  <a:cubicBezTo>
                    <a:pt x="4065" y="2332"/>
                    <a:pt x="4128" y="2206"/>
                    <a:pt x="4128" y="2049"/>
                  </a:cubicBezTo>
                  <a:cubicBezTo>
                    <a:pt x="4128" y="1891"/>
                    <a:pt x="4065" y="1734"/>
                    <a:pt x="3907" y="1702"/>
                  </a:cubicBezTo>
                  <a:lnTo>
                    <a:pt x="2868" y="1230"/>
                  </a:lnTo>
                  <a:lnTo>
                    <a:pt x="2395" y="253"/>
                  </a:lnTo>
                  <a:cubicBezTo>
                    <a:pt x="2332" y="95"/>
                    <a:pt x="2206" y="1"/>
                    <a:pt x="20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51" name="Google Shape;10851;p65"/>
            <p:cNvSpPr/>
            <p:nvPr/>
          </p:nvSpPr>
          <p:spPr>
            <a:xfrm>
              <a:off x="-12199250" y="2633400"/>
              <a:ext cx="103200" cy="102425"/>
            </a:xfrm>
            <a:custGeom>
              <a:rect l="l" t="t" r="r" b="b"/>
              <a:pathLst>
                <a:path w="4128" h="4097" extrusionOk="0">
                  <a:moveTo>
                    <a:pt x="2048" y="1324"/>
                  </a:moveTo>
                  <a:lnTo>
                    <a:pt x="2237" y="1671"/>
                  </a:lnTo>
                  <a:cubicBezTo>
                    <a:pt x="2269" y="1734"/>
                    <a:pt x="2363" y="1828"/>
                    <a:pt x="2426" y="1860"/>
                  </a:cubicBezTo>
                  <a:lnTo>
                    <a:pt x="2804" y="2049"/>
                  </a:lnTo>
                  <a:lnTo>
                    <a:pt x="2426" y="2269"/>
                  </a:lnTo>
                  <a:cubicBezTo>
                    <a:pt x="2363" y="2301"/>
                    <a:pt x="2269" y="2364"/>
                    <a:pt x="2237" y="2458"/>
                  </a:cubicBezTo>
                  <a:lnTo>
                    <a:pt x="2048" y="2805"/>
                  </a:lnTo>
                  <a:lnTo>
                    <a:pt x="1859" y="2458"/>
                  </a:lnTo>
                  <a:cubicBezTo>
                    <a:pt x="1796" y="2364"/>
                    <a:pt x="1733" y="2301"/>
                    <a:pt x="1638" y="2269"/>
                  </a:cubicBezTo>
                  <a:lnTo>
                    <a:pt x="1292" y="2049"/>
                  </a:lnTo>
                  <a:lnTo>
                    <a:pt x="1638" y="1860"/>
                  </a:lnTo>
                  <a:cubicBezTo>
                    <a:pt x="1733" y="1828"/>
                    <a:pt x="1796" y="1734"/>
                    <a:pt x="1859" y="1671"/>
                  </a:cubicBezTo>
                  <a:lnTo>
                    <a:pt x="2048" y="1324"/>
                  </a:lnTo>
                  <a:close/>
                  <a:moveTo>
                    <a:pt x="2079" y="1"/>
                  </a:moveTo>
                  <a:cubicBezTo>
                    <a:pt x="1922" y="1"/>
                    <a:pt x="1764" y="95"/>
                    <a:pt x="1733" y="253"/>
                  </a:cubicBezTo>
                  <a:lnTo>
                    <a:pt x="1260" y="1230"/>
                  </a:lnTo>
                  <a:lnTo>
                    <a:pt x="221" y="1702"/>
                  </a:lnTo>
                  <a:cubicBezTo>
                    <a:pt x="63" y="1797"/>
                    <a:pt x="0" y="1891"/>
                    <a:pt x="0" y="2049"/>
                  </a:cubicBezTo>
                  <a:cubicBezTo>
                    <a:pt x="0" y="2206"/>
                    <a:pt x="63" y="2364"/>
                    <a:pt x="221" y="2427"/>
                  </a:cubicBezTo>
                  <a:lnTo>
                    <a:pt x="1260" y="2899"/>
                  </a:lnTo>
                  <a:lnTo>
                    <a:pt x="1733" y="3876"/>
                  </a:lnTo>
                  <a:cubicBezTo>
                    <a:pt x="1796" y="4034"/>
                    <a:pt x="1922" y="4097"/>
                    <a:pt x="2079" y="4097"/>
                  </a:cubicBezTo>
                  <a:cubicBezTo>
                    <a:pt x="2237" y="4097"/>
                    <a:pt x="2395" y="4034"/>
                    <a:pt x="2426" y="3876"/>
                  </a:cubicBezTo>
                  <a:lnTo>
                    <a:pt x="2899" y="2899"/>
                  </a:lnTo>
                  <a:lnTo>
                    <a:pt x="3907" y="2427"/>
                  </a:lnTo>
                  <a:cubicBezTo>
                    <a:pt x="4033" y="2364"/>
                    <a:pt x="4127" y="2206"/>
                    <a:pt x="4127" y="2049"/>
                  </a:cubicBezTo>
                  <a:cubicBezTo>
                    <a:pt x="4127" y="1891"/>
                    <a:pt x="4033" y="1734"/>
                    <a:pt x="3907" y="1702"/>
                  </a:cubicBezTo>
                  <a:lnTo>
                    <a:pt x="2899" y="1230"/>
                  </a:lnTo>
                  <a:lnTo>
                    <a:pt x="2426" y="253"/>
                  </a:lnTo>
                  <a:cubicBezTo>
                    <a:pt x="2363" y="95"/>
                    <a:pt x="2237" y="1"/>
                    <a:pt x="2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52" name="Google Shape;10852;p65"/>
          <p:cNvSpPr/>
          <p:nvPr/>
        </p:nvSpPr>
        <p:spPr>
          <a:xfrm>
            <a:off x="4871163" y="2550438"/>
            <a:ext cx="341579" cy="341772"/>
          </a:xfrm>
          <a:custGeom>
            <a:rect l="l" t="t" r="r" b="b"/>
            <a:pathLst>
              <a:path w="14147" h="14155" extrusionOk="0">
                <a:moveTo>
                  <a:pt x="7058" y="891"/>
                </a:moveTo>
                <a:lnTo>
                  <a:pt x="11311" y="3285"/>
                </a:lnTo>
                <a:lnTo>
                  <a:pt x="2805" y="3285"/>
                </a:lnTo>
                <a:lnTo>
                  <a:pt x="7058" y="891"/>
                </a:lnTo>
                <a:close/>
                <a:moveTo>
                  <a:pt x="12886" y="4136"/>
                </a:moveTo>
                <a:cubicBezTo>
                  <a:pt x="13107" y="4136"/>
                  <a:pt x="13264" y="4325"/>
                  <a:pt x="13264" y="4545"/>
                </a:cubicBezTo>
                <a:lnTo>
                  <a:pt x="13264" y="4986"/>
                </a:lnTo>
                <a:lnTo>
                  <a:pt x="851" y="4986"/>
                </a:lnTo>
                <a:lnTo>
                  <a:pt x="851" y="4545"/>
                </a:lnTo>
                <a:cubicBezTo>
                  <a:pt x="851" y="4325"/>
                  <a:pt x="1040" y="4136"/>
                  <a:pt x="1261" y="4136"/>
                </a:cubicBezTo>
                <a:close/>
                <a:moveTo>
                  <a:pt x="3309" y="5806"/>
                </a:moveTo>
                <a:lnTo>
                  <a:pt x="3309" y="9996"/>
                </a:lnTo>
                <a:lnTo>
                  <a:pt x="2490" y="9996"/>
                </a:lnTo>
                <a:lnTo>
                  <a:pt x="2490" y="5806"/>
                </a:lnTo>
                <a:close/>
                <a:moveTo>
                  <a:pt x="5798" y="5806"/>
                </a:moveTo>
                <a:lnTo>
                  <a:pt x="5798" y="9996"/>
                </a:lnTo>
                <a:lnTo>
                  <a:pt x="4128" y="9996"/>
                </a:lnTo>
                <a:lnTo>
                  <a:pt x="4128" y="5806"/>
                </a:lnTo>
                <a:close/>
                <a:moveTo>
                  <a:pt x="7499" y="5806"/>
                </a:moveTo>
                <a:lnTo>
                  <a:pt x="7499" y="9996"/>
                </a:lnTo>
                <a:lnTo>
                  <a:pt x="6617" y="9996"/>
                </a:lnTo>
                <a:lnTo>
                  <a:pt x="6617" y="5806"/>
                </a:lnTo>
                <a:close/>
                <a:moveTo>
                  <a:pt x="9956" y="5806"/>
                </a:moveTo>
                <a:lnTo>
                  <a:pt x="9956" y="9996"/>
                </a:lnTo>
                <a:lnTo>
                  <a:pt x="8286" y="9996"/>
                </a:lnTo>
                <a:lnTo>
                  <a:pt x="8286" y="5806"/>
                </a:lnTo>
                <a:close/>
                <a:moveTo>
                  <a:pt x="11626" y="5806"/>
                </a:moveTo>
                <a:lnTo>
                  <a:pt x="11626" y="9996"/>
                </a:lnTo>
                <a:lnTo>
                  <a:pt x="10807" y="9996"/>
                </a:lnTo>
                <a:lnTo>
                  <a:pt x="10807" y="5806"/>
                </a:lnTo>
                <a:close/>
                <a:moveTo>
                  <a:pt x="12004" y="10815"/>
                </a:moveTo>
                <a:cubicBezTo>
                  <a:pt x="12256" y="10815"/>
                  <a:pt x="12445" y="11004"/>
                  <a:pt x="12445" y="11256"/>
                </a:cubicBezTo>
                <a:lnTo>
                  <a:pt x="12445" y="11634"/>
                </a:lnTo>
                <a:lnTo>
                  <a:pt x="1670" y="11634"/>
                </a:lnTo>
                <a:lnTo>
                  <a:pt x="1670" y="11256"/>
                </a:lnTo>
                <a:cubicBezTo>
                  <a:pt x="1670" y="11004"/>
                  <a:pt x="1859" y="10815"/>
                  <a:pt x="2048" y="10815"/>
                </a:cubicBezTo>
                <a:close/>
                <a:moveTo>
                  <a:pt x="12886" y="12422"/>
                </a:moveTo>
                <a:cubicBezTo>
                  <a:pt x="13107" y="12422"/>
                  <a:pt x="13264" y="12642"/>
                  <a:pt x="13264" y="12863"/>
                </a:cubicBezTo>
                <a:lnTo>
                  <a:pt x="13264" y="13304"/>
                </a:lnTo>
                <a:lnTo>
                  <a:pt x="851" y="13304"/>
                </a:lnTo>
                <a:lnTo>
                  <a:pt x="851" y="12863"/>
                </a:lnTo>
                <a:cubicBezTo>
                  <a:pt x="851" y="12642"/>
                  <a:pt x="1040" y="12422"/>
                  <a:pt x="1261" y="12422"/>
                </a:cubicBezTo>
                <a:close/>
                <a:moveTo>
                  <a:pt x="7058" y="1"/>
                </a:moveTo>
                <a:cubicBezTo>
                  <a:pt x="6987" y="1"/>
                  <a:pt x="6916" y="24"/>
                  <a:pt x="6869" y="72"/>
                </a:cubicBezTo>
                <a:lnTo>
                  <a:pt x="1103" y="3348"/>
                </a:lnTo>
                <a:cubicBezTo>
                  <a:pt x="473" y="3411"/>
                  <a:pt x="1" y="3915"/>
                  <a:pt x="1" y="4545"/>
                </a:cubicBezTo>
                <a:lnTo>
                  <a:pt x="1" y="5365"/>
                </a:lnTo>
                <a:cubicBezTo>
                  <a:pt x="1" y="5617"/>
                  <a:pt x="221" y="5806"/>
                  <a:pt x="442" y="5806"/>
                </a:cubicBezTo>
                <a:lnTo>
                  <a:pt x="1702" y="5806"/>
                </a:lnTo>
                <a:lnTo>
                  <a:pt x="1702" y="10059"/>
                </a:lnTo>
                <a:cubicBezTo>
                  <a:pt x="1229" y="10216"/>
                  <a:pt x="883" y="10689"/>
                  <a:pt x="883" y="11256"/>
                </a:cubicBezTo>
                <a:lnTo>
                  <a:pt x="883" y="11729"/>
                </a:lnTo>
                <a:cubicBezTo>
                  <a:pt x="410" y="11886"/>
                  <a:pt x="64" y="12359"/>
                  <a:pt x="64" y="12894"/>
                </a:cubicBezTo>
                <a:lnTo>
                  <a:pt x="64" y="13713"/>
                </a:lnTo>
                <a:cubicBezTo>
                  <a:pt x="64" y="13965"/>
                  <a:pt x="253" y="14154"/>
                  <a:pt x="473" y="14154"/>
                </a:cubicBezTo>
                <a:lnTo>
                  <a:pt x="13768" y="14154"/>
                </a:lnTo>
                <a:cubicBezTo>
                  <a:pt x="13989" y="14154"/>
                  <a:pt x="14146" y="13965"/>
                  <a:pt x="14146" y="13713"/>
                </a:cubicBezTo>
                <a:lnTo>
                  <a:pt x="14146" y="12894"/>
                </a:lnTo>
                <a:cubicBezTo>
                  <a:pt x="14146" y="12359"/>
                  <a:pt x="13800" y="11918"/>
                  <a:pt x="13327" y="11729"/>
                </a:cubicBezTo>
                <a:lnTo>
                  <a:pt x="13327" y="11256"/>
                </a:lnTo>
                <a:cubicBezTo>
                  <a:pt x="13327" y="10689"/>
                  <a:pt x="12981" y="10248"/>
                  <a:pt x="12508" y="10059"/>
                </a:cubicBezTo>
                <a:lnTo>
                  <a:pt x="12508" y="5806"/>
                </a:lnTo>
                <a:lnTo>
                  <a:pt x="13768" y="5806"/>
                </a:lnTo>
                <a:cubicBezTo>
                  <a:pt x="13989" y="5806"/>
                  <a:pt x="14146" y="5617"/>
                  <a:pt x="14146" y="5396"/>
                </a:cubicBezTo>
                <a:lnTo>
                  <a:pt x="14146" y="4545"/>
                </a:lnTo>
                <a:cubicBezTo>
                  <a:pt x="14115" y="3915"/>
                  <a:pt x="13642" y="3380"/>
                  <a:pt x="13012" y="3348"/>
                </a:cubicBezTo>
                <a:lnTo>
                  <a:pt x="7247" y="72"/>
                </a:lnTo>
                <a:cubicBezTo>
                  <a:pt x="7200" y="24"/>
                  <a:pt x="7129" y="1"/>
                  <a:pt x="70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53" name="Google Shape;10853;p65"/>
          <p:cNvGrpSpPr/>
          <p:nvPr/>
        </p:nvGrpSpPr>
        <p:grpSpPr>
          <a:xfrm>
            <a:off x="4870788" y="2959488"/>
            <a:ext cx="342328" cy="339310"/>
            <a:chOff x="-10462550" y="2057650"/>
            <a:chExt cx="354450" cy="351325"/>
          </a:xfrm>
        </p:grpSpPr>
        <p:sp>
          <p:nvSpPr>
            <p:cNvPr id="10854" name="Google Shape;10854;p65"/>
            <p:cNvSpPr/>
            <p:nvPr/>
          </p:nvSpPr>
          <p:spPr>
            <a:xfrm>
              <a:off x="-10462550" y="2057650"/>
              <a:ext cx="354450" cy="351325"/>
            </a:xfrm>
            <a:custGeom>
              <a:rect l="l" t="t" r="r" b="b"/>
              <a:pathLst>
                <a:path w="14178" h="14053" extrusionOk="0">
                  <a:moveTo>
                    <a:pt x="7121" y="788"/>
                  </a:moveTo>
                  <a:cubicBezTo>
                    <a:pt x="7341" y="788"/>
                    <a:pt x="7499" y="978"/>
                    <a:pt x="7499" y="1198"/>
                  </a:cubicBezTo>
                  <a:cubicBezTo>
                    <a:pt x="7499" y="1419"/>
                    <a:pt x="7310" y="1608"/>
                    <a:pt x="7121" y="1608"/>
                  </a:cubicBezTo>
                  <a:cubicBezTo>
                    <a:pt x="6932" y="1608"/>
                    <a:pt x="6680" y="1419"/>
                    <a:pt x="6680" y="1198"/>
                  </a:cubicBezTo>
                  <a:cubicBezTo>
                    <a:pt x="6711" y="946"/>
                    <a:pt x="6869" y="788"/>
                    <a:pt x="7121" y="788"/>
                  </a:cubicBezTo>
                  <a:close/>
                  <a:moveTo>
                    <a:pt x="7467" y="2364"/>
                  </a:moveTo>
                  <a:lnTo>
                    <a:pt x="8790" y="4065"/>
                  </a:lnTo>
                  <a:lnTo>
                    <a:pt x="5451" y="4065"/>
                  </a:lnTo>
                  <a:lnTo>
                    <a:pt x="6774" y="2364"/>
                  </a:lnTo>
                  <a:cubicBezTo>
                    <a:pt x="6869" y="2395"/>
                    <a:pt x="6995" y="2395"/>
                    <a:pt x="7121" y="2395"/>
                  </a:cubicBezTo>
                  <a:cubicBezTo>
                    <a:pt x="7247" y="2395"/>
                    <a:pt x="7341" y="2364"/>
                    <a:pt x="7467" y="2364"/>
                  </a:cubicBezTo>
                  <a:close/>
                  <a:moveTo>
                    <a:pt x="12508" y="4065"/>
                  </a:moveTo>
                  <a:cubicBezTo>
                    <a:pt x="12981" y="4065"/>
                    <a:pt x="13327" y="4412"/>
                    <a:pt x="13327" y="4884"/>
                  </a:cubicBezTo>
                  <a:cubicBezTo>
                    <a:pt x="13327" y="5231"/>
                    <a:pt x="13107" y="5546"/>
                    <a:pt x="12792" y="5672"/>
                  </a:cubicBezTo>
                  <a:cubicBezTo>
                    <a:pt x="12634" y="5703"/>
                    <a:pt x="12508" y="5861"/>
                    <a:pt x="12508" y="6081"/>
                  </a:cubicBezTo>
                  <a:lnTo>
                    <a:pt x="12508" y="11217"/>
                  </a:lnTo>
                  <a:cubicBezTo>
                    <a:pt x="12508" y="11437"/>
                    <a:pt x="12634" y="11563"/>
                    <a:pt x="12792" y="11626"/>
                  </a:cubicBezTo>
                  <a:cubicBezTo>
                    <a:pt x="13107" y="11752"/>
                    <a:pt x="13327" y="12067"/>
                    <a:pt x="13327" y="12414"/>
                  </a:cubicBezTo>
                  <a:cubicBezTo>
                    <a:pt x="13327" y="12886"/>
                    <a:pt x="12981" y="13233"/>
                    <a:pt x="12508" y="13233"/>
                  </a:cubicBezTo>
                  <a:cubicBezTo>
                    <a:pt x="12162" y="13233"/>
                    <a:pt x="11846" y="13012"/>
                    <a:pt x="11720" y="12697"/>
                  </a:cubicBezTo>
                  <a:cubicBezTo>
                    <a:pt x="11689" y="12540"/>
                    <a:pt x="11531" y="12414"/>
                    <a:pt x="11342" y="12414"/>
                  </a:cubicBezTo>
                  <a:lnTo>
                    <a:pt x="2868" y="12414"/>
                  </a:lnTo>
                  <a:cubicBezTo>
                    <a:pt x="2710" y="12414"/>
                    <a:pt x="2553" y="12540"/>
                    <a:pt x="2490" y="12697"/>
                  </a:cubicBezTo>
                  <a:cubicBezTo>
                    <a:pt x="2363" y="13012"/>
                    <a:pt x="2048" y="13233"/>
                    <a:pt x="1702" y="13233"/>
                  </a:cubicBezTo>
                  <a:cubicBezTo>
                    <a:pt x="1198" y="13233"/>
                    <a:pt x="851" y="12886"/>
                    <a:pt x="851" y="12414"/>
                  </a:cubicBezTo>
                  <a:cubicBezTo>
                    <a:pt x="851" y="12067"/>
                    <a:pt x="1103" y="11752"/>
                    <a:pt x="1418" y="11626"/>
                  </a:cubicBezTo>
                  <a:cubicBezTo>
                    <a:pt x="1576" y="11595"/>
                    <a:pt x="1702" y="11437"/>
                    <a:pt x="1702" y="11217"/>
                  </a:cubicBezTo>
                  <a:lnTo>
                    <a:pt x="1702" y="6081"/>
                  </a:lnTo>
                  <a:cubicBezTo>
                    <a:pt x="1702" y="5924"/>
                    <a:pt x="1576" y="5766"/>
                    <a:pt x="1418" y="5672"/>
                  </a:cubicBezTo>
                  <a:cubicBezTo>
                    <a:pt x="1103" y="5546"/>
                    <a:pt x="851" y="5231"/>
                    <a:pt x="851" y="4884"/>
                  </a:cubicBezTo>
                  <a:cubicBezTo>
                    <a:pt x="851" y="4412"/>
                    <a:pt x="1229" y="4065"/>
                    <a:pt x="1702" y="4065"/>
                  </a:cubicBezTo>
                  <a:cubicBezTo>
                    <a:pt x="2048" y="4065"/>
                    <a:pt x="2363" y="4286"/>
                    <a:pt x="2490" y="4601"/>
                  </a:cubicBezTo>
                  <a:cubicBezTo>
                    <a:pt x="2521" y="4758"/>
                    <a:pt x="2679" y="4884"/>
                    <a:pt x="2868" y="4884"/>
                  </a:cubicBezTo>
                  <a:lnTo>
                    <a:pt x="11342" y="4884"/>
                  </a:lnTo>
                  <a:cubicBezTo>
                    <a:pt x="11500" y="4884"/>
                    <a:pt x="11657" y="4758"/>
                    <a:pt x="11720" y="4601"/>
                  </a:cubicBezTo>
                  <a:cubicBezTo>
                    <a:pt x="11846" y="4286"/>
                    <a:pt x="12162" y="4065"/>
                    <a:pt x="12508" y="4065"/>
                  </a:cubicBezTo>
                  <a:close/>
                  <a:moveTo>
                    <a:pt x="7089" y="1"/>
                  </a:moveTo>
                  <a:cubicBezTo>
                    <a:pt x="6365" y="1"/>
                    <a:pt x="5829" y="568"/>
                    <a:pt x="5829" y="1230"/>
                  </a:cubicBezTo>
                  <a:cubicBezTo>
                    <a:pt x="5829" y="1450"/>
                    <a:pt x="5892" y="1702"/>
                    <a:pt x="6018" y="1891"/>
                  </a:cubicBezTo>
                  <a:lnTo>
                    <a:pt x="4348" y="4097"/>
                  </a:lnTo>
                  <a:lnTo>
                    <a:pt x="3057" y="4097"/>
                  </a:lnTo>
                  <a:cubicBezTo>
                    <a:pt x="2773" y="3592"/>
                    <a:pt x="2237" y="3277"/>
                    <a:pt x="1639" y="3277"/>
                  </a:cubicBezTo>
                  <a:cubicBezTo>
                    <a:pt x="725" y="3277"/>
                    <a:pt x="1" y="4033"/>
                    <a:pt x="1" y="4916"/>
                  </a:cubicBezTo>
                  <a:cubicBezTo>
                    <a:pt x="1" y="5514"/>
                    <a:pt x="316" y="6081"/>
                    <a:pt x="820" y="6333"/>
                  </a:cubicBezTo>
                  <a:lnTo>
                    <a:pt x="820" y="10996"/>
                  </a:lnTo>
                  <a:cubicBezTo>
                    <a:pt x="316" y="11280"/>
                    <a:pt x="1" y="11815"/>
                    <a:pt x="1" y="12414"/>
                  </a:cubicBezTo>
                  <a:cubicBezTo>
                    <a:pt x="1" y="13327"/>
                    <a:pt x="725" y="14052"/>
                    <a:pt x="1639" y="14052"/>
                  </a:cubicBezTo>
                  <a:cubicBezTo>
                    <a:pt x="2237" y="14052"/>
                    <a:pt x="2773" y="13737"/>
                    <a:pt x="3057" y="13233"/>
                  </a:cubicBezTo>
                  <a:lnTo>
                    <a:pt x="11027" y="13233"/>
                  </a:lnTo>
                  <a:cubicBezTo>
                    <a:pt x="11279" y="13737"/>
                    <a:pt x="11846" y="14052"/>
                    <a:pt x="12445" y="14052"/>
                  </a:cubicBezTo>
                  <a:cubicBezTo>
                    <a:pt x="13327" y="14052"/>
                    <a:pt x="14083" y="13327"/>
                    <a:pt x="14083" y="12414"/>
                  </a:cubicBezTo>
                  <a:cubicBezTo>
                    <a:pt x="14083" y="11815"/>
                    <a:pt x="13768" y="11280"/>
                    <a:pt x="13264" y="10996"/>
                  </a:cubicBezTo>
                  <a:lnTo>
                    <a:pt x="13264" y="6333"/>
                  </a:lnTo>
                  <a:cubicBezTo>
                    <a:pt x="13863" y="6050"/>
                    <a:pt x="14178" y="5514"/>
                    <a:pt x="14178" y="4916"/>
                  </a:cubicBezTo>
                  <a:cubicBezTo>
                    <a:pt x="14178" y="4033"/>
                    <a:pt x="13422" y="3277"/>
                    <a:pt x="12508" y="3277"/>
                  </a:cubicBezTo>
                  <a:cubicBezTo>
                    <a:pt x="11909" y="3277"/>
                    <a:pt x="11374" y="3592"/>
                    <a:pt x="11090" y="4097"/>
                  </a:cubicBezTo>
                  <a:lnTo>
                    <a:pt x="9799" y="4097"/>
                  </a:lnTo>
                  <a:lnTo>
                    <a:pt x="8129" y="1891"/>
                  </a:lnTo>
                  <a:cubicBezTo>
                    <a:pt x="8255" y="1702"/>
                    <a:pt x="8349" y="1450"/>
                    <a:pt x="8349" y="1230"/>
                  </a:cubicBezTo>
                  <a:cubicBezTo>
                    <a:pt x="8349" y="568"/>
                    <a:pt x="7782" y="1"/>
                    <a:pt x="7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55" name="Google Shape;10855;p65"/>
            <p:cNvSpPr/>
            <p:nvPr/>
          </p:nvSpPr>
          <p:spPr>
            <a:xfrm>
              <a:off x="-10397950" y="2201800"/>
              <a:ext cx="228425" cy="146525"/>
            </a:xfrm>
            <a:custGeom>
              <a:rect l="l" t="t" r="r" b="b"/>
              <a:pathLst>
                <a:path w="9137" h="5861" extrusionOk="0">
                  <a:moveTo>
                    <a:pt x="8286" y="819"/>
                  </a:moveTo>
                  <a:lnTo>
                    <a:pt x="8286" y="4978"/>
                  </a:lnTo>
                  <a:lnTo>
                    <a:pt x="788" y="4978"/>
                  </a:ln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5419"/>
                  </a:lnTo>
                  <a:cubicBezTo>
                    <a:pt x="0" y="5640"/>
                    <a:pt x="189" y="5860"/>
                    <a:pt x="410" y="5860"/>
                  </a:cubicBezTo>
                  <a:lnTo>
                    <a:pt x="8695" y="5860"/>
                  </a:lnTo>
                  <a:cubicBezTo>
                    <a:pt x="8947" y="5860"/>
                    <a:pt x="9136" y="5640"/>
                    <a:pt x="9136" y="5419"/>
                  </a:cubicBezTo>
                  <a:lnTo>
                    <a:pt x="9136" y="410"/>
                  </a:lnTo>
                  <a:cubicBezTo>
                    <a:pt x="9105" y="158"/>
                    <a:pt x="8947" y="0"/>
                    <a:pt x="86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56" name="Google Shape;10856;p65"/>
          <p:cNvSpPr/>
          <p:nvPr/>
        </p:nvSpPr>
        <p:spPr>
          <a:xfrm>
            <a:off x="7591624" y="2576962"/>
            <a:ext cx="313426" cy="341579"/>
          </a:xfrm>
          <a:custGeom>
            <a:rect l="l" t="t" r="r" b="b"/>
            <a:pathLst>
              <a:path w="12981" h="14147" extrusionOk="0">
                <a:moveTo>
                  <a:pt x="10712" y="820"/>
                </a:moveTo>
                <a:cubicBezTo>
                  <a:pt x="11279" y="820"/>
                  <a:pt x="11752" y="1166"/>
                  <a:pt x="11909" y="1733"/>
                </a:cubicBezTo>
                <a:cubicBezTo>
                  <a:pt x="12067" y="2615"/>
                  <a:pt x="11531" y="3655"/>
                  <a:pt x="10680" y="3655"/>
                </a:cubicBezTo>
                <a:cubicBezTo>
                  <a:pt x="9924" y="3655"/>
                  <a:pt x="9420" y="2867"/>
                  <a:pt x="9798" y="2521"/>
                </a:cubicBezTo>
                <a:cubicBezTo>
                  <a:pt x="9865" y="2476"/>
                  <a:pt x="9963" y="2432"/>
                  <a:pt x="10071" y="2432"/>
                </a:cubicBezTo>
                <a:cubicBezTo>
                  <a:pt x="10116" y="2432"/>
                  <a:pt x="10162" y="2439"/>
                  <a:pt x="10208" y="2458"/>
                </a:cubicBezTo>
                <a:cubicBezTo>
                  <a:pt x="10271" y="2489"/>
                  <a:pt x="10302" y="2521"/>
                  <a:pt x="10365" y="2615"/>
                </a:cubicBezTo>
                <a:cubicBezTo>
                  <a:pt x="10394" y="2813"/>
                  <a:pt x="10600" y="2935"/>
                  <a:pt x="10801" y="2935"/>
                </a:cubicBezTo>
                <a:cubicBezTo>
                  <a:pt x="10824" y="2935"/>
                  <a:pt x="10847" y="2934"/>
                  <a:pt x="10869" y="2930"/>
                </a:cubicBezTo>
                <a:cubicBezTo>
                  <a:pt x="11090" y="2867"/>
                  <a:pt x="11216" y="2647"/>
                  <a:pt x="11184" y="2395"/>
                </a:cubicBezTo>
                <a:cubicBezTo>
                  <a:pt x="11090" y="2048"/>
                  <a:pt x="10838" y="1733"/>
                  <a:pt x="10491" y="1670"/>
                </a:cubicBezTo>
                <a:cubicBezTo>
                  <a:pt x="10382" y="1637"/>
                  <a:pt x="10265" y="1621"/>
                  <a:pt x="10148" y="1621"/>
                </a:cubicBezTo>
                <a:cubicBezTo>
                  <a:pt x="9828" y="1621"/>
                  <a:pt x="9502" y="1738"/>
                  <a:pt x="9294" y="1922"/>
                </a:cubicBezTo>
                <a:lnTo>
                  <a:pt x="9168" y="2048"/>
                </a:lnTo>
                <a:lnTo>
                  <a:pt x="3907" y="2048"/>
                </a:lnTo>
                <a:lnTo>
                  <a:pt x="3781" y="1922"/>
                </a:lnTo>
                <a:cubicBezTo>
                  <a:pt x="3556" y="1723"/>
                  <a:pt x="3242" y="1617"/>
                  <a:pt x="2934" y="1617"/>
                </a:cubicBezTo>
                <a:cubicBezTo>
                  <a:pt x="2463" y="1617"/>
                  <a:pt x="2005" y="1862"/>
                  <a:pt x="1891" y="2395"/>
                </a:cubicBezTo>
                <a:cubicBezTo>
                  <a:pt x="1859" y="2647"/>
                  <a:pt x="1985" y="2836"/>
                  <a:pt x="2206" y="2930"/>
                </a:cubicBezTo>
                <a:cubicBezTo>
                  <a:pt x="2228" y="2934"/>
                  <a:pt x="2250" y="2935"/>
                  <a:pt x="2272" y="2935"/>
                </a:cubicBezTo>
                <a:cubicBezTo>
                  <a:pt x="2469" y="2935"/>
                  <a:pt x="2653" y="2810"/>
                  <a:pt x="2710" y="2584"/>
                </a:cubicBezTo>
                <a:cubicBezTo>
                  <a:pt x="2741" y="2521"/>
                  <a:pt x="2804" y="2489"/>
                  <a:pt x="2867" y="2426"/>
                </a:cubicBezTo>
                <a:cubicBezTo>
                  <a:pt x="2899" y="2419"/>
                  <a:pt x="2934" y="2415"/>
                  <a:pt x="2971" y="2415"/>
                </a:cubicBezTo>
                <a:cubicBezTo>
                  <a:pt x="3082" y="2415"/>
                  <a:pt x="3206" y="2450"/>
                  <a:pt x="3277" y="2521"/>
                </a:cubicBezTo>
                <a:cubicBezTo>
                  <a:pt x="3623" y="2867"/>
                  <a:pt x="3119" y="3655"/>
                  <a:pt x="2395" y="3655"/>
                </a:cubicBezTo>
                <a:cubicBezTo>
                  <a:pt x="1544" y="3655"/>
                  <a:pt x="1040" y="2584"/>
                  <a:pt x="1292" y="1733"/>
                </a:cubicBezTo>
                <a:cubicBezTo>
                  <a:pt x="1512" y="1135"/>
                  <a:pt x="1922" y="820"/>
                  <a:pt x="2489" y="820"/>
                </a:cubicBezTo>
                <a:close/>
                <a:moveTo>
                  <a:pt x="8822" y="2867"/>
                </a:moveTo>
                <a:cubicBezTo>
                  <a:pt x="8822" y="3183"/>
                  <a:pt x="8948" y="3466"/>
                  <a:pt x="9137" y="3718"/>
                </a:cubicBezTo>
                <a:lnTo>
                  <a:pt x="3749" y="3718"/>
                </a:lnTo>
                <a:cubicBezTo>
                  <a:pt x="3938" y="3466"/>
                  <a:pt x="4064" y="3183"/>
                  <a:pt x="4064" y="2867"/>
                </a:cubicBezTo>
                <a:close/>
                <a:moveTo>
                  <a:pt x="10176" y="4537"/>
                </a:moveTo>
                <a:lnTo>
                  <a:pt x="10176" y="4978"/>
                </a:lnTo>
                <a:lnTo>
                  <a:pt x="10208" y="4978"/>
                </a:lnTo>
                <a:cubicBezTo>
                  <a:pt x="10208" y="5199"/>
                  <a:pt x="9987" y="5388"/>
                  <a:pt x="9767" y="5388"/>
                </a:cubicBezTo>
                <a:lnTo>
                  <a:pt x="3151" y="5388"/>
                </a:lnTo>
                <a:cubicBezTo>
                  <a:pt x="2930" y="5388"/>
                  <a:pt x="2710" y="5199"/>
                  <a:pt x="2710" y="4978"/>
                </a:cubicBezTo>
                <a:lnTo>
                  <a:pt x="2710" y="4537"/>
                </a:lnTo>
                <a:close/>
                <a:moveTo>
                  <a:pt x="9357" y="6175"/>
                </a:moveTo>
                <a:lnTo>
                  <a:pt x="9357" y="11626"/>
                </a:lnTo>
                <a:lnTo>
                  <a:pt x="8538" y="11626"/>
                </a:lnTo>
                <a:lnTo>
                  <a:pt x="8538" y="7436"/>
                </a:lnTo>
                <a:cubicBezTo>
                  <a:pt x="8538" y="7215"/>
                  <a:pt x="8349" y="7026"/>
                  <a:pt x="8128" y="7026"/>
                </a:cubicBezTo>
                <a:cubicBezTo>
                  <a:pt x="7876" y="7026"/>
                  <a:pt x="7687" y="7215"/>
                  <a:pt x="7687" y="7436"/>
                </a:cubicBezTo>
                <a:lnTo>
                  <a:pt x="7687" y="11626"/>
                </a:lnTo>
                <a:lnTo>
                  <a:pt x="6868" y="11626"/>
                </a:lnTo>
                <a:lnTo>
                  <a:pt x="6868" y="7436"/>
                </a:lnTo>
                <a:cubicBezTo>
                  <a:pt x="6868" y="7215"/>
                  <a:pt x="6648" y="7026"/>
                  <a:pt x="6459" y="7026"/>
                </a:cubicBezTo>
                <a:cubicBezTo>
                  <a:pt x="6238" y="7026"/>
                  <a:pt x="6018" y="7215"/>
                  <a:pt x="6018" y="7436"/>
                </a:cubicBezTo>
                <a:lnTo>
                  <a:pt x="6018" y="11626"/>
                </a:lnTo>
                <a:lnTo>
                  <a:pt x="5199" y="11626"/>
                </a:lnTo>
                <a:lnTo>
                  <a:pt x="5199" y="7436"/>
                </a:lnTo>
                <a:cubicBezTo>
                  <a:pt x="5199" y="7215"/>
                  <a:pt x="5010" y="7026"/>
                  <a:pt x="4757" y="7026"/>
                </a:cubicBezTo>
                <a:cubicBezTo>
                  <a:pt x="4537" y="7026"/>
                  <a:pt x="4379" y="7215"/>
                  <a:pt x="4379" y="7436"/>
                </a:cubicBezTo>
                <a:lnTo>
                  <a:pt x="4379" y="11626"/>
                </a:lnTo>
                <a:lnTo>
                  <a:pt x="3560" y="11626"/>
                </a:lnTo>
                <a:lnTo>
                  <a:pt x="3560" y="6175"/>
                </a:lnTo>
                <a:close/>
                <a:moveTo>
                  <a:pt x="9798" y="12413"/>
                </a:moveTo>
                <a:cubicBezTo>
                  <a:pt x="10050" y="12413"/>
                  <a:pt x="10239" y="12602"/>
                  <a:pt x="10239" y="12854"/>
                </a:cubicBezTo>
                <a:lnTo>
                  <a:pt x="10239" y="13264"/>
                </a:lnTo>
                <a:lnTo>
                  <a:pt x="2741" y="13264"/>
                </a:lnTo>
                <a:lnTo>
                  <a:pt x="2741" y="12854"/>
                </a:lnTo>
                <a:cubicBezTo>
                  <a:pt x="2741" y="12602"/>
                  <a:pt x="2962" y="12413"/>
                  <a:pt x="3182" y="12413"/>
                </a:cubicBezTo>
                <a:close/>
                <a:moveTo>
                  <a:pt x="2363" y="1"/>
                </a:moveTo>
                <a:cubicBezTo>
                  <a:pt x="1418" y="1"/>
                  <a:pt x="662" y="599"/>
                  <a:pt x="378" y="1513"/>
                </a:cubicBezTo>
                <a:cubicBezTo>
                  <a:pt x="0" y="2804"/>
                  <a:pt x="693" y="4254"/>
                  <a:pt x="1954" y="4443"/>
                </a:cubicBezTo>
                <a:lnTo>
                  <a:pt x="1954" y="4915"/>
                </a:lnTo>
                <a:cubicBezTo>
                  <a:pt x="1954" y="5482"/>
                  <a:pt x="2332" y="5923"/>
                  <a:pt x="2804" y="6112"/>
                </a:cubicBezTo>
                <a:lnTo>
                  <a:pt x="2804" y="11689"/>
                </a:lnTo>
                <a:cubicBezTo>
                  <a:pt x="2332" y="11846"/>
                  <a:pt x="1954" y="12319"/>
                  <a:pt x="1954" y="12886"/>
                </a:cubicBezTo>
                <a:lnTo>
                  <a:pt x="1954" y="13705"/>
                </a:lnTo>
                <a:cubicBezTo>
                  <a:pt x="1954" y="13957"/>
                  <a:pt x="2174" y="14146"/>
                  <a:pt x="2395" y="14146"/>
                </a:cubicBezTo>
                <a:lnTo>
                  <a:pt x="10680" y="14146"/>
                </a:lnTo>
                <a:cubicBezTo>
                  <a:pt x="10901" y="14146"/>
                  <a:pt x="11058" y="13957"/>
                  <a:pt x="11058" y="13705"/>
                </a:cubicBezTo>
                <a:lnTo>
                  <a:pt x="11058" y="12886"/>
                </a:lnTo>
                <a:cubicBezTo>
                  <a:pt x="11058" y="12319"/>
                  <a:pt x="10712" y="11909"/>
                  <a:pt x="10239" y="11689"/>
                </a:cubicBezTo>
                <a:lnTo>
                  <a:pt x="10239" y="6112"/>
                </a:lnTo>
                <a:cubicBezTo>
                  <a:pt x="10712" y="5955"/>
                  <a:pt x="11058" y="5482"/>
                  <a:pt x="11058" y="4915"/>
                </a:cubicBezTo>
                <a:lnTo>
                  <a:pt x="11058" y="4411"/>
                </a:lnTo>
                <a:cubicBezTo>
                  <a:pt x="12319" y="4191"/>
                  <a:pt x="12980" y="2710"/>
                  <a:pt x="12602" y="1450"/>
                </a:cubicBezTo>
                <a:cubicBezTo>
                  <a:pt x="12287" y="568"/>
                  <a:pt x="11500" y="1"/>
                  <a:pt x="105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57" name="Google Shape;10857;p65"/>
          <p:cNvGrpSpPr/>
          <p:nvPr/>
        </p:nvGrpSpPr>
        <p:grpSpPr>
          <a:xfrm>
            <a:off x="6649772" y="2551051"/>
            <a:ext cx="375044" cy="340541"/>
            <a:chOff x="-8692750" y="1622100"/>
            <a:chExt cx="388325" cy="352600"/>
          </a:xfrm>
        </p:grpSpPr>
        <p:sp>
          <p:nvSpPr>
            <p:cNvPr id="10858" name="Google Shape;10858;p65"/>
            <p:cNvSpPr/>
            <p:nvPr/>
          </p:nvSpPr>
          <p:spPr>
            <a:xfrm>
              <a:off x="-8692750" y="1622100"/>
              <a:ext cx="388325" cy="352600"/>
            </a:xfrm>
            <a:custGeom>
              <a:rect l="l" t="t" r="r" b="b"/>
              <a:pathLst>
                <a:path w="15533" h="14104" extrusionOk="0">
                  <a:moveTo>
                    <a:pt x="10365" y="1387"/>
                  </a:moveTo>
                  <a:cubicBezTo>
                    <a:pt x="11027" y="1702"/>
                    <a:pt x="11626" y="2112"/>
                    <a:pt x="12130" y="2616"/>
                  </a:cubicBezTo>
                  <a:cubicBezTo>
                    <a:pt x="12697" y="3183"/>
                    <a:pt x="13106" y="3750"/>
                    <a:pt x="13390" y="4443"/>
                  </a:cubicBezTo>
                  <a:lnTo>
                    <a:pt x="10208" y="5577"/>
                  </a:lnTo>
                  <a:cubicBezTo>
                    <a:pt x="10082" y="5388"/>
                    <a:pt x="9924" y="5168"/>
                    <a:pt x="9767" y="5010"/>
                  </a:cubicBezTo>
                  <a:cubicBezTo>
                    <a:pt x="9609" y="4852"/>
                    <a:pt x="9420" y="4695"/>
                    <a:pt x="9231" y="4600"/>
                  </a:cubicBezTo>
                  <a:lnTo>
                    <a:pt x="10365" y="1387"/>
                  </a:lnTo>
                  <a:close/>
                  <a:moveTo>
                    <a:pt x="7802" y="828"/>
                  </a:moveTo>
                  <a:cubicBezTo>
                    <a:pt x="8424" y="828"/>
                    <a:pt x="9044" y="919"/>
                    <a:pt x="9641" y="1103"/>
                  </a:cubicBezTo>
                  <a:lnTo>
                    <a:pt x="8507" y="4285"/>
                  </a:lnTo>
                  <a:cubicBezTo>
                    <a:pt x="8268" y="4222"/>
                    <a:pt x="8022" y="4190"/>
                    <a:pt x="7776" y="4190"/>
                  </a:cubicBezTo>
                  <a:cubicBezTo>
                    <a:pt x="7044" y="4190"/>
                    <a:pt x="6308" y="4468"/>
                    <a:pt x="5766" y="5010"/>
                  </a:cubicBezTo>
                  <a:cubicBezTo>
                    <a:pt x="4978" y="5798"/>
                    <a:pt x="4726" y="6869"/>
                    <a:pt x="5010" y="7845"/>
                  </a:cubicBezTo>
                  <a:lnTo>
                    <a:pt x="1859" y="9011"/>
                  </a:lnTo>
                  <a:cubicBezTo>
                    <a:pt x="1134" y="6900"/>
                    <a:pt x="1576" y="4380"/>
                    <a:pt x="3340" y="2647"/>
                  </a:cubicBezTo>
                  <a:cubicBezTo>
                    <a:pt x="4567" y="1442"/>
                    <a:pt x="6189" y="828"/>
                    <a:pt x="7802" y="828"/>
                  </a:cubicBezTo>
                  <a:close/>
                  <a:moveTo>
                    <a:pt x="7766" y="5018"/>
                  </a:moveTo>
                  <a:cubicBezTo>
                    <a:pt x="8302" y="5018"/>
                    <a:pt x="8837" y="5215"/>
                    <a:pt x="9231" y="5609"/>
                  </a:cubicBezTo>
                  <a:cubicBezTo>
                    <a:pt x="10019" y="6396"/>
                    <a:pt x="10019" y="7751"/>
                    <a:pt x="9231" y="8539"/>
                  </a:cubicBezTo>
                  <a:cubicBezTo>
                    <a:pt x="8806" y="8948"/>
                    <a:pt x="8270" y="9153"/>
                    <a:pt x="7743" y="9153"/>
                  </a:cubicBezTo>
                  <a:cubicBezTo>
                    <a:pt x="7215" y="9153"/>
                    <a:pt x="6695" y="8948"/>
                    <a:pt x="6301" y="8539"/>
                  </a:cubicBezTo>
                  <a:cubicBezTo>
                    <a:pt x="5514" y="7751"/>
                    <a:pt x="5514" y="6396"/>
                    <a:pt x="6301" y="5609"/>
                  </a:cubicBezTo>
                  <a:cubicBezTo>
                    <a:pt x="6695" y="5215"/>
                    <a:pt x="7231" y="5018"/>
                    <a:pt x="7766" y="5018"/>
                  </a:cubicBezTo>
                  <a:close/>
                  <a:moveTo>
                    <a:pt x="5293" y="8633"/>
                  </a:moveTo>
                  <a:cubicBezTo>
                    <a:pt x="5388" y="8791"/>
                    <a:pt x="5514" y="9011"/>
                    <a:pt x="5671" y="9106"/>
                  </a:cubicBezTo>
                  <a:cubicBezTo>
                    <a:pt x="5829" y="9263"/>
                    <a:pt x="5986" y="9389"/>
                    <a:pt x="6144" y="9515"/>
                  </a:cubicBezTo>
                  <a:lnTo>
                    <a:pt x="5010" y="12697"/>
                  </a:lnTo>
                  <a:cubicBezTo>
                    <a:pt x="4379" y="12382"/>
                    <a:pt x="3812" y="12004"/>
                    <a:pt x="3308" y="11468"/>
                  </a:cubicBezTo>
                  <a:cubicBezTo>
                    <a:pt x="2836" y="10964"/>
                    <a:pt x="2458" y="10366"/>
                    <a:pt x="2143" y="9799"/>
                  </a:cubicBezTo>
                  <a:lnTo>
                    <a:pt x="5293" y="8633"/>
                  </a:lnTo>
                  <a:close/>
                  <a:moveTo>
                    <a:pt x="13705" y="5168"/>
                  </a:moveTo>
                  <a:cubicBezTo>
                    <a:pt x="14335" y="7310"/>
                    <a:pt x="13862" y="9736"/>
                    <a:pt x="12161" y="11437"/>
                  </a:cubicBezTo>
                  <a:cubicBezTo>
                    <a:pt x="10928" y="12670"/>
                    <a:pt x="9328" y="13281"/>
                    <a:pt x="7736" y="13281"/>
                  </a:cubicBezTo>
                  <a:cubicBezTo>
                    <a:pt x="7090" y="13281"/>
                    <a:pt x="6446" y="13181"/>
                    <a:pt x="5829" y="12981"/>
                  </a:cubicBezTo>
                  <a:lnTo>
                    <a:pt x="6963" y="9830"/>
                  </a:lnTo>
                  <a:cubicBezTo>
                    <a:pt x="7230" y="9905"/>
                    <a:pt x="7503" y="9943"/>
                    <a:pt x="7775" y="9943"/>
                  </a:cubicBezTo>
                  <a:cubicBezTo>
                    <a:pt x="8528" y="9943"/>
                    <a:pt x="9265" y="9653"/>
                    <a:pt x="9798" y="9074"/>
                  </a:cubicBezTo>
                  <a:cubicBezTo>
                    <a:pt x="10554" y="8318"/>
                    <a:pt x="10806" y="7278"/>
                    <a:pt x="10554" y="6333"/>
                  </a:cubicBezTo>
                  <a:lnTo>
                    <a:pt x="13705" y="5168"/>
                  </a:lnTo>
                  <a:close/>
                  <a:moveTo>
                    <a:pt x="7766" y="1"/>
                  </a:moveTo>
                  <a:cubicBezTo>
                    <a:pt x="5955" y="1"/>
                    <a:pt x="4143" y="694"/>
                    <a:pt x="2773" y="2080"/>
                  </a:cubicBezTo>
                  <a:cubicBezTo>
                    <a:pt x="0" y="4821"/>
                    <a:pt x="0" y="9263"/>
                    <a:pt x="2773" y="12036"/>
                  </a:cubicBezTo>
                  <a:cubicBezTo>
                    <a:pt x="4155" y="13418"/>
                    <a:pt x="5960" y="14103"/>
                    <a:pt x="7763" y="14103"/>
                  </a:cubicBezTo>
                  <a:cubicBezTo>
                    <a:pt x="9575" y="14103"/>
                    <a:pt x="11385" y="13410"/>
                    <a:pt x="12760" y="12036"/>
                  </a:cubicBezTo>
                  <a:cubicBezTo>
                    <a:pt x="15532" y="9263"/>
                    <a:pt x="15532" y="4821"/>
                    <a:pt x="12760" y="2080"/>
                  </a:cubicBezTo>
                  <a:cubicBezTo>
                    <a:pt x="11389" y="694"/>
                    <a:pt x="9578" y="1"/>
                    <a:pt x="77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59" name="Google Shape;10859;p65"/>
            <p:cNvSpPr/>
            <p:nvPr/>
          </p:nvSpPr>
          <p:spPr>
            <a:xfrm>
              <a:off x="-8532875" y="1767625"/>
              <a:ext cx="67775" cy="61850"/>
            </a:xfrm>
            <a:custGeom>
              <a:rect l="l" t="t" r="r" b="b"/>
              <a:pathLst>
                <a:path w="2711" h="2474" extrusionOk="0">
                  <a:moveTo>
                    <a:pt x="1340" y="804"/>
                  </a:moveTo>
                  <a:cubicBezTo>
                    <a:pt x="1450" y="804"/>
                    <a:pt x="1560" y="843"/>
                    <a:pt x="1639" y="922"/>
                  </a:cubicBezTo>
                  <a:cubicBezTo>
                    <a:pt x="1797" y="1079"/>
                    <a:pt x="1797" y="1363"/>
                    <a:pt x="1639" y="1520"/>
                  </a:cubicBezTo>
                  <a:cubicBezTo>
                    <a:pt x="1560" y="1599"/>
                    <a:pt x="1450" y="1638"/>
                    <a:pt x="1340" y="1638"/>
                  </a:cubicBezTo>
                  <a:cubicBezTo>
                    <a:pt x="1229" y="1638"/>
                    <a:pt x="1119" y="1599"/>
                    <a:pt x="1040" y="1520"/>
                  </a:cubicBezTo>
                  <a:cubicBezTo>
                    <a:pt x="883" y="1363"/>
                    <a:pt x="883" y="1142"/>
                    <a:pt x="1040" y="922"/>
                  </a:cubicBezTo>
                  <a:cubicBezTo>
                    <a:pt x="1119" y="843"/>
                    <a:pt x="1229" y="804"/>
                    <a:pt x="1340" y="804"/>
                  </a:cubicBezTo>
                  <a:close/>
                  <a:moveTo>
                    <a:pt x="1367" y="0"/>
                  </a:moveTo>
                  <a:cubicBezTo>
                    <a:pt x="1048" y="0"/>
                    <a:pt x="725" y="118"/>
                    <a:pt x="473" y="355"/>
                  </a:cubicBezTo>
                  <a:cubicBezTo>
                    <a:pt x="1" y="827"/>
                    <a:pt x="1" y="1615"/>
                    <a:pt x="473" y="2119"/>
                  </a:cubicBezTo>
                  <a:cubicBezTo>
                    <a:pt x="725" y="2355"/>
                    <a:pt x="1048" y="2473"/>
                    <a:pt x="1367" y="2473"/>
                  </a:cubicBezTo>
                  <a:cubicBezTo>
                    <a:pt x="1686" y="2473"/>
                    <a:pt x="2001" y="2355"/>
                    <a:pt x="2238" y="2119"/>
                  </a:cubicBezTo>
                  <a:cubicBezTo>
                    <a:pt x="2710" y="1646"/>
                    <a:pt x="2710" y="859"/>
                    <a:pt x="2238" y="355"/>
                  </a:cubicBezTo>
                  <a:cubicBezTo>
                    <a:pt x="2001" y="118"/>
                    <a:pt x="1686" y="0"/>
                    <a:pt x="1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60" name="Google Shape;10860;p65"/>
          <p:cNvGrpSpPr/>
          <p:nvPr/>
        </p:nvGrpSpPr>
        <p:grpSpPr>
          <a:xfrm>
            <a:off x="5304253" y="1303307"/>
            <a:ext cx="341555" cy="341579"/>
            <a:chOff x="-13529549" y="1639425"/>
            <a:chExt cx="353650" cy="353675"/>
          </a:xfrm>
        </p:grpSpPr>
        <p:sp>
          <p:nvSpPr>
            <p:cNvPr id="10861" name="Google Shape;10861;p65"/>
            <p:cNvSpPr/>
            <p:nvPr/>
          </p:nvSpPr>
          <p:spPr>
            <a:xfrm>
              <a:off x="-13529549" y="1910125"/>
              <a:ext cx="353650" cy="82975"/>
            </a:xfrm>
            <a:custGeom>
              <a:rect l="l" t="t" r="r" b="b"/>
              <a:pathLst>
                <a:path w="14146" h="3319" extrusionOk="0">
                  <a:moveTo>
                    <a:pt x="3434" y="893"/>
                  </a:moveTo>
                  <a:lnTo>
                    <a:pt x="3434" y="893"/>
                  </a:lnTo>
                  <a:cubicBezTo>
                    <a:pt x="3340" y="1145"/>
                    <a:pt x="3308" y="1428"/>
                    <a:pt x="3308" y="1649"/>
                  </a:cubicBezTo>
                  <a:cubicBezTo>
                    <a:pt x="3308" y="1932"/>
                    <a:pt x="3340" y="2153"/>
                    <a:pt x="3434" y="2405"/>
                  </a:cubicBezTo>
                  <a:cubicBezTo>
                    <a:pt x="2899" y="2373"/>
                    <a:pt x="2426" y="2279"/>
                    <a:pt x="2017" y="2153"/>
                  </a:cubicBezTo>
                  <a:cubicBezTo>
                    <a:pt x="1229" y="1964"/>
                    <a:pt x="914" y="1743"/>
                    <a:pt x="819" y="1649"/>
                  </a:cubicBezTo>
                  <a:cubicBezTo>
                    <a:pt x="914" y="1586"/>
                    <a:pt x="1166" y="1334"/>
                    <a:pt x="2017" y="1145"/>
                  </a:cubicBezTo>
                  <a:cubicBezTo>
                    <a:pt x="2426" y="1019"/>
                    <a:pt x="2899" y="956"/>
                    <a:pt x="3434" y="893"/>
                  </a:cubicBezTo>
                  <a:close/>
                  <a:moveTo>
                    <a:pt x="6018" y="861"/>
                  </a:moveTo>
                  <a:cubicBezTo>
                    <a:pt x="7908" y="987"/>
                    <a:pt x="8948" y="1428"/>
                    <a:pt x="9137" y="1649"/>
                  </a:cubicBezTo>
                  <a:cubicBezTo>
                    <a:pt x="9042" y="1743"/>
                    <a:pt x="8790" y="1964"/>
                    <a:pt x="7940" y="2153"/>
                  </a:cubicBezTo>
                  <a:cubicBezTo>
                    <a:pt x="7404" y="2279"/>
                    <a:pt x="6742" y="2405"/>
                    <a:pt x="6018" y="2436"/>
                  </a:cubicBezTo>
                  <a:cubicBezTo>
                    <a:pt x="5892" y="2216"/>
                    <a:pt x="5829" y="1932"/>
                    <a:pt x="5829" y="1649"/>
                  </a:cubicBezTo>
                  <a:cubicBezTo>
                    <a:pt x="5829" y="1365"/>
                    <a:pt x="5892" y="1113"/>
                    <a:pt x="6018" y="861"/>
                  </a:cubicBezTo>
                  <a:close/>
                  <a:moveTo>
                    <a:pt x="5104" y="798"/>
                  </a:moveTo>
                  <a:cubicBezTo>
                    <a:pt x="5041" y="1050"/>
                    <a:pt x="4947" y="1334"/>
                    <a:pt x="4947" y="1617"/>
                  </a:cubicBezTo>
                  <a:cubicBezTo>
                    <a:pt x="4947" y="1901"/>
                    <a:pt x="5010" y="2153"/>
                    <a:pt x="5104" y="2436"/>
                  </a:cubicBezTo>
                  <a:cubicBezTo>
                    <a:pt x="4994" y="2452"/>
                    <a:pt x="4876" y="2460"/>
                    <a:pt x="4754" y="2460"/>
                  </a:cubicBezTo>
                  <a:cubicBezTo>
                    <a:pt x="4632" y="2460"/>
                    <a:pt x="4506" y="2452"/>
                    <a:pt x="4379" y="2436"/>
                  </a:cubicBezTo>
                  <a:cubicBezTo>
                    <a:pt x="4222" y="2216"/>
                    <a:pt x="4159" y="1932"/>
                    <a:pt x="4159" y="1617"/>
                  </a:cubicBezTo>
                  <a:cubicBezTo>
                    <a:pt x="4159" y="1334"/>
                    <a:pt x="4253" y="1050"/>
                    <a:pt x="4379" y="798"/>
                  </a:cubicBezTo>
                  <a:close/>
                  <a:moveTo>
                    <a:pt x="10801" y="817"/>
                  </a:moveTo>
                  <a:cubicBezTo>
                    <a:pt x="10917" y="817"/>
                    <a:pt x="11036" y="841"/>
                    <a:pt x="11153" y="893"/>
                  </a:cubicBezTo>
                  <a:lnTo>
                    <a:pt x="12728" y="1649"/>
                  </a:lnTo>
                  <a:lnTo>
                    <a:pt x="11153" y="2405"/>
                  </a:lnTo>
                  <a:cubicBezTo>
                    <a:pt x="11032" y="2465"/>
                    <a:pt x="10908" y="2493"/>
                    <a:pt x="10788" y="2493"/>
                  </a:cubicBezTo>
                  <a:cubicBezTo>
                    <a:pt x="10346" y="2493"/>
                    <a:pt x="9956" y="2120"/>
                    <a:pt x="9956" y="1649"/>
                  </a:cubicBezTo>
                  <a:cubicBezTo>
                    <a:pt x="9956" y="1173"/>
                    <a:pt x="10354" y="817"/>
                    <a:pt x="10801" y="817"/>
                  </a:cubicBezTo>
                  <a:close/>
                  <a:moveTo>
                    <a:pt x="10785" y="0"/>
                  </a:moveTo>
                  <a:cubicBezTo>
                    <a:pt x="10221" y="0"/>
                    <a:pt x="9666" y="291"/>
                    <a:pt x="9357" y="798"/>
                  </a:cubicBezTo>
                  <a:cubicBezTo>
                    <a:pt x="8349" y="168"/>
                    <a:pt x="6207" y="10"/>
                    <a:pt x="5010" y="10"/>
                  </a:cubicBezTo>
                  <a:cubicBezTo>
                    <a:pt x="3592" y="10"/>
                    <a:pt x="0" y="231"/>
                    <a:pt x="0" y="1649"/>
                  </a:cubicBezTo>
                  <a:cubicBezTo>
                    <a:pt x="0" y="3066"/>
                    <a:pt x="3529" y="3318"/>
                    <a:pt x="5010" y="3318"/>
                  </a:cubicBezTo>
                  <a:cubicBezTo>
                    <a:pt x="6207" y="3318"/>
                    <a:pt x="8349" y="3161"/>
                    <a:pt x="9357" y="2531"/>
                  </a:cubicBezTo>
                  <a:cubicBezTo>
                    <a:pt x="9667" y="3039"/>
                    <a:pt x="10224" y="3315"/>
                    <a:pt x="10790" y="3315"/>
                  </a:cubicBezTo>
                  <a:cubicBezTo>
                    <a:pt x="11031" y="3315"/>
                    <a:pt x="11274" y="3265"/>
                    <a:pt x="11500" y="3161"/>
                  </a:cubicBezTo>
                  <a:lnTo>
                    <a:pt x="13894" y="2058"/>
                  </a:lnTo>
                  <a:cubicBezTo>
                    <a:pt x="14052" y="1964"/>
                    <a:pt x="14146" y="1838"/>
                    <a:pt x="14146" y="1649"/>
                  </a:cubicBezTo>
                  <a:cubicBezTo>
                    <a:pt x="14146" y="1491"/>
                    <a:pt x="14020" y="1334"/>
                    <a:pt x="13894" y="1271"/>
                  </a:cubicBezTo>
                  <a:lnTo>
                    <a:pt x="11500" y="168"/>
                  </a:lnTo>
                  <a:cubicBezTo>
                    <a:pt x="11272" y="54"/>
                    <a:pt x="11028" y="0"/>
                    <a:pt x="10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2" name="Google Shape;10862;p65"/>
            <p:cNvSpPr/>
            <p:nvPr/>
          </p:nvSpPr>
          <p:spPr>
            <a:xfrm>
              <a:off x="-13383850" y="1681175"/>
              <a:ext cx="40975" cy="41775"/>
            </a:xfrm>
            <a:custGeom>
              <a:rect l="l" t="t" r="r" b="b"/>
              <a:pathLst>
                <a:path w="1639" h="1670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51"/>
                  </a:cubicBezTo>
                  <a:cubicBezTo>
                    <a:pt x="1639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3" name="Google Shape;10863;p65"/>
            <p:cNvSpPr/>
            <p:nvPr/>
          </p:nvSpPr>
          <p:spPr>
            <a:xfrm>
              <a:off x="-13446075" y="1692200"/>
              <a:ext cx="41775" cy="41775"/>
            </a:xfrm>
            <a:custGeom>
              <a:rect l="l" t="t" r="r" b="b"/>
              <a:pathLst>
                <a:path w="1670" h="1670" extrusionOk="0">
                  <a:moveTo>
                    <a:pt x="820" y="1"/>
                  </a:moveTo>
                  <a:cubicBezTo>
                    <a:pt x="379" y="1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3" y="1670"/>
                    <a:pt x="1671" y="1292"/>
                    <a:pt x="1671" y="851"/>
                  </a:cubicBezTo>
                  <a:cubicBezTo>
                    <a:pt x="1671" y="379"/>
                    <a:pt x="1293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4" name="Google Shape;10864;p65"/>
            <p:cNvSpPr/>
            <p:nvPr/>
          </p:nvSpPr>
          <p:spPr>
            <a:xfrm>
              <a:off x="-13446075" y="1796175"/>
              <a:ext cx="41775" cy="40975"/>
            </a:xfrm>
            <a:custGeom>
              <a:rect l="l" t="t" r="r" b="b"/>
              <a:pathLst>
                <a:path w="1670" h="1639" extrusionOk="0">
                  <a:moveTo>
                    <a:pt x="820" y="0"/>
                  </a:moveTo>
                  <a:cubicBezTo>
                    <a:pt x="379" y="0"/>
                    <a:pt x="1" y="347"/>
                    <a:pt x="1" y="819"/>
                  </a:cubicBezTo>
                  <a:cubicBezTo>
                    <a:pt x="1" y="1260"/>
                    <a:pt x="379" y="1639"/>
                    <a:pt x="820" y="1639"/>
                  </a:cubicBezTo>
                  <a:cubicBezTo>
                    <a:pt x="1293" y="1639"/>
                    <a:pt x="1671" y="1260"/>
                    <a:pt x="1671" y="819"/>
                  </a:cubicBezTo>
                  <a:cubicBezTo>
                    <a:pt x="1671" y="347"/>
                    <a:pt x="1293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5" name="Google Shape;10865;p65"/>
            <p:cNvSpPr/>
            <p:nvPr/>
          </p:nvSpPr>
          <p:spPr>
            <a:xfrm>
              <a:off x="-13487025" y="1743400"/>
              <a:ext cx="40975" cy="41775"/>
            </a:xfrm>
            <a:custGeom>
              <a:rect l="l" t="t" r="r" b="b"/>
              <a:pathLst>
                <a:path w="1639" h="1670" extrusionOk="0">
                  <a:moveTo>
                    <a:pt x="820" y="0"/>
                  </a:moveTo>
                  <a:cubicBezTo>
                    <a:pt x="379" y="0"/>
                    <a:pt x="1" y="379"/>
                    <a:pt x="1" y="851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61" y="1670"/>
                    <a:pt x="1639" y="1292"/>
                    <a:pt x="1639" y="851"/>
                  </a:cubicBezTo>
                  <a:cubicBezTo>
                    <a:pt x="1639" y="379"/>
                    <a:pt x="1261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6" name="Google Shape;10866;p65"/>
            <p:cNvSpPr/>
            <p:nvPr/>
          </p:nvSpPr>
          <p:spPr>
            <a:xfrm>
              <a:off x="-13383850" y="1805625"/>
              <a:ext cx="40975" cy="41775"/>
            </a:xfrm>
            <a:custGeom>
              <a:rect l="l" t="t" r="r" b="b"/>
              <a:pathLst>
                <a:path w="1639" h="1670" extrusionOk="0">
                  <a:moveTo>
                    <a:pt x="820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20" y="1670"/>
                  </a:cubicBezTo>
                  <a:cubicBezTo>
                    <a:pt x="1292" y="1670"/>
                    <a:pt x="1639" y="1292"/>
                    <a:pt x="1639" y="819"/>
                  </a:cubicBezTo>
                  <a:cubicBezTo>
                    <a:pt x="1639" y="378"/>
                    <a:pt x="1292" y="0"/>
                    <a:pt x="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7" name="Google Shape;10867;p65"/>
            <p:cNvSpPr/>
            <p:nvPr/>
          </p:nvSpPr>
          <p:spPr>
            <a:xfrm>
              <a:off x="-13529549" y="1639425"/>
              <a:ext cx="352075" cy="248925"/>
            </a:xfrm>
            <a:custGeom>
              <a:rect l="l" t="t" r="r" b="b"/>
              <a:pathLst>
                <a:path w="14082" h="9957" extrusionOk="0">
                  <a:moveTo>
                    <a:pt x="7057" y="820"/>
                  </a:moveTo>
                  <a:cubicBezTo>
                    <a:pt x="10554" y="820"/>
                    <a:pt x="13264" y="2805"/>
                    <a:pt x="13264" y="5010"/>
                  </a:cubicBezTo>
                  <a:cubicBezTo>
                    <a:pt x="13264" y="7215"/>
                    <a:pt x="10554" y="9137"/>
                    <a:pt x="7057" y="9137"/>
                  </a:cubicBezTo>
                  <a:cubicBezTo>
                    <a:pt x="3529" y="9137"/>
                    <a:pt x="819" y="7215"/>
                    <a:pt x="819" y="5010"/>
                  </a:cubicBezTo>
                  <a:cubicBezTo>
                    <a:pt x="819" y="2742"/>
                    <a:pt x="3623" y="820"/>
                    <a:pt x="7057" y="820"/>
                  </a:cubicBezTo>
                  <a:close/>
                  <a:moveTo>
                    <a:pt x="7057" y="1"/>
                  </a:moveTo>
                  <a:cubicBezTo>
                    <a:pt x="3151" y="1"/>
                    <a:pt x="0" y="2238"/>
                    <a:pt x="0" y="5010"/>
                  </a:cubicBezTo>
                  <a:cubicBezTo>
                    <a:pt x="0" y="7846"/>
                    <a:pt x="3277" y="9956"/>
                    <a:pt x="7057" y="9956"/>
                  </a:cubicBezTo>
                  <a:cubicBezTo>
                    <a:pt x="10870" y="9956"/>
                    <a:pt x="14083" y="7783"/>
                    <a:pt x="14083" y="5010"/>
                  </a:cubicBezTo>
                  <a:cubicBezTo>
                    <a:pt x="14083" y="2238"/>
                    <a:pt x="10933" y="1"/>
                    <a:pt x="70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68" name="Google Shape;10868;p65"/>
            <p:cNvSpPr/>
            <p:nvPr/>
          </p:nvSpPr>
          <p:spPr>
            <a:xfrm>
              <a:off x="-13323201" y="1722925"/>
              <a:ext cx="104775" cy="82725"/>
            </a:xfrm>
            <a:custGeom>
              <a:rect l="l" t="t" r="r" b="b"/>
              <a:pathLst>
                <a:path w="4191" h="3309" extrusionOk="0">
                  <a:moveTo>
                    <a:pt x="2111" y="819"/>
                  </a:moveTo>
                  <a:cubicBezTo>
                    <a:pt x="2773" y="819"/>
                    <a:pt x="3372" y="1229"/>
                    <a:pt x="3372" y="1670"/>
                  </a:cubicBezTo>
                  <a:cubicBezTo>
                    <a:pt x="3372" y="2080"/>
                    <a:pt x="2805" y="2489"/>
                    <a:pt x="2111" y="2489"/>
                  </a:cubicBezTo>
                  <a:cubicBezTo>
                    <a:pt x="1418" y="2489"/>
                    <a:pt x="851" y="2080"/>
                    <a:pt x="851" y="1670"/>
                  </a:cubicBezTo>
                  <a:cubicBezTo>
                    <a:pt x="883" y="1229"/>
                    <a:pt x="1418" y="819"/>
                    <a:pt x="2111" y="819"/>
                  </a:cubicBezTo>
                  <a:close/>
                  <a:moveTo>
                    <a:pt x="2111" y="0"/>
                  </a:moveTo>
                  <a:cubicBezTo>
                    <a:pt x="914" y="0"/>
                    <a:pt x="1" y="756"/>
                    <a:pt x="1" y="1670"/>
                  </a:cubicBezTo>
                  <a:cubicBezTo>
                    <a:pt x="64" y="2552"/>
                    <a:pt x="946" y="3308"/>
                    <a:pt x="2111" y="3308"/>
                  </a:cubicBezTo>
                  <a:cubicBezTo>
                    <a:pt x="3277" y="3308"/>
                    <a:pt x="4191" y="2552"/>
                    <a:pt x="4191" y="1670"/>
                  </a:cubicBezTo>
                  <a:cubicBezTo>
                    <a:pt x="4191" y="756"/>
                    <a:pt x="3277" y="0"/>
                    <a:pt x="2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69" name="Google Shape;10869;p65"/>
          <p:cNvGrpSpPr/>
          <p:nvPr/>
        </p:nvGrpSpPr>
        <p:grpSpPr>
          <a:xfrm>
            <a:off x="5303106" y="1711889"/>
            <a:ext cx="343849" cy="340058"/>
            <a:chOff x="-13531924" y="2075775"/>
            <a:chExt cx="356025" cy="352100"/>
          </a:xfrm>
        </p:grpSpPr>
        <p:sp>
          <p:nvSpPr>
            <p:cNvPr id="10870" name="Google Shape;10870;p65"/>
            <p:cNvSpPr/>
            <p:nvPr/>
          </p:nvSpPr>
          <p:spPr>
            <a:xfrm>
              <a:off x="-13531924" y="2075775"/>
              <a:ext cx="356025" cy="352100"/>
            </a:xfrm>
            <a:custGeom>
              <a:rect l="l" t="t" r="r" b="b"/>
              <a:pathLst>
                <a:path w="14241" h="14084" extrusionOk="0">
                  <a:moveTo>
                    <a:pt x="9610" y="725"/>
                  </a:moveTo>
                  <a:cubicBezTo>
                    <a:pt x="9862" y="725"/>
                    <a:pt x="10019" y="946"/>
                    <a:pt x="10019" y="1166"/>
                  </a:cubicBezTo>
                  <a:lnTo>
                    <a:pt x="10019" y="2017"/>
                  </a:lnTo>
                  <a:lnTo>
                    <a:pt x="10019" y="2111"/>
                  </a:lnTo>
                  <a:lnTo>
                    <a:pt x="9830" y="2395"/>
                  </a:lnTo>
                  <a:cubicBezTo>
                    <a:pt x="9736" y="2426"/>
                    <a:pt x="9704" y="2426"/>
                    <a:pt x="9610" y="2426"/>
                  </a:cubicBezTo>
                  <a:lnTo>
                    <a:pt x="4632" y="2426"/>
                  </a:lnTo>
                  <a:cubicBezTo>
                    <a:pt x="4538" y="2426"/>
                    <a:pt x="4474" y="2395"/>
                    <a:pt x="4411" y="2395"/>
                  </a:cubicBezTo>
                  <a:lnTo>
                    <a:pt x="4222" y="2111"/>
                  </a:lnTo>
                  <a:lnTo>
                    <a:pt x="4222" y="2017"/>
                  </a:lnTo>
                  <a:lnTo>
                    <a:pt x="4222" y="1166"/>
                  </a:lnTo>
                  <a:cubicBezTo>
                    <a:pt x="4222" y="946"/>
                    <a:pt x="4411" y="725"/>
                    <a:pt x="4632" y="725"/>
                  </a:cubicBezTo>
                  <a:close/>
                  <a:moveTo>
                    <a:pt x="9232" y="3308"/>
                  </a:moveTo>
                  <a:lnTo>
                    <a:pt x="8633" y="4128"/>
                  </a:lnTo>
                  <a:lnTo>
                    <a:pt x="5735" y="4128"/>
                  </a:lnTo>
                  <a:lnTo>
                    <a:pt x="5105" y="3308"/>
                  </a:lnTo>
                  <a:close/>
                  <a:moveTo>
                    <a:pt x="2175" y="4915"/>
                  </a:moveTo>
                  <a:cubicBezTo>
                    <a:pt x="2427" y="4915"/>
                    <a:pt x="2584" y="5104"/>
                    <a:pt x="2584" y="5325"/>
                  </a:cubicBezTo>
                  <a:lnTo>
                    <a:pt x="2584" y="5766"/>
                  </a:lnTo>
                  <a:lnTo>
                    <a:pt x="1734" y="5766"/>
                  </a:lnTo>
                  <a:lnTo>
                    <a:pt x="1734" y="5325"/>
                  </a:lnTo>
                  <a:cubicBezTo>
                    <a:pt x="1734" y="5104"/>
                    <a:pt x="1954" y="4915"/>
                    <a:pt x="2175" y="4915"/>
                  </a:cubicBezTo>
                  <a:close/>
                  <a:moveTo>
                    <a:pt x="12193" y="4915"/>
                  </a:moveTo>
                  <a:cubicBezTo>
                    <a:pt x="12414" y="4915"/>
                    <a:pt x="12603" y="5104"/>
                    <a:pt x="12603" y="5325"/>
                  </a:cubicBezTo>
                  <a:lnTo>
                    <a:pt x="12603" y="5766"/>
                  </a:lnTo>
                  <a:lnTo>
                    <a:pt x="11784" y="5766"/>
                  </a:lnTo>
                  <a:lnTo>
                    <a:pt x="11784" y="5325"/>
                  </a:lnTo>
                  <a:lnTo>
                    <a:pt x="11752" y="5325"/>
                  </a:lnTo>
                  <a:cubicBezTo>
                    <a:pt x="11752" y="5104"/>
                    <a:pt x="11941" y="4915"/>
                    <a:pt x="12193" y="4915"/>
                  </a:cubicBezTo>
                  <a:close/>
                  <a:moveTo>
                    <a:pt x="8570" y="4947"/>
                  </a:moveTo>
                  <a:lnTo>
                    <a:pt x="9263" y="6364"/>
                  </a:lnTo>
                  <a:cubicBezTo>
                    <a:pt x="9358" y="6522"/>
                    <a:pt x="9452" y="6616"/>
                    <a:pt x="9641" y="6616"/>
                  </a:cubicBezTo>
                  <a:lnTo>
                    <a:pt x="12981" y="6616"/>
                  </a:lnTo>
                  <a:cubicBezTo>
                    <a:pt x="13201" y="6616"/>
                    <a:pt x="13390" y="6806"/>
                    <a:pt x="13390" y="7026"/>
                  </a:cubicBezTo>
                  <a:lnTo>
                    <a:pt x="13390" y="7467"/>
                  </a:lnTo>
                  <a:lnTo>
                    <a:pt x="9200" y="7467"/>
                  </a:lnTo>
                  <a:cubicBezTo>
                    <a:pt x="8665" y="6963"/>
                    <a:pt x="7972" y="6648"/>
                    <a:pt x="7184" y="6648"/>
                  </a:cubicBezTo>
                  <a:cubicBezTo>
                    <a:pt x="6396" y="6648"/>
                    <a:pt x="5703" y="6963"/>
                    <a:pt x="5136" y="7467"/>
                  </a:cubicBezTo>
                  <a:lnTo>
                    <a:pt x="977" y="7467"/>
                  </a:lnTo>
                  <a:lnTo>
                    <a:pt x="977" y="7026"/>
                  </a:lnTo>
                  <a:cubicBezTo>
                    <a:pt x="914" y="6774"/>
                    <a:pt x="1103" y="6616"/>
                    <a:pt x="1356" y="6616"/>
                  </a:cubicBezTo>
                  <a:lnTo>
                    <a:pt x="4664" y="6616"/>
                  </a:lnTo>
                  <a:cubicBezTo>
                    <a:pt x="4821" y="6616"/>
                    <a:pt x="4979" y="6522"/>
                    <a:pt x="5010" y="6364"/>
                  </a:cubicBezTo>
                  <a:lnTo>
                    <a:pt x="5735" y="4947"/>
                  </a:lnTo>
                  <a:close/>
                  <a:moveTo>
                    <a:pt x="4506" y="8255"/>
                  </a:moveTo>
                  <a:cubicBezTo>
                    <a:pt x="4317" y="8664"/>
                    <a:pt x="4222" y="9042"/>
                    <a:pt x="4222" y="9515"/>
                  </a:cubicBezTo>
                  <a:cubicBezTo>
                    <a:pt x="4222" y="9956"/>
                    <a:pt x="4348" y="10366"/>
                    <a:pt x="4506" y="10744"/>
                  </a:cubicBezTo>
                  <a:lnTo>
                    <a:pt x="914" y="10744"/>
                  </a:lnTo>
                  <a:lnTo>
                    <a:pt x="914" y="8255"/>
                  </a:lnTo>
                  <a:close/>
                  <a:moveTo>
                    <a:pt x="13390" y="8286"/>
                  </a:moveTo>
                  <a:lnTo>
                    <a:pt x="13390" y="10744"/>
                  </a:lnTo>
                  <a:lnTo>
                    <a:pt x="9767" y="10744"/>
                  </a:lnTo>
                  <a:cubicBezTo>
                    <a:pt x="9988" y="10334"/>
                    <a:pt x="10051" y="9956"/>
                    <a:pt x="10051" y="9515"/>
                  </a:cubicBezTo>
                  <a:cubicBezTo>
                    <a:pt x="10051" y="9074"/>
                    <a:pt x="9925" y="8664"/>
                    <a:pt x="9767" y="8286"/>
                  </a:cubicBezTo>
                  <a:close/>
                  <a:moveTo>
                    <a:pt x="7152" y="7373"/>
                  </a:moveTo>
                  <a:cubicBezTo>
                    <a:pt x="8287" y="7373"/>
                    <a:pt x="9232" y="8318"/>
                    <a:pt x="9232" y="9483"/>
                  </a:cubicBezTo>
                  <a:cubicBezTo>
                    <a:pt x="9232" y="10618"/>
                    <a:pt x="8287" y="11563"/>
                    <a:pt x="7152" y="11563"/>
                  </a:cubicBezTo>
                  <a:cubicBezTo>
                    <a:pt x="5987" y="11563"/>
                    <a:pt x="5042" y="10618"/>
                    <a:pt x="5042" y="9483"/>
                  </a:cubicBezTo>
                  <a:cubicBezTo>
                    <a:pt x="5042" y="8318"/>
                    <a:pt x="5987" y="7373"/>
                    <a:pt x="7152" y="7373"/>
                  </a:cubicBezTo>
                  <a:close/>
                  <a:moveTo>
                    <a:pt x="13390" y="11563"/>
                  </a:moveTo>
                  <a:lnTo>
                    <a:pt x="13390" y="12791"/>
                  </a:lnTo>
                  <a:cubicBezTo>
                    <a:pt x="13390" y="13012"/>
                    <a:pt x="13201" y="13201"/>
                    <a:pt x="12981" y="13201"/>
                  </a:cubicBezTo>
                  <a:lnTo>
                    <a:pt x="1356" y="13201"/>
                  </a:lnTo>
                  <a:cubicBezTo>
                    <a:pt x="1103" y="13201"/>
                    <a:pt x="946" y="13012"/>
                    <a:pt x="946" y="12791"/>
                  </a:cubicBezTo>
                  <a:lnTo>
                    <a:pt x="946" y="11563"/>
                  </a:lnTo>
                  <a:lnTo>
                    <a:pt x="5136" y="11563"/>
                  </a:lnTo>
                  <a:cubicBezTo>
                    <a:pt x="5640" y="12067"/>
                    <a:pt x="6396" y="12382"/>
                    <a:pt x="7184" y="12382"/>
                  </a:cubicBezTo>
                  <a:cubicBezTo>
                    <a:pt x="7972" y="12382"/>
                    <a:pt x="8665" y="12067"/>
                    <a:pt x="9200" y="11563"/>
                  </a:cubicBezTo>
                  <a:close/>
                  <a:moveTo>
                    <a:pt x="4569" y="0"/>
                  </a:moveTo>
                  <a:cubicBezTo>
                    <a:pt x="3907" y="0"/>
                    <a:pt x="3309" y="536"/>
                    <a:pt x="3309" y="1261"/>
                  </a:cubicBezTo>
                  <a:lnTo>
                    <a:pt x="3309" y="2111"/>
                  </a:lnTo>
                  <a:cubicBezTo>
                    <a:pt x="3309" y="2458"/>
                    <a:pt x="3466" y="2836"/>
                    <a:pt x="3750" y="3056"/>
                  </a:cubicBezTo>
                  <a:lnTo>
                    <a:pt x="4884" y="4632"/>
                  </a:lnTo>
                  <a:lnTo>
                    <a:pt x="4317" y="5829"/>
                  </a:lnTo>
                  <a:lnTo>
                    <a:pt x="3309" y="5829"/>
                  </a:lnTo>
                  <a:lnTo>
                    <a:pt x="3309" y="5388"/>
                  </a:lnTo>
                  <a:cubicBezTo>
                    <a:pt x="3309" y="4726"/>
                    <a:pt x="2773" y="4159"/>
                    <a:pt x="2112" y="4159"/>
                  </a:cubicBezTo>
                  <a:cubicBezTo>
                    <a:pt x="1419" y="4159"/>
                    <a:pt x="851" y="4726"/>
                    <a:pt x="851" y="5388"/>
                  </a:cubicBezTo>
                  <a:lnTo>
                    <a:pt x="851" y="5860"/>
                  </a:lnTo>
                  <a:cubicBezTo>
                    <a:pt x="379" y="6018"/>
                    <a:pt x="1" y="6490"/>
                    <a:pt x="1" y="7026"/>
                  </a:cubicBezTo>
                  <a:lnTo>
                    <a:pt x="1" y="12823"/>
                  </a:lnTo>
                  <a:cubicBezTo>
                    <a:pt x="1" y="13485"/>
                    <a:pt x="568" y="14083"/>
                    <a:pt x="1229" y="14083"/>
                  </a:cubicBezTo>
                  <a:lnTo>
                    <a:pt x="12855" y="14083"/>
                  </a:lnTo>
                  <a:cubicBezTo>
                    <a:pt x="13516" y="14083"/>
                    <a:pt x="14115" y="13516"/>
                    <a:pt x="14115" y="12823"/>
                  </a:cubicBezTo>
                  <a:lnTo>
                    <a:pt x="14115" y="7026"/>
                  </a:lnTo>
                  <a:cubicBezTo>
                    <a:pt x="14241" y="6490"/>
                    <a:pt x="13863" y="6018"/>
                    <a:pt x="13390" y="5860"/>
                  </a:cubicBezTo>
                  <a:lnTo>
                    <a:pt x="13390" y="5388"/>
                  </a:lnTo>
                  <a:cubicBezTo>
                    <a:pt x="13390" y="4726"/>
                    <a:pt x="12855" y="4159"/>
                    <a:pt x="12130" y="4159"/>
                  </a:cubicBezTo>
                  <a:cubicBezTo>
                    <a:pt x="11469" y="4159"/>
                    <a:pt x="10870" y="4726"/>
                    <a:pt x="10870" y="5388"/>
                  </a:cubicBezTo>
                  <a:lnTo>
                    <a:pt x="10870" y="5829"/>
                  </a:lnTo>
                  <a:lnTo>
                    <a:pt x="9862" y="5829"/>
                  </a:lnTo>
                  <a:lnTo>
                    <a:pt x="9263" y="4632"/>
                  </a:lnTo>
                  <a:lnTo>
                    <a:pt x="10429" y="3056"/>
                  </a:lnTo>
                  <a:cubicBezTo>
                    <a:pt x="10681" y="2836"/>
                    <a:pt x="10838" y="2521"/>
                    <a:pt x="10838" y="2111"/>
                  </a:cubicBezTo>
                  <a:lnTo>
                    <a:pt x="10838" y="1261"/>
                  </a:lnTo>
                  <a:cubicBezTo>
                    <a:pt x="10838" y="568"/>
                    <a:pt x="10303" y="0"/>
                    <a:pt x="95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71" name="Google Shape;10871;p65"/>
            <p:cNvSpPr/>
            <p:nvPr/>
          </p:nvSpPr>
          <p:spPr>
            <a:xfrm>
              <a:off x="-13384625" y="2282125"/>
              <a:ext cx="63025" cy="60675"/>
            </a:xfrm>
            <a:custGeom>
              <a:rect l="l" t="t" r="r" b="b"/>
              <a:pathLst>
                <a:path w="2521" h="2427" extrusionOk="0">
                  <a:moveTo>
                    <a:pt x="1260" y="788"/>
                  </a:moveTo>
                  <a:cubicBezTo>
                    <a:pt x="1449" y="788"/>
                    <a:pt x="1670" y="977"/>
                    <a:pt x="1670" y="1229"/>
                  </a:cubicBezTo>
                  <a:cubicBezTo>
                    <a:pt x="1670" y="1450"/>
                    <a:pt x="1481" y="1639"/>
                    <a:pt x="1260" y="1639"/>
                  </a:cubicBezTo>
                  <a:cubicBezTo>
                    <a:pt x="1008" y="1639"/>
                    <a:pt x="851" y="1450"/>
                    <a:pt x="851" y="1229"/>
                  </a:cubicBezTo>
                  <a:cubicBezTo>
                    <a:pt x="851" y="977"/>
                    <a:pt x="1040" y="788"/>
                    <a:pt x="1260" y="788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68"/>
                    <a:pt x="0" y="1229"/>
                  </a:cubicBezTo>
                  <a:cubicBezTo>
                    <a:pt x="0" y="1891"/>
                    <a:pt x="536" y="2427"/>
                    <a:pt x="1260" y="2427"/>
                  </a:cubicBezTo>
                  <a:cubicBezTo>
                    <a:pt x="1954" y="2427"/>
                    <a:pt x="2521" y="1923"/>
                    <a:pt x="2521" y="1229"/>
                  </a:cubicBezTo>
                  <a:cubicBezTo>
                    <a:pt x="2521" y="568"/>
                    <a:pt x="1954" y="1"/>
                    <a:pt x="1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72" name="Google Shape;10872;p65"/>
          <p:cNvGrpSpPr/>
          <p:nvPr/>
        </p:nvGrpSpPr>
        <p:grpSpPr>
          <a:xfrm>
            <a:off x="5304627" y="2120094"/>
            <a:ext cx="340807" cy="340807"/>
            <a:chOff x="-13528776" y="2507400"/>
            <a:chExt cx="352875" cy="352875"/>
          </a:xfrm>
        </p:grpSpPr>
        <p:sp>
          <p:nvSpPr>
            <p:cNvPr id="10873" name="Google Shape;10873;p65"/>
            <p:cNvSpPr/>
            <p:nvPr/>
          </p:nvSpPr>
          <p:spPr>
            <a:xfrm>
              <a:off x="-13528776" y="2507400"/>
              <a:ext cx="352875" cy="352875"/>
            </a:xfrm>
            <a:custGeom>
              <a:rect l="l" t="t" r="r" b="b"/>
              <a:pathLst>
                <a:path w="14114" h="14114" extrusionOk="0">
                  <a:moveTo>
                    <a:pt x="6018" y="851"/>
                  </a:moveTo>
                  <a:lnTo>
                    <a:pt x="7121" y="2489"/>
                  </a:lnTo>
                  <a:lnTo>
                    <a:pt x="5640" y="2489"/>
                  </a:lnTo>
                  <a:lnTo>
                    <a:pt x="4538" y="851"/>
                  </a:lnTo>
                  <a:close/>
                  <a:moveTo>
                    <a:pt x="8507" y="851"/>
                  </a:moveTo>
                  <a:lnTo>
                    <a:pt x="9610" y="2489"/>
                  </a:lnTo>
                  <a:lnTo>
                    <a:pt x="8129" y="2489"/>
                  </a:lnTo>
                  <a:lnTo>
                    <a:pt x="7026" y="851"/>
                  </a:lnTo>
                  <a:close/>
                  <a:moveTo>
                    <a:pt x="10996" y="851"/>
                  </a:moveTo>
                  <a:lnTo>
                    <a:pt x="12099" y="2489"/>
                  </a:lnTo>
                  <a:lnTo>
                    <a:pt x="10586" y="2489"/>
                  </a:lnTo>
                  <a:lnTo>
                    <a:pt x="9484" y="851"/>
                  </a:lnTo>
                  <a:close/>
                  <a:moveTo>
                    <a:pt x="12855" y="851"/>
                  </a:moveTo>
                  <a:cubicBezTo>
                    <a:pt x="13075" y="851"/>
                    <a:pt x="13264" y="1040"/>
                    <a:pt x="13264" y="1260"/>
                  </a:cubicBezTo>
                  <a:lnTo>
                    <a:pt x="13264" y="2489"/>
                  </a:lnTo>
                  <a:lnTo>
                    <a:pt x="13075" y="2489"/>
                  </a:lnTo>
                  <a:lnTo>
                    <a:pt x="11973" y="851"/>
                  </a:lnTo>
                  <a:close/>
                  <a:moveTo>
                    <a:pt x="7121" y="3308"/>
                  </a:moveTo>
                  <a:lnTo>
                    <a:pt x="6018" y="4978"/>
                  </a:lnTo>
                  <a:lnTo>
                    <a:pt x="4538" y="4978"/>
                  </a:lnTo>
                  <a:lnTo>
                    <a:pt x="5640" y="3308"/>
                  </a:lnTo>
                  <a:close/>
                  <a:moveTo>
                    <a:pt x="9610" y="3308"/>
                  </a:moveTo>
                  <a:lnTo>
                    <a:pt x="8507" y="4978"/>
                  </a:lnTo>
                  <a:lnTo>
                    <a:pt x="7026" y="4978"/>
                  </a:lnTo>
                  <a:lnTo>
                    <a:pt x="8129" y="3308"/>
                  </a:lnTo>
                  <a:close/>
                  <a:moveTo>
                    <a:pt x="12099" y="3308"/>
                  </a:moveTo>
                  <a:lnTo>
                    <a:pt x="10996" y="4978"/>
                  </a:lnTo>
                  <a:lnTo>
                    <a:pt x="9484" y="4978"/>
                  </a:lnTo>
                  <a:lnTo>
                    <a:pt x="10586" y="3308"/>
                  </a:lnTo>
                  <a:close/>
                  <a:moveTo>
                    <a:pt x="13264" y="3308"/>
                  </a:moveTo>
                  <a:lnTo>
                    <a:pt x="13264" y="4978"/>
                  </a:lnTo>
                  <a:lnTo>
                    <a:pt x="11973" y="4978"/>
                  </a:lnTo>
                  <a:lnTo>
                    <a:pt x="13075" y="3308"/>
                  </a:lnTo>
                  <a:close/>
                  <a:moveTo>
                    <a:pt x="3561" y="851"/>
                  </a:moveTo>
                  <a:lnTo>
                    <a:pt x="4916" y="2930"/>
                  </a:lnTo>
                  <a:lnTo>
                    <a:pt x="3561" y="5009"/>
                  </a:lnTo>
                  <a:lnTo>
                    <a:pt x="820" y="5009"/>
                  </a:lnTo>
                  <a:lnTo>
                    <a:pt x="820" y="1323"/>
                  </a:lnTo>
                  <a:cubicBezTo>
                    <a:pt x="788" y="1040"/>
                    <a:pt x="977" y="851"/>
                    <a:pt x="1230" y="851"/>
                  </a:cubicBezTo>
                  <a:close/>
                  <a:moveTo>
                    <a:pt x="13264" y="5797"/>
                  </a:moveTo>
                  <a:lnTo>
                    <a:pt x="13264" y="12886"/>
                  </a:lnTo>
                  <a:cubicBezTo>
                    <a:pt x="13264" y="13138"/>
                    <a:pt x="13075" y="13327"/>
                    <a:pt x="12855" y="13327"/>
                  </a:cubicBezTo>
                  <a:lnTo>
                    <a:pt x="1230" y="13327"/>
                  </a:lnTo>
                  <a:cubicBezTo>
                    <a:pt x="1009" y="13327"/>
                    <a:pt x="851" y="13138"/>
                    <a:pt x="851" y="12886"/>
                  </a:cubicBezTo>
                  <a:lnTo>
                    <a:pt x="851" y="5797"/>
                  </a:lnTo>
                  <a:close/>
                  <a:moveTo>
                    <a:pt x="1230" y="0"/>
                  </a:moveTo>
                  <a:cubicBezTo>
                    <a:pt x="568" y="0"/>
                    <a:pt x="1" y="567"/>
                    <a:pt x="1" y="1260"/>
                  </a:cubicBezTo>
                  <a:lnTo>
                    <a:pt x="1" y="12886"/>
                  </a:lnTo>
                  <a:cubicBezTo>
                    <a:pt x="1" y="13547"/>
                    <a:pt x="568" y="14114"/>
                    <a:pt x="1230" y="14114"/>
                  </a:cubicBezTo>
                  <a:lnTo>
                    <a:pt x="12855" y="14114"/>
                  </a:lnTo>
                  <a:cubicBezTo>
                    <a:pt x="13516" y="14114"/>
                    <a:pt x="14115" y="13547"/>
                    <a:pt x="14115" y="12886"/>
                  </a:cubicBezTo>
                  <a:lnTo>
                    <a:pt x="14115" y="1260"/>
                  </a:lnTo>
                  <a:cubicBezTo>
                    <a:pt x="14115" y="599"/>
                    <a:pt x="13548" y="0"/>
                    <a:pt x="128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74" name="Google Shape;10874;p65"/>
            <p:cNvSpPr/>
            <p:nvPr/>
          </p:nvSpPr>
          <p:spPr>
            <a:xfrm>
              <a:off x="-13403524" y="2673750"/>
              <a:ext cx="123675" cy="145750"/>
            </a:xfrm>
            <a:custGeom>
              <a:rect l="l" t="t" r="r" b="b"/>
              <a:pathLst>
                <a:path w="4947" h="5830" extrusionOk="0">
                  <a:moveTo>
                    <a:pt x="819" y="1159"/>
                  </a:moveTo>
                  <a:lnTo>
                    <a:pt x="3749" y="2924"/>
                  </a:lnTo>
                  <a:lnTo>
                    <a:pt x="819" y="4688"/>
                  </a:lnTo>
                  <a:lnTo>
                    <a:pt x="819" y="1159"/>
                  </a:lnTo>
                  <a:close/>
                  <a:moveTo>
                    <a:pt x="415" y="0"/>
                  </a:moveTo>
                  <a:cubicBezTo>
                    <a:pt x="197" y="0"/>
                    <a:pt x="0" y="166"/>
                    <a:pt x="0" y="403"/>
                  </a:cubicBezTo>
                  <a:lnTo>
                    <a:pt x="0" y="5412"/>
                  </a:lnTo>
                  <a:cubicBezTo>
                    <a:pt x="0" y="5570"/>
                    <a:pt x="63" y="5696"/>
                    <a:pt x="189" y="5759"/>
                  </a:cubicBezTo>
                  <a:cubicBezTo>
                    <a:pt x="252" y="5806"/>
                    <a:pt x="323" y="5830"/>
                    <a:pt x="398" y="5830"/>
                  </a:cubicBezTo>
                  <a:cubicBezTo>
                    <a:pt x="473" y="5830"/>
                    <a:pt x="551" y="5806"/>
                    <a:pt x="630" y="5759"/>
                  </a:cubicBezTo>
                  <a:lnTo>
                    <a:pt x="4757" y="3239"/>
                  </a:lnTo>
                  <a:cubicBezTo>
                    <a:pt x="4883" y="3176"/>
                    <a:pt x="4946" y="3050"/>
                    <a:pt x="4946" y="2892"/>
                  </a:cubicBezTo>
                  <a:cubicBezTo>
                    <a:pt x="4946" y="2735"/>
                    <a:pt x="4883" y="2640"/>
                    <a:pt x="4757" y="2577"/>
                  </a:cubicBezTo>
                  <a:lnTo>
                    <a:pt x="630" y="57"/>
                  </a:lnTo>
                  <a:cubicBezTo>
                    <a:pt x="560" y="18"/>
                    <a:pt x="487" y="0"/>
                    <a:pt x="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75" name="Google Shape;10875;p65"/>
            <p:cNvSpPr/>
            <p:nvPr/>
          </p:nvSpPr>
          <p:spPr>
            <a:xfrm>
              <a:off x="-13486225" y="2559375"/>
              <a:ext cx="40975" cy="41775"/>
            </a:xfrm>
            <a:custGeom>
              <a:rect l="l" t="t" r="r" b="b"/>
              <a:pathLst>
                <a:path w="1639" h="1670" extrusionOk="0">
                  <a:moveTo>
                    <a:pt x="819" y="0"/>
                  </a:moveTo>
                  <a:cubicBezTo>
                    <a:pt x="378" y="0"/>
                    <a:pt x="0" y="378"/>
                    <a:pt x="0" y="851"/>
                  </a:cubicBezTo>
                  <a:cubicBezTo>
                    <a:pt x="0" y="1292"/>
                    <a:pt x="378" y="1670"/>
                    <a:pt x="819" y="1670"/>
                  </a:cubicBezTo>
                  <a:cubicBezTo>
                    <a:pt x="1292" y="1670"/>
                    <a:pt x="1638" y="1292"/>
                    <a:pt x="1638" y="851"/>
                  </a:cubicBezTo>
                  <a:cubicBezTo>
                    <a:pt x="1638" y="378"/>
                    <a:pt x="1292" y="0"/>
                    <a:pt x="8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76" name="Google Shape;10876;p65"/>
          <p:cNvSpPr/>
          <p:nvPr/>
        </p:nvSpPr>
        <p:spPr>
          <a:xfrm>
            <a:off x="7123388" y="1334505"/>
            <a:ext cx="341579" cy="279189"/>
          </a:xfrm>
          <a:custGeom>
            <a:rect l="l" t="t" r="r" b="b"/>
            <a:pathLst>
              <a:path w="14147" h="11563" extrusionOk="0">
                <a:moveTo>
                  <a:pt x="6680" y="819"/>
                </a:moveTo>
                <a:lnTo>
                  <a:pt x="6680" y="5009"/>
                </a:lnTo>
                <a:lnTo>
                  <a:pt x="6648" y="5009"/>
                </a:lnTo>
                <a:cubicBezTo>
                  <a:pt x="6302" y="5041"/>
                  <a:pt x="5924" y="5167"/>
                  <a:pt x="5609" y="5356"/>
                </a:cubicBezTo>
                <a:lnTo>
                  <a:pt x="3624" y="1859"/>
                </a:lnTo>
                <a:cubicBezTo>
                  <a:pt x="4506" y="1260"/>
                  <a:pt x="5546" y="882"/>
                  <a:pt x="6680" y="819"/>
                </a:cubicBezTo>
                <a:close/>
                <a:moveTo>
                  <a:pt x="7531" y="819"/>
                </a:moveTo>
                <a:cubicBezTo>
                  <a:pt x="8633" y="914"/>
                  <a:pt x="9673" y="1260"/>
                  <a:pt x="10587" y="1859"/>
                </a:cubicBezTo>
                <a:lnTo>
                  <a:pt x="8539" y="5356"/>
                </a:lnTo>
                <a:cubicBezTo>
                  <a:pt x="8224" y="5167"/>
                  <a:pt x="7877" y="5041"/>
                  <a:pt x="7531" y="5009"/>
                </a:cubicBezTo>
                <a:lnTo>
                  <a:pt x="7531" y="819"/>
                </a:lnTo>
                <a:close/>
                <a:moveTo>
                  <a:pt x="2931" y="2332"/>
                </a:moveTo>
                <a:lnTo>
                  <a:pt x="5010" y="5829"/>
                </a:lnTo>
                <a:cubicBezTo>
                  <a:pt x="4632" y="6175"/>
                  <a:pt x="4412" y="6648"/>
                  <a:pt x="4286" y="7152"/>
                </a:cubicBezTo>
                <a:lnTo>
                  <a:pt x="915" y="5892"/>
                </a:lnTo>
                <a:cubicBezTo>
                  <a:pt x="1135" y="4474"/>
                  <a:pt x="1891" y="3214"/>
                  <a:pt x="2931" y="2332"/>
                </a:cubicBezTo>
                <a:close/>
                <a:moveTo>
                  <a:pt x="11248" y="2300"/>
                </a:moveTo>
                <a:cubicBezTo>
                  <a:pt x="12319" y="3214"/>
                  <a:pt x="13075" y="4474"/>
                  <a:pt x="13296" y="5892"/>
                </a:cubicBezTo>
                <a:lnTo>
                  <a:pt x="9925" y="7152"/>
                </a:lnTo>
                <a:cubicBezTo>
                  <a:pt x="9799" y="6648"/>
                  <a:pt x="9547" y="6207"/>
                  <a:pt x="9200" y="5829"/>
                </a:cubicBezTo>
                <a:lnTo>
                  <a:pt x="11248" y="2300"/>
                </a:lnTo>
                <a:close/>
                <a:moveTo>
                  <a:pt x="7090" y="5797"/>
                </a:moveTo>
                <a:cubicBezTo>
                  <a:pt x="8098" y="5797"/>
                  <a:pt x="8948" y="6522"/>
                  <a:pt x="9137" y="7467"/>
                </a:cubicBezTo>
                <a:lnTo>
                  <a:pt x="7090" y="8223"/>
                </a:lnTo>
                <a:lnTo>
                  <a:pt x="5042" y="7467"/>
                </a:lnTo>
                <a:cubicBezTo>
                  <a:pt x="5199" y="6522"/>
                  <a:pt x="6050" y="5797"/>
                  <a:pt x="7090" y="5797"/>
                </a:cubicBezTo>
                <a:close/>
                <a:moveTo>
                  <a:pt x="7090" y="9294"/>
                </a:moveTo>
                <a:lnTo>
                  <a:pt x="8161" y="10428"/>
                </a:lnTo>
                <a:cubicBezTo>
                  <a:pt x="7830" y="10633"/>
                  <a:pt x="7452" y="10735"/>
                  <a:pt x="7078" y="10735"/>
                </a:cubicBezTo>
                <a:cubicBezTo>
                  <a:pt x="6704" y="10735"/>
                  <a:pt x="6333" y="10633"/>
                  <a:pt x="6018" y="10428"/>
                </a:cubicBezTo>
                <a:lnTo>
                  <a:pt x="7090" y="9294"/>
                </a:lnTo>
                <a:close/>
                <a:moveTo>
                  <a:pt x="7090" y="0"/>
                </a:moveTo>
                <a:cubicBezTo>
                  <a:pt x="3498" y="0"/>
                  <a:pt x="473" y="2678"/>
                  <a:pt x="32" y="6144"/>
                </a:cubicBezTo>
                <a:cubicBezTo>
                  <a:pt x="1" y="6333"/>
                  <a:pt x="95" y="6490"/>
                  <a:pt x="316" y="6585"/>
                </a:cubicBezTo>
                <a:lnTo>
                  <a:pt x="6365" y="8853"/>
                </a:lnTo>
                <a:lnTo>
                  <a:pt x="5168" y="10208"/>
                </a:lnTo>
                <a:cubicBezTo>
                  <a:pt x="5010" y="10365"/>
                  <a:pt x="5010" y="10617"/>
                  <a:pt x="5168" y="10775"/>
                </a:cubicBezTo>
                <a:cubicBezTo>
                  <a:pt x="5672" y="11310"/>
                  <a:pt x="6365" y="11562"/>
                  <a:pt x="7090" y="11562"/>
                </a:cubicBezTo>
                <a:cubicBezTo>
                  <a:pt x="7846" y="11562"/>
                  <a:pt x="8507" y="11310"/>
                  <a:pt x="9011" y="10775"/>
                </a:cubicBezTo>
                <a:cubicBezTo>
                  <a:pt x="9169" y="10617"/>
                  <a:pt x="9169" y="10397"/>
                  <a:pt x="9011" y="10208"/>
                </a:cubicBezTo>
                <a:lnTo>
                  <a:pt x="7783" y="8853"/>
                </a:lnTo>
                <a:lnTo>
                  <a:pt x="13863" y="6585"/>
                </a:lnTo>
                <a:cubicBezTo>
                  <a:pt x="14052" y="6490"/>
                  <a:pt x="14147" y="6333"/>
                  <a:pt x="14147" y="6144"/>
                </a:cubicBezTo>
                <a:cubicBezTo>
                  <a:pt x="13706" y="2678"/>
                  <a:pt x="10650" y="0"/>
                  <a:pt x="70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77" name="Google Shape;10877;p65"/>
          <p:cNvSpPr/>
          <p:nvPr/>
        </p:nvSpPr>
        <p:spPr>
          <a:xfrm>
            <a:off x="7123014" y="1711602"/>
            <a:ext cx="342328" cy="340638"/>
          </a:xfrm>
          <a:custGeom>
            <a:rect l="l" t="t" r="r" b="b"/>
            <a:pathLst>
              <a:path w="14178" h="14107" extrusionOk="0">
                <a:moveTo>
                  <a:pt x="8727" y="5034"/>
                </a:moveTo>
                <a:cubicBezTo>
                  <a:pt x="8948" y="5065"/>
                  <a:pt x="9137" y="5254"/>
                  <a:pt x="9137" y="5443"/>
                </a:cubicBezTo>
                <a:cubicBezTo>
                  <a:pt x="9137" y="5695"/>
                  <a:pt x="8948" y="5885"/>
                  <a:pt x="8727" y="5885"/>
                </a:cubicBezTo>
                <a:cubicBezTo>
                  <a:pt x="8507" y="5885"/>
                  <a:pt x="8318" y="5695"/>
                  <a:pt x="8318" y="5443"/>
                </a:cubicBezTo>
                <a:cubicBezTo>
                  <a:pt x="8318" y="5223"/>
                  <a:pt x="8507" y="5034"/>
                  <a:pt x="8727" y="5034"/>
                </a:cubicBezTo>
                <a:close/>
                <a:moveTo>
                  <a:pt x="5388" y="5065"/>
                </a:moveTo>
                <a:cubicBezTo>
                  <a:pt x="5640" y="5065"/>
                  <a:pt x="5829" y="5254"/>
                  <a:pt x="5829" y="5506"/>
                </a:cubicBezTo>
                <a:cubicBezTo>
                  <a:pt x="5829" y="5727"/>
                  <a:pt x="5640" y="5916"/>
                  <a:pt x="5388" y="5916"/>
                </a:cubicBezTo>
                <a:cubicBezTo>
                  <a:pt x="5167" y="5916"/>
                  <a:pt x="5010" y="5727"/>
                  <a:pt x="5010" y="5506"/>
                </a:cubicBezTo>
                <a:cubicBezTo>
                  <a:pt x="4978" y="5254"/>
                  <a:pt x="5167" y="5065"/>
                  <a:pt x="5388" y="5065"/>
                </a:cubicBezTo>
                <a:close/>
                <a:moveTo>
                  <a:pt x="7089" y="3459"/>
                </a:moveTo>
                <a:cubicBezTo>
                  <a:pt x="8160" y="3459"/>
                  <a:pt x="9137" y="3522"/>
                  <a:pt x="10050" y="3711"/>
                </a:cubicBezTo>
                <a:lnTo>
                  <a:pt x="9357" y="4435"/>
                </a:lnTo>
                <a:cubicBezTo>
                  <a:pt x="9168" y="4341"/>
                  <a:pt x="8979" y="4278"/>
                  <a:pt x="8790" y="4278"/>
                </a:cubicBezTo>
                <a:cubicBezTo>
                  <a:pt x="8097" y="4278"/>
                  <a:pt x="7530" y="4813"/>
                  <a:pt x="7530" y="5506"/>
                </a:cubicBezTo>
                <a:cubicBezTo>
                  <a:pt x="7530" y="6168"/>
                  <a:pt x="8066" y="6704"/>
                  <a:pt x="8790" y="6704"/>
                </a:cubicBezTo>
                <a:cubicBezTo>
                  <a:pt x="9452" y="6704"/>
                  <a:pt x="9987" y="6168"/>
                  <a:pt x="9987" y="5506"/>
                </a:cubicBezTo>
                <a:cubicBezTo>
                  <a:pt x="9987" y="5317"/>
                  <a:pt x="9956" y="5160"/>
                  <a:pt x="9924" y="5034"/>
                </a:cubicBezTo>
                <a:lnTo>
                  <a:pt x="10996" y="3931"/>
                </a:lnTo>
                <a:cubicBezTo>
                  <a:pt x="11216" y="3994"/>
                  <a:pt x="11405" y="4026"/>
                  <a:pt x="11626" y="4120"/>
                </a:cubicBezTo>
                <a:cubicBezTo>
                  <a:pt x="12665" y="4498"/>
                  <a:pt x="13295" y="5034"/>
                  <a:pt x="13295" y="5506"/>
                </a:cubicBezTo>
                <a:cubicBezTo>
                  <a:pt x="13295" y="6452"/>
                  <a:pt x="10775" y="7586"/>
                  <a:pt x="7089" y="7586"/>
                </a:cubicBezTo>
                <a:cubicBezTo>
                  <a:pt x="3497" y="7586"/>
                  <a:pt x="851" y="6483"/>
                  <a:pt x="851" y="5506"/>
                </a:cubicBezTo>
                <a:cubicBezTo>
                  <a:pt x="820" y="5034"/>
                  <a:pt x="1450" y="4498"/>
                  <a:pt x="2521" y="4120"/>
                </a:cubicBezTo>
                <a:cubicBezTo>
                  <a:pt x="2710" y="4026"/>
                  <a:pt x="2962" y="3963"/>
                  <a:pt x="3182" y="3931"/>
                </a:cubicBezTo>
                <a:lnTo>
                  <a:pt x="4285" y="5034"/>
                </a:lnTo>
                <a:cubicBezTo>
                  <a:pt x="4254" y="5191"/>
                  <a:pt x="4222" y="5349"/>
                  <a:pt x="4222" y="5506"/>
                </a:cubicBezTo>
                <a:cubicBezTo>
                  <a:pt x="4222" y="6168"/>
                  <a:pt x="4758" y="6704"/>
                  <a:pt x="5419" y="6704"/>
                </a:cubicBezTo>
                <a:cubicBezTo>
                  <a:pt x="6112" y="6704"/>
                  <a:pt x="6679" y="6168"/>
                  <a:pt x="6679" y="5506"/>
                </a:cubicBezTo>
                <a:cubicBezTo>
                  <a:pt x="6679" y="4813"/>
                  <a:pt x="6144" y="4278"/>
                  <a:pt x="5419" y="4278"/>
                </a:cubicBezTo>
                <a:cubicBezTo>
                  <a:pt x="5199" y="4278"/>
                  <a:pt x="5010" y="4309"/>
                  <a:pt x="4852" y="4435"/>
                </a:cubicBezTo>
                <a:lnTo>
                  <a:pt x="4128" y="3711"/>
                </a:lnTo>
                <a:cubicBezTo>
                  <a:pt x="5041" y="3553"/>
                  <a:pt x="6018" y="3459"/>
                  <a:pt x="7089" y="3459"/>
                </a:cubicBezTo>
                <a:close/>
                <a:moveTo>
                  <a:pt x="820" y="6861"/>
                </a:moveTo>
                <a:cubicBezTo>
                  <a:pt x="1135" y="7113"/>
                  <a:pt x="1576" y="7334"/>
                  <a:pt x="2048" y="7523"/>
                </a:cubicBezTo>
                <a:lnTo>
                  <a:pt x="820" y="9193"/>
                </a:lnTo>
                <a:lnTo>
                  <a:pt x="820" y="6861"/>
                </a:lnTo>
                <a:close/>
                <a:moveTo>
                  <a:pt x="13264" y="6861"/>
                </a:moveTo>
                <a:lnTo>
                  <a:pt x="13264" y="9193"/>
                </a:lnTo>
                <a:lnTo>
                  <a:pt x="12067" y="7554"/>
                </a:lnTo>
                <a:cubicBezTo>
                  <a:pt x="12571" y="7334"/>
                  <a:pt x="12949" y="7113"/>
                  <a:pt x="13264" y="6861"/>
                </a:cubicBezTo>
                <a:close/>
                <a:moveTo>
                  <a:pt x="3655" y="8027"/>
                </a:moveTo>
                <a:lnTo>
                  <a:pt x="3655" y="8027"/>
                </a:lnTo>
                <a:cubicBezTo>
                  <a:pt x="4474" y="8216"/>
                  <a:pt x="5388" y="8279"/>
                  <a:pt x="6333" y="8342"/>
                </a:cubicBezTo>
                <a:lnTo>
                  <a:pt x="4695" y="11083"/>
                </a:lnTo>
                <a:lnTo>
                  <a:pt x="3655" y="8027"/>
                </a:lnTo>
                <a:close/>
                <a:moveTo>
                  <a:pt x="10492" y="8058"/>
                </a:moveTo>
                <a:lnTo>
                  <a:pt x="9452" y="11114"/>
                </a:lnTo>
                <a:lnTo>
                  <a:pt x="7751" y="8373"/>
                </a:lnTo>
                <a:cubicBezTo>
                  <a:pt x="8696" y="8342"/>
                  <a:pt x="9641" y="8216"/>
                  <a:pt x="10492" y="8058"/>
                </a:cubicBezTo>
                <a:close/>
                <a:moveTo>
                  <a:pt x="2741" y="7964"/>
                </a:moveTo>
                <a:lnTo>
                  <a:pt x="3844" y="11272"/>
                </a:lnTo>
                <a:cubicBezTo>
                  <a:pt x="2836" y="11020"/>
                  <a:pt x="1891" y="10610"/>
                  <a:pt x="1135" y="10138"/>
                </a:cubicBezTo>
                <a:lnTo>
                  <a:pt x="2741" y="7964"/>
                </a:lnTo>
                <a:close/>
                <a:moveTo>
                  <a:pt x="11342" y="8027"/>
                </a:moveTo>
                <a:lnTo>
                  <a:pt x="12917" y="10138"/>
                </a:lnTo>
                <a:cubicBezTo>
                  <a:pt x="12161" y="10610"/>
                  <a:pt x="11248" y="11020"/>
                  <a:pt x="10240" y="11272"/>
                </a:cubicBezTo>
                <a:lnTo>
                  <a:pt x="11342" y="8027"/>
                </a:lnTo>
                <a:close/>
                <a:moveTo>
                  <a:pt x="7058" y="8751"/>
                </a:moveTo>
                <a:lnTo>
                  <a:pt x="8727" y="11555"/>
                </a:lnTo>
                <a:cubicBezTo>
                  <a:pt x="8192" y="11618"/>
                  <a:pt x="7593" y="11681"/>
                  <a:pt x="7058" y="11681"/>
                </a:cubicBezTo>
                <a:cubicBezTo>
                  <a:pt x="6459" y="11681"/>
                  <a:pt x="5892" y="11650"/>
                  <a:pt x="5356" y="11555"/>
                </a:cubicBezTo>
                <a:lnTo>
                  <a:pt x="7058" y="8751"/>
                </a:lnTo>
                <a:close/>
                <a:moveTo>
                  <a:pt x="13264" y="10894"/>
                </a:moveTo>
                <a:lnTo>
                  <a:pt x="13264" y="11240"/>
                </a:lnTo>
                <a:cubicBezTo>
                  <a:pt x="13264" y="12185"/>
                  <a:pt x="10744" y="13320"/>
                  <a:pt x="7058" y="13320"/>
                </a:cubicBezTo>
                <a:cubicBezTo>
                  <a:pt x="3340" y="13320"/>
                  <a:pt x="820" y="12185"/>
                  <a:pt x="820" y="11240"/>
                </a:cubicBezTo>
                <a:lnTo>
                  <a:pt x="820" y="10894"/>
                </a:lnTo>
                <a:cubicBezTo>
                  <a:pt x="2615" y="11996"/>
                  <a:pt x="4915" y="12501"/>
                  <a:pt x="7058" y="12501"/>
                </a:cubicBezTo>
                <a:cubicBezTo>
                  <a:pt x="9168" y="12501"/>
                  <a:pt x="11500" y="12028"/>
                  <a:pt x="13264" y="10894"/>
                </a:cubicBezTo>
                <a:close/>
                <a:moveTo>
                  <a:pt x="457" y="1"/>
                </a:moveTo>
                <a:cubicBezTo>
                  <a:pt x="347" y="1"/>
                  <a:pt x="237" y="40"/>
                  <a:pt x="158" y="119"/>
                </a:cubicBezTo>
                <a:cubicBezTo>
                  <a:pt x="0" y="277"/>
                  <a:pt x="0" y="560"/>
                  <a:pt x="158" y="718"/>
                </a:cubicBezTo>
                <a:lnTo>
                  <a:pt x="2552" y="3207"/>
                </a:lnTo>
                <a:cubicBezTo>
                  <a:pt x="2426" y="3238"/>
                  <a:pt x="2363" y="3270"/>
                  <a:pt x="2237" y="3333"/>
                </a:cubicBezTo>
                <a:cubicBezTo>
                  <a:pt x="820" y="3868"/>
                  <a:pt x="32" y="4624"/>
                  <a:pt x="32" y="5443"/>
                </a:cubicBezTo>
                <a:lnTo>
                  <a:pt x="32" y="11240"/>
                </a:lnTo>
                <a:cubicBezTo>
                  <a:pt x="32" y="12091"/>
                  <a:pt x="820" y="12847"/>
                  <a:pt x="2237" y="13383"/>
                </a:cubicBezTo>
                <a:cubicBezTo>
                  <a:pt x="3529" y="13824"/>
                  <a:pt x="5262" y="14107"/>
                  <a:pt x="7089" y="14107"/>
                </a:cubicBezTo>
                <a:cubicBezTo>
                  <a:pt x="10744" y="14107"/>
                  <a:pt x="14146" y="13005"/>
                  <a:pt x="14146" y="11240"/>
                </a:cubicBezTo>
                <a:lnTo>
                  <a:pt x="14146" y="5443"/>
                </a:lnTo>
                <a:cubicBezTo>
                  <a:pt x="14083" y="4624"/>
                  <a:pt x="13295" y="3868"/>
                  <a:pt x="11878" y="3333"/>
                </a:cubicBezTo>
                <a:cubicBezTo>
                  <a:pt x="11815" y="3301"/>
                  <a:pt x="11689" y="3238"/>
                  <a:pt x="11626" y="3207"/>
                </a:cubicBezTo>
                <a:lnTo>
                  <a:pt x="14020" y="718"/>
                </a:lnTo>
                <a:cubicBezTo>
                  <a:pt x="14178" y="560"/>
                  <a:pt x="14178" y="277"/>
                  <a:pt x="14020" y="119"/>
                </a:cubicBezTo>
                <a:cubicBezTo>
                  <a:pt x="13941" y="40"/>
                  <a:pt x="13831" y="1"/>
                  <a:pt x="13721" y="1"/>
                </a:cubicBezTo>
                <a:cubicBezTo>
                  <a:pt x="13611" y="1"/>
                  <a:pt x="13500" y="40"/>
                  <a:pt x="13422" y="119"/>
                </a:cubicBezTo>
                <a:lnTo>
                  <a:pt x="10712" y="2923"/>
                </a:lnTo>
                <a:cubicBezTo>
                  <a:pt x="9609" y="2640"/>
                  <a:pt x="8381" y="2545"/>
                  <a:pt x="7089" y="2545"/>
                </a:cubicBezTo>
                <a:cubicBezTo>
                  <a:pt x="5797" y="2545"/>
                  <a:pt x="4537" y="2640"/>
                  <a:pt x="3466" y="2923"/>
                </a:cubicBezTo>
                <a:lnTo>
                  <a:pt x="757" y="119"/>
                </a:lnTo>
                <a:cubicBezTo>
                  <a:pt x="678" y="40"/>
                  <a:pt x="567" y="1"/>
                  <a:pt x="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78" name="Google Shape;10878;p65"/>
          <p:cNvGrpSpPr/>
          <p:nvPr/>
        </p:nvGrpSpPr>
        <p:grpSpPr>
          <a:xfrm>
            <a:off x="7140133" y="2119708"/>
            <a:ext cx="308090" cy="341579"/>
            <a:chOff x="-11747150" y="2530225"/>
            <a:chExt cx="319000" cy="353675"/>
          </a:xfrm>
        </p:grpSpPr>
        <p:sp>
          <p:nvSpPr>
            <p:cNvPr id="10879" name="Google Shape;10879;p65"/>
            <p:cNvSpPr/>
            <p:nvPr/>
          </p:nvSpPr>
          <p:spPr>
            <a:xfrm>
              <a:off x="-11747150" y="2530225"/>
              <a:ext cx="319000" cy="353675"/>
            </a:xfrm>
            <a:custGeom>
              <a:rect l="l" t="t" r="r" b="b"/>
              <a:pathLst>
                <a:path w="12759" h="14147" extrusionOk="0">
                  <a:moveTo>
                    <a:pt x="7183" y="883"/>
                  </a:moveTo>
                  <a:cubicBezTo>
                    <a:pt x="7845" y="883"/>
                    <a:pt x="8443" y="1450"/>
                    <a:pt x="8412" y="2206"/>
                  </a:cubicBezTo>
                  <a:cubicBezTo>
                    <a:pt x="8412" y="2444"/>
                    <a:pt x="8612" y="2638"/>
                    <a:pt x="8825" y="2638"/>
                  </a:cubicBezTo>
                  <a:cubicBezTo>
                    <a:pt x="8866" y="2638"/>
                    <a:pt x="8907" y="2631"/>
                    <a:pt x="8947" y="2616"/>
                  </a:cubicBezTo>
                  <a:cubicBezTo>
                    <a:pt x="9048" y="2581"/>
                    <a:pt x="9148" y="2564"/>
                    <a:pt x="9243" y="2564"/>
                  </a:cubicBezTo>
                  <a:cubicBezTo>
                    <a:pt x="9829" y="2564"/>
                    <a:pt x="10258" y="3180"/>
                    <a:pt x="9987" y="3750"/>
                  </a:cubicBezTo>
                  <a:cubicBezTo>
                    <a:pt x="9893" y="3907"/>
                    <a:pt x="9956" y="4096"/>
                    <a:pt x="10050" y="4222"/>
                  </a:cubicBezTo>
                  <a:cubicBezTo>
                    <a:pt x="10126" y="4299"/>
                    <a:pt x="10226" y="4340"/>
                    <a:pt x="10327" y="4340"/>
                  </a:cubicBezTo>
                  <a:cubicBezTo>
                    <a:pt x="10394" y="4340"/>
                    <a:pt x="10461" y="4323"/>
                    <a:pt x="10523" y="4285"/>
                  </a:cubicBezTo>
                  <a:cubicBezTo>
                    <a:pt x="10637" y="4237"/>
                    <a:pt x="10751" y="4216"/>
                    <a:pt x="10861" y="4216"/>
                  </a:cubicBezTo>
                  <a:cubicBezTo>
                    <a:pt x="11328" y="4216"/>
                    <a:pt x="11720" y="4608"/>
                    <a:pt x="11720" y="5042"/>
                  </a:cubicBezTo>
                  <a:lnTo>
                    <a:pt x="977" y="5042"/>
                  </a:lnTo>
                  <a:cubicBezTo>
                    <a:pt x="928" y="4575"/>
                    <a:pt x="1300" y="4185"/>
                    <a:pt x="1750" y="4185"/>
                  </a:cubicBezTo>
                  <a:cubicBezTo>
                    <a:pt x="1877" y="4185"/>
                    <a:pt x="2010" y="4216"/>
                    <a:pt x="2142" y="4285"/>
                  </a:cubicBezTo>
                  <a:cubicBezTo>
                    <a:pt x="2204" y="4323"/>
                    <a:pt x="2272" y="4340"/>
                    <a:pt x="2338" y="4340"/>
                  </a:cubicBezTo>
                  <a:cubicBezTo>
                    <a:pt x="2439" y="4340"/>
                    <a:pt x="2539" y="4299"/>
                    <a:pt x="2615" y="4222"/>
                  </a:cubicBezTo>
                  <a:cubicBezTo>
                    <a:pt x="2741" y="4096"/>
                    <a:pt x="2772" y="3907"/>
                    <a:pt x="2709" y="3750"/>
                  </a:cubicBezTo>
                  <a:cubicBezTo>
                    <a:pt x="2438" y="3180"/>
                    <a:pt x="2867" y="2564"/>
                    <a:pt x="3434" y="2564"/>
                  </a:cubicBezTo>
                  <a:cubicBezTo>
                    <a:pt x="3526" y="2564"/>
                    <a:pt x="3621" y="2581"/>
                    <a:pt x="3718" y="2616"/>
                  </a:cubicBezTo>
                  <a:cubicBezTo>
                    <a:pt x="3764" y="2627"/>
                    <a:pt x="3814" y="2634"/>
                    <a:pt x="3866" y="2634"/>
                  </a:cubicBezTo>
                  <a:cubicBezTo>
                    <a:pt x="3955" y="2634"/>
                    <a:pt x="4047" y="2613"/>
                    <a:pt x="4127" y="2553"/>
                  </a:cubicBezTo>
                  <a:cubicBezTo>
                    <a:pt x="4222" y="2490"/>
                    <a:pt x="4285" y="2364"/>
                    <a:pt x="4285" y="2206"/>
                  </a:cubicBezTo>
                  <a:cubicBezTo>
                    <a:pt x="4253" y="1450"/>
                    <a:pt x="4820" y="883"/>
                    <a:pt x="5482" y="883"/>
                  </a:cubicBezTo>
                  <a:cubicBezTo>
                    <a:pt x="5702" y="883"/>
                    <a:pt x="5923" y="914"/>
                    <a:pt x="6112" y="1040"/>
                  </a:cubicBezTo>
                  <a:cubicBezTo>
                    <a:pt x="6175" y="1072"/>
                    <a:pt x="6246" y="1088"/>
                    <a:pt x="6321" y="1088"/>
                  </a:cubicBezTo>
                  <a:cubicBezTo>
                    <a:pt x="6396" y="1088"/>
                    <a:pt x="6474" y="1072"/>
                    <a:pt x="6553" y="1040"/>
                  </a:cubicBezTo>
                  <a:cubicBezTo>
                    <a:pt x="6742" y="914"/>
                    <a:pt x="6963" y="883"/>
                    <a:pt x="7183" y="883"/>
                  </a:cubicBezTo>
                  <a:close/>
                  <a:moveTo>
                    <a:pt x="5891" y="5861"/>
                  </a:moveTo>
                  <a:lnTo>
                    <a:pt x="5891" y="7530"/>
                  </a:lnTo>
                  <a:cubicBezTo>
                    <a:pt x="5230" y="7562"/>
                    <a:pt x="4600" y="7688"/>
                    <a:pt x="4064" y="7908"/>
                  </a:cubicBezTo>
                  <a:lnTo>
                    <a:pt x="3875" y="5861"/>
                  </a:lnTo>
                  <a:close/>
                  <a:moveTo>
                    <a:pt x="8758" y="5861"/>
                  </a:moveTo>
                  <a:lnTo>
                    <a:pt x="8569" y="7908"/>
                  </a:lnTo>
                  <a:cubicBezTo>
                    <a:pt x="8065" y="7719"/>
                    <a:pt x="7435" y="7562"/>
                    <a:pt x="6774" y="7530"/>
                  </a:cubicBezTo>
                  <a:lnTo>
                    <a:pt x="6774" y="5861"/>
                  </a:lnTo>
                  <a:close/>
                  <a:moveTo>
                    <a:pt x="6333" y="8350"/>
                  </a:moveTo>
                  <a:cubicBezTo>
                    <a:pt x="7971" y="8350"/>
                    <a:pt x="9199" y="9011"/>
                    <a:pt x="9199" y="9610"/>
                  </a:cubicBezTo>
                  <a:cubicBezTo>
                    <a:pt x="9199" y="10177"/>
                    <a:pt x="7971" y="10838"/>
                    <a:pt x="6333" y="10838"/>
                  </a:cubicBezTo>
                  <a:cubicBezTo>
                    <a:pt x="4663" y="10838"/>
                    <a:pt x="3466" y="10177"/>
                    <a:pt x="3466" y="9610"/>
                  </a:cubicBezTo>
                  <a:cubicBezTo>
                    <a:pt x="3466" y="9011"/>
                    <a:pt x="4663" y="8350"/>
                    <a:pt x="6333" y="8350"/>
                  </a:cubicBezTo>
                  <a:close/>
                  <a:moveTo>
                    <a:pt x="3056" y="5861"/>
                  </a:moveTo>
                  <a:lnTo>
                    <a:pt x="3277" y="8350"/>
                  </a:lnTo>
                  <a:cubicBezTo>
                    <a:pt x="2804" y="8696"/>
                    <a:pt x="2583" y="9137"/>
                    <a:pt x="2583" y="9578"/>
                  </a:cubicBezTo>
                  <a:cubicBezTo>
                    <a:pt x="2583" y="10114"/>
                    <a:pt x="2930" y="10586"/>
                    <a:pt x="3560" y="10996"/>
                  </a:cubicBezTo>
                  <a:lnTo>
                    <a:pt x="3812" y="13327"/>
                  </a:lnTo>
                  <a:lnTo>
                    <a:pt x="2867" y="13327"/>
                  </a:lnTo>
                  <a:cubicBezTo>
                    <a:pt x="2678" y="13327"/>
                    <a:pt x="2489" y="13170"/>
                    <a:pt x="2457" y="13012"/>
                  </a:cubicBezTo>
                  <a:lnTo>
                    <a:pt x="1040" y="5861"/>
                  </a:lnTo>
                  <a:close/>
                  <a:moveTo>
                    <a:pt x="4442" y="11374"/>
                  </a:moveTo>
                  <a:lnTo>
                    <a:pt x="4442" y="11374"/>
                  </a:lnTo>
                  <a:cubicBezTo>
                    <a:pt x="4852" y="11532"/>
                    <a:pt x="5387" y="11626"/>
                    <a:pt x="5891" y="11658"/>
                  </a:cubicBezTo>
                  <a:lnTo>
                    <a:pt x="5891" y="13296"/>
                  </a:lnTo>
                  <a:lnTo>
                    <a:pt x="4631" y="13296"/>
                  </a:lnTo>
                  <a:lnTo>
                    <a:pt x="4631" y="13327"/>
                  </a:lnTo>
                  <a:lnTo>
                    <a:pt x="4442" y="11374"/>
                  </a:lnTo>
                  <a:close/>
                  <a:moveTo>
                    <a:pt x="8191" y="11374"/>
                  </a:moveTo>
                  <a:lnTo>
                    <a:pt x="7971" y="13327"/>
                  </a:lnTo>
                  <a:lnTo>
                    <a:pt x="6711" y="13327"/>
                  </a:lnTo>
                  <a:lnTo>
                    <a:pt x="6711" y="11658"/>
                  </a:lnTo>
                  <a:cubicBezTo>
                    <a:pt x="7215" y="11626"/>
                    <a:pt x="7750" y="11532"/>
                    <a:pt x="8191" y="11374"/>
                  </a:cubicBezTo>
                  <a:close/>
                  <a:moveTo>
                    <a:pt x="11594" y="5861"/>
                  </a:moveTo>
                  <a:lnTo>
                    <a:pt x="10176" y="13012"/>
                  </a:lnTo>
                  <a:cubicBezTo>
                    <a:pt x="10145" y="13201"/>
                    <a:pt x="9987" y="13327"/>
                    <a:pt x="9798" y="13327"/>
                  </a:cubicBezTo>
                  <a:lnTo>
                    <a:pt x="8853" y="13327"/>
                  </a:lnTo>
                  <a:lnTo>
                    <a:pt x="9073" y="10996"/>
                  </a:lnTo>
                  <a:cubicBezTo>
                    <a:pt x="9704" y="10586"/>
                    <a:pt x="10050" y="10114"/>
                    <a:pt x="10050" y="9578"/>
                  </a:cubicBezTo>
                  <a:cubicBezTo>
                    <a:pt x="10050" y="9106"/>
                    <a:pt x="9830" y="8665"/>
                    <a:pt x="9357" y="8350"/>
                  </a:cubicBezTo>
                  <a:lnTo>
                    <a:pt x="9578" y="5861"/>
                  </a:lnTo>
                  <a:close/>
                  <a:moveTo>
                    <a:pt x="5513" y="1"/>
                  </a:moveTo>
                  <a:cubicBezTo>
                    <a:pt x="4474" y="1"/>
                    <a:pt x="3655" y="757"/>
                    <a:pt x="3497" y="1702"/>
                  </a:cubicBezTo>
                  <a:lnTo>
                    <a:pt x="3466" y="1702"/>
                  </a:lnTo>
                  <a:cubicBezTo>
                    <a:pt x="2552" y="1702"/>
                    <a:pt x="1796" y="2458"/>
                    <a:pt x="1796" y="3340"/>
                  </a:cubicBezTo>
                  <a:cubicBezTo>
                    <a:pt x="882" y="3340"/>
                    <a:pt x="158" y="4128"/>
                    <a:pt x="158" y="5042"/>
                  </a:cubicBezTo>
                  <a:cubicBezTo>
                    <a:pt x="158" y="5672"/>
                    <a:pt x="0" y="4600"/>
                    <a:pt x="1670" y="13170"/>
                  </a:cubicBezTo>
                  <a:cubicBezTo>
                    <a:pt x="1796" y="13737"/>
                    <a:pt x="2300" y="14146"/>
                    <a:pt x="2898" y="14146"/>
                  </a:cubicBezTo>
                  <a:lnTo>
                    <a:pt x="9830" y="14146"/>
                  </a:lnTo>
                  <a:cubicBezTo>
                    <a:pt x="10428" y="14146"/>
                    <a:pt x="10932" y="13705"/>
                    <a:pt x="11058" y="13170"/>
                  </a:cubicBezTo>
                  <a:cubicBezTo>
                    <a:pt x="12760" y="4600"/>
                    <a:pt x="12602" y="5672"/>
                    <a:pt x="12602" y="5042"/>
                  </a:cubicBezTo>
                  <a:cubicBezTo>
                    <a:pt x="12507" y="4600"/>
                    <a:pt x="12350" y="4191"/>
                    <a:pt x="12035" y="3876"/>
                  </a:cubicBezTo>
                  <a:cubicBezTo>
                    <a:pt x="11720" y="3561"/>
                    <a:pt x="11279" y="3340"/>
                    <a:pt x="10838" y="3340"/>
                  </a:cubicBezTo>
                  <a:cubicBezTo>
                    <a:pt x="10838" y="2432"/>
                    <a:pt x="10110" y="1698"/>
                    <a:pt x="9271" y="1698"/>
                  </a:cubicBezTo>
                  <a:cubicBezTo>
                    <a:pt x="9237" y="1698"/>
                    <a:pt x="9202" y="1700"/>
                    <a:pt x="9168" y="1702"/>
                  </a:cubicBezTo>
                  <a:cubicBezTo>
                    <a:pt x="8979" y="757"/>
                    <a:pt x="8128" y="1"/>
                    <a:pt x="7152" y="1"/>
                  </a:cubicBezTo>
                  <a:cubicBezTo>
                    <a:pt x="6868" y="1"/>
                    <a:pt x="6616" y="64"/>
                    <a:pt x="6333" y="190"/>
                  </a:cubicBezTo>
                  <a:cubicBezTo>
                    <a:pt x="6049" y="64"/>
                    <a:pt x="5765" y="1"/>
                    <a:pt x="55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0" name="Google Shape;10880;p65"/>
            <p:cNvSpPr/>
            <p:nvPr/>
          </p:nvSpPr>
          <p:spPr>
            <a:xfrm>
              <a:off x="-11640825" y="2592450"/>
              <a:ext cx="104775" cy="42550"/>
            </a:xfrm>
            <a:custGeom>
              <a:rect l="l" t="t" r="r" b="b"/>
              <a:pathLst>
                <a:path w="4191" h="1702" extrusionOk="0">
                  <a:moveTo>
                    <a:pt x="1292" y="1"/>
                  </a:moveTo>
                  <a:cubicBezTo>
                    <a:pt x="599" y="1"/>
                    <a:pt x="32" y="536"/>
                    <a:pt x="32" y="1261"/>
                  </a:cubicBezTo>
                  <a:cubicBezTo>
                    <a:pt x="0" y="1544"/>
                    <a:pt x="189" y="1702"/>
                    <a:pt x="410" y="1702"/>
                  </a:cubicBezTo>
                  <a:cubicBezTo>
                    <a:pt x="662" y="1702"/>
                    <a:pt x="851" y="1481"/>
                    <a:pt x="851" y="1261"/>
                  </a:cubicBezTo>
                  <a:cubicBezTo>
                    <a:pt x="851" y="1009"/>
                    <a:pt x="1040" y="820"/>
                    <a:pt x="1292" y="820"/>
                  </a:cubicBezTo>
                  <a:cubicBezTo>
                    <a:pt x="1512" y="820"/>
                    <a:pt x="1670" y="1009"/>
                    <a:pt x="1670" y="1261"/>
                  </a:cubicBezTo>
                  <a:cubicBezTo>
                    <a:pt x="1670" y="1481"/>
                    <a:pt x="1859" y="1702"/>
                    <a:pt x="2111" y="1702"/>
                  </a:cubicBezTo>
                  <a:cubicBezTo>
                    <a:pt x="2332" y="1702"/>
                    <a:pt x="2489" y="1481"/>
                    <a:pt x="2489" y="1261"/>
                  </a:cubicBezTo>
                  <a:cubicBezTo>
                    <a:pt x="2489" y="1009"/>
                    <a:pt x="2710" y="820"/>
                    <a:pt x="2930" y="820"/>
                  </a:cubicBezTo>
                  <a:cubicBezTo>
                    <a:pt x="3182" y="820"/>
                    <a:pt x="3371" y="1009"/>
                    <a:pt x="3371" y="1261"/>
                  </a:cubicBezTo>
                  <a:cubicBezTo>
                    <a:pt x="3371" y="1481"/>
                    <a:pt x="3560" y="1702"/>
                    <a:pt x="3749" y="1702"/>
                  </a:cubicBezTo>
                  <a:cubicBezTo>
                    <a:pt x="3970" y="1702"/>
                    <a:pt x="4190" y="1481"/>
                    <a:pt x="4190" y="1261"/>
                  </a:cubicBezTo>
                  <a:cubicBezTo>
                    <a:pt x="4190" y="599"/>
                    <a:pt x="3655" y="1"/>
                    <a:pt x="2930" y="1"/>
                  </a:cubicBezTo>
                  <a:cubicBezTo>
                    <a:pt x="2615" y="1"/>
                    <a:pt x="2332" y="127"/>
                    <a:pt x="2111" y="316"/>
                  </a:cubicBezTo>
                  <a:cubicBezTo>
                    <a:pt x="1859" y="127"/>
                    <a:pt x="1607" y="1"/>
                    <a:pt x="1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81" name="Google Shape;10881;p65"/>
          <p:cNvGrpSpPr/>
          <p:nvPr/>
        </p:nvGrpSpPr>
        <p:grpSpPr>
          <a:xfrm>
            <a:off x="5304627" y="2550919"/>
            <a:ext cx="340807" cy="340807"/>
            <a:chOff x="-10027775" y="1622900"/>
            <a:chExt cx="352875" cy="352875"/>
          </a:xfrm>
        </p:grpSpPr>
        <p:sp>
          <p:nvSpPr>
            <p:cNvPr id="10882" name="Google Shape;10882;p65"/>
            <p:cNvSpPr/>
            <p:nvPr/>
          </p:nvSpPr>
          <p:spPr>
            <a:xfrm>
              <a:off x="-10027775" y="1622900"/>
              <a:ext cx="352875" cy="352875"/>
            </a:xfrm>
            <a:custGeom>
              <a:rect l="l" t="t" r="r" b="b"/>
              <a:pathLst>
                <a:path w="14114" h="14114" extrusionOk="0">
                  <a:moveTo>
                    <a:pt x="12067" y="819"/>
                  </a:moveTo>
                  <a:cubicBezTo>
                    <a:pt x="12287" y="819"/>
                    <a:pt x="12476" y="1008"/>
                    <a:pt x="12476" y="1197"/>
                  </a:cubicBezTo>
                  <a:cubicBezTo>
                    <a:pt x="12476" y="1449"/>
                    <a:pt x="12287" y="1638"/>
                    <a:pt x="12067" y="1638"/>
                  </a:cubicBezTo>
                  <a:lnTo>
                    <a:pt x="2080" y="1638"/>
                  </a:lnTo>
                  <a:cubicBezTo>
                    <a:pt x="1859" y="1638"/>
                    <a:pt x="1702" y="1449"/>
                    <a:pt x="1702" y="1197"/>
                  </a:cubicBezTo>
                  <a:cubicBezTo>
                    <a:pt x="1702" y="977"/>
                    <a:pt x="1891" y="819"/>
                    <a:pt x="2080" y="819"/>
                  </a:cubicBezTo>
                  <a:close/>
                  <a:moveTo>
                    <a:pt x="11657" y="2458"/>
                  </a:moveTo>
                  <a:lnTo>
                    <a:pt x="11657" y="4285"/>
                  </a:lnTo>
                  <a:lnTo>
                    <a:pt x="10239" y="4978"/>
                  </a:lnTo>
                  <a:cubicBezTo>
                    <a:pt x="10082" y="5072"/>
                    <a:pt x="10019" y="5199"/>
                    <a:pt x="10019" y="5356"/>
                  </a:cubicBezTo>
                  <a:cubicBezTo>
                    <a:pt x="10019" y="5514"/>
                    <a:pt x="10082" y="5671"/>
                    <a:pt x="10239" y="5703"/>
                  </a:cubicBezTo>
                  <a:lnTo>
                    <a:pt x="11657" y="6396"/>
                  </a:lnTo>
                  <a:lnTo>
                    <a:pt x="11657" y="11562"/>
                  </a:lnTo>
                  <a:lnTo>
                    <a:pt x="2521" y="11562"/>
                  </a:lnTo>
                  <a:lnTo>
                    <a:pt x="2521" y="9704"/>
                  </a:lnTo>
                  <a:lnTo>
                    <a:pt x="3938" y="9011"/>
                  </a:lnTo>
                  <a:cubicBezTo>
                    <a:pt x="4096" y="8916"/>
                    <a:pt x="4191" y="8822"/>
                    <a:pt x="4191" y="8664"/>
                  </a:cubicBezTo>
                  <a:cubicBezTo>
                    <a:pt x="4191" y="8475"/>
                    <a:pt x="4096" y="8349"/>
                    <a:pt x="3938" y="8286"/>
                  </a:cubicBezTo>
                  <a:lnTo>
                    <a:pt x="2521" y="7593"/>
                  </a:lnTo>
                  <a:lnTo>
                    <a:pt x="2521" y="2458"/>
                  </a:lnTo>
                  <a:close/>
                  <a:moveTo>
                    <a:pt x="12098" y="12382"/>
                  </a:moveTo>
                  <a:cubicBezTo>
                    <a:pt x="12319" y="12382"/>
                    <a:pt x="12539" y="12602"/>
                    <a:pt x="12539" y="12823"/>
                  </a:cubicBezTo>
                  <a:cubicBezTo>
                    <a:pt x="12476" y="13075"/>
                    <a:pt x="12287" y="13264"/>
                    <a:pt x="12098" y="13264"/>
                  </a:cubicBezTo>
                  <a:lnTo>
                    <a:pt x="2143" y="13264"/>
                  </a:lnTo>
                  <a:cubicBezTo>
                    <a:pt x="1891" y="13264"/>
                    <a:pt x="1733" y="13075"/>
                    <a:pt x="1733" y="12823"/>
                  </a:cubicBezTo>
                  <a:cubicBezTo>
                    <a:pt x="1733" y="12602"/>
                    <a:pt x="1922" y="12382"/>
                    <a:pt x="2143" y="12382"/>
                  </a:cubicBezTo>
                  <a:close/>
                  <a:moveTo>
                    <a:pt x="2080" y="0"/>
                  </a:moveTo>
                  <a:cubicBezTo>
                    <a:pt x="1544" y="0"/>
                    <a:pt x="1103" y="347"/>
                    <a:pt x="914" y="819"/>
                  </a:cubicBezTo>
                  <a:lnTo>
                    <a:pt x="441" y="819"/>
                  </a:lnTo>
                  <a:cubicBezTo>
                    <a:pt x="189" y="819"/>
                    <a:pt x="0" y="1008"/>
                    <a:pt x="0" y="1197"/>
                  </a:cubicBezTo>
                  <a:cubicBezTo>
                    <a:pt x="0" y="1418"/>
                    <a:pt x="189" y="1638"/>
                    <a:pt x="441" y="1638"/>
                  </a:cubicBezTo>
                  <a:lnTo>
                    <a:pt x="914" y="1638"/>
                  </a:lnTo>
                  <a:cubicBezTo>
                    <a:pt x="1040" y="1985"/>
                    <a:pt x="1292" y="2269"/>
                    <a:pt x="1670" y="2395"/>
                  </a:cubicBezTo>
                  <a:lnTo>
                    <a:pt x="1670" y="7876"/>
                  </a:lnTo>
                  <a:cubicBezTo>
                    <a:pt x="1670" y="8034"/>
                    <a:pt x="1733" y="8191"/>
                    <a:pt x="1891" y="8223"/>
                  </a:cubicBezTo>
                  <a:lnTo>
                    <a:pt x="2804" y="8696"/>
                  </a:lnTo>
                  <a:lnTo>
                    <a:pt x="1891" y="9168"/>
                  </a:lnTo>
                  <a:cubicBezTo>
                    <a:pt x="1733" y="9231"/>
                    <a:pt x="1670" y="9357"/>
                    <a:pt x="1670" y="9515"/>
                  </a:cubicBezTo>
                  <a:lnTo>
                    <a:pt x="1670" y="11689"/>
                  </a:lnTo>
                  <a:cubicBezTo>
                    <a:pt x="1292" y="11815"/>
                    <a:pt x="1040" y="12067"/>
                    <a:pt x="914" y="12445"/>
                  </a:cubicBezTo>
                  <a:lnTo>
                    <a:pt x="441" y="12445"/>
                  </a:lnTo>
                  <a:cubicBezTo>
                    <a:pt x="189" y="12445"/>
                    <a:pt x="0" y="12634"/>
                    <a:pt x="0" y="12854"/>
                  </a:cubicBezTo>
                  <a:cubicBezTo>
                    <a:pt x="0" y="13106"/>
                    <a:pt x="189" y="13295"/>
                    <a:pt x="441" y="13295"/>
                  </a:cubicBezTo>
                  <a:lnTo>
                    <a:pt x="914" y="13295"/>
                  </a:lnTo>
                  <a:cubicBezTo>
                    <a:pt x="1072" y="13768"/>
                    <a:pt x="1544" y="14114"/>
                    <a:pt x="2080" y="14114"/>
                  </a:cubicBezTo>
                  <a:lnTo>
                    <a:pt x="12067" y="14114"/>
                  </a:lnTo>
                  <a:cubicBezTo>
                    <a:pt x="12602" y="14114"/>
                    <a:pt x="13043" y="13768"/>
                    <a:pt x="13232" y="13295"/>
                  </a:cubicBezTo>
                  <a:lnTo>
                    <a:pt x="13705" y="13295"/>
                  </a:lnTo>
                  <a:cubicBezTo>
                    <a:pt x="13957" y="13295"/>
                    <a:pt x="14115" y="13106"/>
                    <a:pt x="14115" y="12854"/>
                  </a:cubicBezTo>
                  <a:cubicBezTo>
                    <a:pt x="14115" y="12634"/>
                    <a:pt x="13894" y="12445"/>
                    <a:pt x="13705" y="12445"/>
                  </a:cubicBezTo>
                  <a:lnTo>
                    <a:pt x="13232" y="12445"/>
                  </a:lnTo>
                  <a:cubicBezTo>
                    <a:pt x="13106" y="12067"/>
                    <a:pt x="12854" y="11815"/>
                    <a:pt x="12476" y="11689"/>
                  </a:cubicBezTo>
                  <a:lnTo>
                    <a:pt x="12476" y="6207"/>
                  </a:lnTo>
                  <a:cubicBezTo>
                    <a:pt x="12476" y="6049"/>
                    <a:pt x="12413" y="5892"/>
                    <a:pt x="12256" y="5860"/>
                  </a:cubicBezTo>
                  <a:lnTo>
                    <a:pt x="11342" y="5388"/>
                  </a:lnTo>
                  <a:lnTo>
                    <a:pt x="12256" y="4915"/>
                  </a:lnTo>
                  <a:cubicBezTo>
                    <a:pt x="12413" y="4883"/>
                    <a:pt x="12476" y="4726"/>
                    <a:pt x="12476" y="4568"/>
                  </a:cubicBezTo>
                  <a:lnTo>
                    <a:pt x="12476" y="2395"/>
                  </a:lnTo>
                  <a:cubicBezTo>
                    <a:pt x="12854" y="2269"/>
                    <a:pt x="13106" y="1985"/>
                    <a:pt x="13232" y="1638"/>
                  </a:cubicBezTo>
                  <a:lnTo>
                    <a:pt x="13705" y="1638"/>
                  </a:lnTo>
                  <a:cubicBezTo>
                    <a:pt x="13957" y="1638"/>
                    <a:pt x="14115" y="1449"/>
                    <a:pt x="14115" y="1197"/>
                  </a:cubicBezTo>
                  <a:cubicBezTo>
                    <a:pt x="14115" y="977"/>
                    <a:pt x="13894" y="819"/>
                    <a:pt x="13705" y="819"/>
                  </a:cubicBezTo>
                  <a:lnTo>
                    <a:pt x="13232" y="819"/>
                  </a:lnTo>
                  <a:cubicBezTo>
                    <a:pt x="13075" y="347"/>
                    <a:pt x="12602" y="0"/>
                    <a:pt x="120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3" name="Google Shape;10883;p65"/>
            <p:cNvSpPr/>
            <p:nvPr/>
          </p:nvSpPr>
          <p:spPr>
            <a:xfrm>
              <a:off x="-9923800" y="1705600"/>
              <a:ext cx="145725" cy="20500"/>
            </a:xfrm>
            <a:custGeom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30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4" name="Google Shape;10884;p65"/>
            <p:cNvSpPr/>
            <p:nvPr/>
          </p:nvSpPr>
          <p:spPr>
            <a:xfrm>
              <a:off x="-9902550" y="1746550"/>
              <a:ext cx="83525" cy="20500"/>
            </a:xfrm>
            <a:custGeom>
              <a:rect l="l" t="t" r="r" b="b"/>
              <a:pathLst>
                <a:path w="3341" h="820" extrusionOk="0">
                  <a:moveTo>
                    <a:pt x="379" y="0"/>
                  </a:moveTo>
                  <a:cubicBezTo>
                    <a:pt x="158" y="0"/>
                    <a:pt x="1" y="190"/>
                    <a:pt x="1" y="410"/>
                  </a:cubicBezTo>
                  <a:cubicBezTo>
                    <a:pt x="1" y="631"/>
                    <a:pt x="190" y="820"/>
                    <a:pt x="379" y="820"/>
                  </a:cubicBezTo>
                  <a:lnTo>
                    <a:pt x="2899" y="820"/>
                  </a:lnTo>
                  <a:cubicBezTo>
                    <a:pt x="3151" y="820"/>
                    <a:pt x="3340" y="631"/>
                    <a:pt x="3340" y="410"/>
                  </a:cubicBezTo>
                  <a:cubicBezTo>
                    <a:pt x="3340" y="158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5" name="Google Shape;10885;p65"/>
            <p:cNvSpPr/>
            <p:nvPr/>
          </p:nvSpPr>
          <p:spPr>
            <a:xfrm>
              <a:off x="-9923800" y="1788300"/>
              <a:ext cx="145725" cy="20500"/>
            </a:xfrm>
            <a:custGeom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62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6" name="Google Shape;10886;p65"/>
            <p:cNvSpPr/>
            <p:nvPr/>
          </p:nvSpPr>
          <p:spPr>
            <a:xfrm>
              <a:off x="-9901750" y="1828450"/>
              <a:ext cx="83500" cy="21300"/>
            </a:xfrm>
            <a:custGeom>
              <a:rect l="l" t="t" r="r" b="b"/>
              <a:pathLst>
                <a:path w="3340" h="852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3"/>
                    <a:pt x="189" y="852"/>
                    <a:pt x="410" y="852"/>
                  </a:cubicBezTo>
                  <a:lnTo>
                    <a:pt x="2930" y="852"/>
                  </a:lnTo>
                  <a:cubicBezTo>
                    <a:pt x="3151" y="852"/>
                    <a:pt x="3340" y="663"/>
                    <a:pt x="3340" y="442"/>
                  </a:cubicBezTo>
                  <a:cubicBezTo>
                    <a:pt x="3340" y="190"/>
                    <a:pt x="3151" y="1"/>
                    <a:pt x="29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87" name="Google Shape;10887;p65"/>
            <p:cNvSpPr/>
            <p:nvPr/>
          </p:nvSpPr>
          <p:spPr>
            <a:xfrm>
              <a:off x="-9923025" y="1871000"/>
              <a:ext cx="145725" cy="20500"/>
            </a:xfrm>
            <a:custGeom>
              <a:rect l="l" t="t" r="r" b="b"/>
              <a:pathLst>
                <a:path w="5829" h="820" extrusionOk="0">
                  <a:moveTo>
                    <a:pt x="410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9" y="630"/>
                    <a:pt x="5829" y="378"/>
                  </a:cubicBezTo>
                  <a:cubicBezTo>
                    <a:pt x="5829" y="189"/>
                    <a:pt x="5671" y="0"/>
                    <a:pt x="54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88" name="Google Shape;10888;p65"/>
          <p:cNvSpPr/>
          <p:nvPr/>
        </p:nvSpPr>
        <p:spPr>
          <a:xfrm>
            <a:off x="5311472" y="2958272"/>
            <a:ext cx="327116" cy="341748"/>
          </a:xfrm>
          <a:custGeom>
            <a:rect l="l" t="t" r="r" b="b"/>
            <a:pathLst>
              <a:path w="13548" h="14154" extrusionOk="0">
                <a:moveTo>
                  <a:pt x="6774" y="914"/>
                </a:moveTo>
                <a:cubicBezTo>
                  <a:pt x="7215" y="914"/>
                  <a:pt x="7593" y="1324"/>
                  <a:pt x="7593" y="1797"/>
                </a:cubicBezTo>
                <a:cubicBezTo>
                  <a:pt x="7593" y="2238"/>
                  <a:pt x="7247" y="2616"/>
                  <a:pt x="6774" y="2616"/>
                </a:cubicBezTo>
                <a:cubicBezTo>
                  <a:pt x="6301" y="2616"/>
                  <a:pt x="5955" y="2238"/>
                  <a:pt x="5955" y="1797"/>
                </a:cubicBezTo>
                <a:cubicBezTo>
                  <a:pt x="5955" y="1324"/>
                  <a:pt x="6333" y="914"/>
                  <a:pt x="6774" y="914"/>
                </a:cubicBezTo>
                <a:close/>
                <a:moveTo>
                  <a:pt x="1400" y="2610"/>
                </a:moveTo>
                <a:cubicBezTo>
                  <a:pt x="1427" y="2610"/>
                  <a:pt x="1454" y="2612"/>
                  <a:pt x="1481" y="2616"/>
                </a:cubicBezTo>
                <a:lnTo>
                  <a:pt x="4222" y="3151"/>
                </a:lnTo>
                <a:lnTo>
                  <a:pt x="3151" y="3781"/>
                </a:lnTo>
                <a:cubicBezTo>
                  <a:pt x="3119" y="3750"/>
                  <a:pt x="3245" y="3781"/>
                  <a:pt x="1324" y="3403"/>
                </a:cubicBezTo>
                <a:cubicBezTo>
                  <a:pt x="1072" y="3372"/>
                  <a:pt x="946" y="3120"/>
                  <a:pt x="1009" y="2931"/>
                </a:cubicBezTo>
                <a:cubicBezTo>
                  <a:pt x="1036" y="2710"/>
                  <a:pt x="1209" y="2610"/>
                  <a:pt x="1400" y="2610"/>
                </a:cubicBezTo>
                <a:close/>
                <a:moveTo>
                  <a:pt x="5502" y="3443"/>
                </a:moveTo>
                <a:cubicBezTo>
                  <a:pt x="5553" y="3443"/>
                  <a:pt x="5608" y="3451"/>
                  <a:pt x="5671" y="3466"/>
                </a:cubicBezTo>
                <a:cubicBezTo>
                  <a:pt x="5860" y="3561"/>
                  <a:pt x="5923" y="3624"/>
                  <a:pt x="5955" y="3907"/>
                </a:cubicBezTo>
                <a:cubicBezTo>
                  <a:pt x="5986" y="4254"/>
                  <a:pt x="5923" y="5766"/>
                  <a:pt x="7089" y="7278"/>
                </a:cubicBezTo>
                <a:cubicBezTo>
                  <a:pt x="7175" y="7385"/>
                  <a:pt x="7304" y="7449"/>
                  <a:pt x="7427" y="7449"/>
                </a:cubicBezTo>
                <a:cubicBezTo>
                  <a:pt x="7486" y="7449"/>
                  <a:pt x="7543" y="7435"/>
                  <a:pt x="7593" y="7404"/>
                </a:cubicBezTo>
                <a:lnTo>
                  <a:pt x="11972" y="5168"/>
                </a:lnTo>
                <a:cubicBezTo>
                  <a:pt x="12030" y="5129"/>
                  <a:pt x="12094" y="5111"/>
                  <a:pt x="12158" y="5111"/>
                </a:cubicBezTo>
                <a:cubicBezTo>
                  <a:pt x="12304" y="5111"/>
                  <a:pt x="12452" y="5204"/>
                  <a:pt x="12539" y="5357"/>
                </a:cubicBezTo>
                <a:cubicBezTo>
                  <a:pt x="12634" y="5577"/>
                  <a:pt x="12571" y="5798"/>
                  <a:pt x="12319" y="5924"/>
                </a:cubicBezTo>
                <a:lnTo>
                  <a:pt x="7499" y="8444"/>
                </a:lnTo>
                <a:cubicBezTo>
                  <a:pt x="7404" y="8476"/>
                  <a:pt x="7562" y="8350"/>
                  <a:pt x="5388" y="10366"/>
                </a:cubicBezTo>
                <a:cubicBezTo>
                  <a:pt x="5293" y="10492"/>
                  <a:pt x="5230" y="10712"/>
                  <a:pt x="5325" y="10870"/>
                </a:cubicBezTo>
                <a:lnTo>
                  <a:pt x="6396" y="12823"/>
                </a:lnTo>
                <a:cubicBezTo>
                  <a:pt x="6490" y="13012"/>
                  <a:pt x="6427" y="13233"/>
                  <a:pt x="6238" y="13359"/>
                </a:cubicBezTo>
                <a:cubicBezTo>
                  <a:pt x="6169" y="13398"/>
                  <a:pt x="6100" y="13416"/>
                  <a:pt x="6034" y="13416"/>
                </a:cubicBezTo>
                <a:cubicBezTo>
                  <a:pt x="5889" y="13416"/>
                  <a:pt x="5758" y="13331"/>
                  <a:pt x="5671" y="13201"/>
                </a:cubicBezTo>
                <a:lnTo>
                  <a:pt x="4285" y="10681"/>
                </a:lnTo>
                <a:cubicBezTo>
                  <a:pt x="4222" y="10523"/>
                  <a:pt x="4222" y="10334"/>
                  <a:pt x="4380" y="10177"/>
                </a:cubicBezTo>
                <a:lnTo>
                  <a:pt x="6333" y="8318"/>
                </a:lnTo>
                <a:cubicBezTo>
                  <a:pt x="6490" y="8161"/>
                  <a:pt x="6490" y="7940"/>
                  <a:pt x="6396" y="7783"/>
                </a:cubicBezTo>
                <a:cubicBezTo>
                  <a:pt x="5797" y="6995"/>
                  <a:pt x="5388" y="6050"/>
                  <a:pt x="5199" y="5042"/>
                </a:cubicBezTo>
                <a:cubicBezTo>
                  <a:pt x="5176" y="4859"/>
                  <a:pt x="4988" y="4727"/>
                  <a:pt x="4791" y="4727"/>
                </a:cubicBezTo>
                <a:cubicBezTo>
                  <a:pt x="4715" y="4727"/>
                  <a:pt x="4638" y="4746"/>
                  <a:pt x="4569" y="4790"/>
                </a:cubicBezTo>
                <a:cubicBezTo>
                  <a:pt x="4128" y="5042"/>
                  <a:pt x="4600" y="4727"/>
                  <a:pt x="1544" y="6743"/>
                </a:cubicBezTo>
                <a:cubicBezTo>
                  <a:pt x="1493" y="6768"/>
                  <a:pt x="1438" y="6780"/>
                  <a:pt x="1382" y="6780"/>
                </a:cubicBezTo>
                <a:cubicBezTo>
                  <a:pt x="1229" y="6780"/>
                  <a:pt x="1069" y="6692"/>
                  <a:pt x="977" y="6554"/>
                </a:cubicBezTo>
                <a:cubicBezTo>
                  <a:pt x="946" y="6270"/>
                  <a:pt x="1040" y="6050"/>
                  <a:pt x="1229" y="5955"/>
                </a:cubicBezTo>
                <a:cubicBezTo>
                  <a:pt x="1261" y="5955"/>
                  <a:pt x="5356" y="3466"/>
                  <a:pt x="5356" y="3466"/>
                </a:cubicBezTo>
                <a:cubicBezTo>
                  <a:pt x="5403" y="3451"/>
                  <a:pt x="5451" y="3443"/>
                  <a:pt x="5502" y="3443"/>
                </a:cubicBezTo>
                <a:close/>
                <a:moveTo>
                  <a:pt x="6774" y="1"/>
                </a:moveTo>
                <a:cubicBezTo>
                  <a:pt x="5892" y="1"/>
                  <a:pt x="5136" y="788"/>
                  <a:pt x="5136" y="1702"/>
                </a:cubicBezTo>
                <a:cubicBezTo>
                  <a:pt x="5136" y="1986"/>
                  <a:pt x="5199" y="2206"/>
                  <a:pt x="5325" y="2458"/>
                </a:cubicBezTo>
                <a:lnTo>
                  <a:pt x="1670" y="1702"/>
                </a:lnTo>
                <a:cubicBezTo>
                  <a:pt x="1594" y="1688"/>
                  <a:pt x="1517" y="1681"/>
                  <a:pt x="1441" y="1681"/>
                </a:cubicBezTo>
                <a:cubicBezTo>
                  <a:pt x="857" y="1681"/>
                  <a:pt x="305" y="2093"/>
                  <a:pt x="221" y="2679"/>
                </a:cubicBezTo>
                <a:cubicBezTo>
                  <a:pt x="95" y="3372"/>
                  <a:pt x="536" y="4033"/>
                  <a:pt x="1198" y="4159"/>
                </a:cubicBezTo>
                <a:lnTo>
                  <a:pt x="2174" y="4349"/>
                </a:lnTo>
                <a:lnTo>
                  <a:pt x="883" y="5136"/>
                </a:lnTo>
                <a:cubicBezTo>
                  <a:pt x="252" y="5514"/>
                  <a:pt x="0" y="6239"/>
                  <a:pt x="284" y="6869"/>
                </a:cubicBezTo>
                <a:cubicBezTo>
                  <a:pt x="512" y="7326"/>
                  <a:pt x="974" y="7536"/>
                  <a:pt x="1397" y="7536"/>
                </a:cubicBezTo>
                <a:cubicBezTo>
                  <a:pt x="1616" y="7536"/>
                  <a:pt x="1824" y="7480"/>
                  <a:pt x="1985" y="7373"/>
                </a:cubicBezTo>
                <a:lnTo>
                  <a:pt x="4506" y="5735"/>
                </a:lnTo>
                <a:cubicBezTo>
                  <a:pt x="4695" y="6522"/>
                  <a:pt x="5041" y="7215"/>
                  <a:pt x="5482" y="7877"/>
                </a:cubicBezTo>
                <a:lnTo>
                  <a:pt x="3781" y="9515"/>
                </a:lnTo>
                <a:cubicBezTo>
                  <a:pt x="3403" y="9893"/>
                  <a:pt x="3277" y="10523"/>
                  <a:pt x="3560" y="10996"/>
                </a:cubicBezTo>
                <a:lnTo>
                  <a:pt x="4947" y="13516"/>
                </a:lnTo>
                <a:cubicBezTo>
                  <a:pt x="5181" y="13922"/>
                  <a:pt x="5604" y="14154"/>
                  <a:pt x="6028" y="14154"/>
                </a:cubicBezTo>
                <a:cubicBezTo>
                  <a:pt x="6230" y="14154"/>
                  <a:pt x="6433" y="14101"/>
                  <a:pt x="6616" y="13989"/>
                </a:cubicBezTo>
                <a:cubicBezTo>
                  <a:pt x="7215" y="13642"/>
                  <a:pt x="7467" y="12886"/>
                  <a:pt x="7089" y="12288"/>
                </a:cubicBezTo>
                <a:lnTo>
                  <a:pt x="6207" y="10649"/>
                </a:lnTo>
                <a:lnTo>
                  <a:pt x="7877" y="9043"/>
                </a:lnTo>
                <a:lnTo>
                  <a:pt x="12697" y="6554"/>
                </a:lnTo>
                <a:cubicBezTo>
                  <a:pt x="13295" y="6239"/>
                  <a:pt x="13548" y="5483"/>
                  <a:pt x="13232" y="4884"/>
                </a:cubicBezTo>
                <a:cubicBezTo>
                  <a:pt x="13014" y="4446"/>
                  <a:pt x="12597" y="4206"/>
                  <a:pt x="12162" y="4206"/>
                </a:cubicBezTo>
                <a:cubicBezTo>
                  <a:pt x="11971" y="4206"/>
                  <a:pt x="11777" y="4252"/>
                  <a:pt x="11594" y="4349"/>
                </a:cubicBezTo>
                <a:lnTo>
                  <a:pt x="7530" y="6428"/>
                </a:lnTo>
                <a:cubicBezTo>
                  <a:pt x="6679" y="5136"/>
                  <a:pt x="6837" y="3907"/>
                  <a:pt x="6774" y="3750"/>
                </a:cubicBezTo>
                <a:cubicBezTo>
                  <a:pt x="6774" y="3687"/>
                  <a:pt x="6774" y="3529"/>
                  <a:pt x="6711" y="3372"/>
                </a:cubicBezTo>
                <a:lnTo>
                  <a:pt x="6774" y="3372"/>
                </a:lnTo>
                <a:cubicBezTo>
                  <a:pt x="7688" y="3372"/>
                  <a:pt x="8444" y="2616"/>
                  <a:pt x="8444" y="1702"/>
                </a:cubicBezTo>
                <a:cubicBezTo>
                  <a:pt x="8444" y="788"/>
                  <a:pt x="7688" y="1"/>
                  <a:pt x="677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89" name="Google Shape;10889;p65"/>
          <p:cNvGrpSpPr/>
          <p:nvPr/>
        </p:nvGrpSpPr>
        <p:grpSpPr>
          <a:xfrm>
            <a:off x="8031595" y="2576583"/>
            <a:ext cx="322553" cy="342328"/>
            <a:chOff x="-10019125" y="2490075"/>
            <a:chExt cx="333975" cy="354450"/>
          </a:xfrm>
        </p:grpSpPr>
        <p:sp>
          <p:nvSpPr>
            <p:cNvPr id="10890" name="Google Shape;10890;p65"/>
            <p:cNvSpPr/>
            <p:nvPr/>
          </p:nvSpPr>
          <p:spPr>
            <a:xfrm>
              <a:off x="-10019125" y="2490850"/>
              <a:ext cx="333975" cy="353675"/>
            </a:xfrm>
            <a:custGeom>
              <a:rect l="l" t="t" r="r" b="b"/>
              <a:pathLst>
                <a:path w="13358" h="14147" extrusionOk="0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1" name="Google Shape;10891;p65"/>
            <p:cNvSpPr/>
            <p:nvPr/>
          </p:nvSpPr>
          <p:spPr>
            <a:xfrm>
              <a:off x="-10016750" y="2491050"/>
              <a:ext cx="63825" cy="61850"/>
            </a:xfrm>
            <a:custGeom>
              <a:rect l="l" t="t" r="r" b="b"/>
              <a:pathLst>
                <a:path w="2553" h="2474" extrusionOk="0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2" name="Google Shape;10892;p65"/>
            <p:cNvSpPr/>
            <p:nvPr/>
          </p:nvSpPr>
          <p:spPr>
            <a:xfrm>
              <a:off x="-9933275" y="2490075"/>
              <a:ext cx="20525" cy="63025"/>
            </a:xfrm>
            <a:custGeom>
              <a:rect l="l" t="t" r="r" b="b"/>
              <a:pathLst>
                <a:path w="821" h="2521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3" name="Google Shape;10893;p65"/>
            <p:cNvSpPr/>
            <p:nvPr/>
          </p:nvSpPr>
          <p:spPr>
            <a:xfrm>
              <a:off x="-10015975" y="2573550"/>
              <a:ext cx="63050" cy="20500"/>
            </a:xfrm>
            <a:custGeom>
              <a:rect l="l" t="t" r="r" b="b"/>
              <a:pathLst>
                <a:path w="2522" h="820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894" name="Google Shape;10894;p65"/>
          <p:cNvGrpSpPr/>
          <p:nvPr/>
        </p:nvGrpSpPr>
        <p:grpSpPr>
          <a:xfrm>
            <a:off x="6661180" y="2957593"/>
            <a:ext cx="352227" cy="343100"/>
            <a:chOff x="-8684100" y="2032450"/>
            <a:chExt cx="364700" cy="355250"/>
          </a:xfrm>
        </p:grpSpPr>
        <p:sp>
          <p:nvSpPr>
            <p:cNvPr id="10895" name="Google Shape;10895;p65"/>
            <p:cNvSpPr/>
            <p:nvPr/>
          </p:nvSpPr>
          <p:spPr>
            <a:xfrm>
              <a:off x="-8684100" y="2032450"/>
              <a:ext cx="364700" cy="355250"/>
            </a:xfrm>
            <a:custGeom>
              <a:rect l="l" t="t" r="r" b="b"/>
              <a:pathLst>
                <a:path w="14588" h="14209" extrusionOk="0">
                  <a:moveTo>
                    <a:pt x="13611" y="820"/>
                  </a:moveTo>
                  <a:lnTo>
                    <a:pt x="13611" y="1891"/>
                  </a:lnTo>
                  <a:lnTo>
                    <a:pt x="13642" y="1891"/>
                  </a:lnTo>
                  <a:lnTo>
                    <a:pt x="12130" y="2994"/>
                  </a:lnTo>
                  <a:lnTo>
                    <a:pt x="11469" y="2301"/>
                  </a:lnTo>
                  <a:lnTo>
                    <a:pt x="12571" y="820"/>
                  </a:lnTo>
                  <a:close/>
                  <a:moveTo>
                    <a:pt x="3561" y="2238"/>
                  </a:moveTo>
                  <a:lnTo>
                    <a:pt x="5294" y="3970"/>
                  </a:lnTo>
                  <a:cubicBezTo>
                    <a:pt x="5168" y="4033"/>
                    <a:pt x="5105" y="4128"/>
                    <a:pt x="4979" y="4254"/>
                  </a:cubicBezTo>
                  <a:lnTo>
                    <a:pt x="4695" y="4506"/>
                  </a:lnTo>
                  <a:lnTo>
                    <a:pt x="3844" y="3655"/>
                  </a:lnTo>
                  <a:cubicBezTo>
                    <a:pt x="3435" y="3246"/>
                    <a:pt x="3372" y="2710"/>
                    <a:pt x="3561" y="2238"/>
                  </a:cubicBezTo>
                  <a:close/>
                  <a:moveTo>
                    <a:pt x="10965" y="2899"/>
                  </a:moveTo>
                  <a:lnTo>
                    <a:pt x="11563" y="3498"/>
                  </a:lnTo>
                  <a:lnTo>
                    <a:pt x="8192" y="6837"/>
                  </a:lnTo>
                  <a:lnTo>
                    <a:pt x="7625" y="6239"/>
                  </a:lnTo>
                  <a:lnTo>
                    <a:pt x="10965" y="2899"/>
                  </a:lnTo>
                  <a:close/>
                  <a:moveTo>
                    <a:pt x="10492" y="9200"/>
                  </a:moveTo>
                  <a:lnTo>
                    <a:pt x="12225" y="10901"/>
                  </a:lnTo>
                  <a:cubicBezTo>
                    <a:pt x="12048" y="10984"/>
                    <a:pt x="11859" y="11027"/>
                    <a:pt x="11671" y="11027"/>
                  </a:cubicBezTo>
                  <a:cubicBezTo>
                    <a:pt x="11355" y="11027"/>
                    <a:pt x="11044" y="10906"/>
                    <a:pt x="10807" y="10649"/>
                  </a:cubicBezTo>
                  <a:lnTo>
                    <a:pt x="9925" y="9799"/>
                  </a:lnTo>
                  <a:lnTo>
                    <a:pt x="10208" y="9515"/>
                  </a:lnTo>
                  <a:cubicBezTo>
                    <a:pt x="10334" y="9389"/>
                    <a:pt x="10397" y="9326"/>
                    <a:pt x="10492" y="9200"/>
                  </a:cubicBezTo>
                  <a:close/>
                  <a:moveTo>
                    <a:pt x="2962" y="11059"/>
                  </a:moveTo>
                  <a:lnTo>
                    <a:pt x="3403" y="11500"/>
                  </a:lnTo>
                  <a:lnTo>
                    <a:pt x="2143" y="12319"/>
                  </a:lnTo>
                  <a:lnTo>
                    <a:pt x="2962" y="11059"/>
                  </a:lnTo>
                  <a:close/>
                  <a:moveTo>
                    <a:pt x="6996" y="4146"/>
                  </a:moveTo>
                  <a:cubicBezTo>
                    <a:pt x="7395" y="4146"/>
                    <a:pt x="7791" y="4258"/>
                    <a:pt x="8129" y="4474"/>
                  </a:cubicBezTo>
                  <a:lnTo>
                    <a:pt x="6711" y="5892"/>
                  </a:lnTo>
                  <a:cubicBezTo>
                    <a:pt x="6554" y="6050"/>
                    <a:pt x="6554" y="6333"/>
                    <a:pt x="6711" y="6491"/>
                  </a:cubicBezTo>
                  <a:lnTo>
                    <a:pt x="7877" y="7656"/>
                  </a:lnTo>
                  <a:cubicBezTo>
                    <a:pt x="7956" y="7735"/>
                    <a:pt x="8066" y="7775"/>
                    <a:pt x="8176" y="7775"/>
                  </a:cubicBezTo>
                  <a:cubicBezTo>
                    <a:pt x="8287" y="7775"/>
                    <a:pt x="8397" y="7735"/>
                    <a:pt x="8476" y="7656"/>
                  </a:cubicBezTo>
                  <a:lnTo>
                    <a:pt x="9893" y="6239"/>
                  </a:lnTo>
                  <a:cubicBezTo>
                    <a:pt x="10145" y="6648"/>
                    <a:pt x="10240" y="7026"/>
                    <a:pt x="10240" y="7436"/>
                  </a:cubicBezTo>
                  <a:cubicBezTo>
                    <a:pt x="10240" y="7971"/>
                    <a:pt x="10051" y="8476"/>
                    <a:pt x="9673" y="8885"/>
                  </a:cubicBezTo>
                  <a:lnTo>
                    <a:pt x="9232" y="9326"/>
                  </a:lnTo>
                  <a:cubicBezTo>
                    <a:pt x="9086" y="9286"/>
                    <a:pt x="8937" y="9266"/>
                    <a:pt x="8788" y="9266"/>
                  </a:cubicBezTo>
                  <a:cubicBezTo>
                    <a:pt x="8356" y="9266"/>
                    <a:pt x="7929" y="9431"/>
                    <a:pt x="7625" y="9736"/>
                  </a:cubicBezTo>
                  <a:cubicBezTo>
                    <a:pt x="7310" y="10051"/>
                    <a:pt x="7152" y="10492"/>
                    <a:pt x="7089" y="10933"/>
                  </a:cubicBezTo>
                  <a:cubicBezTo>
                    <a:pt x="7089" y="11405"/>
                    <a:pt x="7247" y="11784"/>
                    <a:pt x="7562" y="12099"/>
                  </a:cubicBezTo>
                  <a:lnTo>
                    <a:pt x="7310" y="12382"/>
                  </a:lnTo>
                  <a:cubicBezTo>
                    <a:pt x="6743" y="12949"/>
                    <a:pt x="6050" y="13264"/>
                    <a:pt x="5262" y="13264"/>
                  </a:cubicBezTo>
                  <a:cubicBezTo>
                    <a:pt x="4538" y="13264"/>
                    <a:pt x="3844" y="12981"/>
                    <a:pt x="3309" y="12508"/>
                  </a:cubicBezTo>
                  <a:lnTo>
                    <a:pt x="4317" y="11878"/>
                  </a:lnTo>
                  <a:cubicBezTo>
                    <a:pt x="4412" y="11784"/>
                    <a:pt x="4475" y="11689"/>
                    <a:pt x="4506" y="11563"/>
                  </a:cubicBezTo>
                  <a:cubicBezTo>
                    <a:pt x="4506" y="11437"/>
                    <a:pt x="4475" y="11311"/>
                    <a:pt x="4380" y="11216"/>
                  </a:cubicBezTo>
                  <a:lnTo>
                    <a:pt x="3214" y="10019"/>
                  </a:lnTo>
                  <a:cubicBezTo>
                    <a:pt x="3120" y="9956"/>
                    <a:pt x="2994" y="9893"/>
                    <a:pt x="2836" y="9893"/>
                  </a:cubicBezTo>
                  <a:cubicBezTo>
                    <a:pt x="2742" y="9893"/>
                    <a:pt x="2616" y="9988"/>
                    <a:pt x="2521" y="10114"/>
                  </a:cubicBezTo>
                  <a:lnTo>
                    <a:pt x="1891" y="11090"/>
                  </a:lnTo>
                  <a:cubicBezTo>
                    <a:pt x="883" y="9956"/>
                    <a:pt x="914" y="8223"/>
                    <a:pt x="2017" y="7121"/>
                  </a:cubicBezTo>
                  <a:lnTo>
                    <a:pt x="2301" y="6837"/>
                  </a:lnTo>
                  <a:cubicBezTo>
                    <a:pt x="2616" y="7152"/>
                    <a:pt x="3057" y="7310"/>
                    <a:pt x="3466" y="7310"/>
                  </a:cubicBezTo>
                  <a:cubicBezTo>
                    <a:pt x="3907" y="7310"/>
                    <a:pt x="4348" y="7121"/>
                    <a:pt x="4664" y="6806"/>
                  </a:cubicBezTo>
                  <a:cubicBezTo>
                    <a:pt x="5105" y="6365"/>
                    <a:pt x="5262" y="5766"/>
                    <a:pt x="5105" y="5168"/>
                  </a:cubicBezTo>
                  <a:lnTo>
                    <a:pt x="5514" y="4758"/>
                  </a:lnTo>
                  <a:cubicBezTo>
                    <a:pt x="5928" y="4344"/>
                    <a:pt x="6465" y="4146"/>
                    <a:pt x="6996" y="4146"/>
                  </a:cubicBezTo>
                  <a:close/>
                  <a:moveTo>
                    <a:pt x="12382" y="1"/>
                  </a:moveTo>
                  <a:cubicBezTo>
                    <a:pt x="12256" y="1"/>
                    <a:pt x="12130" y="64"/>
                    <a:pt x="12067" y="158"/>
                  </a:cubicBezTo>
                  <a:lnTo>
                    <a:pt x="10649" y="2080"/>
                  </a:lnTo>
                  <a:lnTo>
                    <a:pt x="8759" y="3970"/>
                  </a:lnTo>
                  <a:cubicBezTo>
                    <a:pt x="8249" y="3583"/>
                    <a:pt x="7634" y="3393"/>
                    <a:pt x="7024" y="3393"/>
                  </a:cubicBezTo>
                  <a:cubicBezTo>
                    <a:pt x="6692" y="3393"/>
                    <a:pt x="6361" y="3450"/>
                    <a:pt x="6050" y="3561"/>
                  </a:cubicBezTo>
                  <a:lnTo>
                    <a:pt x="2616" y="158"/>
                  </a:lnTo>
                  <a:cubicBezTo>
                    <a:pt x="2537" y="79"/>
                    <a:pt x="2427" y="40"/>
                    <a:pt x="2316" y="40"/>
                  </a:cubicBezTo>
                  <a:cubicBezTo>
                    <a:pt x="2206" y="40"/>
                    <a:pt x="2096" y="79"/>
                    <a:pt x="2017" y="158"/>
                  </a:cubicBezTo>
                  <a:cubicBezTo>
                    <a:pt x="1860" y="316"/>
                    <a:pt x="1860" y="568"/>
                    <a:pt x="2017" y="725"/>
                  </a:cubicBezTo>
                  <a:lnTo>
                    <a:pt x="2931" y="1639"/>
                  </a:lnTo>
                  <a:cubicBezTo>
                    <a:pt x="2427" y="2427"/>
                    <a:pt x="2490" y="3529"/>
                    <a:pt x="3214" y="4254"/>
                  </a:cubicBezTo>
                  <a:lnTo>
                    <a:pt x="4222" y="5262"/>
                  </a:lnTo>
                  <a:cubicBezTo>
                    <a:pt x="4222" y="5294"/>
                    <a:pt x="4222" y="5325"/>
                    <a:pt x="4254" y="5388"/>
                  </a:cubicBezTo>
                  <a:cubicBezTo>
                    <a:pt x="4412" y="5703"/>
                    <a:pt x="4348" y="6081"/>
                    <a:pt x="4096" y="6333"/>
                  </a:cubicBezTo>
                  <a:cubicBezTo>
                    <a:pt x="3948" y="6499"/>
                    <a:pt x="3721" y="6586"/>
                    <a:pt x="3493" y="6586"/>
                  </a:cubicBezTo>
                  <a:cubicBezTo>
                    <a:pt x="3287" y="6586"/>
                    <a:pt x="3080" y="6514"/>
                    <a:pt x="2931" y="6365"/>
                  </a:cubicBezTo>
                  <a:lnTo>
                    <a:pt x="2647" y="6081"/>
                  </a:lnTo>
                  <a:cubicBezTo>
                    <a:pt x="2568" y="6002"/>
                    <a:pt x="2458" y="5963"/>
                    <a:pt x="2348" y="5963"/>
                  </a:cubicBezTo>
                  <a:cubicBezTo>
                    <a:pt x="2238" y="5963"/>
                    <a:pt x="2127" y="6002"/>
                    <a:pt x="2049" y="6081"/>
                  </a:cubicBezTo>
                  <a:lnTo>
                    <a:pt x="1482" y="6680"/>
                  </a:lnTo>
                  <a:cubicBezTo>
                    <a:pt x="1" y="8129"/>
                    <a:pt x="1" y="10492"/>
                    <a:pt x="1482" y="11973"/>
                  </a:cubicBezTo>
                  <a:lnTo>
                    <a:pt x="442" y="13579"/>
                  </a:lnTo>
                  <a:cubicBezTo>
                    <a:pt x="316" y="13737"/>
                    <a:pt x="379" y="13957"/>
                    <a:pt x="473" y="14083"/>
                  </a:cubicBezTo>
                  <a:cubicBezTo>
                    <a:pt x="562" y="14154"/>
                    <a:pt x="670" y="14195"/>
                    <a:pt x="776" y="14195"/>
                  </a:cubicBezTo>
                  <a:cubicBezTo>
                    <a:pt x="859" y="14195"/>
                    <a:pt x="940" y="14170"/>
                    <a:pt x="1009" y="14115"/>
                  </a:cubicBezTo>
                  <a:lnTo>
                    <a:pt x="2616" y="13107"/>
                  </a:lnTo>
                  <a:cubicBezTo>
                    <a:pt x="3309" y="13800"/>
                    <a:pt x="4254" y="14209"/>
                    <a:pt x="5262" y="14209"/>
                  </a:cubicBezTo>
                  <a:cubicBezTo>
                    <a:pt x="6239" y="14209"/>
                    <a:pt x="7184" y="13800"/>
                    <a:pt x="7877" y="13107"/>
                  </a:cubicBezTo>
                  <a:lnTo>
                    <a:pt x="8476" y="12508"/>
                  </a:lnTo>
                  <a:cubicBezTo>
                    <a:pt x="8633" y="12351"/>
                    <a:pt x="8633" y="12067"/>
                    <a:pt x="8476" y="11910"/>
                  </a:cubicBezTo>
                  <a:lnTo>
                    <a:pt x="8192" y="11657"/>
                  </a:lnTo>
                  <a:cubicBezTo>
                    <a:pt x="7877" y="11342"/>
                    <a:pt x="7877" y="10775"/>
                    <a:pt x="8255" y="10460"/>
                  </a:cubicBezTo>
                  <a:cubicBezTo>
                    <a:pt x="8400" y="10315"/>
                    <a:pt x="8627" y="10225"/>
                    <a:pt x="8856" y="10225"/>
                  </a:cubicBezTo>
                  <a:cubicBezTo>
                    <a:pt x="8974" y="10225"/>
                    <a:pt x="9093" y="10249"/>
                    <a:pt x="9200" y="10303"/>
                  </a:cubicBezTo>
                  <a:cubicBezTo>
                    <a:pt x="9232" y="10303"/>
                    <a:pt x="9263" y="10334"/>
                    <a:pt x="9295" y="10334"/>
                  </a:cubicBezTo>
                  <a:lnTo>
                    <a:pt x="10334" y="11374"/>
                  </a:lnTo>
                  <a:cubicBezTo>
                    <a:pt x="10736" y="11775"/>
                    <a:pt x="11274" y="11976"/>
                    <a:pt x="11809" y="11976"/>
                  </a:cubicBezTo>
                  <a:cubicBezTo>
                    <a:pt x="12199" y="11976"/>
                    <a:pt x="12586" y="11870"/>
                    <a:pt x="12918" y="11657"/>
                  </a:cubicBezTo>
                  <a:lnTo>
                    <a:pt x="13831" y="12540"/>
                  </a:lnTo>
                  <a:cubicBezTo>
                    <a:pt x="13910" y="12618"/>
                    <a:pt x="14021" y="12658"/>
                    <a:pt x="14131" y="12658"/>
                  </a:cubicBezTo>
                  <a:cubicBezTo>
                    <a:pt x="14241" y="12658"/>
                    <a:pt x="14351" y="12618"/>
                    <a:pt x="14430" y="12540"/>
                  </a:cubicBezTo>
                  <a:cubicBezTo>
                    <a:pt x="14588" y="12382"/>
                    <a:pt x="14588" y="12130"/>
                    <a:pt x="14430" y="11973"/>
                  </a:cubicBezTo>
                  <a:lnTo>
                    <a:pt x="10996" y="8539"/>
                  </a:lnTo>
                  <a:cubicBezTo>
                    <a:pt x="11122" y="8223"/>
                    <a:pt x="11154" y="7908"/>
                    <a:pt x="11154" y="7562"/>
                  </a:cubicBezTo>
                  <a:cubicBezTo>
                    <a:pt x="11154" y="6932"/>
                    <a:pt x="10965" y="6333"/>
                    <a:pt x="10555" y="5829"/>
                  </a:cubicBezTo>
                  <a:lnTo>
                    <a:pt x="12445" y="3939"/>
                  </a:lnTo>
                  <a:lnTo>
                    <a:pt x="14399" y="2521"/>
                  </a:lnTo>
                  <a:cubicBezTo>
                    <a:pt x="14493" y="2427"/>
                    <a:pt x="14556" y="2301"/>
                    <a:pt x="14556" y="2206"/>
                  </a:cubicBezTo>
                  <a:lnTo>
                    <a:pt x="14556" y="536"/>
                  </a:lnTo>
                  <a:cubicBezTo>
                    <a:pt x="14462" y="190"/>
                    <a:pt x="14273" y="1"/>
                    <a:pt x="140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6" name="Google Shape;10896;p65"/>
            <p:cNvSpPr/>
            <p:nvPr/>
          </p:nvSpPr>
          <p:spPr>
            <a:xfrm>
              <a:off x="-8637625" y="2231725"/>
              <a:ext cx="81950" cy="32525"/>
            </a:xfrm>
            <a:custGeom>
              <a:rect l="l" t="t" r="r" b="b"/>
              <a:pathLst>
                <a:path w="3278" h="1301" extrusionOk="0">
                  <a:moveTo>
                    <a:pt x="2226" y="0"/>
                  </a:moveTo>
                  <a:cubicBezTo>
                    <a:pt x="1907" y="0"/>
                    <a:pt x="1592" y="126"/>
                    <a:pt x="1355" y="378"/>
                  </a:cubicBezTo>
                  <a:cubicBezTo>
                    <a:pt x="1277" y="457"/>
                    <a:pt x="1166" y="497"/>
                    <a:pt x="1056" y="497"/>
                  </a:cubicBezTo>
                  <a:cubicBezTo>
                    <a:pt x="946" y="497"/>
                    <a:pt x="835" y="457"/>
                    <a:pt x="757" y="378"/>
                  </a:cubicBezTo>
                  <a:cubicBezTo>
                    <a:pt x="678" y="300"/>
                    <a:pt x="568" y="260"/>
                    <a:pt x="457" y="260"/>
                  </a:cubicBezTo>
                  <a:cubicBezTo>
                    <a:pt x="347" y="260"/>
                    <a:pt x="237" y="300"/>
                    <a:pt x="158" y="378"/>
                  </a:cubicBezTo>
                  <a:cubicBezTo>
                    <a:pt x="1" y="536"/>
                    <a:pt x="1" y="788"/>
                    <a:pt x="158" y="946"/>
                  </a:cubicBezTo>
                  <a:cubicBezTo>
                    <a:pt x="394" y="1182"/>
                    <a:pt x="709" y="1300"/>
                    <a:pt x="1028" y="1300"/>
                  </a:cubicBezTo>
                  <a:cubicBezTo>
                    <a:pt x="1347" y="1300"/>
                    <a:pt x="1670" y="1182"/>
                    <a:pt x="1922" y="946"/>
                  </a:cubicBezTo>
                  <a:cubicBezTo>
                    <a:pt x="2001" y="867"/>
                    <a:pt x="2111" y="827"/>
                    <a:pt x="2222" y="827"/>
                  </a:cubicBezTo>
                  <a:cubicBezTo>
                    <a:pt x="2332" y="827"/>
                    <a:pt x="2442" y="867"/>
                    <a:pt x="2521" y="946"/>
                  </a:cubicBezTo>
                  <a:cubicBezTo>
                    <a:pt x="2600" y="1024"/>
                    <a:pt x="2710" y="1064"/>
                    <a:pt x="2820" y="1064"/>
                  </a:cubicBezTo>
                  <a:cubicBezTo>
                    <a:pt x="2931" y="1064"/>
                    <a:pt x="3041" y="1024"/>
                    <a:pt x="3120" y="946"/>
                  </a:cubicBezTo>
                  <a:cubicBezTo>
                    <a:pt x="3277" y="788"/>
                    <a:pt x="3277" y="536"/>
                    <a:pt x="3120" y="378"/>
                  </a:cubicBezTo>
                  <a:cubicBezTo>
                    <a:pt x="2868" y="126"/>
                    <a:pt x="2545" y="0"/>
                    <a:pt x="2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897" name="Google Shape;10897;p65"/>
            <p:cNvSpPr/>
            <p:nvPr/>
          </p:nvSpPr>
          <p:spPr>
            <a:xfrm>
              <a:off x="-8558075" y="2267375"/>
              <a:ext cx="38625" cy="79950"/>
            </a:xfrm>
            <a:custGeom>
              <a:rect l="l" t="t" r="r" b="b"/>
              <a:pathLst>
                <a:path w="1545" h="3198" extrusionOk="0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cubicBezTo>
                    <a:pt x="316" y="276"/>
                    <a:pt x="316" y="559"/>
                    <a:pt x="473" y="717"/>
                  </a:cubicBezTo>
                  <a:cubicBezTo>
                    <a:pt x="631" y="874"/>
                    <a:pt x="631" y="1158"/>
                    <a:pt x="473" y="1315"/>
                  </a:cubicBezTo>
                  <a:cubicBezTo>
                    <a:pt x="1" y="1788"/>
                    <a:pt x="1" y="2576"/>
                    <a:pt x="473" y="3080"/>
                  </a:cubicBezTo>
                  <a:cubicBezTo>
                    <a:pt x="552" y="3158"/>
                    <a:pt x="662" y="3198"/>
                    <a:pt x="772" y="3198"/>
                  </a:cubicBezTo>
                  <a:cubicBezTo>
                    <a:pt x="883" y="3198"/>
                    <a:pt x="993" y="3158"/>
                    <a:pt x="1072" y="3080"/>
                  </a:cubicBezTo>
                  <a:cubicBezTo>
                    <a:pt x="1229" y="2922"/>
                    <a:pt x="1229" y="2639"/>
                    <a:pt x="1072" y="2481"/>
                  </a:cubicBezTo>
                  <a:cubicBezTo>
                    <a:pt x="914" y="2324"/>
                    <a:pt x="914" y="2040"/>
                    <a:pt x="1072" y="1882"/>
                  </a:cubicBezTo>
                  <a:cubicBezTo>
                    <a:pt x="1544" y="1378"/>
                    <a:pt x="1544" y="591"/>
                    <a:pt x="1072" y="118"/>
                  </a:cubicBezTo>
                  <a:cubicBezTo>
                    <a:pt x="993" y="39"/>
                    <a:pt x="883" y="0"/>
                    <a:pt x="7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898" name="Google Shape;10898;p65"/>
          <p:cNvSpPr/>
          <p:nvPr/>
        </p:nvSpPr>
        <p:spPr>
          <a:xfrm>
            <a:off x="5773709" y="1303696"/>
            <a:ext cx="300509" cy="340807"/>
          </a:xfrm>
          <a:custGeom>
            <a:rect l="l" t="t" r="r" b="b"/>
            <a:pathLst>
              <a:path w="12446" h="14114" extrusionOk="0">
                <a:moveTo>
                  <a:pt x="10744" y="788"/>
                </a:moveTo>
                <a:cubicBezTo>
                  <a:pt x="11216" y="788"/>
                  <a:pt x="11563" y="1135"/>
                  <a:pt x="11563" y="1607"/>
                </a:cubicBezTo>
                <a:cubicBezTo>
                  <a:pt x="11563" y="2080"/>
                  <a:pt x="11216" y="2458"/>
                  <a:pt x="10744" y="2458"/>
                </a:cubicBezTo>
                <a:cubicBezTo>
                  <a:pt x="10492" y="2458"/>
                  <a:pt x="10303" y="2647"/>
                  <a:pt x="10303" y="2867"/>
                </a:cubicBezTo>
                <a:cubicBezTo>
                  <a:pt x="10303" y="3119"/>
                  <a:pt x="10492" y="3308"/>
                  <a:pt x="10744" y="3308"/>
                </a:cubicBezTo>
                <a:lnTo>
                  <a:pt x="10744" y="4884"/>
                </a:lnTo>
                <a:cubicBezTo>
                  <a:pt x="10744" y="4947"/>
                  <a:pt x="10775" y="5041"/>
                  <a:pt x="10807" y="5073"/>
                </a:cubicBezTo>
                <a:cubicBezTo>
                  <a:pt x="11342" y="5892"/>
                  <a:pt x="11563" y="6900"/>
                  <a:pt x="11563" y="7877"/>
                </a:cubicBezTo>
                <a:cubicBezTo>
                  <a:pt x="11563" y="8822"/>
                  <a:pt x="11342" y="9735"/>
                  <a:pt x="10870" y="10523"/>
                </a:cubicBezTo>
                <a:lnTo>
                  <a:pt x="10145" y="10050"/>
                </a:lnTo>
                <a:cubicBezTo>
                  <a:pt x="10523" y="9357"/>
                  <a:pt x="10712" y="8633"/>
                  <a:pt x="10712" y="7845"/>
                </a:cubicBezTo>
                <a:cubicBezTo>
                  <a:pt x="10712" y="6931"/>
                  <a:pt x="10429" y="6018"/>
                  <a:pt x="9956" y="5262"/>
                </a:cubicBezTo>
                <a:cubicBezTo>
                  <a:pt x="9925" y="5199"/>
                  <a:pt x="9893" y="5104"/>
                  <a:pt x="9893" y="5041"/>
                </a:cubicBezTo>
                <a:lnTo>
                  <a:pt x="9893" y="1576"/>
                </a:lnTo>
                <a:cubicBezTo>
                  <a:pt x="9925" y="1198"/>
                  <a:pt x="10271" y="788"/>
                  <a:pt x="10744" y="788"/>
                </a:cubicBezTo>
                <a:close/>
                <a:moveTo>
                  <a:pt x="1639" y="788"/>
                </a:moveTo>
                <a:cubicBezTo>
                  <a:pt x="2111" y="788"/>
                  <a:pt x="2458" y="1135"/>
                  <a:pt x="2458" y="1607"/>
                </a:cubicBezTo>
                <a:lnTo>
                  <a:pt x="2458" y="5073"/>
                </a:lnTo>
                <a:cubicBezTo>
                  <a:pt x="2458" y="5167"/>
                  <a:pt x="2427" y="5230"/>
                  <a:pt x="2395" y="5325"/>
                </a:cubicBezTo>
                <a:cubicBezTo>
                  <a:pt x="1922" y="6081"/>
                  <a:pt x="1639" y="6963"/>
                  <a:pt x="1639" y="7877"/>
                </a:cubicBezTo>
                <a:cubicBezTo>
                  <a:pt x="1639" y="8664"/>
                  <a:pt x="1828" y="9420"/>
                  <a:pt x="2206" y="10082"/>
                </a:cubicBezTo>
                <a:lnTo>
                  <a:pt x="1481" y="10554"/>
                </a:lnTo>
                <a:cubicBezTo>
                  <a:pt x="1040" y="9767"/>
                  <a:pt x="788" y="8853"/>
                  <a:pt x="788" y="7908"/>
                </a:cubicBezTo>
                <a:cubicBezTo>
                  <a:pt x="788" y="6931"/>
                  <a:pt x="1040" y="5955"/>
                  <a:pt x="1513" y="5136"/>
                </a:cubicBezTo>
                <a:cubicBezTo>
                  <a:pt x="1576" y="5041"/>
                  <a:pt x="1607" y="4978"/>
                  <a:pt x="1607" y="4915"/>
                </a:cubicBezTo>
                <a:lnTo>
                  <a:pt x="1607" y="3340"/>
                </a:lnTo>
                <a:cubicBezTo>
                  <a:pt x="1891" y="3277"/>
                  <a:pt x="2048" y="3119"/>
                  <a:pt x="2048" y="2867"/>
                </a:cubicBezTo>
                <a:cubicBezTo>
                  <a:pt x="2048" y="2647"/>
                  <a:pt x="1828" y="2458"/>
                  <a:pt x="1639" y="2458"/>
                </a:cubicBezTo>
                <a:cubicBezTo>
                  <a:pt x="1166" y="2458"/>
                  <a:pt x="820" y="2080"/>
                  <a:pt x="820" y="1607"/>
                </a:cubicBezTo>
                <a:cubicBezTo>
                  <a:pt x="820" y="1135"/>
                  <a:pt x="1166" y="788"/>
                  <a:pt x="1639" y="788"/>
                </a:cubicBezTo>
                <a:close/>
                <a:moveTo>
                  <a:pt x="4128" y="3277"/>
                </a:moveTo>
                <a:lnTo>
                  <a:pt x="4128" y="10964"/>
                </a:lnTo>
                <a:cubicBezTo>
                  <a:pt x="3151" y="10271"/>
                  <a:pt x="2458" y="9137"/>
                  <a:pt x="2458" y="7845"/>
                </a:cubicBezTo>
                <a:cubicBezTo>
                  <a:pt x="2458" y="7089"/>
                  <a:pt x="2710" y="6333"/>
                  <a:pt x="3088" y="5766"/>
                </a:cubicBezTo>
                <a:cubicBezTo>
                  <a:pt x="3214" y="5545"/>
                  <a:pt x="3309" y="5325"/>
                  <a:pt x="3309" y="5073"/>
                </a:cubicBezTo>
                <a:lnTo>
                  <a:pt x="3309" y="3277"/>
                </a:lnTo>
                <a:close/>
                <a:moveTo>
                  <a:pt x="9074" y="3277"/>
                </a:moveTo>
                <a:lnTo>
                  <a:pt x="9074" y="5073"/>
                </a:lnTo>
                <a:cubicBezTo>
                  <a:pt x="9074" y="5325"/>
                  <a:pt x="9169" y="5545"/>
                  <a:pt x="9295" y="5797"/>
                </a:cubicBezTo>
                <a:cubicBezTo>
                  <a:pt x="9673" y="6396"/>
                  <a:pt x="9925" y="7120"/>
                  <a:pt x="9925" y="7877"/>
                </a:cubicBezTo>
                <a:cubicBezTo>
                  <a:pt x="9925" y="9168"/>
                  <a:pt x="9232" y="10334"/>
                  <a:pt x="8255" y="10996"/>
                </a:cubicBezTo>
                <a:lnTo>
                  <a:pt x="8255" y="3277"/>
                </a:lnTo>
                <a:close/>
                <a:moveTo>
                  <a:pt x="5766" y="3277"/>
                </a:moveTo>
                <a:lnTo>
                  <a:pt x="5766" y="11594"/>
                </a:lnTo>
                <a:cubicBezTo>
                  <a:pt x="5514" y="11531"/>
                  <a:pt x="5230" y="11500"/>
                  <a:pt x="4947" y="11374"/>
                </a:cubicBezTo>
                <a:lnTo>
                  <a:pt x="4947" y="3277"/>
                </a:lnTo>
                <a:close/>
                <a:moveTo>
                  <a:pt x="7436" y="3277"/>
                </a:moveTo>
                <a:lnTo>
                  <a:pt x="7436" y="11374"/>
                </a:lnTo>
                <a:cubicBezTo>
                  <a:pt x="7152" y="11500"/>
                  <a:pt x="6869" y="11531"/>
                  <a:pt x="6617" y="11594"/>
                </a:cubicBezTo>
                <a:lnTo>
                  <a:pt x="6617" y="3277"/>
                </a:lnTo>
                <a:close/>
                <a:moveTo>
                  <a:pt x="9767" y="10743"/>
                </a:moveTo>
                <a:lnTo>
                  <a:pt x="10460" y="11216"/>
                </a:lnTo>
                <a:cubicBezTo>
                  <a:pt x="9452" y="12445"/>
                  <a:pt x="7908" y="13264"/>
                  <a:pt x="6176" y="13264"/>
                </a:cubicBezTo>
                <a:cubicBezTo>
                  <a:pt x="4474" y="13264"/>
                  <a:pt x="2931" y="12445"/>
                  <a:pt x="1954" y="11216"/>
                </a:cubicBezTo>
                <a:lnTo>
                  <a:pt x="2679" y="10743"/>
                </a:lnTo>
                <a:cubicBezTo>
                  <a:pt x="3529" y="11815"/>
                  <a:pt x="4789" y="12445"/>
                  <a:pt x="6207" y="12445"/>
                </a:cubicBezTo>
                <a:cubicBezTo>
                  <a:pt x="7625" y="12445"/>
                  <a:pt x="8885" y="11783"/>
                  <a:pt x="9767" y="10743"/>
                </a:cubicBezTo>
                <a:close/>
                <a:moveTo>
                  <a:pt x="1670" y="0"/>
                </a:moveTo>
                <a:cubicBezTo>
                  <a:pt x="788" y="0"/>
                  <a:pt x="32" y="756"/>
                  <a:pt x="32" y="1670"/>
                </a:cubicBezTo>
                <a:cubicBezTo>
                  <a:pt x="32" y="2300"/>
                  <a:pt x="347" y="2804"/>
                  <a:pt x="851" y="3088"/>
                </a:cubicBezTo>
                <a:lnTo>
                  <a:pt x="851" y="4758"/>
                </a:lnTo>
                <a:cubicBezTo>
                  <a:pt x="253" y="5671"/>
                  <a:pt x="1" y="6742"/>
                  <a:pt x="1" y="7877"/>
                </a:cubicBezTo>
                <a:cubicBezTo>
                  <a:pt x="1" y="11279"/>
                  <a:pt x="2742" y="14114"/>
                  <a:pt x="6207" y="14114"/>
                </a:cubicBezTo>
                <a:cubicBezTo>
                  <a:pt x="9673" y="14114"/>
                  <a:pt x="12445" y="11279"/>
                  <a:pt x="12445" y="7877"/>
                </a:cubicBezTo>
                <a:cubicBezTo>
                  <a:pt x="12445" y="6774"/>
                  <a:pt x="12162" y="5703"/>
                  <a:pt x="11594" y="4758"/>
                </a:cubicBezTo>
                <a:lnTo>
                  <a:pt x="11594" y="3088"/>
                </a:lnTo>
                <a:cubicBezTo>
                  <a:pt x="12130" y="2804"/>
                  <a:pt x="12445" y="2237"/>
                  <a:pt x="12445" y="1670"/>
                </a:cubicBezTo>
                <a:cubicBezTo>
                  <a:pt x="12445" y="756"/>
                  <a:pt x="11689" y="0"/>
                  <a:pt x="10775" y="0"/>
                </a:cubicBezTo>
                <a:cubicBezTo>
                  <a:pt x="9862" y="0"/>
                  <a:pt x="9137" y="756"/>
                  <a:pt x="9137" y="1670"/>
                </a:cubicBezTo>
                <a:lnTo>
                  <a:pt x="9137" y="2489"/>
                </a:lnTo>
                <a:lnTo>
                  <a:pt x="3340" y="2489"/>
                </a:lnTo>
                <a:lnTo>
                  <a:pt x="3340" y="1670"/>
                </a:lnTo>
                <a:cubicBezTo>
                  <a:pt x="3340" y="756"/>
                  <a:pt x="2584" y="0"/>
                  <a:pt x="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899" name="Google Shape;10899;p65"/>
          <p:cNvGrpSpPr/>
          <p:nvPr/>
        </p:nvGrpSpPr>
        <p:grpSpPr>
          <a:xfrm>
            <a:off x="5752039" y="1711056"/>
            <a:ext cx="343849" cy="341724"/>
            <a:chOff x="-13095574" y="2073400"/>
            <a:chExt cx="356025" cy="353825"/>
          </a:xfrm>
        </p:grpSpPr>
        <p:sp>
          <p:nvSpPr>
            <p:cNvPr id="10900" name="Google Shape;10900;p65"/>
            <p:cNvSpPr/>
            <p:nvPr/>
          </p:nvSpPr>
          <p:spPr>
            <a:xfrm>
              <a:off x="-13095574" y="2073400"/>
              <a:ext cx="356025" cy="353825"/>
            </a:xfrm>
            <a:custGeom>
              <a:rect l="l" t="t" r="r" b="b"/>
              <a:pathLst>
                <a:path w="14241" h="14153" extrusionOk="0">
                  <a:moveTo>
                    <a:pt x="12886" y="820"/>
                  </a:moveTo>
                  <a:cubicBezTo>
                    <a:pt x="13107" y="820"/>
                    <a:pt x="13327" y="1041"/>
                    <a:pt x="13327" y="1261"/>
                  </a:cubicBezTo>
                  <a:lnTo>
                    <a:pt x="13327" y="9578"/>
                  </a:lnTo>
                  <a:cubicBezTo>
                    <a:pt x="13327" y="9799"/>
                    <a:pt x="13107" y="9988"/>
                    <a:pt x="12886" y="9988"/>
                  </a:cubicBezTo>
                  <a:lnTo>
                    <a:pt x="1261" y="9988"/>
                  </a:lnTo>
                  <a:cubicBezTo>
                    <a:pt x="1040" y="9988"/>
                    <a:pt x="851" y="9799"/>
                    <a:pt x="851" y="9578"/>
                  </a:cubicBezTo>
                  <a:lnTo>
                    <a:pt x="851" y="1261"/>
                  </a:lnTo>
                  <a:cubicBezTo>
                    <a:pt x="851" y="1041"/>
                    <a:pt x="1040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1" y="568"/>
                    <a:pt x="1" y="1261"/>
                  </a:cubicBezTo>
                  <a:lnTo>
                    <a:pt x="1" y="9578"/>
                  </a:lnTo>
                  <a:cubicBezTo>
                    <a:pt x="1" y="10240"/>
                    <a:pt x="568" y="10839"/>
                    <a:pt x="1261" y="10839"/>
                  </a:cubicBezTo>
                  <a:lnTo>
                    <a:pt x="6270" y="10839"/>
                  </a:lnTo>
                  <a:lnTo>
                    <a:pt x="4285" y="13485"/>
                  </a:lnTo>
                  <a:cubicBezTo>
                    <a:pt x="4191" y="13674"/>
                    <a:pt x="4191" y="13895"/>
                    <a:pt x="4380" y="14052"/>
                  </a:cubicBezTo>
                  <a:cubicBezTo>
                    <a:pt x="4465" y="14109"/>
                    <a:pt x="4562" y="14140"/>
                    <a:pt x="4659" y="14140"/>
                  </a:cubicBezTo>
                  <a:cubicBezTo>
                    <a:pt x="4776" y="14140"/>
                    <a:pt x="4892" y="14093"/>
                    <a:pt x="4978" y="13989"/>
                  </a:cubicBezTo>
                  <a:lnTo>
                    <a:pt x="6711" y="11658"/>
                  </a:lnTo>
                  <a:lnTo>
                    <a:pt x="6711" y="12918"/>
                  </a:lnTo>
                  <a:cubicBezTo>
                    <a:pt x="6711" y="13138"/>
                    <a:pt x="6900" y="13359"/>
                    <a:pt x="7089" y="13359"/>
                  </a:cubicBezTo>
                  <a:cubicBezTo>
                    <a:pt x="7310" y="13359"/>
                    <a:pt x="7530" y="13138"/>
                    <a:pt x="7530" y="12918"/>
                  </a:cubicBezTo>
                  <a:lnTo>
                    <a:pt x="7530" y="11658"/>
                  </a:lnTo>
                  <a:lnTo>
                    <a:pt x="9263" y="13989"/>
                  </a:lnTo>
                  <a:cubicBezTo>
                    <a:pt x="9335" y="14096"/>
                    <a:pt x="9457" y="14153"/>
                    <a:pt x="9584" y="14153"/>
                  </a:cubicBezTo>
                  <a:cubicBezTo>
                    <a:pt x="9681" y="14153"/>
                    <a:pt x="9780" y="14120"/>
                    <a:pt x="9862" y="14052"/>
                  </a:cubicBezTo>
                  <a:cubicBezTo>
                    <a:pt x="10051" y="13926"/>
                    <a:pt x="10082" y="13674"/>
                    <a:pt x="9925" y="13485"/>
                  </a:cubicBezTo>
                  <a:lnTo>
                    <a:pt x="7971" y="10839"/>
                  </a:lnTo>
                  <a:lnTo>
                    <a:pt x="12981" y="10839"/>
                  </a:lnTo>
                  <a:cubicBezTo>
                    <a:pt x="13642" y="10839"/>
                    <a:pt x="14241" y="10272"/>
                    <a:pt x="14241" y="9578"/>
                  </a:cubicBezTo>
                  <a:lnTo>
                    <a:pt x="14241" y="1261"/>
                  </a:lnTo>
                  <a:cubicBezTo>
                    <a:pt x="14146" y="600"/>
                    <a:pt x="13579" y="1"/>
                    <a:pt x="128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1" name="Google Shape;10901;p65"/>
            <p:cNvSpPr/>
            <p:nvPr/>
          </p:nvSpPr>
          <p:spPr>
            <a:xfrm>
              <a:off x="-13055400" y="2115150"/>
              <a:ext cx="271750" cy="187475"/>
            </a:xfrm>
            <a:custGeom>
              <a:rect l="l" t="t" r="r" b="b"/>
              <a:pathLst>
                <a:path w="10870" h="7499" extrusionOk="0">
                  <a:moveTo>
                    <a:pt x="3781" y="820"/>
                  </a:moveTo>
                  <a:cubicBezTo>
                    <a:pt x="4474" y="820"/>
                    <a:pt x="5041" y="1355"/>
                    <a:pt x="5041" y="2017"/>
                  </a:cubicBezTo>
                  <a:lnTo>
                    <a:pt x="5041" y="6648"/>
                  </a:lnTo>
                  <a:lnTo>
                    <a:pt x="882" y="6648"/>
                  </a:lnTo>
                  <a:lnTo>
                    <a:pt x="882" y="820"/>
                  </a:lnTo>
                  <a:close/>
                  <a:moveTo>
                    <a:pt x="10050" y="851"/>
                  </a:moveTo>
                  <a:lnTo>
                    <a:pt x="10050" y="6680"/>
                  </a:lnTo>
                  <a:lnTo>
                    <a:pt x="5892" y="6680"/>
                  </a:lnTo>
                  <a:lnTo>
                    <a:pt x="5892" y="2080"/>
                  </a:lnTo>
                  <a:cubicBezTo>
                    <a:pt x="5892" y="1418"/>
                    <a:pt x="6427" y="851"/>
                    <a:pt x="7152" y="851"/>
                  </a:cubicBezTo>
                  <a:close/>
                  <a:moveTo>
                    <a:pt x="441" y="1"/>
                  </a:moveTo>
                  <a:cubicBezTo>
                    <a:pt x="221" y="1"/>
                    <a:pt x="0" y="190"/>
                    <a:pt x="0" y="410"/>
                  </a:cubicBezTo>
                  <a:lnTo>
                    <a:pt x="0" y="7089"/>
                  </a:lnTo>
                  <a:cubicBezTo>
                    <a:pt x="0" y="7310"/>
                    <a:pt x="221" y="7499"/>
                    <a:pt x="441" y="7499"/>
                  </a:cubicBezTo>
                  <a:lnTo>
                    <a:pt x="10397" y="7499"/>
                  </a:lnTo>
                  <a:cubicBezTo>
                    <a:pt x="10649" y="7499"/>
                    <a:pt x="10838" y="7310"/>
                    <a:pt x="10838" y="7089"/>
                  </a:cubicBezTo>
                  <a:lnTo>
                    <a:pt x="10838" y="410"/>
                  </a:lnTo>
                  <a:cubicBezTo>
                    <a:pt x="10869" y="190"/>
                    <a:pt x="10680" y="1"/>
                    <a:pt x="10460" y="1"/>
                  </a:cubicBezTo>
                  <a:lnTo>
                    <a:pt x="7089" y="1"/>
                  </a:lnTo>
                  <a:cubicBezTo>
                    <a:pt x="6427" y="1"/>
                    <a:pt x="5829" y="316"/>
                    <a:pt x="5451" y="820"/>
                  </a:cubicBezTo>
                  <a:cubicBezTo>
                    <a:pt x="5041" y="284"/>
                    <a:pt x="4474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2" name="Google Shape;10902;p65"/>
            <p:cNvSpPr/>
            <p:nvPr/>
          </p:nvSpPr>
          <p:spPr>
            <a:xfrm>
              <a:off x="-12887650" y="2156100"/>
              <a:ext cx="63050" cy="22100"/>
            </a:xfrm>
            <a:custGeom>
              <a:rect l="l" t="t" r="r" b="b"/>
              <a:pathLst>
                <a:path w="2522" h="884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3"/>
                    <a:pt x="190" y="883"/>
                    <a:pt x="442" y="883"/>
                  </a:cubicBezTo>
                  <a:lnTo>
                    <a:pt x="2112" y="883"/>
                  </a:lnTo>
                  <a:cubicBezTo>
                    <a:pt x="2364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1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3" name="Google Shape;10903;p65"/>
            <p:cNvSpPr/>
            <p:nvPr/>
          </p:nvSpPr>
          <p:spPr>
            <a:xfrm>
              <a:off x="-12888425" y="2198650"/>
              <a:ext cx="63025" cy="21275"/>
            </a:xfrm>
            <a:custGeom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111" y="851"/>
                  </a:lnTo>
                  <a:cubicBezTo>
                    <a:pt x="2363" y="851"/>
                    <a:pt x="2521" y="662"/>
                    <a:pt x="2521" y="410"/>
                  </a:cubicBezTo>
                  <a:cubicBezTo>
                    <a:pt x="2521" y="189"/>
                    <a:pt x="2363" y="0"/>
                    <a:pt x="2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4" name="Google Shape;10904;p65"/>
            <p:cNvSpPr/>
            <p:nvPr/>
          </p:nvSpPr>
          <p:spPr>
            <a:xfrm>
              <a:off x="-12888425" y="2239600"/>
              <a:ext cx="63025" cy="22075"/>
            </a:xfrm>
            <a:custGeom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2"/>
                  </a:cubicBezTo>
                  <a:cubicBezTo>
                    <a:pt x="0" y="694"/>
                    <a:pt x="189" y="883"/>
                    <a:pt x="410" y="883"/>
                  </a:cubicBezTo>
                  <a:lnTo>
                    <a:pt x="2111" y="883"/>
                  </a:lnTo>
                  <a:cubicBezTo>
                    <a:pt x="2363" y="883"/>
                    <a:pt x="2521" y="694"/>
                    <a:pt x="2521" y="442"/>
                  </a:cubicBezTo>
                  <a:cubicBezTo>
                    <a:pt x="2521" y="221"/>
                    <a:pt x="2363" y="0"/>
                    <a:pt x="21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5" name="Google Shape;10905;p65"/>
            <p:cNvSpPr/>
            <p:nvPr/>
          </p:nvSpPr>
          <p:spPr>
            <a:xfrm>
              <a:off x="-13012875" y="2156100"/>
              <a:ext cx="63025" cy="22100"/>
            </a:xfrm>
            <a:custGeom>
              <a:rect l="l" t="t" r="r" b="b"/>
              <a:pathLst>
                <a:path w="2521" h="884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63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63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6" name="Google Shape;10906;p65"/>
            <p:cNvSpPr/>
            <p:nvPr/>
          </p:nvSpPr>
          <p:spPr>
            <a:xfrm>
              <a:off x="-13012875" y="2198650"/>
              <a:ext cx="63025" cy="21275"/>
            </a:xfrm>
            <a:custGeom>
              <a:rect l="l" t="t" r="r" b="b"/>
              <a:pathLst>
                <a:path w="2521" h="851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410" y="851"/>
                  </a:cubicBezTo>
                  <a:lnTo>
                    <a:pt x="2080" y="851"/>
                  </a:lnTo>
                  <a:cubicBezTo>
                    <a:pt x="2332" y="851"/>
                    <a:pt x="2521" y="662"/>
                    <a:pt x="2521" y="410"/>
                  </a:cubicBezTo>
                  <a:cubicBezTo>
                    <a:pt x="2521" y="189"/>
                    <a:pt x="2332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07" name="Google Shape;10907;p65"/>
            <p:cNvSpPr/>
            <p:nvPr/>
          </p:nvSpPr>
          <p:spPr>
            <a:xfrm>
              <a:off x="-13012875" y="2239600"/>
              <a:ext cx="63025" cy="22075"/>
            </a:xfrm>
            <a:custGeom>
              <a:rect l="l" t="t" r="r" b="b"/>
              <a:pathLst>
                <a:path w="2521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2"/>
                  </a:cubicBezTo>
                  <a:cubicBezTo>
                    <a:pt x="1" y="694"/>
                    <a:pt x="190" y="883"/>
                    <a:pt x="410" y="883"/>
                  </a:cubicBezTo>
                  <a:lnTo>
                    <a:pt x="2080" y="883"/>
                  </a:lnTo>
                  <a:cubicBezTo>
                    <a:pt x="2332" y="883"/>
                    <a:pt x="2521" y="694"/>
                    <a:pt x="2521" y="442"/>
                  </a:cubicBezTo>
                  <a:cubicBezTo>
                    <a:pt x="2521" y="221"/>
                    <a:pt x="2332" y="0"/>
                    <a:pt x="2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08" name="Google Shape;10908;p65"/>
          <p:cNvSpPr/>
          <p:nvPr/>
        </p:nvSpPr>
        <p:spPr>
          <a:xfrm>
            <a:off x="5753174" y="2120098"/>
            <a:ext cx="341579" cy="340807"/>
          </a:xfrm>
          <a:custGeom>
            <a:rect l="l" t="t" r="r" b="b"/>
            <a:pathLst>
              <a:path w="14147" h="14114" extrusionOk="0">
                <a:moveTo>
                  <a:pt x="7058" y="851"/>
                </a:moveTo>
                <a:cubicBezTo>
                  <a:pt x="9294" y="851"/>
                  <a:pt x="10649" y="1386"/>
                  <a:pt x="10744" y="1670"/>
                </a:cubicBezTo>
                <a:cubicBezTo>
                  <a:pt x="10649" y="1922"/>
                  <a:pt x="9294" y="2489"/>
                  <a:pt x="7058" y="2489"/>
                </a:cubicBezTo>
                <a:cubicBezTo>
                  <a:pt x="4821" y="2489"/>
                  <a:pt x="3466" y="1922"/>
                  <a:pt x="3340" y="1670"/>
                </a:cubicBezTo>
                <a:cubicBezTo>
                  <a:pt x="3466" y="1386"/>
                  <a:pt x="4821" y="851"/>
                  <a:pt x="7058" y="851"/>
                </a:cubicBezTo>
                <a:close/>
                <a:moveTo>
                  <a:pt x="10681" y="2741"/>
                </a:moveTo>
                <a:lnTo>
                  <a:pt x="10114" y="8727"/>
                </a:lnTo>
                <a:cubicBezTo>
                  <a:pt x="9515" y="9042"/>
                  <a:pt x="8381" y="9200"/>
                  <a:pt x="7058" y="9200"/>
                </a:cubicBezTo>
                <a:cubicBezTo>
                  <a:pt x="5703" y="9200"/>
                  <a:pt x="4663" y="9010"/>
                  <a:pt x="4002" y="8727"/>
                </a:cubicBezTo>
                <a:lnTo>
                  <a:pt x="3435" y="2741"/>
                </a:lnTo>
                <a:lnTo>
                  <a:pt x="3435" y="2741"/>
                </a:lnTo>
                <a:cubicBezTo>
                  <a:pt x="4411" y="3214"/>
                  <a:pt x="5955" y="3308"/>
                  <a:pt x="7058" y="3308"/>
                </a:cubicBezTo>
                <a:cubicBezTo>
                  <a:pt x="8160" y="3308"/>
                  <a:pt x="9704" y="3151"/>
                  <a:pt x="10681" y="2741"/>
                </a:cubicBezTo>
                <a:close/>
                <a:moveTo>
                  <a:pt x="10051" y="9609"/>
                </a:moveTo>
                <a:lnTo>
                  <a:pt x="9956" y="10334"/>
                </a:lnTo>
                <a:cubicBezTo>
                  <a:pt x="9893" y="10397"/>
                  <a:pt x="9641" y="10523"/>
                  <a:pt x="9105" y="10649"/>
                </a:cubicBezTo>
                <a:cubicBezTo>
                  <a:pt x="8538" y="10775"/>
                  <a:pt x="7814" y="10838"/>
                  <a:pt x="7089" y="10838"/>
                </a:cubicBezTo>
                <a:cubicBezTo>
                  <a:pt x="6333" y="10838"/>
                  <a:pt x="5640" y="10775"/>
                  <a:pt x="5073" y="10649"/>
                </a:cubicBezTo>
                <a:cubicBezTo>
                  <a:pt x="4537" y="10523"/>
                  <a:pt x="4285" y="10397"/>
                  <a:pt x="4222" y="10334"/>
                </a:cubicBezTo>
                <a:lnTo>
                  <a:pt x="4128" y="9609"/>
                </a:lnTo>
                <a:lnTo>
                  <a:pt x="4128" y="9609"/>
                </a:lnTo>
                <a:cubicBezTo>
                  <a:pt x="5041" y="9924"/>
                  <a:pt x="6239" y="9987"/>
                  <a:pt x="7089" y="9987"/>
                </a:cubicBezTo>
                <a:cubicBezTo>
                  <a:pt x="7971" y="9987"/>
                  <a:pt x="9137" y="9893"/>
                  <a:pt x="10051" y="9609"/>
                </a:cubicBezTo>
                <a:close/>
                <a:moveTo>
                  <a:pt x="10964" y="9609"/>
                </a:moveTo>
                <a:cubicBezTo>
                  <a:pt x="12666" y="10082"/>
                  <a:pt x="13390" y="10712"/>
                  <a:pt x="13390" y="11247"/>
                </a:cubicBezTo>
                <a:cubicBezTo>
                  <a:pt x="13327" y="11720"/>
                  <a:pt x="12697" y="12224"/>
                  <a:pt x="11626" y="12602"/>
                </a:cubicBezTo>
                <a:cubicBezTo>
                  <a:pt x="10397" y="13043"/>
                  <a:pt x="8790" y="13327"/>
                  <a:pt x="7089" y="13327"/>
                </a:cubicBezTo>
                <a:cubicBezTo>
                  <a:pt x="5388" y="13327"/>
                  <a:pt x="3750" y="13075"/>
                  <a:pt x="2552" y="12602"/>
                </a:cubicBezTo>
                <a:cubicBezTo>
                  <a:pt x="1513" y="12224"/>
                  <a:pt x="883" y="11720"/>
                  <a:pt x="883" y="11247"/>
                </a:cubicBezTo>
                <a:cubicBezTo>
                  <a:pt x="883" y="10775"/>
                  <a:pt x="1639" y="10082"/>
                  <a:pt x="3309" y="9609"/>
                </a:cubicBezTo>
                <a:lnTo>
                  <a:pt x="3403" y="10397"/>
                </a:lnTo>
                <a:cubicBezTo>
                  <a:pt x="3435" y="11027"/>
                  <a:pt x="4380" y="11279"/>
                  <a:pt x="4695" y="11342"/>
                </a:cubicBezTo>
                <a:cubicBezTo>
                  <a:pt x="5356" y="11499"/>
                  <a:pt x="6239" y="11594"/>
                  <a:pt x="7152" y="11594"/>
                </a:cubicBezTo>
                <a:cubicBezTo>
                  <a:pt x="8034" y="11594"/>
                  <a:pt x="8916" y="11499"/>
                  <a:pt x="9578" y="11342"/>
                </a:cubicBezTo>
                <a:cubicBezTo>
                  <a:pt x="9893" y="11279"/>
                  <a:pt x="10838" y="11027"/>
                  <a:pt x="10870" y="10397"/>
                </a:cubicBezTo>
                <a:lnTo>
                  <a:pt x="10964" y="9609"/>
                </a:lnTo>
                <a:close/>
                <a:moveTo>
                  <a:pt x="7058" y="0"/>
                </a:moveTo>
                <a:cubicBezTo>
                  <a:pt x="5671" y="0"/>
                  <a:pt x="2521" y="284"/>
                  <a:pt x="2521" y="1670"/>
                </a:cubicBezTo>
                <a:cubicBezTo>
                  <a:pt x="2521" y="1733"/>
                  <a:pt x="2489" y="1197"/>
                  <a:pt x="3214" y="8790"/>
                </a:cubicBezTo>
                <a:cubicBezTo>
                  <a:pt x="1198" y="9294"/>
                  <a:pt x="1" y="10208"/>
                  <a:pt x="1" y="11247"/>
                </a:cubicBezTo>
                <a:cubicBezTo>
                  <a:pt x="1" y="12098"/>
                  <a:pt x="788" y="12854"/>
                  <a:pt x="2206" y="13358"/>
                </a:cubicBezTo>
                <a:cubicBezTo>
                  <a:pt x="3498" y="13831"/>
                  <a:pt x="5262" y="14114"/>
                  <a:pt x="7058" y="14114"/>
                </a:cubicBezTo>
                <a:cubicBezTo>
                  <a:pt x="8853" y="14114"/>
                  <a:pt x="10586" y="13831"/>
                  <a:pt x="11909" y="13358"/>
                </a:cubicBezTo>
                <a:cubicBezTo>
                  <a:pt x="13327" y="12823"/>
                  <a:pt x="14115" y="12066"/>
                  <a:pt x="14115" y="11247"/>
                </a:cubicBezTo>
                <a:cubicBezTo>
                  <a:pt x="14146" y="10208"/>
                  <a:pt x="12949" y="9357"/>
                  <a:pt x="10964" y="8790"/>
                </a:cubicBezTo>
                <a:cubicBezTo>
                  <a:pt x="11657" y="1197"/>
                  <a:pt x="11626" y="1733"/>
                  <a:pt x="11626" y="1670"/>
                </a:cubicBezTo>
                <a:cubicBezTo>
                  <a:pt x="11626" y="1481"/>
                  <a:pt x="11531" y="1166"/>
                  <a:pt x="11122" y="851"/>
                </a:cubicBezTo>
                <a:cubicBezTo>
                  <a:pt x="10177" y="158"/>
                  <a:pt x="8192" y="0"/>
                  <a:pt x="70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09" name="Google Shape;10909;p65"/>
          <p:cNvGrpSpPr/>
          <p:nvPr/>
        </p:nvGrpSpPr>
        <p:grpSpPr>
          <a:xfrm>
            <a:off x="7576787" y="1302885"/>
            <a:ext cx="343100" cy="342424"/>
            <a:chOff x="-11332875" y="1660700"/>
            <a:chExt cx="355250" cy="354550"/>
          </a:xfrm>
        </p:grpSpPr>
        <p:sp>
          <p:nvSpPr>
            <p:cNvPr id="10910" name="Google Shape;10910;p65"/>
            <p:cNvSpPr/>
            <p:nvPr/>
          </p:nvSpPr>
          <p:spPr>
            <a:xfrm>
              <a:off x="-11332875" y="1660700"/>
              <a:ext cx="355250" cy="354550"/>
            </a:xfrm>
            <a:custGeom>
              <a:rect l="l" t="t" r="r" b="b"/>
              <a:pathLst>
                <a:path w="14209" h="14182" extrusionOk="0">
                  <a:moveTo>
                    <a:pt x="7089" y="914"/>
                  </a:moveTo>
                  <a:cubicBezTo>
                    <a:pt x="7278" y="914"/>
                    <a:pt x="7436" y="1072"/>
                    <a:pt x="7467" y="1229"/>
                  </a:cubicBezTo>
                  <a:cubicBezTo>
                    <a:pt x="7538" y="1417"/>
                    <a:pt x="7713" y="1517"/>
                    <a:pt x="7889" y="1517"/>
                  </a:cubicBezTo>
                  <a:cubicBezTo>
                    <a:pt x="7949" y="1517"/>
                    <a:pt x="8010" y="1505"/>
                    <a:pt x="8066" y="1481"/>
                  </a:cubicBezTo>
                  <a:cubicBezTo>
                    <a:pt x="8124" y="1437"/>
                    <a:pt x="8203" y="1414"/>
                    <a:pt x="8284" y="1414"/>
                  </a:cubicBezTo>
                  <a:cubicBezTo>
                    <a:pt x="8376" y="1414"/>
                    <a:pt x="8471" y="1445"/>
                    <a:pt x="8538" y="1513"/>
                  </a:cubicBezTo>
                  <a:cubicBezTo>
                    <a:pt x="8696" y="1670"/>
                    <a:pt x="8664" y="1859"/>
                    <a:pt x="8570" y="1985"/>
                  </a:cubicBezTo>
                  <a:cubicBezTo>
                    <a:pt x="8444" y="2206"/>
                    <a:pt x="8570" y="2489"/>
                    <a:pt x="8822" y="2584"/>
                  </a:cubicBezTo>
                  <a:cubicBezTo>
                    <a:pt x="8980" y="2615"/>
                    <a:pt x="9137" y="2773"/>
                    <a:pt x="9137" y="2962"/>
                  </a:cubicBezTo>
                  <a:cubicBezTo>
                    <a:pt x="9137" y="3151"/>
                    <a:pt x="8980" y="3308"/>
                    <a:pt x="8822" y="3371"/>
                  </a:cubicBezTo>
                  <a:cubicBezTo>
                    <a:pt x="8570" y="3434"/>
                    <a:pt x="8444" y="3718"/>
                    <a:pt x="8570" y="3939"/>
                  </a:cubicBezTo>
                  <a:cubicBezTo>
                    <a:pt x="8664" y="4065"/>
                    <a:pt x="8664" y="4317"/>
                    <a:pt x="8538" y="4411"/>
                  </a:cubicBezTo>
                  <a:cubicBezTo>
                    <a:pt x="8454" y="4496"/>
                    <a:pt x="8360" y="4526"/>
                    <a:pt x="8272" y="4526"/>
                  </a:cubicBezTo>
                  <a:cubicBezTo>
                    <a:pt x="8196" y="4526"/>
                    <a:pt x="8124" y="4503"/>
                    <a:pt x="8066" y="4474"/>
                  </a:cubicBezTo>
                  <a:cubicBezTo>
                    <a:pt x="8006" y="4440"/>
                    <a:pt x="7941" y="4424"/>
                    <a:pt x="7876" y="4424"/>
                  </a:cubicBezTo>
                  <a:cubicBezTo>
                    <a:pt x="7704" y="4424"/>
                    <a:pt x="7536" y="4534"/>
                    <a:pt x="7467" y="4695"/>
                  </a:cubicBezTo>
                  <a:cubicBezTo>
                    <a:pt x="7436" y="4852"/>
                    <a:pt x="7278" y="5010"/>
                    <a:pt x="7089" y="5010"/>
                  </a:cubicBezTo>
                  <a:cubicBezTo>
                    <a:pt x="6869" y="5010"/>
                    <a:pt x="6711" y="4852"/>
                    <a:pt x="6680" y="4695"/>
                  </a:cubicBezTo>
                  <a:cubicBezTo>
                    <a:pt x="6634" y="4534"/>
                    <a:pt x="6472" y="4424"/>
                    <a:pt x="6290" y="4424"/>
                  </a:cubicBezTo>
                  <a:cubicBezTo>
                    <a:pt x="6221" y="4424"/>
                    <a:pt x="6150" y="4440"/>
                    <a:pt x="6081" y="4474"/>
                  </a:cubicBezTo>
                  <a:cubicBezTo>
                    <a:pt x="6042" y="4500"/>
                    <a:pt x="5976" y="4516"/>
                    <a:pt x="5903" y="4516"/>
                  </a:cubicBezTo>
                  <a:cubicBezTo>
                    <a:pt x="5799" y="4516"/>
                    <a:pt x="5682" y="4485"/>
                    <a:pt x="5609" y="4411"/>
                  </a:cubicBezTo>
                  <a:cubicBezTo>
                    <a:pt x="5451" y="4254"/>
                    <a:pt x="5514" y="4065"/>
                    <a:pt x="5577" y="3939"/>
                  </a:cubicBezTo>
                  <a:cubicBezTo>
                    <a:pt x="5703" y="3718"/>
                    <a:pt x="5577" y="3434"/>
                    <a:pt x="5356" y="3371"/>
                  </a:cubicBezTo>
                  <a:cubicBezTo>
                    <a:pt x="5199" y="3308"/>
                    <a:pt x="5041" y="3151"/>
                    <a:pt x="5041" y="2962"/>
                  </a:cubicBezTo>
                  <a:cubicBezTo>
                    <a:pt x="5041" y="2773"/>
                    <a:pt x="5199" y="2615"/>
                    <a:pt x="5356" y="2584"/>
                  </a:cubicBezTo>
                  <a:cubicBezTo>
                    <a:pt x="5609" y="2489"/>
                    <a:pt x="5735" y="2206"/>
                    <a:pt x="5577" y="1985"/>
                  </a:cubicBezTo>
                  <a:cubicBezTo>
                    <a:pt x="5514" y="1859"/>
                    <a:pt x="5514" y="1639"/>
                    <a:pt x="5609" y="1513"/>
                  </a:cubicBezTo>
                  <a:cubicBezTo>
                    <a:pt x="5703" y="1434"/>
                    <a:pt x="5798" y="1402"/>
                    <a:pt x="5880" y="1402"/>
                  </a:cubicBezTo>
                  <a:cubicBezTo>
                    <a:pt x="5963" y="1402"/>
                    <a:pt x="6034" y="1434"/>
                    <a:pt x="6081" y="1481"/>
                  </a:cubicBezTo>
                  <a:cubicBezTo>
                    <a:pt x="6145" y="1505"/>
                    <a:pt x="6212" y="1517"/>
                    <a:pt x="6276" y="1517"/>
                  </a:cubicBezTo>
                  <a:cubicBezTo>
                    <a:pt x="6464" y="1517"/>
                    <a:pt x="6633" y="1417"/>
                    <a:pt x="6680" y="1229"/>
                  </a:cubicBezTo>
                  <a:cubicBezTo>
                    <a:pt x="6711" y="1072"/>
                    <a:pt x="6869" y="914"/>
                    <a:pt x="7089" y="914"/>
                  </a:cubicBezTo>
                  <a:close/>
                  <a:moveTo>
                    <a:pt x="11374" y="1702"/>
                  </a:moveTo>
                  <a:cubicBezTo>
                    <a:pt x="11563" y="1702"/>
                    <a:pt x="11720" y="1859"/>
                    <a:pt x="11783" y="2017"/>
                  </a:cubicBezTo>
                  <a:cubicBezTo>
                    <a:pt x="11830" y="2204"/>
                    <a:pt x="12000" y="2305"/>
                    <a:pt x="12174" y="2305"/>
                  </a:cubicBezTo>
                  <a:cubicBezTo>
                    <a:pt x="12234" y="2305"/>
                    <a:pt x="12294" y="2293"/>
                    <a:pt x="12351" y="2269"/>
                  </a:cubicBezTo>
                  <a:cubicBezTo>
                    <a:pt x="12424" y="2225"/>
                    <a:pt x="12517" y="2201"/>
                    <a:pt x="12609" y="2201"/>
                  </a:cubicBezTo>
                  <a:cubicBezTo>
                    <a:pt x="12715" y="2201"/>
                    <a:pt x="12819" y="2233"/>
                    <a:pt x="12886" y="2300"/>
                  </a:cubicBezTo>
                  <a:cubicBezTo>
                    <a:pt x="13044" y="2458"/>
                    <a:pt x="12981" y="2647"/>
                    <a:pt x="12918" y="2773"/>
                  </a:cubicBezTo>
                  <a:cubicBezTo>
                    <a:pt x="12792" y="2993"/>
                    <a:pt x="12918" y="3277"/>
                    <a:pt x="13138" y="3371"/>
                  </a:cubicBezTo>
                  <a:cubicBezTo>
                    <a:pt x="13296" y="3403"/>
                    <a:pt x="13453" y="3560"/>
                    <a:pt x="13453" y="3750"/>
                  </a:cubicBezTo>
                  <a:cubicBezTo>
                    <a:pt x="13327" y="4002"/>
                    <a:pt x="13170" y="4159"/>
                    <a:pt x="13075" y="4191"/>
                  </a:cubicBezTo>
                  <a:cubicBezTo>
                    <a:pt x="12823" y="4254"/>
                    <a:pt x="12697" y="4537"/>
                    <a:pt x="12823" y="4789"/>
                  </a:cubicBezTo>
                  <a:cubicBezTo>
                    <a:pt x="12918" y="4884"/>
                    <a:pt x="12918" y="5136"/>
                    <a:pt x="12792" y="5262"/>
                  </a:cubicBezTo>
                  <a:cubicBezTo>
                    <a:pt x="12716" y="5318"/>
                    <a:pt x="12606" y="5364"/>
                    <a:pt x="12497" y="5364"/>
                  </a:cubicBezTo>
                  <a:cubicBezTo>
                    <a:pt x="12424" y="5364"/>
                    <a:pt x="12351" y="5344"/>
                    <a:pt x="12288" y="5293"/>
                  </a:cubicBezTo>
                  <a:cubicBezTo>
                    <a:pt x="12219" y="5259"/>
                    <a:pt x="12150" y="5243"/>
                    <a:pt x="12084" y="5243"/>
                  </a:cubicBezTo>
                  <a:cubicBezTo>
                    <a:pt x="11910" y="5243"/>
                    <a:pt x="11758" y="5354"/>
                    <a:pt x="11689" y="5514"/>
                  </a:cubicBezTo>
                  <a:cubicBezTo>
                    <a:pt x="11657" y="5671"/>
                    <a:pt x="11500" y="5829"/>
                    <a:pt x="11311" y="5829"/>
                  </a:cubicBezTo>
                  <a:cubicBezTo>
                    <a:pt x="11090" y="5829"/>
                    <a:pt x="10933" y="5671"/>
                    <a:pt x="10901" y="5514"/>
                  </a:cubicBezTo>
                  <a:cubicBezTo>
                    <a:pt x="10856" y="5354"/>
                    <a:pt x="10693" y="5243"/>
                    <a:pt x="10511" y="5243"/>
                  </a:cubicBezTo>
                  <a:cubicBezTo>
                    <a:pt x="10443" y="5243"/>
                    <a:pt x="10372" y="5259"/>
                    <a:pt x="10303" y="5293"/>
                  </a:cubicBezTo>
                  <a:cubicBezTo>
                    <a:pt x="10260" y="5322"/>
                    <a:pt x="10186" y="5337"/>
                    <a:pt x="10106" y="5337"/>
                  </a:cubicBezTo>
                  <a:cubicBezTo>
                    <a:pt x="10007" y="5337"/>
                    <a:pt x="9900" y="5314"/>
                    <a:pt x="9830" y="5262"/>
                  </a:cubicBezTo>
                  <a:cubicBezTo>
                    <a:pt x="9673" y="5104"/>
                    <a:pt x="9736" y="4884"/>
                    <a:pt x="9799" y="4789"/>
                  </a:cubicBezTo>
                  <a:cubicBezTo>
                    <a:pt x="9925" y="4569"/>
                    <a:pt x="9830" y="4317"/>
                    <a:pt x="9610" y="4191"/>
                  </a:cubicBezTo>
                  <a:lnTo>
                    <a:pt x="9610" y="3939"/>
                  </a:lnTo>
                  <a:cubicBezTo>
                    <a:pt x="9925" y="3718"/>
                    <a:pt x="10114" y="3371"/>
                    <a:pt x="10114" y="2962"/>
                  </a:cubicBezTo>
                  <a:cubicBezTo>
                    <a:pt x="10114" y="2741"/>
                    <a:pt x="10051" y="2489"/>
                    <a:pt x="9925" y="2300"/>
                  </a:cubicBezTo>
                  <a:cubicBezTo>
                    <a:pt x="10009" y="2233"/>
                    <a:pt x="10094" y="2201"/>
                    <a:pt x="10178" y="2201"/>
                  </a:cubicBezTo>
                  <a:cubicBezTo>
                    <a:pt x="10251" y="2201"/>
                    <a:pt x="10324" y="2225"/>
                    <a:pt x="10397" y="2269"/>
                  </a:cubicBezTo>
                  <a:cubicBezTo>
                    <a:pt x="10454" y="2293"/>
                    <a:pt x="10514" y="2305"/>
                    <a:pt x="10574" y="2305"/>
                  </a:cubicBezTo>
                  <a:cubicBezTo>
                    <a:pt x="10750" y="2305"/>
                    <a:pt x="10925" y="2204"/>
                    <a:pt x="10996" y="2017"/>
                  </a:cubicBezTo>
                  <a:cubicBezTo>
                    <a:pt x="11027" y="1859"/>
                    <a:pt x="11185" y="1702"/>
                    <a:pt x="11374" y="1702"/>
                  </a:cubicBezTo>
                  <a:close/>
                  <a:moveTo>
                    <a:pt x="2994" y="1796"/>
                  </a:moveTo>
                  <a:cubicBezTo>
                    <a:pt x="3183" y="1796"/>
                    <a:pt x="3340" y="1954"/>
                    <a:pt x="3372" y="2111"/>
                  </a:cubicBezTo>
                  <a:cubicBezTo>
                    <a:pt x="3440" y="2272"/>
                    <a:pt x="3592" y="2382"/>
                    <a:pt x="3767" y="2382"/>
                  </a:cubicBezTo>
                  <a:cubicBezTo>
                    <a:pt x="3832" y="2382"/>
                    <a:pt x="3901" y="2366"/>
                    <a:pt x="3970" y="2332"/>
                  </a:cubicBezTo>
                  <a:cubicBezTo>
                    <a:pt x="4027" y="2303"/>
                    <a:pt x="4096" y="2288"/>
                    <a:pt x="4170" y="2288"/>
                  </a:cubicBezTo>
                  <a:cubicBezTo>
                    <a:pt x="4260" y="2288"/>
                    <a:pt x="4356" y="2311"/>
                    <a:pt x="4443" y="2363"/>
                  </a:cubicBezTo>
                  <a:cubicBezTo>
                    <a:pt x="4317" y="2584"/>
                    <a:pt x="4254" y="2804"/>
                    <a:pt x="4254" y="3056"/>
                  </a:cubicBezTo>
                  <a:cubicBezTo>
                    <a:pt x="4254" y="3434"/>
                    <a:pt x="4443" y="3781"/>
                    <a:pt x="4758" y="4033"/>
                  </a:cubicBezTo>
                  <a:lnTo>
                    <a:pt x="4758" y="4254"/>
                  </a:lnTo>
                  <a:cubicBezTo>
                    <a:pt x="4506" y="4348"/>
                    <a:pt x="4443" y="4632"/>
                    <a:pt x="4569" y="4852"/>
                  </a:cubicBezTo>
                  <a:cubicBezTo>
                    <a:pt x="4632" y="4978"/>
                    <a:pt x="4632" y="5199"/>
                    <a:pt x="4506" y="5325"/>
                  </a:cubicBezTo>
                  <a:cubicBezTo>
                    <a:pt x="4427" y="5404"/>
                    <a:pt x="4340" y="5435"/>
                    <a:pt x="4258" y="5435"/>
                  </a:cubicBezTo>
                  <a:cubicBezTo>
                    <a:pt x="4175" y="5435"/>
                    <a:pt x="4096" y="5404"/>
                    <a:pt x="4033" y="5356"/>
                  </a:cubicBezTo>
                  <a:cubicBezTo>
                    <a:pt x="3977" y="5332"/>
                    <a:pt x="3916" y="5320"/>
                    <a:pt x="3857" y="5320"/>
                  </a:cubicBezTo>
                  <a:cubicBezTo>
                    <a:pt x="3682" y="5320"/>
                    <a:pt x="3513" y="5421"/>
                    <a:pt x="3466" y="5608"/>
                  </a:cubicBezTo>
                  <a:cubicBezTo>
                    <a:pt x="3435" y="5766"/>
                    <a:pt x="3246" y="5923"/>
                    <a:pt x="3057" y="5923"/>
                  </a:cubicBezTo>
                  <a:cubicBezTo>
                    <a:pt x="2868" y="5923"/>
                    <a:pt x="2710" y="5766"/>
                    <a:pt x="2679" y="5608"/>
                  </a:cubicBezTo>
                  <a:cubicBezTo>
                    <a:pt x="2562" y="5399"/>
                    <a:pt x="2378" y="5276"/>
                    <a:pt x="2188" y="5276"/>
                  </a:cubicBezTo>
                  <a:cubicBezTo>
                    <a:pt x="2120" y="5276"/>
                    <a:pt x="2052" y="5292"/>
                    <a:pt x="1985" y="5325"/>
                  </a:cubicBezTo>
                  <a:cubicBezTo>
                    <a:pt x="1912" y="5369"/>
                    <a:pt x="1826" y="5392"/>
                    <a:pt x="1741" y="5392"/>
                  </a:cubicBezTo>
                  <a:cubicBezTo>
                    <a:pt x="1644" y="5392"/>
                    <a:pt x="1549" y="5361"/>
                    <a:pt x="1481" y="5293"/>
                  </a:cubicBezTo>
                  <a:cubicBezTo>
                    <a:pt x="1324" y="5136"/>
                    <a:pt x="1355" y="4947"/>
                    <a:pt x="1450" y="4821"/>
                  </a:cubicBezTo>
                  <a:cubicBezTo>
                    <a:pt x="1576" y="4569"/>
                    <a:pt x="1450" y="4317"/>
                    <a:pt x="1229" y="4222"/>
                  </a:cubicBezTo>
                  <a:cubicBezTo>
                    <a:pt x="1072" y="4191"/>
                    <a:pt x="914" y="4033"/>
                    <a:pt x="914" y="3844"/>
                  </a:cubicBezTo>
                  <a:cubicBezTo>
                    <a:pt x="914" y="3624"/>
                    <a:pt x="1072" y="3466"/>
                    <a:pt x="1229" y="3434"/>
                  </a:cubicBezTo>
                  <a:cubicBezTo>
                    <a:pt x="1450" y="3371"/>
                    <a:pt x="1576" y="3088"/>
                    <a:pt x="1450" y="2836"/>
                  </a:cubicBezTo>
                  <a:cubicBezTo>
                    <a:pt x="1355" y="2741"/>
                    <a:pt x="1355" y="2489"/>
                    <a:pt x="1481" y="2363"/>
                  </a:cubicBezTo>
                  <a:cubicBezTo>
                    <a:pt x="1557" y="2307"/>
                    <a:pt x="1678" y="2261"/>
                    <a:pt x="1790" y="2261"/>
                  </a:cubicBezTo>
                  <a:cubicBezTo>
                    <a:pt x="1864" y="2261"/>
                    <a:pt x="1935" y="2281"/>
                    <a:pt x="1985" y="2332"/>
                  </a:cubicBezTo>
                  <a:cubicBezTo>
                    <a:pt x="2054" y="2366"/>
                    <a:pt x="2126" y="2382"/>
                    <a:pt x="2194" y="2382"/>
                  </a:cubicBezTo>
                  <a:cubicBezTo>
                    <a:pt x="2376" y="2382"/>
                    <a:pt x="2538" y="2272"/>
                    <a:pt x="2584" y="2111"/>
                  </a:cubicBezTo>
                  <a:cubicBezTo>
                    <a:pt x="2616" y="1954"/>
                    <a:pt x="2773" y="1796"/>
                    <a:pt x="2994" y="1796"/>
                  </a:cubicBezTo>
                  <a:close/>
                  <a:moveTo>
                    <a:pt x="8885" y="5199"/>
                  </a:moveTo>
                  <a:cubicBezTo>
                    <a:pt x="8917" y="5325"/>
                    <a:pt x="8980" y="5451"/>
                    <a:pt x="9011" y="5514"/>
                  </a:cubicBezTo>
                  <a:lnTo>
                    <a:pt x="7656" y="9200"/>
                  </a:lnTo>
                  <a:lnTo>
                    <a:pt x="5703" y="9200"/>
                  </a:lnTo>
                  <a:lnTo>
                    <a:pt x="3687" y="6427"/>
                  </a:lnTo>
                  <a:cubicBezTo>
                    <a:pt x="3813" y="6364"/>
                    <a:pt x="3939" y="6238"/>
                    <a:pt x="4002" y="6112"/>
                  </a:cubicBezTo>
                  <a:cubicBezTo>
                    <a:pt x="4091" y="6133"/>
                    <a:pt x="4179" y="6143"/>
                    <a:pt x="4264" y="6143"/>
                  </a:cubicBezTo>
                  <a:cubicBezTo>
                    <a:pt x="4571" y="6143"/>
                    <a:pt x="4851" y="6012"/>
                    <a:pt x="5073" y="5766"/>
                  </a:cubicBezTo>
                  <a:cubicBezTo>
                    <a:pt x="5199" y="5671"/>
                    <a:pt x="5293" y="5451"/>
                    <a:pt x="5356" y="5199"/>
                  </a:cubicBezTo>
                  <a:cubicBezTo>
                    <a:pt x="5525" y="5295"/>
                    <a:pt x="5730" y="5336"/>
                    <a:pt x="5944" y="5336"/>
                  </a:cubicBezTo>
                  <a:cubicBezTo>
                    <a:pt x="6010" y="5336"/>
                    <a:pt x="6077" y="5332"/>
                    <a:pt x="6144" y="5325"/>
                  </a:cubicBezTo>
                  <a:cubicBezTo>
                    <a:pt x="6365" y="5640"/>
                    <a:pt x="6711" y="5829"/>
                    <a:pt x="7121" y="5829"/>
                  </a:cubicBezTo>
                  <a:cubicBezTo>
                    <a:pt x="7499" y="5829"/>
                    <a:pt x="7877" y="5640"/>
                    <a:pt x="8097" y="5325"/>
                  </a:cubicBezTo>
                  <a:cubicBezTo>
                    <a:pt x="8164" y="5332"/>
                    <a:pt x="8231" y="5336"/>
                    <a:pt x="8297" y="5336"/>
                  </a:cubicBezTo>
                  <a:cubicBezTo>
                    <a:pt x="8511" y="5336"/>
                    <a:pt x="8717" y="5295"/>
                    <a:pt x="8885" y="5199"/>
                  </a:cubicBezTo>
                  <a:close/>
                  <a:moveTo>
                    <a:pt x="9673" y="6112"/>
                  </a:moveTo>
                  <a:cubicBezTo>
                    <a:pt x="9777" y="6164"/>
                    <a:pt x="9890" y="6188"/>
                    <a:pt x="10003" y="6188"/>
                  </a:cubicBezTo>
                  <a:cubicBezTo>
                    <a:pt x="10095" y="6188"/>
                    <a:pt x="10186" y="6172"/>
                    <a:pt x="10271" y="6144"/>
                  </a:cubicBezTo>
                  <a:cubicBezTo>
                    <a:pt x="10334" y="6270"/>
                    <a:pt x="10460" y="6396"/>
                    <a:pt x="10586" y="6459"/>
                  </a:cubicBezTo>
                  <a:lnTo>
                    <a:pt x="8570" y="9231"/>
                  </a:lnTo>
                  <a:lnTo>
                    <a:pt x="9673" y="6112"/>
                  </a:lnTo>
                  <a:close/>
                  <a:moveTo>
                    <a:pt x="8349" y="10050"/>
                  </a:moveTo>
                  <a:lnTo>
                    <a:pt x="8349" y="10870"/>
                  </a:lnTo>
                  <a:lnTo>
                    <a:pt x="5861" y="10870"/>
                  </a:lnTo>
                  <a:lnTo>
                    <a:pt x="5861" y="10050"/>
                  </a:lnTo>
                  <a:close/>
                  <a:moveTo>
                    <a:pt x="8538" y="11720"/>
                  </a:moveTo>
                  <a:lnTo>
                    <a:pt x="9295" y="12823"/>
                  </a:lnTo>
                  <a:cubicBezTo>
                    <a:pt x="9116" y="12781"/>
                    <a:pt x="8938" y="12760"/>
                    <a:pt x="8761" y="12760"/>
                  </a:cubicBezTo>
                  <a:cubicBezTo>
                    <a:pt x="8409" y="12760"/>
                    <a:pt x="8066" y="12844"/>
                    <a:pt x="7751" y="13012"/>
                  </a:cubicBezTo>
                  <a:cubicBezTo>
                    <a:pt x="7562" y="13106"/>
                    <a:pt x="7341" y="13154"/>
                    <a:pt x="7117" y="13154"/>
                  </a:cubicBezTo>
                  <a:cubicBezTo>
                    <a:pt x="6892" y="13154"/>
                    <a:pt x="6664" y="13106"/>
                    <a:pt x="6459" y="13012"/>
                  </a:cubicBezTo>
                  <a:cubicBezTo>
                    <a:pt x="6144" y="12854"/>
                    <a:pt x="5798" y="12760"/>
                    <a:pt x="5419" y="12760"/>
                  </a:cubicBezTo>
                  <a:cubicBezTo>
                    <a:pt x="5262" y="12760"/>
                    <a:pt x="5073" y="12760"/>
                    <a:pt x="4915" y="12823"/>
                  </a:cubicBezTo>
                  <a:lnTo>
                    <a:pt x="5672" y="11720"/>
                  </a:lnTo>
                  <a:close/>
                  <a:moveTo>
                    <a:pt x="7089" y="0"/>
                  </a:moveTo>
                  <a:cubicBezTo>
                    <a:pt x="6680" y="0"/>
                    <a:pt x="6333" y="189"/>
                    <a:pt x="6081" y="505"/>
                  </a:cubicBezTo>
                  <a:cubicBezTo>
                    <a:pt x="6018" y="494"/>
                    <a:pt x="5954" y="489"/>
                    <a:pt x="5890" y="489"/>
                  </a:cubicBezTo>
                  <a:cubicBezTo>
                    <a:pt x="5571" y="489"/>
                    <a:pt x="5251" y="620"/>
                    <a:pt x="5041" y="883"/>
                  </a:cubicBezTo>
                  <a:cubicBezTo>
                    <a:pt x="4884" y="1040"/>
                    <a:pt x="4758" y="1261"/>
                    <a:pt x="4726" y="1513"/>
                  </a:cubicBezTo>
                  <a:cubicBezTo>
                    <a:pt x="4534" y="1416"/>
                    <a:pt x="4341" y="1375"/>
                    <a:pt x="4135" y="1375"/>
                  </a:cubicBezTo>
                  <a:cubicBezTo>
                    <a:pt x="4071" y="1375"/>
                    <a:pt x="4006" y="1379"/>
                    <a:pt x="3939" y="1387"/>
                  </a:cubicBezTo>
                  <a:cubicBezTo>
                    <a:pt x="3687" y="1072"/>
                    <a:pt x="3340" y="883"/>
                    <a:pt x="2931" y="883"/>
                  </a:cubicBezTo>
                  <a:cubicBezTo>
                    <a:pt x="2553" y="883"/>
                    <a:pt x="2206" y="1072"/>
                    <a:pt x="1954" y="1387"/>
                  </a:cubicBezTo>
                  <a:cubicBezTo>
                    <a:pt x="1872" y="1366"/>
                    <a:pt x="1788" y="1356"/>
                    <a:pt x="1704" y="1356"/>
                  </a:cubicBezTo>
                  <a:cubicBezTo>
                    <a:pt x="1402" y="1356"/>
                    <a:pt x="1098" y="1487"/>
                    <a:pt x="851" y="1733"/>
                  </a:cubicBezTo>
                  <a:cubicBezTo>
                    <a:pt x="568" y="2017"/>
                    <a:pt x="473" y="2426"/>
                    <a:pt x="505" y="2804"/>
                  </a:cubicBezTo>
                  <a:cubicBezTo>
                    <a:pt x="190" y="3025"/>
                    <a:pt x="1" y="3403"/>
                    <a:pt x="1" y="3781"/>
                  </a:cubicBezTo>
                  <a:cubicBezTo>
                    <a:pt x="1" y="4191"/>
                    <a:pt x="190" y="4537"/>
                    <a:pt x="505" y="4789"/>
                  </a:cubicBezTo>
                  <a:cubicBezTo>
                    <a:pt x="410" y="5167"/>
                    <a:pt x="536" y="5577"/>
                    <a:pt x="851" y="5829"/>
                  </a:cubicBezTo>
                  <a:cubicBezTo>
                    <a:pt x="1106" y="6084"/>
                    <a:pt x="1489" y="6212"/>
                    <a:pt x="1839" y="6212"/>
                  </a:cubicBezTo>
                  <a:cubicBezTo>
                    <a:pt x="1878" y="6212"/>
                    <a:pt x="1916" y="6210"/>
                    <a:pt x="1954" y="6207"/>
                  </a:cubicBezTo>
                  <a:cubicBezTo>
                    <a:pt x="2143" y="6427"/>
                    <a:pt x="2427" y="6616"/>
                    <a:pt x="2710" y="6679"/>
                  </a:cubicBezTo>
                  <a:lnTo>
                    <a:pt x="5010" y="9767"/>
                  </a:lnTo>
                  <a:lnTo>
                    <a:pt x="5010" y="11153"/>
                  </a:lnTo>
                  <a:lnTo>
                    <a:pt x="3435" y="13516"/>
                  </a:lnTo>
                  <a:cubicBezTo>
                    <a:pt x="3309" y="13674"/>
                    <a:pt x="3340" y="13863"/>
                    <a:pt x="3466" y="14020"/>
                  </a:cubicBezTo>
                  <a:cubicBezTo>
                    <a:pt x="3526" y="14120"/>
                    <a:pt x="3636" y="14182"/>
                    <a:pt x="3757" y="14182"/>
                  </a:cubicBezTo>
                  <a:cubicBezTo>
                    <a:pt x="3827" y="14182"/>
                    <a:pt x="3901" y="14161"/>
                    <a:pt x="3970" y="14115"/>
                  </a:cubicBezTo>
                  <a:lnTo>
                    <a:pt x="4789" y="13674"/>
                  </a:lnTo>
                  <a:cubicBezTo>
                    <a:pt x="4994" y="13579"/>
                    <a:pt x="5215" y="13532"/>
                    <a:pt x="5435" y="13532"/>
                  </a:cubicBezTo>
                  <a:cubicBezTo>
                    <a:pt x="5656" y="13532"/>
                    <a:pt x="5876" y="13579"/>
                    <a:pt x="6081" y="13674"/>
                  </a:cubicBezTo>
                  <a:cubicBezTo>
                    <a:pt x="6396" y="13831"/>
                    <a:pt x="6743" y="13910"/>
                    <a:pt x="7089" y="13910"/>
                  </a:cubicBezTo>
                  <a:cubicBezTo>
                    <a:pt x="7436" y="13910"/>
                    <a:pt x="7782" y="13831"/>
                    <a:pt x="8097" y="13674"/>
                  </a:cubicBezTo>
                  <a:cubicBezTo>
                    <a:pt x="8302" y="13579"/>
                    <a:pt x="8523" y="13532"/>
                    <a:pt x="8743" y="13532"/>
                  </a:cubicBezTo>
                  <a:cubicBezTo>
                    <a:pt x="8964" y="13532"/>
                    <a:pt x="9184" y="13579"/>
                    <a:pt x="9389" y="13674"/>
                  </a:cubicBezTo>
                  <a:lnTo>
                    <a:pt x="10240" y="14115"/>
                  </a:lnTo>
                  <a:cubicBezTo>
                    <a:pt x="10292" y="14136"/>
                    <a:pt x="10348" y="14146"/>
                    <a:pt x="10405" y="14146"/>
                  </a:cubicBezTo>
                  <a:cubicBezTo>
                    <a:pt x="10520" y="14146"/>
                    <a:pt x="10639" y="14104"/>
                    <a:pt x="10744" y="14020"/>
                  </a:cubicBezTo>
                  <a:cubicBezTo>
                    <a:pt x="10870" y="13863"/>
                    <a:pt x="10901" y="13674"/>
                    <a:pt x="10775" y="13516"/>
                  </a:cubicBezTo>
                  <a:lnTo>
                    <a:pt x="9200" y="11153"/>
                  </a:lnTo>
                  <a:lnTo>
                    <a:pt x="9200" y="9767"/>
                  </a:lnTo>
                  <a:lnTo>
                    <a:pt x="11500" y="6679"/>
                  </a:lnTo>
                  <a:cubicBezTo>
                    <a:pt x="11815" y="6616"/>
                    <a:pt x="12067" y="6427"/>
                    <a:pt x="12225" y="6207"/>
                  </a:cubicBezTo>
                  <a:cubicBezTo>
                    <a:pt x="12293" y="6217"/>
                    <a:pt x="12360" y="6223"/>
                    <a:pt x="12427" y="6223"/>
                  </a:cubicBezTo>
                  <a:cubicBezTo>
                    <a:pt x="12758" y="6223"/>
                    <a:pt x="13065" y="6091"/>
                    <a:pt x="13327" y="5829"/>
                  </a:cubicBezTo>
                  <a:cubicBezTo>
                    <a:pt x="13611" y="5577"/>
                    <a:pt x="13737" y="5167"/>
                    <a:pt x="13705" y="4789"/>
                  </a:cubicBezTo>
                  <a:cubicBezTo>
                    <a:pt x="14020" y="4537"/>
                    <a:pt x="14209" y="4191"/>
                    <a:pt x="14209" y="3781"/>
                  </a:cubicBezTo>
                  <a:cubicBezTo>
                    <a:pt x="14178" y="3403"/>
                    <a:pt x="13957" y="3056"/>
                    <a:pt x="13674" y="2804"/>
                  </a:cubicBezTo>
                  <a:cubicBezTo>
                    <a:pt x="13737" y="2426"/>
                    <a:pt x="13611" y="2017"/>
                    <a:pt x="13296" y="1733"/>
                  </a:cubicBezTo>
                  <a:cubicBezTo>
                    <a:pt x="13047" y="1484"/>
                    <a:pt x="12700" y="1381"/>
                    <a:pt x="12342" y="1381"/>
                  </a:cubicBezTo>
                  <a:cubicBezTo>
                    <a:pt x="12292" y="1381"/>
                    <a:pt x="12243" y="1383"/>
                    <a:pt x="12193" y="1387"/>
                  </a:cubicBezTo>
                  <a:cubicBezTo>
                    <a:pt x="11973" y="1072"/>
                    <a:pt x="11594" y="883"/>
                    <a:pt x="11216" y="883"/>
                  </a:cubicBezTo>
                  <a:cubicBezTo>
                    <a:pt x="10807" y="883"/>
                    <a:pt x="10460" y="1072"/>
                    <a:pt x="10240" y="1387"/>
                  </a:cubicBezTo>
                  <a:cubicBezTo>
                    <a:pt x="10173" y="1379"/>
                    <a:pt x="10106" y="1375"/>
                    <a:pt x="10040" y="1375"/>
                  </a:cubicBezTo>
                  <a:cubicBezTo>
                    <a:pt x="9826" y="1375"/>
                    <a:pt x="9621" y="1416"/>
                    <a:pt x="9452" y="1513"/>
                  </a:cubicBezTo>
                  <a:cubicBezTo>
                    <a:pt x="9421" y="1261"/>
                    <a:pt x="9295" y="1072"/>
                    <a:pt x="9137" y="883"/>
                  </a:cubicBezTo>
                  <a:cubicBezTo>
                    <a:pt x="8882" y="627"/>
                    <a:pt x="8525" y="500"/>
                    <a:pt x="8180" y="500"/>
                  </a:cubicBezTo>
                  <a:cubicBezTo>
                    <a:pt x="8142" y="500"/>
                    <a:pt x="8104" y="501"/>
                    <a:pt x="8066" y="505"/>
                  </a:cubicBezTo>
                  <a:cubicBezTo>
                    <a:pt x="7845" y="189"/>
                    <a:pt x="7467" y="0"/>
                    <a:pt x="70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11" name="Google Shape;10911;p65"/>
            <p:cNvSpPr/>
            <p:nvPr/>
          </p:nvSpPr>
          <p:spPr>
            <a:xfrm>
              <a:off x="-11072175" y="1734725"/>
              <a:ext cx="41775" cy="41000"/>
            </a:xfrm>
            <a:custGeom>
              <a:rect l="l" t="t" r="r" b="b"/>
              <a:pathLst>
                <a:path w="1670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93"/>
                    <a:pt x="379" y="1639"/>
                    <a:pt x="820" y="1639"/>
                  </a:cubicBezTo>
                  <a:cubicBezTo>
                    <a:pt x="1292" y="1639"/>
                    <a:pt x="1671" y="1293"/>
                    <a:pt x="1671" y="820"/>
                  </a:cubicBezTo>
                  <a:cubicBezTo>
                    <a:pt x="1671" y="379"/>
                    <a:pt x="1292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12" name="Google Shape;10912;p65"/>
            <p:cNvSpPr/>
            <p:nvPr/>
          </p:nvSpPr>
          <p:spPr>
            <a:xfrm>
              <a:off x="-11278525" y="1734725"/>
              <a:ext cx="40975" cy="41000"/>
            </a:xfrm>
            <a:custGeom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47" y="1"/>
                    <a:pt x="0" y="379"/>
                    <a:pt x="0" y="820"/>
                  </a:cubicBezTo>
                  <a:cubicBezTo>
                    <a:pt x="0" y="1293"/>
                    <a:pt x="347" y="1639"/>
                    <a:pt x="820" y="1639"/>
                  </a:cubicBezTo>
                  <a:cubicBezTo>
                    <a:pt x="1261" y="1639"/>
                    <a:pt x="1639" y="1293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13" name="Google Shape;10913;p65"/>
            <p:cNvSpPr/>
            <p:nvPr/>
          </p:nvSpPr>
          <p:spPr>
            <a:xfrm>
              <a:off x="-11175350" y="1714250"/>
              <a:ext cx="40975" cy="41000"/>
            </a:xfrm>
            <a:custGeom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79" y="1"/>
                    <a:pt x="1" y="379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61" y="1639"/>
                    <a:pt x="1639" y="1261"/>
                    <a:pt x="1639" y="820"/>
                  </a:cubicBezTo>
                  <a:cubicBezTo>
                    <a:pt x="1639" y="379"/>
                    <a:pt x="1261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14" name="Google Shape;10914;p65"/>
          <p:cNvSpPr/>
          <p:nvPr/>
        </p:nvSpPr>
        <p:spPr>
          <a:xfrm>
            <a:off x="7575652" y="1712279"/>
            <a:ext cx="345370" cy="339286"/>
          </a:xfrm>
          <a:custGeom>
            <a:rect l="l" t="t" r="r" b="b"/>
            <a:pathLst>
              <a:path w="14304" h="14052" extrusionOk="0">
                <a:moveTo>
                  <a:pt x="12886" y="2489"/>
                </a:moveTo>
                <a:cubicBezTo>
                  <a:pt x="13106" y="2521"/>
                  <a:pt x="13295" y="2710"/>
                  <a:pt x="13295" y="2899"/>
                </a:cubicBezTo>
                <a:lnTo>
                  <a:pt x="13295" y="3875"/>
                </a:lnTo>
                <a:cubicBezTo>
                  <a:pt x="12933" y="3592"/>
                  <a:pt x="12500" y="3450"/>
                  <a:pt x="12067" y="3450"/>
                </a:cubicBezTo>
                <a:cubicBezTo>
                  <a:pt x="11633" y="3450"/>
                  <a:pt x="11200" y="3592"/>
                  <a:pt x="10838" y="3875"/>
                </a:cubicBezTo>
                <a:lnTo>
                  <a:pt x="10838" y="2899"/>
                </a:lnTo>
                <a:cubicBezTo>
                  <a:pt x="10838" y="2678"/>
                  <a:pt x="11027" y="2489"/>
                  <a:pt x="11216" y="2489"/>
                </a:cubicBezTo>
                <a:close/>
                <a:moveTo>
                  <a:pt x="2899" y="2521"/>
                </a:moveTo>
                <a:cubicBezTo>
                  <a:pt x="3151" y="2521"/>
                  <a:pt x="3308" y="2710"/>
                  <a:pt x="3308" y="2962"/>
                </a:cubicBezTo>
                <a:lnTo>
                  <a:pt x="3308" y="3907"/>
                </a:lnTo>
                <a:cubicBezTo>
                  <a:pt x="2962" y="3623"/>
                  <a:pt x="2521" y="3497"/>
                  <a:pt x="2048" y="3497"/>
                </a:cubicBezTo>
                <a:cubicBezTo>
                  <a:pt x="1575" y="3497"/>
                  <a:pt x="1166" y="3655"/>
                  <a:pt x="819" y="3907"/>
                </a:cubicBezTo>
                <a:lnTo>
                  <a:pt x="819" y="2962"/>
                </a:lnTo>
                <a:cubicBezTo>
                  <a:pt x="851" y="2710"/>
                  <a:pt x="1040" y="2521"/>
                  <a:pt x="1260" y="2521"/>
                </a:cubicBezTo>
                <a:close/>
                <a:moveTo>
                  <a:pt x="2079" y="4285"/>
                </a:moveTo>
                <a:cubicBezTo>
                  <a:pt x="2395" y="4285"/>
                  <a:pt x="2710" y="4411"/>
                  <a:pt x="2962" y="4663"/>
                </a:cubicBezTo>
                <a:lnTo>
                  <a:pt x="4411" y="6112"/>
                </a:lnTo>
                <a:cubicBezTo>
                  <a:pt x="4285" y="6301"/>
                  <a:pt x="2836" y="7719"/>
                  <a:pt x="2678" y="7876"/>
                </a:cubicBezTo>
                <a:lnTo>
                  <a:pt x="1229" y="6427"/>
                </a:lnTo>
                <a:cubicBezTo>
                  <a:pt x="756" y="5955"/>
                  <a:pt x="756" y="5167"/>
                  <a:pt x="1229" y="4663"/>
                </a:cubicBezTo>
                <a:cubicBezTo>
                  <a:pt x="1449" y="4411"/>
                  <a:pt x="1764" y="4285"/>
                  <a:pt x="2079" y="4285"/>
                </a:cubicBezTo>
                <a:close/>
                <a:moveTo>
                  <a:pt x="12055" y="4308"/>
                </a:moveTo>
                <a:cubicBezTo>
                  <a:pt x="12374" y="4308"/>
                  <a:pt x="12697" y="4427"/>
                  <a:pt x="12949" y="4663"/>
                </a:cubicBezTo>
                <a:cubicBezTo>
                  <a:pt x="13421" y="5167"/>
                  <a:pt x="13421" y="5955"/>
                  <a:pt x="12949" y="6427"/>
                </a:cubicBezTo>
                <a:lnTo>
                  <a:pt x="11499" y="7876"/>
                </a:lnTo>
                <a:lnTo>
                  <a:pt x="9735" y="6112"/>
                </a:lnTo>
                <a:lnTo>
                  <a:pt x="11184" y="4663"/>
                </a:lnTo>
                <a:cubicBezTo>
                  <a:pt x="11421" y="4427"/>
                  <a:pt x="11736" y="4308"/>
                  <a:pt x="12055" y="4308"/>
                </a:cubicBezTo>
                <a:close/>
                <a:moveTo>
                  <a:pt x="11657" y="819"/>
                </a:moveTo>
                <a:lnTo>
                  <a:pt x="11657" y="1701"/>
                </a:lnTo>
                <a:lnTo>
                  <a:pt x="11216" y="1701"/>
                </a:lnTo>
                <a:cubicBezTo>
                  <a:pt x="10554" y="1701"/>
                  <a:pt x="10019" y="2237"/>
                  <a:pt x="10019" y="2899"/>
                </a:cubicBezTo>
                <a:lnTo>
                  <a:pt x="10019" y="4663"/>
                </a:lnTo>
                <a:lnTo>
                  <a:pt x="8853" y="5797"/>
                </a:lnTo>
                <a:cubicBezTo>
                  <a:pt x="8696" y="5955"/>
                  <a:pt x="8696" y="6238"/>
                  <a:pt x="8853" y="6396"/>
                </a:cubicBezTo>
                <a:lnTo>
                  <a:pt x="9231" y="6742"/>
                </a:lnTo>
                <a:lnTo>
                  <a:pt x="7089" y="8443"/>
                </a:lnTo>
                <a:lnTo>
                  <a:pt x="4978" y="6742"/>
                </a:lnTo>
                <a:lnTo>
                  <a:pt x="5324" y="6396"/>
                </a:lnTo>
                <a:cubicBezTo>
                  <a:pt x="5482" y="6238"/>
                  <a:pt x="5482" y="5955"/>
                  <a:pt x="5324" y="5797"/>
                </a:cubicBezTo>
                <a:lnTo>
                  <a:pt x="4190" y="4663"/>
                </a:lnTo>
                <a:lnTo>
                  <a:pt x="4190" y="2899"/>
                </a:lnTo>
                <a:cubicBezTo>
                  <a:pt x="4190" y="2237"/>
                  <a:pt x="3623" y="1701"/>
                  <a:pt x="2962" y="1701"/>
                </a:cubicBezTo>
                <a:lnTo>
                  <a:pt x="2521" y="1701"/>
                </a:lnTo>
                <a:lnTo>
                  <a:pt x="2521" y="819"/>
                </a:lnTo>
                <a:close/>
                <a:moveTo>
                  <a:pt x="9767" y="7341"/>
                </a:moveTo>
                <a:lnTo>
                  <a:pt x="10176" y="7719"/>
                </a:lnTo>
                <a:lnTo>
                  <a:pt x="8506" y="9609"/>
                </a:lnTo>
                <a:lnTo>
                  <a:pt x="7719" y="8979"/>
                </a:lnTo>
                <a:lnTo>
                  <a:pt x="9767" y="7341"/>
                </a:lnTo>
                <a:close/>
                <a:moveTo>
                  <a:pt x="5545" y="10743"/>
                </a:moveTo>
                <a:lnTo>
                  <a:pt x="6553" y="11846"/>
                </a:lnTo>
                <a:lnTo>
                  <a:pt x="5230" y="13264"/>
                </a:lnTo>
                <a:lnTo>
                  <a:pt x="2426" y="13264"/>
                </a:lnTo>
                <a:lnTo>
                  <a:pt x="5545" y="10743"/>
                </a:lnTo>
                <a:close/>
                <a:moveTo>
                  <a:pt x="4379" y="7372"/>
                </a:moveTo>
                <a:lnTo>
                  <a:pt x="11751" y="13327"/>
                </a:lnTo>
                <a:lnTo>
                  <a:pt x="8948" y="13327"/>
                </a:lnTo>
                <a:lnTo>
                  <a:pt x="8948" y="13264"/>
                </a:lnTo>
                <a:lnTo>
                  <a:pt x="3970" y="7750"/>
                </a:lnTo>
                <a:lnTo>
                  <a:pt x="4379" y="7372"/>
                </a:lnTo>
                <a:close/>
                <a:moveTo>
                  <a:pt x="473" y="0"/>
                </a:moveTo>
                <a:cubicBezTo>
                  <a:pt x="252" y="0"/>
                  <a:pt x="32" y="189"/>
                  <a:pt x="32" y="441"/>
                </a:cubicBezTo>
                <a:cubicBezTo>
                  <a:pt x="32" y="662"/>
                  <a:pt x="252" y="819"/>
                  <a:pt x="473" y="819"/>
                </a:cubicBezTo>
                <a:lnTo>
                  <a:pt x="1733" y="819"/>
                </a:lnTo>
                <a:lnTo>
                  <a:pt x="1733" y="1701"/>
                </a:lnTo>
                <a:lnTo>
                  <a:pt x="1292" y="1701"/>
                </a:lnTo>
                <a:cubicBezTo>
                  <a:pt x="630" y="1701"/>
                  <a:pt x="32" y="2237"/>
                  <a:pt x="32" y="2899"/>
                </a:cubicBezTo>
                <a:lnTo>
                  <a:pt x="32" y="5387"/>
                </a:lnTo>
                <a:lnTo>
                  <a:pt x="32" y="5450"/>
                </a:lnTo>
                <a:cubicBezTo>
                  <a:pt x="0" y="5986"/>
                  <a:pt x="252" y="6553"/>
                  <a:pt x="630" y="6963"/>
                </a:cubicBezTo>
                <a:lnTo>
                  <a:pt x="2395" y="8758"/>
                </a:lnTo>
                <a:cubicBezTo>
                  <a:pt x="2473" y="8837"/>
                  <a:pt x="2584" y="8877"/>
                  <a:pt x="2694" y="8877"/>
                </a:cubicBezTo>
                <a:cubicBezTo>
                  <a:pt x="2804" y="8877"/>
                  <a:pt x="2914" y="8837"/>
                  <a:pt x="2993" y="8758"/>
                </a:cubicBezTo>
                <a:lnTo>
                  <a:pt x="3434" y="8317"/>
                </a:lnTo>
                <a:lnTo>
                  <a:pt x="5041" y="10082"/>
                </a:lnTo>
                <a:lnTo>
                  <a:pt x="1008" y="13327"/>
                </a:lnTo>
                <a:cubicBezTo>
                  <a:pt x="914" y="13421"/>
                  <a:pt x="819" y="13579"/>
                  <a:pt x="914" y="13768"/>
                </a:cubicBezTo>
                <a:cubicBezTo>
                  <a:pt x="945" y="13925"/>
                  <a:pt x="1103" y="14051"/>
                  <a:pt x="1292" y="14051"/>
                </a:cubicBezTo>
                <a:lnTo>
                  <a:pt x="5419" y="14051"/>
                </a:lnTo>
                <a:cubicBezTo>
                  <a:pt x="5545" y="14051"/>
                  <a:pt x="5671" y="14020"/>
                  <a:pt x="5734" y="13925"/>
                </a:cubicBezTo>
                <a:lnTo>
                  <a:pt x="7120" y="12413"/>
                </a:lnTo>
                <a:lnTo>
                  <a:pt x="8506" y="13925"/>
                </a:lnTo>
                <a:cubicBezTo>
                  <a:pt x="8569" y="14020"/>
                  <a:pt x="8696" y="14051"/>
                  <a:pt x="8822" y="14051"/>
                </a:cubicBezTo>
                <a:lnTo>
                  <a:pt x="12949" y="14051"/>
                </a:lnTo>
                <a:cubicBezTo>
                  <a:pt x="13106" y="14051"/>
                  <a:pt x="13264" y="13925"/>
                  <a:pt x="13358" y="13768"/>
                </a:cubicBezTo>
                <a:cubicBezTo>
                  <a:pt x="13390" y="13610"/>
                  <a:pt x="13358" y="13421"/>
                  <a:pt x="13232" y="13327"/>
                </a:cubicBezTo>
                <a:lnTo>
                  <a:pt x="9263" y="10082"/>
                </a:lnTo>
                <a:lnTo>
                  <a:pt x="10869" y="8286"/>
                </a:lnTo>
                <a:lnTo>
                  <a:pt x="11310" y="8695"/>
                </a:lnTo>
                <a:cubicBezTo>
                  <a:pt x="11389" y="8774"/>
                  <a:pt x="11492" y="8814"/>
                  <a:pt x="11594" y="8814"/>
                </a:cubicBezTo>
                <a:cubicBezTo>
                  <a:pt x="11696" y="8814"/>
                  <a:pt x="11799" y="8774"/>
                  <a:pt x="11878" y="8695"/>
                </a:cubicBezTo>
                <a:lnTo>
                  <a:pt x="13673" y="6931"/>
                </a:lnTo>
                <a:cubicBezTo>
                  <a:pt x="14083" y="6490"/>
                  <a:pt x="14303" y="5955"/>
                  <a:pt x="14240" y="5387"/>
                </a:cubicBezTo>
                <a:lnTo>
                  <a:pt x="14240" y="5356"/>
                </a:lnTo>
                <a:lnTo>
                  <a:pt x="14240" y="2867"/>
                </a:lnTo>
                <a:cubicBezTo>
                  <a:pt x="14240" y="2205"/>
                  <a:pt x="13705" y="1670"/>
                  <a:pt x="12980" y="1670"/>
                </a:cubicBezTo>
                <a:lnTo>
                  <a:pt x="12571" y="1670"/>
                </a:lnTo>
                <a:lnTo>
                  <a:pt x="12571" y="788"/>
                </a:lnTo>
                <a:lnTo>
                  <a:pt x="13736" y="788"/>
                </a:lnTo>
                <a:lnTo>
                  <a:pt x="13736" y="819"/>
                </a:lnTo>
                <a:cubicBezTo>
                  <a:pt x="13988" y="819"/>
                  <a:pt x="14177" y="630"/>
                  <a:pt x="14177" y="441"/>
                </a:cubicBezTo>
                <a:cubicBezTo>
                  <a:pt x="14177" y="189"/>
                  <a:pt x="13988" y="0"/>
                  <a:pt x="1373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15" name="Google Shape;10915;p65"/>
          <p:cNvSpPr/>
          <p:nvPr/>
        </p:nvSpPr>
        <p:spPr>
          <a:xfrm>
            <a:off x="7576413" y="2141008"/>
            <a:ext cx="343849" cy="298988"/>
          </a:xfrm>
          <a:custGeom>
            <a:rect l="l" t="t" r="r" b="b"/>
            <a:pathLst>
              <a:path w="14241" h="12383" extrusionOk="0">
                <a:moveTo>
                  <a:pt x="9610" y="4128"/>
                </a:moveTo>
                <a:cubicBezTo>
                  <a:pt x="10271" y="4128"/>
                  <a:pt x="10870" y="4664"/>
                  <a:pt x="10870" y="5388"/>
                </a:cubicBezTo>
                <a:cubicBezTo>
                  <a:pt x="10870" y="6050"/>
                  <a:pt x="10303" y="6617"/>
                  <a:pt x="9610" y="6617"/>
                </a:cubicBezTo>
                <a:lnTo>
                  <a:pt x="8444" y="6617"/>
                </a:lnTo>
                <a:cubicBezTo>
                  <a:pt x="8412" y="6207"/>
                  <a:pt x="8381" y="5829"/>
                  <a:pt x="8381" y="5388"/>
                </a:cubicBezTo>
                <a:cubicBezTo>
                  <a:pt x="8381" y="4947"/>
                  <a:pt x="8412" y="4569"/>
                  <a:pt x="8444" y="4128"/>
                </a:cubicBezTo>
                <a:close/>
                <a:moveTo>
                  <a:pt x="3183" y="3309"/>
                </a:moveTo>
                <a:cubicBezTo>
                  <a:pt x="2773" y="3876"/>
                  <a:pt x="2553" y="4632"/>
                  <a:pt x="2553" y="5388"/>
                </a:cubicBezTo>
                <a:cubicBezTo>
                  <a:pt x="2553" y="6144"/>
                  <a:pt x="2773" y="6837"/>
                  <a:pt x="3183" y="7468"/>
                </a:cubicBezTo>
                <a:lnTo>
                  <a:pt x="2994" y="7468"/>
                </a:lnTo>
                <a:cubicBezTo>
                  <a:pt x="1765" y="7436"/>
                  <a:pt x="820" y="6459"/>
                  <a:pt x="883" y="5262"/>
                </a:cubicBezTo>
                <a:cubicBezTo>
                  <a:pt x="946" y="4191"/>
                  <a:pt x="1954" y="3309"/>
                  <a:pt x="3088" y="3309"/>
                </a:cubicBezTo>
                <a:close/>
                <a:moveTo>
                  <a:pt x="8129" y="2175"/>
                </a:moveTo>
                <a:lnTo>
                  <a:pt x="8129" y="2175"/>
                </a:lnTo>
                <a:cubicBezTo>
                  <a:pt x="7751" y="3088"/>
                  <a:pt x="7562" y="4160"/>
                  <a:pt x="7562" y="5294"/>
                </a:cubicBezTo>
                <a:cubicBezTo>
                  <a:pt x="7562" y="6428"/>
                  <a:pt x="7751" y="7499"/>
                  <a:pt x="8129" y="8413"/>
                </a:cubicBezTo>
                <a:lnTo>
                  <a:pt x="7908" y="8255"/>
                </a:lnTo>
                <a:cubicBezTo>
                  <a:pt x="6995" y="7783"/>
                  <a:pt x="5861" y="7436"/>
                  <a:pt x="4600" y="7436"/>
                </a:cubicBezTo>
                <a:lnTo>
                  <a:pt x="4254" y="7436"/>
                </a:lnTo>
                <a:cubicBezTo>
                  <a:pt x="3687" y="6869"/>
                  <a:pt x="3372" y="6144"/>
                  <a:pt x="3372" y="5357"/>
                </a:cubicBezTo>
                <a:cubicBezTo>
                  <a:pt x="3372" y="4569"/>
                  <a:pt x="3687" y="3813"/>
                  <a:pt x="4254" y="3246"/>
                </a:cubicBezTo>
                <a:lnTo>
                  <a:pt x="4632" y="3246"/>
                </a:lnTo>
                <a:cubicBezTo>
                  <a:pt x="5798" y="3246"/>
                  <a:pt x="6963" y="2931"/>
                  <a:pt x="7908" y="2332"/>
                </a:cubicBezTo>
                <a:lnTo>
                  <a:pt x="8129" y="2175"/>
                </a:lnTo>
                <a:close/>
                <a:moveTo>
                  <a:pt x="5041" y="8287"/>
                </a:moveTo>
                <a:cubicBezTo>
                  <a:pt x="5293" y="8287"/>
                  <a:pt x="5577" y="8350"/>
                  <a:pt x="5861" y="8413"/>
                </a:cubicBezTo>
                <a:lnTo>
                  <a:pt x="5861" y="8696"/>
                </a:lnTo>
                <a:cubicBezTo>
                  <a:pt x="5861" y="8917"/>
                  <a:pt x="5672" y="9137"/>
                  <a:pt x="5419" y="9137"/>
                </a:cubicBezTo>
                <a:lnTo>
                  <a:pt x="5041" y="9137"/>
                </a:lnTo>
                <a:lnTo>
                  <a:pt x="5041" y="8287"/>
                </a:lnTo>
                <a:close/>
                <a:moveTo>
                  <a:pt x="10870" y="757"/>
                </a:moveTo>
                <a:cubicBezTo>
                  <a:pt x="12193" y="757"/>
                  <a:pt x="13327" y="2868"/>
                  <a:pt x="13327" y="5325"/>
                </a:cubicBezTo>
                <a:cubicBezTo>
                  <a:pt x="13327" y="7814"/>
                  <a:pt x="12193" y="9925"/>
                  <a:pt x="10870" y="9925"/>
                </a:cubicBezTo>
                <a:cubicBezTo>
                  <a:pt x="10712" y="9925"/>
                  <a:pt x="10492" y="9862"/>
                  <a:pt x="10334" y="9799"/>
                </a:cubicBezTo>
                <a:lnTo>
                  <a:pt x="9862" y="9515"/>
                </a:lnTo>
                <a:cubicBezTo>
                  <a:pt x="9358" y="9074"/>
                  <a:pt x="8917" y="8350"/>
                  <a:pt x="8664" y="7436"/>
                </a:cubicBezTo>
                <a:lnTo>
                  <a:pt x="9610" y="7436"/>
                </a:lnTo>
                <a:cubicBezTo>
                  <a:pt x="10744" y="7436"/>
                  <a:pt x="11689" y="6491"/>
                  <a:pt x="11689" y="5325"/>
                </a:cubicBezTo>
                <a:cubicBezTo>
                  <a:pt x="11689" y="4191"/>
                  <a:pt x="10744" y="3246"/>
                  <a:pt x="9610" y="3246"/>
                </a:cubicBezTo>
                <a:lnTo>
                  <a:pt x="8664" y="3246"/>
                </a:lnTo>
                <a:cubicBezTo>
                  <a:pt x="8948" y="2332"/>
                  <a:pt x="9326" y="1608"/>
                  <a:pt x="9862" y="1167"/>
                </a:cubicBezTo>
                <a:lnTo>
                  <a:pt x="10334" y="883"/>
                </a:lnTo>
                <a:cubicBezTo>
                  <a:pt x="10523" y="820"/>
                  <a:pt x="10712" y="757"/>
                  <a:pt x="10870" y="757"/>
                </a:cubicBezTo>
                <a:close/>
                <a:moveTo>
                  <a:pt x="4222" y="8255"/>
                </a:moveTo>
                <a:lnTo>
                  <a:pt x="4222" y="11185"/>
                </a:lnTo>
                <a:cubicBezTo>
                  <a:pt x="4222" y="11406"/>
                  <a:pt x="4002" y="11595"/>
                  <a:pt x="3813" y="11595"/>
                </a:cubicBezTo>
                <a:cubicBezTo>
                  <a:pt x="3624" y="11595"/>
                  <a:pt x="3372" y="11406"/>
                  <a:pt x="3372" y="11185"/>
                </a:cubicBezTo>
                <a:lnTo>
                  <a:pt x="3372" y="8255"/>
                </a:lnTo>
                <a:close/>
                <a:moveTo>
                  <a:pt x="10870" y="1"/>
                </a:moveTo>
                <a:cubicBezTo>
                  <a:pt x="10303" y="1"/>
                  <a:pt x="9830" y="190"/>
                  <a:pt x="9389" y="536"/>
                </a:cubicBezTo>
                <a:lnTo>
                  <a:pt x="7467" y="1671"/>
                </a:lnTo>
                <a:cubicBezTo>
                  <a:pt x="6648" y="2206"/>
                  <a:pt x="5609" y="2458"/>
                  <a:pt x="4632" y="2458"/>
                </a:cubicBezTo>
                <a:lnTo>
                  <a:pt x="3088" y="2458"/>
                </a:lnTo>
                <a:cubicBezTo>
                  <a:pt x="1513" y="2458"/>
                  <a:pt x="158" y="3655"/>
                  <a:pt x="64" y="5231"/>
                </a:cubicBezTo>
                <a:cubicBezTo>
                  <a:pt x="1" y="6806"/>
                  <a:pt x="1135" y="8066"/>
                  <a:pt x="2553" y="8255"/>
                </a:cubicBezTo>
                <a:lnTo>
                  <a:pt x="2553" y="11185"/>
                </a:lnTo>
                <a:cubicBezTo>
                  <a:pt x="2553" y="11847"/>
                  <a:pt x="3088" y="12382"/>
                  <a:pt x="3813" y="12382"/>
                </a:cubicBezTo>
                <a:cubicBezTo>
                  <a:pt x="4474" y="12382"/>
                  <a:pt x="5073" y="11847"/>
                  <a:pt x="5073" y="11185"/>
                </a:cubicBezTo>
                <a:lnTo>
                  <a:pt x="5073" y="9925"/>
                </a:lnTo>
                <a:lnTo>
                  <a:pt x="5451" y="9925"/>
                </a:lnTo>
                <a:cubicBezTo>
                  <a:pt x="6144" y="9925"/>
                  <a:pt x="6711" y="9358"/>
                  <a:pt x="6711" y="8696"/>
                </a:cubicBezTo>
                <a:lnTo>
                  <a:pt x="6711" y="8665"/>
                </a:lnTo>
                <a:cubicBezTo>
                  <a:pt x="6995" y="8759"/>
                  <a:pt x="7278" y="8885"/>
                  <a:pt x="7562" y="9043"/>
                </a:cubicBezTo>
                <a:lnTo>
                  <a:pt x="9484" y="10177"/>
                </a:lnTo>
                <a:cubicBezTo>
                  <a:pt x="9925" y="10555"/>
                  <a:pt x="10397" y="10744"/>
                  <a:pt x="10933" y="10744"/>
                </a:cubicBezTo>
                <a:cubicBezTo>
                  <a:pt x="11878" y="10744"/>
                  <a:pt x="12697" y="10145"/>
                  <a:pt x="13327" y="9074"/>
                </a:cubicBezTo>
                <a:cubicBezTo>
                  <a:pt x="13926" y="8098"/>
                  <a:pt x="14241" y="6774"/>
                  <a:pt x="14241" y="5388"/>
                </a:cubicBezTo>
                <a:cubicBezTo>
                  <a:pt x="14178" y="2458"/>
                  <a:pt x="12792" y="1"/>
                  <a:pt x="1087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16" name="Google Shape;10916;p65"/>
          <p:cNvGrpSpPr/>
          <p:nvPr/>
        </p:nvGrpSpPr>
        <p:grpSpPr>
          <a:xfrm>
            <a:off x="5774096" y="2549397"/>
            <a:ext cx="299736" cy="343849"/>
            <a:chOff x="-9570950" y="1622100"/>
            <a:chExt cx="310350" cy="356025"/>
          </a:xfrm>
        </p:grpSpPr>
        <p:sp>
          <p:nvSpPr>
            <p:cNvPr id="10917" name="Google Shape;10917;p65"/>
            <p:cNvSpPr/>
            <p:nvPr/>
          </p:nvSpPr>
          <p:spPr>
            <a:xfrm>
              <a:off x="-9570950" y="1622100"/>
              <a:ext cx="310350" cy="356025"/>
            </a:xfrm>
            <a:custGeom>
              <a:rect l="l" t="t" r="r" b="b"/>
              <a:pathLst>
                <a:path w="12414" h="14241" extrusionOk="0">
                  <a:moveTo>
                    <a:pt x="7026" y="851"/>
                  </a:moveTo>
                  <a:cubicBezTo>
                    <a:pt x="7246" y="851"/>
                    <a:pt x="7404" y="1040"/>
                    <a:pt x="7404" y="1229"/>
                  </a:cubicBezTo>
                  <a:lnTo>
                    <a:pt x="7404" y="1670"/>
                  </a:lnTo>
                  <a:lnTo>
                    <a:pt x="4915" y="1670"/>
                  </a:lnTo>
                  <a:lnTo>
                    <a:pt x="4915" y="1229"/>
                  </a:lnTo>
                  <a:lnTo>
                    <a:pt x="4978" y="1229"/>
                  </a:lnTo>
                  <a:cubicBezTo>
                    <a:pt x="4978" y="1009"/>
                    <a:pt x="5167" y="851"/>
                    <a:pt x="5356" y="851"/>
                  </a:cubicBezTo>
                  <a:close/>
                  <a:moveTo>
                    <a:pt x="9987" y="2490"/>
                  </a:moveTo>
                  <a:lnTo>
                    <a:pt x="9987" y="7688"/>
                  </a:lnTo>
                  <a:lnTo>
                    <a:pt x="9924" y="7688"/>
                  </a:lnTo>
                  <a:lnTo>
                    <a:pt x="8160" y="5924"/>
                  </a:lnTo>
                  <a:cubicBezTo>
                    <a:pt x="8081" y="5845"/>
                    <a:pt x="7971" y="5805"/>
                    <a:pt x="7861" y="5805"/>
                  </a:cubicBezTo>
                  <a:cubicBezTo>
                    <a:pt x="7750" y="5805"/>
                    <a:pt x="7640" y="5845"/>
                    <a:pt x="7561" y="5924"/>
                  </a:cubicBezTo>
                  <a:lnTo>
                    <a:pt x="6396" y="7121"/>
                  </a:lnTo>
                  <a:lnTo>
                    <a:pt x="4883" y="5136"/>
                  </a:lnTo>
                  <a:cubicBezTo>
                    <a:pt x="4820" y="5010"/>
                    <a:pt x="4694" y="4978"/>
                    <a:pt x="4568" y="4978"/>
                  </a:cubicBezTo>
                  <a:cubicBezTo>
                    <a:pt x="4474" y="4978"/>
                    <a:pt x="4348" y="5073"/>
                    <a:pt x="4253" y="5136"/>
                  </a:cubicBezTo>
                  <a:lnTo>
                    <a:pt x="2521" y="7467"/>
                  </a:lnTo>
                  <a:lnTo>
                    <a:pt x="2521" y="2490"/>
                  </a:lnTo>
                  <a:close/>
                  <a:moveTo>
                    <a:pt x="4537" y="6081"/>
                  </a:moveTo>
                  <a:lnTo>
                    <a:pt x="6175" y="8286"/>
                  </a:lnTo>
                  <a:lnTo>
                    <a:pt x="2867" y="8286"/>
                  </a:lnTo>
                  <a:lnTo>
                    <a:pt x="4537" y="6081"/>
                  </a:lnTo>
                  <a:close/>
                  <a:moveTo>
                    <a:pt x="7845" y="6806"/>
                  </a:moveTo>
                  <a:lnTo>
                    <a:pt x="9326" y="8286"/>
                  </a:lnTo>
                  <a:lnTo>
                    <a:pt x="7215" y="8286"/>
                  </a:lnTo>
                  <a:lnTo>
                    <a:pt x="6868" y="7782"/>
                  </a:lnTo>
                  <a:lnTo>
                    <a:pt x="7845" y="6806"/>
                  </a:lnTo>
                  <a:close/>
                  <a:moveTo>
                    <a:pt x="1670" y="2458"/>
                  </a:moveTo>
                  <a:lnTo>
                    <a:pt x="1670" y="8696"/>
                  </a:lnTo>
                  <a:cubicBezTo>
                    <a:pt x="1670" y="8917"/>
                    <a:pt x="1859" y="9106"/>
                    <a:pt x="2080" y="9106"/>
                  </a:cubicBezTo>
                  <a:lnTo>
                    <a:pt x="10365" y="9106"/>
                  </a:lnTo>
                  <a:cubicBezTo>
                    <a:pt x="10586" y="9106"/>
                    <a:pt x="10806" y="8917"/>
                    <a:pt x="10743" y="8696"/>
                  </a:cubicBezTo>
                  <a:lnTo>
                    <a:pt x="10743" y="2490"/>
                  </a:lnTo>
                  <a:lnTo>
                    <a:pt x="11153" y="2490"/>
                  </a:lnTo>
                  <a:cubicBezTo>
                    <a:pt x="11374" y="2490"/>
                    <a:pt x="11594" y="2647"/>
                    <a:pt x="11594" y="2899"/>
                  </a:cubicBezTo>
                  <a:lnTo>
                    <a:pt x="11594" y="9515"/>
                  </a:lnTo>
                  <a:cubicBezTo>
                    <a:pt x="11594" y="9736"/>
                    <a:pt x="11374" y="9956"/>
                    <a:pt x="11184" y="9956"/>
                  </a:cubicBezTo>
                  <a:lnTo>
                    <a:pt x="1260" y="9956"/>
                  </a:lnTo>
                  <a:cubicBezTo>
                    <a:pt x="1040" y="9956"/>
                    <a:pt x="882" y="9736"/>
                    <a:pt x="882" y="9515"/>
                  </a:cubicBezTo>
                  <a:lnTo>
                    <a:pt x="882" y="2899"/>
                  </a:lnTo>
                  <a:cubicBezTo>
                    <a:pt x="882" y="2647"/>
                    <a:pt x="1071" y="2458"/>
                    <a:pt x="1260" y="2458"/>
                  </a:cubicBezTo>
                  <a:close/>
                  <a:moveTo>
                    <a:pt x="8286" y="10775"/>
                  </a:moveTo>
                  <a:lnTo>
                    <a:pt x="8286" y="11626"/>
                  </a:lnTo>
                  <a:lnTo>
                    <a:pt x="4127" y="11626"/>
                  </a:lnTo>
                  <a:lnTo>
                    <a:pt x="4127" y="10775"/>
                  </a:lnTo>
                  <a:close/>
                  <a:moveTo>
                    <a:pt x="3340" y="10775"/>
                  </a:moveTo>
                  <a:lnTo>
                    <a:pt x="3340" y="12886"/>
                  </a:lnTo>
                  <a:lnTo>
                    <a:pt x="3308" y="12886"/>
                  </a:lnTo>
                  <a:cubicBezTo>
                    <a:pt x="3308" y="13138"/>
                    <a:pt x="3119" y="13327"/>
                    <a:pt x="2930" y="13327"/>
                  </a:cubicBezTo>
                  <a:cubicBezTo>
                    <a:pt x="2710" y="13327"/>
                    <a:pt x="2521" y="13138"/>
                    <a:pt x="2521" y="12886"/>
                  </a:cubicBezTo>
                  <a:lnTo>
                    <a:pt x="2521" y="10775"/>
                  </a:lnTo>
                  <a:close/>
                  <a:moveTo>
                    <a:pt x="9956" y="10775"/>
                  </a:moveTo>
                  <a:lnTo>
                    <a:pt x="9956" y="12886"/>
                  </a:lnTo>
                  <a:lnTo>
                    <a:pt x="9924" y="12886"/>
                  </a:lnTo>
                  <a:cubicBezTo>
                    <a:pt x="9924" y="13138"/>
                    <a:pt x="9735" y="13327"/>
                    <a:pt x="9546" y="13327"/>
                  </a:cubicBezTo>
                  <a:cubicBezTo>
                    <a:pt x="9326" y="13327"/>
                    <a:pt x="9137" y="13138"/>
                    <a:pt x="9137" y="12886"/>
                  </a:cubicBezTo>
                  <a:lnTo>
                    <a:pt x="9137" y="10775"/>
                  </a:lnTo>
                  <a:close/>
                  <a:moveTo>
                    <a:pt x="5356" y="1"/>
                  </a:moveTo>
                  <a:cubicBezTo>
                    <a:pt x="4694" y="1"/>
                    <a:pt x="4127" y="568"/>
                    <a:pt x="4127" y="1292"/>
                  </a:cubicBezTo>
                  <a:lnTo>
                    <a:pt x="4127" y="1702"/>
                  </a:lnTo>
                  <a:lnTo>
                    <a:pt x="1229" y="1702"/>
                  </a:lnTo>
                  <a:cubicBezTo>
                    <a:pt x="567" y="1702"/>
                    <a:pt x="0" y="2269"/>
                    <a:pt x="0" y="2962"/>
                  </a:cubicBezTo>
                  <a:lnTo>
                    <a:pt x="0" y="9578"/>
                  </a:lnTo>
                  <a:cubicBezTo>
                    <a:pt x="0" y="10271"/>
                    <a:pt x="567" y="10838"/>
                    <a:pt x="1229" y="10838"/>
                  </a:cubicBezTo>
                  <a:lnTo>
                    <a:pt x="1607" y="10838"/>
                  </a:lnTo>
                  <a:lnTo>
                    <a:pt x="1607" y="12981"/>
                  </a:lnTo>
                  <a:cubicBezTo>
                    <a:pt x="1607" y="13642"/>
                    <a:pt x="2174" y="14241"/>
                    <a:pt x="2867" y="14241"/>
                  </a:cubicBezTo>
                  <a:cubicBezTo>
                    <a:pt x="3592" y="14241"/>
                    <a:pt x="4127" y="13674"/>
                    <a:pt x="4127" y="12981"/>
                  </a:cubicBezTo>
                  <a:lnTo>
                    <a:pt x="4127" y="12540"/>
                  </a:lnTo>
                  <a:lnTo>
                    <a:pt x="8286" y="12540"/>
                  </a:lnTo>
                  <a:lnTo>
                    <a:pt x="8286" y="12981"/>
                  </a:lnTo>
                  <a:cubicBezTo>
                    <a:pt x="8286" y="13642"/>
                    <a:pt x="8822" y="14241"/>
                    <a:pt x="9483" y="14241"/>
                  </a:cubicBezTo>
                  <a:cubicBezTo>
                    <a:pt x="10176" y="14241"/>
                    <a:pt x="10775" y="13674"/>
                    <a:pt x="10775" y="12981"/>
                  </a:cubicBezTo>
                  <a:lnTo>
                    <a:pt x="10775" y="10838"/>
                  </a:lnTo>
                  <a:lnTo>
                    <a:pt x="11153" y="10838"/>
                  </a:lnTo>
                  <a:cubicBezTo>
                    <a:pt x="11815" y="10838"/>
                    <a:pt x="12413" y="10303"/>
                    <a:pt x="12413" y="9578"/>
                  </a:cubicBezTo>
                  <a:lnTo>
                    <a:pt x="12413" y="2899"/>
                  </a:lnTo>
                  <a:cubicBezTo>
                    <a:pt x="12413" y="2238"/>
                    <a:pt x="11878" y="1639"/>
                    <a:pt x="11153" y="1639"/>
                  </a:cubicBezTo>
                  <a:lnTo>
                    <a:pt x="8286" y="1639"/>
                  </a:lnTo>
                  <a:lnTo>
                    <a:pt x="8286" y="1198"/>
                  </a:lnTo>
                  <a:cubicBezTo>
                    <a:pt x="8286" y="568"/>
                    <a:pt x="7687" y="1"/>
                    <a:pt x="7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18" name="Google Shape;10918;p65"/>
            <p:cNvSpPr/>
            <p:nvPr/>
          </p:nvSpPr>
          <p:spPr>
            <a:xfrm>
              <a:off x="-9426025" y="1695350"/>
              <a:ext cx="63025" cy="62250"/>
            </a:xfrm>
            <a:custGeom>
              <a:rect l="l" t="t" r="r" b="b"/>
              <a:pathLst>
                <a:path w="2521" h="2490" extrusionOk="0">
                  <a:moveTo>
                    <a:pt x="1260" y="820"/>
                  </a:moveTo>
                  <a:cubicBezTo>
                    <a:pt x="1449" y="820"/>
                    <a:pt x="1638" y="977"/>
                    <a:pt x="1638" y="1229"/>
                  </a:cubicBezTo>
                  <a:cubicBezTo>
                    <a:pt x="1638" y="1450"/>
                    <a:pt x="1449" y="1639"/>
                    <a:pt x="1260" y="1639"/>
                  </a:cubicBezTo>
                  <a:cubicBezTo>
                    <a:pt x="1071" y="1639"/>
                    <a:pt x="851" y="1450"/>
                    <a:pt x="851" y="1229"/>
                  </a:cubicBezTo>
                  <a:cubicBezTo>
                    <a:pt x="851" y="977"/>
                    <a:pt x="1071" y="820"/>
                    <a:pt x="1260" y="820"/>
                  </a:cubicBezTo>
                  <a:close/>
                  <a:moveTo>
                    <a:pt x="1260" y="1"/>
                  </a:moveTo>
                  <a:cubicBezTo>
                    <a:pt x="536" y="1"/>
                    <a:pt x="0" y="505"/>
                    <a:pt x="0" y="1229"/>
                  </a:cubicBezTo>
                  <a:cubicBezTo>
                    <a:pt x="0" y="1891"/>
                    <a:pt x="536" y="2490"/>
                    <a:pt x="1260" y="2490"/>
                  </a:cubicBezTo>
                  <a:cubicBezTo>
                    <a:pt x="1985" y="2490"/>
                    <a:pt x="2521" y="1922"/>
                    <a:pt x="2521" y="1229"/>
                  </a:cubicBezTo>
                  <a:cubicBezTo>
                    <a:pt x="2521" y="505"/>
                    <a:pt x="1985" y="1"/>
                    <a:pt x="1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19" name="Google Shape;10919;p65"/>
          <p:cNvGrpSpPr/>
          <p:nvPr/>
        </p:nvGrpSpPr>
        <p:grpSpPr>
          <a:xfrm>
            <a:off x="5752800" y="2958353"/>
            <a:ext cx="342328" cy="341579"/>
            <a:chOff x="-9594575" y="2056875"/>
            <a:chExt cx="354450" cy="353675"/>
          </a:xfrm>
        </p:grpSpPr>
        <p:sp>
          <p:nvSpPr>
            <p:cNvPr id="10920" name="Google Shape;10920;p65"/>
            <p:cNvSpPr/>
            <p:nvPr/>
          </p:nvSpPr>
          <p:spPr>
            <a:xfrm>
              <a:off x="-9594575" y="2056875"/>
              <a:ext cx="354450" cy="353675"/>
            </a:xfrm>
            <a:custGeom>
              <a:rect l="l" t="t" r="r" b="b"/>
              <a:pathLst>
                <a:path w="14178" h="14147" extrusionOk="0">
                  <a:moveTo>
                    <a:pt x="3781" y="819"/>
                  </a:moveTo>
                  <a:cubicBezTo>
                    <a:pt x="4442" y="819"/>
                    <a:pt x="5041" y="1387"/>
                    <a:pt x="5041" y="2080"/>
                  </a:cubicBezTo>
                  <a:cubicBezTo>
                    <a:pt x="4694" y="1796"/>
                    <a:pt x="4253" y="1639"/>
                    <a:pt x="3812" y="1639"/>
                  </a:cubicBezTo>
                  <a:cubicBezTo>
                    <a:pt x="3340" y="1639"/>
                    <a:pt x="2930" y="1796"/>
                    <a:pt x="2552" y="2048"/>
                  </a:cubicBezTo>
                  <a:cubicBezTo>
                    <a:pt x="2552" y="1387"/>
                    <a:pt x="3119" y="819"/>
                    <a:pt x="3781" y="819"/>
                  </a:cubicBezTo>
                  <a:close/>
                  <a:moveTo>
                    <a:pt x="10491" y="819"/>
                  </a:moveTo>
                  <a:cubicBezTo>
                    <a:pt x="11153" y="819"/>
                    <a:pt x="11688" y="1387"/>
                    <a:pt x="11751" y="2048"/>
                  </a:cubicBezTo>
                  <a:cubicBezTo>
                    <a:pt x="11373" y="1765"/>
                    <a:pt x="10964" y="1639"/>
                    <a:pt x="10491" y="1639"/>
                  </a:cubicBezTo>
                  <a:cubicBezTo>
                    <a:pt x="10019" y="1639"/>
                    <a:pt x="9578" y="1796"/>
                    <a:pt x="9263" y="2080"/>
                  </a:cubicBezTo>
                  <a:cubicBezTo>
                    <a:pt x="9231" y="1387"/>
                    <a:pt x="9767" y="819"/>
                    <a:pt x="10491" y="819"/>
                  </a:cubicBezTo>
                  <a:close/>
                  <a:moveTo>
                    <a:pt x="6742" y="5797"/>
                  </a:moveTo>
                  <a:lnTo>
                    <a:pt x="6742" y="7467"/>
                  </a:lnTo>
                  <a:lnTo>
                    <a:pt x="5860" y="7467"/>
                  </a:lnTo>
                  <a:lnTo>
                    <a:pt x="5860" y="5797"/>
                  </a:lnTo>
                  <a:close/>
                  <a:moveTo>
                    <a:pt x="8380" y="5766"/>
                  </a:moveTo>
                  <a:lnTo>
                    <a:pt x="8380" y="7467"/>
                  </a:lnTo>
                  <a:lnTo>
                    <a:pt x="7530" y="7467"/>
                  </a:lnTo>
                  <a:lnTo>
                    <a:pt x="7530" y="5766"/>
                  </a:lnTo>
                  <a:close/>
                  <a:moveTo>
                    <a:pt x="8380" y="8318"/>
                  </a:moveTo>
                  <a:lnTo>
                    <a:pt x="8380" y="9137"/>
                  </a:lnTo>
                  <a:lnTo>
                    <a:pt x="5860" y="9137"/>
                  </a:lnTo>
                  <a:lnTo>
                    <a:pt x="5860" y="8318"/>
                  </a:lnTo>
                  <a:close/>
                  <a:moveTo>
                    <a:pt x="3781" y="2489"/>
                  </a:moveTo>
                  <a:cubicBezTo>
                    <a:pt x="4442" y="2489"/>
                    <a:pt x="5041" y="3025"/>
                    <a:pt x="5041" y="3686"/>
                  </a:cubicBezTo>
                  <a:lnTo>
                    <a:pt x="5041" y="9168"/>
                  </a:lnTo>
                  <a:cubicBezTo>
                    <a:pt x="4537" y="8633"/>
                    <a:pt x="3781" y="8318"/>
                    <a:pt x="2962" y="8318"/>
                  </a:cubicBezTo>
                  <a:cubicBezTo>
                    <a:pt x="2363" y="8318"/>
                    <a:pt x="1859" y="8475"/>
                    <a:pt x="1386" y="8790"/>
                  </a:cubicBezTo>
                  <a:lnTo>
                    <a:pt x="2552" y="3497"/>
                  </a:lnTo>
                  <a:cubicBezTo>
                    <a:pt x="2678" y="2899"/>
                    <a:pt x="3182" y="2489"/>
                    <a:pt x="3781" y="2489"/>
                  </a:cubicBezTo>
                  <a:close/>
                  <a:moveTo>
                    <a:pt x="10491" y="2489"/>
                  </a:moveTo>
                  <a:cubicBezTo>
                    <a:pt x="11090" y="2489"/>
                    <a:pt x="11594" y="2899"/>
                    <a:pt x="11720" y="3497"/>
                  </a:cubicBezTo>
                  <a:lnTo>
                    <a:pt x="12886" y="8790"/>
                  </a:lnTo>
                  <a:cubicBezTo>
                    <a:pt x="12413" y="8444"/>
                    <a:pt x="11909" y="8318"/>
                    <a:pt x="11310" y="8318"/>
                  </a:cubicBezTo>
                  <a:cubicBezTo>
                    <a:pt x="10491" y="8318"/>
                    <a:pt x="9767" y="8633"/>
                    <a:pt x="9231" y="9168"/>
                  </a:cubicBezTo>
                  <a:lnTo>
                    <a:pt x="9231" y="3686"/>
                  </a:lnTo>
                  <a:cubicBezTo>
                    <a:pt x="9231" y="3025"/>
                    <a:pt x="9767" y="2489"/>
                    <a:pt x="10491" y="2489"/>
                  </a:cubicBezTo>
                  <a:close/>
                  <a:moveTo>
                    <a:pt x="2962" y="9074"/>
                  </a:moveTo>
                  <a:cubicBezTo>
                    <a:pt x="4096" y="9074"/>
                    <a:pt x="5041" y="10019"/>
                    <a:pt x="5041" y="11185"/>
                  </a:cubicBezTo>
                  <a:cubicBezTo>
                    <a:pt x="5041" y="12350"/>
                    <a:pt x="4096" y="13264"/>
                    <a:pt x="2962" y="13264"/>
                  </a:cubicBezTo>
                  <a:cubicBezTo>
                    <a:pt x="1827" y="13264"/>
                    <a:pt x="882" y="12319"/>
                    <a:pt x="882" y="11185"/>
                  </a:cubicBezTo>
                  <a:cubicBezTo>
                    <a:pt x="882" y="10019"/>
                    <a:pt x="1764" y="9074"/>
                    <a:pt x="2962" y="9074"/>
                  </a:cubicBezTo>
                  <a:close/>
                  <a:moveTo>
                    <a:pt x="11310" y="9074"/>
                  </a:moveTo>
                  <a:cubicBezTo>
                    <a:pt x="12445" y="9074"/>
                    <a:pt x="13390" y="9987"/>
                    <a:pt x="13390" y="11185"/>
                  </a:cubicBezTo>
                  <a:cubicBezTo>
                    <a:pt x="13358" y="12350"/>
                    <a:pt x="12445" y="13264"/>
                    <a:pt x="11310" y="13264"/>
                  </a:cubicBezTo>
                  <a:cubicBezTo>
                    <a:pt x="10176" y="13264"/>
                    <a:pt x="9231" y="12319"/>
                    <a:pt x="9231" y="11185"/>
                  </a:cubicBezTo>
                  <a:cubicBezTo>
                    <a:pt x="9231" y="10019"/>
                    <a:pt x="10176" y="9074"/>
                    <a:pt x="11310" y="9074"/>
                  </a:cubicBezTo>
                  <a:close/>
                  <a:moveTo>
                    <a:pt x="3749" y="0"/>
                  </a:moveTo>
                  <a:cubicBezTo>
                    <a:pt x="2615" y="0"/>
                    <a:pt x="1670" y="946"/>
                    <a:pt x="1670" y="2080"/>
                  </a:cubicBezTo>
                  <a:cubicBezTo>
                    <a:pt x="1670" y="2363"/>
                    <a:pt x="1733" y="2647"/>
                    <a:pt x="1827" y="2899"/>
                  </a:cubicBezTo>
                  <a:cubicBezTo>
                    <a:pt x="1733" y="3056"/>
                    <a:pt x="1701" y="3182"/>
                    <a:pt x="1701" y="3340"/>
                  </a:cubicBezTo>
                  <a:lnTo>
                    <a:pt x="63" y="10680"/>
                  </a:lnTo>
                  <a:cubicBezTo>
                    <a:pt x="0" y="10870"/>
                    <a:pt x="0" y="11027"/>
                    <a:pt x="0" y="11216"/>
                  </a:cubicBezTo>
                  <a:cubicBezTo>
                    <a:pt x="0" y="12823"/>
                    <a:pt x="1323" y="14146"/>
                    <a:pt x="2930" y="14146"/>
                  </a:cubicBezTo>
                  <a:cubicBezTo>
                    <a:pt x="4537" y="14146"/>
                    <a:pt x="5797" y="12823"/>
                    <a:pt x="5797" y="11216"/>
                  </a:cubicBezTo>
                  <a:lnTo>
                    <a:pt x="5797" y="9956"/>
                  </a:lnTo>
                  <a:lnTo>
                    <a:pt x="8317" y="9956"/>
                  </a:lnTo>
                  <a:lnTo>
                    <a:pt x="8317" y="11185"/>
                  </a:lnTo>
                  <a:cubicBezTo>
                    <a:pt x="8317" y="12791"/>
                    <a:pt x="9609" y="14083"/>
                    <a:pt x="11184" y="14083"/>
                  </a:cubicBezTo>
                  <a:cubicBezTo>
                    <a:pt x="12760" y="14083"/>
                    <a:pt x="14114" y="12791"/>
                    <a:pt x="14114" y="11185"/>
                  </a:cubicBezTo>
                  <a:cubicBezTo>
                    <a:pt x="14177" y="11027"/>
                    <a:pt x="14177" y="10870"/>
                    <a:pt x="14146" y="10680"/>
                  </a:cubicBezTo>
                  <a:cubicBezTo>
                    <a:pt x="14146" y="10680"/>
                    <a:pt x="12539" y="3466"/>
                    <a:pt x="12476" y="3340"/>
                  </a:cubicBezTo>
                  <a:cubicBezTo>
                    <a:pt x="12445" y="3182"/>
                    <a:pt x="12413" y="3025"/>
                    <a:pt x="12382" y="2899"/>
                  </a:cubicBezTo>
                  <a:cubicBezTo>
                    <a:pt x="12476" y="2647"/>
                    <a:pt x="12539" y="2363"/>
                    <a:pt x="12539" y="2080"/>
                  </a:cubicBezTo>
                  <a:cubicBezTo>
                    <a:pt x="12539" y="946"/>
                    <a:pt x="11594" y="0"/>
                    <a:pt x="10428" y="0"/>
                  </a:cubicBezTo>
                  <a:cubicBezTo>
                    <a:pt x="9294" y="0"/>
                    <a:pt x="8349" y="946"/>
                    <a:pt x="8349" y="2080"/>
                  </a:cubicBezTo>
                  <a:cubicBezTo>
                    <a:pt x="8349" y="2363"/>
                    <a:pt x="8443" y="2647"/>
                    <a:pt x="8506" y="2899"/>
                  </a:cubicBezTo>
                  <a:cubicBezTo>
                    <a:pt x="8412" y="3151"/>
                    <a:pt x="8349" y="3466"/>
                    <a:pt x="8349" y="3749"/>
                  </a:cubicBezTo>
                  <a:lnTo>
                    <a:pt x="8349" y="5010"/>
                  </a:lnTo>
                  <a:lnTo>
                    <a:pt x="5828" y="5010"/>
                  </a:lnTo>
                  <a:lnTo>
                    <a:pt x="5828" y="3749"/>
                  </a:lnTo>
                  <a:cubicBezTo>
                    <a:pt x="5828" y="3466"/>
                    <a:pt x="5765" y="3151"/>
                    <a:pt x="5671" y="2899"/>
                  </a:cubicBezTo>
                  <a:cubicBezTo>
                    <a:pt x="5797" y="2647"/>
                    <a:pt x="5828" y="2363"/>
                    <a:pt x="5828" y="2080"/>
                  </a:cubicBezTo>
                  <a:cubicBezTo>
                    <a:pt x="5828" y="946"/>
                    <a:pt x="4883" y="0"/>
                    <a:pt x="3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21" name="Google Shape;10921;p65"/>
            <p:cNvSpPr/>
            <p:nvPr/>
          </p:nvSpPr>
          <p:spPr>
            <a:xfrm>
              <a:off x="-9342550" y="2305750"/>
              <a:ext cx="62250" cy="62250"/>
            </a:xfrm>
            <a:custGeom>
              <a:rect l="l" t="t" r="r" b="b"/>
              <a:pathLst>
                <a:path w="2490" h="2490" extrusionOk="0">
                  <a:moveTo>
                    <a:pt x="1229" y="820"/>
                  </a:moveTo>
                  <a:cubicBezTo>
                    <a:pt x="1450" y="820"/>
                    <a:pt x="1670" y="1041"/>
                    <a:pt x="1670" y="1230"/>
                  </a:cubicBezTo>
                  <a:cubicBezTo>
                    <a:pt x="1607" y="1450"/>
                    <a:pt x="1418" y="1639"/>
                    <a:pt x="1229" y="1639"/>
                  </a:cubicBezTo>
                  <a:cubicBezTo>
                    <a:pt x="977" y="1639"/>
                    <a:pt x="820" y="1450"/>
                    <a:pt x="820" y="1230"/>
                  </a:cubicBezTo>
                  <a:cubicBezTo>
                    <a:pt x="820" y="978"/>
                    <a:pt x="1040" y="820"/>
                    <a:pt x="1229" y="820"/>
                  </a:cubicBezTo>
                  <a:close/>
                  <a:moveTo>
                    <a:pt x="1229" y="1"/>
                  </a:moveTo>
                  <a:cubicBezTo>
                    <a:pt x="568" y="1"/>
                    <a:pt x="1" y="568"/>
                    <a:pt x="1" y="1230"/>
                  </a:cubicBezTo>
                  <a:cubicBezTo>
                    <a:pt x="1" y="1891"/>
                    <a:pt x="568" y="2490"/>
                    <a:pt x="1229" y="2490"/>
                  </a:cubicBezTo>
                  <a:cubicBezTo>
                    <a:pt x="1891" y="2490"/>
                    <a:pt x="2490" y="1923"/>
                    <a:pt x="2490" y="1230"/>
                  </a:cubicBezTo>
                  <a:cubicBezTo>
                    <a:pt x="2458" y="568"/>
                    <a:pt x="1891" y="1"/>
                    <a:pt x="12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22" name="Google Shape;10922;p65"/>
            <p:cNvSpPr/>
            <p:nvPr/>
          </p:nvSpPr>
          <p:spPr>
            <a:xfrm>
              <a:off x="-9552050" y="2305750"/>
              <a:ext cx="63025" cy="62250"/>
            </a:xfrm>
            <a:custGeom>
              <a:rect l="l" t="t" r="r" b="b"/>
              <a:pathLst>
                <a:path w="2521" h="2490" extrusionOk="0">
                  <a:moveTo>
                    <a:pt x="1261" y="820"/>
                  </a:moveTo>
                  <a:cubicBezTo>
                    <a:pt x="1481" y="820"/>
                    <a:pt x="1639" y="1041"/>
                    <a:pt x="1639" y="1230"/>
                  </a:cubicBezTo>
                  <a:cubicBezTo>
                    <a:pt x="1702" y="1450"/>
                    <a:pt x="1481" y="1639"/>
                    <a:pt x="1261" y="1639"/>
                  </a:cubicBezTo>
                  <a:cubicBezTo>
                    <a:pt x="1009" y="1639"/>
                    <a:pt x="819" y="1450"/>
                    <a:pt x="819" y="1230"/>
                  </a:cubicBezTo>
                  <a:cubicBezTo>
                    <a:pt x="819" y="978"/>
                    <a:pt x="1009" y="820"/>
                    <a:pt x="1261" y="820"/>
                  </a:cubicBezTo>
                  <a:close/>
                  <a:moveTo>
                    <a:pt x="1261" y="1"/>
                  </a:moveTo>
                  <a:cubicBezTo>
                    <a:pt x="599" y="1"/>
                    <a:pt x="0" y="568"/>
                    <a:pt x="0" y="1230"/>
                  </a:cubicBezTo>
                  <a:cubicBezTo>
                    <a:pt x="0" y="1891"/>
                    <a:pt x="536" y="2490"/>
                    <a:pt x="1261" y="2490"/>
                  </a:cubicBezTo>
                  <a:cubicBezTo>
                    <a:pt x="1922" y="2490"/>
                    <a:pt x="2489" y="1923"/>
                    <a:pt x="2489" y="1230"/>
                  </a:cubicBezTo>
                  <a:cubicBezTo>
                    <a:pt x="2521" y="568"/>
                    <a:pt x="1954" y="1"/>
                    <a:pt x="1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23" name="Google Shape;10923;p65"/>
          <p:cNvSpPr/>
          <p:nvPr/>
        </p:nvSpPr>
        <p:spPr>
          <a:xfrm>
            <a:off x="7123002" y="2988791"/>
            <a:ext cx="342352" cy="280710"/>
          </a:xfrm>
          <a:custGeom>
            <a:rect l="l" t="t" r="r" b="b"/>
            <a:pathLst>
              <a:path w="14179" h="11626" extrusionOk="0">
                <a:moveTo>
                  <a:pt x="1009" y="4159"/>
                </a:moveTo>
                <a:lnTo>
                  <a:pt x="1009" y="4159"/>
                </a:lnTo>
                <a:cubicBezTo>
                  <a:pt x="1671" y="4317"/>
                  <a:pt x="2301" y="4695"/>
                  <a:pt x="2742" y="5230"/>
                </a:cubicBezTo>
                <a:lnTo>
                  <a:pt x="3214" y="6616"/>
                </a:lnTo>
                <a:lnTo>
                  <a:pt x="1608" y="6616"/>
                </a:lnTo>
                <a:lnTo>
                  <a:pt x="1009" y="4159"/>
                </a:lnTo>
                <a:close/>
                <a:moveTo>
                  <a:pt x="2710" y="2521"/>
                </a:moveTo>
                <a:lnTo>
                  <a:pt x="2710" y="2521"/>
                </a:lnTo>
                <a:cubicBezTo>
                  <a:pt x="3782" y="2678"/>
                  <a:pt x="4758" y="3182"/>
                  <a:pt x="5514" y="3970"/>
                </a:cubicBezTo>
                <a:lnTo>
                  <a:pt x="6491" y="6616"/>
                </a:lnTo>
                <a:lnTo>
                  <a:pt x="4097" y="6616"/>
                </a:lnTo>
                <a:cubicBezTo>
                  <a:pt x="4002" y="6396"/>
                  <a:pt x="2773" y="2678"/>
                  <a:pt x="2710" y="2521"/>
                </a:cubicBezTo>
                <a:close/>
                <a:moveTo>
                  <a:pt x="5199" y="851"/>
                </a:moveTo>
                <a:cubicBezTo>
                  <a:pt x="8224" y="1135"/>
                  <a:pt x="10618" y="3592"/>
                  <a:pt x="10807" y="6616"/>
                </a:cubicBezTo>
                <a:lnTo>
                  <a:pt x="7342" y="6616"/>
                </a:lnTo>
                <a:lnTo>
                  <a:pt x="5199" y="851"/>
                </a:lnTo>
                <a:close/>
                <a:moveTo>
                  <a:pt x="13170" y="4159"/>
                </a:moveTo>
                <a:lnTo>
                  <a:pt x="12603" y="6616"/>
                </a:lnTo>
                <a:lnTo>
                  <a:pt x="11658" y="6616"/>
                </a:lnTo>
                <a:cubicBezTo>
                  <a:pt x="11595" y="6144"/>
                  <a:pt x="11532" y="5703"/>
                  <a:pt x="11437" y="5262"/>
                </a:cubicBezTo>
                <a:cubicBezTo>
                  <a:pt x="11847" y="4695"/>
                  <a:pt x="12477" y="4317"/>
                  <a:pt x="13170" y="4159"/>
                </a:cubicBezTo>
                <a:close/>
                <a:moveTo>
                  <a:pt x="12477" y="7436"/>
                </a:moveTo>
                <a:lnTo>
                  <a:pt x="12477" y="9105"/>
                </a:lnTo>
                <a:lnTo>
                  <a:pt x="9957" y="9105"/>
                </a:lnTo>
                <a:lnTo>
                  <a:pt x="9957" y="8664"/>
                </a:lnTo>
                <a:cubicBezTo>
                  <a:pt x="9957" y="8475"/>
                  <a:pt x="9799" y="8255"/>
                  <a:pt x="9547" y="8255"/>
                </a:cubicBezTo>
                <a:cubicBezTo>
                  <a:pt x="9326" y="8255"/>
                  <a:pt x="9169" y="8475"/>
                  <a:pt x="9169" y="8664"/>
                </a:cubicBezTo>
                <a:lnTo>
                  <a:pt x="9169" y="9105"/>
                </a:lnTo>
                <a:lnTo>
                  <a:pt x="7499" y="9105"/>
                </a:lnTo>
                <a:lnTo>
                  <a:pt x="7499" y="8664"/>
                </a:lnTo>
                <a:cubicBezTo>
                  <a:pt x="7499" y="8412"/>
                  <a:pt x="7310" y="8255"/>
                  <a:pt x="7121" y="8255"/>
                </a:cubicBezTo>
                <a:cubicBezTo>
                  <a:pt x="6869" y="8255"/>
                  <a:pt x="6680" y="8475"/>
                  <a:pt x="6680" y="8664"/>
                </a:cubicBezTo>
                <a:lnTo>
                  <a:pt x="6680" y="9105"/>
                </a:lnTo>
                <a:lnTo>
                  <a:pt x="5042" y="9105"/>
                </a:lnTo>
                <a:lnTo>
                  <a:pt x="5042" y="8664"/>
                </a:lnTo>
                <a:cubicBezTo>
                  <a:pt x="5042" y="8412"/>
                  <a:pt x="4821" y="8255"/>
                  <a:pt x="4601" y="8255"/>
                </a:cubicBezTo>
                <a:cubicBezTo>
                  <a:pt x="4349" y="8255"/>
                  <a:pt x="4191" y="8475"/>
                  <a:pt x="4191" y="8664"/>
                </a:cubicBezTo>
                <a:lnTo>
                  <a:pt x="4191" y="9105"/>
                </a:lnTo>
                <a:lnTo>
                  <a:pt x="1671" y="9105"/>
                </a:lnTo>
                <a:lnTo>
                  <a:pt x="1671" y="7436"/>
                </a:lnTo>
                <a:close/>
                <a:moveTo>
                  <a:pt x="12855" y="9924"/>
                </a:moveTo>
                <a:cubicBezTo>
                  <a:pt x="13107" y="9924"/>
                  <a:pt x="13265" y="10113"/>
                  <a:pt x="13265" y="10365"/>
                </a:cubicBezTo>
                <a:lnTo>
                  <a:pt x="13265" y="10744"/>
                </a:lnTo>
                <a:lnTo>
                  <a:pt x="852" y="10744"/>
                </a:lnTo>
                <a:lnTo>
                  <a:pt x="852" y="10365"/>
                </a:lnTo>
                <a:cubicBezTo>
                  <a:pt x="852" y="10113"/>
                  <a:pt x="1041" y="9924"/>
                  <a:pt x="1261" y="9924"/>
                </a:cubicBezTo>
                <a:close/>
                <a:moveTo>
                  <a:pt x="4601" y="0"/>
                </a:moveTo>
                <a:cubicBezTo>
                  <a:pt x="4475" y="0"/>
                  <a:pt x="4317" y="63"/>
                  <a:pt x="4254" y="189"/>
                </a:cubicBezTo>
                <a:cubicBezTo>
                  <a:pt x="4160" y="315"/>
                  <a:pt x="4160" y="410"/>
                  <a:pt x="4191" y="568"/>
                </a:cubicBezTo>
                <a:lnTo>
                  <a:pt x="4916" y="2458"/>
                </a:lnTo>
                <a:cubicBezTo>
                  <a:pt x="4097" y="1954"/>
                  <a:pt x="3088" y="1670"/>
                  <a:pt x="2112" y="1670"/>
                </a:cubicBezTo>
                <a:cubicBezTo>
                  <a:pt x="1986" y="1670"/>
                  <a:pt x="1828" y="1765"/>
                  <a:pt x="1765" y="1828"/>
                </a:cubicBezTo>
                <a:cubicBezTo>
                  <a:pt x="1671" y="1954"/>
                  <a:pt x="1639" y="2080"/>
                  <a:pt x="1734" y="2206"/>
                </a:cubicBezTo>
                <a:lnTo>
                  <a:pt x="2238" y="3781"/>
                </a:lnTo>
                <a:cubicBezTo>
                  <a:pt x="1671" y="3466"/>
                  <a:pt x="1041" y="3308"/>
                  <a:pt x="411" y="3308"/>
                </a:cubicBezTo>
                <a:cubicBezTo>
                  <a:pt x="316" y="3308"/>
                  <a:pt x="190" y="3340"/>
                  <a:pt x="95" y="3466"/>
                </a:cubicBezTo>
                <a:cubicBezTo>
                  <a:pt x="32" y="3592"/>
                  <a:pt x="1" y="3686"/>
                  <a:pt x="32" y="3813"/>
                </a:cubicBezTo>
                <a:lnTo>
                  <a:pt x="852" y="7089"/>
                </a:lnTo>
                <a:lnTo>
                  <a:pt x="852" y="9168"/>
                </a:lnTo>
                <a:cubicBezTo>
                  <a:pt x="379" y="9326"/>
                  <a:pt x="32" y="9798"/>
                  <a:pt x="32" y="10365"/>
                </a:cubicBezTo>
                <a:lnTo>
                  <a:pt x="32" y="11185"/>
                </a:lnTo>
                <a:cubicBezTo>
                  <a:pt x="32" y="11405"/>
                  <a:pt x="221" y="11626"/>
                  <a:pt x="411" y="11626"/>
                </a:cubicBezTo>
                <a:lnTo>
                  <a:pt x="13706" y="11626"/>
                </a:lnTo>
                <a:cubicBezTo>
                  <a:pt x="13926" y="11626"/>
                  <a:pt x="14084" y="11405"/>
                  <a:pt x="14084" y="11185"/>
                </a:cubicBezTo>
                <a:lnTo>
                  <a:pt x="14084" y="10365"/>
                </a:lnTo>
                <a:cubicBezTo>
                  <a:pt x="14115" y="9798"/>
                  <a:pt x="13769" y="9326"/>
                  <a:pt x="13296" y="9168"/>
                </a:cubicBezTo>
                <a:lnTo>
                  <a:pt x="13296" y="7089"/>
                </a:lnTo>
                <a:lnTo>
                  <a:pt x="14115" y="3813"/>
                </a:lnTo>
                <a:cubicBezTo>
                  <a:pt x="14178" y="3686"/>
                  <a:pt x="14115" y="3592"/>
                  <a:pt x="14052" y="3466"/>
                </a:cubicBezTo>
                <a:cubicBezTo>
                  <a:pt x="13958" y="3340"/>
                  <a:pt x="13863" y="3308"/>
                  <a:pt x="13737" y="3308"/>
                </a:cubicBezTo>
                <a:cubicBezTo>
                  <a:pt x="12760" y="3308"/>
                  <a:pt x="11847" y="3686"/>
                  <a:pt x="11122" y="4348"/>
                </a:cubicBezTo>
                <a:cubicBezTo>
                  <a:pt x="10083" y="1796"/>
                  <a:pt x="7562" y="0"/>
                  <a:pt x="460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24" name="Google Shape;10924;p65"/>
          <p:cNvGrpSpPr/>
          <p:nvPr/>
        </p:nvGrpSpPr>
        <p:grpSpPr>
          <a:xfrm>
            <a:off x="6208482" y="1303693"/>
            <a:ext cx="342328" cy="340807"/>
            <a:chOff x="-12661600" y="1640225"/>
            <a:chExt cx="354450" cy="352875"/>
          </a:xfrm>
        </p:grpSpPr>
        <p:sp>
          <p:nvSpPr>
            <p:cNvPr id="10925" name="Google Shape;10925;p65"/>
            <p:cNvSpPr/>
            <p:nvPr/>
          </p:nvSpPr>
          <p:spPr>
            <a:xfrm>
              <a:off x="-12661600" y="1764675"/>
              <a:ext cx="188275" cy="228425"/>
            </a:xfrm>
            <a:custGeom>
              <a:rect l="l" t="t" r="r" b="b"/>
              <a:pathLst>
                <a:path w="7531" h="9137" extrusionOk="0">
                  <a:moveTo>
                    <a:pt x="5451" y="819"/>
                  </a:moveTo>
                  <a:cubicBezTo>
                    <a:pt x="5672" y="819"/>
                    <a:pt x="5829" y="1008"/>
                    <a:pt x="5829" y="1229"/>
                  </a:cubicBezTo>
                  <a:cubicBezTo>
                    <a:pt x="5829" y="1481"/>
                    <a:pt x="5640" y="1670"/>
                    <a:pt x="5451" y="1670"/>
                  </a:cubicBezTo>
                  <a:lnTo>
                    <a:pt x="2112" y="1670"/>
                  </a:lnTo>
                  <a:cubicBezTo>
                    <a:pt x="1860" y="1670"/>
                    <a:pt x="1671" y="1481"/>
                    <a:pt x="1671" y="1229"/>
                  </a:cubicBezTo>
                  <a:cubicBezTo>
                    <a:pt x="1671" y="1008"/>
                    <a:pt x="1860" y="819"/>
                    <a:pt x="2112" y="819"/>
                  </a:cubicBezTo>
                  <a:close/>
                  <a:moveTo>
                    <a:pt x="5010" y="2457"/>
                  </a:moveTo>
                  <a:lnTo>
                    <a:pt x="5010" y="3308"/>
                  </a:lnTo>
                  <a:lnTo>
                    <a:pt x="2490" y="3308"/>
                  </a:lnTo>
                  <a:lnTo>
                    <a:pt x="2490" y="2457"/>
                  </a:lnTo>
                  <a:close/>
                  <a:moveTo>
                    <a:pt x="5325" y="4159"/>
                  </a:moveTo>
                  <a:lnTo>
                    <a:pt x="6428" y="4726"/>
                  </a:lnTo>
                  <a:cubicBezTo>
                    <a:pt x="6585" y="4789"/>
                    <a:pt x="6680" y="4915"/>
                    <a:pt x="6680" y="5072"/>
                  </a:cubicBezTo>
                  <a:lnTo>
                    <a:pt x="6680" y="7876"/>
                  </a:lnTo>
                  <a:cubicBezTo>
                    <a:pt x="6680" y="8097"/>
                    <a:pt x="6459" y="8286"/>
                    <a:pt x="6239" y="8286"/>
                  </a:cubicBezTo>
                  <a:lnTo>
                    <a:pt x="1229" y="8286"/>
                  </a:lnTo>
                  <a:cubicBezTo>
                    <a:pt x="1009" y="8286"/>
                    <a:pt x="788" y="8097"/>
                    <a:pt x="788" y="7876"/>
                  </a:cubicBezTo>
                  <a:lnTo>
                    <a:pt x="788" y="5072"/>
                  </a:lnTo>
                  <a:lnTo>
                    <a:pt x="851" y="5072"/>
                  </a:lnTo>
                  <a:cubicBezTo>
                    <a:pt x="851" y="4915"/>
                    <a:pt x="914" y="4757"/>
                    <a:pt x="1072" y="4726"/>
                  </a:cubicBezTo>
                  <a:lnTo>
                    <a:pt x="2175" y="4159"/>
                  </a:lnTo>
                  <a:close/>
                  <a:moveTo>
                    <a:pt x="2112" y="0"/>
                  </a:moveTo>
                  <a:cubicBezTo>
                    <a:pt x="1418" y="0"/>
                    <a:pt x="851" y="536"/>
                    <a:pt x="851" y="1260"/>
                  </a:cubicBezTo>
                  <a:cubicBezTo>
                    <a:pt x="851" y="1796"/>
                    <a:pt x="1198" y="2237"/>
                    <a:pt x="1671" y="2426"/>
                  </a:cubicBezTo>
                  <a:lnTo>
                    <a:pt x="1671" y="3497"/>
                  </a:lnTo>
                  <a:lnTo>
                    <a:pt x="694" y="3970"/>
                  </a:lnTo>
                  <a:cubicBezTo>
                    <a:pt x="253" y="4159"/>
                    <a:pt x="1" y="4600"/>
                    <a:pt x="1" y="5072"/>
                  </a:cubicBezTo>
                  <a:lnTo>
                    <a:pt x="1" y="7876"/>
                  </a:lnTo>
                  <a:cubicBezTo>
                    <a:pt x="1" y="8538"/>
                    <a:pt x="568" y="9136"/>
                    <a:pt x="1261" y="9136"/>
                  </a:cubicBezTo>
                  <a:lnTo>
                    <a:pt x="6270" y="9136"/>
                  </a:lnTo>
                  <a:cubicBezTo>
                    <a:pt x="6963" y="9136"/>
                    <a:pt x="7530" y="8538"/>
                    <a:pt x="7530" y="7876"/>
                  </a:cubicBezTo>
                  <a:lnTo>
                    <a:pt x="7530" y="5072"/>
                  </a:lnTo>
                  <a:cubicBezTo>
                    <a:pt x="7530" y="4600"/>
                    <a:pt x="7247" y="4159"/>
                    <a:pt x="6869" y="3970"/>
                  </a:cubicBezTo>
                  <a:lnTo>
                    <a:pt x="5892" y="3497"/>
                  </a:lnTo>
                  <a:lnTo>
                    <a:pt x="5892" y="2426"/>
                  </a:lnTo>
                  <a:cubicBezTo>
                    <a:pt x="6365" y="2268"/>
                    <a:pt x="6711" y="1796"/>
                    <a:pt x="6711" y="1260"/>
                  </a:cubicBezTo>
                  <a:cubicBezTo>
                    <a:pt x="6711" y="567"/>
                    <a:pt x="6144" y="0"/>
                    <a:pt x="5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26" name="Google Shape;10926;p65"/>
            <p:cNvSpPr/>
            <p:nvPr/>
          </p:nvSpPr>
          <p:spPr>
            <a:xfrm>
              <a:off x="-12451300" y="1640225"/>
              <a:ext cx="144150" cy="350500"/>
            </a:xfrm>
            <a:custGeom>
              <a:rect l="l" t="t" r="r" b="b"/>
              <a:pathLst>
                <a:path w="5766" h="14020" extrusionOk="0">
                  <a:moveTo>
                    <a:pt x="2836" y="788"/>
                  </a:moveTo>
                  <a:cubicBezTo>
                    <a:pt x="3970" y="788"/>
                    <a:pt x="4915" y="1733"/>
                    <a:pt x="4915" y="2867"/>
                  </a:cubicBezTo>
                  <a:lnTo>
                    <a:pt x="4915" y="4285"/>
                  </a:lnTo>
                  <a:lnTo>
                    <a:pt x="3246" y="5388"/>
                  </a:lnTo>
                  <a:lnTo>
                    <a:pt x="3246" y="4569"/>
                  </a:lnTo>
                  <a:lnTo>
                    <a:pt x="3246" y="2048"/>
                  </a:lnTo>
                  <a:cubicBezTo>
                    <a:pt x="3246" y="1828"/>
                    <a:pt x="3057" y="1607"/>
                    <a:pt x="2836" y="1607"/>
                  </a:cubicBezTo>
                  <a:cubicBezTo>
                    <a:pt x="2584" y="1607"/>
                    <a:pt x="2426" y="1828"/>
                    <a:pt x="2426" y="2048"/>
                  </a:cubicBezTo>
                  <a:lnTo>
                    <a:pt x="2426" y="3781"/>
                  </a:lnTo>
                  <a:lnTo>
                    <a:pt x="788" y="2678"/>
                  </a:lnTo>
                  <a:cubicBezTo>
                    <a:pt x="914" y="1607"/>
                    <a:pt x="1765" y="788"/>
                    <a:pt x="2836" y="788"/>
                  </a:cubicBezTo>
                  <a:close/>
                  <a:moveTo>
                    <a:pt x="788" y="3655"/>
                  </a:moveTo>
                  <a:lnTo>
                    <a:pt x="2426" y="4758"/>
                  </a:lnTo>
                  <a:lnTo>
                    <a:pt x="2426" y="7089"/>
                  </a:lnTo>
                  <a:lnTo>
                    <a:pt x="788" y="5986"/>
                  </a:lnTo>
                  <a:lnTo>
                    <a:pt x="788" y="3655"/>
                  </a:lnTo>
                  <a:close/>
                  <a:moveTo>
                    <a:pt x="4915" y="5325"/>
                  </a:moveTo>
                  <a:lnTo>
                    <a:pt x="4915" y="7656"/>
                  </a:lnTo>
                  <a:lnTo>
                    <a:pt x="3277" y="8759"/>
                  </a:lnTo>
                  <a:lnTo>
                    <a:pt x="3277" y="6427"/>
                  </a:lnTo>
                  <a:lnTo>
                    <a:pt x="4915" y="5325"/>
                  </a:lnTo>
                  <a:close/>
                  <a:moveTo>
                    <a:pt x="788" y="7026"/>
                  </a:moveTo>
                  <a:lnTo>
                    <a:pt x="2426" y="8129"/>
                  </a:lnTo>
                  <a:lnTo>
                    <a:pt x="2426" y="11027"/>
                  </a:lnTo>
                  <a:lnTo>
                    <a:pt x="1355" y="9956"/>
                  </a:lnTo>
                  <a:cubicBezTo>
                    <a:pt x="977" y="9578"/>
                    <a:pt x="788" y="9074"/>
                    <a:pt x="788" y="8507"/>
                  </a:cubicBezTo>
                  <a:lnTo>
                    <a:pt x="788" y="7026"/>
                  </a:lnTo>
                  <a:close/>
                  <a:moveTo>
                    <a:pt x="4884" y="8664"/>
                  </a:moveTo>
                  <a:cubicBezTo>
                    <a:pt x="4884" y="9137"/>
                    <a:pt x="4632" y="9609"/>
                    <a:pt x="4285" y="9956"/>
                  </a:cubicBezTo>
                  <a:lnTo>
                    <a:pt x="3214" y="11027"/>
                  </a:lnTo>
                  <a:lnTo>
                    <a:pt x="3214" y="9767"/>
                  </a:lnTo>
                  <a:lnTo>
                    <a:pt x="4884" y="8664"/>
                  </a:lnTo>
                  <a:close/>
                  <a:moveTo>
                    <a:pt x="2868" y="0"/>
                  </a:moveTo>
                  <a:cubicBezTo>
                    <a:pt x="1292" y="0"/>
                    <a:pt x="1" y="1292"/>
                    <a:pt x="1" y="2930"/>
                  </a:cubicBezTo>
                  <a:lnTo>
                    <a:pt x="1" y="2962"/>
                  </a:lnTo>
                  <a:lnTo>
                    <a:pt x="1" y="8475"/>
                  </a:lnTo>
                  <a:cubicBezTo>
                    <a:pt x="1" y="9263"/>
                    <a:pt x="316" y="9956"/>
                    <a:pt x="851" y="10523"/>
                  </a:cubicBezTo>
                  <a:lnTo>
                    <a:pt x="2489" y="12130"/>
                  </a:lnTo>
                  <a:lnTo>
                    <a:pt x="2489" y="13642"/>
                  </a:lnTo>
                  <a:cubicBezTo>
                    <a:pt x="2489" y="13862"/>
                    <a:pt x="2679" y="14020"/>
                    <a:pt x="2868" y="14020"/>
                  </a:cubicBezTo>
                  <a:cubicBezTo>
                    <a:pt x="3057" y="14020"/>
                    <a:pt x="3309" y="13831"/>
                    <a:pt x="3309" y="13642"/>
                  </a:cubicBezTo>
                  <a:lnTo>
                    <a:pt x="3309" y="12130"/>
                  </a:lnTo>
                  <a:lnTo>
                    <a:pt x="4915" y="10523"/>
                  </a:lnTo>
                  <a:cubicBezTo>
                    <a:pt x="5451" y="9956"/>
                    <a:pt x="5766" y="9263"/>
                    <a:pt x="5766" y="8475"/>
                  </a:cubicBezTo>
                  <a:cubicBezTo>
                    <a:pt x="5734" y="8223"/>
                    <a:pt x="5734" y="3119"/>
                    <a:pt x="5734" y="2930"/>
                  </a:cubicBezTo>
                  <a:cubicBezTo>
                    <a:pt x="5734" y="1292"/>
                    <a:pt x="4443" y="0"/>
                    <a:pt x="2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27" name="Google Shape;10927;p65"/>
            <p:cNvSpPr/>
            <p:nvPr/>
          </p:nvSpPr>
          <p:spPr>
            <a:xfrm>
              <a:off x="-12619850" y="1887525"/>
              <a:ext cx="104000" cy="63050"/>
            </a:xfrm>
            <a:custGeom>
              <a:rect l="l" t="t" r="r" b="b"/>
              <a:pathLst>
                <a:path w="4160" h="2522" extrusionOk="0">
                  <a:moveTo>
                    <a:pt x="3340" y="851"/>
                  </a:moveTo>
                  <a:lnTo>
                    <a:pt x="3340" y="1702"/>
                  </a:lnTo>
                  <a:lnTo>
                    <a:pt x="820" y="1702"/>
                  </a:lnTo>
                  <a:lnTo>
                    <a:pt x="820" y="851"/>
                  </a:ln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2080"/>
                  </a:lnTo>
                  <a:cubicBezTo>
                    <a:pt x="1" y="2332"/>
                    <a:pt x="190" y="2521"/>
                    <a:pt x="442" y="2521"/>
                  </a:cubicBezTo>
                  <a:lnTo>
                    <a:pt x="3781" y="2521"/>
                  </a:lnTo>
                  <a:cubicBezTo>
                    <a:pt x="4002" y="2521"/>
                    <a:pt x="4159" y="2332"/>
                    <a:pt x="4159" y="2080"/>
                  </a:cubicBezTo>
                  <a:lnTo>
                    <a:pt x="4159" y="442"/>
                  </a:lnTo>
                  <a:cubicBezTo>
                    <a:pt x="4159" y="190"/>
                    <a:pt x="3970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28" name="Google Shape;10928;p65"/>
          <p:cNvGrpSpPr/>
          <p:nvPr/>
        </p:nvGrpSpPr>
        <p:grpSpPr>
          <a:xfrm>
            <a:off x="6208857" y="1732231"/>
            <a:ext cx="341579" cy="299374"/>
            <a:chOff x="-12660025" y="2096250"/>
            <a:chExt cx="353675" cy="309975"/>
          </a:xfrm>
        </p:grpSpPr>
        <p:sp>
          <p:nvSpPr>
            <p:cNvPr id="10929" name="Google Shape;10929;p65"/>
            <p:cNvSpPr/>
            <p:nvPr/>
          </p:nvSpPr>
          <p:spPr>
            <a:xfrm>
              <a:off x="-12619850" y="2136425"/>
              <a:ext cx="63025" cy="62250"/>
            </a:xfrm>
            <a:custGeom>
              <a:rect l="l" t="t" r="r" b="b"/>
              <a:pathLst>
                <a:path w="2521" h="2490" extrusionOk="0">
                  <a:moveTo>
                    <a:pt x="1261" y="819"/>
                  </a:moveTo>
                  <a:cubicBezTo>
                    <a:pt x="1481" y="819"/>
                    <a:pt x="1702" y="1040"/>
                    <a:pt x="1702" y="1261"/>
                  </a:cubicBezTo>
                  <a:cubicBezTo>
                    <a:pt x="1702" y="1513"/>
                    <a:pt x="1481" y="1702"/>
                    <a:pt x="1261" y="1702"/>
                  </a:cubicBezTo>
                  <a:cubicBezTo>
                    <a:pt x="1040" y="1702"/>
                    <a:pt x="851" y="1513"/>
                    <a:pt x="851" y="1261"/>
                  </a:cubicBezTo>
                  <a:cubicBezTo>
                    <a:pt x="820" y="1040"/>
                    <a:pt x="1009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1" y="567"/>
                    <a:pt x="1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22" y="2489"/>
                    <a:pt x="2521" y="1922"/>
                    <a:pt x="2521" y="1229"/>
                  </a:cubicBezTo>
                  <a:cubicBezTo>
                    <a:pt x="2521" y="567"/>
                    <a:pt x="1954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0" name="Google Shape;10930;p65"/>
            <p:cNvSpPr/>
            <p:nvPr/>
          </p:nvSpPr>
          <p:spPr>
            <a:xfrm>
              <a:off x="-12496200" y="2136425"/>
              <a:ext cx="63050" cy="62250"/>
            </a:xfrm>
            <a:custGeom>
              <a:rect l="l" t="t" r="r" b="b"/>
              <a:pathLst>
                <a:path w="2522" h="2490" extrusionOk="0">
                  <a:moveTo>
                    <a:pt x="1261" y="819"/>
                  </a:moveTo>
                  <a:cubicBezTo>
                    <a:pt x="1513" y="819"/>
                    <a:pt x="1702" y="1040"/>
                    <a:pt x="1702" y="1261"/>
                  </a:cubicBezTo>
                  <a:cubicBezTo>
                    <a:pt x="1702" y="1513"/>
                    <a:pt x="1513" y="1702"/>
                    <a:pt x="1261" y="1702"/>
                  </a:cubicBezTo>
                  <a:cubicBezTo>
                    <a:pt x="1040" y="1702"/>
                    <a:pt x="883" y="1513"/>
                    <a:pt x="883" y="1261"/>
                  </a:cubicBezTo>
                  <a:cubicBezTo>
                    <a:pt x="851" y="1040"/>
                    <a:pt x="1040" y="819"/>
                    <a:pt x="1261" y="819"/>
                  </a:cubicBezTo>
                  <a:close/>
                  <a:moveTo>
                    <a:pt x="1261" y="0"/>
                  </a:moveTo>
                  <a:cubicBezTo>
                    <a:pt x="568" y="0"/>
                    <a:pt x="64" y="567"/>
                    <a:pt x="64" y="1229"/>
                  </a:cubicBezTo>
                  <a:cubicBezTo>
                    <a:pt x="1" y="1922"/>
                    <a:pt x="568" y="2489"/>
                    <a:pt x="1261" y="2489"/>
                  </a:cubicBezTo>
                  <a:cubicBezTo>
                    <a:pt x="1954" y="2489"/>
                    <a:pt x="2521" y="1922"/>
                    <a:pt x="2521" y="1229"/>
                  </a:cubicBezTo>
                  <a:cubicBezTo>
                    <a:pt x="2521" y="567"/>
                    <a:pt x="1986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1" name="Google Shape;10931;p65"/>
            <p:cNvSpPr/>
            <p:nvPr/>
          </p:nvSpPr>
          <p:spPr>
            <a:xfrm>
              <a:off x="-12453650" y="2261650"/>
              <a:ext cx="19700" cy="19725"/>
            </a:xfrm>
            <a:custGeom>
              <a:rect l="l" t="t" r="r" b="b"/>
              <a:pathLst>
                <a:path w="788" h="789" extrusionOk="0">
                  <a:moveTo>
                    <a:pt x="410" y="1"/>
                  </a:moveTo>
                  <a:cubicBezTo>
                    <a:pt x="189" y="1"/>
                    <a:pt x="0" y="158"/>
                    <a:pt x="0" y="379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379"/>
                  </a:cubicBezTo>
                  <a:cubicBezTo>
                    <a:pt x="788" y="158"/>
                    <a:pt x="630" y="1"/>
                    <a:pt x="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2" name="Google Shape;10932;p65"/>
            <p:cNvSpPr/>
            <p:nvPr/>
          </p:nvSpPr>
          <p:spPr>
            <a:xfrm>
              <a:off x="-12494625" y="2261650"/>
              <a:ext cx="19725" cy="19725"/>
            </a:xfrm>
            <a:custGeom>
              <a:rect l="l" t="t" r="r" b="b"/>
              <a:pathLst>
                <a:path w="789" h="789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8" y="599"/>
                    <a:pt x="788" y="379"/>
                  </a:cubicBezTo>
                  <a:cubicBezTo>
                    <a:pt x="788" y="158"/>
                    <a:pt x="599" y="1"/>
                    <a:pt x="3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3" name="Google Shape;10933;p65"/>
            <p:cNvSpPr/>
            <p:nvPr/>
          </p:nvSpPr>
          <p:spPr>
            <a:xfrm>
              <a:off x="-12619850" y="2301825"/>
              <a:ext cx="103200" cy="60675"/>
            </a:xfrm>
            <a:custGeom>
              <a:rect l="l" t="t" r="r" b="b"/>
              <a:pathLst>
                <a:path w="4128" h="2427" extrusionOk="0">
                  <a:moveTo>
                    <a:pt x="3309" y="819"/>
                  </a:moveTo>
                  <a:lnTo>
                    <a:pt x="3309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269"/>
                    <a:pt x="190" y="2426"/>
                    <a:pt x="442" y="2426"/>
                  </a:cubicBezTo>
                  <a:lnTo>
                    <a:pt x="3750" y="2426"/>
                  </a:lnTo>
                  <a:cubicBezTo>
                    <a:pt x="3970" y="2426"/>
                    <a:pt x="4128" y="2237"/>
                    <a:pt x="4128" y="2048"/>
                  </a:cubicBezTo>
                  <a:lnTo>
                    <a:pt x="4128" y="410"/>
                  </a:lnTo>
                  <a:cubicBezTo>
                    <a:pt x="4128" y="189"/>
                    <a:pt x="3970" y="0"/>
                    <a:pt x="3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4" name="Google Shape;10934;p65"/>
            <p:cNvSpPr/>
            <p:nvPr/>
          </p:nvSpPr>
          <p:spPr>
            <a:xfrm>
              <a:off x="-12660025" y="2096250"/>
              <a:ext cx="353675" cy="309975"/>
            </a:xfrm>
            <a:custGeom>
              <a:rect l="l" t="t" r="r" b="b"/>
              <a:pathLst>
                <a:path w="14147" h="12399" extrusionOk="0">
                  <a:moveTo>
                    <a:pt x="5357" y="4317"/>
                  </a:moveTo>
                  <a:cubicBezTo>
                    <a:pt x="5451" y="4569"/>
                    <a:pt x="5609" y="4758"/>
                    <a:pt x="5766" y="4915"/>
                  </a:cubicBezTo>
                  <a:lnTo>
                    <a:pt x="4884" y="4915"/>
                  </a:lnTo>
                  <a:cubicBezTo>
                    <a:pt x="5042" y="4758"/>
                    <a:pt x="5199" y="4569"/>
                    <a:pt x="5357" y="4317"/>
                  </a:cubicBezTo>
                  <a:close/>
                  <a:moveTo>
                    <a:pt x="2868" y="788"/>
                  </a:moveTo>
                  <a:cubicBezTo>
                    <a:pt x="4002" y="788"/>
                    <a:pt x="4947" y="1733"/>
                    <a:pt x="4947" y="2868"/>
                  </a:cubicBezTo>
                  <a:cubicBezTo>
                    <a:pt x="4947" y="4002"/>
                    <a:pt x="4002" y="4947"/>
                    <a:pt x="2868" y="4947"/>
                  </a:cubicBezTo>
                  <a:cubicBezTo>
                    <a:pt x="1734" y="4915"/>
                    <a:pt x="788" y="4002"/>
                    <a:pt x="788" y="2868"/>
                  </a:cubicBezTo>
                  <a:cubicBezTo>
                    <a:pt x="788" y="1733"/>
                    <a:pt x="1734" y="788"/>
                    <a:pt x="2868" y="788"/>
                  </a:cubicBezTo>
                  <a:close/>
                  <a:moveTo>
                    <a:pt x="7814" y="788"/>
                  </a:moveTo>
                  <a:cubicBezTo>
                    <a:pt x="8980" y="788"/>
                    <a:pt x="9925" y="1733"/>
                    <a:pt x="9925" y="2868"/>
                  </a:cubicBezTo>
                  <a:cubicBezTo>
                    <a:pt x="9925" y="4002"/>
                    <a:pt x="8980" y="4947"/>
                    <a:pt x="7814" y="4947"/>
                  </a:cubicBezTo>
                  <a:cubicBezTo>
                    <a:pt x="6680" y="4947"/>
                    <a:pt x="5735" y="4002"/>
                    <a:pt x="5735" y="2868"/>
                  </a:cubicBezTo>
                  <a:cubicBezTo>
                    <a:pt x="5735" y="1733"/>
                    <a:pt x="6680" y="788"/>
                    <a:pt x="7814" y="788"/>
                  </a:cubicBezTo>
                  <a:close/>
                  <a:moveTo>
                    <a:pt x="13264" y="5987"/>
                  </a:moveTo>
                  <a:lnTo>
                    <a:pt x="13264" y="11311"/>
                  </a:lnTo>
                  <a:lnTo>
                    <a:pt x="10744" y="10051"/>
                  </a:lnTo>
                  <a:lnTo>
                    <a:pt x="10744" y="7247"/>
                  </a:lnTo>
                  <a:lnTo>
                    <a:pt x="13264" y="5987"/>
                  </a:lnTo>
                  <a:close/>
                  <a:moveTo>
                    <a:pt x="9484" y="5734"/>
                  </a:moveTo>
                  <a:cubicBezTo>
                    <a:pt x="9704" y="5734"/>
                    <a:pt x="9862" y="5955"/>
                    <a:pt x="9862" y="6176"/>
                  </a:cubicBezTo>
                  <a:lnTo>
                    <a:pt x="9862" y="11153"/>
                  </a:lnTo>
                  <a:cubicBezTo>
                    <a:pt x="9862" y="11374"/>
                    <a:pt x="9673" y="11563"/>
                    <a:pt x="9484" y="11563"/>
                  </a:cubicBezTo>
                  <a:lnTo>
                    <a:pt x="1198" y="11563"/>
                  </a:lnTo>
                  <a:cubicBezTo>
                    <a:pt x="977" y="11563"/>
                    <a:pt x="788" y="11374"/>
                    <a:pt x="788" y="11153"/>
                  </a:cubicBezTo>
                  <a:lnTo>
                    <a:pt x="788" y="6176"/>
                  </a:lnTo>
                  <a:cubicBezTo>
                    <a:pt x="788" y="5955"/>
                    <a:pt x="977" y="5734"/>
                    <a:pt x="1198" y="5734"/>
                  </a:cubicBezTo>
                  <a:close/>
                  <a:moveTo>
                    <a:pt x="2868" y="1"/>
                  </a:moveTo>
                  <a:cubicBezTo>
                    <a:pt x="1261" y="1"/>
                    <a:pt x="1" y="1292"/>
                    <a:pt x="1" y="2868"/>
                  </a:cubicBezTo>
                  <a:cubicBezTo>
                    <a:pt x="1" y="3687"/>
                    <a:pt x="347" y="4443"/>
                    <a:pt x="883" y="5010"/>
                  </a:cubicBezTo>
                  <a:cubicBezTo>
                    <a:pt x="379" y="5167"/>
                    <a:pt x="1" y="5640"/>
                    <a:pt x="1" y="6176"/>
                  </a:cubicBezTo>
                  <a:lnTo>
                    <a:pt x="1" y="11153"/>
                  </a:lnTo>
                  <a:cubicBezTo>
                    <a:pt x="1" y="11815"/>
                    <a:pt x="536" y="12382"/>
                    <a:pt x="1261" y="12382"/>
                  </a:cubicBezTo>
                  <a:lnTo>
                    <a:pt x="9515" y="12382"/>
                  </a:lnTo>
                  <a:cubicBezTo>
                    <a:pt x="10208" y="12382"/>
                    <a:pt x="10775" y="11846"/>
                    <a:pt x="10775" y="11153"/>
                  </a:cubicBezTo>
                  <a:lnTo>
                    <a:pt x="10775" y="10996"/>
                  </a:lnTo>
                  <a:lnTo>
                    <a:pt x="13548" y="12350"/>
                  </a:lnTo>
                  <a:cubicBezTo>
                    <a:pt x="13594" y="12385"/>
                    <a:pt x="13645" y="12399"/>
                    <a:pt x="13695" y="12399"/>
                  </a:cubicBezTo>
                  <a:cubicBezTo>
                    <a:pt x="13781" y="12399"/>
                    <a:pt x="13866" y="12359"/>
                    <a:pt x="13926" y="12319"/>
                  </a:cubicBezTo>
                  <a:cubicBezTo>
                    <a:pt x="14052" y="12256"/>
                    <a:pt x="14146" y="12130"/>
                    <a:pt x="14146" y="11972"/>
                  </a:cubicBezTo>
                  <a:lnTo>
                    <a:pt x="14146" y="5356"/>
                  </a:lnTo>
                  <a:cubicBezTo>
                    <a:pt x="14083" y="5199"/>
                    <a:pt x="14020" y="5073"/>
                    <a:pt x="13894" y="5010"/>
                  </a:cubicBezTo>
                  <a:cubicBezTo>
                    <a:pt x="13815" y="4950"/>
                    <a:pt x="13722" y="4928"/>
                    <a:pt x="13633" y="4928"/>
                  </a:cubicBezTo>
                  <a:cubicBezTo>
                    <a:pt x="13581" y="4928"/>
                    <a:pt x="13531" y="4935"/>
                    <a:pt x="13485" y="4947"/>
                  </a:cubicBezTo>
                  <a:lnTo>
                    <a:pt x="10744" y="6333"/>
                  </a:lnTo>
                  <a:lnTo>
                    <a:pt x="10744" y="6176"/>
                  </a:lnTo>
                  <a:cubicBezTo>
                    <a:pt x="10744" y="5577"/>
                    <a:pt x="10334" y="5104"/>
                    <a:pt x="9830" y="5010"/>
                  </a:cubicBezTo>
                  <a:cubicBezTo>
                    <a:pt x="10397" y="4474"/>
                    <a:pt x="10744" y="3750"/>
                    <a:pt x="10744" y="2868"/>
                  </a:cubicBezTo>
                  <a:cubicBezTo>
                    <a:pt x="10744" y="1261"/>
                    <a:pt x="9452" y="1"/>
                    <a:pt x="7814" y="1"/>
                  </a:cubicBezTo>
                  <a:cubicBezTo>
                    <a:pt x="6774" y="1"/>
                    <a:pt x="5861" y="536"/>
                    <a:pt x="5357" y="1418"/>
                  </a:cubicBezTo>
                  <a:cubicBezTo>
                    <a:pt x="4821" y="599"/>
                    <a:pt x="3939" y="1"/>
                    <a:pt x="2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35" name="Google Shape;10935;p65"/>
          <p:cNvGrpSpPr/>
          <p:nvPr/>
        </p:nvGrpSpPr>
        <p:grpSpPr>
          <a:xfrm>
            <a:off x="6207335" y="2119527"/>
            <a:ext cx="344622" cy="341941"/>
            <a:chOff x="-12663175" y="2506800"/>
            <a:chExt cx="356825" cy="354050"/>
          </a:xfrm>
        </p:grpSpPr>
        <p:sp>
          <p:nvSpPr>
            <p:cNvPr id="10936" name="Google Shape;10936;p65"/>
            <p:cNvSpPr/>
            <p:nvPr/>
          </p:nvSpPr>
          <p:spPr>
            <a:xfrm>
              <a:off x="-12663175" y="2506800"/>
              <a:ext cx="356825" cy="354050"/>
            </a:xfrm>
            <a:custGeom>
              <a:rect l="l" t="t" r="r" b="b"/>
              <a:pathLst>
                <a:path w="14273" h="14162" extrusionOk="0">
                  <a:moveTo>
                    <a:pt x="9074" y="969"/>
                  </a:moveTo>
                  <a:lnTo>
                    <a:pt x="9169" y="1095"/>
                  </a:lnTo>
                  <a:cubicBezTo>
                    <a:pt x="8980" y="1536"/>
                    <a:pt x="9011" y="2135"/>
                    <a:pt x="9421" y="2513"/>
                  </a:cubicBezTo>
                  <a:cubicBezTo>
                    <a:pt x="9658" y="2770"/>
                    <a:pt x="9969" y="2890"/>
                    <a:pt x="10284" y="2890"/>
                  </a:cubicBezTo>
                  <a:cubicBezTo>
                    <a:pt x="10472" y="2890"/>
                    <a:pt x="10662" y="2847"/>
                    <a:pt x="10838" y="2765"/>
                  </a:cubicBezTo>
                  <a:lnTo>
                    <a:pt x="11500" y="3427"/>
                  </a:lnTo>
                  <a:cubicBezTo>
                    <a:pt x="11280" y="3899"/>
                    <a:pt x="11343" y="4435"/>
                    <a:pt x="11752" y="4844"/>
                  </a:cubicBezTo>
                  <a:cubicBezTo>
                    <a:pt x="11988" y="5080"/>
                    <a:pt x="12297" y="5206"/>
                    <a:pt x="12603" y="5206"/>
                  </a:cubicBezTo>
                  <a:cubicBezTo>
                    <a:pt x="12788" y="5206"/>
                    <a:pt x="12972" y="5160"/>
                    <a:pt x="13138" y="5065"/>
                  </a:cubicBezTo>
                  <a:lnTo>
                    <a:pt x="13264" y="5191"/>
                  </a:lnTo>
                  <a:cubicBezTo>
                    <a:pt x="13107" y="5537"/>
                    <a:pt x="13107" y="5947"/>
                    <a:pt x="13264" y="6262"/>
                  </a:cubicBezTo>
                  <a:lnTo>
                    <a:pt x="12445" y="7081"/>
                  </a:lnTo>
                  <a:lnTo>
                    <a:pt x="12162" y="6798"/>
                  </a:lnTo>
                  <a:cubicBezTo>
                    <a:pt x="12083" y="6719"/>
                    <a:pt x="11981" y="6680"/>
                    <a:pt x="11874" y="6680"/>
                  </a:cubicBezTo>
                  <a:cubicBezTo>
                    <a:pt x="11768" y="6680"/>
                    <a:pt x="11658" y="6719"/>
                    <a:pt x="11563" y="6798"/>
                  </a:cubicBezTo>
                  <a:cubicBezTo>
                    <a:pt x="11406" y="6955"/>
                    <a:pt x="11406" y="7239"/>
                    <a:pt x="11563" y="7396"/>
                  </a:cubicBezTo>
                  <a:lnTo>
                    <a:pt x="11847" y="7680"/>
                  </a:lnTo>
                  <a:lnTo>
                    <a:pt x="6333" y="13193"/>
                  </a:lnTo>
                  <a:cubicBezTo>
                    <a:pt x="6160" y="13114"/>
                    <a:pt x="5971" y="13075"/>
                    <a:pt x="5786" y="13075"/>
                  </a:cubicBezTo>
                  <a:cubicBezTo>
                    <a:pt x="5601" y="13075"/>
                    <a:pt x="5420" y="13114"/>
                    <a:pt x="5262" y="13193"/>
                  </a:cubicBezTo>
                  <a:lnTo>
                    <a:pt x="5168" y="13067"/>
                  </a:lnTo>
                  <a:cubicBezTo>
                    <a:pt x="5357" y="12626"/>
                    <a:pt x="5325" y="12059"/>
                    <a:pt x="4916" y="11649"/>
                  </a:cubicBezTo>
                  <a:cubicBezTo>
                    <a:pt x="4680" y="11414"/>
                    <a:pt x="4371" y="11288"/>
                    <a:pt x="4057" y="11288"/>
                  </a:cubicBezTo>
                  <a:cubicBezTo>
                    <a:pt x="3867" y="11288"/>
                    <a:pt x="3676" y="11334"/>
                    <a:pt x="3498" y="11429"/>
                  </a:cubicBezTo>
                  <a:lnTo>
                    <a:pt x="2836" y="10736"/>
                  </a:lnTo>
                  <a:cubicBezTo>
                    <a:pt x="3088" y="10263"/>
                    <a:pt x="2994" y="9728"/>
                    <a:pt x="2616" y="9318"/>
                  </a:cubicBezTo>
                  <a:cubicBezTo>
                    <a:pt x="2360" y="9082"/>
                    <a:pt x="2056" y="8957"/>
                    <a:pt x="1748" y="8957"/>
                  </a:cubicBezTo>
                  <a:cubicBezTo>
                    <a:pt x="1563" y="8957"/>
                    <a:pt x="1376" y="9003"/>
                    <a:pt x="1198" y="9098"/>
                  </a:cubicBezTo>
                  <a:lnTo>
                    <a:pt x="1072" y="8971"/>
                  </a:lnTo>
                  <a:cubicBezTo>
                    <a:pt x="1229" y="8625"/>
                    <a:pt x="1229" y="8215"/>
                    <a:pt x="1072" y="7900"/>
                  </a:cubicBezTo>
                  <a:lnTo>
                    <a:pt x="6585" y="2387"/>
                  </a:lnTo>
                  <a:lnTo>
                    <a:pt x="6869" y="2671"/>
                  </a:lnTo>
                  <a:cubicBezTo>
                    <a:pt x="6948" y="2749"/>
                    <a:pt x="7050" y="2789"/>
                    <a:pt x="7152" y="2789"/>
                  </a:cubicBezTo>
                  <a:cubicBezTo>
                    <a:pt x="7255" y="2789"/>
                    <a:pt x="7357" y="2749"/>
                    <a:pt x="7436" y="2671"/>
                  </a:cubicBezTo>
                  <a:cubicBezTo>
                    <a:pt x="7593" y="2513"/>
                    <a:pt x="7593" y="2229"/>
                    <a:pt x="7436" y="2072"/>
                  </a:cubicBezTo>
                  <a:lnTo>
                    <a:pt x="7184" y="1820"/>
                  </a:lnTo>
                  <a:lnTo>
                    <a:pt x="8003" y="969"/>
                  </a:lnTo>
                  <a:cubicBezTo>
                    <a:pt x="8176" y="1048"/>
                    <a:pt x="8365" y="1087"/>
                    <a:pt x="8550" y="1087"/>
                  </a:cubicBezTo>
                  <a:cubicBezTo>
                    <a:pt x="8735" y="1087"/>
                    <a:pt x="8917" y="1048"/>
                    <a:pt x="9074" y="969"/>
                  </a:cubicBezTo>
                  <a:close/>
                  <a:moveTo>
                    <a:pt x="7893" y="0"/>
                  </a:moveTo>
                  <a:cubicBezTo>
                    <a:pt x="7782" y="0"/>
                    <a:pt x="7672" y="40"/>
                    <a:pt x="7593" y="119"/>
                  </a:cubicBezTo>
                  <a:lnTo>
                    <a:pt x="158" y="7554"/>
                  </a:lnTo>
                  <a:cubicBezTo>
                    <a:pt x="1" y="7711"/>
                    <a:pt x="1" y="7995"/>
                    <a:pt x="158" y="8152"/>
                  </a:cubicBezTo>
                  <a:cubicBezTo>
                    <a:pt x="316" y="8310"/>
                    <a:pt x="316" y="8593"/>
                    <a:pt x="158" y="8751"/>
                  </a:cubicBezTo>
                  <a:cubicBezTo>
                    <a:pt x="1" y="8908"/>
                    <a:pt x="1" y="9161"/>
                    <a:pt x="158" y="9318"/>
                  </a:cubicBezTo>
                  <a:lnTo>
                    <a:pt x="757" y="9917"/>
                  </a:lnTo>
                  <a:cubicBezTo>
                    <a:pt x="836" y="9995"/>
                    <a:pt x="938" y="10035"/>
                    <a:pt x="1040" y="10035"/>
                  </a:cubicBezTo>
                  <a:cubicBezTo>
                    <a:pt x="1143" y="10035"/>
                    <a:pt x="1245" y="9995"/>
                    <a:pt x="1324" y="9917"/>
                  </a:cubicBezTo>
                  <a:cubicBezTo>
                    <a:pt x="1418" y="9838"/>
                    <a:pt x="1529" y="9798"/>
                    <a:pt x="1635" y="9798"/>
                  </a:cubicBezTo>
                  <a:cubicBezTo>
                    <a:pt x="1741" y="9798"/>
                    <a:pt x="1844" y="9838"/>
                    <a:pt x="1923" y="9917"/>
                  </a:cubicBezTo>
                  <a:cubicBezTo>
                    <a:pt x="2080" y="10074"/>
                    <a:pt x="2080" y="10358"/>
                    <a:pt x="1923" y="10515"/>
                  </a:cubicBezTo>
                  <a:cubicBezTo>
                    <a:pt x="1765" y="10673"/>
                    <a:pt x="1765" y="10956"/>
                    <a:pt x="1923" y="11114"/>
                  </a:cubicBezTo>
                  <a:lnTo>
                    <a:pt x="3120" y="12279"/>
                  </a:lnTo>
                  <a:cubicBezTo>
                    <a:pt x="3199" y="12358"/>
                    <a:pt x="3301" y="12398"/>
                    <a:pt x="3403" y="12398"/>
                  </a:cubicBezTo>
                  <a:cubicBezTo>
                    <a:pt x="3506" y="12398"/>
                    <a:pt x="3608" y="12358"/>
                    <a:pt x="3687" y="12279"/>
                  </a:cubicBezTo>
                  <a:cubicBezTo>
                    <a:pt x="3781" y="12201"/>
                    <a:pt x="3892" y="12161"/>
                    <a:pt x="3998" y="12161"/>
                  </a:cubicBezTo>
                  <a:cubicBezTo>
                    <a:pt x="4104" y="12161"/>
                    <a:pt x="4207" y="12201"/>
                    <a:pt x="4285" y="12279"/>
                  </a:cubicBezTo>
                  <a:cubicBezTo>
                    <a:pt x="4443" y="12437"/>
                    <a:pt x="4443" y="12721"/>
                    <a:pt x="4285" y="12878"/>
                  </a:cubicBezTo>
                  <a:cubicBezTo>
                    <a:pt x="4128" y="13036"/>
                    <a:pt x="4128" y="13319"/>
                    <a:pt x="4285" y="13477"/>
                  </a:cubicBezTo>
                  <a:lnTo>
                    <a:pt x="4884" y="14044"/>
                  </a:lnTo>
                  <a:cubicBezTo>
                    <a:pt x="4963" y="14123"/>
                    <a:pt x="5073" y="14162"/>
                    <a:pt x="5183" y="14162"/>
                  </a:cubicBezTo>
                  <a:cubicBezTo>
                    <a:pt x="5294" y="14162"/>
                    <a:pt x="5404" y="14123"/>
                    <a:pt x="5483" y="14044"/>
                  </a:cubicBezTo>
                  <a:cubicBezTo>
                    <a:pt x="5561" y="13965"/>
                    <a:pt x="5664" y="13926"/>
                    <a:pt x="5766" y="13926"/>
                  </a:cubicBezTo>
                  <a:cubicBezTo>
                    <a:pt x="5869" y="13926"/>
                    <a:pt x="5971" y="13965"/>
                    <a:pt x="6050" y="14044"/>
                  </a:cubicBezTo>
                  <a:cubicBezTo>
                    <a:pt x="6144" y="14123"/>
                    <a:pt x="6254" y="14162"/>
                    <a:pt x="6361" y="14162"/>
                  </a:cubicBezTo>
                  <a:cubicBezTo>
                    <a:pt x="6467" y="14162"/>
                    <a:pt x="6570" y="14123"/>
                    <a:pt x="6648" y="14044"/>
                  </a:cubicBezTo>
                  <a:lnTo>
                    <a:pt x="14115" y="6609"/>
                  </a:lnTo>
                  <a:cubicBezTo>
                    <a:pt x="14272" y="6451"/>
                    <a:pt x="14272" y="6168"/>
                    <a:pt x="14115" y="6010"/>
                  </a:cubicBezTo>
                  <a:cubicBezTo>
                    <a:pt x="13926" y="5853"/>
                    <a:pt x="13926" y="5600"/>
                    <a:pt x="14115" y="5443"/>
                  </a:cubicBezTo>
                  <a:cubicBezTo>
                    <a:pt x="14241" y="5285"/>
                    <a:pt x="14241" y="5002"/>
                    <a:pt x="14115" y="4844"/>
                  </a:cubicBezTo>
                  <a:lnTo>
                    <a:pt x="13516" y="4246"/>
                  </a:lnTo>
                  <a:cubicBezTo>
                    <a:pt x="13438" y="4167"/>
                    <a:pt x="13327" y="4128"/>
                    <a:pt x="13217" y="4128"/>
                  </a:cubicBezTo>
                  <a:cubicBezTo>
                    <a:pt x="13107" y="4128"/>
                    <a:pt x="12997" y="4167"/>
                    <a:pt x="12918" y="4246"/>
                  </a:cubicBezTo>
                  <a:cubicBezTo>
                    <a:pt x="12839" y="4325"/>
                    <a:pt x="12729" y="4364"/>
                    <a:pt x="12618" y="4364"/>
                  </a:cubicBezTo>
                  <a:cubicBezTo>
                    <a:pt x="12508" y="4364"/>
                    <a:pt x="12398" y="4325"/>
                    <a:pt x="12319" y="4246"/>
                  </a:cubicBezTo>
                  <a:cubicBezTo>
                    <a:pt x="12162" y="4088"/>
                    <a:pt x="12162" y="3805"/>
                    <a:pt x="12319" y="3647"/>
                  </a:cubicBezTo>
                  <a:cubicBezTo>
                    <a:pt x="12477" y="3490"/>
                    <a:pt x="12477" y="3238"/>
                    <a:pt x="12319" y="3080"/>
                  </a:cubicBezTo>
                  <a:lnTo>
                    <a:pt x="11154" y="1883"/>
                  </a:lnTo>
                  <a:cubicBezTo>
                    <a:pt x="11075" y="1804"/>
                    <a:pt x="10964" y="1765"/>
                    <a:pt x="10854" y="1765"/>
                  </a:cubicBezTo>
                  <a:cubicBezTo>
                    <a:pt x="10744" y="1765"/>
                    <a:pt x="10634" y="1804"/>
                    <a:pt x="10555" y="1883"/>
                  </a:cubicBezTo>
                  <a:cubicBezTo>
                    <a:pt x="10476" y="1962"/>
                    <a:pt x="10366" y="2001"/>
                    <a:pt x="10256" y="2001"/>
                  </a:cubicBezTo>
                  <a:cubicBezTo>
                    <a:pt x="10145" y="2001"/>
                    <a:pt x="10035" y="1962"/>
                    <a:pt x="9956" y="1883"/>
                  </a:cubicBezTo>
                  <a:cubicBezTo>
                    <a:pt x="9799" y="1725"/>
                    <a:pt x="9799" y="1442"/>
                    <a:pt x="9956" y="1284"/>
                  </a:cubicBezTo>
                  <a:cubicBezTo>
                    <a:pt x="10114" y="1127"/>
                    <a:pt x="10114" y="875"/>
                    <a:pt x="9956" y="717"/>
                  </a:cubicBezTo>
                  <a:lnTo>
                    <a:pt x="9389" y="119"/>
                  </a:lnTo>
                  <a:cubicBezTo>
                    <a:pt x="9295" y="40"/>
                    <a:pt x="9184" y="0"/>
                    <a:pt x="9078" y="0"/>
                  </a:cubicBezTo>
                  <a:cubicBezTo>
                    <a:pt x="8972" y="0"/>
                    <a:pt x="8869" y="40"/>
                    <a:pt x="8791" y="119"/>
                  </a:cubicBezTo>
                  <a:cubicBezTo>
                    <a:pt x="8712" y="197"/>
                    <a:pt x="8602" y="237"/>
                    <a:pt x="8491" y="237"/>
                  </a:cubicBezTo>
                  <a:cubicBezTo>
                    <a:pt x="8381" y="237"/>
                    <a:pt x="8271" y="197"/>
                    <a:pt x="8192" y="119"/>
                  </a:cubicBezTo>
                  <a:cubicBezTo>
                    <a:pt x="8113" y="40"/>
                    <a:pt x="8003" y="0"/>
                    <a:pt x="7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7" name="Google Shape;10937;p65"/>
            <p:cNvSpPr/>
            <p:nvPr/>
          </p:nvSpPr>
          <p:spPr>
            <a:xfrm>
              <a:off x="-12466275" y="2586350"/>
              <a:ext cx="37850" cy="35850"/>
            </a:xfrm>
            <a:custGeom>
              <a:rect l="l" t="t" r="r" b="b"/>
              <a:pathLst>
                <a:path w="1514" h="1434" extrusionOk="0">
                  <a:moveTo>
                    <a:pt x="458" y="0"/>
                  </a:moveTo>
                  <a:cubicBezTo>
                    <a:pt x="348" y="0"/>
                    <a:pt x="237" y="40"/>
                    <a:pt x="159" y="119"/>
                  </a:cubicBezTo>
                  <a:cubicBezTo>
                    <a:pt x="1" y="276"/>
                    <a:pt x="1" y="560"/>
                    <a:pt x="159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1" y="1434"/>
                  </a:cubicBezTo>
                  <a:cubicBezTo>
                    <a:pt x="1143" y="1434"/>
                    <a:pt x="1245" y="1395"/>
                    <a:pt x="1324" y="1316"/>
                  </a:cubicBezTo>
                  <a:cubicBezTo>
                    <a:pt x="1513" y="1158"/>
                    <a:pt x="1513" y="875"/>
                    <a:pt x="1324" y="71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8" name="Google Shape;10938;p65"/>
            <p:cNvSpPr/>
            <p:nvPr/>
          </p:nvSpPr>
          <p:spPr>
            <a:xfrm>
              <a:off x="-12422950" y="2630450"/>
              <a:ext cx="37825" cy="35875"/>
            </a:xfrm>
            <a:custGeom>
              <a:rect l="l" t="t" r="r" b="b"/>
              <a:pathLst>
                <a:path w="1513" h="1435" extrusionOk="0">
                  <a:moveTo>
                    <a:pt x="458" y="1"/>
                  </a:moveTo>
                  <a:cubicBezTo>
                    <a:pt x="347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757" y="1316"/>
                  </a:lnTo>
                  <a:cubicBezTo>
                    <a:pt x="836" y="1395"/>
                    <a:pt x="938" y="1434"/>
                    <a:pt x="1044" y="1434"/>
                  </a:cubicBezTo>
                  <a:cubicBezTo>
                    <a:pt x="1151" y="1434"/>
                    <a:pt x="1261" y="1395"/>
                    <a:pt x="1355" y="1316"/>
                  </a:cubicBezTo>
                  <a:cubicBezTo>
                    <a:pt x="1513" y="1159"/>
                    <a:pt x="1513" y="875"/>
                    <a:pt x="1355" y="717"/>
                  </a:cubicBezTo>
                  <a:lnTo>
                    <a:pt x="757" y="119"/>
                  </a:lnTo>
                  <a:cubicBezTo>
                    <a:pt x="678" y="40"/>
                    <a:pt x="568" y="1"/>
                    <a:pt x="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39" name="Google Shape;10939;p65"/>
            <p:cNvSpPr/>
            <p:nvPr/>
          </p:nvSpPr>
          <p:spPr>
            <a:xfrm>
              <a:off x="-12591500" y="2644250"/>
              <a:ext cx="192200" cy="142975"/>
            </a:xfrm>
            <a:custGeom>
              <a:rect l="l" t="t" r="r" b="b"/>
              <a:pathLst>
                <a:path w="7688" h="5719" extrusionOk="0">
                  <a:moveTo>
                    <a:pt x="1371" y="1780"/>
                  </a:moveTo>
                  <a:cubicBezTo>
                    <a:pt x="1481" y="1780"/>
                    <a:pt x="1592" y="1819"/>
                    <a:pt x="1670" y="1898"/>
                  </a:cubicBezTo>
                  <a:cubicBezTo>
                    <a:pt x="1828" y="2056"/>
                    <a:pt x="1828" y="2339"/>
                    <a:pt x="1670" y="2497"/>
                  </a:cubicBezTo>
                  <a:cubicBezTo>
                    <a:pt x="1592" y="2576"/>
                    <a:pt x="1481" y="2615"/>
                    <a:pt x="1371" y="2615"/>
                  </a:cubicBezTo>
                  <a:cubicBezTo>
                    <a:pt x="1261" y="2615"/>
                    <a:pt x="1151" y="2576"/>
                    <a:pt x="1072" y="2497"/>
                  </a:cubicBezTo>
                  <a:cubicBezTo>
                    <a:pt x="914" y="2339"/>
                    <a:pt x="914" y="2056"/>
                    <a:pt x="1072" y="1898"/>
                  </a:cubicBezTo>
                  <a:cubicBezTo>
                    <a:pt x="1151" y="1819"/>
                    <a:pt x="1261" y="1780"/>
                    <a:pt x="1371" y="1780"/>
                  </a:cubicBezTo>
                  <a:close/>
                  <a:moveTo>
                    <a:pt x="4317" y="985"/>
                  </a:moveTo>
                  <a:lnTo>
                    <a:pt x="6522" y="2308"/>
                  </a:lnTo>
                  <a:lnTo>
                    <a:pt x="5955" y="2843"/>
                  </a:lnTo>
                  <a:lnTo>
                    <a:pt x="3750" y="1552"/>
                  </a:lnTo>
                  <a:lnTo>
                    <a:pt x="4317" y="985"/>
                  </a:lnTo>
                  <a:close/>
                  <a:moveTo>
                    <a:pt x="3687" y="4111"/>
                  </a:moveTo>
                  <a:cubicBezTo>
                    <a:pt x="3789" y="4111"/>
                    <a:pt x="3892" y="4151"/>
                    <a:pt x="3970" y="4230"/>
                  </a:cubicBezTo>
                  <a:cubicBezTo>
                    <a:pt x="4159" y="4387"/>
                    <a:pt x="4159" y="4671"/>
                    <a:pt x="3970" y="4828"/>
                  </a:cubicBezTo>
                  <a:cubicBezTo>
                    <a:pt x="3892" y="4907"/>
                    <a:pt x="3789" y="4946"/>
                    <a:pt x="3687" y="4946"/>
                  </a:cubicBezTo>
                  <a:cubicBezTo>
                    <a:pt x="3584" y="4946"/>
                    <a:pt x="3482" y="4907"/>
                    <a:pt x="3403" y="4828"/>
                  </a:cubicBezTo>
                  <a:cubicBezTo>
                    <a:pt x="3246" y="4671"/>
                    <a:pt x="3246" y="4387"/>
                    <a:pt x="3403" y="4230"/>
                  </a:cubicBezTo>
                  <a:cubicBezTo>
                    <a:pt x="3482" y="4151"/>
                    <a:pt x="3584" y="4111"/>
                    <a:pt x="3687" y="4111"/>
                  </a:cubicBezTo>
                  <a:close/>
                  <a:moveTo>
                    <a:pt x="4302" y="0"/>
                  </a:moveTo>
                  <a:cubicBezTo>
                    <a:pt x="4187" y="0"/>
                    <a:pt x="4067" y="37"/>
                    <a:pt x="3970" y="134"/>
                  </a:cubicBezTo>
                  <a:lnTo>
                    <a:pt x="2490" y="1615"/>
                  </a:lnTo>
                  <a:lnTo>
                    <a:pt x="2269" y="1268"/>
                  </a:lnTo>
                  <a:cubicBezTo>
                    <a:pt x="2033" y="1032"/>
                    <a:pt x="1718" y="914"/>
                    <a:pt x="1395" y="914"/>
                  </a:cubicBezTo>
                  <a:cubicBezTo>
                    <a:pt x="1072" y="914"/>
                    <a:pt x="741" y="1032"/>
                    <a:pt x="473" y="1268"/>
                  </a:cubicBezTo>
                  <a:cubicBezTo>
                    <a:pt x="1" y="1741"/>
                    <a:pt x="1" y="2528"/>
                    <a:pt x="473" y="3032"/>
                  </a:cubicBezTo>
                  <a:cubicBezTo>
                    <a:pt x="710" y="3269"/>
                    <a:pt x="1025" y="3387"/>
                    <a:pt x="1348" y="3387"/>
                  </a:cubicBezTo>
                  <a:cubicBezTo>
                    <a:pt x="1670" y="3387"/>
                    <a:pt x="2001" y="3269"/>
                    <a:pt x="2269" y="3032"/>
                  </a:cubicBezTo>
                  <a:lnTo>
                    <a:pt x="3214" y="2087"/>
                  </a:lnTo>
                  <a:lnTo>
                    <a:pt x="5420" y="3410"/>
                  </a:lnTo>
                  <a:lnTo>
                    <a:pt x="4852" y="3946"/>
                  </a:lnTo>
                  <a:lnTo>
                    <a:pt x="4632" y="3600"/>
                  </a:lnTo>
                  <a:cubicBezTo>
                    <a:pt x="4396" y="3363"/>
                    <a:pt x="4081" y="3245"/>
                    <a:pt x="3758" y="3245"/>
                  </a:cubicBezTo>
                  <a:cubicBezTo>
                    <a:pt x="3435" y="3245"/>
                    <a:pt x="3104" y="3363"/>
                    <a:pt x="2836" y="3600"/>
                  </a:cubicBezTo>
                  <a:cubicBezTo>
                    <a:pt x="2364" y="4072"/>
                    <a:pt x="2364" y="4860"/>
                    <a:pt x="2836" y="5364"/>
                  </a:cubicBezTo>
                  <a:cubicBezTo>
                    <a:pt x="3072" y="5600"/>
                    <a:pt x="3387" y="5718"/>
                    <a:pt x="3710" y="5718"/>
                  </a:cubicBezTo>
                  <a:cubicBezTo>
                    <a:pt x="4033" y="5718"/>
                    <a:pt x="4364" y="5600"/>
                    <a:pt x="4632" y="5364"/>
                  </a:cubicBezTo>
                  <a:lnTo>
                    <a:pt x="7530" y="2465"/>
                  </a:lnTo>
                  <a:cubicBezTo>
                    <a:pt x="7688" y="2308"/>
                    <a:pt x="7656" y="1993"/>
                    <a:pt x="7404" y="1835"/>
                  </a:cubicBezTo>
                  <a:lnTo>
                    <a:pt x="4506" y="39"/>
                  </a:lnTo>
                  <a:cubicBezTo>
                    <a:pt x="4445" y="15"/>
                    <a:pt x="4374" y="0"/>
                    <a:pt x="4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40" name="Google Shape;10940;p65"/>
          <p:cNvGrpSpPr/>
          <p:nvPr/>
        </p:nvGrpSpPr>
        <p:grpSpPr>
          <a:xfrm>
            <a:off x="8022468" y="1303307"/>
            <a:ext cx="340807" cy="341579"/>
            <a:chOff x="-10896525" y="1663050"/>
            <a:chExt cx="352875" cy="353675"/>
          </a:xfrm>
        </p:grpSpPr>
        <p:sp>
          <p:nvSpPr>
            <p:cNvPr id="10941" name="Google Shape;10941;p65"/>
            <p:cNvSpPr/>
            <p:nvPr/>
          </p:nvSpPr>
          <p:spPr>
            <a:xfrm>
              <a:off x="-10896525" y="1663050"/>
              <a:ext cx="166200" cy="311925"/>
            </a:xfrm>
            <a:custGeom>
              <a:rect l="l" t="t" r="r" b="b"/>
              <a:pathLst>
                <a:path w="6648" h="12477" extrusionOk="0">
                  <a:moveTo>
                    <a:pt x="3308" y="820"/>
                  </a:moveTo>
                  <a:cubicBezTo>
                    <a:pt x="3781" y="820"/>
                    <a:pt x="4285" y="1230"/>
                    <a:pt x="4663" y="1923"/>
                  </a:cubicBezTo>
                  <a:lnTo>
                    <a:pt x="3308" y="2931"/>
                  </a:lnTo>
                  <a:lnTo>
                    <a:pt x="1922" y="1923"/>
                  </a:lnTo>
                  <a:cubicBezTo>
                    <a:pt x="2300" y="1230"/>
                    <a:pt x="2804" y="820"/>
                    <a:pt x="3308" y="820"/>
                  </a:cubicBezTo>
                  <a:close/>
                  <a:moveTo>
                    <a:pt x="1513" y="2679"/>
                  </a:moveTo>
                  <a:lnTo>
                    <a:pt x="2584" y="3466"/>
                  </a:lnTo>
                  <a:lnTo>
                    <a:pt x="977" y="4695"/>
                  </a:lnTo>
                  <a:cubicBezTo>
                    <a:pt x="1072" y="3939"/>
                    <a:pt x="1292" y="3277"/>
                    <a:pt x="1513" y="2679"/>
                  </a:cubicBezTo>
                  <a:close/>
                  <a:moveTo>
                    <a:pt x="5010" y="2679"/>
                  </a:moveTo>
                  <a:cubicBezTo>
                    <a:pt x="5262" y="3277"/>
                    <a:pt x="5451" y="3939"/>
                    <a:pt x="5577" y="4695"/>
                  </a:cubicBezTo>
                  <a:lnTo>
                    <a:pt x="3970" y="3466"/>
                  </a:lnTo>
                  <a:lnTo>
                    <a:pt x="5010" y="2679"/>
                  </a:lnTo>
                  <a:close/>
                  <a:moveTo>
                    <a:pt x="3308" y="4002"/>
                  </a:moveTo>
                  <a:lnTo>
                    <a:pt x="5734" y="5829"/>
                  </a:lnTo>
                  <a:lnTo>
                    <a:pt x="5734" y="5861"/>
                  </a:lnTo>
                  <a:cubicBezTo>
                    <a:pt x="5608" y="6302"/>
                    <a:pt x="5230" y="6617"/>
                    <a:pt x="4758" y="6617"/>
                  </a:cubicBezTo>
                  <a:lnTo>
                    <a:pt x="1891" y="6617"/>
                  </a:lnTo>
                  <a:cubicBezTo>
                    <a:pt x="1355" y="6617"/>
                    <a:pt x="977" y="6302"/>
                    <a:pt x="851" y="5829"/>
                  </a:cubicBezTo>
                  <a:lnTo>
                    <a:pt x="3308" y="4002"/>
                  </a:lnTo>
                  <a:close/>
                  <a:moveTo>
                    <a:pt x="756" y="7121"/>
                  </a:moveTo>
                  <a:lnTo>
                    <a:pt x="756" y="7121"/>
                  </a:lnTo>
                  <a:cubicBezTo>
                    <a:pt x="1072" y="7310"/>
                    <a:pt x="1450" y="7436"/>
                    <a:pt x="1796" y="7436"/>
                  </a:cubicBezTo>
                  <a:lnTo>
                    <a:pt x="4663" y="7436"/>
                  </a:lnTo>
                  <a:cubicBezTo>
                    <a:pt x="5073" y="7436"/>
                    <a:pt x="5419" y="7310"/>
                    <a:pt x="5703" y="7121"/>
                  </a:cubicBezTo>
                  <a:lnTo>
                    <a:pt x="5703" y="7121"/>
                  </a:lnTo>
                  <a:cubicBezTo>
                    <a:pt x="5734" y="8507"/>
                    <a:pt x="5545" y="9830"/>
                    <a:pt x="5136" y="10902"/>
                  </a:cubicBezTo>
                  <a:cubicBezTo>
                    <a:pt x="4978" y="11374"/>
                    <a:pt x="4537" y="11626"/>
                    <a:pt x="3970" y="11626"/>
                  </a:cubicBezTo>
                  <a:lnTo>
                    <a:pt x="2395" y="11626"/>
                  </a:lnTo>
                  <a:cubicBezTo>
                    <a:pt x="1954" y="11626"/>
                    <a:pt x="1544" y="11343"/>
                    <a:pt x="1387" y="10902"/>
                  </a:cubicBezTo>
                  <a:cubicBezTo>
                    <a:pt x="1009" y="9830"/>
                    <a:pt x="820" y="8507"/>
                    <a:pt x="756" y="7121"/>
                  </a:cubicBezTo>
                  <a:close/>
                  <a:moveTo>
                    <a:pt x="3308" y="1"/>
                  </a:moveTo>
                  <a:cubicBezTo>
                    <a:pt x="2269" y="1"/>
                    <a:pt x="1450" y="946"/>
                    <a:pt x="1009" y="1891"/>
                  </a:cubicBezTo>
                  <a:cubicBezTo>
                    <a:pt x="252" y="3372"/>
                    <a:pt x="0" y="5262"/>
                    <a:pt x="0" y="6932"/>
                  </a:cubicBezTo>
                  <a:cubicBezTo>
                    <a:pt x="0" y="8507"/>
                    <a:pt x="221" y="9988"/>
                    <a:pt x="662" y="11217"/>
                  </a:cubicBezTo>
                  <a:cubicBezTo>
                    <a:pt x="946" y="11973"/>
                    <a:pt x="1639" y="12477"/>
                    <a:pt x="2426" y="12477"/>
                  </a:cubicBezTo>
                  <a:lnTo>
                    <a:pt x="4002" y="12477"/>
                  </a:lnTo>
                  <a:cubicBezTo>
                    <a:pt x="4947" y="12477"/>
                    <a:pt x="5703" y="12004"/>
                    <a:pt x="5986" y="11217"/>
                  </a:cubicBezTo>
                  <a:cubicBezTo>
                    <a:pt x="6396" y="10051"/>
                    <a:pt x="6648" y="8507"/>
                    <a:pt x="6648" y="6932"/>
                  </a:cubicBezTo>
                  <a:cubicBezTo>
                    <a:pt x="6585" y="3183"/>
                    <a:pt x="5230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2" name="Google Shape;10942;p65"/>
            <p:cNvSpPr/>
            <p:nvPr/>
          </p:nvSpPr>
          <p:spPr>
            <a:xfrm>
              <a:off x="-10709850" y="1704025"/>
              <a:ext cx="166200" cy="312700"/>
            </a:xfrm>
            <a:custGeom>
              <a:rect l="l" t="t" r="r" b="b"/>
              <a:pathLst>
                <a:path w="6648" h="12508" extrusionOk="0">
                  <a:moveTo>
                    <a:pt x="3308" y="851"/>
                  </a:moveTo>
                  <a:cubicBezTo>
                    <a:pt x="3781" y="851"/>
                    <a:pt x="4285" y="1229"/>
                    <a:pt x="4694" y="1954"/>
                  </a:cubicBezTo>
                  <a:lnTo>
                    <a:pt x="3308" y="2962"/>
                  </a:lnTo>
                  <a:lnTo>
                    <a:pt x="1922" y="1954"/>
                  </a:lnTo>
                  <a:cubicBezTo>
                    <a:pt x="2363" y="1229"/>
                    <a:pt x="2835" y="851"/>
                    <a:pt x="3308" y="851"/>
                  </a:cubicBezTo>
                  <a:close/>
                  <a:moveTo>
                    <a:pt x="1575" y="2678"/>
                  </a:moveTo>
                  <a:lnTo>
                    <a:pt x="2646" y="3466"/>
                  </a:lnTo>
                  <a:lnTo>
                    <a:pt x="1040" y="4694"/>
                  </a:lnTo>
                  <a:cubicBezTo>
                    <a:pt x="1134" y="3938"/>
                    <a:pt x="1355" y="3277"/>
                    <a:pt x="1575" y="2678"/>
                  </a:cubicBezTo>
                  <a:close/>
                  <a:moveTo>
                    <a:pt x="5072" y="2678"/>
                  </a:moveTo>
                  <a:cubicBezTo>
                    <a:pt x="5324" y="3277"/>
                    <a:pt x="5513" y="3938"/>
                    <a:pt x="5639" y="4694"/>
                  </a:cubicBezTo>
                  <a:lnTo>
                    <a:pt x="4001" y="3466"/>
                  </a:lnTo>
                  <a:lnTo>
                    <a:pt x="5072" y="2678"/>
                  </a:lnTo>
                  <a:close/>
                  <a:moveTo>
                    <a:pt x="3308" y="4033"/>
                  </a:moveTo>
                  <a:lnTo>
                    <a:pt x="5765" y="5829"/>
                  </a:lnTo>
                  <a:lnTo>
                    <a:pt x="5765" y="5892"/>
                  </a:lnTo>
                  <a:cubicBezTo>
                    <a:pt x="5639" y="6301"/>
                    <a:pt x="5230" y="6616"/>
                    <a:pt x="4757" y="6616"/>
                  </a:cubicBezTo>
                  <a:lnTo>
                    <a:pt x="1859" y="6616"/>
                  </a:lnTo>
                  <a:cubicBezTo>
                    <a:pt x="1418" y="6616"/>
                    <a:pt x="977" y="6301"/>
                    <a:pt x="851" y="5829"/>
                  </a:cubicBezTo>
                  <a:lnTo>
                    <a:pt x="3308" y="4033"/>
                  </a:lnTo>
                  <a:close/>
                  <a:moveTo>
                    <a:pt x="819" y="7152"/>
                  </a:moveTo>
                  <a:lnTo>
                    <a:pt x="819" y="7152"/>
                  </a:lnTo>
                  <a:cubicBezTo>
                    <a:pt x="1134" y="7341"/>
                    <a:pt x="1512" y="7467"/>
                    <a:pt x="1859" y="7467"/>
                  </a:cubicBezTo>
                  <a:lnTo>
                    <a:pt x="4757" y="7467"/>
                  </a:lnTo>
                  <a:cubicBezTo>
                    <a:pt x="5167" y="7467"/>
                    <a:pt x="5513" y="7341"/>
                    <a:pt x="5797" y="7152"/>
                  </a:cubicBezTo>
                  <a:lnTo>
                    <a:pt x="5797" y="7152"/>
                  </a:lnTo>
                  <a:cubicBezTo>
                    <a:pt x="5797" y="8507"/>
                    <a:pt x="5545" y="9861"/>
                    <a:pt x="5198" y="10932"/>
                  </a:cubicBezTo>
                  <a:cubicBezTo>
                    <a:pt x="5041" y="11405"/>
                    <a:pt x="4600" y="11625"/>
                    <a:pt x="4001" y="11625"/>
                  </a:cubicBezTo>
                  <a:lnTo>
                    <a:pt x="2426" y="11625"/>
                  </a:lnTo>
                  <a:cubicBezTo>
                    <a:pt x="2016" y="11625"/>
                    <a:pt x="1607" y="11342"/>
                    <a:pt x="1449" y="10932"/>
                  </a:cubicBezTo>
                  <a:cubicBezTo>
                    <a:pt x="1071" y="9861"/>
                    <a:pt x="851" y="8507"/>
                    <a:pt x="819" y="7152"/>
                  </a:cubicBezTo>
                  <a:close/>
                  <a:moveTo>
                    <a:pt x="3308" y="0"/>
                  </a:moveTo>
                  <a:cubicBezTo>
                    <a:pt x="2174" y="0"/>
                    <a:pt x="1355" y="1103"/>
                    <a:pt x="851" y="2174"/>
                  </a:cubicBezTo>
                  <a:cubicBezTo>
                    <a:pt x="315" y="3466"/>
                    <a:pt x="0" y="5167"/>
                    <a:pt x="0" y="6931"/>
                  </a:cubicBezTo>
                  <a:cubicBezTo>
                    <a:pt x="0" y="8507"/>
                    <a:pt x="221" y="10019"/>
                    <a:pt x="662" y="11247"/>
                  </a:cubicBezTo>
                  <a:cubicBezTo>
                    <a:pt x="945" y="11972"/>
                    <a:pt x="1638" y="12508"/>
                    <a:pt x="2426" y="12508"/>
                  </a:cubicBezTo>
                  <a:lnTo>
                    <a:pt x="4001" y="12508"/>
                  </a:lnTo>
                  <a:cubicBezTo>
                    <a:pt x="4978" y="12508"/>
                    <a:pt x="5702" y="12035"/>
                    <a:pt x="5986" y="11247"/>
                  </a:cubicBezTo>
                  <a:cubicBezTo>
                    <a:pt x="6427" y="10050"/>
                    <a:pt x="6648" y="8507"/>
                    <a:pt x="6648" y="6931"/>
                  </a:cubicBezTo>
                  <a:cubicBezTo>
                    <a:pt x="6616" y="3214"/>
                    <a:pt x="5293" y="0"/>
                    <a:pt x="3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43" name="Google Shape;10943;p65"/>
          <p:cNvSpPr/>
          <p:nvPr/>
        </p:nvSpPr>
        <p:spPr>
          <a:xfrm>
            <a:off x="8061643" y="1711059"/>
            <a:ext cx="262456" cy="341724"/>
          </a:xfrm>
          <a:custGeom>
            <a:rect l="l" t="t" r="r" b="b"/>
            <a:pathLst>
              <a:path w="10870" h="14153" extrusionOk="0">
                <a:moveTo>
                  <a:pt x="8286" y="1702"/>
                </a:moveTo>
                <a:lnTo>
                  <a:pt x="8286" y="4222"/>
                </a:lnTo>
                <a:lnTo>
                  <a:pt x="2521" y="4222"/>
                </a:lnTo>
                <a:lnTo>
                  <a:pt x="2521" y="1702"/>
                </a:lnTo>
                <a:close/>
                <a:moveTo>
                  <a:pt x="8286" y="5041"/>
                </a:moveTo>
                <a:lnTo>
                  <a:pt x="8286" y="6680"/>
                </a:lnTo>
                <a:lnTo>
                  <a:pt x="2521" y="6680"/>
                </a:lnTo>
                <a:lnTo>
                  <a:pt x="2521" y="5041"/>
                </a:lnTo>
                <a:close/>
                <a:moveTo>
                  <a:pt x="1733" y="5262"/>
                </a:moveTo>
                <a:lnTo>
                  <a:pt x="1733" y="6680"/>
                </a:lnTo>
                <a:lnTo>
                  <a:pt x="1292" y="6680"/>
                </a:lnTo>
                <a:cubicBezTo>
                  <a:pt x="1134" y="6680"/>
                  <a:pt x="1008" y="6711"/>
                  <a:pt x="914" y="6774"/>
                </a:cubicBezTo>
                <a:lnTo>
                  <a:pt x="914" y="5703"/>
                </a:lnTo>
                <a:lnTo>
                  <a:pt x="1733" y="5262"/>
                </a:lnTo>
                <a:close/>
                <a:moveTo>
                  <a:pt x="9137" y="5262"/>
                </a:moveTo>
                <a:lnTo>
                  <a:pt x="9956" y="5703"/>
                </a:lnTo>
                <a:lnTo>
                  <a:pt x="9956" y="6774"/>
                </a:lnTo>
                <a:cubicBezTo>
                  <a:pt x="9830" y="6743"/>
                  <a:pt x="9672" y="6680"/>
                  <a:pt x="9515" y="6680"/>
                </a:cubicBezTo>
                <a:lnTo>
                  <a:pt x="9137" y="6680"/>
                </a:lnTo>
                <a:lnTo>
                  <a:pt x="9137" y="5262"/>
                </a:lnTo>
                <a:close/>
                <a:moveTo>
                  <a:pt x="9578" y="7467"/>
                </a:moveTo>
                <a:cubicBezTo>
                  <a:pt x="9798" y="7467"/>
                  <a:pt x="9987" y="7688"/>
                  <a:pt x="9987" y="7908"/>
                </a:cubicBezTo>
                <a:cubicBezTo>
                  <a:pt x="9956" y="8160"/>
                  <a:pt x="9798" y="8349"/>
                  <a:pt x="9578" y="8349"/>
                </a:cubicBezTo>
                <a:lnTo>
                  <a:pt x="1292" y="8349"/>
                </a:lnTo>
                <a:cubicBezTo>
                  <a:pt x="1071" y="8349"/>
                  <a:pt x="914" y="8160"/>
                  <a:pt x="914" y="7908"/>
                </a:cubicBezTo>
                <a:cubicBezTo>
                  <a:pt x="914" y="7688"/>
                  <a:pt x="1103" y="7467"/>
                  <a:pt x="1292" y="7467"/>
                </a:cubicBezTo>
                <a:close/>
                <a:moveTo>
                  <a:pt x="7467" y="9169"/>
                </a:moveTo>
                <a:lnTo>
                  <a:pt x="5419" y="10712"/>
                </a:lnTo>
                <a:lnTo>
                  <a:pt x="3340" y="9169"/>
                </a:lnTo>
                <a:close/>
                <a:moveTo>
                  <a:pt x="2048" y="1"/>
                </a:moveTo>
                <a:cubicBezTo>
                  <a:pt x="1796" y="1"/>
                  <a:pt x="1638" y="190"/>
                  <a:pt x="1638" y="442"/>
                </a:cubicBezTo>
                <a:lnTo>
                  <a:pt x="1638" y="4380"/>
                </a:lnTo>
                <a:lnTo>
                  <a:pt x="221" y="5073"/>
                </a:lnTo>
                <a:cubicBezTo>
                  <a:pt x="63" y="5167"/>
                  <a:pt x="0" y="5325"/>
                  <a:pt x="0" y="5419"/>
                </a:cubicBezTo>
                <a:lnTo>
                  <a:pt x="0" y="7908"/>
                </a:lnTo>
                <a:cubicBezTo>
                  <a:pt x="0" y="8570"/>
                  <a:pt x="536" y="9137"/>
                  <a:pt x="1260" y="9137"/>
                </a:cubicBezTo>
                <a:lnTo>
                  <a:pt x="1953" y="9137"/>
                </a:lnTo>
                <a:lnTo>
                  <a:pt x="4726" y="11216"/>
                </a:lnTo>
                <a:lnTo>
                  <a:pt x="1859" y="13390"/>
                </a:lnTo>
                <a:cubicBezTo>
                  <a:pt x="1638" y="13516"/>
                  <a:pt x="1607" y="13768"/>
                  <a:pt x="1764" y="13989"/>
                </a:cubicBezTo>
                <a:cubicBezTo>
                  <a:pt x="1836" y="14096"/>
                  <a:pt x="1958" y="14153"/>
                  <a:pt x="2085" y="14153"/>
                </a:cubicBezTo>
                <a:cubicBezTo>
                  <a:pt x="2182" y="14153"/>
                  <a:pt x="2281" y="14120"/>
                  <a:pt x="2363" y="14052"/>
                </a:cubicBezTo>
                <a:lnTo>
                  <a:pt x="5419" y="11783"/>
                </a:lnTo>
                <a:lnTo>
                  <a:pt x="8506" y="14052"/>
                </a:lnTo>
                <a:cubicBezTo>
                  <a:pt x="8591" y="14108"/>
                  <a:pt x="8689" y="14140"/>
                  <a:pt x="8785" y="14140"/>
                </a:cubicBezTo>
                <a:cubicBezTo>
                  <a:pt x="8903" y="14140"/>
                  <a:pt x="9018" y="14093"/>
                  <a:pt x="9105" y="13989"/>
                </a:cubicBezTo>
                <a:cubicBezTo>
                  <a:pt x="9200" y="13768"/>
                  <a:pt x="9200" y="13548"/>
                  <a:pt x="9011" y="13390"/>
                </a:cubicBezTo>
                <a:lnTo>
                  <a:pt x="6144" y="11216"/>
                </a:lnTo>
                <a:lnTo>
                  <a:pt x="8885" y="9137"/>
                </a:lnTo>
                <a:lnTo>
                  <a:pt x="9609" y="9137"/>
                </a:lnTo>
                <a:cubicBezTo>
                  <a:pt x="10271" y="9137"/>
                  <a:pt x="10869" y="8570"/>
                  <a:pt x="10869" y="7908"/>
                </a:cubicBezTo>
                <a:lnTo>
                  <a:pt x="10869" y="5419"/>
                </a:lnTo>
                <a:cubicBezTo>
                  <a:pt x="10869" y="5262"/>
                  <a:pt x="10775" y="5104"/>
                  <a:pt x="10617" y="5073"/>
                </a:cubicBezTo>
                <a:lnTo>
                  <a:pt x="9200" y="4380"/>
                </a:lnTo>
                <a:lnTo>
                  <a:pt x="9200" y="442"/>
                </a:lnTo>
                <a:lnTo>
                  <a:pt x="9137" y="442"/>
                </a:lnTo>
                <a:cubicBezTo>
                  <a:pt x="9137" y="190"/>
                  <a:pt x="8916" y="1"/>
                  <a:pt x="8695" y="1"/>
                </a:cubicBezTo>
                <a:cubicBezTo>
                  <a:pt x="8475" y="1"/>
                  <a:pt x="8254" y="190"/>
                  <a:pt x="8254" y="442"/>
                </a:cubicBezTo>
                <a:lnTo>
                  <a:pt x="8254" y="820"/>
                </a:lnTo>
                <a:lnTo>
                  <a:pt x="2489" y="820"/>
                </a:lnTo>
                <a:lnTo>
                  <a:pt x="2489" y="442"/>
                </a:lnTo>
                <a:cubicBezTo>
                  <a:pt x="2489" y="190"/>
                  <a:pt x="2268" y="1"/>
                  <a:pt x="204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44" name="Google Shape;10944;p65"/>
          <p:cNvGrpSpPr/>
          <p:nvPr/>
        </p:nvGrpSpPr>
        <p:grpSpPr>
          <a:xfrm>
            <a:off x="8022082" y="2130742"/>
            <a:ext cx="341579" cy="319511"/>
            <a:chOff x="-10898100" y="2542050"/>
            <a:chExt cx="353675" cy="330825"/>
          </a:xfrm>
        </p:grpSpPr>
        <p:sp>
          <p:nvSpPr>
            <p:cNvPr id="10945" name="Google Shape;10945;p65"/>
            <p:cNvSpPr/>
            <p:nvPr/>
          </p:nvSpPr>
          <p:spPr>
            <a:xfrm>
              <a:off x="-10772875" y="2583800"/>
              <a:ext cx="82725" cy="82725"/>
            </a:xfrm>
            <a:custGeom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6" name="Google Shape;10946;p65"/>
            <p:cNvSpPr/>
            <p:nvPr/>
          </p:nvSpPr>
          <p:spPr>
            <a:xfrm>
              <a:off x="-10772875" y="2749200"/>
              <a:ext cx="82725" cy="81950"/>
            </a:xfrm>
            <a:custGeom>
              <a:rect l="l" t="t" r="r" b="b"/>
              <a:pathLst>
                <a:path w="3309" h="3278" extrusionOk="0">
                  <a:moveTo>
                    <a:pt x="1639" y="819"/>
                  </a:moveTo>
                  <a:cubicBezTo>
                    <a:pt x="2111" y="819"/>
                    <a:pt x="2490" y="1166"/>
                    <a:pt x="2490" y="1638"/>
                  </a:cubicBezTo>
                  <a:cubicBezTo>
                    <a:pt x="2490" y="2111"/>
                    <a:pt x="2111" y="2457"/>
                    <a:pt x="1639" y="2457"/>
                  </a:cubicBezTo>
                  <a:cubicBezTo>
                    <a:pt x="1229" y="2457"/>
                    <a:pt x="820" y="2079"/>
                    <a:pt x="820" y="1638"/>
                  </a:cubicBezTo>
                  <a:cubicBezTo>
                    <a:pt x="820" y="1166"/>
                    <a:pt x="1198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39" y="3277"/>
                  </a:cubicBezTo>
                  <a:cubicBezTo>
                    <a:pt x="1658" y="3277"/>
                    <a:pt x="1677" y="3278"/>
                    <a:pt x="1696" y="3278"/>
                  </a:cubicBezTo>
                  <a:cubicBezTo>
                    <a:pt x="2613" y="3278"/>
                    <a:pt x="3309" y="2534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7" name="Google Shape;10947;p65"/>
            <p:cNvSpPr/>
            <p:nvPr/>
          </p:nvSpPr>
          <p:spPr>
            <a:xfrm>
              <a:off x="-10855575" y="2666500"/>
              <a:ext cx="82725" cy="81925"/>
            </a:xfrm>
            <a:custGeom>
              <a:rect l="l" t="t" r="r" b="b"/>
              <a:pathLst>
                <a:path w="3309" h="3277" extrusionOk="0">
                  <a:moveTo>
                    <a:pt x="1670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079"/>
                    <a:pt x="2111" y="2457"/>
                    <a:pt x="1670" y="2457"/>
                  </a:cubicBezTo>
                  <a:cubicBezTo>
                    <a:pt x="1166" y="2457"/>
                    <a:pt x="820" y="2111"/>
                    <a:pt x="820" y="1638"/>
                  </a:cubicBezTo>
                  <a:cubicBezTo>
                    <a:pt x="820" y="1166"/>
                    <a:pt x="1198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277"/>
                    <a:pt x="1670" y="3277"/>
                  </a:cubicBezTo>
                  <a:cubicBezTo>
                    <a:pt x="2553" y="3277"/>
                    <a:pt x="3309" y="2552"/>
                    <a:pt x="3309" y="1638"/>
                  </a:cubicBezTo>
                  <a:cubicBezTo>
                    <a:pt x="3309" y="725"/>
                    <a:pt x="2584" y="0"/>
                    <a:pt x="1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8" name="Google Shape;10948;p65"/>
            <p:cNvSpPr/>
            <p:nvPr/>
          </p:nvSpPr>
          <p:spPr>
            <a:xfrm>
              <a:off x="-10690175" y="2666500"/>
              <a:ext cx="82725" cy="82725"/>
            </a:xfrm>
            <a:custGeom>
              <a:rect l="l" t="t" r="r" b="b"/>
              <a:pathLst>
                <a:path w="3309" h="3309" extrusionOk="0">
                  <a:moveTo>
                    <a:pt x="1639" y="819"/>
                  </a:moveTo>
                  <a:cubicBezTo>
                    <a:pt x="2143" y="819"/>
                    <a:pt x="2490" y="1166"/>
                    <a:pt x="2490" y="1638"/>
                  </a:cubicBezTo>
                  <a:cubicBezTo>
                    <a:pt x="2490" y="2111"/>
                    <a:pt x="2112" y="2457"/>
                    <a:pt x="1639" y="2457"/>
                  </a:cubicBezTo>
                  <a:cubicBezTo>
                    <a:pt x="1198" y="2457"/>
                    <a:pt x="820" y="2111"/>
                    <a:pt x="820" y="1638"/>
                  </a:cubicBezTo>
                  <a:cubicBezTo>
                    <a:pt x="820" y="1166"/>
                    <a:pt x="1229" y="819"/>
                    <a:pt x="1639" y="819"/>
                  </a:cubicBezTo>
                  <a:close/>
                  <a:moveTo>
                    <a:pt x="1639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39" y="3308"/>
                  </a:cubicBezTo>
                  <a:cubicBezTo>
                    <a:pt x="2553" y="3308"/>
                    <a:pt x="3309" y="2552"/>
                    <a:pt x="3309" y="1638"/>
                  </a:cubicBezTo>
                  <a:cubicBezTo>
                    <a:pt x="3309" y="725"/>
                    <a:pt x="2553" y="0"/>
                    <a:pt x="1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49" name="Google Shape;10949;p65"/>
            <p:cNvSpPr/>
            <p:nvPr/>
          </p:nvSpPr>
          <p:spPr>
            <a:xfrm>
              <a:off x="-10752400" y="2686975"/>
              <a:ext cx="41775" cy="40975"/>
            </a:xfrm>
            <a:custGeom>
              <a:rect l="l" t="t" r="r" b="b"/>
              <a:pathLst>
                <a:path w="1670" h="1639" extrusionOk="0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60"/>
                    <a:pt x="379" y="1638"/>
                    <a:pt x="851" y="1638"/>
                  </a:cubicBezTo>
                  <a:cubicBezTo>
                    <a:pt x="1292" y="1638"/>
                    <a:pt x="1671" y="1260"/>
                    <a:pt x="1671" y="819"/>
                  </a:cubicBezTo>
                  <a:cubicBezTo>
                    <a:pt x="1671" y="378"/>
                    <a:pt x="1292" y="0"/>
                    <a:pt x="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50" name="Google Shape;10950;p65"/>
            <p:cNvSpPr/>
            <p:nvPr/>
          </p:nvSpPr>
          <p:spPr>
            <a:xfrm>
              <a:off x="-10898100" y="2542050"/>
              <a:ext cx="353675" cy="330825"/>
            </a:xfrm>
            <a:custGeom>
              <a:rect l="l" t="t" r="r" b="b"/>
              <a:pathLst>
                <a:path w="14147" h="13233" extrusionOk="0">
                  <a:moveTo>
                    <a:pt x="6711" y="819"/>
                  </a:moveTo>
                  <a:cubicBezTo>
                    <a:pt x="9893" y="819"/>
                    <a:pt x="12476" y="3434"/>
                    <a:pt x="12476" y="6616"/>
                  </a:cubicBezTo>
                  <a:cubicBezTo>
                    <a:pt x="12476" y="9798"/>
                    <a:pt x="9893" y="12413"/>
                    <a:pt x="6711" y="12413"/>
                  </a:cubicBezTo>
                  <a:cubicBezTo>
                    <a:pt x="3466" y="12413"/>
                    <a:pt x="883" y="9798"/>
                    <a:pt x="883" y="6616"/>
                  </a:cubicBezTo>
                  <a:cubicBezTo>
                    <a:pt x="883" y="3434"/>
                    <a:pt x="3466" y="819"/>
                    <a:pt x="6711" y="819"/>
                  </a:cubicBezTo>
                  <a:close/>
                  <a:moveTo>
                    <a:pt x="13358" y="10743"/>
                  </a:moveTo>
                  <a:lnTo>
                    <a:pt x="13358" y="12413"/>
                  </a:lnTo>
                  <a:lnTo>
                    <a:pt x="9893" y="12413"/>
                  </a:lnTo>
                  <a:cubicBezTo>
                    <a:pt x="10649" y="12004"/>
                    <a:pt x="11311" y="11468"/>
                    <a:pt x="11846" y="10743"/>
                  </a:cubicBezTo>
                  <a:close/>
                  <a:moveTo>
                    <a:pt x="6648" y="0"/>
                  </a:moveTo>
                  <a:cubicBezTo>
                    <a:pt x="2993" y="0"/>
                    <a:pt x="0" y="2962"/>
                    <a:pt x="0" y="6616"/>
                  </a:cubicBezTo>
                  <a:cubicBezTo>
                    <a:pt x="0" y="10082"/>
                    <a:pt x="2678" y="12917"/>
                    <a:pt x="6112" y="13201"/>
                  </a:cubicBezTo>
                  <a:cubicBezTo>
                    <a:pt x="6144" y="13201"/>
                    <a:pt x="6175" y="13232"/>
                    <a:pt x="6238" y="13232"/>
                  </a:cubicBezTo>
                  <a:lnTo>
                    <a:pt x="13705" y="13232"/>
                  </a:lnTo>
                  <a:cubicBezTo>
                    <a:pt x="13957" y="13232"/>
                    <a:pt x="14146" y="13043"/>
                    <a:pt x="14146" y="12791"/>
                  </a:cubicBezTo>
                  <a:lnTo>
                    <a:pt x="14146" y="10302"/>
                  </a:lnTo>
                  <a:cubicBezTo>
                    <a:pt x="14146" y="10082"/>
                    <a:pt x="13957" y="9924"/>
                    <a:pt x="13737" y="9924"/>
                  </a:cubicBezTo>
                  <a:lnTo>
                    <a:pt x="12413" y="9924"/>
                  </a:lnTo>
                  <a:cubicBezTo>
                    <a:pt x="13012" y="8948"/>
                    <a:pt x="13264" y="7814"/>
                    <a:pt x="13264" y="6616"/>
                  </a:cubicBezTo>
                  <a:cubicBezTo>
                    <a:pt x="13264" y="2962"/>
                    <a:pt x="10334" y="0"/>
                    <a:pt x="6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51" name="Google Shape;10951;p65"/>
          <p:cNvGrpSpPr/>
          <p:nvPr/>
        </p:nvGrpSpPr>
        <p:grpSpPr>
          <a:xfrm>
            <a:off x="6209617" y="2551607"/>
            <a:ext cx="340058" cy="339430"/>
            <a:chOff x="-9157450" y="1622750"/>
            <a:chExt cx="352100" cy="351450"/>
          </a:xfrm>
        </p:grpSpPr>
        <p:sp>
          <p:nvSpPr>
            <p:cNvPr id="10952" name="Google Shape;10952;p65"/>
            <p:cNvSpPr/>
            <p:nvPr/>
          </p:nvSpPr>
          <p:spPr>
            <a:xfrm>
              <a:off x="-9034575" y="1706075"/>
              <a:ext cx="229225" cy="268125"/>
            </a:xfrm>
            <a:custGeom>
              <a:rect l="l" t="t" r="r" b="b"/>
              <a:pathLst>
                <a:path w="9169" h="10725" extrusionOk="0">
                  <a:moveTo>
                    <a:pt x="8317" y="989"/>
                  </a:moveTo>
                  <a:lnTo>
                    <a:pt x="8317" y="1777"/>
                  </a:lnTo>
                  <a:lnTo>
                    <a:pt x="3308" y="3195"/>
                  </a:lnTo>
                  <a:lnTo>
                    <a:pt x="3308" y="2407"/>
                  </a:lnTo>
                  <a:lnTo>
                    <a:pt x="8317" y="989"/>
                  </a:lnTo>
                  <a:close/>
                  <a:moveTo>
                    <a:pt x="7498" y="6629"/>
                  </a:moveTo>
                  <a:cubicBezTo>
                    <a:pt x="7971" y="6629"/>
                    <a:pt x="8317" y="6975"/>
                    <a:pt x="8317" y="7448"/>
                  </a:cubicBezTo>
                  <a:cubicBezTo>
                    <a:pt x="8317" y="7920"/>
                    <a:pt x="7971" y="8267"/>
                    <a:pt x="7498" y="8267"/>
                  </a:cubicBezTo>
                  <a:cubicBezTo>
                    <a:pt x="7026" y="8267"/>
                    <a:pt x="6679" y="7920"/>
                    <a:pt x="6679" y="7448"/>
                  </a:cubicBezTo>
                  <a:cubicBezTo>
                    <a:pt x="6679" y="6975"/>
                    <a:pt x="7026" y="6629"/>
                    <a:pt x="7498" y="6629"/>
                  </a:cubicBezTo>
                  <a:close/>
                  <a:moveTo>
                    <a:pt x="1670" y="8267"/>
                  </a:moveTo>
                  <a:cubicBezTo>
                    <a:pt x="2142" y="8267"/>
                    <a:pt x="2489" y="8645"/>
                    <a:pt x="2489" y="9118"/>
                  </a:cubicBezTo>
                  <a:cubicBezTo>
                    <a:pt x="2489" y="9590"/>
                    <a:pt x="2111" y="9937"/>
                    <a:pt x="1670" y="9937"/>
                  </a:cubicBezTo>
                  <a:cubicBezTo>
                    <a:pt x="1197" y="9937"/>
                    <a:pt x="851" y="9590"/>
                    <a:pt x="851" y="9118"/>
                  </a:cubicBezTo>
                  <a:cubicBezTo>
                    <a:pt x="851" y="8645"/>
                    <a:pt x="1197" y="8267"/>
                    <a:pt x="1670" y="8267"/>
                  </a:cubicBezTo>
                  <a:close/>
                  <a:moveTo>
                    <a:pt x="8733" y="0"/>
                  </a:moveTo>
                  <a:cubicBezTo>
                    <a:pt x="8700" y="0"/>
                    <a:pt x="8666" y="4"/>
                    <a:pt x="8632" y="13"/>
                  </a:cubicBezTo>
                  <a:lnTo>
                    <a:pt x="2804" y="1651"/>
                  </a:lnTo>
                  <a:cubicBezTo>
                    <a:pt x="2615" y="1714"/>
                    <a:pt x="2489" y="1872"/>
                    <a:pt x="2489" y="2061"/>
                  </a:cubicBezTo>
                  <a:lnTo>
                    <a:pt x="2489" y="7637"/>
                  </a:lnTo>
                  <a:cubicBezTo>
                    <a:pt x="2268" y="7479"/>
                    <a:pt x="1985" y="7416"/>
                    <a:pt x="1670" y="7416"/>
                  </a:cubicBezTo>
                  <a:cubicBezTo>
                    <a:pt x="756" y="7416"/>
                    <a:pt x="0" y="8172"/>
                    <a:pt x="0" y="9055"/>
                  </a:cubicBezTo>
                  <a:cubicBezTo>
                    <a:pt x="0" y="9968"/>
                    <a:pt x="756" y="10724"/>
                    <a:pt x="1670" y="10724"/>
                  </a:cubicBezTo>
                  <a:cubicBezTo>
                    <a:pt x="2584" y="10724"/>
                    <a:pt x="3340" y="9968"/>
                    <a:pt x="3340" y="9055"/>
                  </a:cubicBezTo>
                  <a:lnTo>
                    <a:pt x="3340" y="3982"/>
                  </a:lnTo>
                  <a:lnTo>
                    <a:pt x="8317" y="2565"/>
                  </a:lnTo>
                  <a:lnTo>
                    <a:pt x="8317" y="5967"/>
                  </a:lnTo>
                  <a:cubicBezTo>
                    <a:pt x="8097" y="5810"/>
                    <a:pt x="7813" y="5715"/>
                    <a:pt x="7498" y="5715"/>
                  </a:cubicBezTo>
                  <a:cubicBezTo>
                    <a:pt x="6585" y="5715"/>
                    <a:pt x="5860" y="6471"/>
                    <a:pt x="5860" y="7385"/>
                  </a:cubicBezTo>
                  <a:cubicBezTo>
                    <a:pt x="5860" y="8267"/>
                    <a:pt x="6585" y="9023"/>
                    <a:pt x="7498" y="9023"/>
                  </a:cubicBezTo>
                  <a:cubicBezTo>
                    <a:pt x="8412" y="9023"/>
                    <a:pt x="9168" y="8267"/>
                    <a:pt x="9168" y="7385"/>
                  </a:cubicBezTo>
                  <a:lnTo>
                    <a:pt x="9168" y="359"/>
                  </a:lnTo>
                  <a:cubicBezTo>
                    <a:pt x="9137" y="296"/>
                    <a:pt x="9105" y="170"/>
                    <a:pt x="8979" y="76"/>
                  </a:cubicBezTo>
                  <a:cubicBezTo>
                    <a:pt x="8910" y="30"/>
                    <a:pt x="8824" y="0"/>
                    <a:pt x="8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53" name="Google Shape;10953;p65"/>
            <p:cNvSpPr/>
            <p:nvPr/>
          </p:nvSpPr>
          <p:spPr>
            <a:xfrm>
              <a:off x="-9157450" y="1622750"/>
              <a:ext cx="164625" cy="249850"/>
            </a:xfrm>
            <a:custGeom>
              <a:rect l="l" t="t" r="r" b="b"/>
              <a:pathLst>
                <a:path w="6585" h="9994" extrusionOk="0">
                  <a:moveTo>
                    <a:pt x="1607" y="7473"/>
                  </a:moveTo>
                  <a:cubicBezTo>
                    <a:pt x="2080" y="7473"/>
                    <a:pt x="2458" y="7819"/>
                    <a:pt x="2458" y="8292"/>
                  </a:cubicBezTo>
                  <a:cubicBezTo>
                    <a:pt x="2458" y="8765"/>
                    <a:pt x="2048" y="9143"/>
                    <a:pt x="1607" y="9143"/>
                  </a:cubicBezTo>
                  <a:cubicBezTo>
                    <a:pt x="1135" y="9143"/>
                    <a:pt x="788" y="8765"/>
                    <a:pt x="788" y="8292"/>
                  </a:cubicBezTo>
                  <a:cubicBezTo>
                    <a:pt x="788" y="7819"/>
                    <a:pt x="1135" y="7473"/>
                    <a:pt x="1607" y="7473"/>
                  </a:cubicBezTo>
                  <a:close/>
                  <a:moveTo>
                    <a:pt x="2922" y="0"/>
                  </a:moveTo>
                  <a:cubicBezTo>
                    <a:pt x="2874" y="0"/>
                    <a:pt x="2825" y="12"/>
                    <a:pt x="2773" y="38"/>
                  </a:cubicBezTo>
                  <a:cubicBezTo>
                    <a:pt x="2615" y="69"/>
                    <a:pt x="2489" y="227"/>
                    <a:pt x="2489" y="416"/>
                  </a:cubicBezTo>
                  <a:lnTo>
                    <a:pt x="2489" y="6906"/>
                  </a:lnTo>
                  <a:cubicBezTo>
                    <a:pt x="2237" y="6748"/>
                    <a:pt x="1985" y="6685"/>
                    <a:pt x="1670" y="6685"/>
                  </a:cubicBezTo>
                  <a:cubicBezTo>
                    <a:pt x="756" y="6685"/>
                    <a:pt x="0" y="7441"/>
                    <a:pt x="0" y="8355"/>
                  </a:cubicBezTo>
                  <a:cubicBezTo>
                    <a:pt x="0" y="9237"/>
                    <a:pt x="756" y="9993"/>
                    <a:pt x="1670" y="9993"/>
                  </a:cubicBezTo>
                  <a:cubicBezTo>
                    <a:pt x="2552" y="9993"/>
                    <a:pt x="3308" y="9237"/>
                    <a:pt x="3308" y="8355"/>
                  </a:cubicBezTo>
                  <a:lnTo>
                    <a:pt x="3308" y="1739"/>
                  </a:lnTo>
                  <a:cubicBezTo>
                    <a:pt x="3812" y="2369"/>
                    <a:pt x="4443" y="2999"/>
                    <a:pt x="5293" y="3566"/>
                  </a:cubicBezTo>
                  <a:cubicBezTo>
                    <a:pt x="5608" y="3818"/>
                    <a:pt x="5797" y="4165"/>
                    <a:pt x="5797" y="4574"/>
                  </a:cubicBezTo>
                  <a:cubicBezTo>
                    <a:pt x="5797" y="5236"/>
                    <a:pt x="5230" y="5835"/>
                    <a:pt x="4569" y="5835"/>
                  </a:cubicBezTo>
                  <a:cubicBezTo>
                    <a:pt x="4348" y="5835"/>
                    <a:pt x="4190" y="6024"/>
                    <a:pt x="4190" y="6244"/>
                  </a:cubicBezTo>
                  <a:cubicBezTo>
                    <a:pt x="4190" y="6496"/>
                    <a:pt x="4380" y="6654"/>
                    <a:pt x="4569" y="6654"/>
                  </a:cubicBezTo>
                  <a:cubicBezTo>
                    <a:pt x="5640" y="6654"/>
                    <a:pt x="6585" y="5740"/>
                    <a:pt x="6585" y="4606"/>
                  </a:cubicBezTo>
                  <a:cubicBezTo>
                    <a:pt x="6585" y="3944"/>
                    <a:pt x="6270" y="3314"/>
                    <a:pt x="5766" y="2936"/>
                  </a:cubicBezTo>
                  <a:cubicBezTo>
                    <a:pt x="4852" y="2275"/>
                    <a:pt x="4190" y="1613"/>
                    <a:pt x="3718" y="888"/>
                  </a:cubicBezTo>
                  <a:lnTo>
                    <a:pt x="3245" y="195"/>
                  </a:lnTo>
                  <a:cubicBezTo>
                    <a:pt x="3154" y="81"/>
                    <a:pt x="3046" y="0"/>
                    <a:pt x="2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954" name="Google Shape;10954;p65"/>
          <p:cNvGrpSpPr/>
          <p:nvPr/>
        </p:nvGrpSpPr>
        <p:grpSpPr>
          <a:xfrm>
            <a:off x="6247658" y="2959874"/>
            <a:ext cx="263977" cy="338537"/>
            <a:chOff x="-9119650" y="2056875"/>
            <a:chExt cx="273325" cy="350525"/>
          </a:xfrm>
        </p:grpSpPr>
        <p:sp>
          <p:nvSpPr>
            <p:cNvPr id="10955" name="Google Shape;10955;p65"/>
            <p:cNvSpPr/>
            <p:nvPr/>
          </p:nvSpPr>
          <p:spPr>
            <a:xfrm>
              <a:off x="-9023550" y="2056875"/>
              <a:ext cx="82725" cy="82725"/>
            </a:xfrm>
            <a:custGeom>
              <a:rect l="l" t="t" r="r" b="b"/>
              <a:pathLst>
                <a:path w="3309" h="3309" extrusionOk="0">
                  <a:moveTo>
                    <a:pt x="1670" y="819"/>
                  </a:moveTo>
                  <a:cubicBezTo>
                    <a:pt x="2143" y="819"/>
                    <a:pt x="2489" y="1166"/>
                    <a:pt x="2489" y="1639"/>
                  </a:cubicBezTo>
                  <a:cubicBezTo>
                    <a:pt x="2489" y="2080"/>
                    <a:pt x="2143" y="2489"/>
                    <a:pt x="1670" y="2489"/>
                  </a:cubicBezTo>
                  <a:cubicBezTo>
                    <a:pt x="1197" y="2489"/>
                    <a:pt x="819" y="2111"/>
                    <a:pt x="819" y="1639"/>
                  </a:cubicBezTo>
                  <a:cubicBezTo>
                    <a:pt x="819" y="1166"/>
                    <a:pt x="1197" y="819"/>
                    <a:pt x="1670" y="819"/>
                  </a:cubicBezTo>
                  <a:close/>
                  <a:moveTo>
                    <a:pt x="1670" y="0"/>
                  </a:moveTo>
                  <a:cubicBezTo>
                    <a:pt x="756" y="0"/>
                    <a:pt x="0" y="756"/>
                    <a:pt x="0" y="1639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9"/>
                  </a:cubicBezTo>
                  <a:cubicBezTo>
                    <a:pt x="3308" y="756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56" name="Google Shape;10956;p65"/>
            <p:cNvSpPr/>
            <p:nvPr/>
          </p:nvSpPr>
          <p:spPr>
            <a:xfrm>
              <a:off x="-9119650" y="2137200"/>
              <a:ext cx="273325" cy="270200"/>
            </a:xfrm>
            <a:custGeom>
              <a:rect l="l" t="t" r="r" b="b"/>
              <a:pathLst>
                <a:path w="10933" h="10808" extrusionOk="0">
                  <a:moveTo>
                    <a:pt x="9641" y="915"/>
                  </a:moveTo>
                  <a:cubicBezTo>
                    <a:pt x="9862" y="915"/>
                    <a:pt x="10082" y="1104"/>
                    <a:pt x="10082" y="1356"/>
                  </a:cubicBezTo>
                  <a:cubicBezTo>
                    <a:pt x="10082" y="1576"/>
                    <a:pt x="9862" y="1734"/>
                    <a:pt x="9641" y="1734"/>
                  </a:cubicBezTo>
                  <a:lnTo>
                    <a:pt x="6333" y="1734"/>
                  </a:lnTo>
                  <a:cubicBezTo>
                    <a:pt x="6081" y="1734"/>
                    <a:pt x="5924" y="1923"/>
                    <a:pt x="5924" y="2175"/>
                  </a:cubicBezTo>
                  <a:lnTo>
                    <a:pt x="5924" y="9641"/>
                  </a:lnTo>
                  <a:cubicBezTo>
                    <a:pt x="5924" y="9893"/>
                    <a:pt x="5734" y="10051"/>
                    <a:pt x="5514" y="10051"/>
                  </a:cubicBezTo>
                  <a:cubicBezTo>
                    <a:pt x="5262" y="10051"/>
                    <a:pt x="5104" y="9862"/>
                    <a:pt x="5104" y="9641"/>
                  </a:cubicBezTo>
                  <a:lnTo>
                    <a:pt x="5104" y="5703"/>
                  </a:lnTo>
                  <a:cubicBezTo>
                    <a:pt x="5104" y="5459"/>
                    <a:pt x="4917" y="5293"/>
                    <a:pt x="4707" y="5293"/>
                  </a:cubicBezTo>
                  <a:cubicBezTo>
                    <a:pt x="4619" y="5293"/>
                    <a:pt x="4527" y="5323"/>
                    <a:pt x="4443" y="5388"/>
                  </a:cubicBezTo>
                  <a:lnTo>
                    <a:pt x="1639" y="7531"/>
                  </a:lnTo>
                  <a:cubicBezTo>
                    <a:pt x="1557" y="7585"/>
                    <a:pt x="1464" y="7616"/>
                    <a:pt x="1372" y="7616"/>
                  </a:cubicBezTo>
                  <a:cubicBezTo>
                    <a:pt x="1250" y="7616"/>
                    <a:pt x="1130" y="7562"/>
                    <a:pt x="1040" y="7436"/>
                  </a:cubicBezTo>
                  <a:cubicBezTo>
                    <a:pt x="946" y="7247"/>
                    <a:pt x="946" y="7026"/>
                    <a:pt x="1135" y="6869"/>
                  </a:cubicBezTo>
                  <a:lnTo>
                    <a:pt x="4947" y="4033"/>
                  </a:lnTo>
                  <a:cubicBezTo>
                    <a:pt x="5073" y="3939"/>
                    <a:pt x="5104" y="3844"/>
                    <a:pt x="5104" y="3718"/>
                  </a:cubicBezTo>
                  <a:lnTo>
                    <a:pt x="5104" y="2206"/>
                  </a:lnTo>
                  <a:cubicBezTo>
                    <a:pt x="5104" y="1986"/>
                    <a:pt x="4915" y="1765"/>
                    <a:pt x="4726" y="1765"/>
                  </a:cubicBezTo>
                  <a:lnTo>
                    <a:pt x="1418" y="1765"/>
                  </a:lnTo>
                  <a:cubicBezTo>
                    <a:pt x="1166" y="1765"/>
                    <a:pt x="1009" y="1576"/>
                    <a:pt x="1009" y="1387"/>
                  </a:cubicBezTo>
                  <a:cubicBezTo>
                    <a:pt x="1009" y="1135"/>
                    <a:pt x="1198" y="946"/>
                    <a:pt x="1418" y="946"/>
                  </a:cubicBezTo>
                  <a:lnTo>
                    <a:pt x="9641" y="946"/>
                  </a:lnTo>
                  <a:lnTo>
                    <a:pt x="9641" y="915"/>
                  </a:lnTo>
                  <a:close/>
                  <a:moveTo>
                    <a:pt x="1355" y="1"/>
                  </a:moveTo>
                  <a:cubicBezTo>
                    <a:pt x="694" y="95"/>
                    <a:pt x="158" y="631"/>
                    <a:pt x="158" y="1293"/>
                  </a:cubicBezTo>
                  <a:cubicBezTo>
                    <a:pt x="158" y="1986"/>
                    <a:pt x="694" y="2521"/>
                    <a:pt x="1355" y="2521"/>
                  </a:cubicBezTo>
                  <a:lnTo>
                    <a:pt x="4285" y="2521"/>
                  </a:lnTo>
                  <a:lnTo>
                    <a:pt x="4285" y="3403"/>
                  </a:lnTo>
                  <a:lnTo>
                    <a:pt x="662" y="6113"/>
                  </a:lnTo>
                  <a:cubicBezTo>
                    <a:pt x="95" y="6491"/>
                    <a:pt x="1" y="7278"/>
                    <a:pt x="410" y="7846"/>
                  </a:cubicBezTo>
                  <a:cubicBezTo>
                    <a:pt x="651" y="8160"/>
                    <a:pt x="1022" y="8333"/>
                    <a:pt x="1396" y="8333"/>
                  </a:cubicBezTo>
                  <a:cubicBezTo>
                    <a:pt x="1658" y="8333"/>
                    <a:pt x="1922" y="8248"/>
                    <a:pt x="2143" y="8066"/>
                  </a:cubicBezTo>
                  <a:lnTo>
                    <a:pt x="4317" y="6459"/>
                  </a:lnTo>
                  <a:lnTo>
                    <a:pt x="4317" y="9578"/>
                  </a:lnTo>
                  <a:cubicBezTo>
                    <a:pt x="4317" y="10240"/>
                    <a:pt x="4884" y="10807"/>
                    <a:pt x="5545" y="10807"/>
                  </a:cubicBezTo>
                  <a:cubicBezTo>
                    <a:pt x="6207" y="10807"/>
                    <a:pt x="6806" y="10240"/>
                    <a:pt x="6806" y="9578"/>
                  </a:cubicBezTo>
                  <a:lnTo>
                    <a:pt x="6806" y="2490"/>
                  </a:lnTo>
                  <a:lnTo>
                    <a:pt x="9673" y="2490"/>
                  </a:lnTo>
                  <a:cubicBezTo>
                    <a:pt x="10334" y="2490"/>
                    <a:pt x="10933" y="1923"/>
                    <a:pt x="10933" y="1261"/>
                  </a:cubicBezTo>
                  <a:cubicBezTo>
                    <a:pt x="10933" y="599"/>
                    <a:pt x="10397" y="1"/>
                    <a:pt x="9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957" name="Google Shape;10957;p65"/>
          <p:cNvSpPr/>
          <p:nvPr/>
        </p:nvSpPr>
        <p:spPr>
          <a:xfrm>
            <a:off x="8022842" y="2988799"/>
            <a:ext cx="340058" cy="341555"/>
          </a:xfrm>
          <a:custGeom>
            <a:rect l="l" t="t" r="r" b="b"/>
            <a:pathLst>
              <a:path w="14084" h="14146" extrusionOk="0">
                <a:moveTo>
                  <a:pt x="5829" y="5261"/>
                </a:moveTo>
                <a:lnTo>
                  <a:pt x="6963" y="6585"/>
                </a:lnTo>
                <a:lnTo>
                  <a:pt x="5829" y="6585"/>
                </a:lnTo>
                <a:lnTo>
                  <a:pt x="5829" y="5261"/>
                </a:lnTo>
                <a:close/>
                <a:moveTo>
                  <a:pt x="6333" y="788"/>
                </a:moveTo>
                <a:cubicBezTo>
                  <a:pt x="6648" y="788"/>
                  <a:pt x="6963" y="914"/>
                  <a:pt x="7215" y="1166"/>
                </a:cubicBezTo>
                <a:lnTo>
                  <a:pt x="7877" y="1827"/>
                </a:lnTo>
                <a:cubicBezTo>
                  <a:pt x="8287" y="2205"/>
                  <a:pt x="8791" y="2426"/>
                  <a:pt x="9326" y="2426"/>
                </a:cubicBezTo>
                <a:lnTo>
                  <a:pt x="10334" y="2426"/>
                </a:lnTo>
                <a:cubicBezTo>
                  <a:pt x="11469" y="2426"/>
                  <a:pt x="12414" y="3371"/>
                  <a:pt x="12414" y="4505"/>
                </a:cubicBezTo>
                <a:cubicBezTo>
                  <a:pt x="12414" y="5639"/>
                  <a:pt x="11469" y="6585"/>
                  <a:pt x="10334" y="6585"/>
                </a:cubicBezTo>
                <a:lnTo>
                  <a:pt x="8003" y="6585"/>
                </a:lnTo>
                <a:lnTo>
                  <a:pt x="5766" y="4033"/>
                </a:lnTo>
                <a:lnTo>
                  <a:pt x="5766" y="2048"/>
                </a:lnTo>
                <a:cubicBezTo>
                  <a:pt x="5766" y="1827"/>
                  <a:pt x="5546" y="1670"/>
                  <a:pt x="5357" y="1670"/>
                </a:cubicBezTo>
                <a:cubicBezTo>
                  <a:pt x="5168" y="1670"/>
                  <a:pt x="4979" y="1859"/>
                  <a:pt x="4979" y="2048"/>
                </a:cubicBezTo>
                <a:lnTo>
                  <a:pt x="4979" y="3087"/>
                </a:lnTo>
                <a:lnTo>
                  <a:pt x="2994" y="788"/>
                </a:lnTo>
                <a:close/>
                <a:moveTo>
                  <a:pt x="13233" y="7341"/>
                </a:moveTo>
                <a:lnTo>
                  <a:pt x="13233" y="9451"/>
                </a:lnTo>
                <a:lnTo>
                  <a:pt x="13264" y="9451"/>
                </a:lnTo>
                <a:cubicBezTo>
                  <a:pt x="13264" y="9704"/>
                  <a:pt x="13075" y="9893"/>
                  <a:pt x="12886" y="9893"/>
                </a:cubicBezTo>
                <a:lnTo>
                  <a:pt x="820" y="9893"/>
                </a:lnTo>
                <a:lnTo>
                  <a:pt x="820" y="9451"/>
                </a:lnTo>
                <a:cubicBezTo>
                  <a:pt x="820" y="9231"/>
                  <a:pt x="1009" y="9042"/>
                  <a:pt x="1230" y="9042"/>
                </a:cubicBezTo>
                <a:lnTo>
                  <a:pt x="2049" y="9042"/>
                </a:lnTo>
                <a:cubicBezTo>
                  <a:pt x="2269" y="9042"/>
                  <a:pt x="2427" y="8821"/>
                  <a:pt x="2427" y="8601"/>
                </a:cubicBezTo>
                <a:lnTo>
                  <a:pt x="2427" y="7782"/>
                </a:lnTo>
                <a:cubicBezTo>
                  <a:pt x="2427" y="7530"/>
                  <a:pt x="2647" y="7341"/>
                  <a:pt x="2836" y="7341"/>
                </a:cubicBezTo>
                <a:close/>
                <a:moveTo>
                  <a:pt x="2427" y="10712"/>
                </a:moveTo>
                <a:lnTo>
                  <a:pt x="2112" y="13232"/>
                </a:lnTo>
                <a:lnTo>
                  <a:pt x="2049" y="13232"/>
                </a:lnTo>
                <a:lnTo>
                  <a:pt x="1734" y="10712"/>
                </a:lnTo>
                <a:close/>
                <a:moveTo>
                  <a:pt x="9043" y="10712"/>
                </a:moveTo>
                <a:lnTo>
                  <a:pt x="8728" y="13232"/>
                </a:lnTo>
                <a:lnTo>
                  <a:pt x="8665" y="13232"/>
                </a:lnTo>
                <a:lnTo>
                  <a:pt x="8350" y="10712"/>
                </a:lnTo>
                <a:close/>
                <a:moveTo>
                  <a:pt x="12414" y="10712"/>
                </a:moveTo>
                <a:lnTo>
                  <a:pt x="12099" y="13232"/>
                </a:lnTo>
                <a:lnTo>
                  <a:pt x="12004" y="13232"/>
                </a:lnTo>
                <a:lnTo>
                  <a:pt x="11689" y="10712"/>
                </a:lnTo>
                <a:close/>
                <a:moveTo>
                  <a:pt x="2080" y="0"/>
                </a:moveTo>
                <a:cubicBezTo>
                  <a:pt x="1923" y="0"/>
                  <a:pt x="1765" y="95"/>
                  <a:pt x="1702" y="252"/>
                </a:cubicBezTo>
                <a:cubicBezTo>
                  <a:pt x="1608" y="410"/>
                  <a:pt x="1639" y="567"/>
                  <a:pt x="1765" y="662"/>
                </a:cubicBezTo>
                <a:lnTo>
                  <a:pt x="4947" y="4348"/>
                </a:lnTo>
                <a:lnTo>
                  <a:pt x="4947" y="6616"/>
                </a:lnTo>
                <a:lnTo>
                  <a:pt x="2868" y="6616"/>
                </a:lnTo>
                <a:cubicBezTo>
                  <a:pt x="2206" y="6616"/>
                  <a:pt x="1608" y="7183"/>
                  <a:pt x="1608" y="7876"/>
                </a:cubicBezTo>
                <a:lnTo>
                  <a:pt x="1608" y="8286"/>
                </a:lnTo>
                <a:lnTo>
                  <a:pt x="1230" y="8286"/>
                </a:lnTo>
                <a:cubicBezTo>
                  <a:pt x="536" y="8286"/>
                  <a:pt x="1" y="8821"/>
                  <a:pt x="1" y="9546"/>
                </a:cubicBezTo>
                <a:lnTo>
                  <a:pt x="1" y="10365"/>
                </a:lnTo>
                <a:cubicBezTo>
                  <a:pt x="1" y="10586"/>
                  <a:pt x="190" y="10806"/>
                  <a:pt x="379" y="10806"/>
                </a:cubicBezTo>
                <a:lnTo>
                  <a:pt x="851" y="10806"/>
                </a:lnTo>
                <a:lnTo>
                  <a:pt x="1230" y="13799"/>
                </a:lnTo>
                <a:cubicBezTo>
                  <a:pt x="1261" y="13988"/>
                  <a:pt x="1419" y="14146"/>
                  <a:pt x="1608" y="14146"/>
                </a:cubicBezTo>
                <a:lnTo>
                  <a:pt x="2427" y="14146"/>
                </a:lnTo>
                <a:cubicBezTo>
                  <a:pt x="2647" y="14146"/>
                  <a:pt x="2836" y="13988"/>
                  <a:pt x="2836" y="13799"/>
                </a:cubicBezTo>
                <a:lnTo>
                  <a:pt x="3183" y="10806"/>
                </a:lnTo>
                <a:lnTo>
                  <a:pt x="7436" y="10806"/>
                </a:lnTo>
                <a:lnTo>
                  <a:pt x="7783" y="13799"/>
                </a:lnTo>
                <a:cubicBezTo>
                  <a:pt x="7846" y="13988"/>
                  <a:pt x="8003" y="14146"/>
                  <a:pt x="8192" y="14146"/>
                </a:cubicBezTo>
                <a:lnTo>
                  <a:pt x="9011" y="14146"/>
                </a:lnTo>
                <a:cubicBezTo>
                  <a:pt x="9200" y="14146"/>
                  <a:pt x="9421" y="13988"/>
                  <a:pt x="9421" y="13799"/>
                </a:cubicBezTo>
                <a:lnTo>
                  <a:pt x="9767" y="10806"/>
                </a:lnTo>
                <a:lnTo>
                  <a:pt x="10713" y="10806"/>
                </a:lnTo>
                <a:lnTo>
                  <a:pt x="11059" y="13799"/>
                </a:lnTo>
                <a:cubicBezTo>
                  <a:pt x="11091" y="13988"/>
                  <a:pt x="11248" y="14146"/>
                  <a:pt x="11469" y="14146"/>
                </a:cubicBezTo>
                <a:lnTo>
                  <a:pt x="12288" y="14146"/>
                </a:lnTo>
                <a:cubicBezTo>
                  <a:pt x="12477" y="14146"/>
                  <a:pt x="12666" y="13988"/>
                  <a:pt x="12666" y="13799"/>
                </a:cubicBezTo>
                <a:lnTo>
                  <a:pt x="13075" y="10712"/>
                </a:lnTo>
                <a:cubicBezTo>
                  <a:pt x="13579" y="10554"/>
                  <a:pt x="13926" y="10082"/>
                  <a:pt x="13926" y="9546"/>
                </a:cubicBezTo>
                <a:lnTo>
                  <a:pt x="13926" y="7057"/>
                </a:lnTo>
                <a:cubicBezTo>
                  <a:pt x="14084" y="6742"/>
                  <a:pt x="13926" y="6585"/>
                  <a:pt x="13705" y="6585"/>
                </a:cubicBezTo>
                <a:lnTo>
                  <a:pt x="12414" y="6585"/>
                </a:lnTo>
                <a:cubicBezTo>
                  <a:pt x="12949" y="6080"/>
                  <a:pt x="13264" y="5324"/>
                  <a:pt x="13264" y="4505"/>
                </a:cubicBezTo>
                <a:cubicBezTo>
                  <a:pt x="13264" y="2898"/>
                  <a:pt x="11973" y="1607"/>
                  <a:pt x="10366" y="1607"/>
                </a:cubicBezTo>
                <a:lnTo>
                  <a:pt x="9389" y="1607"/>
                </a:lnTo>
                <a:cubicBezTo>
                  <a:pt x="9074" y="1607"/>
                  <a:pt x="8728" y="1512"/>
                  <a:pt x="8507" y="1260"/>
                </a:cubicBezTo>
                <a:lnTo>
                  <a:pt x="7846" y="599"/>
                </a:lnTo>
                <a:cubicBezTo>
                  <a:pt x="7436" y="189"/>
                  <a:pt x="6932" y="0"/>
                  <a:pt x="63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58" name="Google Shape;10958;p65"/>
          <p:cNvSpPr/>
          <p:nvPr/>
        </p:nvSpPr>
        <p:spPr>
          <a:xfrm>
            <a:off x="7143562" y="2550547"/>
            <a:ext cx="301233" cy="341555"/>
          </a:xfrm>
          <a:custGeom>
            <a:rect l="l" t="t" r="r" b="b"/>
            <a:pathLst>
              <a:path w="12476" h="14146" extrusionOk="0">
                <a:moveTo>
                  <a:pt x="2552" y="819"/>
                </a:moveTo>
                <a:cubicBezTo>
                  <a:pt x="3056" y="819"/>
                  <a:pt x="3403" y="1198"/>
                  <a:pt x="3403" y="1670"/>
                </a:cubicBezTo>
                <a:lnTo>
                  <a:pt x="1733" y="1670"/>
                </a:lnTo>
                <a:cubicBezTo>
                  <a:pt x="1733" y="1198"/>
                  <a:pt x="2079" y="819"/>
                  <a:pt x="2552" y="819"/>
                </a:cubicBezTo>
                <a:close/>
                <a:moveTo>
                  <a:pt x="10019" y="819"/>
                </a:moveTo>
                <a:cubicBezTo>
                  <a:pt x="10491" y="819"/>
                  <a:pt x="10838" y="1198"/>
                  <a:pt x="10838" y="1670"/>
                </a:cubicBezTo>
                <a:lnTo>
                  <a:pt x="9168" y="1670"/>
                </a:lnTo>
                <a:cubicBezTo>
                  <a:pt x="9168" y="1198"/>
                  <a:pt x="9578" y="819"/>
                  <a:pt x="10019" y="819"/>
                </a:cubicBezTo>
                <a:close/>
                <a:moveTo>
                  <a:pt x="8286" y="2489"/>
                </a:moveTo>
                <a:lnTo>
                  <a:pt x="7593" y="5829"/>
                </a:lnTo>
                <a:lnTo>
                  <a:pt x="4978" y="5829"/>
                </a:lnTo>
                <a:lnTo>
                  <a:pt x="4285" y="2489"/>
                </a:lnTo>
                <a:cubicBezTo>
                  <a:pt x="4978" y="2489"/>
                  <a:pt x="5545" y="2710"/>
                  <a:pt x="5986" y="3182"/>
                </a:cubicBezTo>
                <a:cubicBezTo>
                  <a:pt x="6065" y="3261"/>
                  <a:pt x="6175" y="3300"/>
                  <a:pt x="6285" y="3300"/>
                </a:cubicBezTo>
                <a:cubicBezTo>
                  <a:pt x="6396" y="3300"/>
                  <a:pt x="6506" y="3261"/>
                  <a:pt x="6585" y="3182"/>
                </a:cubicBezTo>
                <a:cubicBezTo>
                  <a:pt x="7026" y="2773"/>
                  <a:pt x="7656" y="2489"/>
                  <a:pt x="8286" y="2489"/>
                </a:cubicBezTo>
                <a:close/>
                <a:moveTo>
                  <a:pt x="7120" y="6648"/>
                </a:moveTo>
                <a:cubicBezTo>
                  <a:pt x="7341" y="6648"/>
                  <a:pt x="7530" y="6648"/>
                  <a:pt x="7719" y="6711"/>
                </a:cubicBezTo>
                <a:lnTo>
                  <a:pt x="8443" y="8066"/>
                </a:lnTo>
                <a:cubicBezTo>
                  <a:pt x="8506" y="8223"/>
                  <a:pt x="8664" y="8318"/>
                  <a:pt x="8790" y="8318"/>
                </a:cubicBezTo>
                <a:cubicBezTo>
                  <a:pt x="8853" y="8318"/>
                  <a:pt x="8916" y="8318"/>
                  <a:pt x="8979" y="8286"/>
                </a:cubicBezTo>
                <a:cubicBezTo>
                  <a:pt x="9168" y="8160"/>
                  <a:pt x="9262" y="7908"/>
                  <a:pt x="9168" y="7719"/>
                </a:cubicBezTo>
                <a:lnTo>
                  <a:pt x="8821" y="6963"/>
                </a:lnTo>
                <a:lnTo>
                  <a:pt x="8821" y="6963"/>
                </a:lnTo>
                <a:cubicBezTo>
                  <a:pt x="10523" y="7656"/>
                  <a:pt x="11751" y="9294"/>
                  <a:pt x="11751" y="11216"/>
                </a:cubicBezTo>
                <a:lnTo>
                  <a:pt x="11751" y="11626"/>
                </a:lnTo>
                <a:lnTo>
                  <a:pt x="977" y="11626"/>
                </a:lnTo>
                <a:lnTo>
                  <a:pt x="977" y="11216"/>
                </a:lnTo>
                <a:cubicBezTo>
                  <a:pt x="914" y="9294"/>
                  <a:pt x="2142" y="7593"/>
                  <a:pt x="3812" y="6963"/>
                </a:cubicBezTo>
                <a:lnTo>
                  <a:pt x="3812" y="6963"/>
                </a:lnTo>
                <a:lnTo>
                  <a:pt x="3466" y="7719"/>
                </a:lnTo>
                <a:cubicBezTo>
                  <a:pt x="3340" y="7908"/>
                  <a:pt x="3466" y="8160"/>
                  <a:pt x="3655" y="8286"/>
                </a:cubicBezTo>
                <a:cubicBezTo>
                  <a:pt x="3749" y="8318"/>
                  <a:pt x="3781" y="8318"/>
                  <a:pt x="3875" y="8318"/>
                </a:cubicBezTo>
                <a:cubicBezTo>
                  <a:pt x="4033" y="8318"/>
                  <a:pt x="4190" y="8223"/>
                  <a:pt x="4222" y="8066"/>
                </a:cubicBezTo>
                <a:lnTo>
                  <a:pt x="4915" y="6711"/>
                </a:lnTo>
                <a:cubicBezTo>
                  <a:pt x="5135" y="6648"/>
                  <a:pt x="5324" y="6648"/>
                  <a:pt x="5513" y="6648"/>
                </a:cubicBezTo>
                <a:lnTo>
                  <a:pt x="5923" y="6648"/>
                </a:lnTo>
                <a:lnTo>
                  <a:pt x="5923" y="8759"/>
                </a:lnTo>
                <a:cubicBezTo>
                  <a:pt x="5923" y="8979"/>
                  <a:pt x="6112" y="9168"/>
                  <a:pt x="6333" y="9168"/>
                </a:cubicBezTo>
                <a:cubicBezTo>
                  <a:pt x="6585" y="9168"/>
                  <a:pt x="6742" y="8979"/>
                  <a:pt x="6742" y="8759"/>
                </a:cubicBezTo>
                <a:lnTo>
                  <a:pt x="6742" y="6648"/>
                </a:lnTo>
                <a:close/>
                <a:moveTo>
                  <a:pt x="11657" y="12445"/>
                </a:moveTo>
                <a:lnTo>
                  <a:pt x="11657" y="13264"/>
                </a:lnTo>
                <a:lnTo>
                  <a:pt x="914" y="13264"/>
                </a:lnTo>
                <a:lnTo>
                  <a:pt x="914" y="12445"/>
                </a:lnTo>
                <a:close/>
                <a:moveTo>
                  <a:pt x="2520" y="0"/>
                </a:moveTo>
                <a:cubicBezTo>
                  <a:pt x="1607" y="0"/>
                  <a:pt x="882" y="756"/>
                  <a:pt x="882" y="1670"/>
                </a:cubicBezTo>
                <a:lnTo>
                  <a:pt x="882" y="2048"/>
                </a:lnTo>
                <a:cubicBezTo>
                  <a:pt x="882" y="2269"/>
                  <a:pt x="1071" y="2489"/>
                  <a:pt x="1260" y="2489"/>
                </a:cubicBezTo>
                <a:lnTo>
                  <a:pt x="3403" y="2489"/>
                </a:lnTo>
                <a:lnTo>
                  <a:pt x="4096" y="5986"/>
                </a:lnTo>
                <a:cubicBezTo>
                  <a:pt x="1764" y="6585"/>
                  <a:pt x="0" y="8696"/>
                  <a:pt x="0" y="11216"/>
                </a:cubicBezTo>
                <a:lnTo>
                  <a:pt x="0" y="13705"/>
                </a:lnTo>
                <a:cubicBezTo>
                  <a:pt x="0" y="13925"/>
                  <a:pt x="189" y="14146"/>
                  <a:pt x="410" y="14146"/>
                </a:cubicBezTo>
                <a:lnTo>
                  <a:pt x="11972" y="14146"/>
                </a:lnTo>
                <a:cubicBezTo>
                  <a:pt x="12224" y="14146"/>
                  <a:pt x="12413" y="13925"/>
                  <a:pt x="12413" y="13705"/>
                </a:cubicBezTo>
                <a:lnTo>
                  <a:pt x="12413" y="11216"/>
                </a:lnTo>
                <a:cubicBezTo>
                  <a:pt x="12476" y="8696"/>
                  <a:pt x="10743" y="6585"/>
                  <a:pt x="8443" y="5986"/>
                </a:cubicBezTo>
                <a:lnTo>
                  <a:pt x="9136" y="2489"/>
                </a:lnTo>
                <a:lnTo>
                  <a:pt x="11279" y="2489"/>
                </a:lnTo>
                <a:cubicBezTo>
                  <a:pt x="11499" y="2489"/>
                  <a:pt x="11657" y="2269"/>
                  <a:pt x="11657" y="2048"/>
                </a:cubicBezTo>
                <a:lnTo>
                  <a:pt x="11657" y="1670"/>
                </a:lnTo>
                <a:cubicBezTo>
                  <a:pt x="11657" y="756"/>
                  <a:pt x="10901" y="0"/>
                  <a:pt x="10019" y="0"/>
                </a:cubicBezTo>
                <a:cubicBezTo>
                  <a:pt x="9105" y="0"/>
                  <a:pt x="8349" y="756"/>
                  <a:pt x="8349" y="1670"/>
                </a:cubicBezTo>
                <a:lnTo>
                  <a:pt x="8286" y="1670"/>
                </a:lnTo>
                <a:cubicBezTo>
                  <a:pt x="7530" y="1670"/>
                  <a:pt x="6868" y="1891"/>
                  <a:pt x="6269" y="2332"/>
                </a:cubicBezTo>
                <a:cubicBezTo>
                  <a:pt x="5702" y="1891"/>
                  <a:pt x="5009" y="1670"/>
                  <a:pt x="4253" y="1670"/>
                </a:cubicBezTo>
                <a:lnTo>
                  <a:pt x="4190" y="1670"/>
                </a:lnTo>
                <a:cubicBezTo>
                  <a:pt x="4190" y="756"/>
                  <a:pt x="3434" y="0"/>
                  <a:pt x="25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0959" name="Google Shape;10959;p65"/>
          <p:cNvGrpSpPr/>
          <p:nvPr/>
        </p:nvGrpSpPr>
        <p:grpSpPr>
          <a:xfrm>
            <a:off x="7576790" y="2989279"/>
            <a:ext cx="343094" cy="341569"/>
            <a:chOff x="6001575" y="3119050"/>
            <a:chExt cx="315025" cy="313625"/>
          </a:xfrm>
        </p:grpSpPr>
        <p:sp>
          <p:nvSpPr>
            <p:cNvPr id="10960" name="Google Shape;10960;p65"/>
            <p:cNvSpPr/>
            <p:nvPr/>
          </p:nvSpPr>
          <p:spPr>
            <a:xfrm>
              <a:off x="6001575" y="3119050"/>
              <a:ext cx="315025" cy="313625"/>
            </a:xfrm>
            <a:custGeom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961" name="Google Shape;10961;p65"/>
            <p:cNvSpPr/>
            <p:nvPr/>
          </p:nvSpPr>
          <p:spPr>
            <a:xfrm flipH="1">
              <a:off x="6001575" y="3119050"/>
              <a:ext cx="315025" cy="313625"/>
            </a:xfrm>
            <a:custGeom>
              <a:rect l="l" t="t" r="r" b="b"/>
              <a:pathLst>
                <a:path w="12601" h="12545" extrusionOk="0">
                  <a:moveTo>
                    <a:pt x="1952" y="726"/>
                  </a:moveTo>
                  <a:cubicBezTo>
                    <a:pt x="2565" y="726"/>
                    <a:pt x="3039" y="1227"/>
                    <a:pt x="3039" y="1841"/>
                  </a:cubicBezTo>
                  <a:cubicBezTo>
                    <a:pt x="3039" y="2454"/>
                    <a:pt x="2565" y="2928"/>
                    <a:pt x="1952" y="2928"/>
                  </a:cubicBezTo>
                  <a:cubicBezTo>
                    <a:pt x="1366" y="2928"/>
                    <a:pt x="837" y="2454"/>
                    <a:pt x="837" y="1841"/>
                  </a:cubicBezTo>
                  <a:cubicBezTo>
                    <a:pt x="837" y="1227"/>
                    <a:pt x="1339" y="726"/>
                    <a:pt x="1952" y="726"/>
                  </a:cubicBezTo>
                  <a:close/>
                  <a:moveTo>
                    <a:pt x="10788" y="726"/>
                  </a:moveTo>
                  <a:cubicBezTo>
                    <a:pt x="11374" y="726"/>
                    <a:pt x="11903" y="1227"/>
                    <a:pt x="11903" y="1841"/>
                  </a:cubicBezTo>
                  <a:cubicBezTo>
                    <a:pt x="11903" y="2454"/>
                    <a:pt x="11402" y="2928"/>
                    <a:pt x="10788" y="2928"/>
                  </a:cubicBezTo>
                  <a:cubicBezTo>
                    <a:pt x="10175" y="2928"/>
                    <a:pt x="9701" y="2454"/>
                    <a:pt x="9701" y="1841"/>
                  </a:cubicBezTo>
                  <a:cubicBezTo>
                    <a:pt x="9673" y="1227"/>
                    <a:pt x="10175" y="726"/>
                    <a:pt x="10788" y="726"/>
                  </a:cubicBezTo>
                  <a:close/>
                  <a:moveTo>
                    <a:pt x="9673" y="4015"/>
                  </a:moveTo>
                  <a:lnTo>
                    <a:pt x="9673" y="7639"/>
                  </a:lnTo>
                  <a:lnTo>
                    <a:pt x="8893" y="6078"/>
                  </a:lnTo>
                  <a:cubicBezTo>
                    <a:pt x="8837" y="5938"/>
                    <a:pt x="8726" y="5855"/>
                    <a:pt x="8586" y="5855"/>
                  </a:cubicBezTo>
                  <a:lnTo>
                    <a:pt x="4126" y="5855"/>
                  </a:lnTo>
                  <a:cubicBezTo>
                    <a:pt x="3987" y="5855"/>
                    <a:pt x="3847" y="5938"/>
                    <a:pt x="3819" y="6078"/>
                  </a:cubicBezTo>
                  <a:lnTo>
                    <a:pt x="3039" y="7639"/>
                  </a:lnTo>
                  <a:lnTo>
                    <a:pt x="3039" y="4015"/>
                  </a:lnTo>
                  <a:cubicBezTo>
                    <a:pt x="4126" y="4266"/>
                    <a:pt x="5241" y="4405"/>
                    <a:pt x="6356" y="4405"/>
                  </a:cubicBezTo>
                  <a:cubicBezTo>
                    <a:pt x="7471" y="4405"/>
                    <a:pt x="8586" y="4266"/>
                    <a:pt x="9673" y="4015"/>
                  </a:cubicBezTo>
                  <a:close/>
                  <a:moveTo>
                    <a:pt x="6746" y="6579"/>
                  </a:moveTo>
                  <a:lnTo>
                    <a:pt x="8001" y="9562"/>
                  </a:lnTo>
                  <a:lnTo>
                    <a:pt x="4712" y="9562"/>
                  </a:lnTo>
                  <a:lnTo>
                    <a:pt x="5966" y="6579"/>
                  </a:lnTo>
                  <a:close/>
                  <a:moveTo>
                    <a:pt x="1617" y="3633"/>
                  </a:moveTo>
                  <a:lnTo>
                    <a:pt x="1617" y="3633"/>
                  </a:lnTo>
                  <a:cubicBezTo>
                    <a:pt x="1697" y="3652"/>
                    <a:pt x="1797" y="3652"/>
                    <a:pt x="1896" y="3652"/>
                  </a:cubicBezTo>
                  <a:cubicBezTo>
                    <a:pt x="2035" y="3708"/>
                    <a:pt x="2175" y="3764"/>
                    <a:pt x="2314" y="3792"/>
                  </a:cubicBezTo>
                  <a:lnTo>
                    <a:pt x="2314" y="10343"/>
                  </a:lnTo>
                  <a:cubicBezTo>
                    <a:pt x="2203" y="10315"/>
                    <a:pt x="2063" y="10315"/>
                    <a:pt x="1952" y="10315"/>
                  </a:cubicBezTo>
                  <a:cubicBezTo>
                    <a:pt x="1868" y="10315"/>
                    <a:pt x="1729" y="10315"/>
                    <a:pt x="1617" y="10343"/>
                  </a:cubicBezTo>
                  <a:lnTo>
                    <a:pt x="1617" y="3633"/>
                  </a:lnTo>
                  <a:close/>
                  <a:moveTo>
                    <a:pt x="11123" y="3625"/>
                  </a:moveTo>
                  <a:lnTo>
                    <a:pt x="11123" y="10343"/>
                  </a:lnTo>
                  <a:cubicBezTo>
                    <a:pt x="11011" y="10315"/>
                    <a:pt x="10872" y="10315"/>
                    <a:pt x="10733" y="10315"/>
                  </a:cubicBezTo>
                  <a:cubicBezTo>
                    <a:pt x="10593" y="10315"/>
                    <a:pt x="10482" y="10315"/>
                    <a:pt x="10398" y="10343"/>
                  </a:cubicBezTo>
                  <a:lnTo>
                    <a:pt x="10398" y="3792"/>
                  </a:lnTo>
                  <a:cubicBezTo>
                    <a:pt x="10537" y="3764"/>
                    <a:pt x="10677" y="3736"/>
                    <a:pt x="10816" y="3652"/>
                  </a:cubicBezTo>
                  <a:cubicBezTo>
                    <a:pt x="10928" y="3652"/>
                    <a:pt x="11011" y="3652"/>
                    <a:pt x="11123" y="3625"/>
                  </a:cubicBezTo>
                  <a:close/>
                  <a:moveTo>
                    <a:pt x="8363" y="6579"/>
                  </a:moveTo>
                  <a:lnTo>
                    <a:pt x="9701" y="9283"/>
                  </a:lnTo>
                  <a:lnTo>
                    <a:pt x="9701" y="10677"/>
                  </a:lnTo>
                  <a:cubicBezTo>
                    <a:pt x="9534" y="10761"/>
                    <a:pt x="9422" y="10900"/>
                    <a:pt x="9311" y="11012"/>
                  </a:cubicBezTo>
                  <a:lnTo>
                    <a:pt x="3429" y="11012"/>
                  </a:lnTo>
                  <a:cubicBezTo>
                    <a:pt x="3318" y="10872"/>
                    <a:pt x="3178" y="10761"/>
                    <a:pt x="3067" y="10677"/>
                  </a:cubicBezTo>
                  <a:lnTo>
                    <a:pt x="3067" y="9283"/>
                  </a:lnTo>
                  <a:lnTo>
                    <a:pt x="4405" y="6579"/>
                  </a:lnTo>
                  <a:lnTo>
                    <a:pt x="5213" y="6579"/>
                  </a:lnTo>
                  <a:lnTo>
                    <a:pt x="3847" y="9785"/>
                  </a:lnTo>
                  <a:cubicBezTo>
                    <a:pt x="3819" y="9897"/>
                    <a:pt x="3819" y="10036"/>
                    <a:pt x="3875" y="10147"/>
                  </a:cubicBezTo>
                  <a:cubicBezTo>
                    <a:pt x="3959" y="10259"/>
                    <a:pt x="4042" y="10315"/>
                    <a:pt x="4182" y="10315"/>
                  </a:cubicBezTo>
                  <a:lnTo>
                    <a:pt x="8586" y="10315"/>
                  </a:lnTo>
                  <a:cubicBezTo>
                    <a:pt x="8726" y="10315"/>
                    <a:pt x="8837" y="10259"/>
                    <a:pt x="8893" y="10147"/>
                  </a:cubicBezTo>
                  <a:cubicBezTo>
                    <a:pt x="8976" y="10036"/>
                    <a:pt x="8976" y="9897"/>
                    <a:pt x="8921" y="9785"/>
                  </a:cubicBezTo>
                  <a:lnTo>
                    <a:pt x="7583" y="6579"/>
                  </a:lnTo>
                  <a:close/>
                  <a:moveTo>
                    <a:pt x="1952" y="11012"/>
                  </a:moveTo>
                  <a:cubicBezTo>
                    <a:pt x="2454" y="11012"/>
                    <a:pt x="2844" y="11318"/>
                    <a:pt x="3011" y="11736"/>
                  </a:cubicBezTo>
                  <a:lnTo>
                    <a:pt x="920" y="11736"/>
                  </a:lnTo>
                  <a:cubicBezTo>
                    <a:pt x="1060" y="11318"/>
                    <a:pt x="1478" y="11012"/>
                    <a:pt x="1952" y="11012"/>
                  </a:cubicBezTo>
                  <a:close/>
                  <a:moveTo>
                    <a:pt x="10788" y="11012"/>
                  </a:moveTo>
                  <a:cubicBezTo>
                    <a:pt x="11262" y="11012"/>
                    <a:pt x="11652" y="11318"/>
                    <a:pt x="11820" y="11736"/>
                  </a:cubicBezTo>
                  <a:lnTo>
                    <a:pt x="9729" y="11736"/>
                  </a:lnTo>
                  <a:cubicBezTo>
                    <a:pt x="9868" y="11318"/>
                    <a:pt x="10287" y="11012"/>
                    <a:pt x="10788" y="11012"/>
                  </a:cubicBezTo>
                  <a:close/>
                  <a:moveTo>
                    <a:pt x="1868" y="1"/>
                  </a:moveTo>
                  <a:cubicBezTo>
                    <a:pt x="837" y="1"/>
                    <a:pt x="1" y="837"/>
                    <a:pt x="1" y="1841"/>
                  </a:cubicBezTo>
                  <a:cubicBezTo>
                    <a:pt x="1" y="2454"/>
                    <a:pt x="279" y="2956"/>
                    <a:pt x="753" y="3318"/>
                  </a:cubicBezTo>
                  <a:lnTo>
                    <a:pt x="753" y="10677"/>
                  </a:lnTo>
                  <a:cubicBezTo>
                    <a:pt x="279" y="11012"/>
                    <a:pt x="1" y="11541"/>
                    <a:pt x="1" y="12127"/>
                  </a:cubicBezTo>
                  <a:cubicBezTo>
                    <a:pt x="1" y="12322"/>
                    <a:pt x="196" y="12517"/>
                    <a:pt x="363" y="12517"/>
                  </a:cubicBezTo>
                  <a:lnTo>
                    <a:pt x="3290" y="12517"/>
                  </a:lnTo>
                  <a:cubicBezTo>
                    <a:pt x="3485" y="12517"/>
                    <a:pt x="3624" y="12322"/>
                    <a:pt x="3624" y="12127"/>
                  </a:cubicBezTo>
                  <a:cubicBezTo>
                    <a:pt x="3624" y="11987"/>
                    <a:pt x="3624" y="11876"/>
                    <a:pt x="3596" y="11764"/>
                  </a:cubicBezTo>
                  <a:lnTo>
                    <a:pt x="8865" y="11764"/>
                  </a:lnTo>
                  <a:cubicBezTo>
                    <a:pt x="8837" y="11876"/>
                    <a:pt x="8837" y="12015"/>
                    <a:pt x="8837" y="12154"/>
                  </a:cubicBezTo>
                  <a:cubicBezTo>
                    <a:pt x="8837" y="12377"/>
                    <a:pt x="9004" y="12545"/>
                    <a:pt x="9199" y="12545"/>
                  </a:cubicBezTo>
                  <a:lnTo>
                    <a:pt x="12126" y="12545"/>
                  </a:lnTo>
                  <a:cubicBezTo>
                    <a:pt x="12349" y="12545"/>
                    <a:pt x="12489" y="12377"/>
                    <a:pt x="12489" y="12154"/>
                  </a:cubicBezTo>
                  <a:cubicBezTo>
                    <a:pt x="12489" y="11569"/>
                    <a:pt x="12210" y="11039"/>
                    <a:pt x="11764" y="10705"/>
                  </a:cubicBezTo>
                  <a:lnTo>
                    <a:pt x="11764" y="3346"/>
                  </a:lnTo>
                  <a:cubicBezTo>
                    <a:pt x="12321" y="2956"/>
                    <a:pt x="12600" y="2454"/>
                    <a:pt x="12600" y="1841"/>
                  </a:cubicBezTo>
                  <a:cubicBezTo>
                    <a:pt x="12600" y="837"/>
                    <a:pt x="11764" y="1"/>
                    <a:pt x="10733" y="1"/>
                  </a:cubicBezTo>
                  <a:cubicBezTo>
                    <a:pt x="9729" y="1"/>
                    <a:pt x="8893" y="837"/>
                    <a:pt x="8893" y="1841"/>
                  </a:cubicBezTo>
                  <a:cubicBezTo>
                    <a:pt x="8893" y="2398"/>
                    <a:pt x="9172" y="2928"/>
                    <a:pt x="9562" y="3290"/>
                  </a:cubicBezTo>
                  <a:cubicBezTo>
                    <a:pt x="8503" y="3541"/>
                    <a:pt x="7401" y="3666"/>
                    <a:pt x="6300" y="3666"/>
                  </a:cubicBezTo>
                  <a:cubicBezTo>
                    <a:pt x="5199" y="3666"/>
                    <a:pt x="4098" y="3541"/>
                    <a:pt x="3039" y="3290"/>
                  </a:cubicBezTo>
                  <a:cubicBezTo>
                    <a:pt x="3457" y="2928"/>
                    <a:pt x="3708" y="2454"/>
                    <a:pt x="3708" y="1841"/>
                  </a:cubicBezTo>
                  <a:cubicBezTo>
                    <a:pt x="3708" y="837"/>
                    <a:pt x="2872" y="1"/>
                    <a:pt x="1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2F1E73-3A43-0CE6-2782-B861E38F18F2}"/>
              </a:ext>
            </a:extLst>
          </p:cNvPr>
          <p:cNvSpPr txBox="1"/>
          <p:nvPr/>
        </p:nvSpPr>
        <p:spPr>
          <a:xfrm>
            <a:off x="1028892" y="453396"/>
            <a:ext cx="30389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Иконки творческого процесса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14EF5-5EA9-6E62-CE0B-47E5AC2A8293}"/>
              </a:ext>
            </a:extLst>
          </p:cNvPr>
          <p:cNvSpPr txBox="1"/>
          <p:nvPr/>
        </p:nvSpPr>
        <p:spPr>
          <a:xfrm>
            <a:off x="4805313" y="441819"/>
            <a:ext cx="3722148" cy="8507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400">
                <a:solidFill>
                  <a:schemeClr val="bg1"/>
                </a:solidFill>
              </a:rPr>
              <a:t>Иконки исполнительного исскуства</a:t>
            </a:r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2026-08-03T14:32:01.806</cp:lastPrinted>
  <dcterms:created xsi:type="dcterms:W3CDTF">2026-08-03T14:32:01Z</dcterms:created>
  <dcterms:modified xsi:type="dcterms:W3CDTF">2026-08-03T14:32:02Z</dcterms:modified>
</cp:coreProperties>
</file>