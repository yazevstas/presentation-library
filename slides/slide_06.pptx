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29"/>
        <p:cNvGrpSpPr/>
        <p:nvPr/>
      </p:nvGrpSpPr>
      <p:grpSpPr>
        <a:xfrm>
          <a:off x="0" y="0"/>
          <a:ext cx="0" cy="0"/>
        </a:xfrm>
      </p:grpSpPr>
      <p:sp>
        <p:nvSpPr>
          <p:cNvPr id="830" name="Google Shape;830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4F43AD5-F4ED-44CD-B872-B92E7F67A54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77F95A1-64C0-497C-AD30-6601741932B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60A9153-6CE7-4322-A45E-F597AD795B7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7F2B002-B4C6-4BE6-9D4A-73FA4A435AC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00704E9B-5D14-49E1-9DE5-AE57C8789B8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6D7822AF-B193-4B27-ABDB-E6FDDAA6081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601D747C-F6E8-467B-AB26-C6E76C27FFC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A1C49E6-A405-4874-ABC8-7606E191BAA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441F98F-D4D7-423A-924E-998D439CFF4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AD53693-EFA0-4E98-99AC-16362BFE2D0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509B5B7-B22D-450C-A1C1-BF22636B3EA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8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32"/>
        <p:cNvGrpSpPr/>
        <p:nvPr/>
      </p:nvGrpSpPr>
      <p:grpSpPr>
        <a:xfrm>
          <a:off x="0" y="0"/>
          <a:ext cx="0" cy="0"/>
        </a:xfrm>
      </p:grpSpPr>
      <p:sp>
        <p:nvSpPr>
          <p:cNvPr id="833" name="Google Shape;833;p3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089145" cy="5963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solidFill>
                  <a:srgbClr val="FFFFFF"/>
                </a:solidFill>
                <a:latin typeface="Arial"/>
                <a:ea typeface="Open Sans"/>
                <a:cs typeface="Arial"/>
              </a:rPr>
              <a:t>[КЛЮЧЕВЫЕ ТЕЗИСЫ / ПРЕИМУЩЕСТВА]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834" name="Google Shape;834;p36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2305251" cy="10080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solidFill>
                  <a:srgbClr val="FFFFFF"/>
                </a:solidFill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5" name="Google Shape;835;p36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2309192" cy="10041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6" name="Google Shape;836;p36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230887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7" name="Google Shape;837;p36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2309192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8" name="Google Shape;838;p36"/>
          <p:cNvSpPr txBox="1">
            <a:spLocks noGrp="1"/>
          </p:cNvSpPr>
          <p:nvPr>
            <p:ph type="subTitle" idx="7"/>
          </p:nvPr>
        </p:nvSpPr>
        <p:spPr>
          <a:xfrm>
            <a:off x="1186809" y="1400392"/>
            <a:ext cx="2094558" cy="46532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solidFill>
                  <a:srgbClr val="FFFFFF"/>
                </a:solidFill>
                <a:latin typeface="Arial"/>
                <a:cs typeface="Arial"/>
              </a:rPr>
              <a:t>[ЗАГОЛОВОК]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839" name="Google Shape;839;p36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2097618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[ЗАГОЛОВОК]</a:t>
            </a:r>
          </a:p>
        </p:txBody>
      </p:sp>
      <p:sp>
        <p:nvSpPr>
          <p:cNvPr id="840" name="Google Shape;840;p36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8673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[ЗАГОЛОВОК]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841" name="Google Shape;841;p36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2309193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42" name="Google Shape;842;p36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2305251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43" name="Google Shape;843;p36"/>
          <p:cNvSpPr txBox="1">
            <a:spLocks noGrp="1"/>
          </p:cNvSpPr>
          <p:nvPr>
            <p:ph type="subTitle" idx="13"/>
          </p:nvPr>
        </p:nvSpPr>
        <p:spPr>
          <a:xfrm>
            <a:off x="1182950" y="3086816"/>
            <a:ext cx="2096889" cy="46073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[ЗАГОЛОВОК]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844" name="Google Shape;844;p36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[ЗАГОЛОВОК]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845" name="Google Shape;845;p36"/>
          <p:cNvSpPr txBox="1">
            <a:spLocks noGrp="1"/>
          </p:cNvSpPr>
          <p:nvPr>
            <p:ph type="subTitle" idx="15"/>
          </p:nvPr>
        </p:nvSpPr>
        <p:spPr>
          <a:xfrm>
            <a:off x="5978948" y="3086814"/>
            <a:ext cx="1973935" cy="46073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[ЗАГОЛОВОК]</a:t>
            </a:r>
            <a:endParaRPr lang="ru-RU" b="1">
              <a:latin typeface="Arial"/>
              <a:cs typeface="Arial"/>
            </a:endParaRPr>
          </a:p>
        </p:txBody>
      </p:sp>
      <p:grpSp>
        <p:nvGrpSpPr>
          <p:cNvPr id="846" name="Google Shape;846;p36"/>
          <p:cNvGrpSpPr/>
          <p:nvPr/>
        </p:nvGrpSpPr>
        <p:grpSpPr>
          <a:xfrm>
            <a:off x="3653713" y="2760888"/>
            <a:ext cx="345150" cy="345075"/>
            <a:chOff x="7036288" y="2118050"/>
            <a:chExt cx="345150" cy="345075"/>
          </a:xfrm>
        </p:grpSpPr>
        <p:sp>
          <p:nvSpPr>
            <p:cNvPr id="847" name="Google Shape;847;p36"/>
            <p:cNvSpPr/>
            <p:nvPr/>
          </p:nvSpPr>
          <p:spPr>
            <a:xfrm>
              <a:off x="7117838" y="2199825"/>
              <a:ext cx="181750" cy="181825"/>
            </a:xfrm>
            <a:custGeom>
              <a:rect l="l" t="t" r="r" b="b"/>
              <a:pathLst>
                <a:path w="7270" h="7272" extrusionOk="0">
                  <a:moveTo>
                    <a:pt x="2570" y="1008"/>
                  </a:moveTo>
                  <a:cubicBezTo>
                    <a:pt x="2430" y="1333"/>
                    <a:pt x="2338" y="1732"/>
                    <a:pt x="2267" y="2141"/>
                  </a:cubicBezTo>
                  <a:lnTo>
                    <a:pt x="1227" y="2141"/>
                  </a:lnTo>
                  <a:cubicBezTo>
                    <a:pt x="1544" y="1639"/>
                    <a:pt x="2009" y="1241"/>
                    <a:pt x="2570" y="1008"/>
                  </a:cubicBezTo>
                  <a:close/>
                  <a:moveTo>
                    <a:pt x="3634" y="797"/>
                  </a:moveTo>
                  <a:cubicBezTo>
                    <a:pt x="3693" y="831"/>
                    <a:pt x="3880" y="1008"/>
                    <a:pt x="4043" y="1569"/>
                  </a:cubicBezTo>
                  <a:cubicBezTo>
                    <a:pt x="4102" y="1743"/>
                    <a:pt x="4150" y="1942"/>
                    <a:pt x="4183" y="2141"/>
                  </a:cubicBezTo>
                  <a:lnTo>
                    <a:pt x="3087" y="2141"/>
                  </a:lnTo>
                  <a:cubicBezTo>
                    <a:pt x="3120" y="1942"/>
                    <a:pt x="3168" y="1743"/>
                    <a:pt x="3227" y="1569"/>
                  </a:cubicBezTo>
                  <a:cubicBezTo>
                    <a:pt x="3401" y="1008"/>
                    <a:pt x="3578" y="831"/>
                    <a:pt x="3634" y="797"/>
                  </a:cubicBezTo>
                  <a:close/>
                  <a:moveTo>
                    <a:pt x="4711" y="1008"/>
                  </a:moveTo>
                  <a:cubicBezTo>
                    <a:pt x="5261" y="1241"/>
                    <a:pt x="5726" y="1639"/>
                    <a:pt x="6043" y="2141"/>
                  </a:cubicBezTo>
                  <a:lnTo>
                    <a:pt x="5003" y="2141"/>
                  </a:lnTo>
                  <a:cubicBezTo>
                    <a:pt x="4932" y="1732"/>
                    <a:pt x="4840" y="1333"/>
                    <a:pt x="4711" y="1008"/>
                  </a:cubicBezTo>
                  <a:close/>
                  <a:moveTo>
                    <a:pt x="2175" y="2958"/>
                  </a:moveTo>
                  <a:cubicBezTo>
                    <a:pt x="2161" y="3182"/>
                    <a:pt x="2150" y="3404"/>
                    <a:pt x="2150" y="3625"/>
                  </a:cubicBezTo>
                  <a:cubicBezTo>
                    <a:pt x="2150" y="3847"/>
                    <a:pt x="2161" y="4080"/>
                    <a:pt x="2175" y="4304"/>
                  </a:cubicBezTo>
                  <a:lnTo>
                    <a:pt x="887" y="4304"/>
                  </a:lnTo>
                  <a:cubicBezTo>
                    <a:pt x="828" y="4080"/>
                    <a:pt x="806" y="3858"/>
                    <a:pt x="806" y="3625"/>
                  </a:cubicBezTo>
                  <a:cubicBezTo>
                    <a:pt x="806" y="3392"/>
                    <a:pt x="828" y="3168"/>
                    <a:pt x="887" y="2958"/>
                  </a:cubicBezTo>
                  <a:close/>
                  <a:moveTo>
                    <a:pt x="4290" y="2958"/>
                  </a:moveTo>
                  <a:cubicBezTo>
                    <a:pt x="4301" y="3168"/>
                    <a:pt x="4313" y="3404"/>
                    <a:pt x="4313" y="3625"/>
                  </a:cubicBezTo>
                  <a:cubicBezTo>
                    <a:pt x="4313" y="3858"/>
                    <a:pt x="4301" y="4080"/>
                    <a:pt x="4290" y="4304"/>
                  </a:cubicBezTo>
                  <a:lnTo>
                    <a:pt x="2991" y="4304"/>
                  </a:lnTo>
                  <a:cubicBezTo>
                    <a:pt x="2969" y="4080"/>
                    <a:pt x="2958" y="3858"/>
                    <a:pt x="2958" y="3625"/>
                  </a:cubicBezTo>
                  <a:cubicBezTo>
                    <a:pt x="2958" y="3404"/>
                    <a:pt x="2969" y="3168"/>
                    <a:pt x="2991" y="2958"/>
                  </a:cubicBezTo>
                  <a:close/>
                  <a:moveTo>
                    <a:pt x="6383" y="2958"/>
                  </a:moveTo>
                  <a:cubicBezTo>
                    <a:pt x="6439" y="3168"/>
                    <a:pt x="6464" y="3392"/>
                    <a:pt x="6464" y="3625"/>
                  </a:cubicBezTo>
                  <a:cubicBezTo>
                    <a:pt x="6464" y="3858"/>
                    <a:pt x="6439" y="4080"/>
                    <a:pt x="6383" y="4304"/>
                  </a:cubicBezTo>
                  <a:lnTo>
                    <a:pt x="5095" y="4304"/>
                  </a:lnTo>
                  <a:cubicBezTo>
                    <a:pt x="5106" y="4080"/>
                    <a:pt x="5120" y="3847"/>
                    <a:pt x="5120" y="3625"/>
                  </a:cubicBezTo>
                  <a:cubicBezTo>
                    <a:pt x="5120" y="3404"/>
                    <a:pt x="5106" y="3182"/>
                    <a:pt x="5095" y="2958"/>
                  </a:cubicBezTo>
                  <a:close/>
                  <a:moveTo>
                    <a:pt x="2267" y="5109"/>
                  </a:moveTo>
                  <a:cubicBezTo>
                    <a:pt x="2338" y="5530"/>
                    <a:pt x="2430" y="5917"/>
                    <a:pt x="2570" y="6243"/>
                  </a:cubicBezTo>
                  <a:cubicBezTo>
                    <a:pt x="2009" y="6021"/>
                    <a:pt x="1544" y="5611"/>
                    <a:pt x="1227" y="5109"/>
                  </a:cubicBezTo>
                  <a:close/>
                  <a:moveTo>
                    <a:pt x="6043" y="5109"/>
                  </a:moveTo>
                  <a:cubicBezTo>
                    <a:pt x="5726" y="5611"/>
                    <a:pt x="5261" y="6021"/>
                    <a:pt x="4711" y="6243"/>
                  </a:cubicBezTo>
                  <a:cubicBezTo>
                    <a:pt x="4840" y="5917"/>
                    <a:pt x="4932" y="5530"/>
                    <a:pt x="5003" y="5109"/>
                  </a:cubicBezTo>
                  <a:close/>
                  <a:moveTo>
                    <a:pt x="4183" y="5109"/>
                  </a:moveTo>
                  <a:cubicBezTo>
                    <a:pt x="4150" y="5320"/>
                    <a:pt x="4102" y="5508"/>
                    <a:pt x="4043" y="5681"/>
                  </a:cubicBezTo>
                  <a:cubicBezTo>
                    <a:pt x="3880" y="6243"/>
                    <a:pt x="3693" y="6430"/>
                    <a:pt x="3634" y="6453"/>
                  </a:cubicBezTo>
                  <a:cubicBezTo>
                    <a:pt x="3578" y="6430"/>
                    <a:pt x="3401" y="6243"/>
                    <a:pt x="3227" y="5681"/>
                  </a:cubicBezTo>
                  <a:cubicBezTo>
                    <a:pt x="3168" y="5508"/>
                    <a:pt x="3120" y="5320"/>
                    <a:pt x="3087" y="5109"/>
                  </a:cubicBezTo>
                  <a:close/>
                  <a:moveTo>
                    <a:pt x="3634" y="1"/>
                  </a:moveTo>
                  <a:cubicBezTo>
                    <a:pt x="1625" y="1"/>
                    <a:pt x="1" y="1625"/>
                    <a:pt x="1" y="3636"/>
                  </a:cubicBezTo>
                  <a:cubicBezTo>
                    <a:pt x="1" y="5648"/>
                    <a:pt x="1625" y="7272"/>
                    <a:pt x="3634" y="7272"/>
                  </a:cubicBezTo>
                  <a:cubicBezTo>
                    <a:pt x="5645" y="7272"/>
                    <a:pt x="7269" y="5648"/>
                    <a:pt x="7269" y="3636"/>
                  </a:cubicBezTo>
                  <a:cubicBezTo>
                    <a:pt x="7269" y="1625"/>
                    <a:pt x="5645" y="1"/>
                    <a:pt x="36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48" name="Google Shape;848;p36"/>
            <p:cNvSpPr/>
            <p:nvPr/>
          </p:nvSpPr>
          <p:spPr>
            <a:xfrm>
              <a:off x="7036288" y="2118050"/>
              <a:ext cx="345150" cy="345075"/>
            </a:xfrm>
            <a:custGeom>
              <a:rect l="l" t="t" r="r" b="b"/>
              <a:pathLst>
                <a:path w="13805" h="13803" extrusionOk="0">
                  <a:moveTo>
                    <a:pt x="7597" y="806"/>
                  </a:moveTo>
                  <a:lnTo>
                    <a:pt x="7667" y="1670"/>
                  </a:lnTo>
                  <a:cubicBezTo>
                    <a:pt x="7692" y="1847"/>
                    <a:pt x="7807" y="1987"/>
                    <a:pt x="7984" y="2035"/>
                  </a:cubicBezTo>
                  <a:cubicBezTo>
                    <a:pt x="8545" y="2150"/>
                    <a:pt x="9084" y="2371"/>
                    <a:pt x="9575" y="2688"/>
                  </a:cubicBezTo>
                  <a:cubicBezTo>
                    <a:pt x="9637" y="2729"/>
                    <a:pt x="9710" y="2750"/>
                    <a:pt x="9784" y="2750"/>
                  </a:cubicBezTo>
                  <a:cubicBezTo>
                    <a:pt x="9876" y="2750"/>
                    <a:pt x="9969" y="2717"/>
                    <a:pt x="10040" y="2652"/>
                  </a:cubicBezTo>
                  <a:lnTo>
                    <a:pt x="10708" y="2091"/>
                  </a:lnTo>
                  <a:lnTo>
                    <a:pt x="11701" y="3087"/>
                  </a:lnTo>
                  <a:lnTo>
                    <a:pt x="11140" y="3751"/>
                  </a:lnTo>
                  <a:cubicBezTo>
                    <a:pt x="11033" y="3880"/>
                    <a:pt x="11011" y="4080"/>
                    <a:pt x="11118" y="4231"/>
                  </a:cubicBezTo>
                  <a:cubicBezTo>
                    <a:pt x="11421" y="4711"/>
                    <a:pt x="11642" y="5247"/>
                    <a:pt x="11771" y="5808"/>
                  </a:cubicBezTo>
                  <a:cubicBezTo>
                    <a:pt x="11805" y="5984"/>
                    <a:pt x="11945" y="6113"/>
                    <a:pt x="12133" y="6125"/>
                  </a:cubicBezTo>
                  <a:lnTo>
                    <a:pt x="12986" y="6195"/>
                  </a:lnTo>
                  <a:lnTo>
                    <a:pt x="12986" y="7609"/>
                  </a:lnTo>
                  <a:lnTo>
                    <a:pt x="12133" y="7679"/>
                  </a:lnTo>
                  <a:cubicBezTo>
                    <a:pt x="11945" y="7690"/>
                    <a:pt x="11805" y="7819"/>
                    <a:pt x="11760" y="7996"/>
                  </a:cubicBezTo>
                  <a:cubicBezTo>
                    <a:pt x="11642" y="8557"/>
                    <a:pt x="11421" y="9082"/>
                    <a:pt x="11118" y="9572"/>
                  </a:cubicBezTo>
                  <a:cubicBezTo>
                    <a:pt x="11011" y="9713"/>
                    <a:pt x="11033" y="9912"/>
                    <a:pt x="11140" y="10052"/>
                  </a:cubicBezTo>
                  <a:lnTo>
                    <a:pt x="11701" y="10706"/>
                  </a:lnTo>
                  <a:lnTo>
                    <a:pt x="10708" y="11699"/>
                  </a:lnTo>
                  <a:lnTo>
                    <a:pt x="10040" y="11138"/>
                  </a:lnTo>
                  <a:cubicBezTo>
                    <a:pt x="9970" y="11081"/>
                    <a:pt x="9880" y="11052"/>
                    <a:pt x="9791" y="11052"/>
                  </a:cubicBezTo>
                  <a:cubicBezTo>
                    <a:pt x="9715" y="11052"/>
                    <a:pt x="9639" y="11073"/>
                    <a:pt x="9575" y="11115"/>
                  </a:cubicBezTo>
                  <a:cubicBezTo>
                    <a:pt x="9084" y="11418"/>
                    <a:pt x="8545" y="11643"/>
                    <a:pt x="7984" y="11769"/>
                  </a:cubicBezTo>
                  <a:cubicBezTo>
                    <a:pt x="7821" y="11805"/>
                    <a:pt x="7692" y="11946"/>
                    <a:pt x="7667" y="12134"/>
                  </a:cubicBezTo>
                  <a:lnTo>
                    <a:pt x="7597" y="12987"/>
                  </a:lnTo>
                  <a:lnTo>
                    <a:pt x="6194" y="12987"/>
                  </a:lnTo>
                  <a:lnTo>
                    <a:pt x="6124" y="12134"/>
                  </a:lnTo>
                  <a:cubicBezTo>
                    <a:pt x="6102" y="11946"/>
                    <a:pt x="5973" y="11805"/>
                    <a:pt x="5799" y="11769"/>
                  </a:cubicBezTo>
                  <a:cubicBezTo>
                    <a:pt x="5249" y="11643"/>
                    <a:pt x="4710" y="11418"/>
                    <a:pt x="4231" y="11115"/>
                  </a:cubicBezTo>
                  <a:cubicBezTo>
                    <a:pt x="4161" y="11073"/>
                    <a:pt x="4082" y="11052"/>
                    <a:pt x="4004" y="11052"/>
                  </a:cubicBezTo>
                  <a:cubicBezTo>
                    <a:pt x="3912" y="11052"/>
                    <a:pt x="3822" y="11081"/>
                    <a:pt x="3754" y="11138"/>
                  </a:cubicBezTo>
                  <a:lnTo>
                    <a:pt x="3086" y="11699"/>
                  </a:lnTo>
                  <a:lnTo>
                    <a:pt x="2093" y="10706"/>
                  </a:lnTo>
                  <a:lnTo>
                    <a:pt x="2654" y="10052"/>
                  </a:lnTo>
                  <a:cubicBezTo>
                    <a:pt x="2772" y="9912"/>
                    <a:pt x="2783" y="9713"/>
                    <a:pt x="2688" y="9572"/>
                  </a:cubicBezTo>
                  <a:cubicBezTo>
                    <a:pt x="2373" y="9082"/>
                    <a:pt x="2152" y="8557"/>
                    <a:pt x="2034" y="7996"/>
                  </a:cubicBezTo>
                  <a:cubicBezTo>
                    <a:pt x="1986" y="7819"/>
                    <a:pt x="1846" y="7690"/>
                    <a:pt x="1672" y="7679"/>
                  </a:cubicBezTo>
                  <a:lnTo>
                    <a:pt x="808" y="7609"/>
                  </a:lnTo>
                  <a:lnTo>
                    <a:pt x="808" y="6195"/>
                  </a:lnTo>
                  <a:lnTo>
                    <a:pt x="1672" y="6125"/>
                  </a:lnTo>
                  <a:cubicBezTo>
                    <a:pt x="1846" y="6113"/>
                    <a:pt x="1986" y="5984"/>
                    <a:pt x="2034" y="5808"/>
                  </a:cubicBezTo>
                  <a:cubicBezTo>
                    <a:pt x="2152" y="5247"/>
                    <a:pt x="2373" y="4711"/>
                    <a:pt x="2688" y="4220"/>
                  </a:cubicBezTo>
                  <a:cubicBezTo>
                    <a:pt x="2783" y="4080"/>
                    <a:pt x="2772" y="3880"/>
                    <a:pt x="2654" y="3751"/>
                  </a:cubicBezTo>
                  <a:lnTo>
                    <a:pt x="2093" y="3087"/>
                  </a:lnTo>
                  <a:lnTo>
                    <a:pt x="3086" y="2091"/>
                  </a:lnTo>
                  <a:lnTo>
                    <a:pt x="3754" y="2652"/>
                  </a:lnTo>
                  <a:cubicBezTo>
                    <a:pt x="3824" y="2717"/>
                    <a:pt x="3917" y="2750"/>
                    <a:pt x="4012" y="2750"/>
                  </a:cubicBezTo>
                  <a:cubicBezTo>
                    <a:pt x="4087" y="2750"/>
                    <a:pt x="4163" y="2729"/>
                    <a:pt x="4231" y="2688"/>
                  </a:cubicBezTo>
                  <a:cubicBezTo>
                    <a:pt x="4710" y="2371"/>
                    <a:pt x="5249" y="2161"/>
                    <a:pt x="5799" y="2035"/>
                  </a:cubicBezTo>
                  <a:cubicBezTo>
                    <a:pt x="5973" y="1987"/>
                    <a:pt x="6102" y="1847"/>
                    <a:pt x="6124" y="1670"/>
                  </a:cubicBezTo>
                  <a:lnTo>
                    <a:pt x="6194" y="806"/>
                  </a:lnTo>
                  <a:close/>
                  <a:moveTo>
                    <a:pt x="5821" y="1"/>
                  </a:moveTo>
                  <a:cubicBezTo>
                    <a:pt x="5611" y="1"/>
                    <a:pt x="5437" y="163"/>
                    <a:pt x="5412" y="363"/>
                  </a:cubicBezTo>
                  <a:lnTo>
                    <a:pt x="5341" y="1308"/>
                  </a:lnTo>
                  <a:cubicBezTo>
                    <a:pt x="4887" y="1437"/>
                    <a:pt x="4455" y="1614"/>
                    <a:pt x="4057" y="1847"/>
                  </a:cubicBezTo>
                  <a:lnTo>
                    <a:pt x="3333" y="1227"/>
                  </a:lnTo>
                  <a:cubicBezTo>
                    <a:pt x="3255" y="1166"/>
                    <a:pt x="3163" y="1136"/>
                    <a:pt x="3071" y="1136"/>
                  </a:cubicBezTo>
                  <a:cubicBezTo>
                    <a:pt x="2967" y="1136"/>
                    <a:pt x="2863" y="1175"/>
                    <a:pt x="2783" y="1249"/>
                  </a:cubicBezTo>
                  <a:lnTo>
                    <a:pt x="1251" y="2781"/>
                  </a:lnTo>
                  <a:cubicBezTo>
                    <a:pt x="1111" y="2932"/>
                    <a:pt x="1100" y="3168"/>
                    <a:pt x="1229" y="3331"/>
                  </a:cubicBezTo>
                  <a:lnTo>
                    <a:pt x="1846" y="4054"/>
                  </a:lnTo>
                  <a:cubicBezTo>
                    <a:pt x="1613" y="4453"/>
                    <a:pt x="1439" y="4885"/>
                    <a:pt x="1310" y="5342"/>
                  </a:cubicBezTo>
                  <a:lnTo>
                    <a:pt x="362" y="5412"/>
                  </a:lnTo>
                  <a:cubicBezTo>
                    <a:pt x="152" y="5435"/>
                    <a:pt x="0" y="5611"/>
                    <a:pt x="0" y="5822"/>
                  </a:cubicBezTo>
                  <a:lnTo>
                    <a:pt x="0" y="7971"/>
                  </a:lnTo>
                  <a:cubicBezTo>
                    <a:pt x="0" y="8181"/>
                    <a:pt x="152" y="8358"/>
                    <a:pt x="362" y="8380"/>
                  </a:cubicBezTo>
                  <a:lnTo>
                    <a:pt x="1310" y="8462"/>
                  </a:lnTo>
                  <a:cubicBezTo>
                    <a:pt x="1439" y="8908"/>
                    <a:pt x="1613" y="9340"/>
                    <a:pt x="1846" y="9749"/>
                  </a:cubicBezTo>
                  <a:lnTo>
                    <a:pt x="1229" y="10473"/>
                  </a:lnTo>
                  <a:cubicBezTo>
                    <a:pt x="1100" y="10624"/>
                    <a:pt x="1111" y="10871"/>
                    <a:pt x="1251" y="11012"/>
                  </a:cubicBezTo>
                  <a:lnTo>
                    <a:pt x="2783" y="12540"/>
                  </a:lnTo>
                  <a:cubicBezTo>
                    <a:pt x="2863" y="12622"/>
                    <a:pt x="2967" y="12664"/>
                    <a:pt x="3071" y="12664"/>
                  </a:cubicBezTo>
                  <a:cubicBezTo>
                    <a:pt x="3163" y="12664"/>
                    <a:pt x="3255" y="12632"/>
                    <a:pt x="3333" y="12566"/>
                  </a:cubicBezTo>
                  <a:lnTo>
                    <a:pt x="4057" y="11946"/>
                  </a:lnTo>
                  <a:cubicBezTo>
                    <a:pt x="4455" y="12179"/>
                    <a:pt x="4887" y="12355"/>
                    <a:pt x="5341" y="12484"/>
                  </a:cubicBezTo>
                  <a:lnTo>
                    <a:pt x="5412" y="13430"/>
                  </a:lnTo>
                  <a:cubicBezTo>
                    <a:pt x="5437" y="13640"/>
                    <a:pt x="5611" y="13803"/>
                    <a:pt x="5821" y="13803"/>
                  </a:cubicBezTo>
                  <a:lnTo>
                    <a:pt x="7973" y="13803"/>
                  </a:lnTo>
                  <a:cubicBezTo>
                    <a:pt x="8183" y="13803"/>
                    <a:pt x="8357" y="13640"/>
                    <a:pt x="8382" y="13430"/>
                  </a:cubicBezTo>
                  <a:lnTo>
                    <a:pt x="8453" y="12484"/>
                  </a:lnTo>
                  <a:cubicBezTo>
                    <a:pt x="8907" y="12355"/>
                    <a:pt x="9339" y="12179"/>
                    <a:pt x="9749" y="11946"/>
                  </a:cubicBezTo>
                  <a:lnTo>
                    <a:pt x="10472" y="12566"/>
                  </a:lnTo>
                  <a:cubicBezTo>
                    <a:pt x="10545" y="12632"/>
                    <a:pt x="10637" y="12664"/>
                    <a:pt x="10729" y="12664"/>
                  </a:cubicBezTo>
                  <a:cubicBezTo>
                    <a:pt x="10833" y="12664"/>
                    <a:pt x="10937" y="12622"/>
                    <a:pt x="11011" y="12540"/>
                  </a:cubicBezTo>
                  <a:lnTo>
                    <a:pt x="12543" y="11012"/>
                  </a:lnTo>
                  <a:cubicBezTo>
                    <a:pt x="12694" y="10871"/>
                    <a:pt x="12694" y="10624"/>
                    <a:pt x="12565" y="10473"/>
                  </a:cubicBezTo>
                  <a:lnTo>
                    <a:pt x="11945" y="9749"/>
                  </a:lnTo>
                  <a:cubicBezTo>
                    <a:pt x="12181" y="9340"/>
                    <a:pt x="12355" y="8908"/>
                    <a:pt x="12484" y="8462"/>
                  </a:cubicBezTo>
                  <a:lnTo>
                    <a:pt x="13432" y="8380"/>
                  </a:lnTo>
                  <a:cubicBezTo>
                    <a:pt x="13642" y="8358"/>
                    <a:pt x="13805" y="8181"/>
                    <a:pt x="13805" y="7971"/>
                  </a:cubicBezTo>
                  <a:lnTo>
                    <a:pt x="13805" y="5822"/>
                  </a:lnTo>
                  <a:cubicBezTo>
                    <a:pt x="13805" y="5611"/>
                    <a:pt x="13642" y="5435"/>
                    <a:pt x="13432" y="5412"/>
                  </a:cubicBezTo>
                  <a:lnTo>
                    <a:pt x="12484" y="5342"/>
                  </a:lnTo>
                  <a:cubicBezTo>
                    <a:pt x="12355" y="4885"/>
                    <a:pt x="12181" y="4453"/>
                    <a:pt x="11945" y="4054"/>
                  </a:cubicBezTo>
                  <a:lnTo>
                    <a:pt x="12565" y="3331"/>
                  </a:lnTo>
                  <a:cubicBezTo>
                    <a:pt x="12694" y="3168"/>
                    <a:pt x="12694" y="2932"/>
                    <a:pt x="12543" y="2781"/>
                  </a:cubicBezTo>
                  <a:lnTo>
                    <a:pt x="11011" y="1249"/>
                  </a:lnTo>
                  <a:cubicBezTo>
                    <a:pt x="10937" y="1175"/>
                    <a:pt x="10833" y="1136"/>
                    <a:pt x="10729" y="1136"/>
                  </a:cubicBezTo>
                  <a:cubicBezTo>
                    <a:pt x="10637" y="1136"/>
                    <a:pt x="10545" y="1166"/>
                    <a:pt x="10472" y="1227"/>
                  </a:cubicBezTo>
                  <a:lnTo>
                    <a:pt x="9749" y="1847"/>
                  </a:lnTo>
                  <a:cubicBezTo>
                    <a:pt x="9339" y="1614"/>
                    <a:pt x="8907" y="1437"/>
                    <a:pt x="8453" y="1308"/>
                  </a:cubicBezTo>
                  <a:lnTo>
                    <a:pt x="8382" y="363"/>
                  </a:lnTo>
                  <a:cubicBezTo>
                    <a:pt x="8357" y="163"/>
                    <a:pt x="8183" y="1"/>
                    <a:pt x="79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49" name="Google Shape;849;p36"/>
          <p:cNvGrpSpPr/>
          <p:nvPr/>
        </p:nvGrpSpPr>
        <p:grpSpPr>
          <a:xfrm>
            <a:off x="6051525" y="2760800"/>
            <a:ext cx="346000" cy="345250"/>
            <a:chOff x="7773588" y="2117875"/>
            <a:chExt cx="346000" cy="345250"/>
          </a:xfrm>
        </p:grpSpPr>
        <p:sp>
          <p:nvSpPr>
            <p:cNvPr id="850" name="Google Shape;850;p36"/>
            <p:cNvSpPr/>
            <p:nvPr/>
          </p:nvSpPr>
          <p:spPr>
            <a:xfrm>
              <a:off x="7936288" y="2232300"/>
              <a:ext cx="20500" cy="40625"/>
            </a:xfrm>
            <a:custGeom>
              <a:rect l="l" t="t" r="r" b="b"/>
              <a:pathLst>
                <a:path w="820" h="1625" extrusionOk="0">
                  <a:moveTo>
                    <a:pt x="410" y="1"/>
                  </a:moveTo>
                  <a:cubicBezTo>
                    <a:pt x="189" y="1"/>
                    <a:pt x="1" y="186"/>
                    <a:pt x="1" y="410"/>
                  </a:cubicBezTo>
                  <a:lnTo>
                    <a:pt x="1" y="1215"/>
                  </a:lnTo>
                  <a:cubicBezTo>
                    <a:pt x="1" y="1437"/>
                    <a:pt x="189" y="1625"/>
                    <a:pt x="410" y="1625"/>
                  </a:cubicBezTo>
                  <a:cubicBezTo>
                    <a:pt x="632" y="1625"/>
                    <a:pt x="820" y="1437"/>
                    <a:pt x="820" y="1215"/>
                  </a:cubicBezTo>
                  <a:lnTo>
                    <a:pt x="820" y="410"/>
                  </a:lnTo>
                  <a:cubicBezTo>
                    <a:pt x="820" y="186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1" name="Google Shape;851;p36"/>
            <p:cNvSpPr/>
            <p:nvPr/>
          </p:nvSpPr>
          <p:spPr>
            <a:xfrm>
              <a:off x="7773588" y="2117875"/>
              <a:ext cx="346000" cy="345250"/>
            </a:xfrm>
            <a:custGeom>
              <a:rect l="l" t="t" r="r" b="b"/>
              <a:pathLst>
                <a:path w="13840" h="13810" extrusionOk="0">
                  <a:moveTo>
                    <a:pt x="6918" y="872"/>
                  </a:moveTo>
                  <a:cubicBezTo>
                    <a:pt x="7491" y="1256"/>
                    <a:pt x="7937" y="1817"/>
                    <a:pt x="8181" y="2448"/>
                  </a:cubicBezTo>
                  <a:cubicBezTo>
                    <a:pt x="7785" y="2614"/>
                    <a:pt x="7350" y="2695"/>
                    <a:pt x="6918" y="2695"/>
                  </a:cubicBezTo>
                  <a:cubicBezTo>
                    <a:pt x="6475" y="2695"/>
                    <a:pt x="6054" y="2614"/>
                    <a:pt x="5656" y="2448"/>
                  </a:cubicBezTo>
                  <a:cubicBezTo>
                    <a:pt x="5903" y="1817"/>
                    <a:pt x="6346" y="1256"/>
                    <a:pt x="6918" y="872"/>
                  </a:cubicBezTo>
                  <a:close/>
                  <a:moveTo>
                    <a:pt x="8380" y="3256"/>
                  </a:moveTo>
                  <a:cubicBezTo>
                    <a:pt x="8391" y="3385"/>
                    <a:pt x="8402" y="3526"/>
                    <a:pt x="8402" y="3666"/>
                  </a:cubicBezTo>
                  <a:lnTo>
                    <a:pt x="8402" y="7288"/>
                  </a:lnTo>
                  <a:lnTo>
                    <a:pt x="5434" y="7288"/>
                  </a:lnTo>
                  <a:lnTo>
                    <a:pt x="5434" y="3666"/>
                  </a:lnTo>
                  <a:cubicBezTo>
                    <a:pt x="5434" y="3526"/>
                    <a:pt x="5446" y="3385"/>
                    <a:pt x="5457" y="3256"/>
                  </a:cubicBezTo>
                  <a:cubicBezTo>
                    <a:pt x="5914" y="3419"/>
                    <a:pt x="6416" y="3514"/>
                    <a:pt x="6918" y="3514"/>
                  </a:cubicBezTo>
                  <a:cubicBezTo>
                    <a:pt x="7421" y="3514"/>
                    <a:pt x="7912" y="3419"/>
                    <a:pt x="8380" y="3256"/>
                  </a:cubicBezTo>
                  <a:close/>
                  <a:moveTo>
                    <a:pt x="4629" y="6084"/>
                  </a:moveTo>
                  <a:lnTo>
                    <a:pt x="4629" y="7394"/>
                  </a:lnTo>
                  <a:lnTo>
                    <a:pt x="3821" y="7663"/>
                  </a:lnTo>
                  <a:lnTo>
                    <a:pt x="3821" y="6844"/>
                  </a:lnTo>
                  <a:cubicBezTo>
                    <a:pt x="3821" y="6553"/>
                    <a:pt x="4009" y="6294"/>
                    <a:pt x="4279" y="6202"/>
                  </a:cubicBezTo>
                  <a:lnTo>
                    <a:pt x="4629" y="6084"/>
                  </a:lnTo>
                  <a:close/>
                  <a:moveTo>
                    <a:pt x="9210" y="6084"/>
                  </a:moveTo>
                  <a:lnTo>
                    <a:pt x="9561" y="6202"/>
                  </a:lnTo>
                  <a:cubicBezTo>
                    <a:pt x="9830" y="6294"/>
                    <a:pt x="10015" y="6553"/>
                    <a:pt x="10015" y="6844"/>
                  </a:cubicBezTo>
                  <a:lnTo>
                    <a:pt x="10015" y="7663"/>
                  </a:lnTo>
                  <a:lnTo>
                    <a:pt x="9210" y="7394"/>
                  </a:lnTo>
                  <a:lnTo>
                    <a:pt x="9210" y="6084"/>
                  </a:lnTo>
                  <a:close/>
                  <a:moveTo>
                    <a:pt x="7867" y="8095"/>
                  </a:moveTo>
                  <a:lnTo>
                    <a:pt x="7867" y="8901"/>
                  </a:lnTo>
                  <a:lnTo>
                    <a:pt x="5973" y="8901"/>
                  </a:lnTo>
                  <a:lnTo>
                    <a:pt x="5973" y="8095"/>
                  </a:lnTo>
                  <a:close/>
                  <a:moveTo>
                    <a:pt x="7328" y="9720"/>
                  </a:moveTo>
                  <a:lnTo>
                    <a:pt x="7328" y="11790"/>
                  </a:lnTo>
                  <a:cubicBezTo>
                    <a:pt x="7328" y="11986"/>
                    <a:pt x="7457" y="12152"/>
                    <a:pt x="7656" y="12186"/>
                  </a:cubicBezTo>
                  <a:cubicBezTo>
                    <a:pt x="7681" y="12190"/>
                    <a:pt x="7705" y="12193"/>
                    <a:pt x="7729" y="12193"/>
                  </a:cubicBezTo>
                  <a:cubicBezTo>
                    <a:pt x="7889" y="12193"/>
                    <a:pt x="8039" y="12092"/>
                    <a:pt x="8099" y="11942"/>
                  </a:cubicBezTo>
                  <a:cubicBezTo>
                    <a:pt x="8262" y="11532"/>
                    <a:pt x="8661" y="11263"/>
                    <a:pt x="9104" y="11263"/>
                  </a:cubicBezTo>
                  <a:cubicBezTo>
                    <a:pt x="9410" y="11263"/>
                    <a:pt x="9701" y="11403"/>
                    <a:pt x="9912" y="11636"/>
                  </a:cubicBezTo>
                  <a:cubicBezTo>
                    <a:pt x="9984" y="11728"/>
                    <a:pt x="10092" y="11777"/>
                    <a:pt x="10209" y="11777"/>
                  </a:cubicBezTo>
                  <a:cubicBezTo>
                    <a:pt x="10242" y="11777"/>
                    <a:pt x="10276" y="11773"/>
                    <a:pt x="10310" y="11765"/>
                  </a:cubicBezTo>
                  <a:cubicBezTo>
                    <a:pt x="10450" y="11731"/>
                    <a:pt x="10565" y="11625"/>
                    <a:pt x="10602" y="11473"/>
                  </a:cubicBezTo>
                  <a:cubicBezTo>
                    <a:pt x="10753" y="10948"/>
                    <a:pt x="11233" y="10573"/>
                    <a:pt x="11769" y="10573"/>
                  </a:cubicBezTo>
                  <a:cubicBezTo>
                    <a:pt x="12459" y="10573"/>
                    <a:pt x="13020" y="11159"/>
                    <a:pt x="12986" y="11860"/>
                  </a:cubicBezTo>
                  <a:cubicBezTo>
                    <a:pt x="12950" y="12491"/>
                    <a:pt x="12378" y="13005"/>
                    <a:pt x="11746" y="13005"/>
                  </a:cubicBezTo>
                  <a:lnTo>
                    <a:pt x="2079" y="13005"/>
                  </a:lnTo>
                  <a:cubicBezTo>
                    <a:pt x="1448" y="13005"/>
                    <a:pt x="887" y="12491"/>
                    <a:pt x="853" y="11860"/>
                  </a:cubicBezTo>
                  <a:cubicBezTo>
                    <a:pt x="817" y="11159"/>
                    <a:pt x="1378" y="10573"/>
                    <a:pt x="2068" y="10573"/>
                  </a:cubicBezTo>
                  <a:cubicBezTo>
                    <a:pt x="2607" y="10573"/>
                    <a:pt x="3086" y="10948"/>
                    <a:pt x="3227" y="11473"/>
                  </a:cubicBezTo>
                  <a:cubicBezTo>
                    <a:pt x="3272" y="11625"/>
                    <a:pt x="3389" y="11731"/>
                    <a:pt x="3530" y="11765"/>
                  </a:cubicBezTo>
                  <a:cubicBezTo>
                    <a:pt x="3563" y="11773"/>
                    <a:pt x="3596" y="11777"/>
                    <a:pt x="3629" y="11777"/>
                  </a:cubicBezTo>
                  <a:cubicBezTo>
                    <a:pt x="3745" y="11777"/>
                    <a:pt x="3854" y="11728"/>
                    <a:pt x="3928" y="11636"/>
                  </a:cubicBezTo>
                  <a:cubicBezTo>
                    <a:pt x="4138" y="11403"/>
                    <a:pt x="4430" y="11263"/>
                    <a:pt x="4733" y="11263"/>
                  </a:cubicBezTo>
                  <a:cubicBezTo>
                    <a:pt x="5176" y="11263"/>
                    <a:pt x="5575" y="11532"/>
                    <a:pt x="5737" y="11942"/>
                  </a:cubicBezTo>
                  <a:cubicBezTo>
                    <a:pt x="5798" y="12092"/>
                    <a:pt x="5948" y="12193"/>
                    <a:pt x="6109" y="12193"/>
                  </a:cubicBezTo>
                  <a:cubicBezTo>
                    <a:pt x="6134" y="12193"/>
                    <a:pt x="6159" y="12190"/>
                    <a:pt x="6183" y="12186"/>
                  </a:cubicBezTo>
                  <a:cubicBezTo>
                    <a:pt x="6383" y="12152"/>
                    <a:pt x="6509" y="11986"/>
                    <a:pt x="6509" y="11790"/>
                  </a:cubicBezTo>
                  <a:lnTo>
                    <a:pt x="6509" y="9720"/>
                  </a:lnTo>
                  <a:close/>
                  <a:moveTo>
                    <a:pt x="6914" y="0"/>
                  </a:moveTo>
                  <a:cubicBezTo>
                    <a:pt x="6845" y="0"/>
                    <a:pt x="6778" y="18"/>
                    <a:pt x="6719" y="53"/>
                  </a:cubicBezTo>
                  <a:cubicBezTo>
                    <a:pt x="5423" y="790"/>
                    <a:pt x="4629" y="2168"/>
                    <a:pt x="4629" y="3655"/>
                  </a:cubicBezTo>
                  <a:lnTo>
                    <a:pt x="4629" y="5231"/>
                  </a:lnTo>
                  <a:lnTo>
                    <a:pt x="4021" y="5430"/>
                  </a:lnTo>
                  <a:cubicBezTo>
                    <a:pt x="3412" y="5641"/>
                    <a:pt x="3002" y="6202"/>
                    <a:pt x="3002" y="6844"/>
                  </a:cubicBezTo>
                  <a:lnTo>
                    <a:pt x="3002" y="8236"/>
                  </a:lnTo>
                  <a:cubicBezTo>
                    <a:pt x="3002" y="8462"/>
                    <a:pt x="3201" y="8640"/>
                    <a:pt x="3418" y="8640"/>
                  </a:cubicBezTo>
                  <a:cubicBezTo>
                    <a:pt x="3459" y="8640"/>
                    <a:pt x="3500" y="8633"/>
                    <a:pt x="3541" y="8620"/>
                  </a:cubicBezTo>
                  <a:lnTo>
                    <a:pt x="5095" y="8095"/>
                  </a:lnTo>
                  <a:lnTo>
                    <a:pt x="5165" y="8095"/>
                  </a:lnTo>
                  <a:lnTo>
                    <a:pt x="5165" y="9310"/>
                  </a:lnTo>
                  <a:cubicBezTo>
                    <a:pt x="5165" y="9532"/>
                    <a:pt x="5342" y="9720"/>
                    <a:pt x="5575" y="9720"/>
                  </a:cubicBezTo>
                  <a:lnTo>
                    <a:pt x="5704" y="9720"/>
                  </a:lnTo>
                  <a:lnTo>
                    <a:pt x="5704" y="10713"/>
                  </a:lnTo>
                  <a:cubicBezTo>
                    <a:pt x="5423" y="10550"/>
                    <a:pt x="5084" y="10458"/>
                    <a:pt x="4733" y="10458"/>
                  </a:cubicBezTo>
                  <a:cubicBezTo>
                    <a:pt x="4394" y="10458"/>
                    <a:pt x="4068" y="10550"/>
                    <a:pt x="3774" y="10724"/>
                  </a:cubicBezTo>
                  <a:cubicBezTo>
                    <a:pt x="3412" y="10141"/>
                    <a:pt x="2769" y="9767"/>
                    <a:pt x="2068" y="9767"/>
                  </a:cubicBezTo>
                  <a:cubicBezTo>
                    <a:pt x="923" y="9767"/>
                    <a:pt x="0" y="10713"/>
                    <a:pt x="45" y="11871"/>
                  </a:cubicBezTo>
                  <a:cubicBezTo>
                    <a:pt x="82" y="12957"/>
                    <a:pt x="994" y="13810"/>
                    <a:pt x="2090" y="13810"/>
                  </a:cubicBezTo>
                  <a:lnTo>
                    <a:pt x="11746" y="13810"/>
                  </a:lnTo>
                  <a:cubicBezTo>
                    <a:pt x="12835" y="13810"/>
                    <a:pt x="13758" y="12957"/>
                    <a:pt x="13791" y="11871"/>
                  </a:cubicBezTo>
                  <a:cubicBezTo>
                    <a:pt x="13839" y="10713"/>
                    <a:pt x="12916" y="9767"/>
                    <a:pt x="11769" y="9767"/>
                  </a:cubicBezTo>
                  <a:cubicBezTo>
                    <a:pt x="11067" y="9767"/>
                    <a:pt x="10425" y="10141"/>
                    <a:pt x="10063" y="10724"/>
                  </a:cubicBezTo>
                  <a:cubicBezTo>
                    <a:pt x="9771" y="10550"/>
                    <a:pt x="9443" y="10458"/>
                    <a:pt x="9104" y="10458"/>
                  </a:cubicBezTo>
                  <a:cubicBezTo>
                    <a:pt x="8753" y="10458"/>
                    <a:pt x="8416" y="10550"/>
                    <a:pt x="8136" y="10713"/>
                  </a:cubicBezTo>
                  <a:lnTo>
                    <a:pt x="8136" y="9720"/>
                  </a:lnTo>
                  <a:lnTo>
                    <a:pt x="8262" y="9720"/>
                  </a:lnTo>
                  <a:cubicBezTo>
                    <a:pt x="8487" y="9720"/>
                    <a:pt x="8672" y="9532"/>
                    <a:pt x="8672" y="9310"/>
                  </a:cubicBezTo>
                  <a:lnTo>
                    <a:pt x="8672" y="8095"/>
                  </a:lnTo>
                  <a:lnTo>
                    <a:pt x="8742" y="8095"/>
                  </a:lnTo>
                  <a:lnTo>
                    <a:pt x="10296" y="8620"/>
                  </a:lnTo>
                  <a:cubicBezTo>
                    <a:pt x="10337" y="8633"/>
                    <a:pt x="10378" y="8640"/>
                    <a:pt x="10418" y="8640"/>
                  </a:cubicBezTo>
                  <a:cubicBezTo>
                    <a:pt x="10632" y="8640"/>
                    <a:pt x="10823" y="8462"/>
                    <a:pt x="10823" y="8236"/>
                  </a:cubicBezTo>
                  <a:lnTo>
                    <a:pt x="10823" y="6855"/>
                  </a:lnTo>
                  <a:cubicBezTo>
                    <a:pt x="10823" y="6213"/>
                    <a:pt x="10414" y="5652"/>
                    <a:pt x="9819" y="5442"/>
                  </a:cubicBezTo>
                  <a:lnTo>
                    <a:pt x="9210" y="5242"/>
                  </a:lnTo>
                  <a:lnTo>
                    <a:pt x="9210" y="3655"/>
                  </a:lnTo>
                  <a:cubicBezTo>
                    <a:pt x="9210" y="2168"/>
                    <a:pt x="8402" y="790"/>
                    <a:pt x="7118" y="53"/>
                  </a:cubicBezTo>
                  <a:cubicBezTo>
                    <a:pt x="7053" y="18"/>
                    <a:pt x="6983" y="0"/>
                    <a:pt x="6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852" name="Google Shape;852;p36"/>
          <p:cNvSpPr/>
          <p:nvPr/>
        </p:nvSpPr>
        <p:spPr>
          <a:xfrm>
            <a:off x="1255725" y="2760888"/>
            <a:ext cx="345150" cy="345075"/>
          </a:xfrm>
          <a:custGeom>
            <a:rect l="l" t="t" r="r" b="b"/>
            <a:pathLst>
              <a:path w="13805" h="13803" extrusionOk="0">
                <a:moveTo>
                  <a:pt x="4548" y="806"/>
                </a:moveTo>
                <a:cubicBezTo>
                  <a:pt x="4769" y="806"/>
                  <a:pt x="4946" y="983"/>
                  <a:pt x="4946" y="1204"/>
                </a:cubicBezTo>
                <a:cubicBezTo>
                  <a:pt x="4946" y="1437"/>
                  <a:pt x="4769" y="1614"/>
                  <a:pt x="4548" y="1614"/>
                </a:cubicBezTo>
                <a:cubicBezTo>
                  <a:pt x="4326" y="1614"/>
                  <a:pt x="4138" y="1437"/>
                  <a:pt x="4138" y="1204"/>
                </a:cubicBezTo>
                <a:cubicBezTo>
                  <a:pt x="4138" y="983"/>
                  <a:pt x="4326" y="806"/>
                  <a:pt x="4548" y="806"/>
                </a:cubicBezTo>
                <a:close/>
                <a:moveTo>
                  <a:pt x="9258" y="806"/>
                </a:moveTo>
                <a:cubicBezTo>
                  <a:pt x="9479" y="806"/>
                  <a:pt x="9667" y="983"/>
                  <a:pt x="9667" y="1204"/>
                </a:cubicBezTo>
                <a:cubicBezTo>
                  <a:pt x="9667" y="1437"/>
                  <a:pt x="9479" y="1614"/>
                  <a:pt x="9258" y="1614"/>
                </a:cubicBezTo>
                <a:cubicBezTo>
                  <a:pt x="9036" y="1614"/>
                  <a:pt x="8848" y="1437"/>
                  <a:pt x="8848" y="1204"/>
                </a:cubicBezTo>
                <a:cubicBezTo>
                  <a:pt x="8848" y="983"/>
                  <a:pt x="9036" y="806"/>
                  <a:pt x="9258" y="806"/>
                </a:cubicBezTo>
                <a:close/>
                <a:moveTo>
                  <a:pt x="1215" y="4139"/>
                </a:moveTo>
                <a:cubicBezTo>
                  <a:pt x="1439" y="4139"/>
                  <a:pt x="1613" y="4324"/>
                  <a:pt x="1613" y="4545"/>
                </a:cubicBezTo>
                <a:cubicBezTo>
                  <a:pt x="1613" y="4770"/>
                  <a:pt x="1439" y="4944"/>
                  <a:pt x="1215" y="4944"/>
                </a:cubicBezTo>
                <a:cubicBezTo>
                  <a:pt x="993" y="4944"/>
                  <a:pt x="808" y="4770"/>
                  <a:pt x="808" y="4545"/>
                </a:cubicBezTo>
                <a:cubicBezTo>
                  <a:pt x="808" y="4324"/>
                  <a:pt x="993" y="4139"/>
                  <a:pt x="1215" y="4139"/>
                </a:cubicBezTo>
                <a:close/>
                <a:moveTo>
                  <a:pt x="12590" y="4139"/>
                </a:moveTo>
                <a:cubicBezTo>
                  <a:pt x="12812" y="4139"/>
                  <a:pt x="12997" y="4324"/>
                  <a:pt x="12997" y="4545"/>
                </a:cubicBezTo>
                <a:cubicBezTo>
                  <a:pt x="12997" y="4770"/>
                  <a:pt x="12812" y="4944"/>
                  <a:pt x="12590" y="4944"/>
                </a:cubicBezTo>
                <a:cubicBezTo>
                  <a:pt x="12366" y="4944"/>
                  <a:pt x="12181" y="4770"/>
                  <a:pt x="12181" y="4545"/>
                </a:cubicBezTo>
                <a:cubicBezTo>
                  <a:pt x="12181" y="4324"/>
                  <a:pt x="12366" y="4139"/>
                  <a:pt x="12590" y="4139"/>
                </a:cubicBezTo>
                <a:close/>
                <a:moveTo>
                  <a:pt x="5832" y="4290"/>
                </a:moveTo>
                <a:lnTo>
                  <a:pt x="5832" y="4290"/>
                </a:lnTo>
                <a:cubicBezTo>
                  <a:pt x="5703" y="4615"/>
                  <a:pt x="5600" y="5014"/>
                  <a:pt x="5530" y="5423"/>
                </a:cubicBezTo>
                <a:lnTo>
                  <a:pt x="4489" y="5423"/>
                </a:lnTo>
                <a:cubicBezTo>
                  <a:pt x="4806" y="4921"/>
                  <a:pt x="5271" y="4523"/>
                  <a:pt x="5832" y="4290"/>
                </a:cubicBezTo>
                <a:close/>
                <a:moveTo>
                  <a:pt x="6896" y="4080"/>
                </a:moveTo>
                <a:cubicBezTo>
                  <a:pt x="6955" y="4113"/>
                  <a:pt x="7143" y="4290"/>
                  <a:pt x="7316" y="4851"/>
                </a:cubicBezTo>
                <a:cubicBezTo>
                  <a:pt x="7364" y="5025"/>
                  <a:pt x="7412" y="5224"/>
                  <a:pt x="7446" y="5423"/>
                </a:cubicBezTo>
                <a:lnTo>
                  <a:pt x="6360" y="5423"/>
                </a:lnTo>
                <a:cubicBezTo>
                  <a:pt x="6394" y="5224"/>
                  <a:pt x="6441" y="5025"/>
                  <a:pt x="6489" y="4851"/>
                </a:cubicBezTo>
                <a:cubicBezTo>
                  <a:pt x="6663" y="4290"/>
                  <a:pt x="6851" y="4113"/>
                  <a:pt x="6896" y="4080"/>
                </a:cubicBezTo>
                <a:close/>
                <a:moveTo>
                  <a:pt x="7973" y="4290"/>
                </a:moveTo>
                <a:lnTo>
                  <a:pt x="7973" y="4290"/>
                </a:lnTo>
                <a:cubicBezTo>
                  <a:pt x="8534" y="4523"/>
                  <a:pt x="9000" y="4921"/>
                  <a:pt x="9317" y="5423"/>
                </a:cubicBezTo>
                <a:lnTo>
                  <a:pt x="8265" y="5423"/>
                </a:lnTo>
                <a:cubicBezTo>
                  <a:pt x="8206" y="5014"/>
                  <a:pt x="8102" y="4615"/>
                  <a:pt x="7973" y="4290"/>
                </a:cubicBezTo>
                <a:close/>
                <a:moveTo>
                  <a:pt x="5437" y="6243"/>
                </a:moveTo>
                <a:cubicBezTo>
                  <a:pt x="5423" y="6464"/>
                  <a:pt x="5423" y="6686"/>
                  <a:pt x="5423" y="6907"/>
                </a:cubicBezTo>
                <a:cubicBezTo>
                  <a:pt x="5423" y="7129"/>
                  <a:pt x="5423" y="7365"/>
                  <a:pt x="5437" y="7586"/>
                </a:cubicBezTo>
                <a:lnTo>
                  <a:pt x="4149" y="7586"/>
                </a:lnTo>
                <a:cubicBezTo>
                  <a:pt x="4104" y="7376"/>
                  <a:pt x="4068" y="7140"/>
                  <a:pt x="4068" y="6907"/>
                </a:cubicBezTo>
                <a:cubicBezTo>
                  <a:pt x="4068" y="6675"/>
                  <a:pt x="4104" y="6453"/>
                  <a:pt x="4149" y="6243"/>
                </a:cubicBezTo>
                <a:close/>
                <a:moveTo>
                  <a:pt x="7552" y="6243"/>
                </a:moveTo>
                <a:cubicBezTo>
                  <a:pt x="7563" y="6453"/>
                  <a:pt x="7575" y="6686"/>
                  <a:pt x="7575" y="6907"/>
                </a:cubicBezTo>
                <a:cubicBezTo>
                  <a:pt x="7575" y="7140"/>
                  <a:pt x="7563" y="7365"/>
                  <a:pt x="7552" y="7586"/>
                </a:cubicBezTo>
                <a:lnTo>
                  <a:pt x="6253" y="7586"/>
                </a:lnTo>
                <a:cubicBezTo>
                  <a:pt x="6231" y="7365"/>
                  <a:pt x="6231" y="7140"/>
                  <a:pt x="6231" y="6907"/>
                </a:cubicBezTo>
                <a:cubicBezTo>
                  <a:pt x="6231" y="6686"/>
                  <a:pt x="6231" y="6453"/>
                  <a:pt x="6253" y="6243"/>
                </a:cubicBezTo>
                <a:close/>
                <a:moveTo>
                  <a:pt x="9656" y="6243"/>
                </a:moveTo>
                <a:cubicBezTo>
                  <a:pt x="9701" y="6453"/>
                  <a:pt x="9737" y="6675"/>
                  <a:pt x="9737" y="6907"/>
                </a:cubicBezTo>
                <a:cubicBezTo>
                  <a:pt x="9737" y="7140"/>
                  <a:pt x="9701" y="7376"/>
                  <a:pt x="9656" y="7586"/>
                </a:cubicBezTo>
                <a:lnTo>
                  <a:pt x="8357" y="7586"/>
                </a:lnTo>
                <a:cubicBezTo>
                  <a:pt x="8383" y="7365"/>
                  <a:pt x="8383" y="7129"/>
                  <a:pt x="8383" y="6907"/>
                </a:cubicBezTo>
                <a:cubicBezTo>
                  <a:pt x="8383" y="6686"/>
                  <a:pt x="8383" y="6464"/>
                  <a:pt x="8357" y="6243"/>
                </a:cubicBezTo>
                <a:close/>
                <a:moveTo>
                  <a:pt x="5530" y="8391"/>
                </a:moveTo>
                <a:cubicBezTo>
                  <a:pt x="5600" y="8812"/>
                  <a:pt x="5703" y="9199"/>
                  <a:pt x="5832" y="9539"/>
                </a:cubicBezTo>
                <a:cubicBezTo>
                  <a:pt x="5271" y="9303"/>
                  <a:pt x="4806" y="8908"/>
                  <a:pt x="4489" y="8391"/>
                </a:cubicBezTo>
                <a:close/>
                <a:moveTo>
                  <a:pt x="9317" y="8391"/>
                </a:moveTo>
                <a:cubicBezTo>
                  <a:pt x="9000" y="8908"/>
                  <a:pt x="8534" y="9303"/>
                  <a:pt x="7973" y="9539"/>
                </a:cubicBezTo>
                <a:cubicBezTo>
                  <a:pt x="8102" y="9199"/>
                  <a:pt x="8206" y="8812"/>
                  <a:pt x="8265" y="8391"/>
                </a:cubicBezTo>
                <a:close/>
                <a:moveTo>
                  <a:pt x="1215" y="8849"/>
                </a:moveTo>
                <a:cubicBezTo>
                  <a:pt x="1439" y="8849"/>
                  <a:pt x="1613" y="9034"/>
                  <a:pt x="1613" y="9258"/>
                </a:cubicBezTo>
                <a:cubicBezTo>
                  <a:pt x="1613" y="9480"/>
                  <a:pt x="1439" y="9654"/>
                  <a:pt x="1215" y="9654"/>
                </a:cubicBezTo>
                <a:cubicBezTo>
                  <a:pt x="993" y="9654"/>
                  <a:pt x="808" y="9480"/>
                  <a:pt x="808" y="9258"/>
                </a:cubicBezTo>
                <a:cubicBezTo>
                  <a:pt x="808" y="9034"/>
                  <a:pt x="993" y="8849"/>
                  <a:pt x="1215" y="8849"/>
                </a:cubicBezTo>
                <a:close/>
                <a:moveTo>
                  <a:pt x="12590" y="8849"/>
                </a:moveTo>
                <a:cubicBezTo>
                  <a:pt x="12812" y="8849"/>
                  <a:pt x="12997" y="9034"/>
                  <a:pt x="12997" y="9258"/>
                </a:cubicBezTo>
                <a:cubicBezTo>
                  <a:pt x="12997" y="9480"/>
                  <a:pt x="12812" y="9654"/>
                  <a:pt x="12590" y="9654"/>
                </a:cubicBezTo>
                <a:cubicBezTo>
                  <a:pt x="12366" y="9654"/>
                  <a:pt x="12181" y="9480"/>
                  <a:pt x="12181" y="9258"/>
                </a:cubicBezTo>
                <a:cubicBezTo>
                  <a:pt x="12181" y="9034"/>
                  <a:pt x="12366" y="8849"/>
                  <a:pt x="12590" y="8849"/>
                </a:cubicBezTo>
                <a:close/>
                <a:moveTo>
                  <a:pt x="7446" y="8391"/>
                </a:moveTo>
                <a:cubicBezTo>
                  <a:pt x="7412" y="8602"/>
                  <a:pt x="7364" y="8790"/>
                  <a:pt x="7316" y="8978"/>
                </a:cubicBezTo>
                <a:cubicBezTo>
                  <a:pt x="7143" y="9539"/>
                  <a:pt x="6955" y="9713"/>
                  <a:pt x="6896" y="9735"/>
                </a:cubicBezTo>
                <a:cubicBezTo>
                  <a:pt x="6851" y="9713"/>
                  <a:pt x="6663" y="9539"/>
                  <a:pt x="6489" y="8978"/>
                </a:cubicBezTo>
                <a:cubicBezTo>
                  <a:pt x="6441" y="8790"/>
                  <a:pt x="6394" y="8602"/>
                  <a:pt x="6360" y="8391"/>
                </a:cubicBezTo>
                <a:close/>
                <a:moveTo>
                  <a:pt x="4548" y="12179"/>
                </a:moveTo>
                <a:cubicBezTo>
                  <a:pt x="4769" y="12179"/>
                  <a:pt x="4946" y="12367"/>
                  <a:pt x="4946" y="12588"/>
                </a:cubicBezTo>
                <a:cubicBezTo>
                  <a:pt x="4946" y="12810"/>
                  <a:pt x="4769" y="12987"/>
                  <a:pt x="4548" y="12987"/>
                </a:cubicBezTo>
                <a:cubicBezTo>
                  <a:pt x="4326" y="12987"/>
                  <a:pt x="4138" y="12810"/>
                  <a:pt x="4138" y="12588"/>
                </a:cubicBezTo>
                <a:cubicBezTo>
                  <a:pt x="4138" y="12367"/>
                  <a:pt x="4326" y="12179"/>
                  <a:pt x="4548" y="12179"/>
                </a:cubicBezTo>
                <a:close/>
                <a:moveTo>
                  <a:pt x="9258" y="12179"/>
                </a:moveTo>
                <a:cubicBezTo>
                  <a:pt x="9479" y="12179"/>
                  <a:pt x="9667" y="12367"/>
                  <a:pt x="9667" y="12588"/>
                </a:cubicBezTo>
                <a:cubicBezTo>
                  <a:pt x="9667" y="12810"/>
                  <a:pt x="9479" y="12987"/>
                  <a:pt x="9258" y="12987"/>
                </a:cubicBezTo>
                <a:cubicBezTo>
                  <a:pt x="9036" y="12987"/>
                  <a:pt x="8848" y="12810"/>
                  <a:pt x="8848" y="12588"/>
                </a:cubicBezTo>
                <a:cubicBezTo>
                  <a:pt x="8848" y="12367"/>
                  <a:pt x="9036" y="12179"/>
                  <a:pt x="9258" y="12179"/>
                </a:cubicBezTo>
                <a:close/>
                <a:moveTo>
                  <a:pt x="4548" y="1"/>
                </a:moveTo>
                <a:cubicBezTo>
                  <a:pt x="3880" y="1"/>
                  <a:pt x="3333" y="537"/>
                  <a:pt x="3333" y="1204"/>
                </a:cubicBezTo>
                <a:cubicBezTo>
                  <a:pt x="3333" y="1880"/>
                  <a:pt x="3880" y="2419"/>
                  <a:pt x="4548" y="2419"/>
                </a:cubicBezTo>
                <a:lnTo>
                  <a:pt x="4607" y="2419"/>
                </a:lnTo>
                <a:lnTo>
                  <a:pt x="5142" y="3718"/>
                </a:lnTo>
                <a:cubicBezTo>
                  <a:pt x="4548" y="4043"/>
                  <a:pt x="4045" y="4534"/>
                  <a:pt x="3717" y="5143"/>
                </a:cubicBezTo>
                <a:lnTo>
                  <a:pt x="2421" y="4604"/>
                </a:lnTo>
                <a:cubicBezTo>
                  <a:pt x="2421" y="4582"/>
                  <a:pt x="2432" y="4559"/>
                  <a:pt x="2432" y="4545"/>
                </a:cubicBezTo>
                <a:cubicBezTo>
                  <a:pt x="2432" y="3869"/>
                  <a:pt x="1883" y="3331"/>
                  <a:pt x="1215" y="3331"/>
                </a:cubicBezTo>
                <a:cubicBezTo>
                  <a:pt x="539" y="3331"/>
                  <a:pt x="0" y="3869"/>
                  <a:pt x="0" y="4545"/>
                </a:cubicBezTo>
                <a:cubicBezTo>
                  <a:pt x="0" y="5213"/>
                  <a:pt x="539" y="5752"/>
                  <a:pt x="1215" y="5752"/>
                </a:cubicBezTo>
                <a:cubicBezTo>
                  <a:pt x="1566" y="5752"/>
                  <a:pt x="1894" y="5597"/>
                  <a:pt x="2115" y="5353"/>
                </a:cubicBezTo>
                <a:lnTo>
                  <a:pt x="3403" y="5892"/>
                </a:lnTo>
                <a:cubicBezTo>
                  <a:pt x="3308" y="6206"/>
                  <a:pt x="3263" y="6546"/>
                  <a:pt x="3263" y="6896"/>
                </a:cubicBezTo>
                <a:cubicBezTo>
                  <a:pt x="3263" y="7247"/>
                  <a:pt x="3308" y="7586"/>
                  <a:pt x="3403" y="7912"/>
                </a:cubicBezTo>
                <a:lnTo>
                  <a:pt x="2115" y="8439"/>
                </a:lnTo>
                <a:cubicBezTo>
                  <a:pt x="1894" y="8192"/>
                  <a:pt x="1566" y="8041"/>
                  <a:pt x="1215" y="8041"/>
                </a:cubicBezTo>
                <a:cubicBezTo>
                  <a:pt x="539" y="8041"/>
                  <a:pt x="0" y="8591"/>
                  <a:pt x="0" y="9258"/>
                </a:cubicBezTo>
                <a:cubicBezTo>
                  <a:pt x="0" y="9923"/>
                  <a:pt x="539" y="10473"/>
                  <a:pt x="1215" y="10473"/>
                </a:cubicBezTo>
                <a:cubicBezTo>
                  <a:pt x="1883" y="10473"/>
                  <a:pt x="2432" y="9923"/>
                  <a:pt x="2432" y="9258"/>
                </a:cubicBezTo>
                <a:cubicBezTo>
                  <a:pt x="2432" y="9233"/>
                  <a:pt x="2421" y="9211"/>
                  <a:pt x="2421" y="9188"/>
                </a:cubicBezTo>
                <a:lnTo>
                  <a:pt x="3717" y="8661"/>
                </a:lnTo>
                <a:cubicBezTo>
                  <a:pt x="4045" y="9258"/>
                  <a:pt x="4548" y="9749"/>
                  <a:pt x="5142" y="10086"/>
                </a:cubicBezTo>
                <a:lnTo>
                  <a:pt x="4607" y="11373"/>
                </a:lnTo>
                <a:lnTo>
                  <a:pt x="4548" y="11373"/>
                </a:lnTo>
                <a:cubicBezTo>
                  <a:pt x="3880" y="11373"/>
                  <a:pt x="3333" y="11923"/>
                  <a:pt x="3333" y="12588"/>
                </a:cubicBezTo>
                <a:cubicBezTo>
                  <a:pt x="3333" y="13256"/>
                  <a:pt x="3880" y="13803"/>
                  <a:pt x="4548" y="13803"/>
                </a:cubicBezTo>
                <a:cubicBezTo>
                  <a:pt x="5213" y="13803"/>
                  <a:pt x="5762" y="13256"/>
                  <a:pt x="5762" y="12588"/>
                </a:cubicBezTo>
                <a:cubicBezTo>
                  <a:pt x="5762" y="12226"/>
                  <a:pt x="5600" y="11909"/>
                  <a:pt x="5353" y="11688"/>
                </a:cubicBezTo>
                <a:lnTo>
                  <a:pt x="5891" y="10392"/>
                </a:lnTo>
                <a:cubicBezTo>
                  <a:pt x="6208" y="10484"/>
                  <a:pt x="6545" y="10543"/>
                  <a:pt x="6896" y="10543"/>
                </a:cubicBezTo>
                <a:cubicBezTo>
                  <a:pt x="7246" y="10543"/>
                  <a:pt x="7586" y="10484"/>
                  <a:pt x="7914" y="10392"/>
                </a:cubicBezTo>
                <a:lnTo>
                  <a:pt x="8453" y="11688"/>
                </a:lnTo>
                <a:cubicBezTo>
                  <a:pt x="8195" y="11909"/>
                  <a:pt x="8043" y="12226"/>
                  <a:pt x="8043" y="12588"/>
                </a:cubicBezTo>
                <a:cubicBezTo>
                  <a:pt x="8043" y="13256"/>
                  <a:pt x="8593" y="13803"/>
                  <a:pt x="9258" y="13803"/>
                </a:cubicBezTo>
                <a:cubicBezTo>
                  <a:pt x="9925" y="13803"/>
                  <a:pt x="10472" y="13256"/>
                  <a:pt x="10472" y="12588"/>
                </a:cubicBezTo>
                <a:cubicBezTo>
                  <a:pt x="10472" y="11923"/>
                  <a:pt x="9925" y="11373"/>
                  <a:pt x="9258" y="11373"/>
                </a:cubicBezTo>
                <a:lnTo>
                  <a:pt x="9199" y="11373"/>
                </a:lnTo>
                <a:lnTo>
                  <a:pt x="8663" y="10086"/>
                </a:lnTo>
                <a:cubicBezTo>
                  <a:pt x="9258" y="9749"/>
                  <a:pt x="9760" y="9258"/>
                  <a:pt x="10088" y="8661"/>
                </a:cubicBezTo>
                <a:lnTo>
                  <a:pt x="11373" y="9188"/>
                </a:lnTo>
                <a:lnTo>
                  <a:pt x="11373" y="9258"/>
                </a:lnTo>
                <a:cubicBezTo>
                  <a:pt x="11373" y="9923"/>
                  <a:pt x="11923" y="10473"/>
                  <a:pt x="12590" y="10473"/>
                </a:cubicBezTo>
                <a:cubicBezTo>
                  <a:pt x="13255" y="10473"/>
                  <a:pt x="13805" y="9923"/>
                  <a:pt x="13805" y="9258"/>
                </a:cubicBezTo>
                <a:cubicBezTo>
                  <a:pt x="13805" y="8591"/>
                  <a:pt x="13255" y="8041"/>
                  <a:pt x="12590" y="8041"/>
                </a:cubicBezTo>
                <a:cubicBezTo>
                  <a:pt x="12240" y="8041"/>
                  <a:pt x="11912" y="8192"/>
                  <a:pt x="11690" y="8439"/>
                </a:cubicBezTo>
                <a:lnTo>
                  <a:pt x="10402" y="7912"/>
                </a:lnTo>
                <a:cubicBezTo>
                  <a:pt x="10498" y="7586"/>
                  <a:pt x="10543" y="7247"/>
                  <a:pt x="10543" y="6896"/>
                </a:cubicBezTo>
                <a:cubicBezTo>
                  <a:pt x="10543" y="6546"/>
                  <a:pt x="10498" y="6206"/>
                  <a:pt x="10402" y="5892"/>
                </a:cubicBezTo>
                <a:lnTo>
                  <a:pt x="11690" y="5353"/>
                </a:lnTo>
                <a:cubicBezTo>
                  <a:pt x="11912" y="5597"/>
                  <a:pt x="12240" y="5752"/>
                  <a:pt x="12590" y="5752"/>
                </a:cubicBezTo>
                <a:cubicBezTo>
                  <a:pt x="13255" y="5752"/>
                  <a:pt x="13805" y="5213"/>
                  <a:pt x="13805" y="4545"/>
                </a:cubicBezTo>
                <a:cubicBezTo>
                  <a:pt x="13805" y="3869"/>
                  <a:pt x="13255" y="3331"/>
                  <a:pt x="12590" y="3331"/>
                </a:cubicBezTo>
                <a:cubicBezTo>
                  <a:pt x="11923" y="3331"/>
                  <a:pt x="11373" y="3869"/>
                  <a:pt x="11373" y="4545"/>
                </a:cubicBezTo>
                <a:lnTo>
                  <a:pt x="11373" y="4604"/>
                </a:lnTo>
                <a:lnTo>
                  <a:pt x="10088" y="5143"/>
                </a:lnTo>
                <a:cubicBezTo>
                  <a:pt x="9760" y="4534"/>
                  <a:pt x="9258" y="4043"/>
                  <a:pt x="8663" y="3718"/>
                </a:cubicBezTo>
                <a:lnTo>
                  <a:pt x="9199" y="2419"/>
                </a:lnTo>
                <a:lnTo>
                  <a:pt x="9258" y="2419"/>
                </a:lnTo>
                <a:cubicBezTo>
                  <a:pt x="9925" y="2419"/>
                  <a:pt x="10472" y="1880"/>
                  <a:pt x="10472" y="1204"/>
                </a:cubicBezTo>
                <a:cubicBezTo>
                  <a:pt x="10472" y="537"/>
                  <a:pt x="9925" y="1"/>
                  <a:pt x="9258" y="1"/>
                </a:cubicBezTo>
                <a:cubicBezTo>
                  <a:pt x="8593" y="1"/>
                  <a:pt x="8043" y="537"/>
                  <a:pt x="8043" y="1204"/>
                </a:cubicBezTo>
                <a:cubicBezTo>
                  <a:pt x="8043" y="1566"/>
                  <a:pt x="8195" y="1894"/>
                  <a:pt x="8453" y="2116"/>
                </a:cubicBezTo>
                <a:lnTo>
                  <a:pt x="7914" y="3401"/>
                </a:lnTo>
                <a:cubicBezTo>
                  <a:pt x="7586" y="3308"/>
                  <a:pt x="7246" y="3261"/>
                  <a:pt x="6896" y="3261"/>
                </a:cubicBezTo>
                <a:cubicBezTo>
                  <a:pt x="6545" y="3261"/>
                  <a:pt x="6208" y="3308"/>
                  <a:pt x="5891" y="3401"/>
                </a:cubicBezTo>
                <a:lnTo>
                  <a:pt x="5353" y="2116"/>
                </a:lnTo>
                <a:cubicBezTo>
                  <a:pt x="5600" y="1894"/>
                  <a:pt x="5762" y="1566"/>
                  <a:pt x="5762" y="1204"/>
                </a:cubicBezTo>
                <a:cubicBezTo>
                  <a:pt x="5762" y="537"/>
                  <a:pt x="5213" y="1"/>
                  <a:pt x="4548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853" name="Google Shape;853;p36"/>
          <p:cNvGrpSpPr/>
          <p:nvPr/>
        </p:nvGrpSpPr>
        <p:grpSpPr>
          <a:xfrm>
            <a:off x="6051525" y="1066250"/>
            <a:ext cx="345150" cy="345150"/>
            <a:chOff x="7783763" y="1564575"/>
            <a:chExt cx="345150" cy="345150"/>
          </a:xfrm>
        </p:grpSpPr>
        <p:sp>
          <p:nvSpPr>
            <p:cNvPr id="854" name="Google Shape;854;p36"/>
            <p:cNvSpPr/>
            <p:nvPr/>
          </p:nvSpPr>
          <p:spPr>
            <a:xfrm>
              <a:off x="7783763" y="15645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928" y="805"/>
                  </a:moveTo>
                  <a:lnTo>
                    <a:pt x="6899" y="2747"/>
                  </a:lnTo>
                  <a:cubicBezTo>
                    <a:pt x="6957" y="2876"/>
                    <a:pt x="7098" y="2968"/>
                    <a:pt x="7249" y="2968"/>
                  </a:cubicBezTo>
                  <a:lnTo>
                    <a:pt x="12989" y="2968"/>
                  </a:lnTo>
                  <a:lnTo>
                    <a:pt x="12989" y="3776"/>
                  </a:lnTo>
                  <a:lnTo>
                    <a:pt x="6500" y="3776"/>
                  </a:lnTo>
                  <a:lnTo>
                    <a:pt x="5541" y="1846"/>
                  </a:lnTo>
                  <a:cubicBezTo>
                    <a:pt x="5471" y="1706"/>
                    <a:pt x="5330" y="1613"/>
                    <a:pt x="5179" y="1613"/>
                  </a:cubicBezTo>
                  <a:lnTo>
                    <a:pt x="2691" y="1613"/>
                  </a:lnTo>
                  <a:lnTo>
                    <a:pt x="2691" y="805"/>
                  </a:lnTo>
                  <a:close/>
                  <a:moveTo>
                    <a:pt x="4924" y="2432"/>
                  </a:moveTo>
                  <a:lnTo>
                    <a:pt x="5891" y="4360"/>
                  </a:lnTo>
                  <a:cubicBezTo>
                    <a:pt x="5962" y="4500"/>
                    <a:pt x="6102" y="4581"/>
                    <a:pt x="6256" y="4581"/>
                  </a:cubicBezTo>
                  <a:lnTo>
                    <a:pt x="12989" y="4581"/>
                  </a:lnTo>
                  <a:lnTo>
                    <a:pt x="12989" y="5389"/>
                  </a:lnTo>
                  <a:lnTo>
                    <a:pt x="5507" y="5389"/>
                  </a:lnTo>
                  <a:lnTo>
                    <a:pt x="4536" y="3459"/>
                  </a:lnTo>
                  <a:cubicBezTo>
                    <a:pt x="4466" y="3319"/>
                    <a:pt x="4326" y="3238"/>
                    <a:pt x="4175" y="3238"/>
                  </a:cubicBezTo>
                  <a:lnTo>
                    <a:pt x="1613" y="3238"/>
                  </a:lnTo>
                  <a:lnTo>
                    <a:pt x="1613" y="2432"/>
                  </a:lnTo>
                  <a:close/>
                  <a:moveTo>
                    <a:pt x="4166" y="7876"/>
                  </a:moveTo>
                  <a:cubicBezTo>
                    <a:pt x="4839" y="7876"/>
                    <a:pt x="5389" y="8414"/>
                    <a:pt x="5389" y="9081"/>
                  </a:cubicBezTo>
                  <a:lnTo>
                    <a:pt x="5389" y="9760"/>
                  </a:lnTo>
                  <a:lnTo>
                    <a:pt x="2960" y="9760"/>
                  </a:lnTo>
                  <a:lnTo>
                    <a:pt x="2960" y="9106"/>
                  </a:lnTo>
                  <a:cubicBezTo>
                    <a:pt x="2960" y="8475"/>
                    <a:pt x="3473" y="7914"/>
                    <a:pt x="4104" y="7878"/>
                  </a:cubicBezTo>
                  <a:cubicBezTo>
                    <a:pt x="4125" y="7877"/>
                    <a:pt x="4145" y="7876"/>
                    <a:pt x="4166" y="7876"/>
                  </a:cubicBezTo>
                  <a:close/>
                  <a:moveTo>
                    <a:pt x="3928" y="4045"/>
                  </a:moveTo>
                  <a:lnTo>
                    <a:pt x="4887" y="5973"/>
                  </a:lnTo>
                  <a:cubicBezTo>
                    <a:pt x="4957" y="6113"/>
                    <a:pt x="5098" y="6206"/>
                    <a:pt x="5249" y="6206"/>
                  </a:cubicBezTo>
                  <a:lnTo>
                    <a:pt x="12989" y="6206"/>
                  </a:lnTo>
                  <a:lnTo>
                    <a:pt x="12989" y="10299"/>
                  </a:lnTo>
                  <a:lnTo>
                    <a:pt x="6733" y="10299"/>
                  </a:lnTo>
                  <a:lnTo>
                    <a:pt x="6733" y="10169"/>
                  </a:lnTo>
                  <a:cubicBezTo>
                    <a:pt x="6733" y="9948"/>
                    <a:pt x="6559" y="9760"/>
                    <a:pt x="6337" y="9760"/>
                  </a:cubicBezTo>
                  <a:lnTo>
                    <a:pt x="6197" y="9760"/>
                  </a:lnTo>
                  <a:lnTo>
                    <a:pt x="6197" y="9117"/>
                  </a:lnTo>
                  <a:cubicBezTo>
                    <a:pt x="6197" y="8018"/>
                    <a:pt x="5344" y="7106"/>
                    <a:pt x="4256" y="7072"/>
                  </a:cubicBezTo>
                  <a:cubicBezTo>
                    <a:pt x="4227" y="7071"/>
                    <a:pt x="4199" y="7071"/>
                    <a:pt x="4170" y="7071"/>
                  </a:cubicBezTo>
                  <a:cubicBezTo>
                    <a:pt x="3054" y="7071"/>
                    <a:pt x="2152" y="7976"/>
                    <a:pt x="2152" y="9081"/>
                  </a:cubicBezTo>
                  <a:lnTo>
                    <a:pt x="2152" y="9760"/>
                  </a:lnTo>
                  <a:lnTo>
                    <a:pt x="2023" y="9760"/>
                  </a:lnTo>
                  <a:cubicBezTo>
                    <a:pt x="1801" y="9760"/>
                    <a:pt x="1613" y="9948"/>
                    <a:pt x="1613" y="10169"/>
                  </a:cubicBezTo>
                  <a:lnTo>
                    <a:pt x="1613" y="10299"/>
                  </a:lnTo>
                  <a:lnTo>
                    <a:pt x="808" y="10299"/>
                  </a:lnTo>
                  <a:lnTo>
                    <a:pt x="808" y="4045"/>
                  </a:lnTo>
                  <a:close/>
                  <a:moveTo>
                    <a:pt x="1613" y="11104"/>
                  </a:moveTo>
                  <a:lnTo>
                    <a:pt x="1613" y="11923"/>
                  </a:lnTo>
                  <a:lnTo>
                    <a:pt x="808" y="11923"/>
                  </a:lnTo>
                  <a:lnTo>
                    <a:pt x="808" y="11104"/>
                  </a:lnTo>
                  <a:close/>
                  <a:moveTo>
                    <a:pt x="12989" y="11104"/>
                  </a:moveTo>
                  <a:lnTo>
                    <a:pt x="12989" y="11923"/>
                  </a:lnTo>
                  <a:lnTo>
                    <a:pt x="6733" y="11923"/>
                  </a:lnTo>
                  <a:lnTo>
                    <a:pt x="6733" y="11104"/>
                  </a:lnTo>
                  <a:close/>
                  <a:moveTo>
                    <a:pt x="5928" y="10568"/>
                  </a:moveTo>
                  <a:lnTo>
                    <a:pt x="5928" y="12997"/>
                  </a:lnTo>
                  <a:lnTo>
                    <a:pt x="2421" y="12997"/>
                  </a:lnTo>
                  <a:lnTo>
                    <a:pt x="2421" y="10568"/>
                  </a:lnTo>
                  <a:close/>
                  <a:moveTo>
                    <a:pt x="2292" y="0"/>
                  </a:moveTo>
                  <a:cubicBezTo>
                    <a:pt x="2071" y="0"/>
                    <a:pt x="1883" y="188"/>
                    <a:pt x="1883" y="410"/>
                  </a:cubicBezTo>
                  <a:lnTo>
                    <a:pt x="1883" y="1613"/>
                  </a:lnTo>
                  <a:lnTo>
                    <a:pt x="1207" y="1613"/>
                  </a:lnTo>
                  <a:cubicBezTo>
                    <a:pt x="982" y="1613"/>
                    <a:pt x="808" y="1801"/>
                    <a:pt x="808" y="2023"/>
                  </a:cubicBezTo>
                  <a:lnTo>
                    <a:pt x="808" y="3238"/>
                  </a:lnTo>
                  <a:lnTo>
                    <a:pt x="399" y="3238"/>
                  </a:lnTo>
                  <a:cubicBezTo>
                    <a:pt x="177" y="3238"/>
                    <a:pt x="0" y="3414"/>
                    <a:pt x="0" y="3636"/>
                  </a:cubicBezTo>
                  <a:lnTo>
                    <a:pt x="0" y="12321"/>
                  </a:lnTo>
                  <a:cubicBezTo>
                    <a:pt x="0" y="12543"/>
                    <a:pt x="177" y="12728"/>
                    <a:pt x="399" y="12728"/>
                  </a:cubicBezTo>
                  <a:lnTo>
                    <a:pt x="1613" y="12728"/>
                  </a:lnTo>
                  <a:lnTo>
                    <a:pt x="1613" y="13396"/>
                  </a:lnTo>
                  <a:cubicBezTo>
                    <a:pt x="1613" y="13628"/>
                    <a:pt x="1801" y="13805"/>
                    <a:pt x="2023" y="13805"/>
                  </a:cubicBezTo>
                  <a:lnTo>
                    <a:pt x="6337" y="13805"/>
                  </a:lnTo>
                  <a:cubicBezTo>
                    <a:pt x="6559" y="13805"/>
                    <a:pt x="6733" y="13628"/>
                    <a:pt x="6733" y="13396"/>
                  </a:cubicBezTo>
                  <a:lnTo>
                    <a:pt x="6733" y="12728"/>
                  </a:lnTo>
                  <a:lnTo>
                    <a:pt x="13396" y="12728"/>
                  </a:lnTo>
                  <a:cubicBezTo>
                    <a:pt x="13620" y="12728"/>
                    <a:pt x="13805" y="12543"/>
                    <a:pt x="13805" y="12321"/>
                  </a:cubicBezTo>
                  <a:lnTo>
                    <a:pt x="13805" y="2559"/>
                  </a:lnTo>
                  <a:cubicBezTo>
                    <a:pt x="13805" y="2337"/>
                    <a:pt x="13620" y="2163"/>
                    <a:pt x="13396" y="2163"/>
                  </a:cubicBezTo>
                  <a:lnTo>
                    <a:pt x="7505" y="2163"/>
                  </a:lnTo>
                  <a:lnTo>
                    <a:pt x="6537" y="222"/>
                  </a:lnTo>
                  <a:cubicBezTo>
                    <a:pt x="6467" y="82"/>
                    <a:pt x="6326" y="0"/>
                    <a:pt x="61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5" name="Google Shape;855;p36"/>
            <p:cNvSpPr/>
            <p:nvPr/>
          </p:nvSpPr>
          <p:spPr>
            <a:xfrm>
              <a:off x="7867363" y="1848875"/>
              <a:ext cx="41525" cy="20525"/>
            </a:xfrm>
            <a:custGeom>
              <a:rect l="l" t="t" r="r" b="b"/>
              <a:pathLst>
                <a:path w="1661" h="821" extrusionOk="0">
                  <a:moveTo>
                    <a:pt x="432" y="1"/>
                  </a:moveTo>
                  <a:cubicBezTo>
                    <a:pt x="222" y="1"/>
                    <a:pt x="48" y="152"/>
                    <a:pt x="23" y="363"/>
                  </a:cubicBezTo>
                  <a:cubicBezTo>
                    <a:pt x="0" y="610"/>
                    <a:pt x="188" y="820"/>
                    <a:pt x="421" y="820"/>
                  </a:cubicBezTo>
                  <a:lnTo>
                    <a:pt x="1229" y="820"/>
                  </a:lnTo>
                  <a:cubicBezTo>
                    <a:pt x="1425" y="820"/>
                    <a:pt x="1613" y="669"/>
                    <a:pt x="1636" y="458"/>
                  </a:cubicBezTo>
                  <a:cubicBezTo>
                    <a:pt x="1661" y="211"/>
                    <a:pt x="1473" y="1"/>
                    <a:pt x="1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6" name="Google Shape;856;p36"/>
            <p:cNvSpPr/>
            <p:nvPr/>
          </p:nvSpPr>
          <p:spPr>
            <a:xfrm>
              <a:off x="7972263" y="1740450"/>
              <a:ext cx="116025" cy="60850"/>
            </a:xfrm>
            <a:custGeom>
              <a:rect l="l" t="t" r="r" b="b"/>
              <a:pathLst>
                <a:path w="4641" h="2434" extrusionOk="0">
                  <a:moveTo>
                    <a:pt x="3836" y="809"/>
                  </a:moveTo>
                  <a:lnTo>
                    <a:pt x="3836" y="1614"/>
                  </a:lnTo>
                  <a:lnTo>
                    <a:pt x="820" y="1614"/>
                  </a:lnTo>
                  <a:lnTo>
                    <a:pt x="820" y="809"/>
                  </a:lnTo>
                  <a:close/>
                  <a:moveTo>
                    <a:pt x="411" y="1"/>
                  </a:moveTo>
                  <a:cubicBezTo>
                    <a:pt x="189" y="1"/>
                    <a:pt x="1" y="189"/>
                    <a:pt x="1" y="411"/>
                  </a:cubicBezTo>
                  <a:lnTo>
                    <a:pt x="1" y="2024"/>
                  </a:lnTo>
                  <a:cubicBezTo>
                    <a:pt x="1" y="2245"/>
                    <a:pt x="189" y="2433"/>
                    <a:pt x="411" y="2433"/>
                  </a:cubicBezTo>
                  <a:lnTo>
                    <a:pt x="4243" y="2433"/>
                  </a:lnTo>
                  <a:cubicBezTo>
                    <a:pt x="4467" y="2433"/>
                    <a:pt x="4641" y="2245"/>
                    <a:pt x="4641" y="2024"/>
                  </a:cubicBezTo>
                  <a:lnTo>
                    <a:pt x="4641" y="411"/>
                  </a:lnTo>
                  <a:cubicBezTo>
                    <a:pt x="4641" y="189"/>
                    <a:pt x="4467" y="1"/>
                    <a:pt x="424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57" name="Google Shape;857;p36"/>
          <p:cNvGrpSpPr/>
          <p:nvPr/>
        </p:nvGrpSpPr>
        <p:grpSpPr>
          <a:xfrm>
            <a:off x="3652100" y="1066250"/>
            <a:ext cx="348375" cy="345150"/>
            <a:chOff x="7007038" y="1564575"/>
            <a:chExt cx="348375" cy="345150"/>
          </a:xfrm>
        </p:grpSpPr>
        <p:sp>
          <p:nvSpPr>
            <p:cNvPr id="858" name="Google Shape;858;p36"/>
            <p:cNvSpPr/>
            <p:nvPr/>
          </p:nvSpPr>
          <p:spPr>
            <a:xfrm>
              <a:off x="7007038" y="1762000"/>
              <a:ext cx="348375" cy="147725"/>
            </a:xfrm>
            <a:custGeom>
              <a:rect l="l" t="t" r="r" b="b"/>
              <a:pathLst>
                <a:path w="13935" h="5909" extrusionOk="0">
                  <a:moveTo>
                    <a:pt x="1942" y="1058"/>
                  </a:moveTo>
                  <a:lnTo>
                    <a:pt x="1942" y="5100"/>
                  </a:lnTo>
                  <a:lnTo>
                    <a:pt x="808" y="5100"/>
                  </a:lnTo>
                  <a:lnTo>
                    <a:pt x="808" y="1058"/>
                  </a:lnTo>
                  <a:close/>
                  <a:moveTo>
                    <a:pt x="12525" y="807"/>
                  </a:moveTo>
                  <a:cubicBezTo>
                    <a:pt x="12673" y="807"/>
                    <a:pt x="12818" y="880"/>
                    <a:pt x="12905" y="1010"/>
                  </a:cubicBezTo>
                  <a:cubicBezTo>
                    <a:pt x="13045" y="1198"/>
                    <a:pt x="13011" y="1453"/>
                    <a:pt x="12849" y="1605"/>
                  </a:cubicBezTo>
                  <a:lnTo>
                    <a:pt x="10018" y="4318"/>
                  </a:lnTo>
                  <a:cubicBezTo>
                    <a:pt x="9494" y="4820"/>
                    <a:pt x="8792" y="5100"/>
                    <a:pt x="8066" y="5100"/>
                  </a:cubicBezTo>
                  <a:lnTo>
                    <a:pt x="2750" y="5100"/>
                  </a:lnTo>
                  <a:lnTo>
                    <a:pt x="2750" y="1815"/>
                  </a:lnTo>
                  <a:lnTo>
                    <a:pt x="3274" y="1571"/>
                  </a:lnTo>
                  <a:cubicBezTo>
                    <a:pt x="3537" y="1450"/>
                    <a:pt x="3818" y="1391"/>
                    <a:pt x="4099" y="1391"/>
                  </a:cubicBezTo>
                  <a:cubicBezTo>
                    <a:pt x="4442" y="1391"/>
                    <a:pt x="4784" y="1480"/>
                    <a:pt x="5086" y="1653"/>
                  </a:cubicBezTo>
                  <a:cubicBezTo>
                    <a:pt x="5507" y="1899"/>
                    <a:pt x="5987" y="2026"/>
                    <a:pt x="6478" y="2026"/>
                  </a:cubicBezTo>
                  <a:lnTo>
                    <a:pt x="8416" y="2026"/>
                  </a:lnTo>
                  <a:cubicBezTo>
                    <a:pt x="8615" y="2026"/>
                    <a:pt x="8803" y="2166"/>
                    <a:pt x="8826" y="2376"/>
                  </a:cubicBezTo>
                  <a:cubicBezTo>
                    <a:pt x="8851" y="2612"/>
                    <a:pt x="8663" y="2811"/>
                    <a:pt x="8416" y="2811"/>
                  </a:cubicBezTo>
                  <a:lnTo>
                    <a:pt x="5821" y="2834"/>
                  </a:lnTo>
                  <a:cubicBezTo>
                    <a:pt x="5589" y="2834"/>
                    <a:pt x="5401" y="3033"/>
                    <a:pt x="5415" y="3254"/>
                  </a:cubicBezTo>
                  <a:cubicBezTo>
                    <a:pt x="5426" y="3476"/>
                    <a:pt x="5611" y="3639"/>
                    <a:pt x="5835" y="3639"/>
                  </a:cubicBezTo>
                  <a:lnTo>
                    <a:pt x="8416" y="3639"/>
                  </a:lnTo>
                  <a:cubicBezTo>
                    <a:pt x="8966" y="3639"/>
                    <a:pt x="9435" y="3277"/>
                    <a:pt x="9586" y="2763"/>
                  </a:cubicBezTo>
                  <a:lnTo>
                    <a:pt x="12262" y="892"/>
                  </a:lnTo>
                  <a:cubicBezTo>
                    <a:pt x="12342" y="835"/>
                    <a:pt x="12434" y="807"/>
                    <a:pt x="12525" y="807"/>
                  </a:cubicBezTo>
                  <a:close/>
                  <a:moveTo>
                    <a:pt x="12521" y="1"/>
                  </a:moveTo>
                  <a:cubicBezTo>
                    <a:pt x="12269" y="1"/>
                    <a:pt x="12017" y="74"/>
                    <a:pt x="11797" y="227"/>
                  </a:cubicBezTo>
                  <a:lnTo>
                    <a:pt x="9482" y="1852"/>
                  </a:lnTo>
                  <a:cubicBezTo>
                    <a:pt x="9283" y="1479"/>
                    <a:pt x="8874" y="1220"/>
                    <a:pt x="8416" y="1220"/>
                  </a:cubicBezTo>
                  <a:lnTo>
                    <a:pt x="6467" y="1220"/>
                  </a:lnTo>
                  <a:cubicBezTo>
                    <a:pt x="6127" y="1220"/>
                    <a:pt x="5788" y="1114"/>
                    <a:pt x="5496" y="940"/>
                  </a:cubicBezTo>
                  <a:cubicBezTo>
                    <a:pt x="5068" y="684"/>
                    <a:pt x="4587" y="554"/>
                    <a:pt x="4103" y="554"/>
                  </a:cubicBezTo>
                  <a:cubicBezTo>
                    <a:pt x="3702" y="554"/>
                    <a:pt x="3300" y="643"/>
                    <a:pt x="2923" y="822"/>
                  </a:cubicBezTo>
                  <a:lnTo>
                    <a:pt x="2750" y="903"/>
                  </a:lnTo>
                  <a:lnTo>
                    <a:pt x="2750" y="648"/>
                  </a:lnTo>
                  <a:cubicBezTo>
                    <a:pt x="2750" y="427"/>
                    <a:pt x="2573" y="250"/>
                    <a:pt x="2351" y="250"/>
                  </a:cubicBezTo>
                  <a:lnTo>
                    <a:pt x="410" y="250"/>
                  </a:lnTo>
                  <a:cubicBezTo>
                    <a:pt x="177" y="250"/>
                    <a:pt x="0" y="427"/>
                    <a:pt x="0" y="648"/>
                  </a:cubicBezTo>
                  <a:lnTo>
                    <a:pt x="0" y="5499"/>
                  </a:lnTo>
                  <a:cubicBezTo>
                    <a:pt x="0" y="5731"/>
                    <a:pt x="177" y="5908"/>
                    <a:pt x="410" y="5908"/>
                  </a:cubicBezTo>
                  <a:lnTo>
                    <a:pt x="8066" y="5908"/>
                  </a:lnTo>
                  <a:cubicBezTo>
                    <a:pt x="9003" y="5908"/>
                    <a:pt x="9889" y="5546"/>
                    <a:pt x="10579" y="4901"/>
                  </a:cubicBezTo>
                  <a:lnTo>
                    <a:pt x="13410" y="2191"/>
                  </a:lnTo>
                  <a:cubicBezTo>
                    <a:pt x="13864" y="1759"/>
                    <a:pt x="13934" y="1069"/>
                    <a:pt x="13572" y="542"/>
                  </a:cubicBezTo>
                  <a:cubicBezTo>
                    <a:pt x="13320" y="189"/>
                    <a:pt x="12923" y="1"/>
                    <a:pt x="125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9" name="Google Shape;859;p36"/>
            <p:cNvSpPr/>
            <p:nvPr/>
          </p:nvSpPr>
          <p:spPr>
            <a:xfrm>
              <a:off x="7115188" y="1564575"/>
              <a:ext cx="155775" cy="208950"/>
            </a:xfrm>
            <a:custGeom>
              <a:rect l="l" t="t" r="r" b="b"/>
              <a:pathLst>
                <a:path w="6231" h="8358" extrusionOk="0">
                  <a:moveTo>
                    <a:pt x="3122" y="805"/>
                  </a:moveTo>
                  <a:cubicBezTo>
                    <a:pt x="4385" y="805"/>
                    <a:pt x="5412" y="1835"/>
                    <a:pt x="5412" y="3097"/>
                  </a:cubicBezTo>
                  <a:cubicBezTo>
                    <a:pt x="5412" y="3787"/>
                    <a:pt x="5109" y="4430"/>
                    <a:pt x="4570" y="4862"/>
                  </a:cubicBezTo>
                  <a:cubicBezTo>
                    <a:pt x="4231" y="5154"/>
                    <a:pt x="4009" y="5530"/>
                    <a:pt x="3928" y="5939"/>
                  </a:cubicBezTo>
                  <a:lnTo>
                    <a:pt x="3518" y="5939"/>
                  </a:lnTo>
                  <a:lnTo>
                    <a:pt x="3518" y="3810"/>
                  </a:lnTo>
                  <a:lnTo>
                    <a:pt x="4208" y="3120"/>
                  </a:lnTo>
                  <a:cubicBezTo>
                    <a:pt x="4348" y="2979"/>
                    <a:pt x="4371" y="2747"/>
                    <a:pt x="4245" y="2584"/>
                  </a:cubicBezTo>
                  <a:cubicBezTo>
                    <a:pt x="4163" y="2478"/>
                    <a:pt x="4045" y="2425"/>
                    <a:pt x="3926" y="2425"/>
                  </a:cubicBezTo>
                  <a:cubicBezTo>
                    <a:pt x="3822" y="2425"/>
                    <a:pt x="3717" y="2466"/>
                    <a:pt x="3636" y="2547"/>
                  </a:cubicBezTo>
                  <a:lnTo>
                    <a:pt x="3122" y="3075"/>
                  </a:lnTo>
                  <a:lnTo>
                    <a:pt x="2595" y="2547"/>
                  </a:lnTo>
                  <a:cubicBezTo>
                    <a:pt x="2514" y="2466"/>
                    <a:pt x="2409" y="2425"/>
                    <a:pt x="2305" y="2425"/>
                  </a:cubicBezTo>
                  <a:cubicBezTo>
                    <a:pt x="2186" y="2425"/>
                    <a:pt x="2068" y="2478"/>
                    <a:pt x="1986" y="2584"/>
                  </a:cubicBezTo>
                  <a:cubicBezTo>
                    <a:pt x="1860" y="2747"/>
                    <a:pt x="1883" y="2979"/>
                    <a:pt x="2034" y="3120"/>
                  </a:cubicBezTo>
                  <a:lnTo>
                    <a:pt x="2713" y="3810"/>
                  </a:lnTo>
                  <a:lnTo>
                    <a:pt x="2713" y="5939"/>
                  </a:lnTo>
                  <a:lnTo>
                    <a:pt x="2315" y="5939"/>
                  </a:lnTo>
                  <a:cubicBezTo>
                    <a:pt x="2233" y="5530"/>
                    <a:pt x="2000" y="5154"/>
                    <a:pt x="1661" y="4862"/>
                  </a:cubicBezTo>
                  <a:cubicBezTo>
                    <a:pt x="1133" y="4430"/>
                    <a:pt x="831" y="3787"/>
                    <a:pt x="831" y="3097"/>
                  </a:cubicBezTo>
                  <a:cubicBezTo>
                    <a:pt x="831" y="1835"/>
                    <a:pt x="1846" y="805"/>
                    <a:pt x="3122" y="805"/>
                  </a:cubicBezTo>
                  <a:close/>
                  <a:moveTo>
                    <a:pt x="3894" y="6744"/>
                  </a:moveTo>
                  <a:lnTo>
                    <a:pt x="3894" y="7412"/>
                  </a:lnTo>
                  <a:cubicBezTo>
                    <a:pt x="3894" y="7493"/>
                    <a:pt x="3835" y="7552"/>
                    <a:pt x="3765" y="7552"/>
                  </a:cubicBezTo>
                  <a:lnTo>
                    <a:pt x="2466" y="7552"/>
                  </a:lnTo>
                  <a:cubicBezTo>
                    <a:pt x="2396" y="7552"/>
                    <a:pt x="2337" y="7493"/>
                    <a:pt x="2337" y="7412"/>
                  </a:cubicBezTo>
                  <a:lnTo>
                    <a:pt x="2337" y="6744"/>
                  </a:lnTo>
                  <a:close/>
                  <a:moveTo>
                    <a:pt x="3122" y="0"/>
                  </a:moveTo>
                  <a:cubicBezTo>
                    <a:pt x="1403" y="0"/>
                    <a:pt x="0" y="1392"/>
                    <a:pt x="0" y="3097"/>
                  </a:cubicBezTo>
                  <a:cubicBezTo>
                    <a:pt x="0" y="4031"/>
                    <a:pt x="421" y="4898"/>
                    <a:pt x="1133" y="5493"/>
                  </a:cubicBezTo>
                  <a:cubicBezTo>
                    <a:pt x="1380" y="5692"/>
                    <a:pt x="1532" y="5973"/>
                    <a:pt x="1532" y="6264"/>
                  </a:cubicBezTo>
                  <a:lnTo>
                    <a:pt x="1532" y="7412"/>
                  </a:lnTo>
                  <a:cubicBezTo>
                    <a:pt x="1532" y="7936"/>
                    <a:pt x="1953" y="8357"/>
                    <a:pt x="2466" y="8357"/>
                  </a:cubicBezTo>
                  <a:lnTo>
                    <a:pt x="3765" y="8357"/>
                  </a:lnTo>
                  <a:cubicBezTo>
                    <a:pt x="4289" y="8357"/>
                    <a:pt x="4710" y="7936"/>
                    <a:pt x="4710" y="7412"/>
                  </a:cubicBezTo>
                  <a:lnTo>
                    <a:pt x="4710" y="6264"/>
                  </a:lnTo>
                  <a:cubicBezTo>
                    <a:pt x="4710" y="5973"/>
                    <a:pt x="4851" y="5692"/>
                    <a:pt x="5097" y="5493"/>
                  </a:cubicBezTo>
                  <a:cubicBezTo>
                    <a:pt x="5821" y="4898"/>
                    <a:pt x="6231" y="4031"/>
                    <a:pt x="6231" y="3097"/>
                  </a:cubicBezTo>
                  <a:cubicBezTo>
                    <a:pt x="6231" y="1392"/>
                    <a:pt x="4828" y="0"/>
                    <a:pt x="31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0" name="Google Shape;860;p36"/>
            <p:cNvSpPr/>
            <p:nvPr/>
          </p:nvSpPr>
          <p:spPr>
            <a:xfrm>
              <a:off x="7291063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1"/>
                  </a:moveTo>
                  <a:cubicBezTo>
                    <a:pt x="178" y="1"/>
                    <a:pt x="1" y="178"/>
                    <a:pt x="1" y="399"/>
                  </a:cubicBezTo>
                  <a:cubicBezTo>
                    <a:pt x="1" y="621"/>
                    <a:pt x="178" y="809"/>
                    <a:pt x="410" y="809"/>
                  </a:cubicBezTo>
                  <a:lnTo>
                    <a:pt x="1218" y="809"/>
                  </a:lnTo>
                  <a:cubicBezTo>
                    <a:pt x="1440" y="809"/>
                    <a:pt x="1614" y="621"/>
                    <a:pt x="1614" y="399"/>
                  </a:cubicBezTo>
                  <a:cubicBezTo>
                    <a:pt x="1614" y="178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1" name="Google Shape;861;p36"/>
            <p:cNvSpPr/>
            <p:nvPr/>
          </p:nvSpPr>
          <p:spPr>
            <a:xfrm>
              <a:off x="7282938" y="15780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1" y="1"/>
                  </a:moveTo>
                  <a:cubicBezTo>
                    <a:pt x="1092" y="1"/>
                    <a:pt x="1022" y="18"/>
                    <a:pt x="957" y="56"/>
                  </a:cubicBezTo>
                  <a:lnTo>
                    <a:pt x="256" y="454"/>
                  </a:lnTo>
                  <a:cubicBezTo>
                    <a:pt x="71" y="572"/>
                    <a:pt x="0" y="816"/>
                    <a:pt x="115" y="1015"/>
                  </a:cubicBezTo>
                  <a:cubicBezTo>
                    <a:pt x="186" y="1141"/>
                    <a:pt x="318" y="1213"/>
                    <a:pt x="457" y="1213"/>
                  </a:cubicBezTo>
                  <a:cubicBezTo>
                    <a:pt x="527" y="1213"/>
                    <a:pt x="599" y="1195"/>
                    <a:pt x="665" y="1156"/>
                  </a:cubicBezTo>
                  <a:lnTo>
                    <a:pt x="1367" y="757"/>
                  </a:lnTo>
                  <a:cubicBezTo>
                    <a:pt x="1555" y="642"/>
                    <a:pt x="1625" y="395"/>
                    <a:pt x="1507" y="210"/>
                  </a:cubicBezTo>
                  <a:cubicBezTo>
                    <a:pt x="1437" y="76"/>
                    <a:pt x="1302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2" name="Google Shape;862;p36"/>
            <p:cNvSpPr/>
            <p:nvPr/>
          </p:nvSpPr>
          <p:spPr>
            <a:xfrm>
              <a:off x="7282938" y="16757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0" y="1"/>
                  </a:moveTo>
                  <a:cubicBezTo>
                    <a:pt x="320" y="1"/>
                    <a:pt x="187" y="70"/>
                    <a:pt x="115" y="203"/>
                  </a:cubicBezTo>
                  <a:cubicBezTo>
                    <a:pt x="0" y="403"/>
                    <a:pt x="71" y="649"/>
                    <a:pt x="256" y="753"/>
                  </a:cubicBezTo>
                  <a:lnTo>
                    <a:pt x="957" y="1163"/>
                  </a:lnTo>
                  <a:cubicBezTo>
                    <a:pt x="1023" y="1197"/>
                    <a:pt x="1094" y="1214"/>
                    <a:pt x="1163" y="1214"/>
                  </a:cubicBezTo>
                  <a:cubicBezTo>
                    <a:pt x="1304" y="1214"/>
                    <a:pt x="1437" y="1145"/>
                    <a:pt x="1507" y="1011"/>
                  </a:cubicBezTo>
                  <a:cubicBezTo>
                    <a:pt x="1625" y="823"/>
                    <a:pt x="1555" y="565"/>
                    <a:pt x="1367" y="462"/>
                  </a:cubicBezTo>
                  <a:lnTo>
                    <a:pt x="665" y="52"/>
                  </a:lnTo>
                  <a:cubicBezTo>
                    <a:pt x="600" y="18"/>
                    <a:pt x="529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3" name="Google Shape;863;p36"/>
            <p:cNvSpPr/>
            <p:nvPr/>
          </p:nvSpPr>
          <p:spPr>
            <a:xfrm>
              <a:off x="7055288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1"/>
                  </a:moveTo>
                  <a:cubicBezTo>
                    <a:pt x="174" y="1"/>
                    <a:pt x="0" y="178"/>
                    <a:pt x="0" y="399"/>
                  </a:cubicBezTo>
                  <a:cubicBezTo>
                    <a:pt x="0" y="621"/>
                    <a:pt x="174" y="809"/>
                    <a:pt x="399" y="809"/>
                  </a:cubicBezTo>
                  <a:lnTo>
                    <a:pt x="1204" y="809"/>
                  </a:lnTo>
                  <a:cubicBezTo>
                    <a:pt x="1437" y="809"/>
                    <a:pt x="1613" y="621"/>
                    <a:pt x="1613" y="399"/>
                  </a:cubicBezTo>
                  <a:cubicBezTo>
                    <a:pt x="1613" y="178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4" name="Google Shape;864;p36"/>
            <p:cNvSpPr/>
            <p:nvPr/>
          </p:nvSpPr>
          <p:spPr>
            <a:xfrm>
              <a:off x="7063138" y="157805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65" y="1"/>
                  </a:moveTo>
                  <a:cubicBezTo>
                    <a:pt x="324" y="1"/>
                    <a:pt x="190" y="76"/>
                    <a:pt x="118" y="210"/>
                  </a:cubicBezTo>
                  <a:cubicBezTo>
                    <a:pt x="1" y="395"/>
                    <a:pt x="71" y="642"/>
                    <a:pt x="259" y="757"/>
                  </a:cubicBezTo>
                  <a:lnTo>
                    <a:pt x="960" y="1156"/>
                  </a:lnTo>
                  <a:cubicBezTo>
                    <a:pt x="1027" y="1195"/>
                    <a:pt x="1098" y="1213"/>
                    <a:pt x="1168" y="1213"/>
                  </a:cubicBezTo>
                  <a:cubicBezTo>
                    <a:pt x="1307" y="1213"/>
                    <a:pt x="1439" y="1141"/>
                    <a:pt x="1510" y="1015"/>
                  </a:cubicBezTo>
                  <a:cubicBezTo>
                    <a:pt x="1628" y="816"/>
                    <a:pt x="1558" y="572"/>
                    <a:pt x="1370" y="454"/>
                  </a:cubicBezTo>
                  <a:lnTo>
                    <a:pt x="668" y="56"/>
                  </a:lnTo>
                  <a:cubicBezTo>
                    <a:pt x="603" y="18"/>
                    <a:pt x="533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5" name="Google Shape;865;p36"/>
            <p:cNvSpPr/>
            <p:nvPr/>
          </p:nvSpPr>
          <p:spPr>
            <a:xfrm>
              <a:off x="7063138" y="16757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5" y="1"/>
                  </a:moveTo>
                  <a:cubicBezTo>
                    <a:pt x="1096" y="1"/>
                    <a:pt x="1026" y="18"/>
                    <a:pt x="960" y="52"/>
                  </a:cubicBezTo>
                  <a:lnTo>
                    <a:pt x="259" y="462"/>
                  </a:lnTo>
                  <a:cubicBezTo>
                    <a:pt x="71" y="565"/>
                    <a:pt x="1" y="823"/>
                    <a:pt x="118" y="1011"/>
                  </a:cubicBezTo>
                  <a:cubicBezTo>
                    <a:pt x="190" y="1145"/>
                    <a:pt x="323" y="1214"/>
                    <a:pt x="463" y="1214"/>
                  </a:cubicBezTo>
                  <a:cubicBezTo>
                    <a:pt x="532" y="1214"/>
                    <a:pt x="602" y="1197"/>
                    <a:pt x="668" y="1163"/>
                  </a:cubicBezTo>
                  <a:lnTo>
                    <a:pt x="1370" y="753"/>
                  </a:lnTo>
                  <a:cubicBezTo>
                    <a:pt x="1558" y="649"/>
                    <a:pt x="1628" y="403"/>
                    <a:pt x="1510" y="203"/>
                  </a:cubicBezTo>
                  <a:cubicBezTo>
                    <a:pt x="1438" y="70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866" name="Google Shape;866;p36"/>
          <p:cNvSpPr/>
          <p:nvPr/>
        </p:nvSpPr>
        <p:spPr>
          <a:xfrm>
            <a:off x="1255900" y="1066250"/>
            <a:ext cx="345150" cy="345150"/>
          </a:xfrm>
          <a:custGeom>
            <a:rect l="l" t="t" r="r" b="b"/>
            <a:pathLst>
              <a:path w="13805" h="13805" extrusionOk="0">
                <a:moveTo>
                  <a:pt x="2023" y="808"/>
                </a:moveTo>
                <a:cubicBezTo>
                  <a:pt x="2688" y="808"/>
                  <a:pt x="3238" y="1358"/>
                  <a:pt x="3238" y="2023"/>
                </a:cubicBezTo>
                <a:cubicBezTo>
                  <a:pt x="3238" y="2691"/>
                  <a:pt x="2688" y="3238"/>
                  <a:pt x="2023" y="3238"/>
                </a:cubicBezTo>
                <a:cubicBezTo>
                  <a:pt x="1355" y="3238"/>
                  <a:pt x="808" y="2691"/>
                  <a:pt x="808" y="2023"/>
                </a:cubicBezTo>
                <a:cubicBezTo>
                  <a:pt x="808" y="1358"/>
                  <a:pt x="1355" y="808"/>
                  <a:pt x="2023" y="808"/>
                </a:cubicBezTo>
                <a:close/>
                <a:moveTo>
                  <a:pt x="11783" y="808"/>
                </a:moveTo>
                <a:cubicBezTo>
                  <a:pt x="12450" y="808"/>
                  <a:pt x="12997" y="1358"/>
                  <a:pt x="12997" y="2023"/>
                </a:cubicBezTo>
                <a:cubicBezTo>
                  <a:pt x="12997" y="2691"/>
                  <a:pt x="12450" y="3238"/>
                  <a:pt x="11783" y="3238"/>
                </a:cubicBezTo>
                <a:cubicBezTo>
                  <a:pt x="11118" y="3238"/>
                  <a:pt x="10568" y="2691"/>
                  <a:pt x="10568" y="2023"/>
                </a:cubicBezTo>
                <a:cubicBezTo>
                  <a:pt x="10568" y="1358"/>
                  <a:pt x="11118" y="808"/>
                  <a:pt x="11783" y="808"/>
                </a:cubicBezTo>
                <a:close/>
                <a:moveTo>
                  <a:pt x="6896" y="5681"/>
                </a:moveTo>
                <a:cubicBezTo>
                  <a:pt x="7353" y="5681"/>
                  <a:pt x="7715" y="6043"/>
                  <a:pt x="7715" y="6500"/>
                </a:cubicBezTo>
                <a:cubicBezTo>
                  <a:pt x="7715" y="6944"/>
                  <a:pt x="7353" y="7305"/>
                  <a:pt x="6896" y="7305"/>
                </a:cubicBezTo>
                <a:cubicBezTo>
                  <a:pt x="6452" y="7305"/>
                  <a:pt x="6091" y="6944"/>
                  <a:pt x="6091" y="6500"/>
                </a:cubicBezTo>
                <a:cubicBezTo>
                  <a:pt x="6091" y="6043"/>
                  <a:pt x="6452" y="5681"/>
                  <a:pt x="6896" y="5681"/>
                </a:cubicBezTo>
                <a:close/>
                <a:moveTo>
                  <a:pt x="6896" y="4068"/>
                </a:moveTo>
                <a:cubicBezTo>
                  <a:pt x="8464" y="4068"/>
                  <a:pt x="9737" y="5342"/>
                  <a:pt x="9737" y="6899"/>
                </a:cubicBezTo>
                <a:cubicBezTo>
                  <a:pt x="9737" y="7471"/>
                  <a:pt x="9561" y="8007"/>
                  <a:pt x="9269" y="8453"/>
                </a:cubicBezTo>
                <a:cubicBezTo>
                  <a:pt x="9059" y="7996"/>
                  <a:pt x="8674" y="7634"/>
                  <a:pt x="8206" y="7446"/>
                </a:cubicBezTo>
                <a:cubicBezTo>
                  <a:pt x="8405" y="7179"/>
                  <a:pt x="8523" y="6851"/>
                  <a:pt x="8523" y="6500"/>
                </a:cubicBezTo>
                <a:cubicBezTo>
                  <a:pt x="8523" y="5600"/>
                  <a:pt x="7796" y="4876"/>
                  <a:pt x="6896" y="4876"/>
                </a:cubicBezTo>
                <a:cubicBezTo>
                  <a:pt x="6009" y="4876"/>
                  <a:pt x="5283" y="5600"/>
                  <a:pt x="5283" y="6500"/>
                </a:cubicBezTo>
                <a:cubicBezTo>
                  <a:pt x="5283" y="6851"/>
                  <a:pt x="5400" y="7179"/>
                  <a:pt x="5600" y="7446"/>
                </a:cubicBezTo>
                <a:cubicBezTo>
                  <a:pt x="5131" y="7634"/>
                  <a:pt x="4747" y="7996"/>
                  <a:pt x="4536" y="8453"/>
                </a:cubicBezTo>
                <a:cubicBezTo>
                  <a:pt x="4245" y="8007"/>
                  <a:pt x="4068" y="7471"/>
                  <a:pt x="4068" y="6899"/>
                </a:cubicBezTo>
                <a:cubicBezTo>
                  <a:pt x="4068" y="5342"/>
                  <a:pt x="5342" y="4068"/>
                  <a:pt x="6896" y="4068"/>
                </a:cubicBezTo>
                <a:close/>
                <a:moveTo>
                  <a:pt x="7457" y="8113"/>
                </a:moveTo>
                <a:cubicBezTo>
                  <a:pt x="8054" y="8113"/>
                  <a:pt x="8556" y="8557"/>
                  <a:pt x="8638" y="9129"/>
                </a:cubicBezTo>
                <a:cubicBezTo>
                  <a:pt x="8158" y="9505"/>
                  <a:pt x="7552" y="9726"/>
                  <a:pt x="6896" y="9726"/>
                </a:cubicBezTo>
                <a:cubicBezTo>
                  <a:pt x="6242" y="9726"/>
                  <a:pt x="5647" y="9505"/>
                  <a:pt x="5168" y="9129"/>
                </a:cubicBezTo>
                <a:cubicBezTo>
                  <a:pt x="5249" y="8557"/>
                  <a:pt x="5740" y="8113"/>
                  <a:pt x="6349" y="8113"/>
                </a:cubicBezTo>
                <a:close/>
                <a:moveTo>
                  <a:pt x="2023" y="10568"/>
                </a:moveTo>
                <a:cubicBezTo>
                  <a:pt x="2688" y="10568"/>
                  <a:pt x="3238" y="11107"/>
                  <a:pt x="3238" y="11783"/>
                </a:cubicBezTo>
                <a:cubicBezTo>
                  <a:pt x="3238" y="12450"/>
                  <a:pt x="2688" y="13000"/>
                  <a:pt x="2023" y="13000"/>
                </a:cubicBezTo>
                <a:cubicBezTo>
                  <a:pt x="1355" y="13000"/>
                  <a:pt x="808" y="12450"/>
                  <a:pt x="808" y="11783"/>
                </a:cubicBezTo>
                <a:cubicBezTo>
                  <a:pt x="808" y="11107"/>
                  <a:pt x="1355" y="10568"/>
                  <a:pt x="2023" y="10568"/>
                </a:cubicBezTo>
                <a:close/>
                <a:moveTo>
                  <a:pt x="11783" y="10568"/>
                </a:moveTo>
                <a:cubicBezTo>
                  <a:pt x="12450" y="10568"/>
                  <a:pt x="12997" y="11107"/>
                  <a:pt x="12997" y="11783"/>
                </a:cubicBezTo>
                <a:cubicBezTo>
                  <a:pt x="12997" y="12450"/>
                  <a:pt x="12450" y="13000"/>
                  <a:pt x="11783" y="13000"/>
                </a:cubicBezTo>
                <a:cubicBezTo>
                  <a:pt x="11118" y="13000"/>
                  <a:pt x="10568" y="12450"/>
                  <a:pt x="10568" y="11783"/>
                </a:cubicBezTo>
                <a:cubicBezTo>
                  <a:pt x="10568" y="11107"/>
                  <a:pt x="11118" y="10568"/>
                  <a:pt x="11783" y="10568"/>
                </a:cubicBezTo>
                <a:close/>
                <a:moveTo>
                  <a:pt x="2023" y="0"/>
                </a:moveTo>
                <a:cubicBezTo>
                  <a:pt x="912" y="0"/>
                  <a:pt x="0" y="901"/>
                  <a:pt x="0" y="2023"/>
                </a:cubicBezTo>
                <a:cubicBezTo>
                  <a:pt x="0" y="3134"/>
                  <a:pt x="912" y="4046"/>
                  <a:pt x="2023" y="4046"/>
                </a:cubicBezTo>
                <a:cubicBezTo>
                  <a:pt x="2432" y="4046"/>
                  <a:pt x="2817" y="3917"/>
                  <a:pt x="3134" y="3706"/>
                </a:cubicBezTo>
                <a:lnTo>
                  <a:pt x="4057" y="4629"/>
                </a:lnTo>
                <a:cubicBezTo>
                  <a:pt x="3566" y="5249"/>
                  <a:pt x="3263" y="6043"/>
                  <a:pt x="3263" y="6899"/>
                </a:cubicBezTo>
                <a:cubicBezTo>
                  <a:pt x="3263" y="7763"/>
                  <a:pt x="3566" y="8545"/>
                  <a:pt x="4057" y="9165"/>
                </a:cubicBezTo>
                <a:lnTo>
                  <a:pt x="3134" y="10088"/>
                </a:lnTo>
                <a:cubicBezTo>
                  <a:pt x="2817" y="9878"/>
                  <a:pt x="2432" y="9760"/>
                  <a:pt x="2023" y="9760"/>
                </a:cubicBezTo>
                <a:cubicBezTo>
                  <a:pt x="912" y="9760"/>
                  <a:pt x="0" y="10661"/>
                  <a:pt x="0" y="11783"/>
                </a:cubicBezTo>
                <a:cubicBezTo>
                  <a:pt x="0" y="12894"/>
                  <a:pt x="912" y="13805"/>
                  <a:pt x="2023" y="13805"/>
                </a:cubicBezTo>
                <a:cubicBezTo>
                  <a:pt x="3134" y="13805"/>
                  <a:pt x="4045" y="12894"/>
                  <a:pt x="4045" y="11783"/>
                </a:cubicBezTo>
                <a:cubicBezTo>
                  <a:pt x="4045" y="11373"/>
                  <a:pt x="3916" y="10989"/>
                  <a:pt x="3706" y="10661"/>
                </a:cubicBezTo>
                <a:lnTo>
                  <a:pt x="4629" y="9738"/>
                </a:lnTo>
                <a:cubicBezTo>
                  <a:pt x="5249" y="10240"/>
                  <a:pt x="6043" y="10546"/>
                  <a:pt x="6896" y="10546"/>
                </a:cubicBezTo>
                <a:cubicBezTo>
                  <a:pt x="7763" y="10546"/>
                  <a:pt x="8545" y="10240"/>
                  <a:pt x="9176" y="9738"/>
                </a:cubicBezTo>
                <a:lnTo>
                  <a:pt x="10099" y="10661"/>
                </a:lnTo>
                <a:cubicBezTo>
                  <a:pt x="9878" y="10989"/>
                  <a:pt x="9760" y="11373"/>
                  <a:pt x="9760" y="11783"/>
                </a:cubicBezTo>
                <a:cubicBezTo>
                  <a:pt x="9760" y="12894"/>
                  <a:pt x="10660" y="13805"/>
                  <a:pt x="11783" y="13805"/>
                </a:cubicBezTo>
                <a:cubicBezTo>
                  <a:pt x="12893" y="13805"/>
                  <a:pt x="13805" y="12894"/>
                  <a:pt x="13805" y="11783"/>
                </a:cubicBezTo>
                <a:cubicBezTo>
                  <a:pt x="13805" y="10661"/>
                  <a:pt x="12893" y="9760"/>
                  <a:pt x="11783" y="9760"/>
                </a:cubicBezTo>
                <a:cubicBezTo>
                  <a:pt x="11373" y="9760"/>
                  <a:pt x="10989" y="9878"/>
                  <a:pt x="10672" y="10088"/>
                </a:cubicBezTo>
                <a:lnTo>
                  <a:pt x="9749" y="9165"/>
                </a:lnTo>
                <a:cubicBezTo>
                  <a:pt x="10240" y="8545"/>
                  <a:pt x="10543" y="7763"/>
                  <a:pt x="10543" y="6899"/>
                </a:cubicBezTo>
                <a:cubicBezTo>
                  <a:pt x="10543" y="6043"/>
                  <a:pt x="10240" y="5249"/>
                  <a:pt x="9749" y="4629"/>
                </a:cubicBezTo>
                <a:lnTo>
                  <a:pt x="10672" y="3706"/>
                </a:lnTo>
                <a:cubicBezTo>
                  <a:pt x="10989" y="3917"/>
                  <a:pt x="11373" y="4046"/>
                  <a:pt x="11783" y="4046"/>
                </a:cubicBezTo>
                <a:cubicBezTo>
                  <a:pt x="12893" y="4046"/>
                  <a:pt x="13805" y="3134"/>
                  <a:pt x="13805" y="2023"/>
                </a:cubicBezTo>
                <a:cubicBezTo>
                  <a:pt x="13805" y="901"/>
                  <a:pt x="12893" y="0"/>
                  <a:pt x="11783" y="0"/>
                </a:cubicBezTo>
                <a:cubicBezTo>
                  <a:pt x="10660" y="0"/>
                  <a:pt x="9760" y="901"/>
                  <a:pt x="9760" y="2023"/>
                </a:cubicBezTo>
                <a:cubicBezTo>
                  <a:pt x="9760" y="2433"/>
                  <a:pt x="9878" y="2817"/>
                  <a:pt x="10099" y="3134"/>
                </a:cubicBezTo>
                <a:lnTo>
                  <a:pt x="9176" y="4057"/>
                </a:lnTo>
                <a:cubicBezTo>
                  <a:pt x="8545" y="3555"/>
                  <a:pt x="7763" y="3263"/>
                  <a:pt x="6896" y="3263"/>
                </a:cubicBezTo>
                <a:cubicBezTo>
                  <a:pt x="6043" y="3263"/>
                  <a:pt x="5249" y="3555"/>
                  <a:pt x="4629" y="4057"/>
                </a:cubicBezTo>
                <a:lnTo>
                  <a:pt x="3706" y="3134"/>
                </a:lnTo>
                <a:cubicBezTo>
                  <a:pt x="3916" y="2817"/>
                  <a:pt x="4045" y="2433"/>
                  <a:pt x="4045" y="2023"/>
                </a:cubicBezTo>
                <a:cubicBezTo>
                  <a:pt x="4045" y="901"/>
                  <a:pt x="3134" y="0"/>
                  <a:pt x="2023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13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Open Sans</vt:lpstr>
      <vt:lpstr>Office Theme</vt:lpstr>
      <vt:lpstr>[КЛЮЧЕВЫЕ ТЕЗИСЫ / ПРЕИМУЩЕСТВА]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2026-08-03T15:08:58.349</cp:lastPrinted>
  <dcterms:created xsi:type="dcterms:W3CDTF">2026-08-03T15:08:58Z</dcterms:created>
  <dcterms:modified xsi:type="dcterms:W3CDTF">2026-08-03T15:08:58Z</dcterms:modified>
</cp:coreProperties>
</file>