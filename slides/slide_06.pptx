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2-->
<p:presentation xmlns:r="http://schemas.openxmlformats.org/officeDocument/2006/relationships" xmlns:a="http://schemas.openxmlformats.org/drawingml/2006/main" xmlns:p="http://schemas.openxmlformats.org/presentationml/2006/main" embedTrueTypeFonts="1" saveSubsetFonts="1">
  <p:sldMasterIdLst>
    <p:sldMasterId id="2147483648" r:id="rId1"/>
    <p:sldMasterId id="2147483683" r:id="rId2"/>
  </p:sldMasterIdLst>
  <p:notesMasterIdLst>
    <p:notesMasterId r:id="rId3"/>
  </p:notesMasterIdLst>
  <p:sldIdLst>
    <p:sldId id="259" r:id="rId4"/>
  </p:sldIdLst>
  <p:sldSz cx="9144000" cy="5143500"/>
  <p:notesSz cx="6858000" cy="9144000"/>
  <p:embeddedFontLst>
    <p:embeddedFont>
      <p:font typeface="Amatic SC" panose="00000500000000000000" pitchFamily="2" charset="-79"/>
      <p:regular r:id="rId6"/>
      <p:bold r:id="rId7"/>
    </p:embeddedFont>
    <p:embeddedFont>
      <p:font typeface="Anaheim" panose="020B0604020202020204" charset="0"/>
      <p:regular r:id="rId8"/>
      <p:bold r:id="rId9"/>
    </p:embeddedFont>
    <p:embeddedFont>
      <p:font typeface="Hanken Grotesk" panose="020B0604020202020204" charset="0"/>
      <p:regular r:id="rId10"/>
      <p:bold r:id="rId11"/>
      <p:italic r:id="rId12"/>
      <p:boldItalic r:id="rId13"/>
    </p:embeddedFont>
    <p:embeddedFont>
      <p:font typeface="Raleway" pitchFamily="2" charset="0"/>
      <p:regular r:id="rId14"/>
      <p:bold r:id="rId15"/>
      <p:italic r:id="rId16"/>
      <p:boldItalic r:id="rId17"/>
    </p:embeddedFont>
    <p:embeddedFont>
      <p:font typeface="Raleway Black" pitchFamily="2" charset="0"/>
      <p:bold r:id="rId18"/>
      <p:boldItalic r:id="rId19"/>
    </p:embeddedFont>
    <p:embeddedFont>
      <p:font typeface="Raleway ExtraBold" pitchFamily="2" charset="0"/>
      <p:bold r:id="rId20"/>
      <p:boldItalic r:id="rId21"/>
    </p:embeddedFont>
    <p:embeddedFont>
      <p:font typeface="Roboto Medium" panose="02000000000000000000" pitchFamily="2" charset="0"/>
      <p:regular r:id="rId22"/>
      <p:italic r:id="rId23"/>
    </p:embeddedFont>
    <p:embeddedFont>
      <p:font typeface="Roboto" panose="02000000000000000000" pitchFamily="2"/>
      <p:bold r:id="rId24"/>
      <p:boldItalic r:id="rId25"/>
    </p:embeddedFont>
  </p:embeddedFontLst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5.fntdata" /><Relationship Id="rId11" Type="http://schemas.openxmlformats.org/officeDocument/2006/relationships/font" Target="fonts/font6.fntdata" /><Relationship Id="rId12" Type="http://schemas.openxmlformats.org/officeDocument/2006/relationships/font" Target="fonts/font7.fntdata" /><Relationship Id="rId13" Type="http://schemas.openxmlformats.org/officeDocument/2006/relationships/font" Target="fonts/font8.fntdata" /><Relationship Id="rId14" Type="http://schemas.openxmlformats.org/officeDocument/2006/relationships/font" Target="fonts/font9.fntdata" /><Relationship Id="rId15" Type="http://schemas.openxmlformats.org/officeDocument/2006/relationships/font" Target="fonts/font10.fntdata" /><Relationship Id="rId16" Type="http://schemas.openxmlformats.org/officeDocument/2006/relationships/font" Target="fonts/font11.fntdata" /><Relationship Id="rId17" Type="http://schemas.openxmlformats.org/officeDocument/2006/relationships/font" Target="fonts/font12.fntdata" /><Relationship Id="rId18" Type="http://schemas.openxmlformats.org/officeDocument/2006/relationships/font" Target="fonts/font13.fntdata" /><Relationship Id="rId19" Type="http://schemas.openxmlformats.org/officeDocument/2006/relationships/font" Target="fonts/font14.fntdata" /><Relationship Id="rId2" Type="http://schemas.openxmlformats.org/officeDocument/2006/relationships/slideMaster" Target="slideMasters/slideMaster2.xml" /><Relationship Id="rId20" Type="http://schemas.openxmlformats.org/officeDocument/2006/relationships/font" Target="fonts/font15.fntdata" /><Relationship Id="rId21" Type="http://schemas.openxmlformats.org/officeDocument/2006/relationships/font" Target="fonts/font16.fntdata" /><Relationship Id="rId22" Type="http://schemas.openxmlformats.org/officeDocument/2006/relationships/font" Target="fonts/font17.fntdata" /><Relationship Id="rId23" Type="http://schemas.openxmlformats.org/officeDocument/2006/relationships/font" Target="fonts/font18.fntdata" /><Relationship Id="rId24" Type="http://schemas.openxmlformats.org/officeDocument/2006/relationships/font" Target="fonts/font19.fntdata" /><Relationship Id="rId25" Type="http://schemas.openxmlformats.org/officeDocument/2006/relationships/font" Target="fonts/font20.fntdata" /><Relationship Id="rId26" Type="http://schemas.openxmlformats.org/officeDocument/2006/relationships/presProps" Target="presProps.xml" /><Relationship Id="rId27" Type="http://schemas.openxmlformats.org/officeDocument/2006/relationships/viewProps" Target="viewProps.xml" /><Relationship Id="rId28" Type="http://schemas.openxmlformats.org/officeDocument/2006/relationships/theme" Target="theme/theme1.xml" /><Relationship Id="rId29" Type="http://schemas.openxmlformats.org/officeDocument/2006/relationships/tableStyles" Target="tableStyles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tags" Target="tags/tag1.xml" /><Relationship Id="rId6" Type="http://schemas.openxmlformats.org/officeDocument/2006/relationships/font" Target="fonts/font1.fntdata" /><Relationship Id="rId7" Type="http://schemas.openxmlformats.org/officeDocument/2006/relationships/font" Target="fonts/font2.fntdata" /><Relationship Id="rId8" Type="http://schemas.openxmlformats.org/officeDocument/2006/relationships/font" Target="fonts/font3.fntdata" /><Relationship Id="rId9" Type="http://schemas.openxmlformats.org/officeDocument/2006/relationships/font" Target="fonts/font4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" name="Shape 829"/>
        <p:cNvGrpSpPr/>
        <p:nvPr/>
      </p:nvGrpSpPr>
      <p:grpSpPr>
        <a:xfrm>
          <a:off x="0" y="0"/>
          <a:ext cx="0" cy="0"/>
        </a:xfrm>
      </p:grpSpPr>
      <p:sp>
        <p:nvSpPr>
          <p:cNvPr id="830" name="Google Shape;830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hyperlink" Target="https://bit.ly/3A1uf1Q" TargetMode="External" /><Relationship Id="rId2" Type="http://schemas.openxmlformats.org/officeDocument/2006/relationships/hyperlink" Target="http://bit.ly/2TyoMsr" TargetMode="External" /><Relationship Id="rId3" Type="http://schemas.openxmlformats.org/officeDocument/2006/relationships/hyperlink" Target="http://bit.ly/2TtBDfr" TargetMode="External" /><Relationship Id="rId4" Type="http://schemas.openxmlformats.org/officeDocument/2006/relationships/slideMaster" Target="../slideMasters/slideMaster2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BCB4E6A-29B5-4137-BF76-278FDE9F1423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4AC456-9832-4555-ACB7-C195882A101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D097842C-55F4-49FB-81DD-3E12CCCF7709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D0CAB240-56D4-458D-9210-7F80B119EE9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C7C436DC-4EA1-4E9E-BFE9-AFED2354688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4CF62C2-CD2C-4C23-9605-EC44C69D62F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99AC921-BD7C-4EC5-91DC-E7939ADAD310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988BE234-CD31-40B9-B3C0-D7942025524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438701B2-31D9-4C5C-A708-9A556ECC124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91999BC8-A7F9-4B18-A64C-C5BE84DC349F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A75E697-B8BB-4658-9F68-61EF33EC59C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15975" y="1999150"/>
            <a:ext cx="4384800" cy="169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ct val="0"/>
              </a:spcBef>
              <a:spcAft>
                <a:spcPct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15975" y="3719650"/>
            <a:ext cx="4384800" cy="37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7612300" y="-540750"/>
            <a:ext cx="1111343" cy="1111343"/>
            <a:chOff x="8307725" y="278700"/>
            <a:chExt cx="1111343" cy="1111343"/>
          </a:xfrm>
        </p:grpSpPr>
        <p:sp>
          <p:nvSpPr>
            <p:cNvPr id="12" name="Google Shape;12;p2"/>
            <p:cNvSpPr/>
            <p:nvPr/>
          </p:nvSpPr>
          <p:spPr>
            <a:xfrm>
              <a:off x="8307725" y="278700"/>
              <a:ext cx="1111343" cy="1111343"/>
            </a:xfrm>
            <a:custGeom>
              <a:rect l="l" t="t" r="r" b="b"/>
              <a:pathLst>
                <a:path w="17396" h="17396" fill="none" extrusionOk="0">
                  <a:moveTo>
                    <a:pt x="8698" y="1"/>
                  </a:moveTo>
                  <a:cubicBezTo>
                    <a:pt x="13503" y="1"/>
                    <a:pt x="17395" y="3893"/>
                    <a:pt x="17395" y="8698"/>
                  </a:cubicBezTo>
                  <a:cubicBezTo>
                    <a:pt x="17395" y="13496"/>
                    <a:pt x="13503" y="17396"/>
                    <a:pt x="8698" y="17396"/>
                  </a:cubicBezTo>
                  <a:cubicBezTo>
                    <a:pt x="3900" y="17396"/>
                    <a:pt x="1" y="13496"/>
                    <a:pt x="1" y="8698"/>
                  </a:cubicBezTo>
                  <a:cubicBezTo>
                    <a:pt x="1" y="3893"/>
                    <a:pt x="3900" y="1"/>
                    <a:pt x="8698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8481362" y="452337"/>
              <a:ext cx="764065" cy="762212"/>
            </a:xfrm>
            <a:custGeom>
              <a:rect l="l" t="t" r="r" b="b"/>
              <a:pathLst>
                <a:path w="11960" h="11931" fill="none" extrusionOk="0">
                  <a:moveTo>
                    <a:pt x="5980" y="1"/>
                  </a:moveTo>
                  <a:cubicBezTo>
                    <a:pt x="9271" y="1"/>
                    <a:pt x="11960" y="2653"/>
                    <a:pt x="11960" y="5980"/>
                  </a:cubicBezTo>
                  <a:cubicBezTo>
                    <a:pt x="11960" y="9271"/>
                    <a:pt x="9271" y="11931"/>
                    <a:pt x="5980" y="11931"/>
                  </a:cubicBezTo>
                  <a:cubicBezTo>
                    <a:pt x="2690" y="11931"/>
                    <a:pt x="1" y="9271"/>
                    <a:pt x="1" y="5980"/>
                  </a:cubicBezTo>
                  <a:cubicBezTo>
                    <a:pt x="1" y="2653"/>
                    <a:pt x="2690" y="1"/>
                    <a:pt x="5980" y="1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8208698" y="2109319"/>
            <a:ext cx="1160062" cy="247278"/>
            <a:chOff x="8208698" y="2109319"/>
            <a:chExt cx="1160062" cy="247278"/>
          </a:xfrm>
        </p:grpSpPr>
        <p:sp>
          <p:nvSpPr>
            <p:cNvPr id="15" name="Google Shape;15;p2"/>
            <p:cNvSpPr/>
            <p:nvPr/>
          </p:nvSpPr>
          <p:spPr>
            <a:xfrm rot="5400000">
              <a:off x="8424637" y="18933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 rot="-5400000">
              <a:off x="8917458" y="1905296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" name="Google Shape;17;p2"/>
          <p:cNvGrpSpPr/>
          <p:nvPr/>
        </p:nvGrpSpPr>
        <p:grpSpPr>
          <a:xfrm rot="5400000" flipH="1">
            <a:off x="6277862" y="5350755"/>
            <a:ext cx="4486819" cy="625122"/>
            <a:chOff x="-78438" y="4073905"/>
            <a:chExt cx="4486819" cy="625122"/>
          </a:xfrm>
        </p:grpSpPr>
        <p:cxnSp>
          <p:nvCxnSpPr>
            <p:cNvPr id="18" name="Google Shape;18;p2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2"/>
            <p:cNvCxnSpPr/>
            <p:nvPr/>
          </p:nvCxnSpPr>
          <p:spPr>
            <a:xfrm rot="-5400000">
              <a:off x="3788541" y="4241677"/>
              <a:ext cx="464100" cy="4506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0" name="Google Shape;20;p2"/>
            <p:cNvSpPr/>
            <p:nvPr/>
          </p:nvSpPr>
          <p:spPr>
            <a:xfrm>
              <a:off x="4214956" y="40739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1" name="Google Shape;21;p2"/>
          <p:cNvGrpSpPr/>
          <p:nvPr/>
        </p:nvGrpSpPr>
        <p:grpSpPr>
          <a:xfrm rot="-5400000">
            <a:off x="8388339" y="1273396"/>
            <a:ext cx="493321" cy="357312"/>
            <a:chOff x="1722354" y="229144"/>
            <a:chExt cx="1748744" cy="1266614"/>
          </a:xfrm>
        </p:grpSpPr>
        <p:sp>
          <p:nvSpPr>
            <p:cNvPr id="22" name="Google Shape;22;p2"/>
            <p:cNvSpPr/>
            <p:nvPr/>
          </p:nvSpPr>
          <p:spPr>
            <a:xfrm rot="10800000">
              <a:off x="2239107" y="792406"/>
              <a:ext cx="1231990" cy="703352"/>
            </a:xfrm>
            <a:custGeom>
              <a:rect l="l" t="t" r="r" b="b"/>
              <a:pathLst>
                <a:path w="4864" h="2777" fill="none" extrusionOk="0">
                  <a:moveTo>
                    <a:pt x="4863" y="2776"/>
                  </a:moveTo>
                  <a:lnTo>
                    <a:pt x="2051" y="0"/>
                  </a:lnTo>
                  <a:lnTo>
                    <a:pt x="0" y="0"/>
                  </a:lnTo>
                </a:path>
              </a:pathLst>
            </a:custGeom>
            <a:solidFill>
              <a:schemeClr val="lt2"/>
            </a:solidFill>
            <a:ln w="9525" cap="rnd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 rot="10800000">
              <a:off x="1722354" y="229144"/>
              <a:ext cx="627506" cy="620727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header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1136800" y="2325725"/>
            <a:ext cx="3653400" cy="989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3600"/>
              <a:buNone/>
              <a:defRPr sz="3400"/>
            </a:lvl1pPr>
            <a:lvl2pPr lvl="1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2pPr>
            <a:lvl3pPr lvl="2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3pPr>
            <a:lvl4pPr lvl="3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4pPr>
            <a:lvl5pPr lvl="4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5pPr>
            <a:lvl6pPr lvl="5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6pPr>
            <a:lvl7pPr lvl="6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7pPr>
            <a:lvl8pPr lvl="7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8pPr>
            <a:lvl9pPr lvl="8" algn="ctr">
              <a:spcBef>
                <a:spcPct val="0"/>
              </a:spcBef>
              <a:spcAft>
                <a:spcPct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 idx="2" hasCustomPrompt="1"/>
          </p:nvPr>
        </p:nvSpPr>
        <p:spPr>
          <a:xfrm>
            <a:off x="4790350" y="2279800"/>
            <a:ext cx="1343100" cy="9894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49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7" name="Google Shape;27;p3"/>
          <p:cNvGrpSpPr/>
          <p:nvPr/>
        </p:nvGrpSpPr>
        <p:grpSpPr>
          <a:xfrm rot="-5400000">
            <a:off x="3860412" y="-1906049"/>
            <a:ext cx="3859204" cy="615399"/>
            <a:chOff x="-6675" y="307100"/>
            <a:chExt cx="9140700" cy="4634025"/>
          </a:xfrm>
        </p:grpSpPr>
        <p:cxnSp>
          <p:nvCxnSpPr>
            <p:cNvPr id="28" name="Google Shape;28;p3"/>
            <p:cNvCxnSpPr/>
            <p:nvPr/>
          </p:nvCxnSpPr>
          <p:spPr>
            <a:xfrm>
              <a:off x="-6675" y="30710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Google Shape;29;p3"/>
            <p:cNvCxnSpPr/>
            <p:nvPr/>
          </p:nvCxnSpPr>
          <p:spPr>
            <a:xfrm>
              <a:off x="-6675" y="133688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3"/>
            <p:cNvCxnSpPr/>
            <p:nvPr/>
          </p:nvCxnSpPr>
          <p:spPr>
            <a:xfrm>
              <a:off x="-6675" y="82199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Google Shape;31;p3"/>
            <p:cNvCxnSpPr/>
            <p:nvPr/>
          </p:nvCxnSpPr>
          <p:spPr>
            <a:xfrm>
              <a:off x="-6675" y="185177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" name="Google Shape;32;p3"/>
            <p:cNvCxnSpPr/>
            <p:nvPr/>
          </p:nvCxnSpPr>
          <p:spPr>
            <a:xfrm>
              <a:off x="-6675" y="2366667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3" name="Google Shape;33;p3"/>
            <p:cNvCxnSpPr/>
            <p:nvPr/>
          </p:nvCxnSpPr>
          <p:spPr>
            <a:xfrm>
              <a:off x="-6675" y="2881558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4" name="Google Shape;34;p3"/>
            <p:cNvCxnSpPr/>
            <p:nvPr/>
          </p:nvCxnSpPr>
          <p:spPr>
            <a:xfrm>
              <a:off x="-6675" y="3396450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5" name="Google Shape;35;p3"/>
            <p:cNvCxnSpPr/>
            <p:nvPr/>
          </p:nvCxnSpPr>
          <p:spPr>
            <a:xfrm>
              <a:off x="-6675" y="3911342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6" name="Google Shape;36;p3"/>
            <p:cNvCxnSpPr/>
            <p:nvPr/>
          </p:nvCxnSpPr>
          <p:spPr>
            <a:xfrm>
              <a:off x="-6675" y="4426233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7" name="Google Shape;37;p3"/>
            <p:cNvCxnSpPr/>
            <p:nvPr/>
          </p:nvCxnSpPr>
          <p:spPr>
            <a:xfrm>
              <a:off x="-6675" y="4941125"/>
              <a:ext cx="91407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8" name="Google Shape;38;p3"/>
          <p:cNvGrpSpPr/>
          <p:nvPr/>
        </p:nvGrpSpPr>
        <p:grpSpPr>
          <a:xfrm>
            <a:off x="-415272" y="538801"/>
            <a:ext cx="7636891" cy="5144942"/>
            <a:chOff x="-415272" y="538801"/>
            <a:chExt cx="7636891" cy="5144942"/>
          </a:xfrm>
        </p:grpSpPr>
        <p:grpSp>
          <p:nvGrpSpPr>
            <p:cNvPr id="39" name="Google Shape;39;p3"/>
            <p:cNvGrpSpPr/>
            <p:nvPr/>
          </p:nvGrpSpPr>
          <p:grpSpPr>
            <a:xfrm>
              <a:off x="6110275" y="4572400"/>
              <a:ext cx="1111343" cy="1111343"/>
              <a:chOff x="8307725" y="278700"/>
              <a:chExt cx="1111343" cy="1111343"/>
            </a:xfrm>
          </p:grpSpPr>
          <p:sp>
            <p:nvSpPr>
              <p:cNvPr id="40" name="Google Shape;40;p3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2" name="Google Shape;42;p3"/>
            <p:cNvGrpSpPr/>
            <p:nvPr/>
          </p:nvGrpSpPr>
          <p:grpSpPr>
            <a:xfrm>
              <a:off x="-415272" y="538801"/>
              <a:ext cx="2027056" cy="586283"/>
              <a:chOff x="-415272" y="538801"/>
              <a:chExt cx="2027056" cy="586283"/>
            </a:xfrm>
          </p:grpSpPr>
          <p:sp>
            <p:nvSpPr>
              <p:cNvPr id="43" name="Google Shape;43;p3"/>
              <p:cNvSpPr/>
              <p:nvPr/>
            </p:nvSpPr>
            <p:spPr>
              <a:xfrm rot="-5400000">
                <a:off x="1352729" y="32286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 rot="-5400000">
                <a:off x="-39071" y="673783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body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body" idx="1"/>
          </p:nvPr>
        </p:nvSpPr>
        <p:spPr>
          <a:xfrm>
            <a:off x="720000" y="1056776"/>
            <a:ext cx="7704000" cy="4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48" name="Google Shape;48;p4"/>
          <p:cNvGrpSpPr/>
          <p:nvPr/>
        </p:nvGrpSpPr>
        <p:grpSpPr>
          <a:xfrm>
            <a:off x="188277" y="1651177"/>
            <a:ext cx="8669316" cy="2098194"/>
            <a:chOff x="188277" y="1651177"/>
            <a:chExt cx="8669316" cy="2098194"/>
          </a:xfrm>
        </p:grpSpPr>
        <p:sp>
          <p:nvSpPr>
            <p:cNvPr id="49" name="Google Shape;49;p4"/>
            <p:cNvSpPr/>
            <p:nvPr/>
          </p:nvSpPr>
          <p:spPr>
            <a:xfrm rot="10800000">
              <a:off x="8650702" y="165117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rot="10800000">
              <a:off x="8814477" y="1942327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1" name="Google Shape;51;p4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52" name="Google Shape;52;p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4" name="Google Shape;54;p4"/>
          <p:cNvGrpSpPr/>
          <p:nvPr/>
        </p:nvGrpSpPr>
        <p:grpSpPr>
          <a:xfrm>
            <a:off x="-1181862" y="-331600"/>
            <a:ext cx="11020270" cy="5673388"/>
            <a:chOff x="-1181862" y="-331600"/>
            <a:chExt cx="11020270" cy="5673388"/>
          </a:xfrm>
        </p:grpSpPr>
        <p:grpSp>
          <p:nvGrpSpPr>
            <p:cNvPr id="55" name="Google Shape;55;p4"/>
            <p:cNvGrpSpPr/>
            <p:nvPr/>
          </p:nvGrpSpPr>
          <p:grpSpPr>
            <a:xfrm>
              <a:off x="8873150" y="1130915"/>
              <a:ext cx="965258" cy="273510"/>
              <a:chOff x="-6675" y="2881558"/>
              <a:chExt cx="9140700" cy="2059567"/>
            </a:xfrm>
          </p:grpSpPr>
          <p:cxnSp>
            <p:nvCxnSpPr>
              <p:cNvPr id="56" name="Google Shape;56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7" name="Google Shape;57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8" name="Google Shape;58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9" name="Google Shape;59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0" name="Google Shape;60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1" name="Google Shape;61;p4"/>
            <p:cNvSpPr/>
            <p:nvPr/>
          </p:nvSpPr>
          <p:spPr>
            <a:xfrm>
              <a:off x="8095400" y="-33160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2" name="Google Shape;62;p4"/>
            <p:cNvGrpSpPr/>
            <p:nvPr/>
          </p:nvGrpSpPr>
          <p:grpSpPr>
            <a:xfrm rot="10800000" flipH="1">
              <a:off x="8650689" y="182196"/>
              <a:ext cx="493321" cy="357312"/>
              <a:chOff x="1722354" y="229144"/>
              <a:chExt cx="1748744" cy="1266614"/>
            </a:xfrm>
          </p:grpSpPr>
          <p:sp>
            <p:nvSpPr>
              <p:cNvPr id="63" name="Google Shape;63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5" name="Google Shape;65;p4"/>
            <p:cNvSpPr/>
            <p:nvPr/>
          </p:nvSpPr>
          <p:spPr>
            <a:xfrm rot="5400000">
              <a:off x="-191675" y="348120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6" name="Google Shape;66;p4"/>
            <p:cNvGrpSpPr/>
            <p:nvPr/>
          </p:nvGrpSpPr>
          <p:grpSpPr>
            <a:xfrm rot="-5400000" flipH="1">
              <a:off x="159064" y="4046096"/>
              <a:ext cx="493321" cy="357312"/>
              <a:chOff x="1722354" y="229144"/>
              <a:chExt cx="1748744" cy="1266614"/>
            </a:xfrm>
          </p:grpSpPr>
          <p:sp>
            <p:nvSpPr>
              <p:cNvPr id="67" name="Google Shape;67;p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9" name="Google Shape;69;p4"/>
            <p:cNvGrpSpPr/>
            <p:nvPr/>
          </p:nvGrpSpPr>
          <p:grpSpPr>
            <a:xfrm>
              <a:off x="-776975" y="4800515"/>
              <a:ext cx="965258" cy="273510"/>
              <a:chOff x="-6675" y="2881558"/>
              <a:chExt cx="9140700" cy="2059567"/>
            </a:xfrm>
          </p:grpSpPr>
          <p:cxnSp>
            <p:nvCxnSpPr>
              <p:cNvPr id="70" name="Google Shape;70;p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1" name="Google Shape;71;p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2" name="Google Shape;72;p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3" name="Google Shape;73;p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74" name="Google Shape;74;p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75" name="Google Shape;75;p4"/>
          <p:cNvGrpSpPr/>
          <p:nvPr/>
        </p:nvGrpSpPr>
        <p:grpSpPr>
          <a:xfrm>
            <a:off x="-142612" y="-168664"/>
            <a:ext cx="7919030" cy="2888968"/>
            <a:chOff x="-142612" y="-168664"/>
            <a:chExt cx="7919030" cy="2888968"/>
          </a:xfrm>
        </p:grpSpPr>
        <p:sp>
          <p:nvSpPr>
            <p:cNvPr id="76" name="Google Shape;76;p4"/>
            <p:cNvSpPr/>
            <p:nvPr/>
          </p:nvSpPr>
          <p:spPr>
            <a:xfrm rot="10800000">
              <a:off x="7736362" y="-1686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77" name="Google Shape;77;p4"/>
            <p:cNvSpPr/>
            <p:nvPr/>
          </p:nvSpPr>
          <p:spPr>
            <a:xfrm rot="5400000">
              <a:off x="57800" y="2479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78" name="Google Shape;78;p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wo columns" type="twoColTx">
  <p:cSld name="TITLE_AND_TWO_COLUMNS">
    <p:spTree>
      <p:nvGrpSpPr>
        <p:cNvPr id="1" name="Shape 79"/>
        <p:cNvGrpSpPr/>
        <p:nvPr/>
      </p:nvGrpSpPr>
      <p:grpSpPr>
        <a:xfrm>
          <a:off x="0" y="0"/>
          <a:ext cx="0" cy="0"/>
        </a:xfrm>
      </p:grpSpPr>
      <p:sp>
        <p:nvSpPr>
          <p:cNvPr id="80" name="Google Shape;8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1" name="Google Shape;81;p5"/>
          <p:cNvSpPr txBox="1">
            <a:spLocks noGrp="1"/>
          </p:cNvSpPr>
          <p:nvPr>
            <p:ph type="subTitle" idx="1"/>
          </p:nvPr>
        </p:nvSpPr>
        <p:spPr>
          <a:xfrm>
            <a:off x="4861824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5"/>
          <p:cNvSpPr txBox="1">
            <a:spLocks noGrp="1"/>
          </p:cNvSpPr>
          <p:nvPr>
            <p:ph type="subTitle" idx="2"/>
          </p:nvPr>
        </p:nvSpPr>
        <p:spPr>
          <a:xfrm>
            <a:off x="1671269" y="2438075"/>
            <a:ext cx="2610900" cy="14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5"/>
          <p:cNvSpPr txBox="1">
            <a:spLocks noGrp="1"/>
          </p:cNvSpPr>
          <p:nvPr>
            <p:ph type="subTitle" idx="3"/>
          </p:nvPr>
        </p:nvSpPr>
        <p:spPr>
          <a:xfrm>
            <a:off x="1671269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84" name="Google Shape;84;p5"/>
          <p:cNvSpPr txBox="1">
            <a:spLocks noGrp="1"/>
          </p:cNvSpPr>
          <p:nvPr>
            <p:ph type="subTitle" idx="4"/>
          </p:nvPr>
        </p:nvSpPr>
        <p:spPr>
          <a:xfrm>
            <a:off x="4861831" y="2041650"/>
            <a:ext cx="2610900" cy="483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85" name="Google Shape;85;p5"/>
          <p:cNvGrpSpPr/>
          <p:nvPr/>
        </p:nvGrpSpPr>
        <p:grpSpPr>
          <a:xfrm>
            <a:off x="188277" y="2438079"/>
            <a:ext cx="8669349" cy="1311292"/>
            <a:chOff x="188277" y="2438079"/>
            <a:chExt cx="8669349" cy="1311292"/>
          </a:xfrm>
        </p:grpSpPr>
        <p:sp>
          <p:nvSpPr>
            <p:cNvPr id="86" name="Google Shape;86;p5"/>
            <p:cNvSpPr/>
            <p:nvPr/>
          </p:nvSpPr>
          <p:spPr>
            <a:xfrm rot="10800000">
              <a:off x="8615635" y="29832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87" name="Google Shape;87;p5"/>
            <p:cNvSpPr/>
            <p:nvPr/>
          </p:nvSpPr>
          <p:spPr>
            <a:xfrm rot="10800000">
              <a:off x="8814510" y="243807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88" name="Google Shape;88;p5"/>
            <p:cNvGrpSpPr/>
            <p:nvPr/>
          </p:nvGrpSpPr>
          <p:grpSpPr>
            <a:xfrm>
              <a:off x="188277" y="2983227"/>
              <a:ext cx="206891" cy="766144"/>
              <a:chOff x="8650702" y="3525402"/>
              <a:chExt cx="206891" cy="766144"/>
            </a:xfrm>
          </p:grpSpPr>
          <p:sp>
            <p:nvSpPr>
              <p:cNvPr id="89" name="Google Shape;89;p5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1" name="Google Shape;91;p5"/>
          <p:cNvGrpSpPr/>
          <p:nvPr/>
        </p:nvGrpSpPr>
        <p:grpSpPr>
          <a:xfrm>
            <a:off x="-2835749" y="5"/>
            <a:ext cx="12294866" cy="7634520"/>
            <a:chOff x="-2835749" y="5"/>
            <a:chExt cx="12294866" cy="7634520"/>
          </a:xfrm>
        </p:grpSpPr>
        <p:sp>
          <p:nvSpPr>
            <p:cNvPr id="92" name="Google Shape;92;p5"/>
            <p:cNvSpPr/>
            <p:nvPr/>
          </p:nvSpPr>
          <p:spPr>
            <a:xfrm flipH="1">
              <a:off x="-2835749" y="5"/>
              <a:ext cx="3174344" cy="5036488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3" name="Google Shape;93;p5"/>
            <p:cNvGrpSpPr/>
            <p:nvPr/>
          </p:nvGrpSpPr>
          <p:grpSpPr>
            <a:xfrm rot="10800000">
              <a:off x="29436" y="1468071"/>
              <a:ext cx="493321" cy="357312"/>
              <a:chOff x="2199401" y="229144"/>
              <a:chExt cx="1748744" cy="1266614"/>
            </a:xfrm>
          </p:grpSpPr>
          <p:sp>
            <p:nvSpPr>
              <p:cNvPr id="94" name="Google Shape;94;p5"/>
              <p:cNvSpPr/>
              <p:nvPr/>
            </p:nvSpPr>
            <p:spPr>
              <a:xfrm rot="10800000">
                <a:off x="2716154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 rot="10800000">
                <a:off x="2199401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96" name="Google Shape;96;p5"/>
            <p:cNvSpPr/>
            <p:nvPr/>
          </p:nvSpPr>
          <p:spPr>
            <a:xfrm>
              <a:off x="8212964" y="3553070"/>
              <a:ext cx="1246152" cy="408145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97" name="Google Shape;97;p5"/>
            <p:cNvGrpSpPr/>
            <p:nvPr/>
          </p:nvGrpSpPr>
          <p:grpSpPr>
            <a:xfrm flipH="1">
              <a:off x="8212963" y="4702315"/>
              <a:ext cx="965258" cy="273510"/>
              <a:chOff x="-6675" y="2881558"/>
              <a:chExt cx="9140700" cy="2059567"/>
            </a:xfrm>
          </p:grpSpPr>
          <p:cxnSp>
            <p:nvCxnSpPr>
              <p:cNvPr id="98" name="Google Shape;98;p5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Google Shape;99;p5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0" name="Google Shape;100;p5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1" name="Google Shape;101;p5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2" name="Google Shape;102;p5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3" name="Google Shape;103;p5"/>
          <p:cNvGrpSpPr/>
          <p:nvPr/>
        </p:nvGrpSpPr>
        <p:grpSpPr>
          <a:xfrm>
            <a:off x="342875" y="2524661"/>
            <a:ext cx="8713622" cy="1947138"/>
            <a:chOff x="342875" y="2524661"/>
            <a:chExt cx="8713622" cy="1947138"/>
          </a:xfrm>
        </p:grpSpPr>
        <p:sp>
          <p:nvSpPr>
            <p:cNvPr id="104" name="Google Shape;104;p5"/>
            <p:cNvSpPr/>
            <p:nvPr/>
          </p:nvSpPr>
          <p:spPr>
            <a:xfrm rot="5400000">
              <a:off x="8816029" y="423133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05" name="Google Shape;105;p5"/>
            <p:cNvSpPr/>
            <p:nvPr/>
          </p:nvSpPr>
          <p:spPr>
            <a:xfrm rot="10800000">
              <a:off x="342875" y="2524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06" name="Google Shape;106;p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" type="titleOnly">
  <p:cSld name="TITLE_ONLY">
    <p:spTree>
      <p:nvGrpSpPr>
        <p:cNvPr id="1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09" name="Google Shape;109;p6"/>
          <p:cNvGrpSpPr/>
          <p:nvPr/>
        </p:nvGrpSpPr>
        <p:grpSpPr>
          <a:xfrm>
            <a:off x="713236" y="-1192757"/>
            <a:ext cx="8217269" cy="9624966"/>
            <a:chOff x="713236" y="-1192757"/>
            <a:chExt cx="8217269" cy="9624966"/>
          </a:xfrm>
        </p:grpSpPr>
        <p:grpSp>
          <p:nvGrpSpPr>
            <p:cNvPr id="110" name="Google Shape;110;p6"/>
            <p:cNvGrpSpPr/>
            <p:nvPr/>
          </p:nvGrpSpPr>
          <p:grpSpPr>
            <a:xfrm rot="5400000" flipH="1">
              <a:off x="-917001" y="6234248"/>
              <a:ext cx="3828199" cy="567724"/>
              <a:chOff x="-1181972" y="3591337"/>
              <a:chExt cx="3497989" cy="518706"/>
            </a:xfrm>
          </p:grpSpPr>
          <p:cxnSp>
            <p:nvCxnSpPr>
              <p:cNvPr id="111" name="Google Shape;111;p6"/>
              <p:cNvCxnSpPr/>
              <p:nvPr/>
            </p:nvCxnSpPr>
            <p:spPr>
              <a:xfrm flipH="1">
                <a:off x="308728" y="2619343"/>
                <a:ext cx="0" cy="2981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2" name="Google Shape;112;p6"/>
              <p:cNvCxnSpPr/>
              <p:nvPr/>
            </p:nvCxnSpPr>
            <p:spPr>
              <a:xfrm rot="-5400000">
                <a:off x="1795201" y="3757993"/>
                <a:ext cx="357300" cy="3468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13" name="Google Shape;113;p6"/>
              <p:cNvSpPr/>
              <p:nvPr/>
            </p:nvSpPr>
            <p:spPr>
              <a:xfrm>
                <a:off x="2122592" y="3591337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" name="Google Shape;114;p6"/>
            <p:cNvGrpSpPr/>
            <p:nvPr/>
          </p:nvGrpSpPr>
          <p:grpSpPr>
            <a:xfrm>
              <a:off x="6549025" y="-95200"/>
              <a:ext cx="2381480" cy="750487"/>
              <a:chOff x="6549025" y="-95200"/>
              <a:chExt cx="2381480" cy="750487"/>
            </a:xfrm>
          </p:grpSpPr>
          <p:grpSp>
            <p:nvGrpSpPr>
              <p:cNvPr id="115" name="Google Shape;115;p6"/>
              <p:cNvGrpSpPr/>
              <p:nvPr/>
            </p:nvGrpSpPr>
            <p:grpSpPr>
              <a:xfrm rot="-5400000">
                <a:off x="8505189" y="229971"/>
                <a:ext cx="493321" cy="357312"/>
                <a:chOff x="1722354" y="229144"/>
                <a:chExt cx="1748744" cy="1266614"/>
              </a:xfrm>
            </p:grpSpPr>
            <p:sp>
              <p:nvSpPr>
                <p:cNvPr id="116" name="Google Shape;116;p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7" name="Google Shape;117;p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18" name="Google Shape;118;p6"/>
              <p:cNvSpPr/>
              <p:nvPr/>
            </p:nvSpPr>
            <p:spPr>
              <a:xfrm>
                <a:off x="6549025" y="-95200"/>
                <a:ext cx="2381475" cy="429625"/>
              </a:xfrm>
              <a:custGeom>
                <a:rect l="l" t="t" r="r" b="b"/>
                <a:pathLst>
                  <a:path w="95259" h="17185" extrusionOk="0">
                    <a:moveTo>
                      <a:pt x="0" y="2455"/>
                    </a:moveTo>
                    <a:lnTo>
                      <a:pt x="14731" y="17185"/>
                    </a:lnTo>
                    <a:lnTo>
                      <a:pt x="65552" y="17185"/>
                    </a:lnTo>
                    <a:lnTo>
                      <a:pt x="72303" y="10434"/>
                    </a:lnTo>
                    <a:lnTo>
                      <a:pt x="95259" y="10434"/>
                    </a:lnTo>
                    <a:lnTo>
                      <a:pt x="95259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  <p:grpSp>
          <p:nvGrpSpPr>
            <p:cNvPr id="119" name="Google Shape;119;p6"/>
            <p:cNvGrpSpPr/>
            <p:nvPr/>
          </p:nvGrpSpPr>
          <p:grpSpPr>
            <a:xfrm rot="5400000">
              <a:off x="6896426" y="-564435"/>
              <a:ext cx="1530153" cy="273510"/>
              <a:chOff x="-6675" y="2881558"/>
              <a:chExt cx="9140700" cy="2059567"/>
            </a:xfrm>
          </p:grpSpPr>
          <p:cxnSp>
            <p:nvCxnSpPr>
              <p:cNvPr id="120" name="Google Shape;120;p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1" name="Google Shape;121;p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" name="Google Shape;122;p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3" name="Google Shape;123;p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4" name="Google Shape;124;p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25" name="Google Shape;125;p6"/>
          <p:cNvGrpSpPr/>
          <p:nvPr/>
        </p:nvGrpSpPr>
        <p:grpSpPr>
          <a:xfrm>
            <a:off x="302564" y="1262596"/>
            <a:ext cx="9110252" cy="3563617"/>
            <a:chOff x="302564" y="1262596"/>
            <a:chExt cx="9110252" cy="3563617"/>
          </a:xfrm>
        </p:grpSpPr>
        <p:grpSp>
          <p:nvGrpSpPr>
            <p:cNvPr id="126" name="Google Shape;126;p6"/>
            <p:cNvGrpSpPr/>
            <p:nvPr/>
          </p:nvGrpSpPr>
          <p:grpSpPr>
            <a:xfrm rot="5400000">
              <a:off x="-153827" y="4122544"/>
              <a:ext cx="1160062" cy="247278"/>
              <a:chOff x="8000023" y="2164544"/>
              <a:chExt cx="1160062" cy="247278"/>
            </a:xfrm>
          </p:grpSpPr>
          <p:sp>
            <p:nvSpPr>
              <p:cNvPr id="127" name="Google Shape;127;p6"/>
              <p:cNvSpPr/>
              <p:nvPr/>
            </p:nvSpPr>
            <p:spPr>
              <a:xfrm rot="5400000">
                <a:off x="8215962" y="19486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6"/>
              <p:cNvSpPr/>
              <p:nvPr/>
            </p:nvSpPr>
            <p:spPr>
              <a:xfrm rot="-5400000">
                <a:off x="8708783" y="1960521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29" name="Google Shape;129;p6"/>
            <p:cNvGrpSpPr/>
            <p:nvPr/>
          </p:nvGrpSpPr>
          <p:grpSpPr>
            <a:xfrm>
              <a:off x="8578108" y="1262596"/>
              <a:ext cx="834709" cy="226938"/>
              <a:chOff x="8541258" y="2281496"/>
              <a:chExt cx="834709" cy="226938"/>
            </a:xfrm>
          </p:grpSpPr>
          <p:sp>
            <p:nvSpPr>
              <p:cNvPr id="130" name="Google Shape;130;p6"/>
              <p:cNvSpPr/>
              <p:nvPr/>
            </p:nvSpPr>
            <p:spPr>
              <a:xfrm rot="5400000">
                <a:off x="9116912" y="2249379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6"/>
              <p:cNvSpPr/>
              <p:nvPr/>
            </p:nvSpPr>
            <p:spPr>
              <a:xfrm rot="-5400000">
                <a:off x="8917458" y="19052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32" name="Google Shape;132;p6"/>
          <p:cNvGrpSpPr/>
          <p:nvPr/>
        </p:nvGrpSpPr>
        <p:grpSpPr>
          <a:xfrm>
            <a:off x="597187" y="977673"/>
            <a:ext cx="8723593" cy="3964768"/>
            <a:chOff x="597187" y="977673"/>
            <a:chExt cx="8723593" cy="3964768"/>
          </a:xfrm>
        </p:grpSpPr>
        <p:sp>
          <p:nvSpPr>
            <p:cNvPr id="133" name="Google Shape;133;p6"/>
            <p:cNvSpPr/>
            <p:nvPr/>
          </p:nvSpPr>
          <p:spPr>
            <a:xfrm rot="5400000">
              <a:off x="9080312" y="7772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" name="Google Shape;134;p6"/>
            <p:cNvSpPr/>
            <p:nvPr/>
          </p:nvSpPr>
          <p:spPr>
            <a:xfrm rot="10800000">
              <a:off x="597187" y="45015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35" name="Google Shape;135;p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1782650" y="711700"/>
            <a:ext cx="2893200" cy="90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1782650" y="1616297"/>
            <a:ext cx="2893200" cy="281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4752038" y="824113"/>
            <a:ext cx="2787000" cy="3558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140" name="Google Shape;140;p7"/>
          <p:cNvGrpSpPr/>
          <p:nvPr/>
        </p:nvGrpSpPr>
        <p:grpSpPr>
          <a:xfrm>
            <a:off x="260189" y="195827"/>
            <a:ext cx="7049955" cy="4729917"/>
            <a:chOff x="260189" y="195827"/>
            <a:chExt cx="7049955" cy="4729917"/>
          </a:xfrm>
        </p:grpSpPr>
        <p:grpSp>
          <p:nvGrpSpPr>
            <p:cNvPr id="141" name="Google Shape;141;p7"/>
            <p:cNvGrpSpPr/>
            <p:nvPr/>
          </p:nvGrpSpPr>
          <p:grpSpPr>
            <a:xfrm rot="-5400000">
              <a:off x="6786639" y="4402239"/>
              <a:ext cx="177741" cy="869269"/>
              <a:chOff x="8535452" y="1548052"/>
              <a:chExt cx="177741" cy="869269"/>
            </a:xfrm>
          </p:grpSpPr>
          <p:sp>
            <p:nvSpPr>
              <p:cNvPr id="142" name="Google Shape;142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7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44" name="Google Shape;144;p7"/>
            <p:cNvGrpSpPr/>
            <p:nvPr/>
          </p:nvGrpSpPr>
          <p:grpSpPr>
            <a:xfrm rot="10800000">
              <a:off x="260189" y="195827"/>
              <a:ext cx="177741" cy="687344"/>
              <a:chOff x="8535452" y="1335702"/>
              <a:chExt cx="177741" cy="687344"/>
            </a:xfrm>
          </p:grpSpPr>
          <p:sp>
            <p:nvSpPr>
              <p:cNvPr id="145" name="Google Shape;145;p7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 rot="10800000">
                <a:off x="85354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7" name="Google Shape;147;p7"/>
          <p:cNvGrpSpPr/>
          <p:nvPr/>
        </p:nvGrpSpPr>
        <p:grpSpPr>
          <a:xfrm>
            <a:off x="-867949" y="-315450"/>
            <a:ext cx="10098949" cy="5241212"/>
            <a:chOff x="-867949" y="-315450"/>
            <a:chExt cx="10098949" cy="5241212"/>
          </a:xfrm>
        </p:grpSpPr>
        <p:sp>
          <p:nvSpPr>
            <p:cNvPr id="148" name="Google Shape;148;p7"/>
            <p:cNvSpPr/>
            <p:nvPr/>
          </p:nvSpPr>
          <p:spPr>
            <a:xfrm>
              <a:off x="6756300" y="4613375"/>
              <a:ext cx="2474700" cy="312375"/>
            </a:xfrm>
            <a:custGeom>
              <a:rect l="l" t="t" r="r" b="b"/>
              <a:pathLst>
                <a:path w="98988" h="12495" extrusionOk="0">
                  <a:moveTo>
                    <a:pt x="0" y="0"/>
                  </a:moveTo>
                  <a:lnTo>
                    <a:pt x="37363" y="0"/>
                  </a:lnTo>
                  <a:lnTo>
                    <a:pt x="49858" y="12495"/>
                  </a:lnTo>
                  <a:lnTo>
                    <a:pt x="98988" y="12495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49" name="Google Shape;149;p7"/>
            <p:cNvGrpSpPr/>
            <p:nvPr/>
          </p:nvGrpSpPr>
          <p:grpSpPr>
            <a:xfrm rot="-5400000" flipH="1">
              <a:off x="8430782" y="4500446"/>
              <a:ext cx="493321" cy="357312"/>
              <a:chOff x="1722354" y="229144"/>
              <a:chExt cx="1748744" cy="1266614"/>
            </a:xfrm>
          </p:grpSpPr>
          <p:sp>
            <p:nvSpPr>
              <p:cNvPr id="150" name="Google Shape;150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152" name="Google Shape;152;p7"/>
            <p:cNvSpPr/>
            <p:nvPr/>
          </p:nvSpPr>
          <p:spPr>
            <a:xfrm>
              <a:off x="-174975" y="-315450"/>
              <a:ext cx="1914059" cy="4400511"/>
            </a:xfrm>
            <a:custGeom>
              <a:rect l="l" t="t" r="r" b="b"/>
              <a:pathLst>
                <a:path w="55192" h="126889" extrusionOk="0">
                  <a:moveTo>
                    <a:pt x="0" y="126889"/>
                  </a:moveTo>
                  <a:lnTo>
                    <a:pt x="24140" y="102749"/>
                  </a:lnTo>
                  <a:lnTo>
                    <a:pt x="24140" y="42943"/>
                  </a:lnTo>
                  <a:lnTo>
                    <a:pt x="55192" y="25015"/>
                  </a:lnTo>
                  <a:lnTo>
                    <a:pt x="55192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153" name="Google Shape;153;p7"/>
            <p:cNvGrpSpPr/>
            <p:nvPr/>
          </p:nvGrpSpPr>
          <p:grpSpPr>
            <a:xfrm rot="10800000">
              <a:off x="662657" y="2962921"/>
              <a:ext cx="493321" cy="357312"/>
              <a:chOff x="1722354" y="229144"/>
              <a:chExt cx="1748744" cy="1266614"/>
            </a:xfrm>
          </p:grpSpPr>
          <p:sp>
            <p:nvSpPr>
              <p:cNvPr id="154" name="Google Shape;154;p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56" name="Google Shape;156;p7"/>
            <p:cNvGrpSpPr/>
            <p:nvPr/>
          </p:nvGrpSpPr>
          <p:grpSpPr>
            <a:xfrm>
              <a:off x="-867949" y="1748040"/>
              <a:ext cx="1530153" cy="273510"/>
              <a:chOff x="-6675" y="2881558"/>
              <a:chExt cx="9140700" cy="2059567"/>
            </a:xfrm>
          </p:grpSpPr>
          <p:cxnSp>
            <p:nvCxnSpPr>
              <p:cNvPr id="157" name="Google Shape;157;p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8" name="Google Shape;158;p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9" name="Google Shape;159;p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0" name="Google Shape;160;p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61" name="Google Shape;161;p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62" name="Google Shape;162;p7"/>
          <p:cNvGrpSpPr/>
          <p:nvPr/>
        </p:nvGrpSpPr>
        <p:grpSpPr>
          <a:xfrm>
            <a:off x="609462" y="-114064"/>
            <a:ext cx="8313331" cy="4565380"/>
            <a:chOff x="609462" y="-114064"/>
            <a:chExt cx="8313331" cy="4565380"/>
          </a:xfrm>
        </p:grpSpPr>
        <p:sp>
          <p:nvSpPr>
            <p:cNvPr id="163" name="Google Shape;163;p7"/>
            <p:cNvSpPr/>
            <p:nvPr/>
          </p:nvSpPr>
          <p:spPr>
            <a:xfrm rot="10800000">
              <a:off x="8882737" y="40104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64" name="Google Shape;164;p7"/>
            <p:cNvSpPr/>
            <p:nvPr/>
          </p:nvSpPr>
          <p:spPr>
            <a:xfrm rot="10800000">
              <a:off x="609462" y="-11406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Main point">
  <p:cSld name="MAIN_POINT">
    <p:spTree>
      <p:nvGrpSpPr>
        <p:cNvPr id="1" name="Shape 165"/>
        <p:cNvGrpSpPr/>
        <p:nvPr/>
      </p:nvGrpSpPr>
      <p:grpSpPr>
        <a:xfrm>
          <a:off x="0" y="0"/>
          <a:ext cx="0" cy="0"/>
        </a:xfrm>
      </p:grpSpPr>
      <p:sp>
        <p:nvSpPr>
          <p:cNvPr id="166" name="Google Shape;166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1883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SzPts val="6000"/>
              <a:buNone/>
              <a:defRPr sz="6000"/>
            </a:lvl1pPr>
            <a:lvl2pPr lvl="1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2pPr>
            <a:lvl3pPr lvl="2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3pPr>
            <a:lvl4pPr lvl="3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4pPr>
            <a:lvl5pPr lvl="4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5pPr>
            <a:lvl6pPr lvl="5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6pPr>
            <a:lvl7pPr lvl="6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7pPr>
            <a:lvl8pPr lvl="7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8pPr>
            <a:lvl9pPr lvl="8">
              <a:spcBef>
                <a:spcPct val="0"/>
              </a:spcBef>
              <a:spcAft>
                <a:spcPct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67" name="Google Shape;167;p8"/>
          <p:cNvGrpSpPr/>
          <p:nvPr/>
        </p:nvGrpSpPr>
        <p:grpSpPr>
          <a:xfrm rot="10800000">
            <a:off x="7395131" y="4086605"/>
            <a:ext cx="4791669" cy="923822"/>
            <a:chOff x="-78438" y="3775205"/>
            <a:chExt cx="4791669" cy="923822"/>
          </a:xfrm>
        </p:grpSpPr>
        <p:cxnSp>
          <p:nvCxnSpPr>
            <p:cNvPr id="168" name="Google Shape;168;p8"/>
            <p:cNvCxnSpPr/>
            <p:nvPr/>
          </p:nvCxnSpPr>
          <p:spPr>
            <a:xfrm flipH="1">
              <a:off x="1857762" y="2762827"/>
              <a:ext cx="0" cy="38724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" name="Google Shape;169;p8"/>
            <p:cNvCxnSpPr/>
            <p:nvPr/>
          </p:nvCxnSpPr>
          <p:spPr>
            <a:xfrm rot="-5400000">
              <a:off x="3789591" y="3940627"/>
              <a:ext cx="764100" cy="75270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0" name="Google Shape;170;p8"/>
            <p:cNvSpPr/>
            <p:nvPr/>
          </p:nvSpPr>
          <p:spPr>
            <a:xfrm>
              <a:off x="4519806" y="3775205"/>
              <a:ext cx="193425" cy="191350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527082" y="3400311"/>
            <a:ext cx="8344568" cy="1243755"/>
            <a:chOff x="527082" y="3400311"/>
            <a:chExt cx="8344568" cy="1243755"/>
          </a:xfrm>
        </p:grpSpPr>
        <p:sp>
          <p:nvSpPr>
            <p:cNvPr id="172" name="Google Shape;172;p8"/>
            <p:cNvSpPr/>
            <p:nvPr/>
          </p:nvSpPr>
          <p:spPr>
            <a:xfrm flipH="1">
              <a:off x="527082" y="34003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 rot="5400000" flipH="1">
              <a:off x="8631182" y="440359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174" name="Google Shape;174;p8"/>
          <p:cNvGrpSpPr/>
          <p:nvPr/>
        </p:nvGrpSpPr>
        <p:grpSpPr>
          <a:xfrm>
            <a:off x="-3151463" y="-3408103"/>
            <a:ext cx="11831666" cy="9065208"/>
            <a:chOff x="-3151463" y="-3408103"/>
            <a:chExt cx="11831666" cy="9065208"/>
          </a:xfrm>
        </p:grpSpPr>
        <p:grpSp>
          <p:nvGrpSpPr>
            <p:cNvPr id="175" name="Google Shape;175;p8"/>
            <p:cNvGrpSpPr/>
            <p:nvPr/>
          </p:nvGrpSpPr>
          <p:grpSpPr>
            <a:xfrm rot="10800000" flipH="1">
              <a:off x="309699" y="2296620"/>
              <a:ext cx="681217" cy="3360485"/>
              <a:chOff x="1337800" y="-2525590"/>
              <a:chExt cx="1498167" cy="7390555"/>
            </a:xfrm>
          </p:grpSpPr>
          <p:cxnSp>
            <p:nvCxnSpPr>
              <p:cNvPr id="176" name="Google Shape;176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7" name="Google Shape;177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78" name="Google Shape;178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79" name="Google Shape;179;p8"/>
            <p:cNvGrpSpPr/>
            <p:nvPr/>
          </p:nvGrpSpPr>
          <p:grpSpPr>
            <a:xfrm flipH="1">
              <a:off x="7998987" y="-1945430"/>
              <a:ext cx="681217" cy="3360485"/>
              <a:chOff x="1337800" y="-2525590"/>
              <a:chExt cx="1498167" cy="7390555"/>
            </a:xfrm>
          </p:grpSpPr>
          <p:cxnSp>
            <p:nvCxnSpPr>
              <p:cNvPr id="180" name="Google Shape;180;p8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1" name="Google Shape;181;p8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82" name="Google Shape;182;p8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183" name="Google Shape;183;p8"/>
            <p:cNvGrpSpPr/>
            <p:nvPr/>
          </p:nvGrpSpPr>
          <p:grpSpPr>
            <a:xfrm rot="-5400000" flipH="1">
              <a:off x="-12066" y="-1786200"/>
              <a:ext cx="3859204" cy="615399"/>
              <a:chOff x="-6675" y="307100"/>
              <a:chExt cx="9140700" cy="4634025"/>
            </a:xfrm>
          </p:grpSpPr>
          <p:cxnSp>
            <p:nvCxnSpPr>
              <p:cNvPr id="184" name="Google Shape;184;p8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5" name="Google Shape;185;p8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6" name="Google Shape;186;p8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7" name="Google Shape;187;p8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8" name="Google Shape;188;p8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89" name="Google Shape;189;p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0" name="Google Shape;190;p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1" name="Google Shape;191;p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2" name="Google Shape;192;p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3" name="Google Shape;193;p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94" name="Google Shape;194;p8"/>
            <p:cNvSpPr/>
            <p:nvPr/>
          </p:nvSpPr>
          <p:spPr>
            <a:xfrm flipH="1">
              <a:off x="-3151463" y="4511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195" name="Google Shape;195;p8"/>
          <p:cNvGrpSpPr/>
          <p:nvPr/>
        </p:nvGrpSpPr>
        <p:grpSpPr>
          <a:xfrm>
            <a:off x="547096" y="974375"/>
            <a:ext cx="9244448" cy="3848385"/>
            <a:chOff x="547096" y="974375"/>
            <a:chExt cx="9244448" cy="3848385"/>
          </a:xfrm>
        </p:grpSpPr>
        <p:grpSp>
          <p:nvGrpSpPr>
            <p:cNvPr id="196" name="Google Shape;196;p8"/>
            <p:cNvGrpSpPr/>
            <p:nvPr/>
          </p:nvGrpSpPr>
          <p:grpSpPr>
            <a:xfrm>
              <a:off x="547096" y="3571493"/>
              <a:ext cx="9010768" cy="1251268"/>
              <a:chOff x="547096" y="3571493"/>
              <a:chExt cx="9010768" cy="1251268"/>
            </a:xfrm>
          </p:grpSpPr>
          <p:grpSp>
            <p:nvGrpSpPr>
              <p:cNvPr id="197" name="Google Shape;197;p8"/>
              <p:cNvGrpSpPr/>
              <p:nvPr/>
            </p:nvGrpSpPr>
            <p:grpSpPr>
              <a:xfrm>
                <a:off x="547096" y="36133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198" name="Google Shape;198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00" name="Google Shape;200;p8"/>
              <p:cNvGrpSpPr/>
              <p:nvPr/>
            </p:nvGrpSpPr>
            <p:grpSpPr>
              <a:xfrm rot="5400000">
                <a:off x="8818296" y="3101621"/>
                <a:ext cx="269696" cy="1209440"/>
                <a:chOff x="803996" y="3613321"/>
                <a:chExt cx="269696" cy="1209440"/>
              </a:xfrm>
            </p:grpSpPr>
            <p:sp>
              <p:nvSpPr>
                <p:cNvPr id="201" name="Google Shape;201;p8"/>
                <p:cNvSpPr/>
                <p:nvPr/>
              </p:nvSpPr>
              <p:spPr>
                <a:xfrm rot="10800000" flipH="1">
                  <a:off x="803996" y="4347766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02" name="Google Shape;202;p8"/>
                <p:cNvSpPr/>
                <p:nvPr/>
              </p:nvSpPr>
              <p:spPr>
                <a:xfrm rot="10800000" flipH="1">
                  <a:off x="998591" y="3613321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03" name="Google Shape;203;p8"/>
            <p:cNvGrpSpPr/>
            <p:nvPr/>
          </p:nvGrpSpPr>
          <p:grpSpPr>
            <a:xfrm>
              <a:off x="8680200" y="974375"/>
              <a:ext cx="1111343" cy="1111343"/>
              <a:chOff x="8307725" y="278700"/>
              <a:chExt cx="1111343" cy="1111343"/>
            </a:xfrm>
          </p:grpSpPr>
          <p:sp>
            <p:nvSpPr>
              <p:cNvPr id="204" name="Google Shape;204;p8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8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tion title and description">
  <p:cSld name="SECTION_TITLE_AND_DESCRIPTION">
    <p:spTree>
      <p:nvGrpSpPr>
        <p:cNvPr id="1" name="Shape 206"/>
        <p:cNvGrpSpPr/>
        <p:nvPr/>
      </p:nvGrpSpPr>
      <p:grpSpPr>
        <a:xfrm>
          <a:off x="0" y="0"/>
          <a:ext cx="0" cy="0"/>
        </a:xfrm>
      </p:grpSpPr>
      <p:sp>
        <p:nvSpPr>
          <p:cNvPr id="207" name="Google Shape;207;p9"/>
          <p:cNvSpPr txBox="1">
            <a:spLocks noGrp="1"/>
          </p:cNvSpPr>
          <p:nvPr>
            <p:ph type="title"/>
          </p:nvPr>
        </p:nvSpPr>
        <p:spPr>
          <a:xfrm>
            <a:off x="2135550" y="1857350"/>
            <a:ext cx="4872900" cy="1249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7000"/>
              <a:buNone/>
              <a:defRPr sz="70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9"/>
          <p:cNvSpPr txBox="1">
            <a:spLocks noGrp="1"/>
          </p:cNvSpPr>
          <p:nvPr>
            <p:ph type="subTitle" idx="1"/>
          </p:nvPr>
        </p:nvSpPr>
        <p:spPr>
          <a:xfrm>
            <a:off x="2135550" y="3106975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Font typeface="Hanken Grotesk"/>
              <a:buNone/>
              <a:defRPr sz="1600"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sp>
        <p:nvSpPr>
          <p:cNvPr id="209" name="Google Shape;209;p9"/>
          <p:cNvSpPr/>
          <p:nvPr/>
        </p:nvSpPr>
        <p:spPr>
          <a:xfrm>
            <a:off x="9336712" y="713511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210" name="Google Shape;210;p9"/>
          <p:cNvGrpSpPr/>
          <p:nvPr/>
        </p:nvGrpSpPr>
        <p:grpSpPr>
          <a:xfrm>
            <a:off x="-2757425" y="-2776080"/>
            <a:ext cx="12134200" cy="9442910"/>
            <a:chOff x="-2757425" y="-2776080"/>
            <a:chExt cx="12134200" cy="9442910"/>
          </a:xfrm>
        </p:grpSpPr>
        <p:grpSp>
          <p:nvGrpSpPr>
            <p:cNvPr id="211" name="Google Shape;211;p9"/>
            <p:cNvGrpSpPr/>
            <p:nvPr/>
          </p:nvGrpSpPr>
          <p:grpSpPr>
            <a:xfrm rot="-5400000" flipH="1">
              <a:off x="-1755963" y="657655"/>
              <a:ext cx="4791669" cy="923822"/>
              <a:chOff x="-78438" y="3775205"/>
              <a:chExt cx="4791669" cy="923822"/>
            </a:xfrm>
          </p:grpSpPr>
          <p:cxnSp>
            <p:nvCxnSpPr>
              <p:cNvPr id="212" name="Google Shape;212;p9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3" name="Google Shape;213;p9"/>
              <p:cNvCxnSpPr/>
              <p:nvPr/>
            </p:nvCxnSpPr>
            <p:spPr>
              <a:xfrm rot="-5400000">
                <a:off x="3789591" y="3940627"/>
                <a:ext cx="764100" cy="752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4" name="Google Shape;214;p9"/>
              <p:cNvSpPr/>
              <p:nvPr/>
            </p:nvSpPr>
            <p:spPr>
              <a:xfrm>
                <a:off x="4519806" y="37752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5" name="Google Shape;215;p9"/>
            <p:cNvGrpSpPr/>
            <p:nvPr/>
          </p:nvGrpSpPr>
          <p:grpSpPr>
            <a:xfrm rot="10800000">
              <a:off x="8695559" y="3306345"/>
              <a:ext cx="681217" cy="3360485"/>
              <a:chOff x="1337800" y="-2525590"/>
              <a:chExt cx="1498167" cy="7390555"/>
            </a:xfrm>
          </p:grpSpPr>
          <p:cxnSp>
            <p:nvCxnSpPr>
              <p:cNvPr id="216" name="Google Shape;216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17" name="Google Shape;217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18" name="Google Shape;218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19" name="Google Shape;219;p9"/>
            <p:cNvGrpSpPr/>
            <p:nvPr/>
          </p:nvGrpSpPr>
          <p:grpSpPr>
            <a:xfrm>
              <a:off x="146409" y="-2776080"/>
              <a:ext cx="681217" cy="3360485"/>
              <a:chOff x="1337800" y="-2525590"/>
              <a:chExt cx="1498167" cy="7390555"/>
            </a:xfrm>
          </p:grpSpPr>
          <p:cxnSp>
            <p:nvCxnSpPr>
              <p:cNvPr id="220" name="Google Shape;220;p9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1" name="Google Shape;221;p9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22" name="Google Shape;222;p9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23" name="Google Shape;223;p9"/>
            <p:cNvGrpSpPr/>
            <p:nvPr/>
          </p:nvGrpSpPr>
          <p:grpSpPr>
            <a:xfrm>
              <a:off x="-2757425" y="811862"/>
              <a:ext cx="3859204" cy="615399"/>
              <a:chOff x="-6675" y="307100"/>
              <a:chExt cx="9140700" cy="4634025"/>
            </a:xfrm>
          </p:grpSpPr>
          <p:cxnSp>
            <p:nvCxnSpPr>
              <p:cNvPr id="224" name="Google Shape;224;p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5" name="Google Shape;225;p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6" name="Google Shape;226;p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7" name="Google Shape;227;p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8" name="Google Shape;228;p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9" name="Google Shape;229;p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0" name="Google Shape;230;p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1" name="Google Shape;231;p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3" name="Google Shape;233;p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234" name="Google Shape;234;p9"/>
            <p:cNvSpPr/>
            <p:nvPr/>
          </p:nvSpPr>
          <p:spPr>
            <a:xfrm rot="5400000">
              <a:off x="5637675" y="2986700"/>
              <a:ext cx="6471825" cy="764225"/>
            </a:xfrm>
            <a:custGeom>
              <a:rect l="l" t="t" r="r" b="b"/>
              <a:pathLst>
                <a:path w="258873" h="30569" extrusionOk="0">
                  <a:moveTo>
                    <a:pt x="0" y="0"/>
                  </a:moveTo>
                  <a:lnTo>
                    <a:pt x="76910" y="0"/>
                  </a:lnTo>
                  <a:lnTo>
                    <a:pt x="107480" y="30569"/>
                  </a:lnTo>
                  <a:lnTo>
                    <a:pt x="167406" y="30569"/>
                  </a:lnTo>
                  <a:lnTo>
                    <a:pt x="176418" y="14960"/>
                  </a:lnTo>
                  <a:lnTo>
                    <a:pt x="258873" y="14960"/>
                  </a:lnTo>
                  <a:lnTo>
                    <a:pt x="258873" y="1091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grpSp>
        <p:nvGrpSpPr>
          <p:cNvPr id="235" name="Google Shape;235;p9"/>
          <p:cNvGrpSpPr/>
          <p:nvPr/>
        </p:nvGrpSpPr>
        <p:grpSpPr>
          <a:xfrm>
            <a:off x="-157525" y="1684573"/>
            <a:ext cx="8689055" cy="440880"/>
            <a:chOff x="-157525" y="1684573"/>
            <a:chExt cx="8689055" cy="440880"/>
          </a:xfrm>
        </p:grpSpPr>
        <p:sp>
          <p:nvSpPr>
            <p:cNvPr id="236" name="Google Shape;236;p9"/>
            <p:cNvSpPr/>
            <p:nvPr/>
          </p:nvSpPr>
          <p:spPr>
            <a:xfrm>
              <a:off x="8491475" y="1684573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37" name="Google Shape;237;p9"/>
            <p:cNvSpPr/>
            <p:nvPr/>
          </p:nvSpPr>
          <p:spPr>
            <a:xfrm rot="-5400000">
              <a:off x="42887" y="17249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38" name="Google Shape;238;p9"/>
          <p:cNvGrpSpPr/>
          <p:nvPr/>
        </p:nvGrpSpPr>
        <p:grpSpPr>
          <a:xfrm>
            <a:off x="-350826" y="649496"/>
            <a:ext cx="9280380" cy="5170923"/>
            <a:chOff x="-350826" y="649496"/>
            <a:chExt cx="9280380" cy="5170923"/>
          </a:xfrm>
        </p:grpSpPr>
        <p:grpSp>
          <p:nvGrpSpPr>
            <p:cNvPr id="239" name="Google Shape;239;p9"/>
            <p:cNvGrpSpPr/>
            <p:nvPr/>
          </p:nvGrpSpPr>
          <p:grpSpPr>
            <a:xfrm>
              <a:off x="-350826" y="649496"/>
              <a:ext cx="9280380" cy="1759405"/>
              <a:chOff x="-350826" y="649496"/>
              <a:chExt cx="9280380" cy="1759405"/>
            </a:xfrm>
          </p:grpSpPr>
          <p:sp>
            <p:nvSpPr>
              <p:cNvPr id="240" name="Google Shape;240;p9"/>
              <p:cNvSpPr/>
              <p:nvPr/>
            </p:nvSpPr>
            <p:spPr>
              <a:xfrm rot="10800000">
                <a:off x="8886438" y="12095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9"/>
              <p:cNvSpPr/>
              <p:nvPr/>
            </p:nvSpPr>
            <p:spPr>
              <a:xfrm rot="10800000">
                <a:off x="8695083" y="64949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9"/>
              <p:cNvSpPr/>
              <p:nvPr/>
            </p:nvSpPr>
            <p:spPr>
              <a:xfrm rot="5400000">
                <a:off x="425209" y="1958491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9"/>
              <p:cNvSpPr/>
              <p:nvPr/>
            </p:nvSpPr>
            <p:spPr>
              <a:xfrm rot="5400000">
                <a:off x="25375" y="1957600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44" name="Google Shape;244;p9"/>
            <p:cNvGrpSpPr/>
            <p:nvPr/>
          </p:nvGrpSpPr>
          <p:grpSpPr>
            <a:xfrm>
              <a:off x="7280000" y="4709075"/>
              <a:ext cx="1111343" cy="1111343"/>
              <a:chOff x="8307725" y="278700"/>
              <a:chExt cx="1111343" cy="1111343"/>
            </a:xfrm>
          </p:grpSpPr>
          <p:sp>
            <p:nvSpPr>
              <p:cNvPr id="245" name="Google Shape;245;p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Caption">
  <p:cSld name="CAPTION_ONLY">
    <p:spTree>
      <p:nvGrpSpPr>
        <p:cNvPr id="1" name="Shape 247"/>
        <p:cNvGrpSpPr/>
        <p:nvPr/>
      </p:nvGrpSpPr>
      <p:grpSpPr>
        <a:xfrm>
          <a:off x="0" y="0"/>
          <a:ext cx="0" cy="0"/>
        </a:xfrm>
      </p:grpSpPr>
      <p:sp>
        <p:nvSpPr>
          <p:cNvPr id="248" name="Google Shape;248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algn="ctr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49" name="Google Shape;249;p10"/>
          <p:cNvGrpSpPr/>
          <p:nvPr/>
        </p:nvGrpSpPr>
        <p:grpSpPr>
          <a:xfrm>
            <a:off x="-2466243" y="-2869459"/>
            <a:ext cx="11395878" cy="4597207"/>
            <a:chOff x="-2466243" y="-2869459"/>
            <a:chExt cx="11395878" cy="4597207"/>
          </a:xfrm>
        </p:grpSpPr>
        <p:grpSp>
          <p:nvGrpSpPr>
            <p:cNvPr id="250" name="Google Shape;250;p10"/>
            <p:cNvGrpSpPr/>
            <p:nvPr/>
          </p:nvGrpSpPr>
          <p:grpSpPr>
            <a:xfrm>
              <a:off x="-2466243" y="364624"/>
              <a:ext cx="4486819" cy="625122"/>
              <a:chOff x="-78438" y="4073905"/>
              <a:chExt cx="4486819" cy="625122"/>
            </a:xfrm>
          </p:grpSpPr>
          <p:cxnSp>
            <p:nvCxnSpPr>
              <p:cNvPr id="251" name="Google Shape;251;p10"/>
              <p:cNvCxnSpPr/>
              <p:nvPr/>
            </p:nvCxnSpPr>
            <p:spPr>
              <a:xfrm flipH="1">
                <a:off x="1857762" y="2762827"/>
                <a:ext cx="0" cy="38724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2" name="Google Shape;252;p10"/>
              <p:cNvCxnSpPr/>
              <p:nvPr/>
            </p:nvCxnSpPr>
            <p:spPr>
              <a:xfrm rot="-5400000">
                <a:off x="3788541" y="4241677"/>
                <a:ext cx="464100" cy="4506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53" name="Google Shape;253;p10"/>
              <p:cNvSpPr/>
              <p:nvPr/>
            </p:nvSpPr>
            <p:spPr>
              <a:xfrm>
                <a:off x="4214956" y="4073905"/>
                <a:ext cx="193425" cy="191350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10"/>
            <p:cNvGrpSpPr/>
            <p:nvPr/>
          </p:nvGrpSpPr>
          <p:grpSpPr>
            <a:xfrm rot="5400000" flipH="1">
              <a:off x="-1083007" y="-1247557"/>
              <a:ext cx="3859204" cy="615399"/>
              <a:chOff x="-6675" y="307100"/>
              <a:chExt cx="9140700" cy="4634025"/>
            </a:xfrm>
          </p:grpSpPr>
          <p:cxnSp>
            <p:nvCxnSpPr>
              <p:cNvPr id="255" name="Google Shape;255;p10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6" name="Google Shape;256;p10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7" name="Google Shape;257;p10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8" name="Google Shape;258;p10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9" name="Google Shape;259;p10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0" name="Google Shape;260;p10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1" name="Google Shape;261;p10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2" name="Google Shape;262;p10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3" name="Google Shape;263;p10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64" name="Google Shape;264;p10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5" name="Google Shape;265;p10"/>
            <p:cNvGrpSpPr/>
            <p:nvPr/>
          </p:nvGrpSpPr>
          <p:grpSpPr>
            <a:xfrm>
              <a:off x="8248398" y="-1632737"/>
              <a:ext cx="681237" cy="3360485"/>
              <a:chOff x="8248398" y="-1632737"/>
              <a:chExt cx="681237" cy="3360485"/>
            </a:xfrm>
          </p:grpSpPr>
          <p:grpSp>
            <p:nvGrpSpPr>
              <p:cNvPr id="266" name="Google Shape;266;p10"/>
              <p:cNvGrpSpPr/>
              <p:nvPr/>
            </p:nvGrpSpPr>
            <p:grpSpPr>
              <a:xfrm flipH="1">
                <a:off x="8248398" y="-1632737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267" name="Google Shape;267;p10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68" name="Google Shape;268;p10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269" name="Google Shape;269;p10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70" name="Google Shape;270;p10"/>
              <p:cNvGrpSpPr/>
              <p:nvPr/>
            </p:nvGrpSpPr>
            <p:grpSpPr>
              <a:xfrm>
                <a:off x="8436314" y="3608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271" name="Google Shape;271;p10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chemeClr val="lt2"/>
                </a:solidFill>
                <a:ln w="9525" cap="rnd" cmpd="sng">
                  <a:solidFill>
                    <a:schemeClr val="accen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10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73" name="Google Shape;273;p10"/>
          <p:cNvGrpSpPr/>
          <p:nvPr/>
        </p:nvGrpSpPr>
        <p:grpSpPr>
          <a:xfrm>
            <a:off x="-150883" y="1137478"/>
            <a:ext cx="9080518" cy="813868"/>
            <a:chOff x="-150883" y="1137478"/>
            <a:chExt cx="9080518" cy="813868"/>
          </a:xfrm>
        </p:grpSpPr>
        <p:sp>
          <p:nvSpPr>
            <p:cNvPr id="274" name="Google Shape;274;p10"/>
            <p:cNvSpPr/>
            <p:nvPr/>
          </p:nvSpPr>
          <p:spPr>
            <a:xfrm rot="5400000" flipH="1">
              <a:off x="49529" y="9370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75" name="Google Shape;275;p10"/>
            <p:cNvSpPr/>
            <p:nvPr/>
          </p:nvSpPr>
          <p:spPr>
            <a:xfrm flipH="1">
              <a:off x="8889579" y="151046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76" name="Google Shape;276;p10"/>
          <p:cNvGrpSpPr/>
          <p:nvPr/>
        </p:nvGrpSpPr>
        <p:grpSpPr>
          <a:xfrm>
            <a:off x="-201760" y="1366772"/>
            <a:ext cx="9923304" cy="3117922"/>
            <a:chOff x="-201760" y="1366772"/>
            <a:chExt cx="9923304" cy="3117922"/>
          </a:xfrm>
        </p:grpSpPr>
        <p:grpSp>
          <p:nvGrpSpPr>
            <p:cNvPr id="277" name="Google Shape;277;p10"/>
            <p:cNvGrpSpPr/>
            <p:nvPr/>
          </p:nvGrpSpPr>
          <p:grpSpPr>
            <a:xfrm>
              <a:off x="8610200" y="3373350"/>
              <a:ext cx="1111343" cy="1111343"/>
              <a:chOff x="8307725" y="278700"/>
              <a:chExt cx="1111343" cy="1111343"/>
            </a:xfrm>
          </p:grpSpPr>
          <p:sp>
            <p:nvSpPr>
              <p:cNvPr id="278" name="Google Shape;278;p10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0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0"/>
            <p:cNvGrpSpPr/>
            <p:nvPr/>
          </p:nvGrpSpPr>
          <p:grpSpPr>
            <a:xfrm flipH="1">
              <a:off x="8674231" y="1727755"/>
              <a:ext cx="247278" cy="1160062"/>
              <a:chOff x="1463894" y="1434556"/>
              <a:chExt cx="247278" cy="1160062"/>
            </a:xfrm>
          </p:grpSpPr>
          <p:sp>
            <p:nvSpPr>
              <p:cNvPr id="281" name="Google Shape;281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283" name="Google Shape;283;p10"/>
            <p:cNvGrpSpPr/>
            <p:nvPr/>
          </p:nvGrpSpPr>
          <p:grpSpPr>
            <a:xfrm rot="5400000" flipH="1">
              <a:off x="254631" y="910380"/>
              <a:ext cx="247278" cy="1160062"/>
              <a:chOff x="1463894" y="1434556"/>
              <a:chExt cx="247278" cy="1160062"/>
            </a:xfrm>
          </p:grpSpPr>
          <p:sp>
            <p:nvSpPr>
              <p:cNvPr id="284" name="Google Shape;284;p10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0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ig number">
  <p:cSld name="BIG_NUMBER">
    <p:spTree>
      <p:nvGrpSpPr>
        <p:cNvPr id="1" name="Shape 286"/>
        <p:cNvGrpSpPr/>
        <p:nvPr/>
      </p:nvGrpSpPr>
      <p:grpSpPr>
        <a:xfrm>
          <a:off x="0" y="0"/>
          <a:ext cx="0" cy="0"/>
        </a:xfrm>
      </p:grpSpPr>
      <p:sp>
        <p:nvSpPr>
          <p:cNvPr id="287" name="Google Shape;287;p11"/>
          <p:cNvSpPr txBox="1">
            <a:spLocks noGrp="1"/>
          </p:cNvSpPr>
          <p:nvPr>
            <p:ph type="title" hasCustomPrompt="1"/>
          </p:nvPr>
        </p:nvSpPr>
        <p:spPr>
          <a:xfrm>
            <a:off x="2405125" y="2040775"/>
            <a:ext cx="5307000" cy="9981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9600"/>
              <a:buFont typeface="Raleway ExtraBold"/>
              <a:buNone/>
              <a:defRPr sz="55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2pPr>
            <a:lvl3pPr lvl="2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3pPr>
            <a:lvl4pPr lvl="3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4pPr>
            <a:lvl5pPr lvl="4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5pPr>
            <a:lvl6pPr lvl="5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6pPr>
            <a:lvl7pPr lvl="6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7pPr>
            <a:lvl8pPr lvl="7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8pPr>
            <a:lvl9pPr lvl="8" algn="ctr">
              <a:spcBef>
                <a:spcPct val="0"/>
              </a:spcBef>
              <a:spcAft>
                <a:spcPct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8" name="Google Shape;288;p11"/>
          <p:cNvSpPr txBox="1">
            <a:spLocks noGrp="1"/>
          </p:cNvSpPr>
          <p:nvPr>
            <p:ph type="subTitle" idx="1"/>
          </p:nvPr>
        </p:nvSpPr>
        <p:spPr>
          <a:xfrm>
            <a:off x="2405125" y="3038875"/>
            <a:ext cx="5307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289" name="Google Shape;289;p11"/>
          <p:cNvGrpSpPr/>
          <p:nvPr/>
        </p:nvGrpSpPr>
        <p:grpSpPr>
          <a:xfrm>
            <a:off x="320869" y="892488"/>
            <a:ext cx="5247943" cy="4005530"/>
            <a:chOff x="320869" y="892488"/>
            <a:chExt cx="5247943" cy="4005530"/>
          </a:xfrm>
        </p:grpSpPr>
        <p:sp>
          <p:nvSpPr>
            <p:cNvPr id="290" name="Google Shape;290;p11"/>
            <p:cNvSpPr/>
            <p:nvPr/>
          </p:nvSpPr>
          <p:spPr>
            <a:xfrm rot="10800000">
              <a:off x="320869" y="8924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291" name="Google Shape;291;p11"/>
            <p:cNvSpPr/>
            <p:nvPr/>
          </p:nvSpPr>
          <p:spPr>
            <a:xfrm rot="5400000">
              <a:off x="5328344" y="4657550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292" name="Google Shape;292;p11"/>
          <p:cNvGrpSpPr/>
          <p:nvPr/>
        </p:nvGrpSpPr>
        <p:grpSpPr>
          <a:xfrm>
            <a:off x="1123153" y="-134519"/>
            <a:ext cx="5670106" cy="5849863"/>
            <a:chOff x="1123153" y="-134519"/>
            <a:chExt cx="5670106" cy="5849863"/>
          </a:xfrm>
        </p:grpSpPr>
        <p:grpSp>
          <p:nvGrpSpPr>
            <p:cNvPr id="293" name="Google Shape;293;p11"/>
            <p:cNvGrpSpPr/>
            <p:nvPr/>
          </p:nvGrpSpPr>
          <p:grpSpPr>
            <a:xfrm>
              <a:off x="1123153" y="-134519"/>
              <a:ext cx="5670106" cy="5032541"/>
              <a:chOff x="1123153" y="-134519"/>
              <a:chExt cx="5670106" cy="5032541"/>
            </a:xfrm>
          </p:grpSpPr>
          <p:sp>
            <p:nvSpPr>
              <p:cNvPr id="294" name="Google Shape;294;p11"/>
              <p:cNvSpPr/>
              <p:nvPr/>
            </p:nvSpPr>
            <p:spPr>
              <a:xfrm>
                <a:off x="1123153" y="-134519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grpSp>
            <p:nvGrpSpPr>
              <p:cNvPr id="295" name="Google Shape;295;p11"/>
              <p:cNvGrpSpPr/>
              <p:nvPr/>
            </p:nvGrpSpPr>
            <p:grpSpPr>
              <a:xfrm>
                <a:off x="5633198" y="4650744"/>
                <a:ext cx="1160062" cy="247278"/>
                <a:chOff x="8208698" y="2109319"/>
                <a:chExt cx="1160062" cy="247278"/>
              </a:xfrm>
            </p:grpSpPr>
            <p:sp>
              <p:nvSpPr>
                <p:cNvPr id="296" name="Google Shape;296;p11"/>
                <p:cNvSpPr/>
                <p:nvPr/>
              </p:nvSpPr>
              <p:spPr>
                <a:xfrm rot="5400000">
                  <a:off x="8424637" y="1893379"/>
                  <a:ext cx="43116" cy="474994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297" name="Google Shape;297;p11"/>
                <p:cNvSpPr/>
                <p:nvPr/>
              </p:nvSpPr>
              <p:spPr>
                <a:xfrm rot="-5400000">
                  <a:off x="8917458" y="1905296"/>
                  <a:ext cx="75100" cy="827502"/>
                </a:xfrm>
                <a:custGeom>
                  <a:rect l="l" t="t" r="r" b="b"/>
                  <a:pathLst>
                    <a:path w="754" h="8307" fill="none" extrusionOk="0">
                      <a:moveTo>
                        <a:pt x="391" y="8307"/>
                      </a:moveTo>
                      <a:lnTo>
                        <a:pt x="391" y="8307"/>
                      </a:lnTo>
                      <a:cubicBezTo>
                        <a:pt x="181" y="8307"/>
                        <a:pt x="0" y="8155"/>
                        <a:pt x="0" y="7944"/>
                      </a:cubicBezTo>
                      <a:lnTo>
                        <a:pt x="0" y="363"/>
                      </a:lnTo>
                      <a:cubicBezTo>
                        <a:pt x="0" y="182"/>
                        <a:pt x="181" y="1"/>
                        <a:pt x="391" y="1"/>
                      </a:cubicBezTo>
                      <a:lnTo>
                        <a:pt x="391" y="1"/>
                      </a:lnTo>
                      <a:cubicBezTo>
                        <a:pt x="573" y="1"/>
                        <a:pt x="754" y="182"/>
                        <a:pt x="754" y="363"/>
                      </a:cubicBezTo>
                      <a:lnTo>
                        <a:pt x="754" y="7944"/>
                      </a:lnTo>
                      <a:cubicBezTo>
                        <a:pt x="754" y="8155"/>
                        <a:pt x="573" y="8307"/>
                        <a:pt x="391" y="8307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98" name="Google Shape;298;p11"/>
            <p:cNvGrpSpPr/>
            <p:nvPr/>
          </p:nvGrpSpPr>
          <p:grpSpPr>
            <a:xfrm>
              <a:off x="3220925" y="4604000"/>
              <a:ext cx="1111343" cy="1111343"/>
              <a:chOff x="8307725" y="278700"/>
              <a:chExt cx="1111343" cy="1111343"/>
            </a:xfrm>
          </p:grpSpPr>
          <p:sp>
            <p:nvSpPr>
              <p:cNvPr id="299" name="Google Shape;299;p11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1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01" name="Google Shape;301;p11"/>
          <p:cNvGrpSpPr/>
          <p:nvPr/>
        </p:nvGrpSpPr>
        <p:grpSpPr>
          <a:xfrm>
            <a:off x="575287" y="-1805003"/>
            <a:ext cx="8258546" cy="9711728"/>
            <a:chOff x="575287" y="-1805003"/>
            <a:chExt cx="8258546" cy="9711728"/>
          </a:xfrm>
        </p:grpSpPr>
        <p:grpSp>
          <p:nvGrpSpPr>
            <p:cNvPr id="302" name="Google Shape;302;p11"/>
            <p:cNvGrpSpPr/>
            <p:nvPr/>
          </p:nvGrpSpPr>
          <p:grpSpPr>
            <a:xfrm>
              <a:off x="575287" y="-1805003"/>
              <a:ext cx="8258546" cy="9711728"/>
              <a:chOff x="575287" y="-1805003"/>
              <a:chExt cx="8258546" cy="9711728"/>
            </a:xfrm>
          </p:grpSpPr>
          <p:grpSp>
            <p:nvGrpSpPr>
              <p:cNvPr id="303" name="Google Shape;303;p11"/>
              <p:cNvGrpSpPr/>
              <p:nvPr/>
            </p:nvGrpSpPr>
            <p:grpSpPr>
              <a:xfrm>
                <a:off x="575287" y="-1805003"/>
                <a:ext cx="681217" cy="3360485"/>
                <a:chOff x="1121833" y="-3524490"/>
                <a:chExt cx="1498167" cy="7390555"/>
              </a:xfrm>
            </p:grpSpPr>
            <p:cxnSp>
              <p:nvCxnSpPr>
                <p:cNvPr id="304" name="Google Shape;304;p11"/>
                <p:cNvCxnSpPr/>
                <p:nvPr/>
              </p:nvCxnSpPr>
              <p:spPr>
                <a:xfrm rot="10800000" flipH="1">
                  <a:off x="1121833" y="-35244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5" name="Google Shape;305;p11"/>
                <p:cNvCxnSpPr/>
                <p:nvPr/>
              </p:nvCxnSpPr>
              <p:spPr>
                <a:xfrm>
                  <a:off x="1121833" y="23482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06" name="Google Shape;306;p11"/>
                <p:cNvSpPr/>
                <p:nvPr/>
              </p:nvSpPr>
              <p:spPr>
                <a:xfrm rot="5400000">
                  <a:off x="2196889" y="3442953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07" name="Google Shape;307;p11"/>
              <p:cNvGrpSpPr/>
              <p:nvPr/>
            </p:nvGrpSpPr>
            <p:grpSpPr>
              <a:xfrm rot="5400000" flipH="1">
                <a:off x="6277862" y="5350755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308" name="Google Shape;308;p11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9" name="Google Shape;309;p11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310" name="Google Shape;310;p11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11" name="Google Shape;311;p11"/>
              <p:cNvGrpSpPr/>
              <p:nvPr/>
            </p:nvGrpSpPr>
            <p:grpSpPr>
              <a:xfrm rot="-5400000">
                <a:off x="8362764" y="67996"/>
                <a:ext cx="493321" cy="357312"/>
                <a:chOff x="1722354" y="229144"/>
                <a:chExt cx="1748744" cy="1266614"/>
              </a:xfrm>
            </p:grpSpPr>
            <p:sp>
              <p:nvSpPr>
                <p:cNvPr id="312" name="Google Shape;312;p11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313" name="Google Shape;313;p11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314" name="Google Shape;314;p11"/>
            <p:cNvGrpSpPr/>
            <p:nvPr/>
          </p:nvGrpSpPr>
          <p:grpSpPr>
            <a:xfrm rot="10800000">
              <a:off x="7090737" y="4224472"/>
              <a:ext cx="681217" cy="3360485"/>
              <a:chOff x="1337800" y="-2525590"/>
              <a:chExt cx="1498167" cy="7390555"/>
            </a:xfrm>
          </p:grpSpPr>
          <p:cxnSp>
            <p:nvCxnSpPr>
              <p:cNvPr id="315" name="Google Shape;315;p11"/>
              <p:cNvCxnSpPr/>
              <p:nvPr/>
            </p:nvCxnSpPr>
            <p:spPr>
              <a:xfrm rot="10800000" flipH="1">
                <a:off x="1337800" y="-2525590"/>
                <a:ext cx="0" cy="58707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16" name="Google Shape;316;p11"/>
              <p:cNvCxnSpPr/>
              <p:nvPr/>
            </p:nvCxnSpPr>
            <p:spPr>
              <a:xfrm>
                <a:off x="1337800" y="3347125"/>
                <a:ext cx="1158600" cy="1141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317" name="Google Shape;317;p11"/>
              <p:cNvSpPr/>
              <p:nvPr/>
            </p:nvSpPr>
            <p:spPr>
              <a:xfrm rot="5400000">
                <a:off x="2412855" y="4441854"/>
                <a:ext cx="425397" cy="420826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318"/>
        <p:cNvGrpSpPr/>
        <p:nvPr/>
      </p:nvGrpSpPr>
      <p:grpSpPr>
        <a:xfrm>
          <a:off x="0" y="0"/>
          <a:ext cx="0" cy="0"/>
        </a:xfrm>
      </p:grpSpPr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ble of contents">
  <p:cSld name="BLANK_1_1_1_1_1_1">
    <p:spTree>
      <p:nvGrpSpPr>
        <p:cNvPr id="1" name="Shape 319"/>
        <p:cNvGrpSpPr/>
        <p:nvPr/>
      </p:nvGrpSpPr>
      <p:grpSpPr>
        <a:xfrm>
          <a:off x="0" y="0"/>
          <a:ext cx="0" cy="0"/>
        </a:xfrm>
      </p:grpSpPr>
      <p:sp>
        <p:nvSpPr>
          <p:cNvPr id="320" name="Google Shape;32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13"/>
          <p:cNvSpPr txBox="1">
            <a:spLocks noGrp="1"/>
          </p:cNvSpPr>
          <p:nvPr>
            <p:ph type="title" idx="2" hasCustomPrompt="1"/>
          </p:nvPr>
        </p:nvSpPr>
        <p:spPr>
          <a:xfrm>
            <a:off x="3177356" y="119952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2" name="Google Shape;322;p13"/>
          <p:cNvSpPr txBox="1">
            <a:spLocks noGrp="1"/>
          </p:cNvSpPr>
          <p:nvPr>
            <p:ph type="title" idx="3" hasCustomPrompt="1"/>
          </p:nvPr>
        </p:nvSpPr>
        <p:spPr>
          <a:xfrm>
            <a:off x="3177356" y="2902621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3" name="Google Shape;323;p13"/>
          <p:cNvSpPr txBox="1">
            <a:spLocks noGrp="1"/>
          </p:cNvSpPr>
          <p:nvPr>
            <p:ph type="title" idx="4" hasCustomPrompt="1"/>
          </p:nvPr>
        </p:nvSpPr>
        <p:spPr>
          <a:xfrm>
            <a:off x="3177356" y="176722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4" name="Google Shape;324;p13"/>
          <p:cNvSpPr txBox="1">
            <a:spLocks noGrp="1"/>
          </p:cNvSpPr>
          <p:nvPr>
            <p:ph type="title" idx="5" hasCustomPrompt="1"/>
          </p:nvPr>
        </p:nvSpPr>
        <p:spPr>
          <a:xfrm>
            <a:off x="3177356" y="3470319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5" name="Google Shape;325;p13"/>
          <p:cNvSpPr txBox="1">
            <a:spLocks noGrp="1"/>
          </p:cNvSpPr>
          <p:nvPr>
            <p:ph type="title" idx="6" hasCustomPrompt="1"/>
          </p:nvPr>
        </p:nvSpPr>
        <p:spPr>
          <a:xfrm>
            <a:off x="3177356" y="2334924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6" name="Google Shape;326;p13"/>
          <p:cNvSpPr txBox="1">
            <a:spLocks noGrp="1"/>
          </p:cNvSpPr>
          <p:nvPr>
            <p:ph type="title" idx="7" hasCustomPrompt="1"/>
          </p:nvPr>
        </p:nvSpPr>
        <p:spPr>
          <a:xfrm>
            <a:off x="3177356" y="4038016"/>
            <a:ext cx="734700" cy="4938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20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ExtraBold"/>
              <a:buNone/>
              <a:defRPr sz="3000" b="0"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327" name="Google Shape;327;p13"/>
          <p:cNvSpPr txBox="1">
            <a:spLocks noGrp="1"/>
          </p:cNvSpPr>
          <p:nvPr>
            <p:ph type="subTitle" idx="1"/>
          </p:nvPr>
        </p:nvSpPr>
        <p:spPr>
          <a:xfrm>
            <a:off x="4010944" y="1201329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8" name="Google Shape;328;p13"/>
          <p:cNvSpPr txBox="1">
            <a:spLocks noGrp="1"/>
          </p:cNvSpPr>
          <p:nvPr>
            <p:ph type="subTitle" idx="8"/>
          </p:nvPr>
        </p:nvSpPr>
        <p:spPr>
          <a:xfrm>
            <a:off x="4010944" y="1769028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29" name="Google Shape;329;p13"/>
          <p:cNvSpPr txBox="1">
            <a:spLocks noGrp="1"/>
          </p:cNvSpPr>
          <p:nvPr>
            <p:ph type="subTitle" idx="9"/>
          </p:nvPr>
        </p:nvSpPr>
        <p:spPr>
          <a:xfrm>
            <a:off x="4010944" y="23367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0" name="Google Shape;330;p13"/>
          <p:cNvSpPr txBox="1">
            <a:spLocks noGrp="1"/>
          </p:cNvSpPr>
          <p:nvPr>
            <p:ph type="subTitle" idx="13"/>
          </p:nvPr>
        </p:nvSpPr>
        <p:spPr>
          <a:xfrm>
            <a:off x="4010941" y="2904427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1" name="Google Shape;331;p13"/>
          <p:cNvSpPr txBox="1">
            <a:spLocks noGrp="1"/>
          </p:cNvSpPr>
          <p:nvPr>
            <p:ph type="subTitle" idx="14"/>
          </p:nvPr>
        </p:nvSpPr>
        <p:spPr>
          <a:xfrm>
            <a:off x="4010941" y="3472126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332" name="Google Shape;332;p13"/>
          <p:cNvSpPr txBox="1">
            <a:spLocks noGrp="1"/>
          </p:cNvSpPr>
          <p:nvPr>
            <p:ph type="subTitle" idx="15"/>
          </p:nvPr>
        </p:nvSpPr>
        <p:spPr>
          <a:xfrm>
            <a:off x="4010941" y="4039825"/>
            <a:ext cx="2717700" cy="49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333" name="Google Shape;333;p13"/>
          <p:cNvGrpSpPr/>
          <p:nvPr/>
        </p:nvGrpSpPr>
        <p:grpSpPr>
          <a:xfrm>
            <a:off x="377427" y="204425"/>
            <a:ext cx="8916117" cy="4541546"/>
            <a:chOff x="377427" y="204425"/>
            <a:chExt cx="8916117" cy="4541546"/>
          </a:xfrm>
        </p:grpSpPr>
        <p:grpSp>
          <p:nvGrpSpPr>
            <p:cNvPr id="334" name="Google Shape;334;p13"/>
            <p:cNvGrpSpPr/>
            <p:nvPr/>
          </p:nvGrpSpPr>
          <p:grpSpPr>
            <a:xfrm>
              <a:off x="377427" y="3968227"/>
              <a:ext cx="200266" cy="777744"/>
              <a:chOff x="8153327" y="353177"/>
              <a:chExt cx="200266" cy="777744"/>
            </a:xfrm>
          </p:grpSpPr>
          <p:sp>
            <p:nvSpPr>
              <p:cNvPr id="335" name="Google Shape;335;p13"/>
              <p:cNvSpPr/>
              <p:nvPr/>
            </p:nvSpPr>
            <p:spPr>
              <a:xfrm rot="10800000">
                <a:off x="8153327" y="6559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13"/>
              <p:cNvSpPr/>
              <p:nvPr/>
            </p:nvSpPr>
            <p:spPr>
              <a:xfrm rot="10800000">
                <a:off x="8310477" y="353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37" name="Google Shape;337;p13"/>
            <p:cNvGrpSpPr/>
            <p:nvPr/>
          </p:nvGrpSpPr>
          <p:grpSpPr>
            <a:xfrm rot="-5400000">
              <a:off x="8807027" y="2115202"/>
              <a:ext cx="206891" cy="766144"/>
              <a:chOff x="8650702" y="1651177"/>
              <a:chExt cx="206891" cy="766144"/>
            </a:xfrm>
          </p:grpSpPr>
          <p:sp>
            <p:nvSpPr>
              <p:cNvPr id="338" name="Google Shape;338;p13"/>
              <p:cNvSpPr/>
              <p:nvPr/>
            </p:nvSpPr>
            <p:spPr>
              <a:xfrm rot="10800000">
                <a:off x="8650702" y="165117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13"/>
              <p:cNvSpPr/>
              <p:nvPr/>
            </p:nvSpPr>
            <p:spPr>
              <a:xfrm rot="10800000">
                <a:off x="8814477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340" name="Google Shape;340;p13"/>
            <p:cNvGrpSpPr/>
            <p:nvPr/>
          </p:nvGrpSpPr>
          <p:grpSpPr>
            <a:xfrm>
              <a:off x="7437187" y="204425"/>
              <a:ext cx="862215" cy="240599"/>
              <a:chOff x="6903462" y="1158900"/>
              <a:chExt cx="862215" cy="240599"/>
            </a:xfrm>
          </p:grpSpPr>
          <p:sp>
            <p:nvSpPr>
              <p:cNvPr id="341" name="Google Shape;341;p13"/>
              <p:cNvSpPr/>
              <p:nvPr/>
            </p:nvSpPr>
            <p:spPr>
              <a:xfrm flipH="1">
                <a:off x="6903462" y="1158900"/>
                <a:ext cx="240599" cy="240599"/>
              </a:xfrm>
              <a:custGeom>
                <a:rect l="l" t="t" r="r" b="b"/>
                <a:pathLst>
                  <a:path w="1784" h="1784" fill="none" extrusionOk="0">
                    <a:moveTo>
                      <a:pt x="1783" y="906"/>
                    </a:moveTo>
                    <a:cubicBezTo>
                      <a:pt x="1783" y="1392"/>
                      <a:pt x="1392" y="1783"/>
                      <a:pt x="877" y="1783"/>
                    </a:cubicBezTo>
                    <a:cubicBezTo>
                      <a:pt x="392" y="1783"/>
                      <a:pt x="0" y="1392"/>
                      <a:pt x="0" y="906"/>
                    </a:cubicBezTo>
                    <a:cubicBezTo>
                      <a:pt x="0" y="428"/>
                      <a:pt x="392" y="0"/>
                      <a:pt x="877" y="0"/>
                    </a:cubicBezTo>
                    <a:cubicBezTo>
                      <a:pt x="1392" y="0"/>
                      <a:pt x="1783" y="428"/>
                      <a:pt x="1783" y="906"/>
                    </a:cubicBezTo>
                    <a:close/>
                  </a:path>
                </a:pathLst>
              </a:custGeom>
              <a:noFill/>
              <a:ln w="597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13"/>
              <p:cNvSpPr/>
              <p:nvPr/>
            </p:nvSpPr>
            <p:spPr>
              <a:xfrm rot="5400000" flipH="1">
                <a:off x="7506622" y="1041704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43" name="Google Shape;343;p13"/>
          <p:cNvGrpSpPr/>
          <p:nvPr/>
        </p:nvGrpSpPr>
        <p:grpSpPr>
          <a:xfrm>
            <a:off x="-556748" y="-57000"/>
            <a:ext cx="10429656" cy="3378450"/>
            <a:chOff x="-556748" y="-57000"/>
            <a:chExt cx="10429656" cy="3378450"/>
          </a:xfrm>
        </p:grpSpPr>
        <p:grpSp>
          <p:nvGrpSpPr>
            <p:cNvPr id="344" name="Google Shape;344;p13"/>
            <p:cNvGrpSpPr/>
            <p:nvPr/>
          </p:nvGrpSpPr>
          <p:grpSpPr>
            <a:xfrm flipH="1">
              <a:off x="8221607" y="1714746"/>
              <a:ext cx="493321" cy="357312"/>
              <a:chOff x="1722354" y="229144"/>
              <a:chExt cx="1748744" cy="1266614"/>
            </a:xfrm>
          </p:grpSpPr>
          <p:sp>
            <p:nvSpPr>
              <p:cNvPr id="345" name="Google Shape;345;p1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1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47" name="Google Shape;347;p13"/>
            <p:cNvSpPr/>
            <p:nvPr/>
          </p:nvSpPr>
          <p:spPr>
            <a:xfrm>
              <a:off x="8221600" y="-57000"/>
              <a:ext cx="1027600" cy="3378450"/>
            </a:xfrm>
            <a:custGeom>
              <a:rect l="l" t="t" r="r" b="b"/>
              <a:pathLst>
                <a:path w="41104" h="135138" extrusionOk="0">
                  <a:moveTo>
                    <a:pt x="41104" y="135138"/>
                  </a:moveTo>
                  <a:lnTo>
                    <a:pt x="0" y="111407"/>
                  </a:lnTo>
                  <a:lnTo>
                    <a:pt x="0" y="57500"/>
                  </a:lnTo>
                  <a:lnTo>
                    <a:pt x="12424" y="45076"/>
                  </a:lnTo>
                  <a:lnTo>
                    <a:pt x="12424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48" name="Google Shape;348;p13"/>
            <p:cNvGrpSpPr/>
            <p:nvPr/>
          </p:nvGrpSpPr>
          <p:grpSpPr>
            <a:xfrm>
              <a:off x="8527396" y="539490"/>
              <a:ext cx="1345511" cy="273510"/>
              <a:chOff x="-6675" y="2881558"/>
              <a:chExt cx="9140700" cy="2059567"/>
            </a:xfrm>
          </p:grpSpPr>
          <p:cxnSp>
            <p:nvCxnSpPr>
              <p:cNvPr id="349" name="Google Shape;349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0" name="Google Shape;350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1" name="Google Shape;351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2" name="Google Shape;352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3" name="Google Shape;353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54" name="Google Shape;354;p13"/>
            <p:cNvGrpSpPr/>
            <p:nvPr/>
          </p:nvGrpSpPr>
          <p:grpSpPr>
            <a:xfrm rot="10800000">
              <a:off x="-556748" y="2551975"/>
              <a:ext cx="1029243" cy="273510"/>
              <a:chOff x="-6675" y="2881558"/>
              <a:chExt cx="9140700" cy="2059567"/>
            </a:xfrm>
          </p:grpSpPr>
          <p:cxnSp>
            <p:nvCxnSpPr>
              <p:cNvPr id="355" name="Google Shape;355;p1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6" name="Google Shape;356;p1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7" name="Google Shape;357;p1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8" name="Google Shape;358;p1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59" name="Google Shape;359;p1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60" name="Google Shape;360;p13"/>
          <p:cNvGrpSpPr/>
          <p:nvPr/>
        </p:nvGrpSpPr>
        <p:grpSpPr>
          <a:xfrm>
            <a:off x="-160350" y="1017736"/>
            <a:ext cx="9034618" cy="1344543"/>
            <a:chOff x="-160350" y="1017736"/>
            <a:chExt cx="9034618" cy="1344543"/>
          </a:xfrm>
        </p:grpSpPr>
        <p:sp>
          <p:nvSpPr>
            <p:cNvPr id="361" name="Google Shape;361;p13"/>
            <p:cNvSpPr/>
            <p:nvPr/>
          </p:nvSpPr>
          <p:spPr>
            <a:xfrm rot="10800000">
              <a:off x="8834212" y="1017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2" name="Google Shape;362;p13"/>
            <p:cNvSpPr/>
            <p:nvPr/>
          </p:nvSpPr>
          <p:spPr>
            <a:xfrm rot="5400000">
              <a:off x="40062" y="21218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63" name="Google Shape;363;p1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">
  <p:cSld name="CUSTOM_12">
    <p:spTree>
      <p:nvGrpSpPr>
        <p:cNvPr id="1" name="Shape 364"/>
        <p:cNvGrpSpPr/>
        <p:nvPr/>
      </p:nvGrpSpPr>
      <p:grpSpPr>
        <a:xfrm>
          <a:off x="0" y="0"/>
          <a:ext cx="0" cy="0"/>
        </a:xfrm>
      </p:grpSpPr>
      <p:sp>
        <p:nvSpPr>
          <p:cNvPr id="365" name="Google Shape;365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6" name="Google Shape;366;p14"/>
          <p:cNvSpPr txBox="1">
            <a:spLocks noGrp="1"/>
          </p:cNvSpPr>
          <p:nvPr>
            <p:ph type="subTitle" idx="1"/>
          </p:nvPr>
        </p:nvSpPr>
        <p:spPr>
          <a:xfrm>
            <a:off x="720000" y="1067776"/>
            <a:ext cx="7704000" cy="87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367" name="Google Shape;367;p14"/>
          <p:cNvGrpSpPr/>
          <p:nvPr/>
        </p:nvGrpSpPr>
        <p:grpSpPr>
          <a:xfrm>
            <a:off x="248963" y="1017730"/>
            <a:ext cx="8980467" cy="3860780"/>
            <a:chOff x="248963" y="1017730"/>
            <a:chExt cx="8980467" cy="3860780"/>
          </a:xfrm>
        </p:grpSpPr>
        <p:sp>
          <p:nvSpPr>
            <p:cNvPr id="368" name="Google Shape;368;p14"/>
            <p:cNvSpPr/>
            <p:nvPr/>
          </p:nvSpPr>
          <p:spPr>
            <a:xfrm>
              <a:off x="422688" y="131788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69" name="Google Shape;369;p14"/>
            <p:cNvSpPr/>
            <p:nvPr/>
          </p:nvSpPr>
          <p:spPr>
            <a:xfrm>
              <a:off x="248963" y="101773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370" name="Google Shape;370;p14"/>
            <p:cNvGrpSpPr/>
            <p:nvPr/>
          </p:nvGrpSpPr>
          <p:grpSpPr>
            <a:xfrm rot="-5400000">
              <a:off x="8742913" y="4391992"/>
              <a:ext cx="206891" cy="766144"/>
              <a:chOff x="8650702" y="3525402"/>
              <a:chExt cx="206891" cy="766144"/>
            </a:xfrm>
          </p:grpSpPr>
          <p:sp>
            <p:nvSpPr>
              <p:cNvPr id="371" name="Google Shape;371;p1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1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73" name="Google Shape;373;p14"/>
          <p:cNvGrpSpPr/>
          <p:nvPr/>
        </p:nvGrpSpPr>
        <p:grpSpPr>
          <a:xfrm>
            <a:off x="250498" y="1721188"/>
            <a:ext cx="8259948" cy="2990484"/>
            <a:chOff x="250498" y="1721188"/>
            <a:chExt cx="8259948" cy="2990484"/>
          </a:xfrm>
        </p:grpSpPr>
        <p:sp>
          <p:nvSpPr>
            <p:cNvPr id="374" name="Google Shape;374;p14"/>
            <p:cNvSpPr/>
            <p:nvPr/>
          </p:nvSpPr>
          <p:spPr>
            <a:xfrm rot="10800000">
              <a:off x="250498" y="1721188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75" name="Google Shape;375;p14"/>
            <p:cNvSpPr/>
            <p:nvPr/>
          </p:nvSpPr>
          <p:spPr>
            <a:xfrm rot="-5400000">
              <a:off x="8269979" y="4471205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76" name="Google Shape;376;p14"/>
          <p:cNvGrpSpPr/>
          <p:nvPr/>
        </p:nvGrpSpPr>
        <p:grpSpPr>
          <a:xfrm>
            <a:off x="-2218609" y="-174950"/>
            <a:ext cx="12004520" cy="8522877"/>
            <a:chOff x="-2218609" y="-174950"/>
            <a:chExt cx="12004520" cy="8522877"/>
          </a:xfrm>
        </p:grpSpPr>
        <p:sp>
          <p:nvSpPr>
            <p:cNvPr id="377" name="Google Shape;377;p14"/>
            <p:cNvSpPr/>
            <p:nvPr/>
          </p:nvSpPr>
          <p:spPr>
            <a:xfrm>
              <a:off x="-2218609" y="-174950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78" name="Google Shape;378;p14"/>
            <p:cNvGrpSpPr/>
            <p:nvPr/>
          </p:nvGrpSpPr>
          <p:grpSpPr>
            <a:xfrm rot="-5400000" flipH="1">
              <a:off x="7449713" y="4739627"/>
              <a:ext cx="493321" cy="357312"/>
              <a:chOff x="1722354" y="229144"/>
              <a:chExt cx="1748744" cy="1266614"/>
            </a:xfrm>
          </p:grpSpPr>
          <p:sp>
            <p:nvSpPr>
              <p:cNvPr id="379" name="Google Shape;379;p1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1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381" name="Google Shape;381;p14"/>
            <p:cNvSpPr/>
            <p:nvPr/>
          </p:nvSpPr>
          <p:spPr>
            <a:xfrm rot="10800000" flipH="1">
              <a:off x="8147148" y="2028637"/>
              <a:ext cx="1521858" cy="631929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382" name="Google Shape;382;p14"/>
            <p:cNvGrpSpPr/>
            <p:nvPr/>
          </p:nvGrpSpPr>
          <p:grpSpPr>
            <a:xfrm flipH="1">
              <a:off x="8820653" y="3237867"/>
              <a:ext cx="965258" cy="273510"/>
              <a:chOff x="-6675" y="2881558"/>
              <a:chExt cx="9140700" cy="2059567"/>
            </a:xfrm>
          </p:grpSpPr>
          <p:cxnSp>
            <p:nvCxnSpPr>
              <p:cNvPr id="383" name="Google Shape;383;p1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4" name="Google Shape;384;p1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5" name="Google Shape;385;p1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6" name="Google Shape;386;p1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7" name="Google Shape;387;p1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88" name="Google Shape;388;p1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ext 1">
  <p:cSld name="CUSTOM_12_1">
    <p:spTree>
      <p:nvGrpSpPr>
        <p:cNvPr id="1" name="Shape 389"/>
        <p:cNvGrpSpPr/>
        <p:nvPr/>
      </p:nvGrpSpPr>
      <p:grpSpPr>
        <a:xfrm>
          <a:off x="0" y="0"/>
          <a:ext cx="0" cy="0"/>
        </a:xfrm>
      </p:grpSpPr>
      <p:sp>
        <p:nvSpPr>
          <p:cNvPr id="390" name="Google Shape;390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15"/>
          <p:cNvSpPr txBox="1">
            <a:spLocks noGrp="1"/>
          </p:cNvSpPr>
          <p:nvPr>
            <p:ph type="subTitle" idx="1"/>
          </p:nvPr>
        </p:nvSpPr>
        <p:spPr>
          <a:xfrm>
            <a:off x="720000" y="1150950"/>
            <a:ext cx="7704000" cy="29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92" name="Google Shape;392;p15"/>
          <p:cNvGrpSpPr/>
          <p:nvPr/>
        </p:nvGrpSpPr>
        <p:grpSpPr>
          <a:xfrm>
            <a:off x="8393651" y="-1627766"/>
            <a:ext cx="614899" cy="2881846"/>
            <a:chOff x="1337784" y="-2525559"/>
            <a:chExt cx="1352318" cy="6337907"/>
          </a:xfrm>
        </p:grpSpPr>
        <p:cxnSp>
          <p:nvCxnSpPr>
            <p:cNvPr id="393" name="Google Shape;393;p15"/>
            <p:cNvCxnSpPr/>
            <p:nvPr/>
          </p:nvCxnSpPr>
          <p:spPr>
            <a:xfrm rot="10800000" flipH="1">
              <a:off x="1337784" y="-2525559"/>
              <a:ext cx="0" cy="49905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94" name="Google Shape;394;p15"/>
            <p:cNvCxnSpPr/>
            <p:nvPr/>
          </p:nvCxnSpPr>
          <p:spPr>
            <a:xfrm>
              <a:off x="1337784" y="2466654"/>
              <a:ext cx="984900" cy="970200"/>
            </a:xfrm>
            <a:prstGeom prst="straightConnector1">
              <a:avLst/>
            </a:prstGeom>
            <a:noFill/>
            <a:ln w="9525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15"/>
            <p:cNvSpPr/>
            <p:nvPr/>
          </p:nvSpPr>
          <p:spPr>
            <a:xfrm rot="5400000">
              <a:off x="2266990" y="3389237"/>
              <a:ext cx="425397" cy="420826"/>
            </a:xfrm>
            <a:custGeom>
              <a:rect l="l" t="t" r="r" b="b"/>
              <a:pathLst>
                <a:path w="2748" h="2719" fill="none" extrusionOk="0">
                  <a:moveTo>
                    <a:pt x="2748" y="1363"/>
                  </a:moveTo>
                  <a:cubicBezTo>
                    <a:pt x="2748" y="2117"/>
                    <a:pt x="2117" y="2718"/>
                    <a:pt x="1392" y="2718"/>
                  </a:cubicBezTo>
                  <a:cubicBezTo>
                    <a:pt x="638" y="2718"/>
                    <a:pt x="1" y="2117"/>
                    <a:pt x="1" y="1363"/>
                  </a:cubicBezTo>
                  <a:cubicBezTo>
                    <a:pt x="1" y="609"/>
                    <a:pt x="638" y="0"/>
                    <a:pt x="1392" y="0"/>
                  </a:cubicBezTo>
                  <a:cubicBezTo>
                    <a:pt x="2117" y="0"/>
                    <a:pt x="2748" y="609"/>
                    <a:pt x="2748" y="1363"/>
                  </a:cubicBezTo>
                  <a:close/>
                </a:path>
              </a:pathLst>
            </a:custGeom>
            <a:solidFill>
              <a:schemeClr val="lt2"/>
            </a:solidFill>
            <a:ln w="9525" cap="flat" cmpd="sng">
              <a:solidFill>
                <a:schemeClr val="accent2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396" name="Google Shape;396;p15"/>
          <p:cNvGrpSpPr/>
          <p:nvPr/>
        </p:nvGrpSpPr>
        <p:grpSpPr>
          <a:xfrm>
            <a:off x="6485555" y="4129788"/>
            <a:ext cx="269696" cy="1209440"/>
            <a:chOff x="6933883" y="3613321"/>
            <a:chExt cx="269696" cy="1209440"/>
          </a:xfrm>
        </p:grpSpPr>
        <p:sp>
          <p:nvSpPr>
            <p:cNvPr id="397" name="Google Shape;397;p15"/>
            <p:cNvSpPr/>
            <p:nvPr/>
          </p:nvSpPr>
          <p:spPr>
            <a:xfrm rot="10800000">
              <a:off x="7160463" y="4347766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398" name="Google Shape;398;p15"/>
            <p:cNvSpPr/>
            <p:nvPr/>
          </p:nvSpPr>
          <p:spPr>
            <a:xfrm rot="10800000">
              <a:off x="6933883" y="3613321"/>
              <a:ext cx="75100" cy="827502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399" name="Google Shape;399;p15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three columns">
  <p:cSld name="CUSTOM_6">
    <p:spTree>
      <p:nvGrpSpPr>
        <p:cNvPr id="1" name="Shape 400"/>
        <p:cNvGrpSpPr/>
        <p:nvPr/>
      </p:nvGrpSpPr>
      <p:grpSpPr>
        <a:xfrm>
          <a:off x="0" y="0"/>
          <a:ext cx="0" cy="0"/>
        </a:xfrm>
      </p:grpSpPr>
      <p:sp>
        <p:nvSpPr>
          <p:cNvPr id="401" name="Google Shape;40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1"/>
          </p:nvPr>
        </p:nvSpPr>
        <p:spPr>
          <a:xfrm>
            <a:off x="10900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3" name="Google Shape;403;p16"/>
          <p:cNvSpPr txBox="1">
            <a:spLocks noGrp="1"/>
          </p:cNvSpPr>
          <p:nvPr>
            <p:ph type="subTitle" idx="2"/>
          </p:nvPr>
        </p:nvSpPr>
        <p:spPr>
          <a:xfrm>
            <a:off x="3501725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4" name="Google Shape;404;p16"/>
          <p:cNvSpPr txBox="1">
            <a:spLocks noGrp="1"/>
          </p:cNvSpPr>
          <p:nvPr>
            <p:ph type="subTitle" idx="3"/>
          </p:nvPr>
        </p:nvSpPr>
        <p:spPr>
          <a:xfrm>
            <a:off x="5913431" y="2438273"/>
            <a:ext cx="22602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5" name="Google Shape;405;p16"/>
          <p:cNvSpPr txBox="1">
            <a:spLocks noGrp="1"/>
          </p:cNvSpPr>
          <p:nvPr>
            <p:ph type="subTitle" idx="4"/>
          </p:nvPr>
        </p:nvSpPr>
        <p:spPr>
          <a:xfrm>
            <a:off x="1090025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6" name="Google Shape;406;p16"/>
          <p:cNvSpPr txBox="1">
            <a:spLocks noGrp="1"/>
          </p:cNvSpPr>
          <p:nvPr>
            <p:ph type="subTitle" idx="5"/>
          </p:nvPr>
        </p:nvSpPr>
        <p:spPr>
          <a:xfrm>
            <a:off x="3501728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07" name="Google Shape;407;p16"/>
          <p:cNvSpPr txBox="1">
            <a:spLocks noGrp="1"/>
          </p:cNvSpPr>
          <p:nvPr>
            <p:ph type="subTitle" idx="6"/>
          </p:nvPr>
        </p:nvSpPr>
        <p:spPr>
          <a:xfrm>
            <a:off x="5913432" y="2029925"/>
            <a:ext cx="2260200" cy="48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08" name="Google Shape;408;p16"/>
          <p:cNvGrpSpPr/>
          <p:nvPr/>
        </p:nvGrpSpPr>
        <p:grpSpPr>
          <a:xfrm>
            <a:off x="188277" y="445029"/>
            <a:ext cx="8669349" cy="4596267"/>
            <a:chOff x="188277" y="445029"/>
            <a:chExt cx="8669349" cy="4596267"/>
          </a:xfrm>
        </p:grpSpPr>
        <p:sp>
          <p:nvSpPr>
            <p:cNvPr id="409" name="Google Shape;409;p16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0" name="Google Shape;410;p16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11" name="Google Shape;411;p16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412" name="Google Shape;412;p16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16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14" name="Google Shape;414;p16"/>
          <p:cNvGrpSpPr/>
          <p:nvPr/>
        </p:nvGrpSpPr>
        <p:grpSpPr>
          <a:xfrm>
            <a:off x="478250" y="1380581"/>
            <a:ext cx="8298985" cy="1930684"/>
            <a:chOff x="478250" y="1380581"/>
            <a:chExt cx="8298985" cy="1930684"/>
          </a:xfrm>
        </p:grpSpPr>
        <p:sp>
          <p:nvSpPr>
            <p:cNvPr id="415" name="Google Shape;415;p16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16" name="Google Shape;416;p16"/>
            <p:cNvSpPr/>
            <p:nvPr/>
          </p:nvSpPr>
          <p:spPr>
            <a:xfrm rot="10800000">
              <a:off x="478250" y="28703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17" name="Google Shape;417;p16"/>
          <p:cNvGrpSpPr/>
          <p:nvPr/>
        </p:nvGrpSpPr>
        <p:grpSpPr>
          <a:xfrm>
            <a:off x="260198" y="-534009"/>
            <a:ext cx="8742927" cy="5946659"/>
            <a:chOff x="260198" y="-534009"/>
            <a:chExt cx="8742927" cy="5946659"/>
          </a:xfrm>
        </p:grpSpPr>
        <p:grpSp>
          <p:nvGrpSpPr>
            <p:cNvPr id="418" name="Google Shape;418;p16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419" name="Google Shape;419;p16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0" name="Google Shape;420;p16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1" name="Google Shape;421;p16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2" name="Google Shape;422;p16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23" name="Google Shape;423;p16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24" name="Google Shape;424;p16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425" name="Google Shape;425;p16"/>
            <p:cNvGrpSpPr/>
            <p:nvPr/>
          </p:nvGrpSpPr>
          <p:grpSpPr>
            <a:xfrm>
              <a:off x="260198" y="3089575"/>
              <a:ext cx="493321" cy="2323075"/>
              <a:chOff x="260198" y="3089575"/>
              <a:chExt cx="493321" cy="2323075"/>
            </a:xfrm>
          </p:grpSpPr>
          <p:grpSp>
            <p:nvGrpSpPr>
              <p:cNvPr id="426" name="Google Shape;426;p16"/>
              <p:cNvGrpSpPr/>
              <p:nvPr/>
            </p:nvGrpSpPr>
            <p:grpSpPr>
              <a:xfrm rot="10800000">
                <a:off x="260198" y="3645746"/>
                <a:ext cx="493321" cy="357312"/>
                <a:chOff x="1722354" y="229144"/>
                <a:chExt cx="1748744" cy="1266614"/>
              </a:xfrm>
            </p:grpSpPr>
            <p:sp>
              <p:nvSpPr>
                <p:cNvPr id="427" name="Google Shape;427;p16"/>
                <p:cNvSpPr/>
                <p:nvPr/>
              </p:nvSpPr>
              <p:spPr>
                <a:xfrm rot="10800000">
                  <a:off x="2239107" y="792406"/>
                  <a:ext cx="1231990" cy="703352"/>
                </a:xfrm>
                <a:custGeom>
                  <a:rect l="l" t="t" r="r" b="b"/>
                  <a:pathLst>
                    <a:path w="4864" h="2777" fill="none" extrusionOk="0">
                      <a:moveTo>
                        <a:pt x="4863" y="2776"/>
                      </a:moveTo>
                      <a:lnTo>
                        <a:pt x="2051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9525" cap="rnd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  <p:sp>
              <p:nvSpPr>
                <p:cNvPr id="428" name="Google Shape;428;p16"/>
                <p:cNvSpPr/>
                <p:nvPr/>
              </p:nvSpPr>
              <p:spPr>
                <a:xfrm rot="10800000">
                  <a:off x="1722354" y="229144"/>
                  <a:ext cx="627506" cy="620727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chemeClr val="l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429" name="Google Shape;429;p16"/>
              <p:cNvSpPr/>
              <p:nvPr/>
            </p:nvSpPr>
            <p:spPr>
              <a:xfrm>
                <a:off x="260200" y="3089575"/>
                <a:ext cx="476150" cy="2323075"/>
              </a:xfrm>
              <a:custGeom>
                <a:rect l="l" t="t" r="r" b="b"/>
                <a:pathLst>
                  <a:path w="19046" h="92923" extrusionOk="0">
                    <a:moveTo>
                      <a:pt x="0" y="0"/>
                    </a:moveTo>
                    <a:lnTo>
                      <a:pt x="0" y="36635"/>
                    </a:lnTo>
                    <a:lnTo>
                      <a:pt x="19046" y="55681"/>
                    </a:lnTo>
                    <a:lnTo>
                      <a:pt x="19046" y="92923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</p:grpSp>
      </p:grpSp>
      <p:sp>
        <p:nvSpPr>
          <p:cNvPr id="430" name="Google Shape;430;p16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four columns">
  <p:cSld name="CUSTOM_5">
    <p:spTree>
      <p:nvGrpSpPr>
        <p:cNvPr id="1" name="Shape 431"/>
        <p:cNvGrpSpPr/>
        <p:nvPr/>
      </p:nvGrpSpPr>
      <p:grpSpPr>
        <a:xfrm>
          <a:off x="0" y="0"/>
          <a:ext cx="0" cy="0"/>
        </a:xfrm>
      </p:grpSpPr>
      <p:sp>
        <p:nvSpPr>
          <p:cNvPr id="432" name="Google Shape;432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3" name="Google Shape;433;p17"/>
          <p:cNvSpPr txBox="1">
            <a:spLocks noGrp="1"/>
          </p:cNvSpPr>
          <p:nvPr>
            <p:ph type="subTitle" idx="1"/>
          </p:nvPr>
        </p:nvSpPr>
        <p:spPr>
          <a:xfrm>
            <a:off x="1253224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4" name="Google Shape;434;p17"/>
          <p:cNvSpPr txBox="1">
            <a:spLocks noGrp="1"/>
          </p:cNvSpPr>
          <p:nvPr>
            <p:ph type="subTitle" idx="2"/>
          </p:nvPr>
        </p:nvSpPr>
        <p:spPr>
          <a:xfrm>
            <a:off x="5079776" y="17701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5" name="Google Shape;435;p17"/>
          <p:cNvSpPr txBox="1">
            <a:spLocks noGrp="1"/>
          </p:cNvSpPr>
          <p:nvPr>
            <p:ph type="subTitle" idx="3"/>
          </p:nvPr>
        </p:nvSpPr>
        <p:spPr>
          <a:xfrm>
            <a:off x="1253224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6" name="Google Shape;436;p17"/>
          <p:cNvSpPr txBox="1">
            <a:spLocks noGrp="1"/>
          </p:cNvSpPr>
          <p:nvPr>
            <p:ph type="subTitle" idx="4"/>
          </p:nvPr>
        </p:nvSpPr>
        <p:spPr>
          <a:xfrm>
            <a:off x="5079776" y="3281700"/>
            <a:ext cx="28110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subTitle" idx="5"/>
          </p:nvPr>
        </p:nvSpPr>
        <p:spPr>
          <a:xfrm>
            <a:off x="1253225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6"/>
          </p:nvPr>
        </p:nvSpPr>
        <p:spPr>
          <a:xfrm>
            <a:off x="1253225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39" name="Google Shape;439;p17"/>
          <p:cNvSpPr txBox="1">
            <a:spLocks noGrp="1"/>
          </p:cNvSpPr>
          <p:nvPr>
            <p:ph type="subTitle" idx="7"/>
          </p:nvPr>
        </p:nvSpPr>
        <p:spPr>
          <a:xfrm>
            <a:off x="5079750" y="1316050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40" name="Google Shape;440;p17"/>
          <p:cNvSpPr txBox="1">
            <a:spLocks noGrp="1"/>
          </p:cNvSpPr>
          <p:nvPr>
            <p:ph type="subTitle" idx="8"/>
          </p:nvPr>
        </p:nvSpPr>
        <p:spPr>
          <a:xfrm>
            <a:off x="5079750" y="2827725"/>
            <a:ext cx="2811000" cy="516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41" name="Google Shape;441;p17"/>
          <p:cNvGrpSpPr/>
          <p:nvPr/>
        </p:nvGrpSpPr>
        <p:grpSpPr>
          <a:xfrm>
            <a:off x="487075" y="3743425"/>
            <a:ext cx="8733034" cy="1098995"/>
            <a:chOff x="487075" y="3743425"/>
            <a:chExt cx="8733034" cy="1098995"/>
          </a:xfrm>
        </p:grpSpPr>
        <p:sp>
          <p:nvSpPr>
            <p:cNvPr id="442" name="Google Shape;442;p17"/>
            <p:cNvSpPr/>
            <p:nvPr/>
          </p:nvSpPr>
          <p:spPr>
            <a:xfrm rot="5400000">
              <a:off x="8961054" y="37263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3" name="Google Shape;443;p17"/>
            <p:cNvSpPr/>
            <p:nvPr/>
          </p:nvSpPr>
          <p:spPr>
            <a:xfrm rot="5400000">
              <a:off x="8721654" y="35274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44" name="Google Shape;444;p17"/>
            <p:cNvGrpSpPr/>
            <p:nvPr/>
          </p:nvGrpSpPr>
          <p:grpSpPr>
            <a:xfrm rot="5400000">
              <a:off x="766702" y="4355902"/>
              <a:ext cx="206891" cy="766144"/>
              <a:chOff x="8650702" y="3525402"/>
              <a:chExt cx="206891" cy="766144"/>
            </a:xfrm>
          </p:grpSpPr>
          <p:sp>
            <p:nvSpPr>
              <p:cNvPr id="445" name="Google Shape;445;p17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7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7" name="Google Shape;447;p17"/>
          <p:cNvGrpSpPr/>
          <p:nvPr/>
        </p:nvGrpSpPr>
        <p:grpSpPr>
          <a:xfrm>
            <a:off x="197650" y="1003129"/>
            <a:ext cx="8689509" cy="2910487"/>
            <a:chOff x="197650" y="1003129"/>
            <a:chExt cx="8689509" cy="2910487"/>
          </a:xfrm>
        </p:grpSpPr>
        <p:sp>
          <p:nvSpPr>
            <p:cNvPr id="448" name="Google Shape;448;p17"/>
            <p:cNvSpPr/>
            <p:nvPr/>
          </p:nvSpPr>
          <p:spPr>
            <a:xfrm>
              <a:off x="8847104" y="10031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49" name="Google Shape;449;p17"/>
            <p:cNvSpPr/>
            <p:nvPr/>
          </p:nvSpPr>
          <p:spPr>
            <a:xfrm rot="10800000">
              <a:off x="197650" y="34727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50" name="Google Shape;450;p17"/>
          <p:cNvGrpSpPr/>
          <p:nvPr/>
        </p:nvGrpSpPr>
        <p:grpSpPr>
          <a:xfrm>
            <a:off x="-30950" y="-166792"/>
            <a:ext cx="9501942" cy="5231667"/>
            <a:chOff x="-30950" y="-166792"/>
            <a:chExt cx="9501942" cy="5231667"/>
          </a:xfrm>
        </p:grpSpPr>
        <p:grpSp>
          <p:nvGrpSpPr>
            <p:cNvPr id="451" name="Google Shape;451;p17"/>
            <p:cNvGrpSpPr/>
            <p:nvPr/>
          </p:nvGrpSpPr>
          <p:grpSpPr>
            <a:xfrm rot="-5400000">
              <a:off x="8362773" y="2998996"/>
              <a:ext cx="493321" cy="357312"/>
              <a:chOff x="1722354" y="229144"/>
              <a:chExt cx="1748744" cy="1266614"/>
            </a:xfrm>
          </p:grpSpPr>
          <p:sp>
            <p:nvSpPr>
              <p:cNvPr id="452" name="Google Shape;452;p17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7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54" name="Google Shape;454;p17"/>
            <p:cNvGrpSpPr/>
            <p:nvPr/>
          </p:nvGrpSpPr>
          <p:grpSpPr>
            <a:xfrm rot="10800000" flipH="1">
              <a:off x="8505734" y="1680044"/>
              <a:ext cx="965258" cy="273510"/>
              <a:chOff x="-6675" y="2881558"/>
              <a:chExt cx="9140700" cy="2059567"/>
            </a:xfrm>
          </p:grpSpPr>
          <p:cxnSp>
            <p:nvCxnSpPr>
              <p:cNvPr id="455" name="Google Shape;455;p17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6" name="Google Shape;456;p17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7" name="Google Shape;457;p17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8" name="Google Shape;458;p17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59" name="Google Shape;459;p17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60" name="Google Shape;460;p17"/>
            <p:cNvSpPr/>
            <p:nvPr/>
          </p:nvSpPr>
          <p:spPr>
            <a:xfrm rot="5400000">
              <a:off x="7121670" y="121727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61" name="Google Shape;461;p17"/>
            <p:cNvSpPr/>
            <p:nvPr/>
          </p:nvSpPr>
          <p:spPr>
            <a:xfrm>
              <a:off x="-30950" y="2650075"/>
              <a:ext cx="581550" cy="2414800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62" name="Google Shape;462;p17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and six columns">
  <p:cSld name="CUSTOM_7">
    <p:spTree>
      <p:nvGrpSpPr>
        <p:cNvPr id="1" name="Shape 463"/>
        <p:cNvGrpSpPr/>
        <p:nvPr/>
      </p:nvGrpSpPr>
      <p:grpSpPr>
        <a:xfrm>
          <a:off x="0" y="0"/>
          <a:ext cx="0" cy="0"/>
        </a:xfrm>
      </p:grpSpPr>
      <p:sp>
        <p:nvSpPr>
          <p:cNvPr id="464" name="Google Shape;46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Font typeface="Raleway Black"/>
              <a:buNone/>
              <a:defRPr b="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65" name="Google Shape;465;p18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6" name="Google Shape;466;p18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18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8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18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8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18"/>
          <p:cNvSpPr txBox="1">
            <a:spLocks noGrp="1"/>
          </p:cNvSpPr>
          <p:nvPr>
            <p:ph type="subTitle" idx="7"/>
          </p:nvPr>
        </p:nvSpPr>
        <p:spPr>
          <a:xfrm>
            <a:off x="1190750" y="1396451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2" name="Google Shape;472;p18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3" name="Google Shape;473;p18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4" name="Google Shape;474;p18"/>
          <p:cNvSpPr txBox="1">
            <a:spLocks noGrp="1"/>
          </p:cNvSpPr>
          <p:nvPr>
            <p:ph type="subTitle" idx="13"/>
          </p:nvPr>
        </p:nvSpPr>
        <p:spPr>
          <a:xfrm>
            <a:off x="1182950" y="3082550"/>
            <a:ext cx="19860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5" name="Google Shape;475;p18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sp>
        <p:nvSpPr>
          <p:cNvPr id="476" name="Google Shape;476;p18"/>
          <p:cNvSpPr txBox="1">
            <a:spLocks noGrp="1"/>
          </p:cNvSpPr>
          <p:nvPr>
            <p:ph type="subTitle" idx="15"/>
          </p:nvPr>
        </p:nvSpPr>
        <p:spPr>
          <a:xfrm>
            <a:off x="597894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1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2400"/>
              <a:buFont typeface="Raleway Black"/>
              <a:buNone/>
              <a:defRPr sz="2400">
                <a:latin typeface="Raleway Black"/>
                <a:ea typeface="Raleway Black"/>
                <a:cs typeface="Raleway Black"/>
                <a:sym typeface="Raleway Black"/>
              </a:defRPr>
            </a:lvl9pPr>
          </a:lstStyle>
          <a:p>
            <a:endParaRPr/>
          </a:p>
        </p:txBody>
      </p:sp>
      <p:grpSp>
        <p:nvGrpSpPr>
          <p:cNvPr id="477" name="Google Shape;477;p18"/>
          <p:cNvGrpSpPr/>
          <p:nvPr/>
        </p:nvGrpSpPr>
        <p:grpSpPr>
          <a:xfrm>
            <a:off x="-173589" y="2054902"/>
            <a:ext cx="8977956" cy="875138"/>
            <a:chOff x="-173589" y="2054902"/>
            <a:chExt cx="8977956" cy="875138"/>
          </a:xfrm>
        </p:grpSpPr>
        <p:sp>
          <p:nvSpPr>
            <p:cNvPr id="478" name="Google Shape;478;p18"/>
            <p:cNvSpPr/>
            <p:nvPr/>
          </p:nvSpPr>
          <p:spPr>
            <a:xfrm rot="-5400000" flipH="1">
              <a:off x="157300" y="26709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79" name="Google Shape;479;p18"/>
            <p:cNvSpPr/>
            <p:nvPr/>
          </p:nvSpPr>
          <p:spPr>
            <a:xfrm rot="-5400000" flipH="1">
              <a:off x="42350" y="242358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480" name="Google Shape;480;p18"/>
            <p:cNvGrpSpPr/>
            <p:nvPr/>
          </p:nvGrpSpPr>
          <p:grpSpPr>
            <a:xfrm rot="10800000" flipH="1">
              <a:off x="8597477" y="2054902"/>
              <a:ext cx="206891" cy="766144"/>
              <a:chOff x="8650702" y="3525402"/>
              <a:chExt cx="206891" cy="766144"/>
            </a:xfrm>
          </p:grpSpPr>
          <p:sp>
            <p:nvSpPr>
              <p:cNvPr id="481" name="Google Shape;481;p18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8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83" name="Google Shape;483;p18"/>
          <p:cNvGrpSpPr/>
          <p:nvPr/>
        </p:nvGrpSpPr>
        <p:grpSpPr>
          <a:xfrm>
            <a:off x="756786" y="700836"/>
            <a:ext cx="8183234" cy="4589198"/>
            <a:chOff x="756786" y="700836"/>
            <a:chExt cx="8183234" cy="4589198"/>
          </a:xfrm>
        </p:grpSpPr>
        <p:sp>
          <p:nvSpPr>
            <p:cNvPr id="484" name="Google Shape;484;p18"/>
            <p:cNvSpPr/>
            <p:nvPr/>
          </p:nvSpPr>
          <p:spPr>
            <a:xfrm flipH="1">
              <a:off x="756786" y="4849154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485" name="Google Shape;485;p18"/>
            <p:cNvSpPr/>
            <p:nvPr/>
          </p:nvSpPr>
          <p:spPr>
            <a:xfrm rot="10800000" flipH="1">
              <a:off x="8899964" y="7008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486" name="Google Shape;486;p18"/>
          <p:cNvGrpSpPr/>
          <p:nvPr/>
        </p:nvGrpSpPr>
        <p:grpSpPr>
          <a:xfrm>
            <a:off x="-418722" y="-549400"/>
            <a:ext cx="9906875" cy="5811597"/>
            <a:chOff x="-418722" y="-549400"/>
            <a:chExt cx="9906875" cy="5811597"/>
          </a:xfrm>
        </p:grpSpPr>
        <p:grpSp>
          <p:nvGrpSpPr>
            <p:cNvPr id="487" name="Google Shape;487;p18"/>
            <p:cNvGrpSpPr/>
            <p:nvPr/>
          </p:nvGrpSpPr>
          <p:grpSpPr>
            <a:xfrm rot="10800000" flipH="1">
              <a:off x="8269288" y="182196"/>
              <a:ext cx="493321" cy="357312"/>
              <a:chOff x="1722354" y="229144"/>
              <a:chExt cx="1748744" cy="1266614"/>
            </a:xfrm>
          </p:grpSpPr>
          <p:sp>
            <p:nvSpPr>
              <p:cNvPr id="488" name="Google Shape;488;p18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8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490" name="Google Shape;490;p18"/>
            <p:cNvGrpSpPr/>
            <p:nvPr/>
          </p:nvGrpSpPr>
          <p:grpSpPr>
            <a:xfrm rot="10800000">
              <a:off x="-418722" y="3973294"/>
              <a:ext cx="965258" cy="273510"/>
              <a:chOff x="-6675" y="2881558"/>
              <a:chExt cx="9140700" cy="2059567"/>
            </a:xfrm>
          </p:grpSpPr>
          <p:cxnSp>
            <p:nvCxnSpPr>
              <p:cNvPr id="491" name="Google Shape;491;p18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2" name="Google Shape;492;p18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3" name="Google Shape;493;p18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4" name="Google Shape;494;p18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5" name="Google Shape;495;p18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496" name="Google Shape;496;p18"/>
            <p:cNvSpPr/>
            <p:nvPr/>
          </p:nvSpPr>
          <p:spPr>
            <a:xfrm rot="-5400000" flipH="1">
              <a:off x="-642564" y="4073091"/>
              <a:ext cx="2068124" cy="310088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497" name="Google Shape;497;p18"/>
            <p:cNvSpPr/>
            <p:nvPr/>
          </p:nvSpPr>
          <p:spPr>
            <a:xfrm flipH="1">
              <a:off x="8573201" y="-549400"/>
              <a:ext cx="914953" cy="3799205"/>
            </a:xfrm>
            <a:custGeom>
              <a:rect l="l" t="t" r="r" b="b"/>
              <a:pathLst>
                <a:path w="23262" h="96592" extrusionOk="0">
                  <a:moveTo>
                    <a:pt x="0" y="0"/>
                  </a:moveTo>
                  <a:lnTo>
                    <a:pt x="18318" y="18318"/>
                  </a:lnTo>
                  <a:lnTo>
                    <a:pt x="18318" y="58471"/>
                  </a:lnTo>
                  <a:lnTo>
                    <a:pt x="10373" y="66417"/>
                  </a:lnTo>
                  <a:lnTo>
                    <a:pt x="10373" y="83703"/>
                  </a:lnTo>
                  <a:lnTo>
                    <a:pt x="23262" y="96592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498" name="Google Shape;498;p18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Numbers and text">
  <p:cSld name="CUSTOM_8">
    <p:spTree>
      <p:nvGrpSpPr>
        <p:cNvPr id="1" name="Shape 499"/>
        <p:cNvGrpSpPr/>
        <p:nvPr/>
      </p:nvGrpSpPr>
      <p:grpSpPr>
        <a:xfrm>
          <a:off x="0" y="0"/>
          <a:ext cx="0" cy="0"/>
        </a:xfrm>
      </p:grpSpPr>
      <p:sp>
        <p:nvSpPr>
          <p:cNvPr id="500" name="Google Shape;500;p19"/>
          <p:cNvSpPr txBox="1">
            <a:spLocks noGrp="1"/>
          </p:cNvSpPr>
          <p:nvPr>
            <p:ph type="title" hasCustomPrompt="1"/>
          </p:nvPr>
        </p:nvSpPr>
        <p:spPr>
          <a:xfrm>
            <a:off x="1022225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1" name="Google Shape;501;p19"/>
          <p:cNvSpPr txBox="1">
            <a:spLocks noGrp="1"/>
          </p:cNvSpPr>
          <p:nvPr>
            <p:ph type="subTitle" idx="1"/>
          </p:nvPr>
        </p:nvSpPr>
        <p:spPr>
          <a:xfrm>
            <a:off x="1022225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2" name="Google Shape;502;p19"/>
          <p:cNvSpPr txBox="1">
            <a:spLocks noGrp="1"/>
          </p:cNvSpPr>
          <p:nvPr>
            <p:ph type="title" idx="2" hasCustomPrompt="1"/>
          </p:nvPr>
        </p:nvSpPr>
        <p:spPr>
          <a:xfrm>
            <a:off x="3035252" y="132017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3" name="Google Shape;503;p19"/>
          <p:cNvSpPr txBox="1">
            <a:spLocks noGrp="1"/>
          </p:cNvSpPr>
          <p:nvPr>
            <p:ph type="subTitle" idx="3"/>
          </p:nvPr>
        </p:nvSpPr>
        <p:spPr>
          <a:xfrm>
            <a:off x="3035252" y="2095118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4" name="Google Shape;504;p19"/>
          <p:cNvSpPr txBox="1">
            <a:spLocks noGrp="1"/>
          </p:cNvSpPr>
          <p:nvPr>
            <p:ph type="title" idx="4" hasCustomPrompt="1"/>
          </p:nvPr>
        </p:nvSpPr>
        <p:spPr>
          <a:xfrm>
            <a:off x="5048280" y="2965495"/>
            <a:ext cx="3382500" cy="768900"/>
          </a:xfrm>
          <a:prstGeom prst="rect">
            <a:avLst/>
          </a:prstGeom>
          <a:solidFill>
            <a:srgbClr val="FFFFFF">
              <a:alpha val="750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41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2pPr>
            <a:lvl3pPr lvl="2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3pPr>
            <a:lvl4pPr lvl="3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4pPr>
            <a:lvl5pPr lvl="4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5pPr>
            <a:lvl6pPr lvl="5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6pPr>
            <a:lvl7pPr lvl="6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7pPr>
            <a:lvl8pPr lvl="7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8pPr>
            <a:lvl9pPr lvl="8" algn="ctr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6000"/>
              <a:buFont typeface="Raleway ExtraBold"/>
              <a:buNone/>
              <a:defRPr sz="6000" b="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9pPr>
          </a:lstStyle>
          <a:p>
            <a:r>
              <a:t>xx%</a:t>
            </a:r>
          </a:p>
        </p:txBody>
      </p:sp>
      <p:sp>
        <p:nvSpPr>
          <p:cNvPr id="505" name="Google Shape;505;p19"/>
          <p:cNvSpPr txBox="1">
            <a:spLocks noGrp="1"/>
          </p:cNvSpPr>
          <p:nvPr>
            <p:ph type="subTitle" idx="5"/>
          </p:nvPr>
        </p:nvSpPr>
        <p:spPr>
          <a:xfrm>
            <a:off x="5048280" y="3740150"/>
            <a:ext cx="3382500" cy="382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06" name="Google Shape;506;p19"/>
          <p:cNvSpPr/>
          <p:nvPr/>
        </p:nvSpPr>
        <p:spPr>
          <a:xfrm rot="5400000">
            <a:off x="9120511" y="6970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07" name="Google Shape;507;p19"/>
          <p:cNvGrpSpPr/>
          <p:nvPr/>
        </p:nvGrpSpPr>
        <p:grpSpPr>
          <a:xfrm>
            <a:off x="-739800" y="415860"/>
            <a:ext cx="10142602" cy="2150259"/>
            <a:chOff x="-739800" y="415860"/>
            <a:chExt cx="10142602" cy="2150259"/>
          </a:xfrm>
        </p:grpSpPr>
        <p:grpSp>
          <p:nvGrpSpPr>
            <p:cNvPr id="508" name="Google Shape;508;p19"/>
            <p:cNvGrpSpPr/>
            <p:nvPr/>
          </p:nvGrpSpPr>
          <p:grpSpPr>
            <a:xfrm rot="5400000">
              <a:off x="8699132" y="-40532"/>
              <a:ext cx="247278" cy="1160062"/>
              <a:chOff x="1463894" y="1434556"/>
              <a:chExt cx="247278" cy="1160062"/>
            </a:xfrm>
          </p:grpSpPr>
          <p:sp>
            <p:nvSpPr>
              <p:cNvPr id="509" name="Google Shape;509;p19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9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19"/>
            <p:cNvGrpSpPr/>
            <p:nvPr/>
          </p:nvGrpSpPr>
          <p:grpSpPr>
            <a:xfrm>
              <a:off x="-739800" y="1454775"/>
              <a:ext cx="1111343" cy="1111343"/>
              <a:chOff x="8307725" y="278700"/>
              <a:chExt cx="1111343" cy="1111343"/>
            </a:xfrm>
          </p:grpSpPr>
          <p:sp>
            <p:nvSpPr>
              <p:cNvPr id="512" name="Google Shape;512;p19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9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14" name="Google Shape;514;p19"/>
          <p:cNvGrpSpPr/>
          <p:nvPr/>
        </p:nvGrpSpPr>
        <p:grpSpPr>
          <a:xfrm>
            <a:off x="-1340979" y="-3183303"/>
            <a:ext cx="10223939" cy="12189165"/>
            <a:chOff x="-1340979" y="-3183303"/>
            <a:chExt cx="10223939" cy="12189165"/>
          </a:xfrm>
        </p:grpSpPr>
        <p:grpSp>
          <p:nvGrpSpPr>
            <p:cNvPr id="515" name="Google Shape;515;p19"/>
            <p:cNvGrpSpPr/>
            <p:nvPr/>
          </p:nvGrpSpPr>
          <p:grpSpPr>
            <a:xfrm>
              <a:off x="3772273" y="2152995"/>
              <a:ext cx="5110686" cy="6852868"/>
              <a:chOff x="3772273" y="2152995"/>
              <a:chExt cx="5110686" cy="6852868"/>
            </a:xfrm>
          </p:grpSpPr>
          <p:grpSp>
            <p:nvGrpSpPr>
              <p:cNvPr id="516" name="Google Shape;516;p19"/>
              <p:cNvGrpSpPr/>
              <p:nvPr/>
            </p:nvGrpSpPr>
            <p:grpSpPr>
              <a:xfrm rot="10800000">
                <a:off x="8201743" y="2152995"/>
                <a:ext cx="681217" cy="3360485"/>
                <a:chOff x="1337800" y="-2525590"/>
                <a:chExt cx="1498167" cy="7390555"/>
              </a:xfrm>
            </p:grpSpPr>
            <p:cxnSp>
              <p:nvCxnSpPr>
                <p:cNvPr id="517" name="Google Shape;517;p19"/>
                <p:cNvCxnSpPr/>
                <p:nvPr/>
              </p:nvCxnSpPr>
              <p:spPr>
                <a:xfrm rot="10800000" flipH="1">
                  <a:off x="1337800" y="-2525590"/>
                  <a:ext cx="0" cy="5870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18" name="Google Shape;518;p19"/>
                <p:cNvCxnSpPr/>
                <p:nvPr/>
              </p:nvCxnSpPr>
              <p:spPr>
                <a:xfrm>
                  <a:off x="1337800" y="3347125"/>
                  <a:ext cx="1158600" cy="1141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19" name="Google Shape;519;p19"/>
                <p:cNvSpPr/>
                <p:nvPr/>
              </p:nvSpPr>
              <p:spPr>
                <a:xfrm rot="5400000">
                  <a:off x="2412855" y="4441854"/>
                  <a:ext cx="425397" cy="420826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2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520" name="Google Shape;520;p19"/>
              <p:cNvGrpSpPr/>
              <p:nvPr/>
            </p:nvGrpSpPr>
            <p:grpSpPr>
              <a:xfrm rot="5400000" flipH="1">
                <a:off x="1841424" y="6449892"/>
                <a:ext cx="4486819" cy="625122"/>
                <a:chOff x="-78438" y="4073905"/>
                <a:chExt cx="4486819" cy="625122"/>
              </a:xfrm>
            </p:grpSpPr>
            <p:cxnSp>
              <p:nvCxnSpPr>
                <p:cNvPr id="521" name="Google Shape;521;p19"/>
                <p:cNvCxnSpPr/>
                <p:nvPr/>
              </p:nvCxnSpPr>
              <p:spPr>
                <a:xfrm flipH="1">
                  <a:off x="1857762" y="2762827"/>
                  <a:ext cx="0" cy="3872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22" name="Google Shape;522;p19"/>
                <p:cNvCxnSpPr/>
                <p:nvPr/>
              </p:nvCxnSpPr>
              <p:spPr>
                <a:xfrm rot="-5400000">
                  <a:off x="3788541" y="4241677"/>
                  <a:ext cx="464100" cy="4506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sp>
              <p:nvSpPr>
                <p:cNvPr id="523" name="Google Shape;523;p19"/>
                <p:cNvSpPr/>
                <p:nvPr/>
              </p:nvSpPr>
              <p:spPr>
                <a:xfrm>
                  <a:off x="4214956" y="4073905"/>
                  <a:ext cx="193425" cy="191350"/>
                </a:xfrm>
                <a:custGeom>
                  <a:rect l="l" t="t" r="r" b="b"/>
                  <a:pathLst>
                    <a:path w="2748" h="2719" fill="none" extrusionOk="0">
                      <a:moveTo>
                        <a:pt x="2748" y="1363"/>
                      </a:moveTo>
                      <a:cubicBezTo>
                        <a:pt x="2748" y="2117"/>
                        <a:pt x="2117" y="2718"/>
                        <a:pt x="1392" y="2718"/>
                      </a:cubicBezTo>
                      <a:cubicBezTo>
                        <a:pt x="638" y="2718"/>
                        <a:pt x="1" y="2117"/>
                        <a:pt x="1" y="1363"/>
                      </a:cubicBezTo>
                      <a:cubicBezTo>
                        <a:pt x="1" y="609"/>
                        <a:pt x="638" y="0"/>
                        <a:pt x="1392" y="0"/>
                      </a:cubicBezTo>
                      <a:cubicBezTo>
                        <a:pt x="2117" y="0"/>
                        <a:pt x="2748" y="609"/>
                        <a:pt x="2748" y="136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 cap="flat" cmpd="sng">
                  <a:solidFill>
                    <a:schemeClr val="accent1"/>
                  </a:solidFill>
                  <a:prstDash val="solid"/>
                  <a:miter lim="7247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>
                  <a:pPr marL="0" lvl="0" indent="0" algn="l" rtl="0">
                    <a:spcBef>
                      <a:spcPct val="0"/>
                    </a:spcBef>
                    <a:spcAft>
                      <a:spcPct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524" name="Google Shape;524;p19"/>
            <p:cNvSpPr/>
            <p:nvPr/>
          </p:nvSpPr>
          <p:spPr>
            <a:xfrm rot="-5400000" flipH="1">
              <a:off x="229850" y="-2095662"/>
              <a:ext cx="1197198" cy="4338856"/>
            </a:xfrm>
            <a:custGeom>
              <a:rect l="l" t="t" r="r" b="b"/>
              <a:pathLst>
                <a:path w="18075" h="65505" extrusionOk="0">
                  <a:moveTo>
                    <a:pt x="0" y="65507"/>
                  </a:moveTo>
                  <a:lnTo>
                    <a:pt x="18075" y="47432"/>
                  </a:lnTo>
                  <a:lnTo>
                    <a:pt x="18075" y="0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25" name="Google Shape;525;p19"/>
            <p:cNvGrpSpPr/>
            <p:nvPr/>
          </p:nvGrpSpPr>
          <p:grpSpPr>
            <a:xfrm rot="-5400000">
              <a:off x="1113139" y="743908"/>
              <a:ext cx="493321" cy="357312"/>
              <a:chOff x="1722354" y="229144"/>
              <a:chExt cx="1748744" cy="1266614"/>
            </a:xfrm>
          </p:grpSpPr>
          <p:sp>
            <p:nvSpPr>
              <p:cNvPr id="526" name="Google Shape;526;p19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solidFill>
                <a:schemeClr val="lt2"/>
              </a:solidFill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9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28" name="Google Shape;528;p19"/>
            <p:cNvGrpSpPr/>
            <p:nvPr/>
          </p:nvGrpSpPr>
          <p:grpSpPr>
            <a:xfrm rot="5400000">
              <a:off x="-1009100" y="-1561400"/>
              <a:ext cx="3859204" cy="615399"/>
              <a:chOff x="-6675" y="307100"/>
              <a:chExt cx="9140700" cy="4634025"/>
            </a:xfrm>
          </p:grpSpPr>
          <p:cxnSp>
            <p:nvCxnSpPr>
              <p:cNvPr id="529" name="Google Shape;529;p19"/>
              <p:cNvCxnSpPr/>
              <p:nvPr/>
            </p:nvCxnSpPr>
            <p:spPr>
              <a:xfrm>
                <a:off x="-6675" y="30710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0" name="Google Shape;530;p19"/>
              <p:cNvCxnSpPr/>
              <p:nvPr/>
            </p:nvCxnSpPr>
            <p:spPr>
              <a:xfrm>
                <a:off x="-6675" y="133688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1" name="Google Shape;531;p19"/>
              <p:cNvCxnSpPr/>
              <p:nvPr/>
            </p:nvCxnSpPr>
            <p:spPr>
              <a:xfrm>
                <a:off x="-6675" y="82199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2" name="Google Shape;532;p19"/>
              <p:cNvCxnSpPr/>
              <p:nvPr/>
            </p:nvCxnSpPr>
            <p:spPr>
              <a:xfrm>
                <a:off x="-6675" y="185177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3" name="Google Shape;533;p19"/>
              <p:cNvCxnSpPr/>
              <p:nvPr/>
            </p:nvCxnSpPr>
            <p:spPr>
              <a:xfrm>
                <a:off x="-6675" y="2366667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4" name="Google Shape;534;p19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5" name="Google Shape;535;p19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6" name="Google Shape;536;p19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7" name="Google Shape;537;p19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38" name="Google Shape;538;p19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1">
  <p:cSld name="CUSTOM_10">
    <p:spTree>
      <p:nvGrpSpPr>
        <p:cNvPr id="1" name="Shape 539"/>
        <p:cNvGrpSpPr/>
        <p:nvPr/>
      </p:nvGrpSpPr>
      <p:grpSpPr>
        <a:xfrm>
          <a:off x="0" y="0"/>
          <a:ext cx="0" cy="0"/>
        </a:xfrm>
      </p:grpSpPr>
      <p:sp>
        <p:nvSpPr>
          <p:cNvPr id="540" name="Google Shape;540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26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41" name="Google Shape;541;p20"/>
          <p:cNvGrpSpPr/>
          <p:nvPr/>
        </p:nvGrpSpPr>
        <p:grpSpPr>
          <a:xfrm>
            <a:off x="998300" y="1868336"/>
            <a:ext cx="7850818" cy="2922793"/>
            <a:chOff x="998300" y="1868336"/>
            <a:chExt cx="7850818" cy="2922793"/>
          </a:xfrm>
        </p:grpSpPr>
        <p:sp>
          <p:nvSpPr>
            <p:cNvPr id="542" name="Google Shape;542;p20"/>
            <p:cNvSpPr/>
            <p:nvPr/>
          </p:nvSpPr>
          <p:spPr>
            <a:xfrm rot="10800000">
              <a:off x="8809062" y="18683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43" name="Google Shape;543;p20"/>
            <p:cNvSpPr/>
            <p:nvPr/>
          </p:nvSpPr>
          <p:spPr>
            <a:xfrm rot="5400000">
              <a:off x="1198712" y="45506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44" name="Google Shape;544;p20"/>
          <p:cNvGrpSpPr/>
          <p:nvPr/>
        </p:nvGrpSpPr>
        <p:grpSpPr>
          <a:xfrm>
            <a:off x="1588038" y="2433589"/>
            <a:ext cx="7438817" cy="2528055"/>
            <a:chOff x="1588038" y="2433589"/>
            <a:chExt cx="7438817" cy="2528055"/>
          </a:xfrm>
        </p:grpSpPr>
        <p:grpSp>
          <p:nvGrpSpPr>
            <p:cNvPr id="545" name="Google Shape;545;p20"/>
            <p:cNvGrpSpPr/>
            <p:nvPr/>
          </p:nvGrpSpPr>
          <p:grpSpPr>
            <a:xfrm>
              <a:off x="8849114" y="2433589"/>
              <a:ext cx="177741" cy="1555069"/>
              <a:chOff x="8535452" y="862252"/>
              <a:chExt cx="177741" cy="1555069"/>
            </a:xfrm>
          </p:grpSpPr>
          <p:sp>
            <p:nvSpPr>
              <p:cNvPr id="546" name="Google Shape;546;p20"/>
              <p:cNvSpPr/>
              <p:nvPr/>
            </p:nvSpPr>
            <p:spPr>
              <a:xfrm rot="10800000">
                <a:off x="8670077" y="8622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0"/>
              <p:cNvSpPr/>
              <p:nvPr/>
            </p:nvSpPr>
            <p:spPr>
              <a:xfrm rot="10800000">
                <a:off x="8535452" y="1942327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548" name="Google Shape;548;p20"/>
            <p:cNvGrpSpPr/>
            <p:nvPr/>
          </p:nvGrpSpPr>
          <p:grpSpPr>
            <a:xfrm rot="5400000">
              <a:off x="1804739" y="4491002"/>
              <a:ext cx="253941" cy="687344"/>
              <a:chOff x="8459252" y="1335702"/>
              <a:chExt cx="253941" cy="687344"/>
            </a:xfrm>
          </p:grpSpPr>
          <p:sp>
            <p:nvSpPr>
              <p:cNvPr id="549" name="Google Shape;549;p20"/>
              <p:cNvSpPr/>
              <p:nvPr/>
            </p:nvSpPr>
            <p:spPr>
              <a:xfrm rot="10800000">
                <a:off x="8670077" y="15480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0"/>
              <p:cNvSpPr/>
              <p:nvPr/>
            </p:nvSpPr>
            <p:spPr>
              <a:xfrm rot="10800000">
                <a:off x="8459252" y="13357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51" name="Google Shape;551;p20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52" name="Google Shape;552;p20"/>
          <p:cNvGrpSpPr/>
          <p:nvPr/>
        </p:nvGrpSpPr>
        <p:grpSpPr>
          <a:xfrm>
            <a:off x="-1189524" y="-111325"/>
            <a:ext cx="10408499" cy="5362150"/>
            <a:chOff x="-1189524" y="-111325"/>
            <a:chExt cx="10408499" cy="5362150"/>
          </a:xfrm>
        </p:grpSpPr>
        <p:grpSp>
          <p:nvGrpSpPr>
            <p:cNvPr id="553" name="Google Shape;553;p20"/>
            <p:cNvGrpSpPr/>
            <p:nvPr/>
          </p:nvGrpSpPr>
          <p:grpSpPr>
            <a:xfrm>
              <a:off x="-1189524" y="-111325"/>
              <a:ext cx="10408499" cy="5362150"/>
              <a:chOff x="-1189524" y="-111325"/>
              <a:chExt cx="10408499" cy="5362150"/>
            </a:xfrm>
          </p:grpSpPr>
          <p:sp>
            <p:nvSpPr>
              <p:cNvPr id="554" name="Google Shape;554;p20"/>
              <p:cNvSpPr/>
              <p:nvPr/>
            </p:nvSpPr>
            <p:spPr>
              <a:xfrm>
                <a:off x="8138725" y="-111325"/>
                <a:ext cx="1080250" cy="3643550"/>
              </a:xfrm>
              <a:custGeom>
                <a:rect l="l" t="t" r="r" b="b"/>
                <a:pathLst>
                  <a:path w="43210" h="145742" extrusionOk="0">
                    <a:moveTo>
                      <a:pt x="43210" y="145742"/>
                    </a:moveTo>
                    <a:lnTo>
                      <a:pt x="19027" y="121559"/>
                    </a:lnTo>
                    <a:lnTo>
                      <a:pt x="19027" y="73316"/>
                    </a:lnTo>
                    <a:lnTo>
                      <a:pt x="29523" y="62820"/>
                    </a:lnTo>
                    <a:lnTo>
                      <a:pt x="29523" y="27405"/>
                    </a:lnTo>
                    <a:lnTo>
                      <a:pt x="2117" y="0"/>
                    </a:lnTo>
                    <a:lnTo>
                      <a:pt x="0" y="2117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sp>
            <p:nvSpPr>
              <p:cNvPr id="555" name="Google Shape;555;p20"/>
              <p:cNvSpPr/>
              <p:nvPr/>
            </p:nvSpPr>
            <p:spPr>
              <a:xfrm>
                <a:off x="340625" y="2654525"/>
                <a:ext cx="340625" cy="2596300"/>
              </a:xfrm>
              <a:custGeom>
                <a:rect l="l" t="t" r="r" b="b"/>
                <a:pathLst>
                  <a:path w="13625" h="103852" extrusionOk="0">
                    <a:moveTo>
                      <a:pt x="13625" y="103852"/>
                    </a:moveTo>
                    <a:lnTo>
                      <a:pt x="13625" y="82738"/>
                    </a:lnTo>
                    <a:lnTo>
                      <a:pt x="0" y="69112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/>
            </p:txBody>
          </p:sp>
          <p:grpSp>
            <p:nvGrpSpPr>
              <p:cNvPr id="556" name="Google Shape;556;p20"/>
              <p:cNvGrpSpPr/>
              <p:nvPr/>
            </p:nvGrpSpPr>
            <p:grpSpPr>
              <a:xfrm>
                <a:off x="-1189524" y="3454365"/>
                <a:ext cx="1530153" cy="273510"/>
                <a:chOff x="-6675" y="2881558"/>
                <a:chExt cx="9140700" cy="2059567"/>
              </a:xfrm>
            </p:grpSpPr>
            <p:cxnSp>
              <p:nvCxnSpPr>
                <p:cNvPr id="557" name="Google Shape;557;p20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8" name="Google Shape;558;p20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59" name="Google Shape;559;p20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0" name="Google Shape;560;p20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61" name="Google Shape;561;p20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562" name="Google Shape;562;p20"/>
            <p:cNvGrpSpPr/>
            <p:nvPr/>
          </p:nvGrpSpPr>
          <p:grpSpPr>
            <a:xfrm rot="5400000">
              <a:off x="2331732" y="4765921"/>
              <a:ext cx="493321" cy="357312"/>
              <a:chOff x="1722354" y="229144"/>
              <a:chExt cx="1748744" cy="1266614"/>
            </a:xfrm>
          </p:grpSpPr>
          <p:sp>
            <p:nvSpPr>
              <p:cNvPr id="563" name="Google Shape;563;p20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0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itle only 2">
  <p:cSld name="CUSTOM_10_1">
    <p:spTree>
      <p:nvGrpSpPr>
        <p:cNvPr id="1" name="Shape 565"/>
        <p:cNvGrpSpPr/>
        <p:nvPr/>
      </p:nvGrpSpPr>
      <p:grpSpPr>
        <a:xfrm>
          <a:off x="0" y="0"/>
          <a:ext cx="0" cy="0"/>
        </a:xfrm>
      </p:grpSpPr>
      <p:sp>
        <p:nvSpPr>
          <p:cNvPr id="566" name="Google Shape;566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567" name="Google Shape;567;p21"/>
          <p:cNvGrpSpPr/>
          <p:nvPr/>
        </p:nvGrpSpPr>
        <p:grpSpPr>
          <a:xfrm>
            <a:off x="-116589" y="2639527"/>
            <a:ext cx="8996156" cy="1843388"/>
            <a:chOff x="-116589" y="2639527"/>
            <a:chExt cx="8996156" cy="1843388"/>
          </a:xfrm>
        </p:grpSpPr>
        <p:sp>
          <p:nvSpPr>
            <p:cNvPr id="568" name="Google Shape;568;p21"/>
            <p:cNvSpPr/>
            <p:nvPr/>
          </p:nvSpPr>
          <p:spPr>
            <a:xfrm rot="-5400000" flipH="1">
              <a:off x="399500" y="4223860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69" name="Google Shape;569;p21"/>
            <p:cNvSpPr/>
            <p:nvPr/>
          </p:nvSpPr>
          <p:spPr>
            <a:xfrm rot="-5400000" flipH="1">
              <a:off x="99350" y="4050135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570" name="Google Shape;570;p21"/>
            <p:cNvGrpSpPr/>
            <p:nvPr/>
          </p:nvGrpSpPr>
          <p:grpSpPr>
            <a:xfrm rot="10800000" flipH="1">
              <a:off x="8672677" y="2639527"/>
              <a:ext cx="206891" cy="766144"/>
              <a:chOff x="8650702" y="3525402"/>
              <a:chExt cx="206891" cy="766144"/>
            </a:xfrm>
          </p:grpSpPr>
          <p:sp>
            <p:nvSpPr>
              <p:cNvPr id="571" name="Google Shape;571;p21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1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1"/>
          <p:cNvGrpSpPr/>
          <p:nvPr/>
        </p:nvGrpSpPr>
        <p:grpSpPr>
          <a:xfrm>
            <a:off x="2729174" y="3358511"/>
            <a:ext cx="6150396" cy="1485586"/>
            <a:chOff x="2729174" y="3358511"/>
            <a:chExt cx="6150396" cy="1485586"/>
          </a:xfrm>
        </p:grpSpPr>
        <p:sp>
          <p:nvSpPr>
            <p:cNvPr id="574" name="Google Shape;574;p21"/>
            <p:cNvSpPr/>
            <p:nvPr/>
          </p:nvSpPr>
          <p:spPr>
            <a:xfrm rot="5400000" flipH="1">
              <a:off x="2929586" y="4603629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575" name="Google Shape;575;p21"/>
            <p:cNvSpPr/>
            <p:nvPr/>
          </p:nvSpPr>
          <p:spPr>
            <a:xfrm rot="10800000" flipH="1">
              <a:off x="8839514" y="335851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576" name="Google Shape;576;p21"/>
          <p:cNvGrpSpPr/>
          <p:nvPr/>
        </p:nvGrpSpPr>
        <p:grpSpPr>
          <a:xfrm>
            <a:off x="-1381309" y="-1875175"/>
            <a:ext cx="10981145" cy="7138447"/>
            <a:chOff x="-1381309" y="-1875175"/>
            <a:chExt cx="10981145" cy="7138447"/>
          </a:xfrm>
        </p:grpSpPr>
        <p:sp>
          <p:nvSpPr>
            <p:cNvPr id="577" name="Google Shape;577;p21"/>
            <p:cNvSpPr/>
            <p:nvPr/>
          </p:nvSpPr>
          <p:spPr>
            <a:xfrm rot="10800000" flipH="1">
              <a:off x="-1381309" y="4693337"/>
              <a:ext cx="3801167" cy="569934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578" name="Google Shape;578;p21"/>
            <p:cNvGrpSpPr/>
            <p:nvPr/>
          </p:nvGrpSpPr>
          <p:grpSpPr>
            <a:xfrm>
              <a:off x="8229051" y="-1875175"/>
              <a:ext cx="1370785" cy="4060574"/>
              <a:chOff x="8229051" y="-1875175"/>
              <a:chExt cx="1370785" cy="4060574"/>
            </a:xfrm>
          </p:grpSpPr>
          <p:grpSp>
            <p:nvGrpSpPr>
              <p:cNvPr id="579" name="Google Shape;579;p21"/>
              <p:cNvGrpSpPr/>
              <p:nvPr/>
            </p:nvGrpSpPr>
            <p:grpSpPr>
              <a:xfrm>
                <a:off x="8229051" y="-1875175"/>
                <a:ext cx="914953" cy="4060574"/>
                <a:chOff x="8229051" y="-1875175"/>
                <a:chExt cx="914953" cy="4060574"/>
              </a:xfrm>
            </p:grpSpPr>
            <p:grpSp>
              <p:nvGrpSpPr>
                <p:cNvPr id="580" name="Google Shape;580;p21"/>
                <p:cNvGrpSpPr/>
                <p:nvPr/>
              </p:nvGrpSpPr>
              <p:grpSpPr>
                <a:xfrm rot="-5400000">
                  <a:off x="8480363" y="1760083"/>
                  <a:ext cx="493321" cy="357312"/>
                  <a:chOff x="1722354" y="229144"/>
                  <a:chExt cx="1748744" cy="1266614"/>
                </a:xfrm>
              </p:grpSpPr>
              <p:sp>
                <p:nvSpPr>
                  <p:cNvPr id="581" name="Google Shape;581;p21"/>
                  <p:cNvSpPr/>
                  <p:nvPr/>
                </p:nvSpPr>
                <p:spPr>
                  <a:xfrm rot="10800000">
                    <a:off x="2239107" y="792406"/>
                    <a:ext cx="1231990" cy="703352"/>
                  </a:xfrm>
                  <a:custGeom>
                    <a:rect l="l" t="t" r="r" b="b"/>
                    <a:pathLst>
                      <a:path w="4864" h="2777" fill="none" extrusionOk="0">
                        <a:moveTo>
                          <a:pt x="4863" y="2776"/>
                        </a:moveTo>
                        <a:lnTo>
                          <a:pt x="2051" y="0"/>
                        </a:lnTo>
                        <a:lnTo>
                          <a:pt x="0" y="0"/>
                        </a:lnTo>
                      </a:path>
                    </a:pathLst>
                  </a:custGeom>
                  <a:noFill/>
                  <a:ln w="9525" cap="rnd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582" name="Google Shape;582;p21"/>
                  <p:cNvSpPr/>
                  <p:nvPr/>
                </p:nvSpPr>
                <p:spPr>
                  <a:xfrm rot="10800000">
                    <a:off x="1722354" y="229144"/>
                    <a:ext cx="627506" cy="620727"/>
                  </a:xfrm>
                  <a:custGeom>
                    <a:rect l="l" t="t" r="r" b="b"/>
                    <a:pathLst>
                      <a:path w="2748" h="2719" fill="none" extrusionOk="0">
                        <a:moveTo>
                          <a:pt x="2748" y="1363"/>
                        </a:moveTo>
                        <a:cubicBezTo>
                          <a:pt x="2748" y="2117"/>
                          <a:pt x="2117" y="2718"/>
                          <a:pt x="1392" y="2718"/>
                        </a:cubicBezTo>
                        <a:cubicBezTo>
                          <a:pt x="638" y="2718"/>
                          <a:pt x="1" y="2117"/>
                          <a:pt x="1" y="1363"/>
                        </a:cubicBezTo>
                        <a:cubicBezTo>
                          <a:pt x="1" y="609"/>
                          <a:pt x="638" y="0"/>
                          <a:pt x="1392" y="0"/>
                        </a:cubicBezTo>
                        <a:cubicBezTo>
                          <a:pt x="2117" y="0"/>
                          <a:pt x="2748" y="609"/>
                          <a:pt x="2748" y="1363"/>
                        </a:cubicBezTo>
                        <a:close/>
                      </a:path>
                    </a:pathLst>
                  </a:custGeom>
                  <a:noFill/>
                  <a:ln w="9525" cap="flat" cmpd="sng">
                    <a:solidFill>
                      <a:schemeClr val="lt1"/>
                    </a:solidFill>
                    <a:prstDash val="solid"/>
                    <a:miter lim="7247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>
                    <a:def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defPPr>
                    <a:lvl1pPr marR="0" lvl="0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1pPr>
                    <a:lvl2pPr marR="0" lvl="1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2pPr>
                    <a:lvl3pPr marR="0" lvl="2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3pPr>
                    <a:lvl4pPr marR="0" lvl="3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4pPr>
                    <a:lvl5pPr marR="0" lvl="4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5pPr>
                    <a:lvl6pPr marR="0" lvl="5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6pPr>
                    <a:lvl7pPr marR="0" lvl="6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7pPr>
                    <a:lvl8pPr marR="0" lvl="7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8pPr>
                    <a:lvl9pPr marR="0" lvl="8" algn="l" rtl="0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>
                        <a:srgbClr val="000000"/>
                      </a:buClr>
                      <a:buFont typeface="Arial"/>
                      <a:defRPr sz="1400" b="0" i="0" u="none" strike="noStrike" cap="non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defRPr>
                    </a:lvl9pPr>
                  </a:lstStyle>
                  <a:p>
                    <a:pPr marL="0" lvl="0" indent="0" algn="l" rtl="0">
                      <a:spcBef>
                        <a:spcPct val="0"/>
                      </a:spcBef>
                      <a:spcAft>
                        <a:spcPct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583" name="Google Shape;583;p21"/>
                <p:cNvSpPr/>
                <p:nvPr/>
              </p:nvSpPr>
              <p:spPr>
                <a:xfrm>
                  <a:off x="8229051" y="-1875175"/>
                  <a:ext cx="914953" cy="3799205"/>
                </a:xfrm>
                <a:custGeom>
                  <a:rect l="l" t="t" r="r" b="b"/>
                  <a:pathLst>
                    <a:path w="23262" h="96592" extrusionOk="0">
                      <a:moveTo>
                        <a:pt x="0" y="0"/>
                      </a:moveTo>
                      <a:lnTo>
                        <a:pt x="18318" y="18318"/>
                      </a:lnTo>
                      <a:lnTo>
                        <a:pt x="18318" y="58471"/>
                      </a:lnTo>
                      <a:lnTo>
                        <a:pt x="10373" y="66417"/>
                      </a:lnTo>
                      <a:lnTo>
                        <a:pt x="10373" y="83703"/>
                      </a:lnTo>
                      <a:lnTo>
                        <a:pt x="23262" y="96592"/>
                      </a:lnTo>
                    </a:path>
                  </a:pathLst>
                </a:cu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lstStyle>
                  <a:def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</a:defPPr>
                  <a:lvl1pPr marR="0" lvl="0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1pPr>
                  <a:lvl2pPr marR="0" lvl="1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2pPr>
                  <a:lvl3pPr marR="0" lvl="2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3pPr>
                  <a:lvl4pPr marR="0" lvl="3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4pPr>
                  <a:lvl5pPr marR="0" lvl="4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5pPr>
                  <a:lvl6pPr marR="0" lvl="5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6pPr>
                  <a:lvl7pPr marR="0" lvl="6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7pPr>
                  <a:lvl8pPr marR="0" lvl="7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8pPr>
                  <a:lvl9pPr marR="0" lvl="8" algn="l" rtl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000000"/>
                    </a:buClr>
                    <a:buFont typeface="Arial"/>
                    <a:defRPr sz="1400" b="0" i="0" u="none" strike="noStrike" cap="non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defRPr>
                  </a:lvl9pPr>
                </a:lstStyle>
                <a:p/>
              </p:txBody>
            </p:sp>
          </p:grpSp>
          <p:grpSp>
            <p:nvGrpSpPr>
              <p:cNvPr id="584" name="Google Shape;584;p21"/>
              <p:cNvGrpSpPr/>
              <p:nvPr/>
            </p:nvGrpSpPr>
            <p:grpSpPr>
              <a:xfrm rot="10800000">
                <a:off x="8634578" y="861419"/>
                <a:ext cx="965258" cy="273510"/>
                <a:chOff x="-6675" y="2881558"/>
                <a:chExt cx="9140700" cy="2059567"/>
              </a:xfrm>
            </p:grpSpPr>
            <p:cxnSp>
              <p:nvCxnSpPr>
                <p:cNvPr id="585" name="Google Shape;585;p21"/>
                <p:cNvCxnSpPr/>
                <p:nvPr/>
              </p:nvCxnSpPr>
              <p:spPr>
                <a:xfrm>
                  <a:off x="-6675" y="2881558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6" name="Google Shape;586;p21"/>
                <p:cNvCxnSpPr/>
                <p:nvPr/>
              </p:nvCxnSpPr>
              <p:spPr>
                <a:xfrm>
                  <a:off x="-6675" y="3396450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7" name="Google Shape;587;p21"/>
                <p:cNvCxnSpPr/>
                <p:nvPr/>
              </p:nvCxnSpPr>
              <p:spPr>
                <a:xfrm>
                  <a:off x="-6675" y="3911342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8" name="Google Shape;588;p21"/>
                <p:cNvCxnSpPr/>
                <p:nvPr/>
              </p:nvCxnSpPr>
              <p:spPr>
                <a:xfrm>
                  <a:off x="-6675" y="4426233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9" name="Google Shape;589;p21"/>
                <p:cNvCxnSpPr/>
                <p:nvPr/>
              </p:nvCxnSpPr>
              <p:spPr>
                <a:xfrm>
                  <a:off x="-6675" y="4941125"/>
                  <a:ext cx="9140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accent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</p:grpSp>
      <p:sp>
        <p:nvSpPr>
          <p:cNvPr id="590" name="Google Shape;590;p21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hanks">
  <p:cSld name="CUSTOM_3_1">
    <p:spTree>
      <p:nvGrpSpPr>
        <p:cNvPr id="1" name="Shape 591"/>
        <p:cNvGrpSpPr/>
        <p:nvPr/>
      </p:nvGrpSpPr>
      <p:grpSpPr>
        <a:xfrm>
          <a:off x="0" y="0"/>
          <a:ext cx="0" cy="0"/>
        </a:xfrm>
      </p:grpSpPr>
      <p:sp>
        <p:nvSpPr>
          <p:cNvPr id="592" name="Google Shape;592;p22"/>
          <p:cNvSpPr txBox="1">
            <a:spLocks noGrp="1"/>
          </p:cNvSpPr>
          <p:nvPr>
            <p:ph type="title"/>
          </p:nvPr>
        </p:nvSpPr>
        <p:spPr>
          <a:xfrm>
            <a:off x="1098475" y="834600"/>
            <a:ext cx="4448100" cy="9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600"/>
              <a:buNone/>
              <a:defRPr sz="4500"/>
            </a:lvl1pPr>
            <a:lvl2pPr lvl="1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3" name="Google Shape;593;p22"/>
          <p:cNvSpPr txBox="1">
            <a:spLocks noGrp="1"/>
          </p:cNvSpPr>
          <p:nvPr>
            <p:ph type="subTitle" idx="1"/>
          </p:nvPr>
        </p:nvSpPr>
        <p:spPr>
          <a:xfrm>
            <a:off x="1098425" y="18051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94" name="Google Shape;594;p22"/>
          <p:cNvSpPr txBox="1"/>
          <p:nvPr/>
        </p:nvSpPr>
        <p:spPr>
          <a:xfrm>
            <a:off x="1098425" y="34595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300"/>
              </a:spcBef>
              <a:spcAft>
                <a:spcPct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includes icons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 and infographics &amp; images by </a:t>
            </a:r>
            <a:r>
              <a:rPr lang="en" sz="12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2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  <p:sp>
        <p:nvSpPr>
          <p:cNvPr id="595" name="Google Shape;595;p22"/>
          <p:cNvSpPr/>
          <p:nvPr/>
        </p:nvSpPr>
        <p:spPr>
          <a:xfrm rot="5400000">
            <a:off x="8249111" y="175373"/>
            <a:ext cx="40056" cy="440880"/>
          </a:xfrm>
          <a:custGeom>
            <a:rect l="l" t="t" r="r" b="b"/>
            <a:pathLst>
              <a:path w="1146" h="12620" extrusionOk="0">
                <a:moveTo>
                  <a:pt x="573" y="1"/>
                </a:moveTo>
                <a:cubicBezTo>
                  <a:pt x="240" y="1"/>
                  <a:pt x="1" y="240"/>
                  <a:pt x="1" y="573"/>
                </a:cubicBezTo>
                <a:lnTo>
                  <a:pt x="1" y="12046"/>
                </a:lnTo>
                <a:cubicBezTo>
                  <a:pt x="1" y="12351"/>
                  <a:pt x="240" y="12619"/>
                  <a:pt x="573" y="12619"/>
                </a:cubicBezTo>
                <a:cubicBezTo>
                  <a:pt x="878" y="12619"/>
                  <a:pt x="1146" y="12351"/>
                  <a:pt x="1146" y="12046"/>
                </a:cubicBezTo>
                <a:lnTo>
                  <a:pt x="1146" y="573"/>
                </a:lnTo>
                <a:cubicBezTo>
                  <a:pt x="1146" y="240"/>
                  <a:pt x="878" y="1"/>
                  <a:pt x="5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grpSp>
        <p:nvGrpSpPr>
          <p:cNvPr id="596" name="Google Shape;596;p22"/>
          <p:cNvGrpSpPr/>
          <p:nvPr/>
        </p:nvGrpSpPr>
        <p:grpSpPr>
          <a:xfrm>
            <a:off x="-563925" y="0"/>
            <a:ext cx="7843827" cy="1111343"/>
            <a:chOff x="-563925" y="0"/>
            <a:chExt cx="7843827" cy="1111343"/>
          </a:xfrm>
        </p:grpSpPr>
        <p:grpSp>
          <p:nvGrpSpPr>
            <p:cNvPr id="597" name="Google Shape;597;p22"/>
            <p:cNvGrpSpPr/>
            <p:nvPr/>
          </p:nvGrpSpPr>
          <p:grpSpPr>
            <a:xfrm rot="5400000">
              <a:off x="6576232" y="-80607"/>
              <a:ext cx="247278" cy="1160062"/>
              <a:chOff x="1463894" y="1434556"/>
              <a:chExt cx="247278" cy="1160062"/>
            </a:xfrm>
          </p:grpSpPr>
          <p:sp>
            <p:nvSpPr>
              <p:cNvPr id="598" name="Google Shape;598;p22"/>
              <p:cNvSpPr/>
              <p:nvPr/>
            </p:nvSpPr>
            <p:spPr>
              <a:xfrm>
                <a:off x="1463894" y="2119623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22"/>
              <p:cNvSpPr/>
              <p:nvPr/>
            </p:nvSpPr>
            <p:spPr>
              <a:xfrm rot="10800000">
                <a:off x="1636072" y="1434556"/>
                <a:ext cx="75100" cy="827502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00" name="Google Shape;600;p22"/>
            <p:cNvGrpSpPr/>
            <p:nvPr/>
          </p:nvGrpSpPr>
          <p:grpSpPr>
            <a:xfrm>
              <a:off x="-563925" y="0"/>
              <a:ext cx="1111343" cy="1111343"/>
              <a:chOff x="8307725" y="278700"/>
              <a:chExt cx="1111343" cy="1111343"/>
            </a:xfrm>
          </p:grpSpPr>
          <p:sp>
            <p:nvSpPr>
              <p:cNvPr id="601" name="Google Shape;601;p22"/>
              <p:cNvSpPr/>
              <p:nvPr/>
            </p:nvSpPr>
            <p:spPr>
              <a:xfrm>
                <a:off x="8307725" y="278700"/>
                <a:ext cx="1111343" cy="1111343"/>
              </a:xfrm>
              <a:custGeom>
                <a:rect l="l" t="t" r="r" b="b"/>
                <a:pathLst>
                  <a:path w="17396" h="17396" fill="none" extrusionOk="0">
                    <a:moveTo>
                      <a:pt x="8698" y="1"/>
                    </a:moveTo>
                    <a:cubicBezTo>
                      <a:pt x="13503" y="1"/>
                      <a:pt x="17395" y="3893"/>
                      <a:pt x="17395" y="8698"/>
                    </a:cubicBezTo>
                    <a:cubicBezTo>
                      <a:pt x="17395" y="13496"/>
                      <a:pt x="13503" y="17396"/>
                      <a:pt x="8698" y="17396"/>
                    </a:cubicBezTo>
                    <a:cubicBezTo>
                      <a:pt x="3900" y="17396"/>
                      <a:pt x="1" y="13496"/>
                      <a:pt x="1" y="8698"/>
                    </a:cubicBezTo>
                    <a:cubicBezTo>
                      <a:pt x="1" y="3893"/>
                      <a:pt x="3900" y="1"/>
                      <a:pt x="869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2" name="Google Shape;602;p22"/>
              <p:cNvSpPr/>
              <p:nvPr/>
            </p:nvSpPr>
            <p:spPr>
              <a:xfrm>
                <a:off x="8481362" y="452337"/>
                <a:ext cx="764065" cy="762212"/>
              </a:xfrm>
              <a:custGeom>
                <a:rect l="l" t="t" r="r" b="b"/>
                <a:pathLst>
                  <a:path w="11960" h="11931" fill="none" extrusionOk="0">
                    <a:moveTo>
                      <a:pt x="5980" y="1"/>
                    </a:moveTo>
                    <a:cubicBezTo>
                      <a:pt x="9271" y="1"/>
                      <a:pt x="11960" y="2653"/>
                      <a:pt x="11960" y="5980"/>
                    </a:cubicBezTo>
                    <a:cubicBezTo>
                      <a:pt x="11960" y="9271"/>
                      <a:pt x="9271" y="11931"/>
                      <a:pt x="5980" y="11931"/>
                    </a:cubicBezTo>
                    <a:cubicBezTo>
                      <a:pt x="2690" y="11931"/>
                      <a:pt x="1" y="9271"/>
                      <a:pt x="1" y="5980"/>
                    </a:cubicBezTo>
                    <a:cubicBezTo>
                      <a:pt x="1" y="2653"/>
                      <a:pt x="2690" y="1"/>
                      <a:pt x="59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">
  <p:cSld name="CUSTOM_9">
    <p:spTree>
      <p:nvGrpSpPr>
        <p:cNvPr id="1" name="Shape 603"/>
        <p:cNvGrpSpPr/>
        <p:nvPr/>
      </p:nvGrpSpPr>
      <p:grpSpPr>
        <a:xfrm>
          <a:off x="0" y="0"/>
          <a:ext cx="0" cy="0"/>
        </a:xfrm>
      </p:grpSpPr>
      <p:grpSp>
        <p:nvGrpSpPr>
          <p:cNvPr id="604" name="Google Shape;604;p23"/>
          <p:cNvGrpSpPr/>
          <p:nvPr/>
        </p:nvGrpSpPr>
        <p:grpSpPr>
          <a:xfrm>
            <a:off x="247028" y="2099252"/>
            <a:ext cx="8667366" cy="1707744"/>
            <a:chOff x="247028" y="2099252"/>
            <a:chExt cx="8667366" cy="1707744"/>
          </a:xfrm>
        </p:grpSpPr>
        <p:sp>
          <p:nvSpPr>
            <p:cNvPr id="605" name="Google Shape;605;p23"/>
            <p:cNvSpPr/>
            <p:nvPr/>
          </p:nvSpPr>
          <p:spPr>
            <a:xfrm rot="10800000" flipH="1">
              <a:off x="410803" y="209925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 rot="10800000" flipH="1">
              <a:off x="247028" y="2390402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07" name="Google Shape;607;p23"/>
            <p:cNvGrpSpPr/>
            <p:nvPr/>
          </p:nvGrpSpPr>
          <p:grpSpPr>
            <a:xfrm flipH="1">
              <a:off x="8707503" y="3040852"/>
              <a:ext cx="206891" cy="766144"/>
              <a:chOff x="8650702" y="3525402"/>
              <a:chExt cx="206891" cy="766144"/>
            </a:xfrm>
          </p:grpSpPr>
          <p:sp>
            <p:nvSpPr>
              <p:cNvPr id="608" name="Google Shape;608;p23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23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10" name="Google Shape;610;p23"/>
          <p:cNvGrpSpPr/>
          <p:nvPr/>
        </p:nvGrpSpPr>
        <p:grpSpPr>
          <a:xfrm>
            <a:off x="-796767" y="-1090158"/>
            <a:ext cx="11445399" cy="6549695"/>
            <a:chOff x="-796767" y="-1090158"/>
            <a:chExt cx="11445399" cy="6549695"/>
          </a:xfrm>
        </p:grpSpPr>
        <p:sp>
          <p:nvSpPr>
            <p:cNvPr id="611" name="Google Shape;611;p23"/>
            <p:cNvSpPr/>
            <p:nvPr/>
          </p:nvSpPr>
          <p:spPr>
            <a:xfrm rot="5400000" flipH="1">
              <a:off x="-365574" y="-1521350"/>
              <a:ext cx="1470082" cy="2332467"/>
            </a:xfrm>
            <a:custGeom>
              <a:rect l="l" t="t" r="r" b="b"/>
              <a:pathLst>
                <a:path w="83338" h="132226" extrusionOk="0">
                  <a:moveTo>
                    <a:pt x="0" y="0"/>
                  </a:moveTo>
                  <a:lnTo>
                    <a:pt x="0" y="30327"/>
                  </a:lnTo>
                  <a:lnTo>
                    <a:pt x="43914" y="74240"/>
                  </a:lnTo>
                  <a:lnTo>
                    <a:pt x="43914" y="105053"/>
                  </a:lnTo>
                  <a:lnTo>
                    <a:pt x="83338" y="127814"/>
                  </a:lnTo>
                  <a:lnTo>
                    <a:pt x="80791" y="132226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2" name="Google Shape;612;p23"/>
            <p:cNvGrpSpPr/>
            <p:nvPr/>
          </p:nvGrpSpPr>
          <p:grpSpPr>
            <a:xfrm rot="10800000">
              <a:off x="11" y="108546"/>
              <a:ext cx="493321" cy="357312"/>
              <a:chOff x="1722354" y="229144"/>
              <a:chExt cx="1748744" cy="1266614"/>
            </a:xfrm>
          </p:grpSpPr>
          <p:sp>
            <p:nvSpPr>
              <p:cNvPr id="613" name="Google Shape;613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4" name="Google Shape;614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sp>
          <p:nvSpPr>
            <p:cNvPr id="615" name="Google Shape;615;p23"/>
            <p:cNvSpPr/>
            <p:nvPr/>
          </p:nvSpPr>
          <p:spPr>
            <a:xfrm rot="-5400000" flipH="1">
              <a:off x="8788045" y="3598950"/>
              <a:ext cx="870400" cy="2850775"/>
            </a:xfrm>
            <a:custGeom>
              <a:rect l="l" t="t" r="r" b="b"/>
              <a:pathLst>
                <a:path w="34816" h="114031" extrusionOk="0">
                  <a:moveTo>
                    <a:pt x="18318" y="0"/>
                  </a:moveTo>
                  <a:lnTo>
                    <a:pt x="18318" y="9948"/>
                  </a:lnTo>
                  <a:lnTo>
                    <a:pt x="0" y="28265"/>
                  </a:lnTo>
                  <a:lnTo>
                    <a:pt x="0" y="48039"/>
                  </a:lnTo>
                  <a:lnTo>
                    <a:pt x="10736" y="58775"/>
                  </a:lnTo>
                  <a:lnTo>
                    <a:pt x="34816" y="58775"/>
                  </a:lnTo>
                  <a:lnTo>
                    <a:pt x="34816" y="114031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grpSp>
          <p:nvGrpSpPr>
            <p:cNvPr id="616" name="Google Shape;616;p23"/>
            <p:cNvGrpSpPr/>
            <p:nvPr/>
          </p:nvGrpSpPr>
          <p:grpSpPr>
            <a:xfrm rot="-5400000" flipH="1">
              <a:off x="8489086" y="4163846"/>
              <a:ext cx="493321" cy="357312"/>
              <a:chOff x="1722354" y="229144"/>
              <a:chExt cx="1748744" cy="1266614"/>
            </a:xfrm>
          </p:grpSpPr>
          <p:sp>
            <p:nvSpPr>
              <p:cNvPr id="617" name="Google Shape;617;p23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23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19" name="Google Shape;619;p23"/>
            <p:cNvGrpSpPr/>
            <p:nvPr/>
          </p:nvGrpSpPr>
          <p:grpSpPr>
            <a:xfrm rot="5400000" flipH="1">
              <a:off x="765337" y="-239460"/>
              <a:ext cx="965258" cy="273510"/>
              <a:chOff x="-6675" y="2881558"/>
              <a:chExt cx="9140700" cy="2059567"/>
            </a:xfrm>
          </p:grpSpPr>
          <p:cxnSp>
            <p:nvCxnSpPr>
              <p:cNvPr id="620" name="Google Shape;620;p23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1" name="Google Shape;621;p23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2" name="Google Shape;622;p23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3" name="Google Shape;623;p23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24" name="Google Shape;624;p23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25" name="Google Shape;625;p23"/>
          <p:cNvGrpSpPr/>
          <p:nvPr/>
        </p:nvGrpSpPr>
        <p:grpSpPr>
          <a:xfrm>
            <a:off x="248565" y="1658361"/>
            <a:ext cx="8665831" cy="946305"/>
            <a:chOff x="248565" y="1658361"/>
            <a:chExt cx="8665831" cy="946305"/>
          </a:xfrm>
        </p:grpSpPr>
        <p:sp>
          <p:nvSpPr>
            <p:cNvPr id="626" name="Google Shape;626;p23"/>
            <p:cNvSpPr/>
            <p:nvPr/>
          </p:nvSpPr>
          <p:spPr>
            <a:xfrm rot="10800000" flipH="1">
              <a:off x="248565" y="165836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27" name="Google Shape;627;p23"/>
            <p:cNvSpPr/>
            <p:nvPr/>
          </p:nvSpPr>
          <p:spPr>
            <a:xfrm flipH="1">
              <a:off x="8874340" y="216378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628" name="Google Shape;628;p23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Background 1">
  <p:cSld name="CUSTOM_9_1">
    <p:spTree>
      <p:nvGrpSpPr>
        <p:cNvPr id="1" name="Shape 629"/>
        <p:cNvGrpSpPr/>
        <p:nvPr/>
      </p:nvGrpSpPr>
      <p:grpSpPr>
        <a:xfrm>
          <a:off x="0" y="0"/>
          <a:ext cx="0" cy="0"/>
        </a:xfrm>
      </p:grpSpPr>
      <p:grpSp>
        <p:nvGrpSpPr>
          <p:cNvPr id="630" name="Google Shape;630;p24"/>
          <p:cNvGrpSpPr/>
          <p:nvPr/>
        </p:nvGrpSpPr>
        <p:grpSpPr>
          <a:xfrm>
            <a:off x="248752" y="491529"/>
            <a:ext cx="8669349" cy="4596267"/>
            <a:chOff x="188277" y="445029"/>
            <a:chExt cx="8669349" cy="4596267"/>
          </a:xfrm>
        </p:grpSpPr>
        <p:sp>
          <p:nvSpPr>
            <p:cNvPr id="631" name="Google Shape;631;p24"/>
            <p:cNvSpPr/>
            <p:nvPr/>
          </p:nvSpPr>
          <p:spPr>
            <a:xfrm rot="10800000">
              <a:off x="8615635" y="6844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l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 rot="10800000">
              <a:off x="8814510" y="445029"/>
              <a:ext cx="43116" cy="474994"/>
            </a:xfrm>
            <a:custGeom>
              <a:rect l="l" t="t" r="r" b="b"/>
              <a:pathLst>
                <a:path w="754" h="8307" fill="none" extrusionOk="0">
                  <a:moveTo>
                    <a:pt x="391" y="8307"/>
                  </a:moveTo>
                  <a:lnTo>
                    <a:pt x="391" y="8307"/>
                  </a:lnTo>
                  <a:cubicBezTo>
                    <a:pt x="181" y="8307"/>
                    <a:pt x="0" y="8155"/>
                    <a:pt x="0" y="7944"/>
                  </a:cubicBezTo>
                  <a:lnTo>
                    <a:pt x="0" y="363"/>
                  </a:lnTo>
                  <a:cubicBezTo>
                    <a:pt x="0" y="182"/>
                    <a:pt x="181" y="1"/>
                    <a:pt x="391" y="1"/>
                  </a:cubicBezTo>
                  <a:lnTo>
                    <a:pt x="391" y="1"/>
                  </a:lnTo>
                  <a:cubicBezTo>
                    <a:pt x="573" y="1"/>
                    <a:pt x="754" y="182"/>
                    <a:pt x="754" y="363"/>
                  </a:cubicBezTo>
                  <a:lnTo>
                    <a:pt x="754" y="7944"/>
                  </a:lnTo>
                  <a:cubicBezTo>
                    <a:pt x="754" y="8155"/>
                    <a:pt x="573" y="8307"/>
                    <a:pt x="391" y="8307"/>
                  </a:cubicBezTo>
                  <a:close/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miter lim="7247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grpSp>
          <p:nvGrpSpPr>
            <p:cNvPr id="633" name="Google Shape;633;p24"/>
            <p:cNvGrpSpPr/>
            <p:nvPr/>
          </p:nvGrpSpPr>
          <p:grpSpPr>
            <a:xfrm>
              <a:off x="188277" y="4275152"/>
              <a:ext cx="206891" cy="766144"/>
              <a:chOff x="8650702" y="3525402"/>
              <a:chExt cx="206891" cy="766144"/>
            </a:xfrm>
          </p:grpSpPr>
          <p:sp>
            <p:nvSpPr>
              <p:cNvPr id="634" name="Google Shape;634;p24"/>
              <p:cNvSpPr/>
              <p:nvPr/>
            </p:nvSpPr>
            <p:spPr>
              <a:xfrm rot="10800000">
                <a:off x="8650702" y="352540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24"/>
              <p:cNvSpPr/>
              <p:nvPr/>
            </p:nvSpPr>
            <p:spPr>
              <a:xfrm rot="10800000">
                <a:off x="8814477" y="3816552"/>
                <a:ext cx="43116" cy="474994"/>
              </a:xfrm>
              <a:custGeom>
                <a:rect l="l" t="t" r="r" b="b"/>
                <a:pathLst>
                  <a:path w="754" h="8307" fill="none" extrusionOk="0">
                    <a:moveTo>
                      <a:pt x="391" y="8307"/>
                    </a:moveTo>
                    <a:lnTo>
                      <a:pt x="391" y="8307"/>
                    </a:lnTo>
                    <a:cubicBezTo>
                      <a:pt x="181" y="8307"/>
                      <a:pt x="0" y="8155"/>
                      <a:pt x="0" y="7944"/>
                    </a:cubicBezTo>
                    <a:lnTo>
                      <a:pt x="0" y="363"/>
                    </a:lnTo>
                    <a:cubicBezTo>
                      <a:pt x="0" y="182"/>
                      <a:pt x="181" y="1"/>
                      <a:pt x="391" y="1"/>
                    </a:cubicBezTo>
                    <a:lnTo>
                      <a:pt x="391" y="1"/>
                    </a:lnTo>
                    <a:cubicBezTo>
                      <a:pt x="573" y="1"/>
                      <a:pt x="754" y="182"/>
                      <a:pt x="754" y="363"/>
                    </a:cubicBezTo>
                    <a:lnTo>
                      <a:pt x="754" y="7944"/>
                    </a:lnTo>
                    <a:cubicBezTo>
                      <a:pt x="754" y="8155"/>
                      <a:pt x="573" y="8307"/>
                      <a:pt x="391" y="830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accen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36" name="Google Shape;636;p24"/>
          <p:cNvGrpSpPr/>
          <p:nvPr/>
        </p:nvGrpSpPr>
        <p:grpSpPr>
          <a:xfrm>
            <a:off x="315625" y="1279781"/>
            <a:ext cx="8602485" cy="1562434"/>
            <a:chOff x="174750" y="1380581"/>
            <a:chExt cx="8602485" cy="1562434"/>
          </a:xfrm>
        </p:grpSpPr>
        <p:sp>
          <p:nvSpPr>
            <p:cNvPr id="637" name="Google Shape;637;p24"/>
            <p:cNvSpPr/>
            <p:nvPr/>
          </p:nvSpPr>
          <p:spPr>
            <a:xfrm rot="10800000">
              <a:off x="8737179" y="1380581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 rot="10800000">
              <a:off x="174750" y="2502136"/>
              <a:ext cx="40056" cy="440880"/>
            </a:xfrm>
            <a:custGeom>
              <a:rect l="l" t="t" r="r" b="b"/>
              <a:pathLst>
                <a:path w="1146" h="12620" extrusionOk="0">
                  <a:moveTo>
                    <a:pt x="573" y="1"/>
                  </a:moveTo>
                  <a:cubicBezTo>
                    <a:pt x="240" y="1"/>
                    <a:pt x="1" y="240"/>
                    <a:pt x="1" y="573"/>
                  </a:cubicBezTo>
                  <a:lnTo>
                    <a:pt x="1" y="12046"/>
                  </a:lnTo>
                  <a:cubicBezTo>
                    <a:pt x="1" y="12351"/>
                    <a:pt x="240" y="12619"/>
                    <a:pt x="573" y="12619"/>
                  </a:cubicBezTo>
                  <a:cubicBezTo>
                    <a:pt x="878" y="12619"/>
                    <a:pt x="1146" y="12351"/>
                    <a:pt x="1146" y="12046"/>
                  </a:cubicBezTo>
                  <a:lnTo>
                    <a:pt x="1146" y="573"/>
                  </a:lnTo>
                  <a:cubicBezTo>
                    <a:pt x="1146" y="240"/>
                    <a:pt x="878" y="1"/>
                    <a:pt x="57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grpSp>
        <p:nvGrpSpPr>
          <p:cNvPr id="639" name="Google Shape;639;p24"/>
          <p:cNvGrpSpPr/>
          <p:nvPr/>
        </p:nvGrpSpPr>
        <p:grpSpPr>
          <a:xfrm>
            <a:off x="355673" y="-567309"/>
            <a:ext cx="8751502" cy="5946659"/>
            <a:chOff x="251623" y="-534009"/>
            <a:chExt cx="8751502" cy="5946659"/>
          </a:xfrm>
        </p:grpSpPr>
        <p:grpSp>
          <p:nvGrpSpPr>
            <p:cNvPr id="640" name="Google Shape;640;p24"/>
            <p:cNvGrpSpPr/>
            <p:nvPr/>
          </p:nvGrpSpPr>
          <p:grpSpPr>
            <a:xfrm rot="10800000">
              <a:off x="251623" y="3645746"/>
              <a:ext cx="493321" cy="357312"/>
              <a:chOff x="1722354" y="229144"/>
              <a:chExt cx="1748744" cy="1266614"/>
            </a:xfrm>
          </p:grpSpPr>
          <p:sp>
            <p:nvSpPr>
              <p:cNvPr id="641" name="Google Shape;641;p24"/>
              <p:cNvSpPr/>
              <p:nvPr/>
            </p:nvSpPr>
            <p:spPr>
              <a:xfrm rot="10800000">
                <a:off x="2239107" y="792406"/>
                <a:ext cx="1231990" cy="703352"/>
              </a:xfrm>
              <a:custGeom>
                <a:rect l="l" t="t" r="r" b="b"/>
                <a:pathLst>
                  <a:path w="4864" h="2777" fill="none" extrusionOk="0">
                    <a:moveTo>
                      <a:pt x="4863" y="2776"/>
                    </a:moveTo>
                    <a:lnTo>
                      <a:pt x="2051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 cap="rnd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642" name="Google Shape;642;p24"/>
              <p:cNvSpPr/>
              <p:nvPr/>
            </p:nvSpPr>
            <p:spPr>
              <a:xfrm rot="10800000">
                <a:off x="1722354" y="229144"/>
                <a:ext cx="627506" cy="620727"/>
              </a:xfrm>
              <a:custGeom>
                <a:rect l="l" t="t" r="r" b="b"/>
                <a:pathLst>
                  <a:path w="2748" h="2719" fill="none" extrusionOk="0">
                    <a:moveTo>
                      <a:pt x="2748" y="1363"/>
                    </a:moveTo>
                    <a:cubicBezTo>
                      <a:pt x="2748" y="2117"/>
                      <a:pt x="2117" y="2718"/>
                      <a:pt x="1392" y="2718"/>
                    </a:cubicBezTo>
                    <a:cubicBezTo>
                      <a:pt x="638" y="2718"/>
                      <a:pt x="1" y="2117"/>
                      <a:pt x="1" y="1363"/>
                    </a:cubicBezTo>
                    <a:cubicBezTo>
                      <a:pt x="1" y="609"/>
                      <a:pt x="638" y="0"/>
                      <a:pt x="1392" y="0"/>
                    </a:cubicBezTo>
                    <a:cubicBezTo>
                      <a:pt x="2117" y="0"/>
                      <a:pt x="2748" y="609"/>
                      <a:pt x="2748" y="1363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chemeClr val="lt1"/>
                </a:solidFill>
                <a:prstDash val="solid"/>
                <a:miter lim="7247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</p:grpSp>
        <p:grpSp>
          <p:nvGrpSpPr>
            <p:cNvPr id="643" name="Google Shape;643;p24"/>
            <p:cNvGrpSpPr/>
            <p:nvPr/>
          </p:nvGrpSpPr>
          <p:grpSpPr>
            <a:xfrm rot="5400000" flipH="1">
              <a:off x="7247712" y="-188135"/>
              <a:ext cx="965258" cy="273510"/>
              <a:chOff x="-6675" y="2881558"/>
              <a:chExt cx="9140700" cy="2059567"/>
            </a:xfrm>
          </p:grpSpPr>
          <p:cxnSp>
            <p:nvCxnSpPr>
              <p:cNvPr id="644" name="Google Shape;644;p24"/>
              <p:cNvCxnSpPr/>
              <p:nvPr/>
            </p:nvCxnSpPr>
            <p:spPr>
              <a:xfrm>
                <a:off x="-6675" y="2881558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5" name="Google Shape;645;p24"/>
              <p:cNvCxnSpPr/>
              <p:nvPr/>
            </p:nvCxnSpPr>
            <p:spPr>
              <a:xfrm>
                <a:off x="-6675" y="3396450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6" name="Google Shape;646;p24"/>
              <p:cNvCxnSpPr/>
              <p:nvPr/>
            </p:nvCxnSpPr>
            <p:spPr>
              <a:xfrm>
                <a:off x="-6675" y="3911342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7" name="Google Shape;647;p24"/>
              <p:cNvCxnSpPr/>
              <p:nvPr/>
            </p:nvCxnSpPr>
            <p:spPr>
              <a:xfrm>
                <a:off x="-6675" y="4426233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648" name="Google Shape;648;p24"/>
              <p:cNvCxnSpPr/>
              <p:nvPr/>
            </p:nvCxnSpPr>
            <p:spPr>
              <a:xfrm>
                <a:off x="-6675" y="4941125"/>
                <a:ext cx="9140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649" name="Google Shape;649;p24"/>
            <p:cNvSpPr/>
            <p:nvPr/>
          </p:nvSpPr>
          <p:spPr>
            <a:xfrm>
              <a:off x="5746750" y="-57000"/>
              <a:ext cx="3256375" cy="488250"/>
            </a:xfrm>
            <a:custGeom>
              <a:rect l="l" t="t" r="r" b="b"/>
              <a:pathLst>
                <a:path w="130253" h="19530" extrusionOk="0">
                  <a:moveTo>
                    <a:pt x="0" y="0"/>
                  </a:moveTo>
                  <a:lnTo>
                    <a:pt x="19531" y="19530"/>
                  </a:lnTo>
                  <a:lnTo>
                    <a:pt x="93650" y="19530"/>
                  </a:lnTo>
                  <a:lnTo>
                    <a:pt x="102323" y="10857"/>
                  </a:lnTo>
                  <a:lnTo>
                    <a:pt x="121066" y="10857"/>
                  </a:lnTo>
                  <a:lnTo>
                    <a:pt x="130255" y="1668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  <p:sp>
          <p:nvSpPr>
            <p:cNvPr id="650" name="Google Shape;650;p24"/>
            <p:cNvSpPr/>
            <p:nvPr/>
          </p:nvSpPr>
          <p:spPr>
            <a:xfrm>
              <a:off x="260200" y="3089575"/>
              <a:ext cx="476150" cy="2323075"/>
            </a:xfrm>
            <a:custGeom>
              <a:rect l="l" t="t" r="r" b="b"/>
              <a:pathLst>
                <a:path w="19046" h="92923" extrusionOk="0">
                  <a:moveTo>
                    <a:pt x="0" y="0"/>
                  </a:moveTo>
                  <a:lnTo>
                    <a:pt x="0" y="36635"/>
                  </a:lnTo>
                  <a:lnTo>
                    <a:pt x="19046" y="55681"/>
                  </a:lnTo>
                  <a:lnTo>
                    <a:pt x="19046" y="92923"/>
                  </a:lnTo>
                </a:path>
              </a:pathLst>
            </a:cu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/>
          </p:txBody>
        </p:sp>
      </p:grpSp>
      <p:sp>
        <p:nvSpPr>
          <p:cNvPr id="651" name="Google Shape;651;p24"/>
          <p:cNvSpPr/>
          <p:nvPr/>
        </p:nvSpPr>
        <p:spPr>
          <a:xfrm rot="-5400000">
            <a:off x="507335" y="632747"/>
            <a:ext cx="228075" cy="197250"/>
          </a:xfrm>
          <a:prstGeom prst="flowChartMerg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 /><Relationship Id="rId10" Type="http://schemas.openxmlformats.org/officeDocument/2006/relationships/slideLayout" Target="../slideLayouts/slideLayout21.xml" /><Relationship Id="rId11" Type="http://schemas.openxmlformats.org/officeDocument/2006/relationships/slideLayout" Target="../slideLayouts/slideLayout22.xml" /><Relationship Id="rId12" Type="http://schemas.openxmlformats.org/officeDocument/2006/relationships/slideLayout" Target="../slideLayouts/slideLayout23.xml" /><Relationship Id="rId13" Type="http://schemas.openxmlformats.org/officeDocument/2006/relationships/slideLayout" Target="../slideLayouts/slideLayout24.xml" /><Relationship Id="rId14" Type="http://schemas.openxmlformats.org/officeDocument/2006/relationships/slideLayout" Target="../slideLayouts/slideLayout25.xml" /><Relationship Id="rId15" Type="http://schemas.openxmlformats.org/officeDocument/2006/relationships/slideLayout" Target="../slideLayouts/slideLayout26.xml" /><Relationship Id="rId16" Type="http://schemas.openxmlformats.org/officeDocument/2006/relationships/slideLayout" Target="../slideLayouts/slideLayout27.xml" /><Relationship Id="rId17" Type="http://schemas.openxmlformats.org/officeDocument/2006/relationships/slideLayout" Target="../slideLayouts/slideLayout28.xml" /><Relationship Id="rId18" Type="http://schemas.openxmlformats.org/officeDocument/2006/relationships/slideLayout" Target="../slideLayouts/slideLayout29.xml" /><Relationship Id="rId19" Type="http://schemas.openxmlformats.org/officeDocument/2006/relationships/slideLayout" Target="../slideLayouts/slideLayout30.xml" /><Relationship Id="rId2" Type="http://schemas.openxmlformats.org/officeDocument/2006/relationships/slideLayout" Target="../slideLayouts/slideLayout13.xml" /><Relationship Id="rId20" Type="http://schemas.openxmlformats.org/officeDocument/2006/relationships/slideLayout" Target="../slideLayouts/slideLayout31.xml" /><Relationship Id="rId21" Type="http://schemas.openxmlformats.org/officeDocument/2006/relationships/slideLayout" Target="../slideLayouts/slideLayout32.xml" /><Relationship Id="rId22" Type="http://schemas.openxmlformats.org/officeDocument/2006/relationships/slideLayout" Target="../slideLayouts/slideLayout33.xml" /><Relationship Id="rId23" Type="http://schemas.openxmlformats.org/officeDocument/2006/relationships/slideLayout" Target="../slideLayouts/slideLayout34.xml" /><Relationship Id="rId24" Type="http://schemas.openxmlformats.org/officeDocument/2006/relationships/theme" Target="../theme/theme2.xml" /><Relationship Id="rId3" Type="http://schemas.openxmlformats.org/officeDocument/2006/relationships/slideLayout" Target="../slideLayouts/slideLayout14.xml" /><Relationship Id="rId4" Type="http://schemas.openxmlformats.org/officeDocument/2006/relationships/slideLayout" Target="../slideLayouts/slideLayout15.xml" /><Relationship Id="rId5" Type="http://schemas.openxmlformats.org/officeDocument/2006/relationships/slideLayout" Target="../slideLayouts/slideLayout16.xml" /><Relationship Id="rId6" Type="http://schemas.openxmlformats.org/officeDocument/2006/relationships/slideLayout" Target="../slideLayouts/slideLayout17.xml" /><Relationship Id="rId7" Type="http://schemas.openxmlformats.org/officeDocument/2006/relationships/slideLayout" Target="../slideLayouts/slideLayout18.xml" /><Relationship Id="rId8" Type="http://schemas.openxmlformats.org/officeDocument/2006/relationships/slideLayout" Target="../slideLayouts/slideLayout19.xml" /><Relationship Id="rId9" Type="http://schemas.openxmlformats.org/officeDocument/2006/relationships/slideLayout" Target="../slideLayouts/slideLayout2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600"/>
              <a:buFont typeface="Raleway Black"/>
              <a:buNone/>
              <a:defRPr sz="26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●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○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048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Hanken Grotesk"/>
              <a:buChar char="■"/>
              <a:defRPr sz="12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</p:sldLayoutIdLst>
  <p:transition/>
  <p:timing/>
  <p:hf hdr="0" ftr="0" dt="0"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8.xml" /><Relationship Id="rId2" Type="http://schemas.openxmlformats.org/officeDocument/2006/relationships/notesSlide" Target="../notesSlides/notesSlide1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Shape 832"/>
        <p:cNvGrpSpPr/>
        <p:nvPr/>
      </p:nvGrpSpPr>
      <p:grpSpPr>
        <a:xfrm>
          <a:off x="0" y="0"/>
          <a:ext cx="0" cy="0"/>
        </a:xfrm>
      </p:grpSpPr>
      <p:sp>
        <p:nvSpPr>
          <p:cNvPr id="833" name="Google Shape;83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089145" cy="59634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b="1">
                <a:solidFill>
                  <a:srgbClr val="FFFFFF"/>
                </a:solidFill>
                <a:latin typeface="Arial"/>
                <a:ea typeface="Open Sans"/>
                <a:cs typeface="Arial"/>
              </a:rPr>
              <a:t>[КЛЮЧЕВЫЕ ТЕЗИСЫ / ПРЕИМУЩЕСТВА]</a:t>
            </a:r>
            <a:endParaRPr lang="ru-RU" b="1">
              <a:latin typeface="Arial"/>
              <a:cs typeface="Arial"/>
            </a:endParaRPr>
          </a:p>
        </p:txBody>
      </p:sp>
      <p:sp>
        <p:nvSpPr>
          <p:cNvPr id="834" name="Google Shape;834;p36"/>
          <p:cNvSpPr txBox="1">
            <a:spLocks noGrp="1"/>
          </p:cNvSpPr>
          <p:nvPr>
            <p:ph type="subTitle" idx="1"/>
          </p:nvPr>
        </p:nvSpPr>
        <p:spPr>
          <a:xfrm>
            <a:off x="1182950" y="1729925"/>
            <a:ext cx="1816521" cy="10120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solidFill>
                  <a:srgbClr val="FFFFFF"/>
                </a:solidFill>
                <a:latin typeface="Arial"/>
                <a:cs typeface="Arial"/>
              </a:rPr>
              <a:t>[Кратко опишите вашу мысль, рекомендацию или преимущество в 2–3 предложениях]</a:t>
            </a:r>
            <a:br>
              <a:rPr lang="en"/>
            </a:br>
            <a:endParaRPr lang="en"/>
          </a:p>
        </p:txBody>
      </p:sp>
      <p:sp>
        <p:nvSpPr>
          <p:cNvPr id="835" name="Google Shape;835;p36"/>
          <p:cNvSpPr txBox="1">
            <a:spLocks noGrp="1"/>
          </p:cNvSpPr>
          <p:nvPr>
            <p:ph type="subTitle" idx="2"/>
          </p:nvPr>
        </p:nvSpPr>
        <p:spPr>
          <a:xfrm>
            <a:off x="3580856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rial"/>
                <a:cs typeface="Arial"/>
              </a:rPr>
              <a:t>[Кратко опишите вашу мысль, рекомендацию или преимущество в 2–3 предложениях]</a:t>
            </a:r>
            <a:br>
              <a:rPr lang="en"/>
            </a:br>
            <a:endParaRPr lang="en"/>
          </a:p>
        </p:txBody>
      </p:sp>
      <p:sp>
        <p:nvSpPr>
          <p:cNvPr id="836" name="Google Shape;836;p36"/>
          <p:cNvSpPr txBox="1">
            <a:spLocks noGrp="1"/>
          </p:cNvSpPr>
          <p:nvPr>
            <p:ph type="subTitle" idx="3"/>
          </p:nvPr>
        </p:nvSpPr>
        <p:spPr>
          <a:xfrm>
            <a:off x="1182950" y="3419050"/>
            <a:ext cx="1977795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rial"/>
                <a:cs typeface="Arial"/>
              </a:rPr>
              <a:t>[Кратко опишите вашу мысль, рекомендацию или преимущество в 2–3 предложениях]</a:t>
            </a:r>
            <a:br>
              <a:rPr lang="en"/>
            </a:br>
            <a:endParaRPr lang="en"/>
          </a:p>
        </p:txBody>
      </p:sp>
      <p:sp>
        <p:nvSpPr>
          <p:cNvPr id="837" name="Google Shape;837;p36"/>
          <p:cNvSpPr txBox="1">
            <a:spLocks noGrp="1"/>
          </p:cNvSpPr>
          <p:nvPr>
            <p:ph type="subTitle" idx="4"/>
          </p:nvPr>
        </p:nvSpPr>
        <p:spPr>
          <a:xfrm>
            <a:off x="3579000" y="3419050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rial"/>
                <a:cs typeface="Arial"/>
              </a:rPr>
              <a:t>[Кратко опишите вашу мысль, рекомендацию или преимущество в 2–3 предложениях]</a:t>
            </a:r>
            <a:br>
              <a:rPr lang="en"/>
            </a:br>
            <a:endParaRPr lang="en"/>
          </a:p>
        </p:txBody>
      </p:sp>
      <p:sp>
        <p:nvSpPr>
          <p:cNvPr id="838" name="Google Shape;838;p36"/>
          <p:cNvSpPr txBox="1">
            <a:spLocks noGrp="1"/>
          </p:cNvSpPr>
          <p:nvPr>
            <p:ph type="subTitle" idx="7"/>
          </p:nvPr>
        </p:nvSpPr>
        <p:spPr>
          <a:xfrm>
            <a:off x="1186809" y="1400392"/>
            <a:ext cx="2094558" cy="4653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b="1">
                <a:solidFill>
                  <a:srgbClr val="FFFFFF"/>
                </a:solidFill>
                <a:latin typeface="Arial"/>
                <a:cs typeface="Arial"/>
              </a:rPr>
              <a:t>[ЗАГОЛОВОК]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839" name="Google Shape;839;p36"/>
          <p:cNvSpPr txBox="1">
            <a:spLocks noGrp="1"/>
          </p:cNvSpPr>
          <p:nvPr>
            <p:ph type="subTitle" idx="8"/>
          </p:nvPr>
        </p:nvSpPr>
        <p:spPr>
          <a:xfrm>
            <a:off x="3584756" y="1396458"/>
            <a:ext cx="2097618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indent="0"/>
            <a:r>
              <a:rPr lang="en" b="1">
                <a:latin typeface="Arial"/>
                <a:cs typeface="Arial"/>
              </a:rPr>
              <a:t>[ЗАГОЛОВОК]</a:t>
            </a:r>
          </a:p>
        </p:txBody>
      </p:sp>
      <p:sp>
        <p:nvSpPr>
          <p:cNvPr id="840" name="Google Shape;840;p36"/>
          <p:cNvSpPr txBox="1">
            <a:spLocks noGrp="1"/>
          </p:cNvSpPr>
          <p:nvPr>
            <p:ph type="subTitle" idx="9"/>
          </p:nvPr>
        </p:nvSpPr>
        <p:spPr>
          <a:xfrm>
            <a:off x="5978950" y="1396458"/>
            <a:ext cx="198673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[ЗАГОЛОВОК]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841" name="Google Shape;841;p36"/>
          <p:cNvSpPr txBox="1">
            <a:spLocks noGrp="1"/>
          </p:cNvSpPr>
          <p:nvPr>
            <p:ph type="subTitle" idx="5"/>
          </p:nvPr>
        </p:nvSpPr>
        <p:spPr>
          <a:xfrm>
            <a:off x="5975050" y="1729934"/>
            <a:ext cx="1986000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rial"/>
                <a:cs typeface="Arial"/>
              </a:rPr>
              <a:t>[Кратко опишите вашу мысль, рекомендацию или преимущество в 2–3 предложениях]</a:t>
            </a:r>
            <a:br>
              <a:rPr lang="en"/>
            </a:br>
            <a:endParaRPr lang="en"/>
          </a:p>
        </p:txBody>
      </p:sp>
      <p:sp>
        <p:nvSpPr>
          <p:cNvPr id="842" name="Google Shape;842;p36"/>
          <p:cNvSpPr txBox="1">
            <a:spLocks noGrp="1"/>
          </p:cNvSpPr>
          <p:nvPr>
            <p:ph type="subTitle" idx="6"/>
          </p:nvPr>
        </p:nvSpPr>
        <p:spPr>
          <a:xfrm>
            <a:off x="5975050" y="3419050"/>
            <a:ext cx="1974176" cy="10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/>
            <a:r>
              <a:rPr lang="en">
                <a:latin typeface="Arial"/>
                <a:cs typeface="Arial"/>
              </a:rPr>
              <a:t>[Кратко опишите вашу мысль, рекомендацию или преимущество в 2–3 предложениях]</a:t>
            </a:r>
            <a:br>
              <a:rPr lang="en"/>
            </a:br>
            <a:endParaRPr lang="en"/>
          </a:p>
        </p:txBody>
      </p:sp>
      <p:sp>
        <p:nvSpPr>
          <p:cNvPr id="843" name="Google Shape;843;p36"/>
          <p:cNvSpPr txBox="1">
            <a:spLocks noGrp="1"/>
          </p:cNvSpPr>
          <p:nvPr>
            <p:ph type="subTitle" idx="13"/>
          </p:nvPr>
        </p:nvSpPr>
        <p:spPr>
          <a:xfrm>
            <a:off x="1182950" y="3086816"/>
            <a:ext cx="2096889" cy="46073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[ЗАГОЛОВОК]</a:t>
            </a:r>
            <a:endParaRPr lang="ru-RU" b="1">
              <a:latin typeface="Arial"/>
              <a:cs typeface="Arial"/>
            </a:endParaRPr>
          </a:p>
        </p:txBody>
      </p:sp>
      <p:sp>
        <p:nvSpPr>
          <p:cNvPr id="844" name="Google Shape;844;p36"/>
          <p:cNvSpPr txBox="1">
            <a:spLocks noGrp="1"/>
          </p:cNvSpPr>
          <p:nvPr>
            <p:ph type="subTitle" idx="14"/>
          </p:nvPr>
        </p:nvSpPr>
        <p:spPr>
          <a:xfrm>
            <a:off x="3584758" y="3082550"/>
            <a:ext cx="1978200" cy="46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[ЗАГОЛОВОК]</a:t>
            </a:r>
            <a:endParaRPr lang="ru-RU">
              <a:latin typeface="Arial"/>
              <a:cs typeface="Arial"/>
            </a:endParaRPr>
          </a:p>
        </p:txBody>
      </p:sp>
      <p:sp>
        <p:nvSpPr>
          <p:cNvPr id="845" name="Google Shape;845;p36"/>
          <p:cNvSpPr txBox="1">
            <a:spLocks noGrp="1"/>
          </p:cNvSpPr>
          <p:nvPr>
            <p:ph type="subTitle" idx="15"/>
          </p:nvPr>
        </p:nvSpPr>
        <p:spPr>
          <a:xfrm>
            <a:off x="5978948" y="3086814"/>
            <a:ext cx="1973935" cy="46073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>
              <a:spcBef>
                <a:spcPct val="0"/>
              </a:spcBef>
              <a:spcAft>
                <a:spcPct val="0"/>
              </a:spcAft>
              <a:buNone/>
            </a:pPr>
            <a:r>
              <a:rPr lang="en" b="1">
                <a:latin typeface="Arial"/>
                <a:cs typeface="Arial"/>
              </a:rPr>
              <a:t>[ЗАГОЛОВОК]</a:t>
            </a:r>
            <a:endParaRPr lang="ru-RU" b="1">
              <a:latin typeface="Arial"/>
              <a:cs typeface="Arial"/>
            </a:endParaRPr>
          </a:p>
        </p:txBody>
      </p:sp>
      <p:grpSp>
        <p:nvGrpSpPr>
          <p:cNvPr id="846" name="Google Shape;846;p36"/>
          <p:cNvGrpSpPr/>
          <p:nvPr/>
        </p:nvGrpSpPr>
        <p:grpSpPr>
          <a:xfrm>
            <a:off x="3653713" y="2760888"/>
            <a:ext cx="345150" cy="345075"/>
            <a:chOff x="7036288" y="2118050"/>
            <a:chExt cx="345150" cy="345075"/>
          </a:xfrm>
        </p:grpSpPr>
        <p:sp>
          <p:nvSpPr>
            <p:cNvPr id="847" name="Google Shape;847;p36"/>
            <p:cNvSpPr/>
            <p:nvPr/>
          </p:nvSpPr>
          <p:spPr>
            <a:xfrm>
              <a:off x="7117838" y="2199825"/>
              <a:ext cx="181750" cy="181825"/>
            </a:xfrm>
            <a:custGeom>
              <a:rect l="l" t="t" r="r" b="b"/>
              <a:pathLst>
                <a:path w="7270" h="7272" extrusionOk="0">
                  <a:moveTo>
                    <a:pt x="2570" y="1008"/>
                  </a:moveTo>
                  <a:cubicBezTo>
                    <a:pt x="2430" y="1333"/>
                    <a:pt x="2338" y="1732"/>
                    <a:pt x="2267" y="2141"/>
                  </a:cubicBezTo>
                  <a:lnTo>
                    <a:pt x="1227" y="2141"/>
                  </a:lnTo>
                  <a:cubicBezTo>
                    <a:pt x="1544" y="1639"/>
                    <a:pt x="2009" y="1241"/>
                    <a:pt x="2570" y="1008"/>
                  </a:cubicBezTo>
                  <a:close/>
                  <a:moveTo>
                    <a:pt x="3634" y="797"/>
                  </a:moveTo>
                  <a:cubicBezTo>
                    <a:pt x="3693" y="831"/>
                    <a:pt x="3880" y="1008"/>
                    <a:pt x="4043" y="1569"/>
                  </a:cubicBezTo>
                  <a:cubicBezTo>
                    <a:pt x="4102" y="1743"/>
                    <a:pt x="4150" y="1942"/>
                    <a:pt x="4183" y="2141"/>
                  </a:cubicBezTo>
                  <a:lnTo>
                    <a:pt x="3087" y="2141"/>
                  </a:lnTo>
                  <a:cubicBezTo>
                    <a:pt x="3120" y="1942"/>
                    <a:pt x="3168" y="1743"/>
                    <a:pt x="3227" y="1569"/>
                  </a:cubicBezTo>
                  <a:cubicBezTo>
                    <a:pt x="3401" y="1008"/>
                    <a:pt x="3578" y="831"/>
                    <a:pt x="3634" y="797"/>
                  </a:cubicBezTo>
                  <a:close/>
                  <a:moveTo>
                    <a:pt x="4711" y="1008"/>
                  </a:moveTo>
                  <a:cubicBezTo>
                    <a:pt x="5261" y="1241"/>
                    <a:pt x="5726" y="1639"/>
                    <a:pt x="6043" y="2141"/>
                  </a:cubicBezTo>
                  <a:lnTo>
                    <a:pt x="5003" y="2141"/>
                  </a:lnTo>
                  <a:cubicBezTo>
                    <a:pt x="4932" y="1732"/>
                    <a:pt x="4840" y="1333"/>
                    <a:pt x="4711" y="1008"/>
                  </a:cubicBezTo>
                  <a:close/>
                  <a:moveTo>
                    <a:pt x="2175" y="2958"/>
                  </a:moveTo>
                  <a:cubicBezTo>
                    <a:pt x="2161" y="3182"/>
                    <a:pt x="2150" y="3404"/>
                    <a:pt x="2150" y="3625"/>
                  </a:cubicBezTo>
                  <a:cubicBezTo>
                    <a:pt x="2150" y="3847"/>
                    <a:pt x="2161" y="4080"/>
                    <a:pt x="2175" y="4304"/>
                  </a:cubicBezTo>
                  <a:lnTo>
                    <a:pt x="887" y="4304"/>
                  </a:lnTo>
                  <a:cubicBezTo>
                    <a:pt x="828" y="4080"/>
                    <a:pt x="806" y="3858"/>
                    <a:pt x="806" y="3625"/>
                  </a:cubicBezTo>
                  <a:cubicBezTo>
                    <a:pt x="806" y="3392"/>
                    <a:pt x="828" y="3168"/>
                    <a:pt x="887" y="2958"/>
                  </a:cubicBezTo>
                  <a:close/>
                  <a:moveTo>
                    <a:pt x="4290" y="2958"/>
                  </a:moveTo>
                  <a:cubicBezTo>
                    <a:pt x="4301" y="3168"/>
                    <a:pt x="4313" y="3404"/>
                    <a:pt x="4313" y="3625"/>
                  </a:cubicBezTo>
                  <a:cubicBezTo>
                    <a:pt x="4313" y="3858"/>
                    <a:pt x="4301" y="4080"/>
                    <a:pt x="4290" y="4304"/>
                  </a:cubicBezTo>
                  <a:lnTo>
                    <a:pt x="2991" y="4304"/>
                  </a:lnTo>
                  <a:cubicBezTo>
                    <a:pt x="2969" y="4080"/>
                    <a:pt x="2958" y="3858"/>
                    <a:pt x="2958" y="3625"/>
                  </a:cubicBezTo>
                  <a:cubicBezTo>
                    <a:pt x="2958" y="3404"/>
                    <a:pt x="2969" y="3168"/>
                    <a:pt x="2991" y="2958"/>
                  </a:cubicBezTo>
                  <a:close/>
                  <a:moveTo>
                    <a:pt x="6383" y="2958"/>
                  </a:moveTo>
                  <a:cubicBezTo>
                    <a:pt x="6439" y="3168"/>
                    <a:pt x="6464" y="3392"/>
                    <a:pt x="6464" y="3625"/>
                  </a:cubicBezTo>
                  <a:cubicBezTo>
                    <a:pt x="6464" y="3858"/>
                    <a:pt x="6439" y="4080"/>
                    <a:pt x="6383" y="4304"/>
                  </a:cubicBezTo>
                  <a:lnTo>
                    <a:pt x="5095" y="4304"/>
                  </a:lnTo>
                  <a:cubicBezTo>
                    <a:pt x="5106" y="4080"/>
                    <a:pt x="5120" y="3847"/>
                    <a:pt x="5120" y="3625"/>
                  </a:cubicBezTo>
                  <a:cubicBezTo>
                    <a:pt x="5120" y="3404"/>
                    <a:pt x="5106" y="3182"/>
                    <a:pt x="5095" y="2958"/>
                  </a:cubicBezTo>
                  <a:close/>
                  <a:moveTo>
                    <a:pt x="2267" y="5109"/>
                  </a:moveTo>
                  <a:cubicBezTo>
                    <a:pt x="2338" y="5530"/>
                    <a:pt x="2430" y="5917"/>
                    <a:pt x="2570" y="6243"/>
                  </a:cubicBezTo>
                  <a:cubicBezTo>
                    <a:pt x="2009" y="6021"/>
                    <a:pt x="1544" y="5611"/>
                    <a:pt x="1227" y="5109"/>
                  </a:cubicBezTo>
                  <a:close/>
                  <a:moveTo>
                    <a:pt x="6043" y="5109"/>
                  </a:moveTo>
                  <a:cubicBezTo>
                    <a:pt x="5726" y="5611"/>
                    <a:pt x="5261" y="6021"/>
                    <a:pt x="4711" y="6243"/>
                  </a:cubicBezTo>
                  <a:cubicBezTo>
                    <a:pt x="4840" y="5917"/>
                    <a:pt x="4932" y="5530"/>
                    <a:pt x="5003" y="5109"/>
                  </a:cubicBezTo>
                  <a:close/>
                  <a:moveTo>
                    <a:pt x="4183" y="5109"/>
                  </a:moveTo>
                  <a:cubicBezTo>
                    <a:pt x="4150" y="5320"/>
                    <a:pt x="4102" y="5508"/>
                    <a:pt x="4043" y="5681"/>
                  </a:cubicBezTo>
                  <a:cubicBezTo>
                    <a:pt x="3880" y="6243"/>
                    <a:pt x="3693" y="6430"/>
                    <a:pt x="3634" y="6453"/>
                  </a:cubicBezTo>
                  <a:cubicBezTo>
                    <a:pt x="3578" y="6430"/>
                    <a:pt x="3401" y="6243"/>
                    <a:pt x="3227" y="5681"/>
                  </a:cubicBezTo>
                  <a:cubicBezTo>
                    <a:pt x="3168" y="5508"/>
                    <a:pt x="3120" y="5320"/>
                    <a:pt x="3087" y="5109"/>
                  </a:cubicBezTo>
                  <a:close/>
                  <a:moveTo>
                    <a:pt x="3634" y="1"/>
                  </a:moveTo>
                  <a:cubicBezTo>
                    <a:pt x="1625" y="1"/>
                    <a:pt x="1" y="1625"/>
                    <a:pt x="1" y="3636"/>
                  </a:cubicBezTo>
                  <a:cubicBezTo>
                    <a:pt x="1" y="5648"/>
                    <a:pt x="1625" y="7272"/>
                    <a:pt x="3634" y="7272"/>
                  </a:cubicBezTo>
                  <a:cubicBezTo>
                    <a:pt x="5645" y="7272"/>
                    <a:pt x="7269" y="5648"/>
                    <a:pt x="7269" y="3636"/>
                  </a:cubicBezTo>
                  <a:cubicBezTo>
                    <a:pt x="7269" y="1625"/>
                    <a:pt x="5645" y="1"/>
                    <a:pt x="36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7036288" y="2118050"/>
              <a:ext cx="345150" cy="345075"/>
            </a:xfrm>
            <a:custGeom>
              <a:rect l="l" t="t" r="r" b="b"/>
              <a:pathLst>
                <a:path w="13805" h="13803" extrusionOk="0">
                  <a:moveTo>
                    <a:pt x="7597" y="806"/>
                  </a:moveTo>
                  <a:lnTo>
                    <a:pt x="7667" y="1670"/>
                  </a:lnTo>
                  <a:cubicBezTo>
                    <a:pt x="7692" y="1847"/>
                    <a:pt x="7807" y="1987"/>
                    <a:pt x="7984" y="2035"/>
                  </a:cubicBezTo>
                  <a:cubicBezTo>
                    <a:pt x="8545" y="2150"/>
                    <a:pt x="9084" y="2371"/>
                    <a:pt x="9575" y="2688"/>
                  </a:cubicBezTo>
                  <a:cubicBezTo>
                    <a:pt x="9637" y="2729"/>
                    <a:pt x="9710" y="2750"/>
                    <a:pt x="9784" y="2750"/>
                  </a:cubicBezTo>
                  <a:cubicBezTo>
                    <a:pt x="9876" y="2750"/>
                    <a:pt x="9969" y="2717"/>
                    <a:pt x="10040" y="2652"/>
                  </a:cubicBezTo>
                  <a:lnTo>
                    <a:pt x="10708" y="2091"/>
                  </a:lnTo>
                  <a:lnTo>
                    <a:pt x="11701" y="3087"/>
                  </a:lnTo>
                  <a:lnTo>
                    <a:pt x="11140" y="3751"/>
                  </a:lnTo>
                  <a:cubicBezTo>
                    <a:pt x="11033" y="3880"/>
                    <a:pt x="11011" y="4080"/>
                    <a:pt x="11118" y="4231"/>
                  </a:cubicBezTo>
                  <a:cubicBezTo>
                    <a:pt x="11421" y="4711"/>
                    <a:pt x="11642" y="5247"/>
                    <a:pt x="11771" y="5808"/>
                  </a:cubicBezTo>
                  <a:cubicBezTo>
                    <a:pt x="11805" y="5984"/>
                    <a:pt x="11945" y="6113"/>
                    <a:pt x="12133" y="6125"/>
                  </a:cubicBezTo>
                  <a:lnTo>
                    <a:pt x="12986" y="6195"/>
                  </a:lnTo>
                  <a:lnTo>
                    <a:pt x="12986" y="7609"/>
                  </a:lnTo>
                  <a:lnTo>
                    <a:pt x="12133" y="7679"/>
                  </a:lnTo>
                  <a:cubicBezTo>
                    <a:pt x="11945" y="7690"/>
                    <a:pt x="11805" y="7819"/>
                    <a:pt x="11760" y="7996"/>
                  </a:cubicBezTo>
                  <a:cubicBezTo>
                    <a:pt x="11642" y="8557"/>
                    <a:pt x="11421" y="9082"/>
                    <a:pt x="11118" y="9572"/>
                  </a:cubicBezTo>
                  <a:cubicBezTo>
                    <a:pt x="11011" y="9713"/>
                    <a:pt x="11033" y="9912"/>
                    <a:pt x="11140" y="10052"/>
                  </a:cubicBezTo>
                  <a:lnTo>
                    <a:pt x="11701" y="10706"/>
                  </a:lnTo>
                  <a:lnTo>
                    <a:pt x="10708" y="11699"/>
                  </a:lnTo>
                  <a:lnTo>
                    <a:pt x="10040" y="11138"/>
                  </a:lnTo>
                  <a:cubicBezTo>
                    <a:pt x="9970" y="11081"/>
                    <a:pt x="9880" y="11052"/>
                    <a:pt x="9791" y="11052"/>
                  </a:cubicBezTo>
                  <a:cubicBezTo>
                    <a:pt x="9715" y="11052"/>
                    <a:pt x="9639" y="11073"/>
                    <a:pt x="9575" y="11115"/>
                  </a:cubicBezTo>
                  <a:cubicBezTo>
                    <a:pt x="9084" y="11418"/>
                    <a:pt x="8545" y="11643"/>
                    <a:pt x="7984" y="11769"/>
                  </a:cubicBezTo>
                  <a:cubicBezTo>
                    <a:pt x="7821" y="11805"/>
                    <a:pt x="7692" y="11946"/>
                    <a:pt x="7667" y="12134"/>
                  </a:cubicBezTo>
                  <a:lnTo>
                    <a:pt x="7597" y="12987"/>
                  </a:lnTo>
                  <a:lnTo>
                    <a:pt x="6194" y="12987"/>
                  </a:lnTo>
                  <a:lnTo>
                    <a:pt x="6124" y="12134"/>
                  </a:lnTo>
                  <a:cubicBezTo>
                    <a:pt x="6102" y="11946"/>
                    <a:pt x="5973" y="11805"/>
                    <a:pt x="5799" y="11769"/>
                  </a:cubicBezTo>
                  <a:cubicBezTo>
                    <a:pt x="5249" y="11643"/>
                    <a:pt x="4710" y="11418"/>
                    <a:pt x="4231" y="11115"/>
                  </a:cubicBezTo>
                  <a:cubicBezTo>
                    <a:pt x="4161" y="11073"/>
                    <a:pt x="4082" y="11052"/>
                    <a:pt x="4004" y="11052"/>
                  </a:cubicBezTo>
                  <a:cubicBezTo>
                    <a:pt x="3912" y="11052"/>
                    <a:pt x="3822" y="11081"/>
                    <a:pt x="3754" y="11138"/>
                  </a:cubicBezTo>
                  <a:lnTo>
                    <a:pt x="3086" y="11699"/>
                  </a:lnTo>
                  <a:lnTo>
                    <a:pt x="2093" y="10706"/>
                  </a:lnTo>
                  <a:lnTo>
                    <a:pt x="2654" y="10052"/>
                  </a:lnTo>
                  <a:cubicBezTo>
                    <a:pt x="2772" y="9912"/>
                    <a:pt x="2783" y="9713"/>
                    <a:pt x="2688" y="9572"/>
                  </a:cubicBezTo>
                  <a:cubicBezTo>
                    <a:pt x="2373" y="9082"/>
                    <a:pt x="2152" y="8557"/>
                    <a:pt x="2034" y="7996"/>
                  </a:cubicBezTo>
                  <a:cubicBezTo>
                    <a:pt x="1986" y="7819"/>
                    <a:pt x="1846" y="7690"/>
                    <a:pt x="1672" y="7679"/>
                  </a:cubicBezTo>
                  <a:lnTo>
                    <a:pt x="808" y="7609"/>
                  </a:lnTo>
                  <a:lnTo>
                    <a:pt x="808" y="6195"/>
                  </a:lnTo>
                  <a:lnTo>
                    <a:pt x="1672" y="6125"/>
                  </a:lnTo>
                  <a:cubicBezTo>
                    <a:pt x="1846" y="6113"/>
                    <a:pt x="1986" y="5984"/>
                    <a:pt x="2034" y="5808"/>
                  </a:cubicBezTo>
                  <a:cubicBezTo>
                    <a:pt x="2152" y="5247"/>
                    <a:pt x="2373" y="4711"/>
                    <a:pt x="2688" y="4220"/>
                  </a:cubicBezTo>
                  <a:cubicBezTo>
                    <a:pt x="2783" y="4080"/>
                    <a:pt x="2772" y="3880"/>
                    <a:pt x="2654" y="3751"/>
                  </a:cubicBezTo>
                  <a:lnTo>
                    <a:pt x="2093" y="3087"/>
                  </a:lnTo>
                  <a:lnTo>
                    <a:pt x="3086" y="2091"/>
                  </a:lnTo>
                  <a:lnTo>
                    <a:pt x="3754" y="2652"/>
                  </a:lnTo>
                  <a:cubicBezTo>
                    <a:pt x="3824" y="2717"/>
                    <a:pt x="3917" y="2750"/>
                    <a:pt x="4012" y="2750"/>
                  </a:cubicBezTo>
                  <a:cubicBezTo>
                    <a:pt x="4087" y="2750"/>
                    <a:pt x="4163" y="2729"/>
                    <a:pt x="4231" y="2688"/>
                  </a:cubicBezTo>
                  <a:cubicBezTo>
                    <a:pt x="4710" y="2371"/>
                    <a:pt x="5249" y="2161"/>
                    <a:pt x="5799" y="2035"/>
                  </a:cubicBezTo>
                  <a:cubicBezTo>
                    <a:pt x="5973" y="1987"/>
                    <a:pt x="6102" y="1847"/>
                    <a:pt x="6124" y="1670"/>
                  </a:cubicBezTo>
                  <a:lnTo>
                    <a:pt x="6194" y="806"/>
                  </a:lnTo>
                  <a:close/>
                  <a:moveTo>
                    <a:pt x="5821" y="1"/>
                  </a:moveTo>
                  <a:cubicBezTo>
                    <a:pt x="5611" y="1"/>
                    <a:pt x="5437" y="163"/>
                    <a:pt x="5412" y="363"/>
                  </a:cubicBezTo>
                  <a:lnTo>
                    <a:pt x="5341" y="1308"/>
                  </a:lnTo>
                  <a:cubicBezTo>
                    <a:pt x="4887" y="1437"/>
                    <a:pt x="4455" y="1614"/>
                    <a:pt x="4057" y="1847"/>
                  </a:cubicBezTo>
                  <a:lnTo>
                    <a:pt x="3333" y="1227"/>
                  </a:lnTo>
                  <a:cubicBezTo>
                    <a:pt x="3255" y="1166"/>
                    <a:pt x="3163" y="1136"/>
                    <a:pt x="3071" y="1136"/>
                  </a:cubicBezTo>
                  <a:cubicBezTo>
                    <a:pt x="2967" y="1136"/>
                    <a:pt x="2863" y="1175"/>
                    <a:pt x="2783" y="1249"/>
                  </a:cubicBezTo>
                  <a:lnTo>
                    <a:pt x="1251" y="2781"/>
                  </a:lnTo>
                  <a:cubicBezTo>
                    <a:pt x="1111" y="2932"/>
                    <a:pt x="1100" y="3168"/>
                    <a:pt x="1229" y="3331"/>
                  </a:cubicBezTo>
                  <a:lnTo>
                    <a:pt x="1846" y="4054"/>
                  </a:lnTo>
                  <a:cubicBezTo>
                    <a:pt x="1613" y="4453"/>
                    <a:pt x="1439" y="4885"/>
                    <a:pt x="1310" y="5342"/>
                  </a:cubicBezTo>
                  <a:lnTo>
                    <a:pt x="362" y="5412"/>
                  </a:lnTo>
                  <a:cubicBezTo>
                    <a:pt x="152" y="5435"/>
                    <a:pt x="0" y="5611"/>
                    <a:pt x="0" y="5822"/>
                  </a:cubicBezTo>
                  <a:lnTo>
                    <a:pt x="0" y="7971"/>
                  </a:lnTo>
                  <a:cubicBezTo>
                    <a:pt x="0" y="8181"/>
                    <a:pt x="152" y="8358"/>
                    <a:pt x="362" y="8380"/>
                  </a:cubicBezTo>
                  <a:lnTo>
                    <a:pt x="1310" y="8462"/>
                  </a:lnTo>
                  <a:cubicBezTo>
                    <a:pt x="1439" y="8908"/>
                    <a:pt x="1613" y="9340"/>
                    <a:pt x="1846" y="9749"/>
                  </a:cubicBezTo>
                  <a:lnTo>
                    <a:pt x="1229" y="10473"/>
                  </a:lnTo>
                  <a:cubicBezTo>
                    <a:pt x="1100" y="10624"/>
                    <a:pt x="1111" y="10871"/>
                    <a:pt x="1251" y="11012"/>
                  </a:cubicBezTo>
                  <a:lnTo>
                    <a:pt x="2783" y="12540"/>
                  </a:lnTo>
                  <a:cubicBezTo>
                    <a:pt x="2863" y="12622"/>
                    <a:pt x="2967" y="12664"/>
                    <a:pt x="3071" y="12664"/>
                  </a:cubicBezTo>
                  <a:cubicBezTo>
                    <a:pt x="3163" y="12664"/>
                    <a:pt x="3255" y="12632"/>
                    <a:pt x="3333" y="12566"/>
                  </a:cubicBezTo>
                  <a:lnTo>
                    <a:pt x="4057" y="11946"/>
                  </a:lnTo>
                  <a:cubicBezTo>
                    <a:pt x="4455" y="12179"/>
                    <a:pt x="4887" y="12355"/>
                    <a:pt x="5341" y="12484"/>
                  </a:cubicBezTo>
                  <a:lnTo>
                    <a:pt x="5412" y="13430"/>
                  </a:lnTo>
                  <a:cubicBezTo>
                    <a:pt x="5437" y="13640"/>
                    <a:pt x="5611" y="13803"/>
                    <a:pt x="5821" y="13803"/>
                  </a:cubicBezTo>
                  <a:lnTo>
                    <a:pt x="7973" y="13803"/>
                  </a:lnTo>
                  <a:cubicBezTo>
                    <a:pt x="8183" y="13803"/>
                    <a:pt x="8357" y="13640"/>
                    <a:pt x="8382" y="13430"/>
                  </a:cubicBezTo>
                  <a:lnTo>
                    <a:pt x="8453" y="12484"/>
                  </a:lnTo>
                  <a:cubicBezTo>
                    <a:pt x="8907" y="12355"/>
                    <a:pt x="9339" y="12179"/>
                    <a:pt x="9749" y="11946"/>
                  </a:cubicBezTo>
                  <a:lnTo>
                    <a:pt x="10472" y="12566"/>
                  </a:lnTo>
                  <a:cubicBezTo>
                    <a:pt x="10545" y="12632"/>
                    <a:pt x="10637" y="12664"/>
                    <a:pt x="10729" y="12664"/>
                  </a:cubicBezTo>
                  <a:cubicBezTo>
                    <a:pt x="10833" y="12664"/>
                    <a:pt x="10937" y="12622"/>
                    <a:pt x="11011" y="12540"/>
                  </a:cubicBezTo>
                  <a:lnTo>
                    <a:pt x="12543" y="11012"/>
                  </a:lnTo>
                  <a:cubicBezTo>
                    <a:pt x="12694" y="10871"/>
                    <a:pt x="12694" y="10624"/>
                    <a:pt x="12565" y="10473"/>
                  </a:cubicBezTo>
                  <a:lnTo>
                    <a:pt x="11945" y="9749"/>
                  </a:lnTo>
                  <a:cubicBezTo>
                    <a:pt x="12181" y="9340"/>
                    <a:pt x="12355" y="8908"/>
                    <a:pt x="12484" y="8462"/>
                  </a:cubicBezTo>
                  <a:lnTo>
                    <a:pt x="13432" y="8380"/>
                  </a:lnTo>
                  <a:cubicBezTo>
                    <a:pt x="13642" y="8358"/>
                    <a:pt x="13805" y="8181"/>
                    <a:pt x="13805" y="7971"/>
                  </a:cubicBezTo>
                  <a:lnTo>
                    <a:pt x="13805" y="5822"/>
                  </a:lnTo>
                  <a:cubicBezTo>
                    <a:pt x="13805" y="5611"/>
                    <a:pt x="13642" y="5435"/>
                    <a:pt x="13432" y="5412"/>
                  </a:cubicBezTo>
                  <a:lnTo>
                    <a:pt x="12484" y="5342"/>
                  </a:lnTo>
                  <a:cubicBezTo>
                    <a:pt x="12355" y="4885"/>
                    <a:pt x="12181" y="4453"/>
                    <a:pt x="11945" y="4054"/>
                  </a:cubicBezTo>
                  <a:lnTo>
                    <a:pt x="12565" y="3331"/>
                  </a:lnTo>
                  <a:cubicBezTo>
                    <a:pt x="12694" y="3168"/>
                    <a:pt x="12694" y="2932"/>
                    <a:pt x="12543" y="2781"/>
                  </a:cubicBezTo>
                  <a:lnTo>
                    <a:pt x="11011" y="1249"/>
                  </a:lnTo>
                  <a:cubicBezTo>
                    <a:pt x="10937" y="1175"/>
                    <a:pt x="10833" y="1136"/>
                    <a:pt x="10729" y="1136"/>
                  </a:cubicBezTo>
                  <a:cubicBezTo>
                    <a:pt x="10637" y="1136"/>
                    <a:pt x="10545" y="1166"/>
                    <a:pt x="10472" y="1227"/>
                  </a:cubicBezTo>
                  <a:lnTo>
                    <a:pt x="9749" y="1847"/>
                  </a:lnTo>
                  <a:cubicBezTo>
                    <a:pt x="9339" y="1614"/>
                    <a:pt x="8907" y="1437"/>
                    <a:pt x="8453" y="1308"/>
                  </a:cubicBezTo>
                  <a:lnTo>
                    <a:pt x="8382" y="363"/>
                  </a:lnTo>
                  <a:cubicBezTo>
                    <a:pt x="8357" y="163"/>
                    <a:pt x="8183" y="1"/>
                    <a:pt x="79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49" name="Google Shape;849;p36"/>
          <p:cNvGrpSpPr/>
          <p:nvPr/>
        </p:nvGrpSpPr>
        <p:grpSpPr>
          <a:xfrm>
            <a:off x="6051525" y="2760800"/>
            <a:ext cx="346000" cy="345250"/>
            <a:chOff x="7773588" y="2117875"/>
            <a:chExt cx="346000" cy="345250"/>
          </a:xfrm>
        </p:grpSpPr>
        <p:sp>
          <p:nvSpPr>
            <p:cNvPr id="850" name="Google Shape;850;p36"/>
            <p:cNvSpPr/>
            <p:nvPr/>
          </p:nvSpPr>
          <p:spPr>
            <a:xfrm>
              <a:off x="7936288" y="2232300"/>
              <a:ext cx="20500" cy="40625"/>
            </a:xfrm>
            <a:custGeom>
              <a:rect l="l" t="t" r="r" b="b"/>
              <a:pathLst>
                <a:path w="820" h="1625" extrusionOk="0">
                  <a:moveTo>
                    <a:pt x="410" y="1"/>
                  </a:moveTo>
                  <a:cubicBezTo>
                    <a:pt x="189" y="1"/>
                    <a:pt x="1" y="186"/>
                    <a:pt x="1" y="410"/>
                  </a:cubicBezTo>
                  <a:lnTo>
                    <a:pt x="1" y="1215"/>
                  </a:lnTo>
                  <a:cubicBezTo>
                    <a:pt x="1" y="1437"/>
                    <a:pt x="189" y="1625"/>
                    <a:pt x="410" y="1625"/>
                  </a:cubicBezTo>
                  <a:cubicBezTo>
                    <a:pt x="632" y="1625"/>
                    <a:pt x="820" y="1437"/>
                    <a:pt x="820" y="1215"/>
                  </a:cubicBezTo>
                  <a:lnTo>
                    <a:pt x="820" y="410"/>
                  </a:lnTo>
                  <a:cubicBezTo>
                    <a:pt x="820" y="186"/>
                    <a:pt x="632" y="1"/>
                    <a:pt x="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1" name="Google Shape;851;p36"/>
            <p:cNvSpPr/>
            <p:nvPr/>
          </p:nvSpPr>
          <p:spPr>
            <a:xfrm>
              <a:off x="7773588" y="2117875"/>
              <a:ext cx="346000" cy="345250"/>
            </a:xfrm>
            <a:custGeom>
              <a:rect l="l" t="t" r="r" b="b"/>
              <a:pathLst>
                <a:path w="13840" h="13810" extrusionOk="0">
                  <a:moveTo>
                    <a:pt x="6918" y="872"/>
                  </a:moveTo>
                  <a:cubicBezTo>
                    <a:pt x="7491" y="1256"/>
                    <a:pt x="7937" y="1817"/>
                    <a:pt x="8181" y="2448"/>
                  </a:cubicBezTo>
                  <a:cubicBezTo>
                    <a:pt x="7785" y="2614"/>
                    <a:pt x="7350" y="2695"/>
                    <a:pt x="6918" y="2695"/>
                  </a:cubicBezTo>
                  <a:cubicBezTo>
                    <a:pt x="6475" y="2695"/>
                    <a:pt x="6054" y="2614"/>
                    <a:pt x="5656" y="2448"/>
                  </a:cubicBezTo>
                  <a:cubicBezTo>
                    <a:pt x="5903" y="1817"/>
                    <a:pt x="6346" y="1256"/>
                    <a:pt x="6918" y="872"/>
                  </a:cubicBezTo>
                  <a:close/>
                  <a:moveTo>
                    <a:pt x="8380" y="3256"/>
                  </a:moveTo>
                  <a:cubicBezTo>
                    <a:pt x="8391" y="3385"/>
                    <a:pt x="8402" y="3526"/>
                    <a:pt x="8402" y="3666"/>
                  </a:cubicBezTo>
                  <a:lnTo>
                    <a:pt x="8402" y="7288"/>
                  </a:lnTo>
                  <a:lnTo>
                    <a:pt x="5434" y="7288"/>
                  </a:lnTo>
                  <a:lnTo>
                    <a:pt x="5434" y="3666"/>
                  </a:lnTo>
                  <a:cubicBezTo>
                    <a:pt x="5434" y="3526"/>
                    <a:pt x="5446" y="3385"/>
                    <a:pt x="5457" y="3256"/>
                  </a:cubicBezTo>
                  <a:cubicBezTo>
                    <a:pt x="5914" y="3419"/>
                    <a:pt x="6416" y="3514"/>
                    <a:pt x="6918" y="3514"/>
                  </a:cubicBezTo>
                  <a:cubicBezTo>
                    <a:pt x="7421" y="3514"/>
                    <a:pt x="7912" y="3419"/>
                    <a:pt x="8380" y="3256"/>
                  </a:cubicBezTo>
                  <a:close/>
                  <a:moveTo>
                    <a:pt x="4629" y="6084"/>
                  </a:moveTo>
                  <a:lnTo>
                    <a:pt x="4629" y="7394"/>
                  </a:lnTo>
                  <a:lnTo>
                    <a:pt x="3821" y="7663"/>
                  </a:lnTo>
                  <a:lnTo>
                    <a:pt x="3821" y="6844"/>
                  </a:lnTo>
                  <a:cubicBezTo>
                    <a:pt x="3821" y="6553"/>
                    <a:pt x="4009" y="6294"/>
                    <a:pt x="4279" y="6202"/>
                  </a:cubicBezTo>
                  <a:lnTo>
                    <a:pt x="4629" y="6084"/>
                  </a:lnTo>
                  <a:close/>
                  <a:moveTo>
                    <a:pt x="9210" y="6084"/>
                  </a:moveTo>
                  <a:lnTo>
                    <a:pt x="9561" y="6202"/>
                  </a:lnTo>
                  <a:cubicBezTo>
                    <a:pt x="9830" y="6294"/>
                    <a:pt x="10015" y="6553"/>
                    <a:pt x="10015" y="6844"/>
                  </a:cubicBezTo>
                  <a:lnTo>
                    <a:pt x="10015" y="7663"/>
                  </a:lnTo>
                  <a:lnTo>
                    <a:pt x="9210" y="7394"/>
                  </a:lnTo>
                  <a:lnTo>
                    <a:pt x="9210" y="6084"/>
                  </a:lnTo>
                  <a:close/>
                  <a:moveTo>
                    <a:pt x="7867" y="8095"/>
                  </a:moveTo>
                  <a:lnTo>
                    <a:pt x="7867" y="8901"/>
                  </a:lnTo>
                  <a:lnTo>
                    <a:pt x="5973" y="8901"/>
                  </a:lnTo>
                  <a:lnTo>
                    <a:pt x="5973" y="8095"/>
                  </a:lnTo>
                  <a:close/>
                  <a:moveTo>
                    <a:pt x="7328" y="9720"/>
                  </a:moveTo>
                  <a:lnTo>
                    <a:pt x="7328" y="11790"/>
                  </a:lnTo>
                  <a:cubicBezTo>
                    <a:pt x="7328" y="11986"/>
                    <a:pt x="7457" y="12152"/>
                    <a:pt x="7656" y="12186"/>
                  </a:cubicBezTo>
                  <a:cubicBezTo>
                    <a:pt x="7681" y="12190"/>
                    <a:pt x="7705" y="12193"/>
                    <a:pt x="7729" y="12193"/>
                  </a:cubicBezTo>
                  <a:cubicBezTo>
                    <a:pt x="7889" y="12193"/>
                    <a:pt x="8039" y="12092"/>
                    <a:pt x="8099" y="11942"/>
                  </a:cubicBezTo>
                  <a:cubicBezTo>
                    <a:pt x="8262" y="11532"/>
                    <a:pt x="8661" y="11263"/>
                    <a:pt x="9104" y="11263"/>
                  </a:cubicBezTo>
                  <a:cubicBezTo>
                    <a:pt x="9410" y="11263"/>
                    <a:pt x="9701" y="11403"/>
                    <a:pt x="9912" y="11636"/>
                  </a:cubicBezTo>
                  <a:cubicBezTo>
                    <a:pt x="9984" y="11728"/>
                    <a:pt x="10092" y="11777"/>
                    <a:pt x="10209" y="11777"/>
                  </a:cubicBezTo>
                  <a:cubicBezTo>
                    <a:pt x="10242" y="11777"/>
                    <a:pt x="10276" y="11773"/>
                    <a:pt x="10310" y="11765"/>
                  </a:cubicBezTo>
                  <a:cubicBezTo>
                    <a:pt x="10450" y="11731"/>
                    <a:pt x="10565" y="11625"/>
                    <a:pt x="10602" y="11473"/>
                  </a:cubicBezTo>
                  <a:cubicBezTo>
                    <a:pt x="10753" y="10948"/>
                    <a:pt x="11233" y="10573"/>
                    <a:pt x="11769" y="10573"/>
                  </a:cubicBezTo>
                  <a:cubicBezTo>
                    <a:pt x="12459" y="10573"/>
                    <a:pt x="13020" y="11159"/>
                    <a:pt x="12986" y="11860"/>
                  </a:cubicBezTo>
                  <a:cubicBezTo>
                    <a:pt x="12950" y="12491"/>
                    <a:pt x="12378" y="13005"/>
                    <a:pt x="11746" y="13005"/>
                  </a:cubicBezTo>
                  <a:lnTo>
                    <a:pt x="2079" y="13005"/>
                  </a:lnTo>
                  <a:cubicBezTo>
                    <a:pt x="1448" y="13005"/>
                    <a:pt x="887" y="12491"/>
                    <a:pt x="853" y="11860"/>
                  </a:cubicBezTo>
                  <a:cubicBezTo>
                    <a:pt x="817" y="11159"/>
                    <a:pt x="1378" y="10573"/>
                    <a:pt x="2068" y="10573"/>
                  </a:cubicBezTo>
                  <a:cubicBezTo>
                    <a:pt x="2607" y="10573"/>
                    <a:pt x="3086" y="10948"/>
                    <a:pt x="3227" y="11473"/>
                  </a:cubicBezTo>
                  <a:cubicBezTo>
                    <a:pt x="3272" y="11625"/>
                    <a:pt x="3389" y="11731"/>
                    <a:pt x="3530" y="11765"/>
                  </a:cubicBezTo>
                  <a:cubicBezTo>
                    <a:pt x="3563" y="11773"/>
                    <a:pt x="3596" y="11777"/>
                    <a:pt x="3629" y="11777"/>
                  </a:cubicBezTo>
                  <a:cubicBezTo>
                    <a:pt x="3745" y="11777"/>
                    <a:pt x="3854" y="11728"/>
                    <a:pt x="3928" y="11636"/>
                  </a:cubicBezTo>
                  <a:cubicBezTo>
                    <a:pt x="4138" y="11403"/>
                    <a:pt x="4430" y="11263"/>
                    <a:pt x="4733" y="11263"/>
                  </a:cubicBezTo>
                  <a:cubicBezTo>
                    <a:pt x="5176" y="11263"/>
                    <a:pt x="5575" y="11532"/>
                    <a:pt x="5737" y="11942"/>
                  </a:cubicBezTo>
                  <a:cubicBezTo>
                    <a:pt x="5798" y="12092"/>
                    <a:pt x="5948" y="12193"/>
                    <a:pt x="6109" y="12193"/>
                  </a:cubicBezTo>
                  <a:cubicBezTo>
                    <a:pt x="6134" y="12193"/>
                    <a:pt x="6159" y="12190"/>
                    <a:pt x="6183" y="12186"/>
                  </a:cubicBezTo>
                  <a:cubicBezTo>
                    <a:pt x="6383" y="12152"/>
                    <a:pt x="6509" y="11986"/>
                    <a:pt x="6509" y="11790"/>
                  </a:cubicBezTo>
                  <a:lnTo>
                    <a:pt x="6509" y="9720"/>
                  </a:lnTo>
                  <a:close/>
                  <a:moveTo>
                    <a:pt x="6914" y="0"/>
                  </a:moveTo>
                  <a:cubicBezTo>
                    <a:pt x="6845" y="0"/>
                    <a:pt x="6778" y="18"/>
                    <a:pt x="6719" y="53"/>
                  </a:cubicBezTo>
                  <a:cubicBezTo>
                    <a:pt x="5423" y="790"/>
                    <a:pt x="4629" y="2168"/>
                    <a:pt x="4629" y="3655"/>
                  </a:cubicBezTo>
                  <a:lnTo>
                    <a:pt x="4629" y="5231"/>
                  </a:lnTo>
                  <a:lnTo>
                    <a:pt x="4021" y="5430"/>
                  </a:lnTo>
                  <a:cubicBezTo>
                    <a:pt x="3412" y="5641"/>
                    <a:pt x="3002" y="6202"/>
                    <a:pt x="3002" y="6844"/>
                  </a:cubicBezTo>
                  <a:lnTo>
                    <a:pt x="3002" y="8236"/>
                  </a:lnTo>
                  <a:cubicBezTo>
                    <a:pt x="3002" y="8462"/>
                    <a:pt x="3201" y="8640"/>
                    <a:pt x="3418" y="8640"/>
                  </a:cubicBezTo>
                  <a:cubicBezTo>
                    <a:pt x="3459" y="8640"/>
                    <a:pt x="3500" y="8633"/>
                    <a:pt x="3541" y="8620"/>
                  </a:cubicBezTo>
                  <a:lnTo>
                    <a:pt x="5095" y="8095"/>
                  </a:lnTo>
                  <a:lnTo>
                    <a:pt x="5165" y="8095"/>
                  </a:lnTo>
                  <a:lnTo>
                    <a:pt x="5165" y="9310"/>
                  </a:lnTo>
                  <a:cubicBezTo>
                    <a:pt x="5165" y="9532"/>
                    <a:pt x="5342" y="9720"/>
                    <a:pt x="5575" y="9720"/>
                  </a:cubicBezTo>
                  <a:lnTo>
                    <a:pt x="5704" y="9720"/>
                  </a:lnTo>
                  <a:lnTo>
                    <a:pt x="5704" y="10713"/>
                  </a:lnTo>
                  <a:cubicBezTo>
                    <a:pt x="5423" y="10550"/>
                    <a:pt x="5084" y="10458"/>
                    <a:pt x="4733" y="10458"/>
                  </a:cubicBezTo>
                  <a:cubicBezTo>
                    <a:pt x="4394" y="10458"/>
                    <a:pt x="4068" y="10550"/>
                    <a:pt x="3774" y="10724"/>
                  </a:cubicBezTo>
                  <a:cubicBezTo>
                    <a:pt x="3412" y="10141"/>
                    <a:pt x="2769" y="9767"/>
                    <a:pt x="2068" y="9767"/>
                  </a:cubicBezTo>
                  <a:cubicBezTo>
                    <a:pt x="923" y="9767"/>
                    <a:pt x="0" y="10713"/>
                    <a:pt x="45" y="11871"/>
                  </a:cubicBezTo>
                  <a:cubicBezTo>
                    <a:pt x="82" y="12957"/>
                    <a:pt x="994" y="13810"/>
                    <a:pt x="2090" y="13810"/>
                  </a:cubicBezTo>
                  <a:lnTo>
                    <a:pt x="11746" y="13810"/>
                  </a:lnTo>
                  <a:cubicBezTo>
                    <a:pt x="12835" y="13810"/>
                    <a:pt x="13758" y="12957"/>
                    <a:pt x="13791" y="11871"/>
                  </a:cubicBezTo>
                  <a:cubicBezTo>
                    <a:pt x="13839" y="10713"/>
                    <a:pt x="12916" y="9767"/>
                    <a:pt x="11769" y="9767"/>
                  </a:cubicBezTo>
                  <a:cubicBezTo>
                    <a:pt x="11067" y="9767"/>
                    <a:pt x="10425" y="10141"/>
                    <a:pt x="10063" y="10724"/>
                  </a:cubicBezTo>
                  <a:cubicBezTo>
                    <a:pt x="9771" y="10550"/>
                    <a:pt x="9443" y="10458"/>
                    <a:pt x="9104" y="10458"/>
                  </a:cubicBezTo>
                  <a:cubicBezTo>
                    <a:pt x="8753" y="10458"/>
                    <a:pt x="8416" y="10550"/>
                    <a:pt x="8136" y="10713"/>
                  </a:cubicBezTo>
                  <a:lnTo>
                    <a:pt x="8136" y="9720"/>
                  </a:lnTo>
                  <a:lnTo>
                    <a:pt x="8262" y="9720"/>
                  </a:lnTo>
                  <a:cubicBezTo>
                    <a:pt x="8487" y="9720"/>
                    <a:pt x="8672" y="9532"/>
                    <a:pt x="8672" y="9310"/>
                  </a:cubicBezTo>
                  <a:lnTo>
                    <a:pt x="8672" y="8095"/>
                  </a:lnTo>
                  <a:lnTo>
                    <a:pt x="8742" y="8095"/>
                  </a:lnTo>
                  <a:lnTo>
                    <a:pt x="10296" y="8620"/>
                  </a:lnTo>
                  <a:cubicBezTo>
                    <a:pt x="10337" y="8633"/>
                    <a:pt x="10378" y="8640"/>
                    <a:pt x="10418" y="8640"/>
                  </a:cubicBezTo>
                  <a:cubicBezTo>
                    <a:pt x="10632" y="8640"/>
                    <a:pt x="10823" y="8462"/>
                    <a:pt x="10823" y="8236"/>
                  </a:cubicBezTo>
                  <a:lnTo>
                    <a:pt x="10823" y="6855"/>
                  </a:lnTo>
                  <a:cubicBezTo>
                    <a:pt x="10823" y="6213"/>
                    <a:pt x="10414" y="5652"/>
                    <a:pt x="9819" y="5442"/>
                  </a:cubicBezTo>
                  <a:lnTo>
                    <a:pt x="9210" y="5242"/>
                  </a:lnTo>
                  <a:lnTo>
                    <a:pt x="9210" y="3655"/>
                  </a:lnTo>
                  <a:cubicBezTo>
                    <a:pt x="9210" y="2168"/>
                    <a:pt x="8402" y="790"/>
                    <a:pt x="7118" y="53"/>
                  </a:cubicBezTo>
                  <a:cubicBezTo>
                    <a:pt x="7053" y="18"/>
                    <a:pt x="6983" y="0"/>
                    <a:pt x="69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52" name="Google Shape;852;p36"/>
          <p:cNvSpPr/>
          <p:nvPr/>
        </p:nvSpPr>
        <p:spPr>
          <a:xfrm>
            <a:off x="1255725" y="2760888"/>
            <a:ext cx="345150" cy="345075"/>
          </a:xfrm>
          <a:custGeom>
            <a:rect l="l" t="t" r="r" b="b"/>
            <a:pathLst>
              <a:path w="13805" h="13803" extrusionOk="0">
                <a:moveTo>
                  <a:pt x="4548" y="806"/>
                </a:moveTo>
                <a:cubicBezTo>
                  <a:pt x="4769" y="806"/>
                  <a:pt x="4946" y="983"/>
                  <a:pt x="4946" y="1204"/>
                </a:cubicBezTo>
                <a:cubicBezTo>
                  <a:pt x="4946" y="1437"/>
                  <a:pt x="4769" y="1614"/>
                  <a:pt x="4548" y="1614"/>
                </a:cubicBezTo>
                <a:cubicBezTo>
                  <a:pt x="4326" y="1614"/>
                  <a:pt x="4138" y="1437"/>
                  <a:pt x="4138" y="1204"/>
                </a:cubicBezTo>
                <a:cubicBezTo>
                  <a:pt x="4138" y="983"/>
                  <a:pt x="4326" y="806"/>
                  <a:pt x="4548" y="806"/>
                </a:cubicBezTo>
                <a:close/>
                <a:moveTo>
                  <a:pt x="9258" y="806"/>
                </a:moveTo>
                <a:cubicBezTo>
                  <a:pt x="9479" y="806"/>
                  <a:pt x="9667" y="983"/>
                  <a:pt x="9667" y="1204"/>
                </a:cubicBezTo>
                <a:cubicBezTo>
                  <a:pt x="9667" y="1437"/>
                  <a:pt x="9479" y="1614"/>
                  <a:pt x="9258" y="1614"/>
                </a:cubicBezTo>
                <a:cubicBezTo>
                  <a:pt x="9036" y="1614"/>
                  <a:pt x="8848" y="1437"/>
                  <a:pt x="8848" y="1204"/>
                </a:cubicBezTo>
                <a:cubicBezTo>
                  <a:pt x="8848" y="983"/>
                  <a:pt x="9036" y="806"/>
                  <a:pt x="9258" y="806"/>
                </a:cubicBezTo>
                <a:close/>
                <a:moveTo>
                  <a:pt x="1215" y="4139"/>
                </a:moveTo>
                <a:cubicBezTo>
                  <a:pt x="1439" y="4139"/>
                  <a:pt x="1613" y="4324"/>
                  <a:pt x="1613" y="4545"/>
                </a:cubicBezTo>
                <a:cubicBezTo>
                  <a:pt x="1613" y="4770"/>
                  <a:pt x="1439" y="4944"/>
                  <a:pt x="1215" y="4944"/>
                </a:cubicBezTo>
                <a:cubicBezTo>
                  <a:pt x="993" y="4944"/>
                  <a:pt x="808" y="4770"/>
                  <a:pt x="808" y="4545"/>
                </a:cubicBezTo>
                <a:cubicBezTo>
                  <a:pt x="808" y="4324"/>
                  <a:pt x="993" y="4139"/>
                  <a:pt x="1215" y="4139"/>
                </a:cubicBezTo>
                <a:close/>
                <a:moveTo>
                  <a:pt x="12590" y="4139"/>
                </a:moveTo>
                <a:cubicBezTo>
                  <a:pt x="12812" y="4139"/>
                  <a:pt x="12997" y="4324"/>
                  <a:pt x="12997" y="4545"/>
                </a:cubicBezTo>
                <a:cubicBezTo>
                  <a:pt x="12997" y="4770"/>
                  <a:pt x="12812" y="4944"/>
                  <a:pt x="12590" y="4944"/>
                </a:cubicBezTo>
                <a:cubicBezTo>
                  <a:pt x="12366" y="4944"/>
                  <a:pt x="12181" y="4770"/>
                  <a:pt x="12181" y="4545"/>
                </a:cubicBezTo>
                <a:cubicBezTo>
                  <a:pt x="12181" y="4324"/>
                  <a:pt x="12366" y="4139"/>
                  <a:pt x="12590" y="4139"/>
                </a:cubicBezTo>
                <a:close/>
                <a:moveTo>
                  <a:pt x="5832" y="4290"/>
                </a:moveTo>
                <a:lnTo>
                  <a:pt x="5832" y="4290"/>
                </a:lnTo>
                <a:cubicBezTo>
                  <a:pt x="5703" y="4615"/>
                  <a:pt x="5600" y="5014"/>
                  <a:pt x="5530" y="5423"/>
                </a:cubicBezTo>
                <a:lnTo>
                  <a:pt x="4489" y="5423"/>
                </a:lnTo>
                <a:cubicBezTo>
                  <a:pt x="4806" y="4921"/>
                  <a:pt x="5271" y="4523"/>
                  <a:pt x="5832" y="4290"/>
                </a:cubicBezTo>
                <a:close/>
                <a:moveTo>
                  <a:pt x="6896" y="4080"/>
                </a:moveTo>
                <a:cubicBezTo>
                  <a:pt x="6955" y="4113"/>
                  <a:pt x="7143" y="4290"/>
                  <a:pt x="7316" y="4851"/>
                </a:cubicBezTo>
                <a:cubicBezTo>
                  <a:pt x="7364" y="5025"/>
                  <a:pt x="7412" y="5224"/>
                  <a:pt x="7446" y="5423"/>
                </a:cubicBezTo>
                <a:lnTo>
                  <a:pt x="6360" y="5423"/>
                </a:lnTo>
                <a:cubicBezTo>
                  <a:pt x="6394" y="5224"/>
                  <a:pt x="6441" y="5025"/>
                  <a:pt x="6489" y="4851"/>
                </a:cubicBezTo>
                <a:cubicBezTo>
                  <a:pt x="6663" y="4290"/>
                  <a:pt x="6851" y="4113"/>
                  <a:pt x="6896" y="4080"/>
                </a:cubicBezTo>
                <a:close/>
                <a:moveTo>
                  <a:pt x="7973" y="4290"/>
                </a:moveTo>
                <a:lnTo>
                  <a:pt x="7973" y="4290"/>
                </a:lnTo>
                <a:cubicBezTo>
                  <a:pt x="8534" y="4523"/>
                  <a:pt x="9000" y="4921"/>
                  <a:pt x="9317" y="5423"/>
                </a:cubicBezTo>
                <a:lnTo>
                  <a:pt x="8265" y="5423"/>
                </a:lnTo>
                <a:cubicBezTo>
                  <a:pt x="8206" y="5014"/>
                  <a:pt x="8102" y="4615"/>
                  <a:pt x="7973" y="4290"/>
                </a:cubicBezTo>
                <a:close/>
                <a:moveTo>
                  <a:pt x="5437" y="6243"/>
                </a:moveTo>
                <a:cubicBezTo>
                  <a:pt x="5423" y="6464"/>
                  <a:pt x="5423" y="6686"/>
                  <a:pt x="5423" y="6907"/>
                </a:cubicBezTo>
                <a:cubicBezTo>
                  <a:pt x="5423" y="7129"/>
                  <a:pt x="5423" y="7365"/>
                  <a:pt x="5437" y="7586"/>
                </a:cubicBezTo>
                <a:lnTo>
                  <a:pt x="4149" y="7586"/>
                </a:lnTo>
                <a:cubicBezTo>
                  <a:pt x="4104" y="7376"/>
                  <a:pt x="4068" y="7140"/>
                  <a:pt x="4068" y="6907"/>
                </a:cubicBezTo>
                <a:cubicBezTo>
                  <a:pt x="4068" y="6675"/>
                  <a:pt x="4104" y="6453"/>
                  <a:pt x="4149" y="6243"/>
                </a:cubicBezTo>
                <a:close/>
                <a:moveTo>
                  <a:pt x="7552" y="6243"/>
                </a:moveTo>
                <a:cubicBezTo>
                  <a:pt x="7563" y="6453"/>
                  <a:pt x="7575" y="6686"/>
                  <a:pt x="7575" y="6907"/>
                </a:cubicBezTo>
                <a:cubicBezTo>
                  <a:pt x="7575" y="7140"/>
                  <a:pt x="7563" y="7365"/>
                  <a:pt x="7552" y="7586"/>
                </a:cubicBezTo>
                <a:lnTo>
                  <a:pt x="6253" y="7586"/>
                </a:lnTo>
                <a:cubicBezTo>
                  <a:pt x="6231" y="7365"/>
                  <a:pt x="6231" y="7140"/>
                  <a:pt x="6231" y="6907"/>
                </a:cubicBezTo>
                <a:cubicBezTo>
                  <a:pt x="6231" y="6686"/>
                  <a:pt x="6231" y="6453"/>
                  <a:pt x="6253" y="6243"/>
                </a:cubicBezTo>
                <a:close/>
                <a:moveTo>
                  <a:pt x="9656" y="6243"/>
                </a:moveTo>
                <a:cubicBezTo>
                  <a:pt x="9701" y="6453"/>
                  <a:pt x="9737" y="6675"/>
                  <a:pt x="9737" y="6907"/>
                </a:cubicBezTo>
                <a:cubicBezTo>
                  <a:pt x="9737" y="7140"/>
                  <a:pt x="9701" y="7376"/>
                  <a:pt x="9656" y="7586"/>
                </a:cubicBezTo>
                <a:lnTo>
                  <a:pt x="8357" y="7586"/>
                </a:lnTo>
                <a:cubicBezTo>
                  <a:pt x="8383" y="7365"/>
                  <a:pt x="8383" y="7129"/>
                  <a:pt x="8383" y="6907"/>
                </a:cubicBezTo>
                <a:cubicBezTo>
                  <a:pt x="8383" y="6686"/>
                  <a:pt x="8383" y="6464"/>
                  <a:pt x="8357" y="6243"/>
                </a:cubicBezTo>
                <a:close/>
                <a:moveTo>
                  <a:pt x="5530" y="8391"/>
                </a:moveTo>
                <a:cubicBezTo>
                  <a:pt x="5600" y="8812"/>
                  <a:pt x="5703" y="9199"/>
                  <a:pt x="5832" y="9539"/>
                </a:cubicBezTo>
                <a:cubicBezTo>
                  <a:pt x="5271" y="9303"/>
                  <a:pt x="4806" y="8908"/>
                  <a:pt x="4489" y="8391"/>
                </a:cubicBezTo>
                <a:close/>
                <a:moveTo>
                  <a:pt x="9317" y="8391"/>
                </a:moveTo>
                <a:cubicBezTo>
                  <a:pt x="9000" y="8908"/>
                  <a:pt x="8534" y="9303"/>
                  <a:pt x="7973" y="9539"/>
                </a:cubicBezTo>
                <a:cubicBezTo>
                  <a:pt x="8102" y="9199"/>
                  <a:pt x="8206" y="8812"/>
                  <a:pt x="8265" y="8391"/>
                </a:cubicBezTo>
                <a:close/>
                <a:moveTo>
                  <a:pt x="1215" y="8849"/>
                </a:moveTo>
                <a:cubicBezTo>
                  <a:pt x="1439" y="8849"/>
                  <a:pt x="1613" y="9034"/>
                  <a:pt x="1613" y="9258"/>
                </a:cubicBezTo>
                <a:cubicBezTo>
                  <a:pt x="1613" y="9480"/>
                  <a:pt x="1439" y="9654"/>
                  <a:pt x="1215" y="9654"/>
                </a:cubicBezTo>
                <a:cubicBezTo>
                  <a:pt x="993" y="9654"/>
                  <a:pt x="808" y="9480"/>
                  <a:pt x="808" y="9258"/>
                </a:cubicBezTo>
                <a:cubicBezTo>
                  <a:pt x="808" y="9034"/>
                  <a:pt x="993" y="8849"/>
                  <a:pt x="1215" y="8849"/>
                </a:cubicBezTo>
                <a:close/>
                <a:moveTo>
                  <a:pt x="12590" y="8849"/>
                </a:moveTo>
                <a:cubicBezTo>
                  <a:pt x="12812" y="8849"/>
                  <a:pt x="12997" y="9034"/>
                  <a:pt x="12997" y="9258"/>
                </a:cubicBezTo>
                <a:cubicBezTo>
                  <a:pt x="12997" y="9480"/>
                  <a:pt x="12812" y="9654"/>
                  <a:pt x="12590" y="9654"/>
                </a:cubicBezTo>
                <a:cubicBezTo>
                  <a:pt x="12366" y="9654"/>
                  <a:pt x="12181" y="9480"/>
                  <a:pt x="12181" y="9258"/>
                </a:cubicBezTo>
                <a:cubicBezTo>
                  <a:pt x="12181" y="9034"/>
                  <a:pt x="12366" y="8849"/>
                  <a:pt x="12590" y="8849"/>
                </a:cubicBezTo>
                <a:close/>
                <a:moveTo>
                  <a:pt x="7446" y="8391"/>
                </a:moveTo>
                <a:cubicBezTo>
                  <a:pt x="7412" y="8602"/>
                  <a:pt x="7364" y="8790"/>
                  <a:pt x="7316" y="8978"/>
                </a:cubicBezTo>
                <a:cubicBezTo>
                  <a:pt x="7143" y="9539"/>
                  <a:pt x="6955" y="9713"/>
                  <a:pt x="6896" y="9735"/>
                </a:cubicBezTo>
                <a:cubicBezTo>
                  <a:pt x="6851" y="9713"/>
                  <a:pt x="6663" y="9539"/>
                  <a:pt x="6489" y="8978"/>
                </a:cubicBezTo>
                <a:cubicBezTo>
                  <a:pt x="6441" y="8790"/>
                  <a:pt x="6394" y="8602"/>
                  <a:pt x="6360" y="8391"/>
                </a:cubicBezTo>
                <a:close/>
                <a:moveTo>
                  <a:pt x="4548" y="12179"/>
                </a:moveTo>
                <a:cubicBezTo>
                  <a:pt x="4769" y="12179"/>
                  <a:pt x="4946" y="12367"/>
                  <a:pt x="4946" y="12588"/>
                </a:cubicBezTo>
                <a:cubicBezTo>
                  <a:pt x="4946" y="12810"/>
                  <a:pt x="4769" y="12987"/>
                  <a:pt x="4548" y="12987"/>
                </a:cubicBezTo>
                <a:cubicBezTo>
                  <a:pt x="4326" y="12987"/>
                  <a:pt x="4138" y="12810"/>
                  <a:pt x="4138" y="12588"/>
                </a:cubicBezTo>
                <a:cubicBezTo>
                  <a:pt x="4138" y="12367"/>
                  <a:pt x="4326" y="12179"/>
                  <a:pt x="4548" y="12179"/>
                </a:cubicBezTo>
                <a:close/>
                <a:moveTo>
                  <a:pt x="9258" y="12179"/>
                </a:moveTo>
                <a:cubicBezTo>
                  <a:pt x="9479" y="12179"/>
                  <a:pt x="9667" y="12367"/>
                  <a:pt x="9667" y="12588"/>
                </a:cubicBezTo>
                <a:cubicBezTo>
                  <a:pt x="9667" y="12810"/>
                  <a:pt x="9479" y="12987"/>
                  <a:pt x="9258" y="12987"/>
                </a:cubicBezTo>
                <a:cubicBezTo>
                  <a:pt x="9036" y="12987"/>
                  <a:pt x="8848" y="12810"/>
                  <a:pt x="8848" y="12588"/>
                </a:cubicBezTo>
                <a:cubicBezTo>
                  <a:pt x="8848" y="12367"/>
                  <a:pt x="9036" y="12179"/>
                  <a:pt x="9258" y="12179"/>
                </a:cubicBezTo>
                <a:close/>
                <a:moveTo>
                  <a:pt x="4548" y="1"/>
                </a:moveTo>
                <a:cubicBezTo>
                  <a:pt x="3880" y="1"/>
                  <a:pt x="3333" y="537"/>
                  <a:pt x="3333" y="1204"/>
                </a:cubicBezTo>
                <a:cubicBezTo>
                  <a:pt x="3333" y="1880"/>
                  <a:pt x="3880" y="2419"/>
                  <a:pt x="4548" y="2419"/>
                </a:cubicBezTo>
                <a:lnTo>
                  <a:pt x="4607" y="2419"/>
                </a:lnTo>
                <a:lnTo>
                  <a:pt x="5142" y="3718"/>
                </a:lnTo>
                <a:cubicBezTo>
                  <a:pt x="4548" y="4043"/>
                  <a:pt x="4045" y="4534"/>
                  <a:pt x="3717" y="5143"/>
                </a:cubicBezTo>
                <a:lnTo>
                  <a:pt x="2421" y="4604"/>
                </a:lnTo>
                <a:cubicBezTo>
                  <a:pt x="2421" y="4582"/>
                  <a:pt x="2432" y="4559"/>
                  <a:pt x="2432" y="4545"/>
                </a:cubicBezTo>
                <a:cubicBezTo>
                  <a:pt x="2432" y="3869"/>
                  <a:pt x="1883" y="3331"/>
                  <a:pt x="1215" y="3331"/>
                </a:cubicBezTo>
                <a:cubicBezTo>
                  <a:pt x="539" y="3331"/>
                  <a:pt x="0" y="3869"/>
                  <a:pt x="0" y="4545"/>
                </a:cubicBezTo>
                <a:cubicBezTo>
                  <a:pt x="0" y="5213"/>
                  <a:pt x="539" y="5752"/>
                  <a:pt x="1215" y="5752"/>
                </a:cubicBezTo>
                <a:cubicBezTo>
                  <a:pt x="1566" y="5752"/>
                  <a:pt x="1894" y="5597"/>
                  <a:pt x="2115" y="5353"/>
                </a:cubicBezTo>
                <a:lnTo>
                  <a:pt x="3403" y="5892"/>
                </a:lnTo>
                <a:cubicBezTo>
                  <a:pt x="3308" y="6206"/>
                  <a:pt x="3263" y="6546"/>
                  <a:pt x="3263" y="6896"/>
                </a:cubicBezTo>
                <a:cubicBezTo>
                  <a:pt x="3263" y="7247"/>
                  <a:pt x="3308" y="7586"/>
                  <a:pt x="3403" y="7912"/>
                </a:cubicBezTo>
                <a:lnTo>
                  <a:pt x="2115" y="8439"/>
                </a:lnTo>
                <a:cubicBezTo>
                  <a:pt x="1894" y="8192"/>
                  <a:pt x="1566" y="8041"/>
                  <a:pt x="1215" y="8041"/>
                </a:cubicBezTo>
                <a:cubicBezTo>
                  <a:pt x="539" y="8041"/>
                  <a:pt x="0" y="8591"/>
                  <a:pt x="0" y="9258"/>
                </a:cubicBezTo>
                <a:cubicBezTo>
                  <a:pt x="0" y="9923"/>
                  <a:pt x="539" y="10473"/>
                  <a:pt x="1215" y="10473"/>
                </a:cubicBezTo>
                <a:cubicBezTo>
                  <a:pt x="1883" y="10473"/>
                  <a:pt x="2432" y="9923"/>
                  <a:pt x="2432" y="9258"/>
                </a:cubicBezTo>
                <a:cubicBezTo>
                  <a:pt x="2432" y="9233"/>
                  <a:pt x="2421" y="9211"/>
                  <a:pt x="2421" y="9188"/>
                </a:cubicBezTo>
                <a:lnTo>
                  <a:pt x="3717" y="8661"/>
                </a:lnTo>
                <a:cubicBezTo>
                  <a:pt x="4045" y="9258"/>
                  <a:pt x="4548" y="9749"/>
                  <a:pt x="5142" y="10086"/>
                </a:cubicBezTo>
                <a:lnTo>
                  <a:pt x="4607" y="11373"/>
                </a:lnTo>
                <a:lnTo>
                  <a:pt x="4548" y="11373"/>
                </a:lnTo>
                <a:cubicBezTo>
                  <a:pt x="3880" y="11373"/>
                  <a:pt x="3333" y="11923"/>
                  <a:pt x="3333" y="12588"/>
                </a:cubicBezTo>
                <a:cubicBezTo>
                  <a:pt x="3333" y="13256"/>
                  <a:pt x="3880" y="13803"/>
                  <a:pt x="4548" y="13803"/>
                </a:cubicBezTo>
                <a:cubicBezTo>
                  <a:pt x="5213" y="13803"/>
                  <a:pt x="5762" y="13256"/>
                  <a:pt x="5762" y="12588"/>
                </a:cubicBezTo>
                <a:cubicBezTo>
                  <a:pt x="5762" y="12226"/>
                  <a:pt x="5600" y="11909"/>
                  <a:pt x="5353" y="11688"/>
                </a:cubicBezTo>
                <a:lnTo>
                  <a:pt x="5891" y="10392"/>
                </a:lnTo>
                <a:cubicBezTo>
                  <a:pt x="6208" y="10484"/>
                  <a:pt x="6545" y="10543"/>
                  <a:pt x="6896" y="10543"/>
                </a:cubicBezTo>
                <a:cubicBezTo>
                  <a:pt x="7246" y="10543"/>
                  <a:pt x="7586" y="10484"/>
                  <a:pt x="7914" y="10392"/>
                </a:cubicBezTo>
                <a:lnTo>
                  <a:pt x="8453" y="11688"/>
                </a:lnTo>
                <a:cubicBezTo>
                  <a:pt x="8195" y="11909"/>
                  <a:pt x="8043" y="12226"/>
                  <a:pt x="8043" y="12588"/>
                </a:cubicBezTo>
                <a:cubicBezTo>
                  <a:pt x="8043" y="13256"/>
                  <a:pt x="8593" y="13803"/>
                  <a:pt x="9258" y="13803"/>
                </a:cubicBezTo>
                <a:cubicBezTo>
                  <a:pt x="9925" y="13803"/>
                  <a:pt x="10472" y="13256"/>
                  <a:pt x="10472" y="12588"/>
                </a:cubicBezTo>
                <a:cubicBezTo>
                  <a:pt x="10472" y="11923"/>
                  <a:pt x="9925" y="11373"/>
                  <a:pt x="9258" y="11373"/>
                </a:cubicBezTo>
                <a:lnTo>
                  <a:pt x="9199" y="11373"/>
                </a:lnTo>
                <a:lnTo>
                  <a:pt x="8663" y="10086"/>
                </a:lnTo>
                <a:cubicBezTo>
                  <a:pt x="9258" y="9749"/>
                  <a:pt x="9760" y="9258"/>
                  <a:pt x="10088" y="8661"/>
                </a:cubicBezTo>
                <a:lnTo>
                  <a:pt x="11373" y="9188"/>
                </a:lnTo>
                <a:lnTo>
                  <a:pt x="11373" y="9258"/>
                </a:lnTo>
                <a:cubicBezTo>
                  <a:pt x="11373" y="9923"/>
                  <a:pt x="11923" y="10473"/>
                  <a:pt x="12590" y="10473"/>
                </a:cubicBezTo>
                <a:cubicBezTo>
                  <a:pt x="13255" y="10473"/>
                  <a:pt x="13805" y="9923"/>
                  <a:pt x="13805" y="9258"/>
                </a:cubicBezTo>
                <a:cubicBezTo>
                  <a:pt x="13805" y="8591"/>
                  <a:pt x="13255" y="8041"/>
                  <a:pt x="12590" y="8041"/>
                </a:cubicBezTo>
                <a:cubicBezTo>
                  <a:pt x="12240" y="8041"/>
                  <a:pt x="11912" y="8192"/>
                  <a:pt x="11690" y="8439"/>
                </a:cubicBezTo>
                <a:lnTo>
                  <a:pt x="10402" y="7912"/>
                </a:lnTo>
                <a:cubicBezTo>
                  <a:pt x="10498" y="7586"/>
                  <a:pt x="10543" y="7247"/>
                  <a:pt x="10543" y="6896"/>
                </a:cubicBezTo>
                <a:cubicBezTo>
                  <a:pt x="10543" y="6546"/>
                  <a:pt x="10498" y="6206"/>
                  <a:pt x="10402" y="5892"/>
                </a:cubicBezTo>
                <a:lnTo>
                  <a:pt x="11690" y="5353"/>
                </a:lnTo>
                <a:cubicBezTo>
                  <a:pt x="11912" y="5597"/>
                  <a:pt x="12240" y="5752"/>
                  <a:pt x="12590" y="5752"/>
                </a:cubicBezTo>
                <a:cubicBezTo>
                  <a:pt x="13255" y="5752"/>
                  <a:pt x="13805" y="5213"/>
                  <a:pt x="13805" y="4545"/>
                </a:cubicBezTo>
                <a:cubicBezTo>
                  <a:pt x="13805" y="3869"/>
                  <a:pt x="13255" y="3331"/>
                  <a:pt x="12590" y="3331"/>
                </a:cubicBezTo>
                <a:cubicBezTo>
                  <a:pt x="11923" y="3331"/>
                  <a:pt x="11373" y="3869"/>
                  <a:pt x="11373" y="4545"/>
                </a:cubicBezTo>
                <a:lnTo>
                  <a:pt x="11373" y="4604"/>
                </a:lnTo>
                <a:lnTo>
                  <a:pt x="10088" y="5143"/>
                </a:lnTo>
                <a:cubicBezTo>
                  <a:pt x="9760" y="4534"/>
                  <a:pt x="9258" y="4043"/>
                  <a:pt x="8663" y="3718"/>
                </a:cubicBezTo>
                <a:lnTo>
                  <a:pt x="9199" y="2419"/>
                </a:lnTo>
                <a:lnTo>
                  <a:pt x="9258" y="2419"/>
                </a:lnTo>
                <a:cubicBezTo>
                  <a:pt x="9925" y="2419"/>
                  <a:pt x="10472" y="1880"/>
                  <a:pt x="10472" y="1204"/>
                </a:cubicBezTo>
                <a:cubicBezTo>
                  <a:pt x="10472" y="537"/>
                  <a:pt x="9925" y="1"/>
                  <a:pt x="9258" y="1"/>
                </a:cubicBezTo>
                <a:cubicBezTo>
                  <a:pt x="8593" y="1"/>
                  <a:pt x="8043" y="537"/>
                  <a:pt x="8043" y="1204"/>
                </a:cubicBezTo>
                <a:cubicBezTo>
                  <a:pt x="8043" y="1566"/>
                  <a:pt x="8195" y="1894"/>
                  <a:pt x="8453" y="2116"/>
                </a:cubicBezTo>
                <a:lnTo>
                  <a:pt x="7914" y="3401"/>
                </a:lnTo>
                <a:cubicBezTo>
                  <a:pt x="7586" y="3308"/>
                  <a:pt x="7246" y="3261"/>
                  <a:pt x="6896" y="3261"/>
                </a:cubicBezTo>
                <a:cubicBezTo>
                  <a:pt x="6545" y="3261"/>
                  <a:pt x="6208" y="3308"/>
                  <a:pt x="5891" y="3401"/>
                </a:cubicBezTo>
                <a:lnTo>
                  <a:pt x="5353" y="2116"/>
                </a:lnTo>
                <a:cubicBezTo>
                  <a:pt x="5600" y="1894"/>
                  <a:pt x="5762" y="1566"/>
                  <a:pt x="5762" y="1204"/>
                </a:cubicBezTo>
                <a:cubicBezTo>
                  <a:pt x="5762" y="537"/>
                  <a:pt x="5213" y="1"/>
                  <a:pt x="4548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grpSp>
        <p:nvGrpSpPr>
          <p:cNvPr id="853" name="Google Shape;853;p36"/>
          <p:cNvGrpSpPr/>
          <p:nvPr/>
        </p:nvGrpSpPr>
        <p:grpSpPr>
          <a:xfrm>
            <a:off x="6051525" y="1066250"/>
            <a:ext cx="345150" cy="345150"/>
            <a:chOff x="7783763" y="1564575"/>
            <a:chExt cx="345150" cy="345150"/>
          </a:xfrm>
        </p:grpSpPr>
        <p:sp>
          <p:nvSpPr>
            <p:cNvPr id="854" name="Google Shape;854;p36"/>
            <p:cNvSpPr/>
            <p:nvPr/>
          </p:nvSpPr>
          <p:spPr>
            <a:xfrm>
              <a:off x="7783763" y="1564575"/>
              <a:ext cx="345150" cy="345150"/>
            </a:xfrm>
            <a:custGeom>
              <a:rect l="l" t="t" r="r" b="b"/>
              <a:pathLst>
                <a:path w="13805" h="13805" extrusionOk="0">
                  <a:moveTo>
                    <a:pt x="5928" y="805"/>
                  </a:moveTo>
                  <a:lnTo>
                    <a:pt x="6899" y="2747"/>
                  </a:lnTo>
                  <a:cubicBezTo>
                    <a:pt x="6957" y="2876"/>
                    <a:pt x="7098" y="2968"/>
                    <a:pt x="7249" y="2968"/>
                  </a:cubicBezTo>
                  <a:lnTo>
                    <a:pt x="12989" y="2968"/>
                  </a:lnTo>
                  <a:lnTo>
                    <a:pt x="12989" y="3776"/>
                  </a:lnTo>
                  <a:lnTo>
                    <a:pt x="6500" y="3776"/>
                  </a:lnTo>
                  <a:lnTo>
                    <a:pt x="5541" y="1846"/>
                  </a:lnTo>
                  <a:cubicBezTo>
                    <a:pt x="5471" y="1706"/>
                    <a:pt x="5330" y="1613"/>
                    <a:pt x="5179" y="1613"/>
                  </a:cubicBezTo>
                  <a:lnTo>
                    <a:pt x="2691" y="1613"/>
                  </a:lnTo>
                  <a:lnTo>
                    <a:pt x="2691" y="805"/>
                  </a:lnTo>
                  <a:close/>
                  <a:moveTo>
                    <a:pt x="4924" y="2432"/>
                  </a:moveTo>
                  <a:lnTo>
                    <a:pt x="5891" y="4360"/>
                  </a:lnTo>
                  <a:cubicBezTo>
                    <a:pt x="5962" y="4500"/>
                    <a:pt x="6102" y="4581"/>
                    <a:pt x="6256" y="4581"/>
                  </a:cubicBezTo>
                  <a:lnTo>
                    <a:pt x="12989" y="4581"/>
                  </a:lnTo>
                  <a:lnTo>
                    <a:pt x="12989" y="5389"/>
                  </a:lnTo>
                  <a:lnTo>
                    <a:pt x="5507" y="5389"/>
                  </a:lnTo>
                  <a:lnTo>
                    <a:pt x="4536" y="3459"/>
                  </a:lnTo>
                  <a:cubicBezTo>
                    <a:pt x="4466" y="3319"/>
                    <a:pt x="4326" y="3238"/>
                    <a:pt x="4175" y="3238"/>
                  </a:cubicBezTo>
                  <a:lnTo>
                    <a:pt x="1613" y="3238"/>
                  </a:lnTo>
                  <a:lnTo>
                    <a:pt x="1613" y="2432"/>
                  </a:lnTo>
                  <a:close/>
                  <a:moveTo>
                    <a:pt x="4166" y="7876"/>
                  </a:moveTo>
                  <a:cubicBezTo>
                    <a:pt x="4839" y="7876"/>
                    <a:pt x="5389" y="8414"/>
                    <a:pt x="5389" y="9081"/>
                  </a:cubicBezTo>
                  <a:lnTo>
                    <a:pt x="5389" y="9760"/>
                  </a:lnTo>
                  <a:lnTo>
                    <a:pt x="2960" y="9760"/>
                  </a:lnTo>
                  <a:lnTo>
                    <a:pt x="2960" y="9106"/>
                  </a:lnTo>
                  <a:cubicBezTo>
                    <a:pt x="2960" y="8475"/>
                    <a:pt x="3473" y="7914"/>
                    <a:pt x="4104" y="7878"/>
                  </a:cubicBezTo>
                  <a:cubicBezTo>
                    <a:pt x="4125" y="7877"/>
                    <a:pt x="4145" y="7876"/>
                    <a:pt x="4166" y="7876"/>
                  </a:cubicBezTo>
                  <a:close/>
                  <a:moveTo>
                    <a:pt x="3928" y="4045"/>
                  </a:moveTo>
                  <a:lnTo>
                    <a:pt x="4887" y="5973"/>
                  </a:lnTo>
                  <a:cubicBezTo>
                    <a:pt x="4957" y="6113"/>
                    <a:pt x="5098" y="6206"/>
                    <a:pt x="5249" y="6206"/>
                  </a:cubicBezTo>
                  <a:lnTo>
                    <a:pt x="12989" y="6206"/>
                  </a:lnTo>
                  <a:lnTo>
                    <a:pt x="12989" y="10299"/>
                  </a:lnTo>
                  <a:lnTo>
                    <a:pt x="6733" y="10299"/>
                  </a:lnTo>
                  <a:lnTo>
                    <a:pt x="6733" y="10169"/>
                  </a:lnTo>
                  <a:cubicBezTo>
                    <a:pt x="6733" y="9948"/>
                    <a:pt x="6559" y="9760"/>
                    <a:pt x="6337" y="9760"/>
                  </a:cubicBezTo>
                  <a:lnTo>
                    <a:pt x="6197" y="9760"/>
                  </a:lnTo>
                  <a:lnTo>
                    <a:pt x="6197" y="9117"/>
                  </a:lnTo>
                  <a:cubicBezTo>
                    <a:pt x="6197" y="8018"/>
                    <a:pt x="5344" y="7106"/>
                    <a:pt x="4256" y="7072"/>
                  </a:cubicBezTo>
                  <a:cubicBezTo>
                    <a:pt x="4227" y="7071"/>
                    <a:pt x="4199" y="7071"/>
                    <a:pt x="4170" y="7071"/>
                  </a:cubicBezTo>
                  <a:cubicBezTo>
                    <a:pt x="3054" y="7071"/>
                    <a:pt x="2152" y="7976"/>
                    <a:pt x="2152" y="9081"/>
                  </a:cubicBezTo>
                  <a:lnTo>
                    <a:pt x="2152" y="9760"/>
                  </a:lnTo>
                  <a:lnTo>
                    <a:pt x="2023" y="9760"/>
                  </a:lnTo>
                  <a:cubicBezTo>
                    <a:pt x="1801" y="9760"/>
                    <a:pt x="1613" y="9948"/>
                    <a:pt x="1613" y="10169"/>
                  </a:cubicBezTo>
                  <a:lnTo>
                    <a:pt x="1613" y="10299"/>
                  </a:lnTo>
                  <a:lnTo>
                    <a:pt x="808" y="10299"/>
                  </a:lnTo>
                  <a:lnTo>
                    <a:pt x="808" y="4045"/>
                  </a:lnTo>
                  <a:close/>
                  <a:moveTo>
                    <a:pt x="1613" y="11104"/>
                  </a:moveTo>
                  <a:lnTo>
                    <a:pt x="1613" y="11923"/>
                  </a:lnTo>
                  <a:lnTo>
                    <a:pt x="808" y="11923"/>
                  </a:lnTo>
                  <a:lnTo>
                    <a:pt x="808" y="11104"/>
                  </a:lnTo>
                  <a:close/>
                  <a:moveTo>
                    <a:pt x="12989" y="11104"/>
                  </a:moveTo>
                  <a:lnTo>
                    <a:pt x="12989" y="11923"/>
                  </a:lnTo>
                  <a:lnTo>
                    <a:pt x="6733" y="11923"/>
                  </a:lnTo>
                  <a:lnTo>
                    <a:pt x="6733" y="11104"/>
                  </a:lnTo>
                  <a:close/>
                  <a:moveTo>
                    <a:pt x="5928" y="10568"/>
                  </a:moveTo>
                  <a:lnTo>
                    <a:pt x="5928" y="12997"/>
                  </a:lnTo>
                  <a:lnTo>
                    <a:pt x="2421" y="12997"/>
                  </a:lnTo>
                  <a:lnTo>
                    <a:pt x="2421" y="10568"/>
                  </a:lnTo>
                  <a:close/>
                  <a:moveTo>
                    <a:pt x="2292" y="0"/>
                  </a:moveTo>
                  <a:cubicBezTo>
                    <a:pt x="2071" y="0"/>
                    <a:pt x="1883" y="188"/>
                    <a:pt x="1883" y="410"/>
                  </a:cubicBezTo>
                  <a:lnTo>
                    <a:pt x="1883" y="1613"/>
                  </a:lnTo>
                  <a:lnTo>
                    <a:pt x="1207" y="1613"/>
                  </a:lnTo>
                  <a:cubicBezTo>
                    <a:pt x="982" y="1613"/>
                    <a:pt x="808" y="1801"/>
                    <a:pt x="808" y="2023"/>
                  </a:cubicBezTo>
                  <a:lnTo>
                    <a:pt x="808" y="3238"/>
                  </a:lnTo>
                  <a:lnTo>
                    <a:pt x="399" y="3238"/>
                  </a:lnTo>
                  <a:cubicBezTo>
                    <a:pt x="177" y="3238"/>
                    <a:pt x="0" y="3414"/>
                    <a:pt x="0" y="3636"/>
                  </a:cubicBezTo>
                  <a:lnTo>
                    <a:pt x="0" y="12321"/>
                  </a:lnTo>
                  <a:cubicBezTo>
                    <a:pt x="0" y="12543"/>
                    <a:pt x="177" y="12728"/>
                    <a:pt x="399" y="12728"/>
                  </a:cubicBezTo>
                  <a:lnTo>
                    <a:pt x="1613" y="12728"/>
                  </a:lnTo>
                  <a:lnTo>
                    <a:pt x="1613" y="13396"/>
                  </a:lnTo>
                  <a:cubicBezTo>
                    <a:pt x="1613" y="13628"/>
                    <a:pt x="1801" y="13805"/>
                    <a:pt x="2023" y="13805"/>
                  </a:cubicBezTo>
                  <a:lnTo>
                    <a:pt x="6337" y="13805"/>
                  </a:lnTo>
                  <a:cubicBezTo>
                    <a:pt x="6559" y="13805"/>
                    <a:pt x="6733" y="13628"/>
                    <a:pt x="6733" y="13396"/>
                  </a:cubicBezTo>
                  <a:lnTo>
                    <a:pt x="6733" y="12728"/>
                  </a:lnTo>
                  <a:lnTo>
                    <a:pt x="13396" y="12728"/>
                  </a:lnTo>
                  <a:cubicBezTo>
                    <a:pt x="13620" y="12728"/>
                    <a:pt x="13805" y="12543"/>
                    <a:pt x="13805" y="12321"/>
                  </a:cubicBezTo>
                  <a:lnTo>
                    <a:pt x="13805" y="2559"/>
                  </a:lnTo>
                  <a:cubicBezTo>
                    <a:pt x="13805" y="2337"/>
                    <a:pt x="13620" y="2163"/>
                    <a:pt x="13396" y="2163"/>
                  </a:cubicBezTo>
                  <a:lnTo>
                    <a:pt x="7505" y="2163"/>
                  </a:lnTo>
                  <a:lnTo>
                    <a:pt x="6537" y="222"/>
                  </a:lnTo>
                  <a:cubicBezTo>
                    <a:pt x="6467" y="82"/>
                    <a:pt x="6326" y="0"/>
                    <a:pt x="617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5" name="Google Shape;855;p36"/>
            <p:cNvSpPr/>
            <p:nvPr/>
          </p:nvSpPr>
          <p:spPr>
            <a:xfrm>
              <a:off x="7867363" y="1848875"/>
              <a:ext cx="41525" cy="20525"/>
            </a:xfrm>
            <a:custGeom>
              <a:rect l="l" t="t" r="r" b="b"/>
              <a:pathLst>
                <a:path w="1661" h="821" extrusionOk="0">
                  <a:moveTo>
                    <a:pt x="432" y="1"/>
                  </a:moveTo>
                  <a:cubicBezTo>
                    <a:pt x="222" y="1"/>
                    <a:pt x="48" y="152"/>
                    <a:pt x="23" y="363"/>
                  </a:cubicBezTo>
                  <a:cubicBezTo>
                    <a:pt x="0" y="610"/>
                    <a:pt x="188" y="820"/>
                    <a:pt x="421" y="820"/>
                  </a:cubicBezTo>
                  <a:lnTo>
                    <a:pt x="1229" y="820"/>
                  </a:lnTo>
                  <a:cubicBezTo>
                    <a:pt x="1425" y="820"/>
                    <a:pt x="1613" y="669"/>
                    <a:pt x="1636" y="458"/>
                  </a:cubicBezTo>
                  <a:cubicBezTo>
                    <a:pt x="1661" y="211"/>
                    <a:pt x="1473" y="1"/>
                    <a:pt x="122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6" name="Google Shape;856;p36"/>
            <p:cNvSpPr/>
            <p:nvPr/>
          </p:nvSpPr>
          <p:spPr>
            <a:xfrm>
              <a:off x="7972263" y="1740450"/>
              <a:ext cx="116025" cy="60850"/>
            </a:xfrm>
            <a:custGeom>
              <a:rect l="l" t="t" r="r" b="b"/>
              <a:pathLst>
                <a:path w="4641" h="2434" extrusionOk="0">
                  <a:moveTo>
                    <a:pt x="3836" y="809"/>
                  </a:moveTo>
                  <a:lnTo>
                    <a:pt x="3836" y="1614"/>
                  </a:lnTo>
                  <a:lnTo>
                    <a:pt x="820" y="1614"/>
                  </a:lnTo>
                  <a:lnTo>
                    <a:pt x="820" y="809"/>
                  </a:lnTo>
                  <a:close/>
                  <a:moveTo>
                    <a:pt x="411" y="1"/>
                  </a:moveTo>
                  <a:cubicBezTo>
                    <a:pt x="189" y="1"/>
                    <a:pt x="1" y="189"/>
                    <a:pt x="1" y="411"/>
                  </a:cubicBezTo>
                  <a:lnTo>
                    <a:pt x="1" y="2024"/>
                  </a:lnTo>
                  <a:cubicBezTo>
                    <a:pt x="1" y="2245"/>
                    <a:pt x="189" y="2433"/>
                    <a:pt x="411" y="2433"/>
                  </a:cubicBezTo>
                  <a:lnTo>
                    <a:pt x="4243" y="2433"/>
                  </a:lnTo>
                  <a:cubicBezTo>
                    <a:pt x="4467" y="2433"/>
                    <a:pt x="4641" y="2245"/>
                    <a:pt x="4641" y="2024"/>
                  </a:cubicBezTo>
                  <a:lnTo>
                    <a:pt x="4641" y="411"/>
                  </a:lnTo>
                  <a:cubicBezTo>
                    <a:pt x="4641" y="189"/>
                    <a:pt x="4467" y="1"/>
                    <a:pt x="424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grpSp>
        <p:nvGrpSpPr>
          <p:cNvPr id="857" name="Google Shape;857;p36"/>
          <p:cNvGrpSpPr/>
          <p:nvPr/>
        </p:nvGrpSpPr>
        <p:grpSpPr>
          <a:xfrm>
            <a:off x="3652100" y="1066250"/>
            <a:ext cx="348375" cy="345150"/>
            <a:chOff x="7007038" y="1564575"/>
            <a:chExt cx="348375" cy="345150"/>
          </a:xfrm>
        </p:grpSpPr>
        <p:sp>
          <p:nvSpPr>
            <p:cNvPr id="858" name="Google Shape;858;p36"/>
            <p:cNvSpPr/>
            <p:nvPr/>
          </p:nvSpPr>
          <p:spPr>
            <a:xfrm>
              <a:off x="7007038" y="1762000"/>
              <a:ext cx="348375" cy="147725"/>
            </a:xfrm>
            <a:custGeom>
              <a:rect l="l" t="t" r="r" b="b"/>
              <a:pathLst>
                <a:path w="13935" h="5909" extrusionOk="0">
                  <a:moveTo>
                    <a:pt x="1942" y="1058"/>
                  </a:moveTo>
                  <a:lnTo>
                    <a:pt x="1942" y="5100"/>
                  </a:lnTo>
                  <a:lnTo>
                    <a:pt x="808" y="5100"/>
                  </a:lnTo>
                  <a:lnTo>
                    <a:pt x="808" y="1058"/>
                  </a:lnTo>
                  <a:close/>
                  <a:moveTo>
                    <a:pt x="12525" y="807"/>
                  </a:moveTo>
                  <a:cubicBezTo>
                    <a:pt x="12673" y="807"/>
                    <a:pt x="12818" y="880"/>
                    <a:pt x="12905" y="1010"/>
                  </a:cubicBezTo>
                  <a:cubicBezTo>
                    <a:pt x="13045" y="1198"/>
                    <a:pt x="13011" y="1453"/>
                    <a:pt x="12849" y="1605"/>
                  </a:cubicBezTo>
                  <a:lnTo>
                    <a:pt x="10018" y="4318"/>
                  </a:lnTo>
                  <a:cubicBezTo>
                    <a:pt x="9494" y="4820"/>
                    <a:pt x="8792" y="5100"/>
                    <a:pt x="8066" y="5100"/>
                  </a:cubicBezTo>
                  <a:lnTo>
                    <a:pt x="2750" y="5100"/>
                  </a:lnTo>
                  <a:lnTo>
                    <a:pt x="2750" y="1815"/>
                  </a:lnTo>
                  <a:lnTo>
                    <a:pt x="3274" y="1571"/>
                  </a:lnTo>
                  <a:cubicBezTo>
                    <a:pt x="3537" y="1450"/>
                    <a:pt x="3818" y="1391"/>
                    <a:pt x="4099" y="1391"/>
                  </a:cubicBezTo>
                  <a:cubicBezTo>
                    <a:pt x="4442" y="1391"/>
                    <a:pt x="4784" y="1480"/>
                    <a:pt x="5086" y="1653"/>
                  </a:cubicBezTo>
                  <a:cubicBezTo>
                    <a:pt x="5507" y="1899"/>
                    <a:pt x="5987" y="2026"/>
                    <a:pt x="6478" y="2026"/>
                  </a:cubicBezTo>
                  <a:lnTo>
                    <a:pt x="8416" y="2026"/>
                  </a:lnTo>
                  <a:cubicBezTo>
                    <a:pt x="8615" y="2026"/>
                    <a:pt x="8803" y="2166"/>
                    <a:pt x="8826" y="2376"/>
                  </a:cubicBezTo>
                  <a:cubicBezTo>
                    <a:pt x="8851" y="2612"/>
                    <a:pt x="8663" y="2811"/>
                    <a:pt x="8416" y="2811"/>
                  </a:cubicBezTo>
                  <a:lnTo>
                    <a:pt x="5821" y="2834"/>
                  </a:lnTo>
                  <a:cubicBezTo>
                    <a:pt x="5589" y="2834"/>
                    <a:pt x="5401" y="3033"/>
                    <a:pt x="5415" y="3254"/>
                  </a:cubicBezTo>
                  <a:cubicBezTo>
                    <a:pt x="5426" y="3476"/>
                    <a:pt x="5611" y="3639"/>
                    <a:pt x="5835" y="3639"/>
                  </a:cubicBezTo>
                  <a:lnTo>
                    <a:pt x="8416" y="3639"/>
                  </a:lnTo>
                  <a:cubicBezTo>
                    <a:pt x="8966" y="3639"/>
                    <a:pt x="9435" y="3277"/>
                    <a:pt x="9586" y="2763"/>
                  </a:cubicBezTo>
                  <a:lnTo>
                    <a:pt x="12262" y="892"/>
                  </a:lnTo>
                  <a:cubicBezTo>
                    <a:pt x="12342" y="835"/>
                    <a:pt x="12434" y="807"/>
                    <a:pt x="12525" y="807"/>
                  </a:cubicBezTo>
                  <a:close/>
                  <a:moveTo>
                    <a:pt x="12521" y="1"/>
                  </a:moveTo>
                  <a:cubicBezTo>
                    <a:pt x="12269" y="1"/>
                    <a:pt x="12017" y="74"/>
                    <a:pt x="11797" y="227"/>
                  </a:cubicBezTo>
                  <a:lnTo>
                    <a:pt x="9482" y="1852"/>
                  </a:lnTo>
                  <a:cubicBezTo>
                    <a:pt x="9283" y="1479"/>
                    <a:pt x="8874" y="1220"/>
                    <a:pt x="8416" y="1220"/>
                  </a:cubicBezTo>
                  <a:lnTo>
                    <a:pt x="6467" y="1220"/>
                  </a:lnTo>
                  <a:cubicBezTo>
                    <a:pt x="6127" y="1220"/>
                    <a:pt x="5788" y="1114"/>
                    <a:pt x="5496" y="940"/>
                  </a:cubicBezTo>
                  <a:cubicBezTo>
                    <a:pt x="5068" y="684"/>
                    <a:pt x="4587" y="554"/>
                    <a:pt x="4103" y="554"/>
                  </a:cubicBezTo>
                  <a:cubicBezTo>
                    <a:pt x="3702" y="554"/>
                    <a:pt x="3300" y="643"/>
                    <a:pt x="2923" y="822"/>
                  </a:cubicBezTo>
                  <a:lnTo>
                    <a:pt x="2750" y="903"/>
                  </a:lnTo>
                  <a:lnTo>
                    <a:pt x="2750" y="648"/>
                  </a:lnTo>
                  <a:cubicBezTo>
                    <a:pt x="2750" y="427"/>
                    <a:pt x="2573" y="250"/>
                    <a:pt x="2351" y="250"/>
                  </a:cubicBezTo>
                  <a:lnTo>
                    <a:pt x="410" y="250"/>
                  </a:lnTo>
                  <a:cubicBezTo>
                    <a:pt x="177" y="250"/>
                    <a:pt x="0" y="427"/>
                    <a:pt x="0" y="648"/>
                  </a:cubicBezTo>
                  <a:lnTo>
                    <a:pt x="0" y="5499"/>
                  </a:lnTo>
                  <a:cubicBezTo>
                    <a:pt x="0" y="5731"/>
                    <a:pt x="177" y="5908"/>
                    <a:pt x="410" y="5908"/>
                  </a:cubicBezTo>
                  <a:lnTo>
                    <a:pt x="8066" y="5908"/>
                  </a:lnTo>
                  <a:cubicBezTo>
                    <a:pt x="9003" y="5908"/>
                    <a:pt x="9889" y="5546"/>
                    <a:pt x="10579" y="4901"/>
                  </a:cubicBezTo>
                  <a:lnTo>
                    <a:pt x="13410" y="2191"/>
                  </a:lnTo>
                  <a:cubicBezTo>
                    <a:pt x="13864" y="1759"/>
                    <a:pt x="13934" y="1069"/>
                    <a:pt x="13572" y="542"/>
                  </a:cubicBezTo>
                  <a:cubicBezTo>
                    <a:pt x="13320" y="189"/>
                    <a:pt x="12923" y="1"/>
                    <a:pt x="1252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59" name="Google Shape;859;p36"/>
            <p:cNvSpPr/>
            <p:nvPr/>
          </p:nvSpPr>
          <p:spPr>
            <a:xfrm>
              <a:off x="7115188" y="1564575"/>
              <a:ext cx="155775" cy="208950"/>
            </a:xfrm>
            <a:custGeom>
              <a:rect l="l" t="t" r="r" b="b"/>
              <a:pathLst>
                <a:path w="6231" h="8358" extrusionOk="0">
                  <a:moveTo>
                    <a:pt x="3122" y="805"/>
                  </a:moveTo>
                  <a:cubicBezTo>
                    <a:pt x="4385" y="805"/>
                    <a:pt x="5412" y="1835"/>
                    <a:pt x="5412" y="3097"/>
                  </a:cubicBezTo>
                  <a:cubicBezTo>
                    <a:pt x="5412" y="3787"/>
                    <a:pt x="5109" y="4430"/>
                    <a:pt x="4570" y="4862"/>
                  </a:cubicBezTo>
                  <a:cubicBezTo>
                    <a:pt x="4231" y="5154"/>
                    <a:pt x="4009" y="5530"/>
                    <a:pt x="3928" y="5939"/>
                  </a:cubicBezTo>
                  <a:lnTo>
                    <a:pt x="3518" y="5939"/>
                  </a:lnTo>
                  <a:lnTo>
                    <a:pt x="3518" y="3810"/>
                  </a:lnTo>
                  <a:lnTo>
                    <a:pt x="4208" y="3120"/>
                  </a:lnTo>
                  <a:cubicBezTo>
                    <a:pt x="4348" y="2979"/>
                    <a:pt x="4371" y="2747"/>
                    <a:pt x="4245" y="2584"/>
                  </a:cubicBezTo>
                  <a:cubicBezTo>
                    <a:pt x="4163" y="2478"/>
                    <a:pt x="4045" y="2425"/>
                    <a:pt x="3926" y="2425"/>
                  </a:cubicBezTo>
                  <a:cubicBezTo>
                    <a:pt x="3822" y="2425"/>
                    <a:pt x="3717" y="2466"/>
                    <a:pt x="3636" y="2547"/>
                  </a:cubicBezTo>
                  <a:lnTo>
                    <a:pt x="3122" y="3075"/>
                  </a:lnTo>
                  <a:lnTo>
                    <a:pt x="2595" y="2547"/>
                  </a:lnTo>
                  <a:cubicBezTo>
                    <a:pt x="2514" y="2466"/>
                    <a:pt x="2409" y="2425"/>
                    <a:pt x="2305" y="2425"/>
                  </a:cubicBezTo>
                  <a:cubicBezTo>
                    <a:pt x="2186" y="2425"/>
                    <a:pt x="2068" y="2478"/>
                    <a:pt x="1986" y="2584"/>
                  </a:cubicBezTo>
                  <a:cubicBezTo>
                    <a:pt x="1860" y="2747"/>
                    <a:pt x="1883" y="2979"/>
                    <a:pt x="2034" y="3120"/>
                  </a:cubicBezTo>
                  <a:lnTo>
                    <a:pt x="2713" y="3810"/>
                  </a:lnTo>
                  <a:lnTo>
                    <a:pt x="2713" y="5939"/>
                  </a:lnTo>
                  <a:lnTo>
                    <a:pt x="2315" y="5939"/>
                  </a:lnTo>
                  <a:cubicBezTo>
                    <a:pt x="2233" y="5530"/>
                    <a:pt x="2000" y="5154"/>
                    <a:pt x="1661" y="4862"/>
                  </a:cubicBezTo>
                  <a:cubicBezTo>
                    <a:pt x="1133" y="4430"/>
                    <a:pt x="831" y="3787"/>
                    <a:pt x="831" y="3097"/>
                  </a:cubicBezTo>
                  <a:cubicBezTo>
                    <a:pt x="831" y="1835"/>
                    <a:pt x="1846" y="805"/>
                    <a:pt x="3122" y="805"/>
                  </a:cubicBezTo>
                  <a:close/>
                  <a:moveTo>
                    <a:pt x="3894" y="6744"/>
                  </a:moveTo>
                  <a:lnTo>
                    <a:pt x="3894" y="7412"/>
                  </a:lnTo>
                  <a:cubicBezTo>
                    <a:pt x="3894" y="7493"/>
                    <a:pt x="3835" y="7552"/>
                    <a:pt x="3765" y="7552"/>
                  </a:cubicBezTo>
                  <a:lnTo>
                    <a:pt x="2466" y="7552"/>
                  </a:lnTo>
                  <a:cubicBezTo>
                    <a:pt x="2396" y="7552"/>
                    <a:pt x="2337" y="7493"/>
                    <a:pt x="2337" y="7412"/>
                  </a:cubicBezTo>
                  <a:lnTo>
                    <a:pt x="2337" y="6744"/>
                  </a:lnTo>
                  <a:close/>
                  <a:moveTo>
                    <a:pt x="3122" y="0"/>
                  </a:moveTo>
                  <a:cubicBezTo>
                    <a:pt x="1403" y="0"/>
                    <a:pt x="0" y="1392"/>
                    <a:pt x="0" y="3097"/>
                  </a:cubicBezTo>
                  <a:cubicBezTo>
                    <a:pt x="0" y="4031"/>
                    <a:pt x="421" y="4898"/>
                    <a:pt x="1133" y="5493"/>
                  </a:cubicBezTo>
                  <a:cubicBezTo>
                    <a:pt x="1380" y="5692"/>
                    <a:pt x="1532" y="5973"/>
                    <a:pt x="1532" y="6264"/>
                  </a:cubicBezTo>
                  <a:lnTo>
                    <a:pt x="1532" y="7412"/>
                  </a:lnTo>
                  <a:cubicBezTo>
                    <a:pt x="1532" y="7936"/>
                    <a:pt x="1953" y="8357"/>
                    <a:pt x="2466" y="8357"/>
                  </a:cubicBezTo>
                  <a:lnTo>
                    <a:pt x="3765" y="8357"/>
                  </a:lnTo>
                  <a:cubicBezTo>
                    <a:pt x="4289" y="8357"/>
                    <a:pt x="4710" y="7936"/>
                    <a:pt x="4710" y="7412"/>
                  </a:cubicBezTo>
                  <a:lnTo>
                    <a:pt x="4710" y="6264"/>
                  </a:lnTo>
                  <a:cubicBezTo>
                    <a:pt x="4710" y="5973"/>
                    <a:pt x="4851" y="5692"/>
                    <a:pt x="5097" y="5493"/>
                  </a:cubicBezTo>
                  <a:cubicBezTo>
                    <a:pt x="5821" y="4898"/>
                    <a:pt x="6231" y="4031"/>
                    <a:pt x="6231" y="3097"/>
                  </a:cubicBezTo>
                  <a:cubicBezTo>
                    <a:pt x="6231" y="1392"/>
                    <a:pt x="4828" y="0"/>
                    <a:pt x="312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0" name="Google Shape;860;p36"/>
            <p:cNvSpPr/>
            <p:nvPr/>
          </p:nvSpPr>
          <p:spPr>
            <a:xfrm>
              <a:off x="7291063" y="1632025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410" y="1"/>
                  </a:moveTo>
                  <a:cubicBezTo>
                    <a:pt x="178" y="1"/>
                    <a:pt x="1" y="178"/>
                    <a:pt x="1" y="399"/>
                  </a:cubicBezTo>
                  <a:cubicBezTo>
                    <a:pt x="1" y="621"/>
                    <a:pt x="178" y="809"/>
                    <a:pt x="410" y="809"/>
                  </a:cubicBezTo>
                  <a:lnTo>
                    <a:pt x="1218" y="809"/>
                  </a:lnTo>
                  <a:cubicBezTo>
                    <a:pt x="1440" y="809"/>
                    <a:pt x="1614" y="621"/>
                    <a:pt x="1614" y="399"/>
                  </a:cubicBezTo>
                  <a:cubicBezTo>
                    <a:pt x="1614" y="178"/>
                    <a:pt x="1440" y="1"/>
                    <a:pt x="121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1" name="Google Shape;861;p36"/>
            <p:cNvSpPr/>
            <p:nvPr/>
          </p:nvSpPr>
          <p:spPr>
            <a:xfrm>
              <a:off x="7282938" y="1578050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1161" y="1"/>
                  </a:moveTo>
                  <a:cubicBezTo>
                    <a:pt x="1092" y="1"/>
                    <a:pt x="1022" y="18"/>
                    <a:pt x="957" y="56"/>
                  </a:cubicBezTo>
                  <a:lnTo>
                    <a:pt x="256" y="454"/>
                  </a:lnTo>
                  <a:cubicBezTo>
                    <a:pt x="71" y="572"/>
                    <a:pt x="0" y="816"/>
                    <a:pt x="115" y="1015"/>
                  </a:cubicBezTo>
                  <a:cubicBezTo>
                    <a:pt x="186" y="1141"/>
                    <a:pt x="318" y="1213"/>
                    <a:pt x="457" y="1213"/>
                  </a:cubicBezTo>
                  <a:cubicBezTo>
                    <a:pt x="527" y="1213"/>
                    <a:pt x="599" y="1195"/>
                    <a:pt x="665" y="1156"/>
                  </a:cubicBezTo>
                  <a:lnTo>
                    <a:pt x="1367" y="757"/>
                  </a:lnTo>
                  <a:cubicBezTo>
                    <a:pt x="1555" y="642"/>
                    <a:pt x="1625" y="395"/>
                    <a:pt x="1507" y="210"/>
                  </a:cubicBezTo>
                  <a:cubicBezTo>
                    <a:pt x="1437" y="76"/>
                    <a:pt x="1302" y="1"/>
                    <a:pt x="116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2" name="Google Shape;862;p36"/>
            <p:cNvSpPr/>
            <p:nvPr/>
          </p:nvSpPr>
          <p:spPr>
            <a:xfrm>
              <a:off x="7282938" y="1675775"/>
              <a:ext cx="40625" cy="30350"/>
            </a:xfrm>
            <a:custGeom>
              <a:rect l="l" t="t" r="r" b="b"/>
              <a:pathLst>
                <a:path w="1625" h="1214" extrusionOk="0">
                  <a:moveTo>
                    <a:pt x="460" y="1"/>
                  </a:moveTo>
                  <a:cubicBezTo>
                    <a:pt x="320" y="1"/>
                    <a:pt x="187" y="70"/>
                    <a:pt x="115" y="203"/>
                  </a:cubicBezTo>
                  <a:cubicBezTo>
                    <a:pt x="0" y="403"/>
                    <a:pt x="71" y="649"/>
                    <a:pt x="256" y="753"/>
                  </a:cubicBezTo>
                  <a:lnTo>
                    <a:pt x="957" y="1163"/>
                  </a:lnTo>
                  <a:cubicBezTo>
                    <a:pt x="1023" y="1197"/>
                    <a:pt x="1094" y="1214"/>
                    <a:pt x="1163" y="1214"/>
                  </a:cubicBezTo>
                  <a:cubicBezTo>
                    <a:pt x="1304" y="1214"/>
                    <a:pt x="1437" y="1145"/>
                    <a:pt x="1507" y="1011"/>
                  </a:cubicBezTo>
                  <a:cubicBezTo>
                    <a:pt x="1625" y="823"/>
                    <a:pt x="1555" y="565"/>
                    <a:pt x="1367" y="462"/>
                  </a:cubicBezTo>
                  <a:lnTo>
                    <a:pt x="665" y="52"/>
                  </a:lnTo>
                  <a:cubicBezTo>
                    <a:pt x="600" y="18"/>
                    <a:pt x="529" y="1"/>
                    <a:pt x="46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3" name="Google Shape;863;p36"/>
            <p:cNvSpPr/>
            <p:nvPr/>
          </p:nvSpPr>
          <p:spPr>
            <a:xfrm>
              <a:off x="7055288" y="1632025"/>
              <a:ext cx="40350" cy="20225"/>
            </a:xfrm>
            <a:custGeom>
              <a:rect l="l" t="t" r="r" b="b"/>
              <a:pathLst>
                <a:path w="1613" h="809" extrusionOk="0">
                  <a:moveTo>
                    <a:pt x="399" y="1"/>
                  </a:moveTo>
                  <a:cubicBezTo>
                    <a:pt x="174" y="1"/>
                    <a:pt x="0" y="178"/>
                    <a:pt x="0" y="399"/>
                  </a:cubicBezTo>
                  <a:cubicBezTo>
                    <a:pt x="0" y="621"/>
                    <a:pt x="174" y="809"/>
                    <a:pt x="399" y="809"/>
                  </a:cubicBezTo>
                  <a:lnTo>
                    <a:pt x="1204" y="809"/>
                  </a:lnTo>
                  <a:cubicBezTo>
                    <a:pt x="1437" y="809"/>
                    <a:pt x="1613" y="621"/>
                    <a:pt x="1613" y="399"/>
                  </a:cubicBezTo>
                  <a:cubicBezTo>
                    <a:pt x="1613" y="178"/>
                    <a:pt x="1437" y="1"/>
                    <a:pt x="120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4" name="Google Shape;864;p36"/>
            <p:cNvSpPr/>
            <p:nvPr/>
          </p:nvSpPr>
          <p:spPr>
            <a:xfrm>
              <a:off x="7063138" y="1578050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465" y="1"/>
                  </a:moveTo>
                  <a:cubicBezTo>
                    <a:pt x="324" y="1"/>
                    <a:pt x="190" y="76"/>
                    <a:pt x="118" y="210"/>
                  </a:cubicBezTo>
                  <a:cubicBezTo>
                    <a:pt x="1" y="395"/>
                    <a:pt x="71" y="642"/>
                    <a:pt x="259" y="757"/>
                  </a:cubicBezTo>
                  <a:lnTo>
                    <a:pt x="960" y="1156"/>
                  </a:lnTo>
                  <a:cubicBezTo>
                    <a:pt x="1027" y="1195"/>
                    <a:pt x="1098" y="1213"/>
                    <a:pt x="1168" y="1213"/>
                  </a:cubicBezTo>
                  <a:cubicBezTo>
                    <a:pt x="1307" y="1213"/>
                    <a:pt x="1439" y="1141"/>
                    <a:pt x="1510" y="1015"/>
                  </a:cubicBezTo>
                  <a:cubicBezTo>
                    <a:pt x="1628" y="816"/>
                    <a:pt x="1558" y="572"/>
                    <a:pt x="1370" y="454"/>
                  </a:cubicBezTo>
                  <a:lnTo>
                    <a:pt x="668" y="56"/>
                  </a:lnTo>
                  <a:cubicBezTo>
                    <a:pt x="603" y="18"/>
                    <a:pt x="533" y="1"/>
                    <a:pt x="4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  <p:sp>
          <p:nvSpPr>
            <p:cNvPr id="865" name="Google Shape;865;p36"/>
            <p:cNvSpPr/>
            <p:nvPr/>
          </p:nvSpPr>
          <p:spPr>
            <a:xfrm>
              <a:off x="7063138" y="1675775"/>
              <a:ext cx="40700" cy="30350"/>
            </a:xfrm>
            <a:custGeom>
              <a:rect l="l" t="t" r="r" b="b"/>
              <a:pathLst>
                <a:path w="1628" h="1214" extrusionOk="0">
                  <a:moveTo>
                    <a:pt x="1165" y="1"/>
                  </a:moveTo>
                  <a:cubicBezTo>
                    <a:pt x="1096" y="1"/>
                    <a:pt x="1026" y="18"/>
                    <a:pt x="960" y="52"/>
                  </a:cubicBezTo>
                  <a:lnTo>
                    <a:pt x="259" y="462"/>
                  </a:lnTo>
                  <a:cubicBezTo>
                    <a:pt x="71" y="565"/>
                    <a:pt x="1" y="823"/>
                    <a:pt x="118" y="1011"/>
                  </a:cubicBezTo>
                  <a:cubicBezTo>
                    <a:pt x="190" y="1145"/>
                    <a:pt x="323" y="1214"/>
                    <a:pt x="463" y="1214"/>
                  </a:cubicBezTo>
                  <a:cubicBezTo>
                    <a:pt x="532" y="1214"/>
                    <a:pt x="602" y="1197"/>
                    <a:pt x="668" y="1163"/>
                  </a:cubicBezTo>
                  <a:lnTo>
                    <a:pt x="1370" y="753"/>
                  </a:lnTo>
                  <a:cubicBezTo>
                    <a:pt x="1558" y="649"/>
                    <a:pt x="1628" y="403"/>
                    <a:pt x="1510" y="203"/>
                  </a:cubicBezTo>
                  <a:cubicBezTo>
                    <a:pt x="1438" y="70"/>
                    <a:pt x="1305" y="1"/>
                    <a:pt x="116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defPPr>
              <a:lvl1pPr marR="0" lvl="0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866" name="Google Shape;866;p36"/>
          <p:cNvSpPr/>
          <p:nvPr/>
        </p:nvSpPr>
        <p:spPr>
          <a:xfrm>
            <a:off x="1255900" y="1066250"/>
            <a:ext cx="345150" cy="345150"/>
          </a:xfrm>
          <a:custGeom>
            <a:rect l="l" t="t" r="r" b="b"/>
            <a:pathLst>
              <a:path w="13805" h="13805" extrusionOk="0">
                <a:moveTo>
                  <a:pt x="2023" y="808"/>
                </a:moveTo>
                <a:cubicBezTo>
                  <a:pt x="2688" y="808"/>
                  <a:pt x="3238" y="1358"/>
                  <a:pt x="3238" y="2023"/>
                </a:cubicBezTo>
                <a:cubicBezTo>
                  <a:pt x="3238" y="2691"/>
                  <a:pt x="2688" y="3238"/>
                  <a:pt x="2023" y="3238"/>
                </a:cubicBezTo>
                <a:cubicBezTo>
                  <a:pt x="1355" y="3238"/>
                  <a:pt x="808" y="2691"/>
                  <a:pt x="808" y="2023"/>
                </a:cubicBezTo>
                <a:cubicBezTo>
                  <a:pt x="808" y="1358"/>
                  <a:pt x="1355" y="808"/>
                  <a:pt x="2023" y="808"/>
                </a:cubicBezTo>
                <a:close/>
                <a:moveTo>
                  <a:pt x="11783" y="808"/>
                </a:moveTo>
                <a:cubicBezTo>
                  <a:pt x="12450" y="808"/>
                  <a:pt x="12997" y="1358"/>
                  <a:pt x="12997" y="2023"/>
                </a:cubicBezTo>
                <a:cubicBezTo>
                  <a:pt x="12997" y="2691"/>
                  <a:pt x="12450" y="3238"/>
                  <a:pt x="11783" y="3238"/>
                </a:cubicBezTo>
                <a:cubicBezTo>
                  <a:pt x="11118" y="3238"/>
                  <a:pt x="10568" y="2691"/>
                  <a:pt x="10568" y="2023"/>
                </a:cubicBezTo>
                <a:cubicBezTo>
                  <a:pt x="10568" y="1358"/>
                  <a:pt x="11118" y="808"/>
                  <a:pt x="11783" y="808"/>
                </a:cubicBezTo>
                <a:close/>
                <a:moveTo>
                  <a:pt x="6896" y="5681"/>
                </a:moveTo>
                <a:cubicBezTo>
                  <a:pt x="7353" y="5681"/>
                  <a:pt x="7715" y="6043"/>
                  <a:pt x="7715" y="6500"/>
                </a:cubicBezTo>
                <a:cubicBezTo>
                  <a:pt x="7715" y="6944"/>
                  <a:pt x="7353" y="7305"/>
                  <a:pt x="6896" y="7305"/>
                </a:cubicBezTo>
                <a:cubicBezTo>
                  <a:pt x="6452" y="7305"/>
                  <a:pt x="6091" y="6944"/>
                  <a:pt x="6091" y="6500"/>
                </a:cubicBezTo>
                <a:cubicBezTo>
                  <a:pt x="6091" y="6043"/>
                  <a:pt x="6452" y="5681"/>
                  <a:pt x="6896" y="5681"/>
                </a:cubicBezTo>
                <a:close/>
                <a:moveTo>
                  <a:pt x="6896" y="4068"/>
                </a:moveTo>
                <a:cubicBezTo>
                  <a:pt x="8464" y="4068"/>
                  <a:pt x="9737" y="5342"/>
                  <a:pt x="9737" y="6899"/>
                </a:cubicBezTo>
                <a:cubicBezTo>
                  <a:pt x="9737" y="7471"/>
                  <a:pt x="9561" y="8007"/>
                  <a:pt x="9269" y="8453"/>
                </a:cubicBezTo>
                <a:cubicBezTo>
                  <a:pt x="9059" y="7996"/>
                  <a:pt x="8674" y="7634"/>
                  <a:pt x="8206" y="7446"/>
                </a:cubicBezTo>
                <a:cubicBezTo>
                  <a:pt x="8405" y="7179"/>
                  <a:pt x="8523" y="6851"/>
                  <a:pt x="8523" y="6500"/>
                </a:cubicBezTo>
                <a:cubicBezTo>
                  <a:pt x="8523" y="5600"/>
                  <a:pt x="7796" y="4876"/>
                  <a:pt x="6896" y="4876"/>
                </a:cubicBezTo>
                <a:cubicBezTo>
                  <a:pt x="6009" y="4876"/>
                  <a:pt x="5283" y="5600"/>
                  <a:pt x="5283" y="6500"/>
                </a:cubicBezTo>
                <a:cubicBezTo>
                  <a:pt x="5283" y="6851"/>
                  <a:pt x="5400" y="7179"/>
                  <a:pt x="5600" y="7446"/>
                </a:cubicBezTo>
                <a:cubicBezTo>
                  <a:pt x="5131" y="7634"/>
                  <a:pt x="4747" y="7996"/>
                  <a:pt x="4536" y="8453"/>
                </a:cubicBezTo>
                <a:cubicBezTo>
                  <a:pt x="4245" y="8007"/>
                  <a:pt x="4068" y="7471"/>
                  <a:pt x="4068" y="6899"/>
                </a:cubicBezTo>
                <a:cubicBezTo>
                  <a:pt x="4068" y="5342"/>
                  <a:pt x="5342" y="4068"/>
                  <a:pt x="6896" y="4068"/>
                </a:cubicBezTo>
                <a:close/>
                <a:moveTo>
                  <a:pt x="7457" y="8113"/>
                </a:moveTo>
                <a:cubicBezTo>
                  <a:pt x="8054" y="8113"/>
                  <a:pt x="8556" y="8557"/>
                  <a:pt x="8638" y="9129"/>
                </a:cubicBezTo>
                <a:cubicBezTo>
                  <a:pt x="8158" y="9505"/>
                  <a:pt x="7552" y="9726"/>
                  <a:pt x="6896" y="9726"/>
                </a:cubicBezTo>
                <a:cubicBezTo>
                  <a:pt x="6242" y="9726"/>
                  <a:pt x="5647" y="9505"/>
                  <a:pt x="5168" y="9129"/>
                </a:cubicBezTo>
                <a:cubicBezTo>
                  <a:pt x="5249" y="8557"/>
                  <a:pt x="5740" y="8113"/>
                  <a:pt x="6349" y="8113"/>
                </a:cubicBezTo>
                <a:close/>
                <a:moveTo>
                  <a:pt x="2023" y="10568"/>
                </a:moveTo>
                <a:cubicBezTo>
                  <a:pt x="2688" y="10568"/>
                  <a:pt x="3238" y="11107"/>
                  <a:pt x="3238" y="11783"/>
                </a:cubicBezTo>
                <a:cubicBezTo>
                  <a:pt x="3238" y="12450"/>
                  <a:pt x="2688" y="13000"/>
                  <a:pt x="2023" y="13000"/>
                </a:cubicBezTo>
                <a:cubicBezTo>
                  <a:pt x="1355" y="13000"/>
                  <a:pt x="808" y="12450"/>
                  <a:pt x="808" y="11783"/>
                </a:cubicBezTo>
                <a:cubicBezTo>
                  <a:pt x="808" y="11107"/>
                  <a:pt x="1355" y="10568"/>
                  <a:pt x="2023" y="10568"/>
                </a:cubicBezTo>
                <a:close/>
                <a:moveTo>
                  <a:pt x="11783" y="10568"/>
                </a:moveTo>
                <a:cubicBezTo>
                  <a:pt x="12450" y="10568"/>
                  <a:pt x="12997" y="11107"/>
                  <a:pt x="12997" y="11783"/>
                </a:cubicBezTo>
                <a:cubicBezTo>
                  <a:pt x="12997" y="12450"/>
                  <a:pt x="12450" y="13000"/>
                  <a:pt x="11783" y="13000"/>
                </a:cubicBezTo>
                <a:cubicBezTo>
                  <a:pt x="11118" y="13000"/>
                  <a:pt x="10568" y="12450"/>
                  <a:pt x="10568" y="11783"/>
                </a:cubicBezTo>
                <a:cubicBezTo>
                  <a:pt x="10568" y="11107"/>
                  <a:pt x="11118" y="10568"/>
                  <a:pt x="11783" y="10568"/>
                </a:cubicBezTo>
                <a:close/>
                <a:moveTo>
                  <a:pt x="2023" y="0"/>
                </a:moveTo>
                <a:cubicBezTo>
                  <a:pt x="912" y="0"/>
                  <a:pt x="0" y="901"/>
                  <a:pt x="0" y="2023"/>
                </a:cubicBezTo>
                <a:cubicBezTo>
                  <a:pt x="0" y="3134"/>
                  <a:pt x="912" y="4046"/>
                  <a:pt x="2023" y="4046"/>
                </a:cubicBezTo>
                <a:cubicBezTo>
                  <a:pt x="2432" y="4046"/>
                  <a:pt x="2817" y="3917"/>
                  <a:pt x="3134" y="3706"/>
                </a:cubicBezTo>
                <a:lnTo>
                  <a:pt x="4057" y="4629"/>
                </a:lnTo>
                <a:cubicBezTo>
                  <a:pt x="3566" y="5249"/>
                  <a:pt x="3263" y="6043"/>
                  <a:pt x="3263" y="6899"/>
                </a:cubicBezTo>
                <a:cubicBezTo>
                  <a:pt x="3263" y="7763"/>
                  <a:pt x="3566" y="8545"/>
                  <a:pt x="4057" y="9165"/>
                </a:cubicBezTo>
                <a:lnTo>
                  <a:pt x="3134" y="10088"/>
                </a:lnTo>
                <a:cubicBezTo>
                  <a:pt x="2817" y="9878"/>
                  <a:pt x="2432" y="9760"/>
                  <a:pt x="2023" y="9760"/>
                </a:cubicBezTo>
                <a:cubicBezTo>
                  <a:pt x="912" y="9760"/>
                  <a:pt x="0" y="10661"/>
                  <a:pt x="0" y="11783"/>
                </a:cubicBezTo>
                <a:cubicBezTo>
                  <a:pt x="0" y="12894"/>
                  <a:pt x="912" y="13805"/>
                  <a:pt x="2023" y="13805"/>
                </a:cubicBezTo>
                <a:cubicBezTo>
                  <a:pt x="3134" y="13805"/>
                  <a:pt x="4045" y="12894"/>
                  <a:pt x="4045" y="11783"/>
                </a:cubicBezTo>
                <a:cubicBezTo>
                  <a:pt x="4045" y="11373"/>
                  <a:pt x="3916" y="10989"/>
                  <a:pt x="3706" y="10661"/>
                </a:cubicBezTo>
                <a:lnTo>
                  <a:pt x="4629" y="9738"/>
                </a:lnTo>
                <a:cubicBezTo>
                  <a:pt x="5249" y="10240"/>
                  <a:pt x="6043" y="10546"/>
                  <a:pt x="6896" y="10546"/>
                </a:cubicBezTo>
                <a:cubicBezTo>
                  <a:pt x="7763" y="10546"/>
                  <a:pt x="8545" y="10240"/>
                  <a:pt x="9176" y="9738"/>
                </a:cubicBezTo>
                <a:lnTo>
                  <a:pt x="10099" y="10661"/>
                </a:lnTo>
                <a:cubicBezTo>
                  <a:pt x="9878" y="10989"/>
                  <a:pt x="9760" y="11373"/>
                  <a:pt x="9760" y="11783"/>
                </a:cubicBezTo>
                <a:cubicBezTo>
                  <a:pt x="9760" y="12894"/>
                  <a:pt x="10660" y="13805"/>
                  <a:pt x="11783" y="13805"/>
                </a:cubicBezTo>
                <a:cubicBezTo>
                  <a:pt x="12893" y="13805"/>
                  <a:pt x="13805" y="12894"/>
                  <a:pt x="13805" y="11783"/>
                </a:cubicBezTo>
                <a:cubicBezTo>
                  <a:pt x="13805" y="10661"/>
                  <a:pt x="12893" y="9760"/>
                  <a:pt x="11783" y="9760"/>
                </a:cubicBezTo>
                <a:cubicBezTo>
                  <a:pt x="11373" y="9760"/>
                  <a:pt x="10989" y="9878"/>
                  <a:pt x="10672" y="10088"/>
                </a:cubicBezTo>
                <a:lnTo>
                  <a:pt x="9749" y="9165"/>
                </a:lnTo>
                <a:cubicBezTo>
                  <a:pt x="10240" y="8545"/>
                  <a:pt x="10543" y="7763"/>
                  <a:pt x="10543" y="6899"/>
                </a:cubicBezTo>
                <a:cubicBezTo>
                  <a:pt x="10543" y="6043"/>
                  <a:pt x="10240" y="5249"/>
                  <a:pt x="9749" y="4629"/>
                </a:cubicBezTo>
                <a:lnTo>
                  <a:pt x="10672" y="3706"/>
                </a:lnTo>
                <a:cubicBezTo>
                  <a:pt x="10989" y="3917"/>
                  <a:pt x="11373" y="4046"/>
                  <a:pt x="11783" y="4046"/>
                </a:cubicBezTo>
                <a:cubicBezTo>
                  <a:pt x="12893" y="4046"/>
                  <a:pt x="13805" y="3134"/>
                  <a:pt x="13805" y="2023"/>
                </a:cubicBezTo>
                <a:cubicBezTo>
                  <a:pt x="13805" y="901"/>
                  <a:pt x="12893" y="0"/>
                  <a:pt x="11783" y="0"/>
                </a:cubicBezTo>
                <a:cubicBezTo>
                  <a:pt x="10660" y="0"/>
                  <a:pt x="9760" y="901"/>
                  <a:pt x="9760" y="2023"/>
                </a:cubicBezTo>
                <a:cubicBezTo>
                  <a:pt x="9760" y="2433"/>
                  <a:pt x="9878" y="2817"/>
                  <a:pt x="10099" y="3134"/>
                </a:cubicBezTo>
                <a:lnTo>
                  <a:pt x="9176" y="4057"/>
                </a:lnTo>
                <a:cubicBezTo>
                  <a:pt x="8545" y="3555"/>
                  <a:pt x="7763" y="3263"/>
                  <a:pt x="6896" y="3263"/>
                </a:cubicBezTo>
                <a:cubicBezTo>
                  <a:pt x="6043" y="3263"/>
                  <a:pt x="5249" y="3555"/>
                  <a:pt x="4629" y="4057"/>
                </a:cubicBezTo>
                <a:lnTo>
                  <a:pt x="3706" y="3134"/>
                </a:lnTo>
                <a:cubicBezTo>
                  <a:pt x="3916" y="2817"/>
                  <a:pt x="4045" y="2433"/>
                  <a:pt x="4045" y="2023"/>
                </a:cubicBezTo>
                <a:cubicBezTo>
                  <a:pt x="4045" y="901"/>
                  <a:pt x="3134" y="0"/>
                  <a:pt x="2023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defPPr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02.14"/>
  <p:tag name="AS_TITLE" val="Aspose.Slides for .NET Standard 2.0"/>
  <p:tag name="AS_VERSION" val="24.2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FFFFFF"/>
      </a:dk1>
      <a:lt1>
        <a:srgbClr val="00CADA"/>
      </a:lt1>
      <a:dk2>
        <a:srgbClr val="110E24"/>
      </a:dk2>
      <a:lt2>
        <a:srgbClr val="46406B"/>
      </a:lt2>
      <a:accent1>
        <a:srgbClr val="69639C"/>
      </a:accent1>
      <a:accent2>
        <a:srgbClr val="AFAFB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13</Paragraphs>
  <Slides>1</Slides>
  <Notes>1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10">
      <vt:lpstr>Arial</vt:lpstr>
      <vt:lpstr>Calibri</vt:lpstr>
      <vt:lpstr>Raleway Black</vt:lpstr>
      <vt:lpstr>Raleway</vt:lpstr>
      <vt:lpstr>Hanken Grotesk</vt:lpstr>
      <vt:lpstr>Raleway ExtraBold</vt:lpstr>
      <vt:lpstr>Nunito Light</vt:lpstr>
      <vt:lpstr>Open Sans</vt:lpstr>
      <vt:lpstr>Office Theme</vt:lpstr>
      <vt:lpstr>[КЛЮЧЕВЫЕ ТЕЗИСЫ / ПРЕИМУЩЕСТВА]</vt:lpstr>
    </vt:vector>
  </TitlesOfParts>
  <LinksUpToDate>0</LinksUpToDate>
  <SharedDoc>0</SharedDoc>
  <HyperlinksChanged>0</HyperlinksChanged>
  <Application>Aspose.Slides for .NET</Application>
  <AppVersion>24.0200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2026-08-03T14:31:47.570</cp:lastPrinted>
  <dcterms:created xsi:type="dcterms:W3CDTF">2026-08-03T14:31:47Z</dcterms:created>
  <dcterms:modified xsi:type="dcterms:W3CDTF">2026-08-03T14:31:47Z</dcterms:modified>
</cp:coreProperties>
</file>