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29"/>
        <p:cNvGrpSpPr/>
        <p:nvPr/>
      </p:nvGrpSpPr>
      <p:grpSpPr>
        <a:xfrm>
          <a:off x="0" y="0"/>
          <a:ext cx="0" cy="0"/>
        </a:xfrm>
      </p:grpSpPr>
      <p:sp>
        <p:nvSpPr>
          <p:cNvPr id="830" name="Google Shape;830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E02C343-12EC-4FAF-A817-1BDD366B2B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6E7E8B3-FB4A-4730-BAA3-5B9ECBB5487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F0829B9-3BE9-4726-8E5C-BD24719F3C2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851892A-E010-4403-BFB1-4B937D122B0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DF80B6C1-AC43-4C48-804E-D4D068D6AA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CB3953F-22BE-40B5-A634-636A990016F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3E47A67-9E23-4D36-AD25-9764B51D6F6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DBF6351-B58C-4157-A52E-BC8EC8BF9F8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C10EFD6-03EC-4B02-8A7F-1418B0A95CA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17B5865-26D6-4BBB-BD5A-D335E671A04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52AA680-E93A-4AB1-9CCD-B5255FB047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2"/>
        <p:cNvGrpSpPr/>
        <p:nvPr/>
      </p:nvGrpSpPr>
      <p:grpSpPr>
        <a:xfrm>
          <a:off x="0" y="0"/>
          <a:ext cx="0" cy="0"/>
        </a:xfrm>
      </p:grpSpPr>
      <p:sp>
        <p:nvSpPr>
          <p:cNvPr id="833" name="Google Shape;833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ea typeface="Open Sans"/>
                <a:cs typeface="Arial"/>
              </a:rPr>
              <a:t>[КЛЮЧЕВЫЕ ТЕЗИСЫ / ПРЕИМУЩЕСТВА]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34" name="Google Shape;834;p36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8" name="Google Shape;838;p36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39" name="Google Shape;839;p36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[ЗАГОЛОВОК]</a:t>
            </a:r>
          </a:p>
        </p:txBody>
      </p:sp>
      <p:sp>
        <p:nvSpPr>
          <p:cNvPr id="840" name="Google Shape;840;p36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1" name="Google Shape;841;p36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grpSp>
        <p:nvGrpSpPr>
          <p:cNvPr id="846" name="Google Shape;846;p36"/>
          <p:cNvGrpSpPr/>
          <p:nvPr/>
        </p:nvGrpSpPr>
        <p:grpSpPr>
          <a:xfrm>
            <a:off x="3653713" y="2760888"/>
            <a:ext cx="345150" cy="345075"/>
            <a:chOff x="7036288" y="2118050"/>
            <a:chExt cx="345150" cy="345075"/>
          </a:xfrm>
        </p:grpSpPr>
        <p:sp>
          <p:nvSpPr>
            <p:cNvPr id="847" name="Google Shape;847;p36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48" name="Google Shape;848;p36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49" name="Google Shape;849;p36"/>
          <p:cNvGrpSpPr/>
          <p:nvPr/>
        </p:nvGrpSpPr>
        <p:grpSpPr>
          <a:xfrm>
            <a:off x="6051525" y="2760800"/>
            <a:ext cx="346000" cy="345250"/>
            <a:chOff x="7773588" y="2117875"/>
            <a:chExt cx="346000" cy="345250"/>
          </a:xfrm>
        </p:grpSpPr>
        <p:sp>
          <p:nvSpPr>
            <p:cNvPr id="850" name="Google Shape;850;p36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1" name="Google Shape;851;p36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52" name="Google Shape;852;p36"/>
          <p:cNvSpPr/>
          <p:nvPr/>
        </p:nvSpPr>
        <p:spPr>
          <a:xfrm>
            <a:off x="1255725" y="2760888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853" name="Google Shape;853;p36"/>
          <p:cNvGrpSpPr/>
          <p:nvPr/>
        </p:nvGrpSpPr>
        <p:grpSpPr>
          <a:xfrm>
            <a:off x="6051525" y="1066250"/>
            <a:ext cx="345150" cy="345150"/>
            <a:chOff x="7783763" y="1564575"/>
            <a:chExt cx="345150" cy="345150"/>
          </a:xfrm>
        </p:grpSpPr>
        <p:sp>
          <p:nvSpPr>
            <p:cNvPr id="854" name="Google Shape;854;p36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5" name="Google Shape;855;p36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57" name="Google Shape;857;p36"/>
          <p:cNvGrpSpPr/>
          <p:nvPr/>
        </p:nvGrpSpPr>
        <p:grpSpPr>
          <a:xfrm>
            <a:off x="3652100" y="1066250"/>
            <a:ext cx="348375" cy="345150"/>
            <a:chOff x="7007038" y="1564575"/>
            <a:chExt cx="348375" cy="345150"/>
          </a:xfrm>
        </p:grpSpPr>
        <p:sp>
          <p:nvSpPr>
            <p:cNvPr id="858" name="Google Shape;858;p36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9" name="Google Shape;859;p36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0" name="Google Shape;860;p36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2" name="Google Shape;862;p36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3" name="Google Shape;863;p36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4" name="Google Shape;864;p36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5" name="Google Shape;865;p36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66" name="Google Shape;866;p36"/>
          <p:cNvSpPr/>
          <p:nvPr/>
        </p:nvSpPr>
        <p:spPr>
          <a:xfrm>
            <a:off x="1255900" y="1066250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[КЛЮЧЕВЫЕ ТЕЗИСЫ / ПРЕИМУЩЕСТВА]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2026-07-13T08:41:45.339</cp:lastPrinted>
  <dcterms:created xsi:type="dcterms:W3CDTF">2026-07-13T15:41:45Z</dcterms:created>
  <dcterms:modified xsi:type="dcterms:W3CDTF">2026-07-13T15:41:45Z</dcterms:modified>
</cp:coreProperties>
</file>