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1249"/>
        <p:cNvGrpSpPr/>
        <p:nvPr/>
      </p:nvGrpSpPr>
      <p:grpSpPr>
        <a:xfrm>
          <a:off x="0" y="0"/>
          <a:ext cx="0" cy="0"/>
        </a:xfrm>
      </p:grpSpPr>
      <p:sp>
        <p:nvSpPr>
          <p:cNvPr id="1250" name="Google Shape;1250;g2574187ba6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2574187ba6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1F0FB1D-765F-45EF-AAA1-A2733BC5DD9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C6693FF-7F6A-4543-8DA2-55DA6F24F3A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FAF9BBA-53AF-40FD-A97F-AEE7AF9BBBD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FF10985-BC5A-4A73-A07F-FA9A34263B9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83B0073E-1355-452F-93DC-555DF3AAB7B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9A2B1A15-1C58-4614-A79A-284D1581261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0EBBB44C-84B1-450D-8522-2F6A6AE8840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AB7BD33-2274-47AC-943C-F652E7836B9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C40ED01-9BEC-4E9C-AEB8-983CF02A71C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384B2B1-6FF7-4082-AFA7-E749F752D09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CDBD980-24B7-493D-9833-BCB586AB80E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1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1252"/>
        <p:cNvGrpSpPr/>
        <p:nvPr/>
      </p:nvGrpSpPr>
      <p:grpSpPr>
        <a:xfrm>
          <a:off x="0" y="0"/>
          <a:ext cx="0" cy="0"/>
        </a:xfrm>
      </p:grpSpPr>
      <p:grpSp>
        <p:nvGrpSpPr>
          <p:cNvPr id="1254" name="Google Shape;1254;p48"/>
          <p:cNvGrpSpPr/>
          <p:nvPr/>
        </p:nvGrpSpPr>
        <p:grpSpPr>
          <a:xfrm>
            <a:off x="7811838" y="3645575"/>
            <a:ext cx="304525" cy="344000"/>
            <a:chOff x="7794288" y="3797975"/>
            <a:chExt cx="304525" cy="344000"/>
          </a:xfrm>
        </p:grpSpPr>
        <p:sp>
          <p:nvSpPr>
            <p:cNvPr id="1255" name="Google Shape;1255;p48"/>
            <p:cNvSpPr/>
            <p:nvPr/>
          </p:nvSpPr>
          <p:spPr>
            <a:xfrm>
              <a:off x="7815038" y="3797975"/>
              <a:ext cx="263025" cy="344000"/>
            </a:xfrm>
            <a:custGeom>
              <a:rect l="l" t="t" r="r" b="b"/>
              <a:pathLst>
                <a:path w="10521" h="13760" extrusionOk="0">
                  <a:moveTo>
                    <a:pt x="5262" y="772"/>
                  </a:moveTo>
                  <a:cubicBezTo>
                    <a:pt x="5297" y="772"/>
                    <a:pt x="5332" y="772"/>
                    <a:pt x="5367" y="774"/>
                  </a:cubicBezTo>
                  <a:cubicBezTo>
                    <a:pt x="6873" y="818"/>
                    <a:pt x="8091" y="2070"/>
                    <a:pt x="8091" y="3601"/>
                  </a:cubicBezTo>
                  <a:cubicBezTo>
                    <a:pt x="8091" y="4362"/>
                    <a:pt x="7796" y="5063"/>
                    <a:pt x="7261" y="5601"/>
                  </a:cubicBezTo>
                  <a:cubicBezTo>
                    <a:pt x="6722" y="6137"/>
                    <a:pt x="6394" y="6805"/>
                    <a:pt x="6301" y="7506"/>
                  </a:cubicBezTo>
                  <a:lnTo>
                    <a:pt x="5670" y="7506"/>
                  </a:lnTo>
                  <a:lnTo>
                    <a:pt x="5670" y="4841"/>
                  </a:lnTo>
                  <a:lnTo>
                    <a:pt x="6618" y="3893"/>
                  </a:lnTo>
                  <a:cubicBezTo>
                    <a:pt x="6770" y="3742"/>
                    <a:pt x="6781" y="3509"/>
                    <a:pt x="6652" y="3343"/>
                  </a:cubicBezTo>
                  <a:cubicBezTo>
                    <a:pt x="6571" y="3245"/>
                    <a:pt x="6454" y="3195"/>
                    <a:pt x="6338" y="3195"/>
                  </a:cubicBezTo>
                  <a:cubicBezTo>
                    <a:pt x="6235" y="3195"/>
                    <a:pt x="6133" y="3233"/>
                    <a:pt x="6057" y="3310"/>
                  </a:cubicBezTo>
                  <a:lnTo>
                    <a:pt x="5260" y="4103"/>
                  </a:lnTo>
                  <a:lnTo>
                    <a:pt x="4467" y="3310"/>
                  </a:lnTo>
                  <a:cubicBezTo>
                    <a:pt x="4390" y="3233"/>
                    <a:pt x="4289" y="3195"/>
                    <a:pt x="4186" y="3195"/>
                  </a:cubicBezTo>
                  <a:cubicBezTo>
                    <a:pt x="4069" y="3195"/>
                    <a:pt x="3951" y="3245"/>
                    <a:pt x="3869" y="3343"/>
                  </a:cubicBezTo>
                  <a:cubicBezTo>
                    <a:pt x="3729" y="3509"/>
                    <a:pt x="3754" y="3742"/>
                    <a:pt x="3905" y="3893"/>
                  </a:cubicBezTo>
                  <a:lnTo>
                    <a:pt x="4851" y="4841"/>
                  </a:lnTo>
                  <a:lnTo>
                    <a:pt x="4851" y="7506"/>
                  </a:lnTo>
                  <a:lnTo>
                    <a:pt x="4220" y="7506"/>
                  </a:lnTo>
                  <a:cubicBezTo>
                    <a:pt x="4127" y="6805"/>
                    <a:pt x="3799" y="6137"/>
                    <a:pt x="3263" y="5601"/>
                  </a:cubicBezTo>
                  <a:cubicBezTo>
                    <a:pt x="2736" y="5074"/>
                    <a:pt x="2444" y="4384"/>
                    <a:pt x="2433" y="3638"/>
                  </a:cubicBezTo>
                  <a:cubicBezTo>
                    <a:pt x="2411" y="2060"/>
                    <a:pt x="3696" y="772"/>
                    <a:pt x="5262" y="772"/>
                  </a:cubicBezTo>
                  <a:close/>
                  <a:moveTo>
                    <a:pt x="6290" y="8311"/>
                  </a:moveTo>
                  <a:lnTo>
                    <a:pt x="6290" y="9131"/>
                  </a:lnTo>
                  <a:lnTo>
                    <a:pt x="4267" y="9131"/>
                  </a:lnTo>
                  <a:lnTo>
                    <a:pt x="4267" y="8311"/>
                  </a:lnTo>
                  <a:close/>
                  <a:moveTo>
                    <a:pt x="5777" y="9936"/>
                  </a:moveTo>
                  <a:lnTo>
                    <a:pt x="5507" y="10744"/>
                  </a:lnTo>
                  <a:lnTo>
                    <a:pt x="5016" y="10744"/>
                  </a:lnTo>
                  <a:lnTo>
                    <a:pt x="4747" y="9936"/>
                  </a:lnTo>
                  <a:close/>
                  <a:moveTo>
                    <a:pt x="3894" y="9936"/>
                  </a:moveTo>
                  <a:lnTo>
                    <a:pt x="4304" y="11164"/>
                  </a:lnTo>
                  <a:lnTo>
                    <a:pt x="3858" y="12951"/>
                  </a:lnTo>
                  <a:lnTo>
                    <a:pt x="808" y="12951"/>
                  </a:lnTo>
                  <a:cubicBezTo>
                    <a:pt x="820" y="11293"/>
                    <a:pt x="2175" y="9936"/>
                    <a:pt x="3847" y="9936"/>
                  </a:cubicBezTo>
                  <a:close/>
                  <a:moveTo>
                    <a:pt x="5482" y="11549"/>
                  </a:moveTo>
                  <a:lnTo>
                    <a:pt x="5821" y="12951"/>
                  </a:lnTo>
                  <a:lnTo>
                    <a:pt x="4699" y="12951"/>
                  </a:lnTo>
                  <a:lnTo>
                    <a:pt x="5039" y="11549"/>
                  </a:lnTo>
                  <a:close/>
                  <a:moveTo>
                    <a:pt x="6674" y="9936"/>
                  </a:moveTo>
                  <a:cubicBezTo>
                    <a:pt x="8346" y="9936"/>
                    <a:pt x="9704" y="11293"/>
                    <a:pt x="9704" y="12951"/>
                  </a:cubicBezTo>
                  <a:lnTo>
                    <a:pt x="6652" y="12951"/>
                  </a:lnTo>
                  <a:lnTo>
                    <a:pt x="6220" y="11164"/>
                  </a:lnTo>
                  <a:lnTo>
                    <a:pt x="6629" y="9936"/>
                  </a:lnTo>
                  <a:close/>
                  <a:moveTo>
                    <a:pt x="5250" y="1"/>
                  </a:moveTo>
                  <a:cubicBezTo>
                    <a:pt x="3264" y="1"/>
                    <a:pt x="1650" y="1625"/>
                    <a:pt x="1650" y="3613"/>
                  </a:cubicBezTo>
                  <a:cubicBezTo>
                    <a:pt x="1650" y="4572"/>
                    <a:pt x="2023" y="5484"/>
                    <a:pt x="2713" y="6174"/>
                  </a:cubicBezTo>
                  <a:cubicBezTo>
                    <a:pt x="3193" y="6639"/>
                    <a:pt x="3448" y="7259"/>
                    <a:pt x="3448" y="7891"/>
                  </a:cubicBezTo>
                  <a:lnTo>
                    <a:pt x="3448" y="9142"/>
                  </a:lnTo>
                  <a:cubicBezTo>
                    <a:pt x="1521" y="9352"/>
                    <a:pt x="0" y="10988"/>
                    <a:pt x="0" y="12965"/>
                  </a:cubicBezTo>
                  <a:lnTo>
                    <a:pt x="0" y="13361"/>
                  </a:lnTo>
                  <a:cubicBezTo>
                    <a:pt x="0" y="13583"/>
                    <a:pt x="188" y="13759"/>
                    <a:pt x="410" y="13759"/>
                  </a:cubicBezTo>
                  <a:lnTo>
                    <a:pt x="10111" y="13759"/>
                  </a:lnTo>
                  <a:cubicBezTo>
                    <a:pt x="10335" y="13759"/>
                    <a:pt x="10520" y="13583"/>
                    <a:pt x="10520" y="13361"/>
                  </a:cubicBezTo>
                  <a:lnTo>
                    <a:pt x="10520" y="12965"/>
                  </a:lnTo>
                  <a:cubicBezTo>
                    <a:pt x="10520" y="10988"/>
                    <a:pt x="9003" y="9352"/>
                    <a:pt x="7061" y="9142"/>
                  </a:cubicBezTo>
                  <a:lnTo>
                    <a:pt x="7061" y="7891"/>
                  </a:lnTo>
                  <a:cubicBezTo>
                    <a:pt x="7061" y="7259"/>
                    <a:pt x="7331" y="6639"/>
                    <a:pt x="7810" y="6174"/>
                  </a:cubicBezTo>
                  <a:cubicBezTo>
                    <a:pt x="8523" y="5461"/>
                    <a:pt x="8907" y="4502"/>
                    <a:pt x="8874" y="3483"/>
                  </a:cubicBezTo>
                  <a:cubicBezTo>
                    <a:pt x="8804" y="1579"/>
                    <a:pt x="7261" y="47"/>
                    <a:pt x="5356" y="2"/>
                  </a:cubicBezTo>
                  <a:cubicBezTo>
                    <a:pt x="5320" y="1"/>
                    <a:pt x="5285" y="1"/>
                    <a:pt x="52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56" name="Google Shape;1256;p48"/>
            <p:cNvSpPr/>
            <p:nvPr/>
          </p:nvSpPr>
          <p:spPr>
            <a:xfrm>
              <a:off x="8056988" y="3877750"/>
              <a:ext cx="41825" cy="20225"/>
            </a:xfrm>
            <a:custGeom>
              <a:rect l="l" t="t" r="r" b="b"/>
              <a:pathLst>
                <a:path w="1672" h="809" extrusionOk="0">
                  <a:moveTo>
                    <a:pt x="447" y="1"/>
                  </a:moveTo>
                  <a:cubicBezTo>
                    <a:pt x="236" y="1"/>
                    <a:pt x="60" y="152"/>
                    <a:pt x="37" y="363"/>
                  </a:cubicBezTo>
                  <a:cubicBezTo>
                    <a:pt x="1" y="609"/>
                    <a:pt x="200" y="809"/>
                    <a:pt x="433" y="809"/>
                  </a:cubicBezTo>
                  <a:lnTo>
                    <a:pt x="1230" y="809"/>
                  </a:lnTo>
                  <a:cubicBezTo>
                    <a:pt x="1440" y="809"/>
                    <a:pt x="1625" y="657"/>
                    <a:pt x="1650" y="458"/>
                  </a:cubicBezTo>
                  <a:cubicBezTo>
                    <a:pt x="1673" y="211"/>
                    <a:pt x="1485" y="1"/>
                    <a:pt x="12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57" name="Google Shape;1257;p48"/>
            <p:cNvSpPr/>
            <p:nvPr/>
          </p:nvSpPr>
          <p:spPr>
            <a:xfrm>
              <a:off x="8042688" y="3817350"/>
              <a:ext cx="40625" cy="30325"/>
            </a:xfrm>
            <a:custGeom>
              <a:rect l="l" t="t" r="r" b="b"/>
              <a:pathLst>
                <a:path w="1625" h="1213" extrusionOk="0">
                  <a:moveTo>
                    <a:pt x="1169" y="0"/>
                  </a:moveTo>
                  <a:cubicBezTo>
                    <a:pt x="1102" y="0"/>
                    <a:pt x="1033" y="19"/>
                    <a:pt x="971" y="57"/>
                  </a:cubicBezTo>
                  <a:lnTo>
                    <a:pt x="270" y="453"/>
                  </a:lnTo>
                  <a:cubicBezTo>
                    <a:pt x="71" y="571"/>
                    <a:pt x="1" y="815"/>
                    <a:pt x="118" y="1014"/>
                  </a:cubicBezTo>
                  <a:cubicBezTo>
                    <a:pt x="195" y="1139"/>
                    <a:pt x="330" y="1212"/>
                    <a:pt x="467" y="1212"/>
                  </a:cubicBezTo>
                  <a:cubicBezTo>
                    <a:pt x="536" y="1212"/>
                    <a:pt x="605" y="1194"/>
                    <a:pt x="668" y="1154"/>
                  </a:cubicBezTo>
                  <a:lnTo>
                    <a:pt x="1370" y="759"/>
                  </a:lnTo>
                  <a:cubicBezTo>
                    <a:pt x="1566" y="641"/>
                    <a:pt x="1625" y="394"/>
                    <a:pt x="1521" y="209"/>
                  </a:cubicBezTo>
                  <a:cubicBezTo>
                    <a:pt x="1442" y="76"/>
                    <a:pt x="1307" y="0"/>
                    <a:pt x="11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58" name="Google Shape;1258;p48"/>
            <p:cNvSpPr/>
            <p:nvPr/>
          </p:nvSpPr>
          <p:spPr>
            <a:xfrm>
              <a:off x="8042688" y="3928550"/>
              <a:ext cx="40625" cy="30425"/>
            </a:xfrm>
            <a:custGeom>
              <a:rect l="l" t="t" r="r" b="b"/>
              <a:pathLst>
                <a:path w="1625" h="1217" extrusionOk="0">
                  <a:moveTo>
                    <a:pt x="477" y="0"/>
                  </a:moveTo>
                  <a:cubicBezTo>
                    <a:pt x="336" y="0"/>
                    <a:pt x="197" y="74"/>
                    <a:pt x="118" y="202"/>
                  </a:cubicBezTo>
                  <a:cubicBezTo>
                    <a:pt x="1" y="401"/>
                    <a:pt x="71" y="645"/>
                    <a:pt x="270" y="752"/>
                  </a:cubicBezTo>
                  <a:lnTo>
                    <a:pt x="971" y="1161"/>
                  </a:lnTo>
                  <a:cubicBezTo>
                    <a:pt x="1033" y="1199"/>
                    <a:pt x="1100" y="1217"/>
                    <a:pt x="1168" y="1217"/>
                  </a:cubicBezTo>
                  <a:cubicBezTo>
                    <a:pt x="1306" y="1217"/>
                    <a:pt x="1442" y="1142"/>
                    <a:pt x="1521" y="1010"/>
                  </a:cubicBezTo>
                  <a:cubicBezTo>
                    <a:pt x="1625" y="822"/>
                    <a:pt x="1566" y="575"/>
                    <a:pt x="1370" y="460"/>
                  </a:cubicBezTo>
                  <a:lnTo>
                    <a:pt x="668" y="50"/>
                  </a:lnTo>
                  <a:cubicBezTo>
                    <a:pt x="608" y="16"/>
                    <a:pt x="542" y="0"/>
                    <a:pt x="4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59" name="Google Shape;1259;p48"/>
            <p:cNvSpPr/>
            <p:nvPr/>
          </p:nvSpPr>
          <p:spPr>
            <a:xfrm>
              <a:off x="7794288" y="3877750"/>
              <a:ext cx="41525" cy="20225"/>
            </a:xfrm>
            <a:custGeom>
              <a:rect l="l" t="t" r="r" b="b"/>
              <a:pathLst>
                <a:path w="1661" h="809" extrusionOk="0">
                  <a:moveTo>
                    <a:pt x="435" y="1"/>
                  </a:moveTo>
                  <a:cubicBezTo>
                    <a:pt x="236" y="1"/>
                    <a:pt x="48" y="152"/>
                    <a:pt x="25" y="363"/>
                  </a:cubicBezTo>
                  <a:cubicBezTo>
                    <a:pt x="0" y="609"/>
                    <a:pt x="188" y="809"/>
                    <a:pt x="435" y="809"/>
                  </a:cubicBezTo>
                  <a:lnTo>
                    <a:pt x="1240" y="809"/>
                  </a:lnTo>
                  <a:cubicBezTo>
                    <a:pt x="1473" y="809"/>
                    <a:pt x="1661" y="609"/>
                    <a:pt x="1638" y="363"/>
                  </a:cubicBezTo>
                  <a:cubicBezTo>
                    <a:pt x="1613" y="152"/>
                    <a:pt x="1439" y="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60" name="Google Shape;1260;p48"/>
            <p:cNvSpPr/>
            <p:nvPr/>
          </p:nvSpPr>
          <p:spPr>
            <a:xfrm>
              <a:off x="7809488" y="3817350"/>
              <a:ext cx="40650" cy="30325"/>
            </a:xfrm>
            <a:custGeom>
              <a:rect l="l" t="t" r="r" b="b"/>
              <a:pathLst>
                <a:path w="1626" h="1213" extrusionOk="0">
                  <a:moveTo>
                    <a:pt x="470" y="0"/>
                  </a:moveTo>
                  <a:cubicBezTo>
                    <a:pt x="332" y="0"/>
                    <a:pt x="196" y="76"/>
                    <a:pt x="119" y="209"/>
                  </a:cubicBezTo>
                  <a:cubicBezTo>
                    <a:pt x="1" y="394"/>
                    <a:pt x="71" y="641"/>
                    <a:pt x="270" y="759"/>
                  </a:cubicBezTo>
                  <a:lnTo>
                    <a:pt x="971" y="1154"/>
                  </a:lnTo>
                  <a:cubicBezTo>
                    <a:pt x="1034" y="1194"/>
                    <a:pt x="1103" y="1212"/>
                    <a:pt x="1172" y="1212"/>
                  </a:cubicBezTo>
                  <a:cubicBezTo>
                    <a:pt x="1308" y="1212"/>
                    <a:pt x="1443" y="1139"/>
                    <a:pt x="1521" y="1014"/>
                  </a:cubicBezTo>
                  <a:cubicBezTo>
                    <a:pt x="1625" y="815"/>
                    <a:pt x="1566" y="571"/>
                    <a:pt x="1370" y="453"/>
                  </a:cubicBezTo>
                  <a:lnTo>
                    <a:pt x="668" y="57"/>
                  </a:lnTo>
                  <a:cubicBezTo>
                    <a:pt x="606" y="19"/>
                    <a:pt x="538" y="0"/>
                    <a:pt x="4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61" name="Google Shape;1261;p48"/>
            <p:cNvSpPr/>
            <p:nvPr/>
          </p:nvSpPr>
          <p:spPr>
            <a:xfrm>
              <a:off x="7809488" y="3928550"/>
              <a:ext cx="40650" cy="30425"/>
            </a:xfrm>
            <a:custGeom>
              <a:rect l="l" t="t" r="r" b="b"/>
              <a:pathLst>
                <a:path w="1626" h="1217" extrusionOk="0">
                  <a:moveTo>
                    <a:pt x="1162" y="0"/>
                  </a:moveTo>
                  <a:cubicBezTo>
                    <a:pt x="1097" y="0"/>
                    <a:pt x="1031" y="16"/>
                    <a:pt x="971" y="50"/>
                  </a:cubicBezTo>
                  <a:lnTo>
                    <a:pt x="270" y="460"/>
                  </a:lnTo>
                  <a:cubicBezTo>
                    <a:pt x="71" y="575"/>
                    <a:pt x="1" y="822"/>
                    <a:pt x="119" y="1010"/>
                  </a:cubicBezTo>
                  <a:cubicBezTo>
                    <a:pt x="196" y="1142"/>
                    <a:pt x="333" y="1217"/>
                    <a:pt x="471" y="1217"/>
                  </a:cubicBezTo>
                  <a:cubicBezTo>
                    <a:pt x="539" y="1217"/>
                    <a:pt x="607" y="1199"/>
                    <a:pt x="668" y="1161"/>
                  </a:cubicBezTo>
                  <a:lnTo>
                    <a:pt x="1370" y="752"/>
                  </a:lnTo>
                  <a:cubicBezTo>
                    <a:pt x="1566" y="645"/>
                    <a:pt x="1625" y="401"/>
                    <a:pt x="1521" y="202"/>
                  </a:cubicBezTo>
                  <a:cubicBezTo>
                    <a:pt x="1441" y="74"/>
                    <a:pt x="1302" y="0"/>
                    <a:pt x="11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262" name="Google Shape;1262;p48"/>
          <p:cNvGrpSpPr/>
          <p:nvPr/>
        </p:nvGrpSpPr>
        <p:grpSpPr>
          <a:xfrm>
            <a:off x="1002063" y="3644975"/>
            <a:ext cx="345125" cy="345150"/>
            <a:chOff x="997838" y="3797375"/>
            <a:chExt cx="345125" cy="345150"/>
          </a:xfrm>
        </p:grpSpPr>
        <p:sp>
          <p:nvSpPr>
            <p:cNvPr id="1263" name="Google Shape;1263;p48"/>
            <p:cNvSpPr/>
            <p:nvPr/>
          </p:nvSpPr>
          <p:spPr>
            <a:xfrm>
              <a:off x="997838" y="3797375"/>
              <a:ext cx="345125" cy="345150"/>
            </a:xfrm>
            <a:custGeom>
              <a:rect l="l" t="t" r="r" b="b"/>
              <a:pathLst>
                <a:path w="13805" h="13805" extrusionOk="0">
                  <a:moveTo>
                    <a:pt x="6895" y="809"/>
                  </a:moveTo>
                  <a:cubicBezTo>
                    <a:pt x="8172" y="809"/>
                    <a:pt x="9199" y="1838"/>
                    <a:pt x="9199" y="3101"/>
                  </a:cubicBezTo>
                  <a:cubicBezTo>
                    <a:pt x="9199" y="3788"/>
                    <a:pt x="8896" y="4433"/>
                    <a:pt x="8357" y="4865"/>
                  </a:cubicBezTo>
                  <a:cubicBezTo>
                    <a:pt x="8018" y="5157"/>
                    <a:pt x="7785" y="5530"/>
                    <a:pt x="7715" y="5928"/>
                  </a:cubicBezTo>
                  <a:lnTo>
                    <a:pt x="7305" y="5928"/>
                  </a:lnTo>
                  <a:lnTo>
                    <a:pt x="7305" y="3813"/>
                  </a:lnTo>
                  <a:lnTo>
                    <a:pt x="7995" y="3123"/>
                  </a:lnTo>
                  <a:cubicBezTo>
                    <a:pt x="8158" y="2960"/>
                    <a:pt x="8158" y="2702"/>
                    <a:pt x="7995" y="2551"/>
                  </a:cubicBezTo>
                  <a:cubicBezTo>
                    <a:pt x="7919" y="2468"/>
                    <a:pt x="7817" y="2427"/>
                    <a:pt x="7713" y="2427"/>
                  </a:cubicBezTo>
                  <a:cubicBezTo>
                    <a:pt x="7609" y="2427"/>
                    <a:pt x="7504" y="2468"/>
                    <a:pt x="7423" y="2551"/>
                  </a:cubicBezTo>
                  <a:lnTo>
                    <a:pt x="6895" y="3064"/>
                  </a:lnTo>
                  <a:lnTo>
                    <a:pt x="6382" y="2551"/>
                  </a:lnTo>
                  <a:cubicBezTo>
                    <a:pt x="6304" y="2473"/>
                    <a:pt x="6197" y="2430"/>
                    <a:pt x="6089" y="2430"/>
                  </a:cubicBezTo>
                  <a:cubicBezTo>
                    <a:pt x="6003" y="2430"/>
                    <a:pt x="5917" y="2457"/>
                    <a:pt x="5843" y="2514"/>
                  </a:cubicBezTo>
                  <a:cubicBezTo>
                    <a:pt x="5647" y="2666"/>
                    <a:pt x="5633" y="2946"/>
                    <a:pt x="5810" y="3123"/>
                  </a:cubicBezTo>
                  <a:lnTo>
                    <a:pt x="6500" y="3813"/>
                  </a:lnTo>
                  <a:lnTo>
                    <a:pt x="6500" y="5928"/>
                  </a:lnTo>
                  <a:lnTo>
                    <a:pt x="6090" y="5928"/>
                  </a:lnTo>
                  <a:cubicBezTo>
                    <a:pt x="6020" y="5530"/>
                    <a:pt x="5787" y="5157"/>
                    <a:pt x="5448" y="4865"/>
                  </a:cubicBezTo>
                  <a:cubicBezTo>
                    <a:pt x="4909" y="4433"/>
                    <a:pt x="4606" y="3788"/>
                    <a:pt x="4606" y="3101"/>
                  </a:cubicBezTo>
                  <a:cubicBezTo>
                    <a:pt x="4606" y="1838"/>
                    <a:pt x="5633" y="809"/>
                    <a:pt x="6895" y="809"/>
                  </a:cubicBezTo>
                  <a:close/>
                  <a:moveTo>
                    <a:pt x="7681" y="6748"/>
                  </a:moveTo>
                  <a:lnTo>
                    <a:pt x="7681" y="7412"/>
                  </a:lnTo>
                  <a:cubicBezTo>
                    <a:pt x="7681" y="7494"/>
                    <a:pt x="7622" y="7553"/>
                    <a:pt x="7552" y="7553"/>
                  </a:cubicBezTo>
                  <a:lnTo>
                    <a:pt x="6253" y="7553"/>
                  </a:lnTo>
                  <a:cubicBezTo>
                    <a:pt x="6183" y="7553"/>
                    <a:pt x="6124" y="7494"/>
                    <a:pt x="6124" y="7412"/>
                  </a:cubicBezTo>
                  <a:lnTo>
                    <a:pt x="6124" y="6748"/>
                  </a:lnTo>
                  <a:close/>
                  <a:moveTo>
                    <a:pt x="12857" y="3507"/>
                  </a:moveTo>
                  <a:cubicBezTo>
                    <a:pt x="12941" y="3507"/>
                    <a:pt x="12997" y="3566"/>
                    <a:pt x="12997" y="3637"/>
                  </a:cubicBezTo>
                  <a:lnTo>
                    <a:pt x="12997" y="9166"/>
                  </a:lnTo>
                  <a:lnTo>
                    <a:pt x="808" y="9166"/>
                  </a:lnTo>
                  <a:lnTo>
                    <a:pt x="808" y="3637"/>
                  </a:lnTo>
                  <a:cubicBezTo>
                    <a:pt x="808" y="3566"/>
                    <a:pt x="864" y="3507"/>
                    <a:pt x="948" y="3507"/>
                  </a:cubicBezTo>
                  <a:lnTo>
                    <a:pt x="3824" y="3507"/>
                  </a:lnTo>
                  <a:cubicBezTo>
                    <a:pt x="3927" y="4279"/>
                    <a:pt x="4315" y="4994"/>
                    <a:pt x="4921" y="5496"/>
                  </a:cubicBezTo>
                  <a:cubicBezTo>
                    <a:pt x="5167" y="5696"/>
                    <a:pt x="5308" y="5976"/>
                    <a:pt x="5308" y="6257"/>
                  </a:cubicBezTo>
                  <a:lnTo>
                    <a:pt x="5308" y="7412"/>
                  </a:lnTo>
                  <a:cubicBezTo>
                    <a:pt x="5308" y="7940"/>
                    <a:pt x="5740" y="8361"/>
                    <a:pt x="6253" y="8361"/>
                  </a:cubicBezTo>
                  <a:lnTo>
                    <a:pt x="7527" y="8361"/>
                  </a:lnTo>
                  <a:cubicBezTo>
                    <a:pt x="8043" y="8361"/>
                    <a:pt x="8464" y="7940"/>
                    <a:pt x="8464" y="7412"/>
                  </a:cubicBezTo>
                  <a:lnTo>
                    <a:pt x="8464" y="6257"/>
                  </a:lnTo>
                  <a:cubicBezTo>
                    <a:pt x="8464" y="5976"/>
                    <a:pt x="8604" y="5696"/>
                    <a:pt x="8848" y="5496"/>
                  </a:cubicBezTo>
                  <a:cubicBezTo>
                    <a:pt x="9457" y="4994"/>
                    <a:pt x="9855" y="4279"/>
                    <a:pt x="9948" y="3507"/>
                  </a:cubicBezTo>
                  <a:close/>
                  <a:moveTo>
                    <a:pt x="12997" y="9974"/>
                  </a:moveTo>
                  <a:lnTo>
                    <a:pt x="12997" y="10650"/>
                  </a:lnTo>
                  <a:cubicBezTo>
                    <a:pt x="12997" y="10720"/>
                    <a:pt x="12941" y="10790"/>
                    <a:pt x="12857" y="10790"/>
                  </a:cubicBezTo>
                  <a:lnTo>
                    <a:pt x="948" y="10790"/>
                  </a:lnTo>
                  <a:cubicBezTo>
                    <a:pt x="864" y="10790"/>
                    <a:pt x="808" y="10720"/>
                    <a:pt x="808" y="10650"/>
                  </a:cubicBezTo>
                  <a:lnTo>
                    <a:pt x="808" y="9974"/>
                  </a:lnTo>
                  <a:close/>
                  <a:moveTo>
                    <a:pt x="8194" y="11598"/>
                  </a:moveTo>
                  <a:lnTo>
                    <a:pt x="8534" y="13001"/>
                  </a:lnTo>
                  <a:lnTo>
                    <a:pt x="5249" y="13001"/>
                  </a:lnTo>
                  <a:lnTo>
                    <a:pt x="5588" y="11598"/>
                  </a:lnTo>
                  <a:close/>
                  <a:moveTo>
                    <a:pt x="6895" y="1"/>
                  </a:moveTo>
                  <a:cubicBezTo>
                    <a:pt x="5330" y="1"/>
                    <a:pt x="4020" y="1182"/>
                    <a:pt x="3824" y="2702"/>
                  </a:cubicBezTo>
                  <a:lnTo>
                    <a:pt x="948" y="2702"/>
                  </a:lnTo>
                  <a:cubicBezTo>
                    <a:pt x="421" y="2702"/>
                    <a:pt x="0" y="3123"/>
                    <a:pt x="0" y="3637"/>
                  </a:cubicBezTo>
                  <a:lnTo>
                    <a:pt x="0" y="10650"/>
                  </a:lnTo>
                  <a:cubicBezTo>
                    <a:pt x="0" y="11177"/>
                    <a:pt x="421" y="11598"/>
                    <a:pt x="948" y="11598"/>
                  </a:cubicBezTo>
                  <a:lnTo>
                    <a:pt x="4769" y="11598"/>
                  </a:lnTo>
                  <a:lnTo>
                    <a:pt x="4430" y="13001"/>
                  </a:lnTo>
                  <a:lnTo>
                    <a:pt x="3669" y="13001"/>
                  </a:lnTo>
                  <a:cubicBezTo>
                    <a:pt x="3459" y="13001"/>
                    <a:pt x="3274" y="13152"/>
                    <a:pt x="3249" y="13351"/>
                  </a:cubicBezTo>
                  <a:cubicBezTo>
                    <a:pt x="3226" y="13595"/>
                    <a:pt x="3414" y="13806"/>
                    <a:pt x="3658" y="13806"/>
                  </a:cubicBezTo>
                  <a:lnTo>
                    <a:pt x="10110" y="13806"/>
                  </a:lnTo>
                  <a:cubicBezTo>
                    <a:pt x="10321" y="13806"/>
                    <a:pt x="10509" y="13654"/>
                    <a:pt x="10531" y="13444"/>
                  </a:cubicBezTo>
                  <a:cubicBezTo>
                    <a:pt x="10556" y="13200"/>
                    <a:pt x="10368" y="13001"/>
                    <a:pt x="10122" y="13001"/>
                  </a:cubicBezTo>
                  <a:lnTo>
                    <a:pt x="9364" y="13001"/>
                  </a:lnTo>
                  <a:lnTo>
                    <a:pt x="9025" y="11598"/>
                  </a:lnTo>
                  <a:lnTo>
                    <a:pt x="12857" y="11598"/>
                  </a:lnTo>
                  <a:cubicBezTo>
                    <a:pt x="13384" y="11598"/>
                    <a:pt x="13805" y="11177"/>
                    <a:pt x="13805" y="10650"/>
                  </a:cubicBezTo>
                  <a:lnTo>
                    <a:pt x="13805" y="3637"/>
                  </a:lnTo>
                  <a:cubicBezTo>
                    <a:pt x="13805" y="3123"/>
                    <a:pt x="13384" y="2702"/>
                    <a:pt x="12857" y="2702"/>
                  </a:cubicBezTo>
                  <a:lnTo>
                    <a:pt x="9970" y="2702"/>
                  </a:lnTo>
                  <a:cubicBezTo>
                    <a:pt x="9771" y="1182"/>
                    <a:pt x="8475" y="1"/>
                    <a:pt x="6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64" name="Google Shape;1264;p48"/>
            <p:cNvSpPr/>
            <p:nvPr/>
          </p:nvSpPr>
          <p:spPr>
            <a:xfrm>
              <a:off x="1259638" y="3810725"/>
              <a:ext cx="40700" cy="30375"/>
            </a:xfrm>
            <a:custGeom>
              <a:rect l="l" t="t" r="r" b="b"/>
              <a:pathLst>
                <a:path w="1628" h="1215" extrusionOk="0">
                  <a:moveTo>
                    <a:pt x="1165" y="1"/>
                  </a:moveTo>
                  <a:cubicBezTo>
                    <a:pt x="1096" y="1"/>
                    <a:pt x="1025" y="18"/>
                    <a:pt x="960" y="53"/>
                  </a:cubicBezTo>
                  <a:lnTo>
                    <a:pt x="258" y="463"/>
                  </a:lnTo>
                  <a:cubicBezTo>
                    <a:pt x="70" y="567"/>
                    <a:pt x="0" y="825"/>
                    <a:pt x="118" y="1010"/>
                  </a:cubicBezTo>
                  <a:cubicBezTo>
                    <a:pt x="190" y="1144"/>
                    <a:pt x="324" y="1214"/>
                    <a:pt x="465" y="1214"/>
                  </a:cubicBezTo>
                  <a:cubicBezTo>
                    <a:pt x="533" y="1214"/>
                    <a:pt x="603" y="1198"/>
                    <a:pt x="668" y="1164"/>
                  </a:cubicBezTo>
                  <a:lnTo>
                    <a:pt x="1369" y="754"/>
                  </a:lnTo>
                  <a:cubicBezTo>
                    <a:pt x="1557" y="648"/>
                    <a:pt x="1627" y="393"/>
                    <a:pt x="1510" y="205"/>
                  </a:cubicBezTo>
                  <a:cubicBezTo>
                    <a:pt x="1438" y="71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65" name="Google Shape;1265;p48"/>
            <p:cNvSpPr/>
            <p:nvPr/>
          </p:nvSpPr>
          <p:spPr>
            <a:xfrm>
              <a:off x="1259638" y="3908500"/>
              <a:ext cx="40700" cy="30325"/>
            </a:xfrm>
            <a:custGeom>
              <a:rect l="l" t="t" r="r" b="b"/>
              <a:pathLst>
                <a:path w="1628" h="1213" extrusionOk="0">
                  <a:moveTo>
                    <a:pt x="460" y="1"/>
                  </a:moveTo>
                  <a:cubicBezTo>
                    <a:pt x="321" y="1"/>
                    <a:pt x="189" y="73"/>
                    <a:pt x="118" y="199"/>
                  </a:cubicBezTo>
                  <a:cubicBezTo>
                    <a:pt x="0" y="395"/>
                    <a:pt x="70" y="642"/>
                    <a:pt x="258" y="760"/>
                  </a:cubicBezTo>
                  <a:lnTo>
                    <a:pt x="960" y="1155"/>
                  </a:lnTo>
                  <a:cubicBezTo>
                    <a:pt x="1026" y="1195"/>
                    <a:pt x="1098" y="1213"/>
                    <a:pt x="1168" y="1213"/>
                  </a:cubicBezTo>
                  <a:cubicBezTo>
                    <a:pt x="1307" y="1213"/>
                    <a:pt x="1439" y="1140"/>
                    <a:pt x="1510" y="1015"/>
                  </a:cubicBezTo>
                  <a:cubicBezTo>
                    <a:pt x="1627" y="816"/>
                    <a:pt x="1557" y="572"/>
                    <a:pt x="1369" y="454"/>
                  </a:cubicBezTo>
                  <a:lnTo>
                    <a:pt x="668" y="58"/>
                  </a:lnTo>
                  <a:cubicBezTo>
                    <a:pt x="601" y="19"/>
                    <a:pt x="530" y="1"/>
                    <a:pt x="4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66" name="Google Shape;1266;p48"/>
            <p:cNvSpPr/>
            <p:nvPr/>
          </p:nvSpPr>
          <p:spPr>
            <a:xfrm>
              <a:off x="1039913" y="3810725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462" y="1"/>
                  </a:moveTo>
                  <a:cubicBezTo>
                    <a:pt x="321" y="1"/>
                    <a:pt x="188" y="71"/>
                    <a:pt x="118" y="205"/>
                  </a:cubicBezTo>
                  <a:cubicBezTo>
                    <a:pt x="0" y="393"/>
                    <a:pt x="70" y="648"/>
                    <a:pt x="258" y="754"/>
                  </a:cubicBezTo>
                  <a:lnTo>
                    <a:pt x="960" y="1164"/>
                  </a:lnTo>
                  <a:cubicBezTo>
                    <a:pt x="1025" y="1198"/>
                    <a:pt x="1094" y="1214"/>
                    <a:pt x="1163" y="1214"/>
                  </a:cubicBezTo>
                  <a:cubicBezTo>
                    <a:pt x="1303" y="1214"/>
                    <a:pt x="1438" y="1144"/>
                    <a:pt x="1509" y="1010"/>
                  </a:cubicBezTo>
                  <a:cubicBezTo>
                    <a:pt x="1624" y="825"/>
                    <a:pt x="1554" y="567"/>
                    <a:pt x="1369" y="463"/>
                  </a:cubicBezTo>
                  <a:lnTo>
                    <a:pt x="668" y="53"/>
                  </a:lnTo>
                  <a:cubicBezTo>
                    <a:pt x="602" y="18"/>
                    <a:pt x="531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67" name="Google Shape;1267;p48"/>
            <p:cNvSpPr/>
            <p:nvPr/>
          </p:nvSpPr>
          <p:spPr>
            <a:xfrm>
              <a:off x="1039913" y="3908500"/>
              <a:ext cx="40625" cy="30325"/>
            </a:xfrm>
            <a:custGeom>
              <a:rect l="l" t="t" r="r" b="b"/>
              <a:pathLst>
                <a:path w="1625" h="1213" extrusionOk="0">
                  <a:moveTo>
                    <a:pt x="1168" y="1"/>
                  </a:moveTo>
                  <a:cubicBezTo>
                    <a:pt x="1098" y="1"/>
                    <a:pt x="1026" y="19"/>
                    <a:pt x="960" y="58"/>
                  </a:cubicBezTo>
                  <a:lnTo>
                    <a:pt x="258" y="454"/>
                  </a:lnTo>
                  <a:cubicBezTo>
                    <a:pt x="70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29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4" y="642"/>
                    <a:pt x="1624" y="395"/>
                    <a:pt x="1509" y="199"/>
                  </a:cubicBezTo>
                  <a:cubicBezTo>
                    <a:pt x="1438" y="73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268" name="Google Shape;1268;p48"/>
          <p:cNvGrpSpPr/>
          <p:nvPr/>
        </p:nvGrpSpPr>
        <p:grpSpPr>
          <a:xfrm>
            <a:off x="7027025" y="3644975"/>
            <a:ext cx="346350" cy="345150"/>
            <a:chOff x="7006463" y="3797375"/>
            <a:chExt cx="346350" cy="345150"/>
          </a:xfrm>
        </p:grpSpPr>
        <p:sp>
          <p:nvSpPr>
            <p:cNvPr id="1269" name="Google Shape;1269;p48"/>
            <p:cNvSpPr/>
            <p:nvPr/>
          </p:nvSpPr>
          <p:spPr>
            <a:xfrm>
              <a:off x="7006463" y="4007625"/>
              <a:ext cx="346350" cy="134900"/>
            </a:xfrm>
            <a:custGeom>
              <a:rect l="l" t="t" r="r" b="b"/>
              <a:pathLst>
                <a:path w="13853" h="5396" extrusionOk="0">
                  <a:moveTo>
                    <a:pt x="2211" y="907"/>
                  </a:moveTo>
                  <a:lnTo>
                    <a:pt x="4910" y="1480"/>
                  </a:lnTo>
                  <a:cubicBezTo>
                    <a:pt x="5670" y="1634"/>
                    <a:pt x="6254" y="2206"/>
                    <a:pt x="6453" y="2919"/>
                  </a:cubicBezTo>
                  <a:cubicBezTo>
                    <a:pt x="6173" y="2697"/>
                    <a:pt x="5833" y="2546"/>
                    <a:pt x="5471" y="2475"/>
                  </a:cubicBezTo>
                  <a:lnTo>
                    <a:pt x="2211" y="1855"/>
                  </a:lnTo>
                  <a:lnTo>
                    <a:pt x="2211" y="907"/>
                  </a:lnTo>
                  <a:close/>
                  <a:moveTo>
                    <a:pt x="11643" y="907"/>
                  </a:moveTo>
                  <a:lnTo>
                    <a:pt x="11643" y="1855"/>
                  </a:lnTo>
                  <a:lnTo>
                    <a:pt x="8383" y="2475"/>
                  </a:lnTo>
                  <a:cubicBezTo>
                    <a:pt x="8018" y="2546"/>
                    <a:pt x="7682" y="2697"/>
                    <a:pt x="7401" y="2919"/>
                  </a:cubicBezTo>
                  <a:cubicBezTo>
                    <a:pt x="7598" y="2206"/>
                    <a:pt x="8184" y="1634"/>
                    <a:pt x="8930" y="1480"/>
                  </a:cubicBezTo>
                  <a:lnTo>
                    <a:pt x="11643" y="907"/>
                  </a:lnTo>
                  <a:close/>
                  <a:moveTo>
                    <a:pt x="1673" y="2568"/>
                  </a:moveTo>
                  <a:lnTo>
                    <a:pt x="5320" y="3269"/>
                  </a:lnTo>
                  <a:cubicBezTo>
                    <a:pt x="5951" y="3387"/>
                    <a:pt x="6431" y="3901"/>
                    <a:pt x="6512" y="4532"/>
                  </a:cubicBezTo>
                  <a:lnTo>
                    <a:pt x="1673" y="3923"/>
                  </a:lnTo>
                  <a:lnTo>
                    <a:pt x="1673" y="2568"/>
                  </a:lnTo>
                  <a:close/>
                  <a:moveTo>
                    <a:pt x="12182" y="2568"/>
                  </a:moveTo>
                  <a:lnTo>
                    <a:pt x="12182" y="3923"/>
                  </a:lnTo>
                  <a:lnTo>
                    <a:pt x="7342" y="4532"/>
                  </a:lnTo>
                  <a:cubicBezTo>
                    <a:pt x="7424" y="3901"/>
                    <a:pt x="7903" y="3387"/>
                    <a:pt x="8535" y="3269"/>
                  </a:cubicBezTo>
                  <a:lnTo>
                    <a:pt x="12182" y="2568"/>
                  </a:lnTo>
                  <a:close/>
                  <a:moveTo>
                    <a:pt x="1809" y="0"/>
                  </a:moveTo>
                  <a:cubicBezTo>
                    <a:pt x="1592" y="0"/>
                    <a:pt x="1404" y="173"/>
                    <a:pt x="1404" y="405"/>
                  </a:cubicBezTo>
                  <a:lnTo>
                    <a:pt x="1404" y="1690"/>
                  </a:lnTo>
                  <a:lnTo>
                    <a:pt x="1345" y="1679"/>
                  </a:lnTo>
                  <a:cubicBezTo>
                    <a:pt x="1320" y="1674"/>
                    <a:pt x="1295" y="1672"/>
                    <a:pt x="1271" y="1672"/>
                  </a:cubicBezTo>
                  <a:cubicBezTo>
                    <a:pt x="1046" y="1672"/>
                    <a:pt x="854" y="1854"/>
                    <a:pt x="854" y="2077"/>
                  </a:cubicBezTo>
                  <a:lnTo>
                    <a:pt x="854" y="3830"/>
                  </a:lnTo>
                  <a:lnTo>
                    <a:pt x="481" y="3783"/>
                  </a:lnTo>
                  <a:cubicBezTo>
                    <a:pt x="461" y="3780"/>
                    <a:pt x="442" y="3778"/>
                    <a:pt x="422" y="3778"/>
                  </a:cubicBezTo>
                  <a:cubicBezTo>
                    <a:pt x="225" y="3778"/>
                    <a:pt x="57" y="3931"/>
                    <a:pt x="23" y="4133"/>
                  </a:cubicBezTo>
                  <a:cubicBezTo>
                    <a:pt x="1" y="4355"/>
                    <a:pt x="152" y="4554"/>
                    <a:pt x="374" y="4579"/>
                  </a:cubicBezTo>
                  <a:lnTo>
                    <a:pt x="6874" y="5396"/>
                  </a:lnTo>
                  <a:lnTo>
                    <a:pt x="6981" y="5396"/>
                  </a:lnTo>
                  <a:lnTo>
                    <a:pt x="13478" y="4579"/>
                  </a:lnTo>
                  <a:cubicBezTo>
                    <a:pt x="13699" y="4554"/>
                    <a:pt x="13854" y="4355"/>
                    <a:pt x="13828" y="4133"/>
                  </a:cubicBezTo>
                  <a:cubicBezTo>
                    <a:pt x="13798" y="3931"/>
                    <a:pt x="13629" y="3778"/>
                    <a:pt x="13432" y="3778"/>
                  </a:cubicBezTo>
                  <a:cubicBezTo>
                    <a:pt x="13413" y="3778"/>
                    <a:pt x="13393" y="3780"/>
                    <a:pt x="13374" y="3783"/>
                  </a:cubicBezTo>
                  <a:lnTo>
                    <a:pt x="12987" y="3830"/>
                  </a:lnTo>
                  <a:lnTo>
                    <a:pt x="12987" y="2077"/>
                  </a:lnTo>
                  <a:cubicBezTo>
                    <a:pt x="12987" y="1854"/>
                    <a:pt x="12806" y="1672"/>
                    <a:pt x="12581" y="1672"/>
                  </a:cubicBezTo>
                  <a:cubicBezTo>
                    <a:pt x="12557" y="1672"/>
                    <a:pt x="12532" y="1674"/>
                    <a:pt x="12507" y="1679"/>
                  </a:cubicBezTo>
                  <a:lnTo>
                    <a:pt x="12451" y="1690"/>
                  </a:lnTo>
                  <a:lnTo>
                    <a:pt x="12451" y="405"/>
                  </a:lnTo>
                  <a:cubicBezTo>
                    <a:pt x="12451" y="173"/>
                    <a:pt x="12260" y="0"/>
                    <a:pt x="12045" y="0"/>
                  </a:cubicBezTo>
                  <a:cubicBezTo>
                    <a:pt x="12020" y="0"/>
                    <a:pt x="11996" y="2"/>
                    <a:pt x="11971" y="7"/>
                  </a:cubicBezTo>
                  <a:lnTo>
                    <a:pt x="8768" y="686"/>
                  </a:lnTo>
                  <a:cubicBezTo>
                    <a:pt x="8136" y="815"/>
                    <a:pt x="7564" y="1165"/>
                    <a:pt x="7154" y="1668"/>
                  </a:cubicBezTo>
                  <a:cubicBezTo>
                    <a:pt x="7073" y="1774"/>
                    <a:pt x="6992" y="1889"/>
                    <a:pt x="6922" y="1996"/>
                  </a:cubicBezTo>
                  <a:cubicBezTo>
                    <a:pt x="6863" y="1889"/>
                    <a:pt x="6781" y="1774"/>
                    <a:pt x="6700" y="1668"/>
                  </a:cubicBezTo>
                  <a:cubicBezTo>
                    <a:pt x="6290" y="1165"/>
                    <a:pt x="5718" y="815"/>
                    <a:pt x="5087" y="686"/>
                  </a:cubicBezTo>
                  <a:lnTo>
                    <a:pt x="1883" y="7"/>
                  </a:lnTo>
                  <a:cubicBezTo>
                    <a:pt x="1858" y="2"/>
                    <a:pt x="1834" y="0"/>
                    <a:pt x="18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70" name="Google Shape;1270;p48"/>
            <p:cNvSpPr/>
            <p:nvPr/>
          </p:nvSpPr>
          <p:spPr>
            <a:xfrm>
              <a:off x="7101713" y="3797375"/>
              <a:ext cx="155800" cy="209025"/>
            </a:xfrm>
            <a:custGeom>
              <a:rect l="l" t="t" r="r" b="b"/>
              <a:pathLst>
                <a:path w="6232" h="8361" extrusionOk="0">
                  <a:moveTo>
                    <a:pt x="3112" y="809"/>
                  </a:moveTo>
                  <a:cubicBezTo>
                    <a:pt x="4385" y="809"/>
                    <a:pt x="5401" y="1838"/>
                    <a:pt x="5401" y="3101"/>
                  </a:cubicBezTo>
                  <a:cubicBezTo>
                    <a:pt x="5401" y="3788"/>
                    <a:pt x="5098" y="4433"/>
                    <a:pt x="4573" y="4865"/>
                  </a:cubicBezTo>
                  <a:cubicBezTo>
                    <a:pt x="4234" y="5157"/>
                    <a:pt x="3998" y="5530"/>
                    <a:pt x="3917" y="5928"/>
                  </a:cubicBezTo>
                  <a:lnTo>
                    <a:pt x="3521" y="5928"/>
                  </a:lnTo>
                  <a:lnTo>
                    <a:pt x="3521" y="3813"/>
                  </a:lnTo>
                  <a:lnTo>
                    <a:pt x="4208" y="3123"/>
                  </a:lnTo>
                  <a:cubicBezTo>
                    <a:pt x="4374" y="2960"/>
                    <a:pt x="4374" y="2702"/>
                    <a:pt x="4208" y="2551"/>
                  </a:cubicBezTo>
                  <a:cubicBezTo>
                    <a:pt x="4133" y="2468"/>
                    <a:pt x="4031" y="2427"/>
                    <a:pt x="3928" y="2427"/>
                  </a:cubicBezTo>
                  <a:cubicBezTo>
                    <a:pt x="3824" y="2427"/>
                    <a:pt x="3719" y="2468"/>
                    <a:pt x="3636" y="2551"/>
                  </a:cubicBezTo>
                  <a:lnTo>
                    <a:pt x="3112" y="3064"/>
                  </a:lnTo>
                  <a:lnTo>
                    <a:pt x="2595" y="2551"/>
                  </a:lnTo>
                  <a:cubicBezTo>
                    <a:pt x="2514" y="2468"/>
                    <a:pt x="2409" y="2427"/>
                    <a:pt x="2305" y="2427"/>
                  </a:cubicBezTo>
                  <a:cubicBezTo>
                    <a:pt x="2201" y="2427"/>
                    <a:pt x="2099" y="2468"/>
                    <a:pt x="2023" y="2551"/>
                  </a:cubicBezTo>
                  <a:cubicBezTo>
                    <a:pt x="1860" y="2702"/>
                    <a:pt x="1860" y="2960"/>
                    <a:pt x="2023" y="3123"/>
                  </a:cubicBezTo>
                  <a:lnTo>
                    <a:pt x="2713" y="3813"/>
                  </a:lnTo>
                  <a:lnTo>
                    <a:pt x="2713" y="5928"/>
                  </a:lnTo>
                  <a:lnTo>
                    <a:pt x="2304" y="5928"/>
                  </a:lnTo>
                  <a:cubicBezTo>
                    <a:pt x="2234" y="5530"/>
                    <a:pt x="2001" y="5157"/>
                    <a:pt x="1661" y="4865"/>
                  </a:cubicBezTo>
                  <a:cubicBezTo>
                    <a:pt x="1123" y="4433"/>
                    <a:pt x="820" y="3788"/>
                    <a:pt x="820" y="3101"/>
                  </a:cubicBezTo>
                  <a:cubicBezTo>
                    <a:pt x="820" y="1838"/>
                    <a:pt x="1849" y="809"/>
                    <a:pt x="3112" y="809"/>
                  </a:cubicBezTo>
                  <a:close/>
                  <a:moveTo>
                    <a:pt x="3894" y="6748"/>
                  </a:moveTo>
                  <a:lnTo>
                    <a:pt x="3894" y="7412"/>
                  </a:lnTo>
                  <a:cubicBezTo>
                    <a:pt x="3894" y="7494"/>
                    <a:pt x="3835" y="7553"/>
                    <a:pt x="3765" y="7553"/>
                  </a:cubicBezTo>
                  <a:lnTo>
                    <a:pt x="2469" y="7553"/>
                  </a:lnTo>
                  <a:cubicBezTo>
                    <a:pt x="2399" y="7553"/>
                    <a:pt x="2340" y="7494"/>
                    <a:pt x="2340" y="7412"/>
                  </a:cubicBezTo>
                  <a:lnTo>
                    <a:pt x="2340" y="6748"/>
                  </a:lnTo>
                  <a:close/>
                  <a:moveTo>
                    <a:pt x="3112" y="1"/>
                  </a:moveTo>
                  <a:cubicBezTo>
                    <a:pt x="1403" y="1"/>
                    <a:pt x="1" y="1392"/>
                    <a:pt x="1" y="3101"/>
                  </a:cubicBezTo>
                  <a:cubicBezTo>
                    <a:pt x="1" y="4035"/>
                    <a:pt x="410" y="4899"/>
                    <a:pt x="1137" y="5496"/>
                  </a:cubicBezTo>
                  <a:cubicBezTo>
                    <a:pt x="1381" y="5696"/>
                    <a:pt x="1521" y="5976"/>
                    <a:pt x="1521" y="6257"/>
                  </a:cubicBezTo>
                  <a:lnTo>
                    <a:pt x="1521" y="7412"/>
                  </a:lnTo>
                  <a:cubicBezTo>
                    <a:pt x="1521" y="7940"/>
                    <a:pt x="1942" y="8361"/>
                    <a:pt x="2469" y="8361"/>
                  </a:cubicBezTo>
                  <a:lnTo>
                    <a:pt x="3765" y="8361"/>
                  </a:lnTo>
                  <a:cubicBezTo>
                    <a:pt x="4279" y="8361"/>
                    <a:pt x="4713" y="7940"/>
                    <a:pt x="4713" y="7412"/>
                  </a:cubicBezTo>
                  <a:lnTo>
                    <a:pt x="4713" y="6257"/>
                  </a:lnTo>
                  <a:cubicBezTo>
                    <a:pt x="4713" y="5976"/>
                    <a:pt x="4854" y="5696"/>
                    <a:pt x="5098" y="5496"/>
                  </a:cubicBezTo>
                  <a:cubicBezTo>
                    <a:pt x="5810" y="4899"/>
                    <a:pt x="6231" y="4035"/>
                    <a:pt x="6231" y="3101"/>
                  </a:cubicBezTo>
                  <a:cubicBezTo>
                    <a:pt x="6231" y="1392"/>
                    <a:pt x="4828" y="1"/>
                    <a:pt x="31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71" name="Google Shape;1271;p48"/>
            <p:cNvSpPr/>
            <p:nvPr/>
          </p:nvSpPr>
          <p:spPr>
            <a:xfrm>
              <a:off x="7277388" y="3864925"/>
              <a:ext cx="40350" cy="20150"/>
            </a:xfrm>
            <a:custGeom>
              <a:rect l="l" t="t" r="r" b="b"/>
              <a:pathLst>
                <a:path w="1613" h="805" extrusionOk="0">
                  <a:moveTo>
                    <a:pt x="396" y="0"/>
                  </a:moveTo>
                  <a:cubicBezTo>
                    <a:pt x="175" y="0"/>
                    <a:pt x="1" y="174"/>
                    <a:pt x="1" y="399"/>
                  </a:cubicBezTo>
                  <a:cubicBezTo>
                    <a:pt x="1" y="620"/>
                    <a:pt x="175" y="805"/>
                    <a:pt x="396" y="805"/>
                  </a:cubicBezTo>
                  <a:lnTo>
                    <a:pt x="1216" y="805"/>
                  </a:lnTo>
                  <a:cubicBezTo>
                    <a:pt x="1437" y="805"/>
                    <a:pt x="1614" y="620"/>
                    <a:pt x="1614" y="399"/>
                  </a:cubicBezTo>
                  <a:cubicBezTo>
                    <a:pt x="1614" y="174"/>
                    <a:pt x="1437" y="0"/>
                    <a:pt x="12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72" name="Google Shape;1272;p48"/>
            <p:cNvSpPr/>
            <p:nvPr/>
          </p:nvSpPr>
          <p:spPr>
            <a:xfrm>
              <a:off x="7269188" y="3810875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1167" y="1"/>
                  </a:moveTo>
                  <a:cubicBezTo>
                    <a:pt x="1097" y="1"/>
                    <a:pt x="1026" y="19"/>
                    <a:pt x="960" y="58"/>
                  </a:cubicBezTo>
                  <a:lnTo>
                    <a:pt x="259" y="457"/>
                  </a:lnTo>
                  <a:cubicBezTo>
                    <a:pt x="71" y="572"/>
                    <a:pt x="1" y="819"/>
                    <a:pt x="104" y="1018"/>
                  </a:cubicBezTo>
                  <a:cubicBezTo>
                    <a:pt x="183" y="1142"/>
                    <a:pt x="320" y="1214"/>
                    <a:pt x="460" y="1214"/>
                  </a:cubicBezTo>
                  <a:cubicBezTo>
                    <a:pt x="530" y="1214"/>
                    <a:pt x="600" y="1196"/>
                    <a:pt x="665" y="1158"/>
                  </a:cubicBezTo>
                  <a:lnTo>
                    <a:pt x="1367" y="760"/>
                  </a:lnTo>
                  <a:cubicBezTo>
                    <a:pt x="1555" y="642"/>
                    <a:pt x="1625" y="398"/>
                    <a:pt x="1507" y="199"/>
                  </a:cubicBezTo>
                  <a:cubicBezTo>
                    <a:pt x="1438" y="74"/>
                    <a:pt x="1305" y="1"/>
                    <a:pt x="11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73" name="Google Shape;1273;p48"/>
            <p:cNvSpPr/>
            <p:nvPr/>
          </p:nvSpPr>
          <p:spPr>
            <a:xfrm>
              <a:off x="7269188" y="3908625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461" y="1"/>
                  </a:moveTo>
                  <a:cubicBezTo>
                    <a:pt x="320" y="1"/>
                    <a:pt x="183" y="71"/>
                    <a:pt x="104" y="205"/>
                  </a:cubicBezTo>
                  <a:cubicBezTo>
                    <a:pt x="1" y="390"/>
                    <a:pt x="71" y="648"/>
                    <a:pt x="259" y="755"/>
                  </a:cubicBezTo>
                  <a:lnTo>
                    <a:pt x="960" y="1161"/>
                  </a:lnTo>
                  <a:cubicBezTo>
                    <a:pt x="1025" y="1197"/>
                    <a:pt x="1095" y="1214"/>
                    <a:pt x="1164" y="1214"/>
                  </a:cubicBezTo>
                  <a:cubicBezTo>
                    <a:pt x="1304" y="1214"/>
                    <a:pt x="1438" y="1143"/>
                    <a:pt x="1507" y="1010"/>
                  </a:cubicBezTo>
                  <a:cubicBezTo>
                    <a:pt x="1625" y="811"/>
                    <a:pt x="1555" y="567"/>
                    <a:pt x="1367" y="460"/>
                  </a:cubicBezTo>
                  <a:lnTo>
                    <a:pt x="665" y="53"/>
                  </a:lnTo>
                  <a:cubicBezTo>
                    <a:pt x="601" y="18"/>
                    <a:pt x="530" y="1"/>
                    <a:pt x="4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74" name="Google Shape;1274;p48"/>
            <p:cNvSpPr/>
            <p:nvPr/>
          </p:nvSpPr>
          <p:spPr>
            <a:xfrm>
              <a:off x="7041538" y="3864925"/>
              <a:ext cx="40350" cy="20150"/>
            </a:xfrm>
            <a:custGeom>
              <a:rect l="l" t="t" r="r" b="b"/>
              <a:pathLst>
                <a:path w="1613" h="805" extrusionOk="0">
                  <a:moveTo>
                    <a:pt x="399" y="0"/>
                  </a:moveTo>
                  <a:cubicBezTo>
                    <a:pt x="177" y="0"/>
                    <a:pt x="1" y="174"/>
                    <a:pt x="1" y="399"/>
                  </a:cubicBezTo>
                  <a:cubicBezTo>
                    <a:pt x="1" y="620"/>
                    <a:pt x="177" y="805"/>
                    <a:pt x="399" y="805"/>
                  </a:cubicBezTo>
                  <a:lnTo>
                    <a:pt x="1204" y="805"/>
                  </a:lnTo>
                  <a:cubicBezTo>
                    <a:pt x="1426" y="805"/>
                    <a:pt x="1614" y="620"/>
                    <a:pt x="1614" y="399"/>
                  </a:cubicBezTo>
                  <a:cubicBezTo>
                    <a:pt x="1614" y="174"/>
                    <a:pt x="1426" y="0"/>
                    <a:pt x="12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75" name="Google Shape;1275;p48"/>
            <p:cNvSpPr/>
            <p:nvPr/>
          </p:nvSpPr>
          <p:spPr>
            <a:xfrm>
              <a:off x="7049463" y="3810875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457" y="1"/>
                  </a:moveTo>
                  <a:cubicBezTo>
                    <a:pt x="318" y="1"/>
                    <a:pt x="187" y="74"/>
                    <a:pt x="116" y="199"/>
                  </a:cubicBezTo>
                  <a:cubicBezTo>
                    <a:pt x="1" y="398"/>
                    <a:pt x="71" y="642"/>
                    <a:pt x="256" y="760"/>
                  </a:cubicBezTo>
                  <a:lnTo>
                    <a:pt x="957" y="1158"/>
                  </a:lnTo>
                  <a:cubicBezTo>
                    <a:pt x="1023" y="1196"/>
                    <a:pt x="1094" y="1214"/>
                    <a:pt x="1164" y="1214"/>
                  </a:cubicBezTo>
                  <a:cubicBezTo>
                    <a:pt x="1304" y="1214"/>
                    <a:pt x="1438" y="1142"/>
                    <a:pt x="1507" y="1018"/>
                  </a:cubicBezTo>
                  <a:cubicBezTo>
                    <a:pt x="1625" y="819"/>
                    <a:pt x="1555" y="572"/>
                    <a:pt x="1367" y="457"/>
                  </a:cubicBezTo>
                  <a:lnTo>
                    <a:pt x="665" y="58"/>
                  </a:lnTo>
                  <a:cubicBezTo>
                    <a:pt x="599" y="19"/>
                    <a:pt x="527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76" name="Google Shape;1276;p48"/>
            <p:cNvSpPr/>
            <p:nvPr/>
          </p:nvSpPr>
          <p:spPr>
            <a:xfrm>
              <a:off x="7049463" y="3908625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1163" y="1"/>
                  </a:moveTo>
                  <a:cubicBezTo>
                    <a:pt x="1094" y="1"/>
                    <a:pt x="1023" y="18"/>
                    <a:pt x="957" y="53"/>
                  </a:cubicBezTo>
                  <a:lnTo>
                    <a:pt x="256" y="460"/>
                  </a:lnTo>
                  <a:cubicBezTo>
                    <a:pt x="71" y="567"/>
                    <a:pt x="1" y="811"/>
                    <a:pt x="116" y="1010"/>
                  </a:cubicBezTo>
                  <a:cubicBezTo>
                    <a:pt x="187" y="1143"/>
                    <a:pt x="320" y="1214"/>
                    <a:pt x="460" y="1214"/>
                  </a:cubicBezTo>
                  <a:cubicBezTo>
                    <a:pt x="529" y="1214"/>
                    <a:pt x="600" y="1197"/>
                    <a:pt x="665" y="1161"/>
                  </a:cubicBezTo>
                  <a:lnTo>
                    <a:pt x="1367" y="755"/>
                  </a:lnTo>
                  <a:cubicBezTo>
                    <a:pt x="1555" y="648"/>
                    <a:pt x="1625" y="390"/>
                    <a:pt x="1507" y="205"/>
                  </a:cubicBezTo>
                  <a:cubicBezTo>
                    <a:pt x="1437" y="71"/>
                    <a:pt x="1304" y="1"/>
                    <a:pt x="11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277" name="Google Shape;1277;p48"/>
          <p:cNvGrpSpPr/>
          <p:nvPr/>
        </p:nvGrpSpPr>
        <p:grpSpPr>
          <a:xfrm>
            <a:off x="6278688" y="3644975"/>
            <a:ext cx="343675" cy="345150"/>
            <a:chOff x="6289363" y="3797375"/>
            <a:chExt cx="343675" cy="345150"/>
          </a:xfrm>
        </p:grpSpPr>
        <p:sp>
          <p:nvSpPr>
            <p:cNvPr id="1278" name="Google Shape;1278;p48"/>
            <p:cNvSpPr/>
            <p:nvPr/>
          </p:nvSpPr>
          <p:spPr>
            <a:xfrm>
              <a:off x="6289363" y="3797375"/>
              <a:ext cx="343675" cy="345150"/>
            </a:xfrm>
            <a:custGeom>
              <a:rect l="l" t="t" r="r" b="b"/>
              <a:pathLst>
                <a:path w="13746" h="13805" extrusionOk="0">
                  <a:moveTo>
                    <a:pt x="6874" y="809"/>
                  </a:moveTo>
                  <a:cubicBezTo>
                    <a:pt x="7552" y="809"/>
                    <a:pt x="8125" y="1263"/>
                    <a:pt x="8299" y="1883"/>
                  </a:cubicBezTo>
                  <a:lnTo>
                    <a:pt x="5448" y="1883"/>
                  </a:lnTo>
                  <a:cubicBezTo>
                    <a:pt x="5622" y="1263"/>
                    <a:pt x="6195" y="809"/>
                    <a:pt x="6874" y="809"/>
                  </a:cubicBezTo>
                  <a:close/>
                  <a:moveTo>
                    <a:pt x="5390" y="2691"/>
                  </a:moveTo>
                  <a:lnTo>
                    <a:pt x="5390" y="3496"/>
                  </a:lnTo>
                  <a:lnTo>
                    <a:pt x="4582" y="3496"/>
                  </a:lnTo>
                  <a:lnTo>
                    <a:pt x="4582" y="2691"/>
                  </a:lnTo>
                  <a:close/>
                  <a:moveTo>
                    <a:pt x="9165" y="2691"/>
                  </a:moveTo>
                  <a:lnTo>
                    <a:pt x="9165" y="3496"/>
                  </a:lnTo>
                  <a:lnTo>
                    <a:pt x="6195" y="3496"/>
                  </a:lnTo>
                  <a:lnTo>
                    <a:pt x="6195" y="2691"/>
                  </a:lnTo>
                  <a:close/>
                  <a:moveTo>
                    <a:pt x="8299" y="4315"/>
                  </a:moveTo>
                  <a:cubicBezTo>
                    <a:pt x="8125" y="4935"/>
                    <a:pt x="7552" y="5390"/>
                    <a:pt x="6874" y="5390"/>
                  </a:cubicBezTo>
                  <a:cubicBezTo>
                    <a:pt x="6195" y="5390"/>
                    <a:pt x="5622" y="4935"/>
                    <a:pt x="5448" y="4315"/>
                  </a:cubicBezTo>
                  <a:close/>
                  <a:moveTo>
                    <a:pt x="1614" y="4315"/>
                  </a:moveTo>
                  <a:lnTo>
                    <a:pt x="1614" y="6220"/>
                  </a:lnTo>
                  <a:cubicBezTo>
                    <a:pt x="1100" y="5917"/>
                    <a:pt x="808" y="5578"/>
                    <a:pt x="808" y="5261"/>
                  </a:cubicBezTo>
                  <a:cubicBezTo>
                    <a:pt x="808" y="4958"/>
                    <a:pt x="1100" y="4618"/>
                    <a:pt x="1614" y="4315"/>
                  </a:cubicBezTo>
                  <a:close/>
                  <a:moveTo>
                    <a:pt x="12133" y="4315"/>
                  </a:moveTo>
                  <a:cubicBezTo>
                    <a:pt x="12647" y="4618"/>
                    <a:pt x="12941" y="4958"/>
                    <a:pt x="12941" y="5261"/>
                  </a:cubicBezTo>
                  <a:cubicBezTo>
                    <a:pt x="12941" y="5578"/>
                    <a:pt x="12647" y="5917"/>
                    <a:pt x="12133" y="6220"/>
                  </a:cubicBezTo>
                  <a:lnTo>
                    <a:pt x="12133" y="4315"/>
                  </a:lnTo>
                  <a:close/>
                  <a:moveTo>
                    <a:pt x="8487" y="6198"/>
                  </a:moveTo>
                  <a:cubicBezTo>
                    <a:pt x="9084" y="6198"/>
                    <a:pt x="9631" y="6501"/>
                    <a:pt x="9948" y="6980"/>
                  </a:cubicBezTo>
                  <a:cubicBezTo>
                    <a:pt x="9025" y="7168"/>
                    <a:pt x="7973" y="7272"/>
                    <a:pt x="6874" y="7272"/>
                  </a:cubicBezTo>
                  <a:cubicBezTo>
                    <a:pt x="5774" y="7272"/>
                    <a:pt x="4722" y="7168"/>
                    <a:pt x="3799" y="6980"/>
                  </a:cubicBezTo>
                  <a:cubicBezTo>
                    <a:pt x="4116" y="6501"/>
                    <a:pt x="4666" y="6198"/>
                    <a:pt x="5260" y="6198"/>
                  </a:cubicBezTo>
                  <a:close/>
                  <a:moveTo>
                    <a:pt x="12941" y="6630"/>
                  </a:moveTo>
                  <a:lnTo>
                    <a:pt x="12941" y="10967"/>
                  </a:lnTo>
                  <a:cubicBezTo>
                    <a:pt x="12941" y="11421"/>
                    <a:pt x="12333" y="11923"/>
                    <a:pt x="11303" y="12311"/>
                  </a:cubicBezTo>
                  <a:cubicBezTo>
                    <a:pt x="10837" y="12484"/>
                    <a:pt x="10299" y="12625"/>
                    <a:pt x="9727" y="12743"/>
                  </a:cubicBezTo>
                  <a:lnTo>
                    <a:pt x="8837" y="11292"/>
                  </a:lnTo>
                  <a:cubicBezTo>
                    <a:pt x="8767" y="11177"/>
                    <a:pt x="8627" y="11107"/>
                    <a:pt x="8487" y="11107"/>
                  </a:cubicBezTo>
                  <a:lnTo>
                    <a:pt x="7364" y="11107"/>
                  </a:lnTo>
                  <a:lnTo>
                    <a:pt x="6139" y="9143"/>
                  </a:lnTo>
                  <a:cubicBezTo>
                    <a:pt x="6068" y="9026"/>
                    <a:pt x="5939" y="8944"/>
                    <a:pt x="5799" y="8944"/>
                  </a:cubicBezTo>
                  <a:cubicBezTo>
                    <a:pt x="5670" y="8944"/>
                    <a:pt x="5541" y="9014"/>
                    <a:pt x="5460" y="9132"/>
                  </a:cubicBezTo>
                  <a:lnTo>
                    <a:pt x="3179" y="12543"/>
                  </a:lnTo>
                  <a:cubicBezTo>
                    <a:pt x="2924" y="12473"/>
                    <a:pt x="2677" y="12392"/>
                    <a:pt x="2444" y="12311"/>
                  </a:cubicBezTo>
                  <a:cubicBezTo>
                    <a:pt x="1414" y="11923"/>
                    <a:pt x="808" y="11421"/>
                    <a:pt x="808" y="10967"/>
                  </a:cubicBezTo>
                  <a:lnTo>
                    <a:pt x="808" y="6630"/>
                  </a:lnTo>
                  <a:cubicBezTo>
                    <a:pt x="1159" y="6899"/>
                    <a:pt x="1602" y="7143"/>
                    <a:pt x="2152" y="7342"/>
                  </a:cubicBezTo>
                  <a:cubicBezTo>
                    <a:pt x="3426" y="7822"/>
                    <a:pt x="5098" y="8080"/>
                    <a:pt x="6874" y="8080"/>
                  </a:cubicBezTo>
                  <a:cubicBezTo>
                    <a:pt x="8649" y="8080"/>
                    <a:pt x="10321" y="7822"/>
                    <a:pt x="11595" y="7342"/>
                  </a:cubicBezTo>
                  <a:cubicBezTo>
                    <a:pt x="12145" y="7143"/>
                    <a:pt x="12591" y="6899"/>
                    <a:pt x="12941" y="6630"/>
                  </a:cubicBezTo>
                  <a:close/>
                  <a:moveTo>
                    <a:pt x="5788" y="10100"/>
                  </a:moveTo>
                  <a:lnTo>
                    <a:pt x="6803" y="11727"/>
                  </a:lnTo>
                  <a:cubicBezTo>
                    <a:pt x="6874" y="11842"/>
                    <a:pt x="7003" y="11912"/>
                    <a:pt x="7143" y="11912"/>
                  </a:cubicBezTo>
                  <a:lnTo>
                    <a:pt x="8265" y="11912"/>
                  </a:lnTo>
                  <a:lnTo>
                    <a:pt x="8860" y="12872"/>
                  </a:lnTo>
                  <a:cubicBezTo>
                    <a:pt x="8228" y="12953"/>
                    <a:pt x="7564" y="12989"/>
                    <a:pt x="6874" y="12989"/>
                  </a:cubicBezTo>
                  <a:cubicBezTo>
                    <a:pt x="5869" y="12989"/>
                    <a:pt x="4899" y="12905"/>
                    <a:pt x="4021" y="12743"/>
                  </a:cubicBezTo>
                  <a:lnTo>
                    <a:pt x="5788" y="10100"/>
                  </a:lnTo>
                  <a:close/>
                  <a:moveTo>
                    <a:pt x="6874" y="1"/>
                  </a:moveTo>
                  <a:cubicBezTo>
                    <a:pt x="5751" y="1"/>
                    <a:pt x="4817" y="809"/>
                    <a:pt x="4618" y="1883"/>
                  </a:cubicBezTo>
                  <a:lnTo>
                    <a:pt x="4175" y="1883"/>
                  </a:lnTo>
                  <a:cubicBezTo>
                    <a:pt x="3950" y="1883"/>
                    <a:pt x="3776" y="2060"/>
                    <a:pt x="3776" y="2293"/>
                  </a:cubicBezTo>
                  <a:lnTo>
                    <a:pt x="3776" y="3906"/>
                  </a:lnTo>
                  <a:cubicBezTo>
                    <a:pt x="3776" y="4127"/>
                    <a:pt x="3950" y="4315"/>
                    <a:pt x="4175" y="4315"/>
                  </a:cubicBezTo>
                  <a:lnTo>
                    <a:pt x="4618" y="4315"/>
                  </a:lnTo>
                  <a:cubicBezTo>
                    <a:pt x="4688" y="4714"/>
                    <a:pt x="4876" y="5087"/>
                    <a:pt x="5131" y="5390"/>
                  </a:cubicBezTo>
                  <a:cubicBezTo>
                    <a:pt x="4220" y="5438"/>
                    <a:pt x="3403" y="5962"/>
                    <a:pt x="2983" y="6770"/>
                  </a:cubicBezTo>
                  <a:cubicBezTo>
                    <a:pt x="2795" y="6711"/>
                    <a:pt x="2607" y="6652"/>
                    <a:pt x="2421" y="6582"/>
                  </a:cubicBezTo>
                  <a:lnTo>
                    <a:pt x="2421" y="3662"/>
                  </a:lnTo>
                  <a:cubicBezTo>
                    <a:pt x="2421" y="3566"/>
                    <a:pt x="2396" y="3474"/>
                    <a:pt x="2337" y="3392"/>
                  </a:cubicBezTo>
                  <a:cubicBezTo>
                    <a:pt x="2258" y="3295"/>
                    <a:pt x="2138" y="3243"/>
                    <a:pt x="2017" y="3243"/>
                  </a:cubicBezTo>
                  <a:cubicBezTo>
                    <a:pt x="1964" y="3243"/>
                    <a:pt x="1910" y="3253"/>
                    <a:pt x="1860" y="3275"/>
                  </a:cubicBezTo>
                  <a:cubicBezTo>
                    <a:pt x="329" y="3928"/>
                    <a:pt x="0" y="4714"/>
                    <a:pt x="0" y="5250"/>
                  </a:cubicBezTo>
                  <a:lnTo>
                    <a:pt x="0" y="10978"/>
                  </a:lnTo>
                  <a:cubicBezTo>
                    <a:pt x="0" y="11808"/>
                    <a:pt x="761" y="12555"/>
                    <a:pt x="2152" y="13071"/>
                  </a:cubicBezTo>
                  <a:cubicBezTo>
                    <a:pt x="3426" y="13550"/>
                    <a:pt x="5098" y="13806"/>
                    <a:pt x="6874" y="13806"/>
                  </a:cubicBezTo>
                  <a:cubicBezTo>
                    <a:pt x="8649" y="13806"/>
                    <a:pt x="10321" y="13550"/>
                    <a:pt x="11595" y="13071"/>
                  </a:cubicBezTo>
                  <a:cubicBezTo>
                    <a:pt x="12986" y="12555"/>
                    <a:pt x="13747" y="11808"/>
                    <a:pt x="13747" y="10978"/>
                  </a:cubicBezTo>
                  <a:lnTo>
                    <a:pt x="13747" y="5250"/>
                  </a:lnTo>
                  <a:cubicBezTo>
                    <a:pt x="13747" y="4714"/>
                    <a:pt x="13432" y="3928"/>
                    <a:pt x="11889" y="3275"/>
                  </a:cubicBezTo>
                  <a:cubicBezTo>
                    <a:pt x="11838" y="3253"/>
                    <a:pt x="11784" y="3243"/>
                    <a:pt x="11730" y="3243"/>
                  </a:cubicBezTo>
                  <a:cubicBezTo>
                    <a:pt x="11609" y="3243"/>
                    <a:pt x="11489" y="3295"/>
                    <a:pt x="11410" y="3392"/>
                  </a:cubicBezTo>
                  <a:cubicBezTo>
                    <a:pt x="11351" y="3474"/>
                    <a:pt x="11328" y="3566"/>
                    <a:pt x="11328" y="3662"/>
                  </a:cubicBezTo>
                  <a:lnTo>
                    <a:pt x="11328" y="6582"/>
                  </a:lnTo>
                  <a:cubicBezTo>
                    <a:pt x="11140" y="6652"/>
                    <a:pt x="10964" y="6711"/>
                    <a:pt x="10767" y="6770"/>
                  </a:cubicBezTo>
                  <a:cubicBezTo>
                    <a:pt x="10347" y="5962"/>
                    <a:pt x="9539" y="5438"/>
                    <a:pt x="8616" y="5390"/>
                  </a:cubicBezTo>
                  <a:cubicBezTo>
                    <a:pt x="8874" y="5087"/>
                    <a:pt x="9059" y="4714"/>
                    <a:pt x="9129" y="4315"/>
                  </a:cubicBezTo>
                  <a:lnTo>
                    <a:pt x="9575" y="4315"/>
                  </a:lnTo>
                  <a:cubicBezTo>
                    <a:pt x="9797" y="4315"/>
                    <a:pt x="9971" y="4127"/>
                    <a:pt x="9971" y="3906"/>
                  </a:cubicBezTo>
                  <a:lnTo>
                    <a:pt x="9971" y="2293"/>
                  </a:lnTo>
                  <a:cubicBezTo>
                    <a:pt x="9971" y="2060"/>
                    <a:pt x="9797" y="1883"/>
                    <a:pt x="9575" y="1883"/>
                  </a:cubicBezTo>
                  <a:lnTo>
                    <a:pt x="9129" y="1883"/>
                  </a:lnTo>
                  <a:cubicBezTo>
                    <a:pt x="8944" y="809"/>
                    <a:pt x="7996" y="1"/>
                    <a:pt x="68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79" name="Google Shape;1279;p48"/>
            <p:cNvSpPr/>
            <p:nvPr/>
          </p:nvSpPr>
          <p:spPr>
            <a:xfrm>
              <a:off x="6531888" y="4009250"/>
              <a:ext cx="60825" cy="60550"/>
            </a:xfrm>
            <a:custGeom>
              <a:rect l="l" t="t" r="r" b="b"/>
              <a:pathLst>
                <a:path w="2433" h="2422" extrusionOk="0">
                  <a:moveTo>
                    <a:pt x="1218" y="809"/>
                  </a:moveTo>
                  <a:cubicBezTo>
                    <a:pt x="1439" y="809"/>
                    <a:pt x="1627" y="983"/>
                    <a:pt x="1627" y="1204"/>
                  </a:cubicBezTo>
                  <a:cubicBezTo>
                    <a:pt x="1627" y="1440"/>
                    <a:pt x="1439" y="1614"/>
                    <a:pt x="1218" y="1614"/>
                  </a:cubicBezTo>
                  <a:cubicBezTo>
                    <a:pt x="996" y="1614"/>
                    <a:pt x="808" y="1440"/>
                    <a:pt x="808" y="1204"/>
                  </a:cubicBezTo>
                  <a:cubicBezTo>
                    <a:pt x="808" y="983"/>
                    <a:pt x="996" y="809"/>
                    <a:pt x="1218" y="809"/>
                  </a:cubicBezTo>
                  <a:close/>
                  <a:moveTo>
                    <a:pt x="1218" y="1"/>
                  </a:moveTo>
                  <a:cubicBezTo>
                    <a:pt x="550" y="1"/>
                    <a:pt x="0" y="539"/>
                    <a:pt x="0" y="1204"/>
                  </a:cubicBezTo>
                  <a:cubicBezTo>
                    <a:pt x="0" y="1883"/>
                    <a:pt x="550" y="2422"/>
                    <a:pt x="1218" y="2422"/>
                  </a:cubicBezTo>
                  <a:cubicBezTo>
                    <a:pt x="1883" y="2422"/>
                    <a:pt x="2432" y="1883"/>
                    <a:pt x="2432" y="1204"/>
                  </a:cubicBezTo>
                  <a:cubicBezTo>
                    <a:pt x="2432" y="539"/>
                    <a:pt x="1883" y="1"/>
                    <a:pt x="1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80" name="Google Shape;1280;p48"/>
            <p:cNvSpPr/>
            <p:nvPr/>
          </p:nvSpPr>
          <p:spPr>
            <a:xfrm>
              <a:off x="6328488" y="4012200"/>
              <a:ext cx="41550" cy="20500"/>
            </a:xfrm>
            <a:custGeom>
              <a:rect l="l" t="t" r="r" b="b"/>
              <a:pathLst>
                <a:path w="1662" h="820" extrusionOk="0">
                  <a:moveTo>
                    <a:pt x="436" y="0"/>
                  </a:moveTo>
                  <a:cubicBezTo>
                    <a:pt x="236" y="0"/>
                    <a:pt x="49" y="152"/>
                    <a:pt x="26" y="362"/>
                  </a:cubicBezTo>
                  <a:cubicBezTo>
                    <a:pt x="1" y="609"/>
                    <a:pt x="189" y="820"/>
                    <a:pt x="436" y="820"/>
                  </a:cubicBezTo>
                  <a:lnTo>
                    <a:pt x="1230" y="820"/>
                  </a:lnTo>
                  <a:cubicBezTo>
                    <a:pt x="1440" y="820"/>
                    <a:pt x="1614" y="654"/>
                    <a:pt x="1639" y="455"/>
                  </a:cubicBezTo>
                  <a:cubicBezTo>
                    <a:pt x="1662" y="211"/>
                    <a:pt x="1474" y="0"/>
                    <a:pt x="12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81" name="Google Shape;1281;p48"/>
            <p:cNvSpPr/>
            <p:nvPr/>
          </p:nvSpPr>
          <p:spPr>
            <a:xfrm>
              <a:off x="6328488" y="4052800"/>
              <a:ext cx="41550" cy="20225"/>
            </a:xfrm>
            <a:custGeom>
              <a:rect l="l" t="t" r="r" b="b"/>
              <a:pathLst>
                <a:path w="1662" h="809" extrusionOk="0">
                  <a:moveTo>
                    <a:pt x="436" y="1"/>
                  </a:moveTo>
                  <a:cubicBezTo>
                    <a:pt x="236" y="1"/>
                    <a:pt x="49" y="152"/>
                    <a:pt x="26" y="351"/>
                  </a:cubicBezTo>
                  <a:cubicBezTo>
                    <a:pt x="1" y="598"/>
                    <a:pt x="189" y="809"/>
                    <a:pt x="436" y="809"/>
                  </a:cubicBezTo>
                  <a:lnTo>
                    <a:pt x="1230" y="809"/>
                  </a:lnTo>
                  <a:cubicBezTo>
                    <a:pt x="1440" y="809"/>
                    <a:pt x="1614" y="654"/>
                    <a:pt x="1639" y="444"/>
                  </a:cubicBezTo>
                  <a:cubicBezTo>
                    <a:pt x="1662" y="200"/>
                    <a:pt x="1474" y="1"/>
                    <a:pt x="12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282" name="Google Shape;1282;p48"/>
          <p:cNvGrpSpPr/>
          <p:nvPr/>
        </p:nvGrpSpPr>
        <p:grpSpPr>
          <a:xfrm>
            <a:off x="5520825" y="3644975"/>
            <a:ext cx="346275" cy="345150"/>
            <a:chOff x="5521113" y="3797375"/>
            <a:chExt cx="346275" cy="345150"/>
          </a:xfrm>
        </p:grpSpPr>
        <p:sp>
          <p:nvSpPr>
            <p:cNvPr id="1283" name="Google Shape;1283;p48"/>
            <p:cNvSpPr/>
            <p:nvPr/>
          </p:nvSpPr>
          <p:spPr>
            <a:xfrm>
              <a:off x="5576313" y="3797375"/>
              <a:ext cx="235900" cy="345150"/>
            </a:xfrm>
            <a:custGeom>
              <a:rect l="l" t="t" r="r" b="b"/>
              <a:pathLst>
                <a:path w="9436" h="13805" extrusionOk="0">
                  <a:moveTo>
                    <a:pt x="6607" y="3507"/>
                  </a:moveTo>
                  <a:cubicBezTo>
                    <a:pt x="6829" y="3507"/>
                    <a:pt x="7014" y="3684"/>
                    <a:pt x="7014" y="3906"/>
                  </a:cubicBezTo>
                  <a:cubicBezTo>
                    <a:pt x="7014" y="4127"/>
                    <a:pt x="6829" y="4315"/>
                    <a:pt x="6607" y="4315"/>
                  </a:cubicBezTo>
                  <a:cubicBezTo>
                    <a:pt x="6383" y="4315"/>
                    <a:pt x="6198" y="4127"/>
                    <a:pt x="6198" y="3906"/>
                  </a:cubicBezTo>
                  <a:cubicBezTo>
                    <a:pt x="6198" y="3684"/>
                    <a:pt x="6383" y="3507"/>
                    <a:pt x="6607" y="3507"/>
                  </a:cubicBezTo>
                  <a:close/>
                  <a:moveTo>
                    <a:pt x="2831" y="4315"/>
                  </a:moveTo>
                  <a:cubicBezTo>
                    <a:pt x="3053" y="4315"/>
                    <a:pt x="3241" y="4489"/>
                    <a:pt x="3241" y="4714"/>
                  </a:cubicBezTo>
                  <a:cubicBezTo>
                    <a:pt x="3241" y="4935"/>
                    <a:pt x="3053" y="5121"/>
                    <a:pt x="2831" y="5121"/>
                  </a:cubicBezTo>
                  <a:cubicBezTo>
                    <a:pt x="2610" y="5121"/>
                    <a:pt x="2433" y="4935"/>
                    <a:pt x="2433" y="4714"/>
                  </a:cubicBezTo>
                  <a:cubicBezTo>
                    <a:pt x="2433" y="4489"/>
                    <a:pt x="2610" y="4315"/>
                    <a:pt x="2831" y="4315"/>
                  </a:cubicBezTo>
                  <a:close/>
                  <a:moveTo>
                    <a:pt x="4725" y="809"/>
                  </a:moveTo>
                  <a:cubicBezTo>
                    <a:pt x="6874" y="809"/>
                    <a:pt x="8627" y="2562"/>
                    <a:pt x="8627" y="4725"/>
                  </a:cubicBezTo>
                  <a:cubicBezTo>
                    <a:pt x="8627" y="5836"/>
                    <a:pt x="8150" y="6910"/>
                    <a:pt x="7309" y="7645"/>
                  </a:cubicBezTo>
                  <a:cubicBezTo>
                    <a:pt x="6711" y="8184"/>
                    <a:pt x="6327" y="8922"/>
                    <a:pt x="6231" y="9716"/>
                  </a:cubicBezTo>
                  <a:lnTo>
                    <a:pt x="5120" y="9716"/>
                  </a:lnTo>
                  <a:lnTo>
                    <a:pt x="5120" y="7623"/>
                  </a:lnTo>
                  <a:lnTo>
                    <a:pt x="6840" y="6397"/>
                  </a:lnTo>
                  <a:cubicBezTo>
                    <a:pt x="6944" y="6327"/>
                    <a:pt x="7014" y="6198"/>
                    <a:pt x="7014" y="6069"/>
                  </a:cubicBezTo>
                  <a:lnTo>
                    <a:pt x="7014" y="5050"/>
                  </a:lnTo>
                  <a:cubicBezTo>
                    <a:pt x="7505" y="4876"/>
                    <a:pt x="7844" y="4397"/>
                    <a:pt x="7822" y="3836"/>
                  </a:cubicBezTo>
                  <a:cubicBezTo>
                    <a:pt x="7786" y="3216"/>
                    <a:pt x="7272" y="2725"/>
                    <a:pt x="6652" y="2691"/>
                  </a:cubicBezTo>
                  <a:cubicBezTo>
                    <a:pt x="6637" y="2691"/>
                    <a:pt x="6622" y="2690"/>
                    <a:pt x="6607" y="2690"/>
                  </a:cubicBezTo>
                  <a:cubicBezTo>
                    <a:pt x="5937" y="2690"/>
                    <a:pt x="5390" y="3242"/>
                    <a:pt x="5390" y="3906"/>
                  </a:cubicBezTo>
                  <a:cubicBezTo>
                    <a:pt x="5390" y="4433"/>
                    <a:pt x="5729" y="4888"/>
                    <a:pt x="6198" y="5050"/>
                  </a:cubicBezTo>
                  <a:lnTo>
                    <a:pt x="6198" y="5858"/>
                  </a:lnTo>
                  <a:lnTo>
                    <a:pt x="5120" y="6630"/>
                  </a:lnTo>
                  <a:lnTo>
                    <a:pt x="5120" y="5811"/>
                  </a:lnTo>
                  <a:cubicBezTo>
                    <a:pt x="5120" y="5600"/>
                    <a:pt x="4969" y="5415"/>
                    <a:pt x="4770" y="5390"/>
                  </a:cubicBezTo>
                  <a:cubicBezTo>
                    <a:pt x="4757" y="5389"/>
                    <a:pt x="4743" y="5388"/>
                    <a:pt x="4730" y="5388"/>
                  </a:cubicBezTo>
                  <a:cubicBezTo>
                    <a:pt x="4503" y="5388"/>
                    <a:pt x="4315" y="5569"/>
                    <a:pt x="4315" y="5799"/>
                  </a:cubicBezTo>
                  <a:lnTo>
                    <a:pt x="4315" y="7612"/>
                  </a:lnTo>
                  <a:lnTo>
                    <a:pt x="3241" y="6689"/>
                  </a:lnTo>
                  <a:lnTo>
                    <a:pt x="3241" y="5858"/>
                  </a:lnTo>
                  <a:cubicBezTo>
                    <a:pt x="3732" y="5682"/>
                    <a:pt x="4068" y="5205"/>
                    <a:pt x="4046" y="4644"/>
                  </a:cubicBezTo>
                  <a:cubicBezTo>
                    <a:pt x="4012" y="4024"/>
                    <a:pt x="3496" y="3533"/>
                    <a:pt x="2876" y="3507"/>
                  </a:cubicBezTo>
                  <a:cubicBezTo>
                    <a:pt x="2857" y="3507"/>
                    <a:pt x="2837" y="3506"/>
                    <a:pt x="2817" y="3506"/>
                  </a:cubicBezTo>
                  <a:cubicBezTo>
                    <a:pt x="2156" y="3506"/>
                    <a:pt x="1614" y="4054"/>
                    <a:pt x="1614" y="4714"/>
                  </a:cubicBezTo>
                  <a:cubicBezTo>
                    <a:pt x="1614" y="5238"/>
                    <a:pt x="1953" y="5696"/>
                    <a:pt x="2433" y="5858"/>
                  </a:cubicBezTo>
                  <a:lnTo>
                    <a:pt x="2433" y="6874"/>
                  </a:lnTo>
                  <a:cubicBezTo>
                    <a:pt x="2433" y="6992"/>
                    <a:pt x="2481" y="7109"/>
                    <a:pt x="2573" y="7191"/>
                  </a:cubicBezTo>
                  <a:lnTo>
                    <a:pt x="4315" y="8686"/>
                  </a:lnTo>
                  <a:lnTo>
                    <a:pt x="4315" y="9716"/>
                  </a:lnTo>
                  <a:lnTo>
                    <a:pt x="3216" y="9716"/>
                  </a:lnTo>
                  <a:cubicBezTo>
                    <a:pt x="3112" y="8922"/>
                    <a:pt x="2725" y="8184"/>
                    <a:pt x="2130" y="7645"/>
                  </a:cubicBezTo>
                  <a:cubicBezTo>
                    <a:pt x="1288" y="6910"/>
                    <a:pt x="809" y="5836"/>
                    <a:pt x="809" y="4725"/>
                  </a:cubicBezTo>
                  <a:cubicBezTo>
                    <a:pt x="809" y="2562"/>
                    <a:pt x="2562" y="809"/>
                    <a:pt x="4725" y="809"/>
                  </a:cubicBezTo>
                  <a:close/>
                  <a:moveTo>
                    <a:pt x="6198" y="10521"/>
                  </a:moveTo>
                  <a:lnTo>
                    <a:pt x="6198" y="11247"/>
                  </a:lnTo>
                  <a:cubicBezTo>
                    <a:pt x="6198" y="11317"/>
                    <a:pt x="6139" y="11388"/>
                    <a:pt x="6069" y="11388"/>
                  </a:cubicBezTo>
                  <a:lnTo>
                    <a:pt x="3367" y="11388"/>
                  </a:lnTo>
                  <a:cubicBezTo>
                    <a:pt x="3297" y="11388"/>
                    <a:pt x="3241" y="11317"/>
                    <a:pt x="3241" y="11247"/>
                  </a:cubicBezTo>
                  <a:lnTo>
                    <a:pt x="3241" y="10521"/>
                  </a:lnTo>
                  <a:close/>
                  <a:moveTo>
                    <a:pt x="5659" y="12193"/>
                  </a:moveTo>
                  <a:lnTo>
                    <a:pt x="5659" y="12591"/>
                  </a:lnTo>
                  <a:cubicBezTo>
                    <a:pt x="5659" y="12813"/>
                    <a:pt x="5485" y="13001"/>
                    <a:pt x="5261" y="13001"/>
                  </a:cubicBezTo>
                  <a:lnTo>
                    <a:pt x="4175" y="13001"/>
                  </a:lnTo>
                  <a:cubicBezTo>
                    <a:pt x="3953" y="13001"/>
                    <a:pt x="3777" y="12813"/>
                    <a:pt x="3777" y="12591"/>
                  </a:cubicBezTo>
                  <a:lnTo>
                    <a:pt x="3777" y="12193"/>
                  </a:lnTo>
                  <a:close/>
                  <a:moveTo>
                    <a:pt x="4725" y="1"/>
                  </a:moveTo>
                  <a:cubicBezTo>
                    <a:pt x="2119" y="1"/>
                    <a:pt x="1" y="2119"/>
                    <a:pt x="1" y="4714"/>
                  </a:cubicBezTo>
                  <a:cubicBezTo>
                    <a:pt x="1" y="6069"/>
                    <a:pt x="587" y="7354"/>
                    <a:pt x="1591" y="8243"/>
                  </a:cubicBezTo>
                  <a:cubicBezTo>
                    <a:pt x="2119" y="8723"/>
                    <a:pt x="2433" y="9399"/>
                    <a:pt x="2433" y="10114"/>
                  </a:cubicBezTo>
                  <a:lnTo>
                    <a:pt x="2433" y="11247"/>
                  </a:lnTo>
                  <a:cubicBezTo>
                    <a:pt x="2433" y="11620"/>
                    <a:pt x="2643" y="11949"/>
                    <a:pt x="2972" y="12100"/>
                  </a:cubicBezTo>
                  <a:lnTo>
                    <a:pt x="2972" y="12591"/>
                  </a:lnTo>
                  <a:cubicBezTo>
                    <a:pt x="2972" y="13270"/>
                    <a:pt x="3507" y="13806"/>
                    <a:pt x="4175" y="13806"/>
                  </a:cubicBezTo>
                  <a:lnTo>
                    <a:pt x="5261" y="13806"/>
                  </a:lnTo>
                  <a:cubicBezTo>
                    <a:pt x="5928" y="13806"/>
                    <a:pt x="6478" y="13270"/>
                    <a:pt x="6478" y="12591"/>
                  </a:cubicBezTo>
                  <a:lnTo>
                    <a:pt x="6478" y="12100"/>
                  </a:lnTo>
                  <a:cubicBezTo>
                    <a:pt x="6792" y="11949"/>
                    <a:pt x="7014" y="11620"/>
                    <a:pt x="7014" y="11247"/>
                  </a:cubicBezTo>
                  <a:lnTo>
                    <a:pt x="7014" y="10114"/>
                  </a:lnTo>
                  <a:cubicBezTo>
                    <a:pt x="7014" y="9399"/>
                    <a:pt x="7320" y="8723"/>
                    <a:pt x="7844" y="8243"/>
                  </a:cubicBezTo>
                  <a:cubicBezTo>
                    <a:pt x="8863" y="7354"/>
                    <a:pt x="9435" y="6069"/>
                    <a:pt x="9435" y="4714"/>
                  </a:cubicBezTo>
                  <a:cubicBezTo>
                    <a:pt x="9435" y="2119"/>
                    <a:pt x="7320" y="1"/>
                    <a:pt x="47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84" name="Google Shape;1284;p48"/>
            <p:cNvSpPr/>
            <p:nvPr/>
          </p:nvSpPr>
          <p:spPr>
            <a:xfrm>
              <a:off x="5825913" y="3905250"/>
              <a:ext cx="41475" cy="20150"/>
            </a:xfrm>
            <a:custGeom>
              <a:rect l="l" t="t" r="r" b="b"/>
              <a:pathLst>
                <a:path w="1659" h="805" extrusionOk="0">
                  <a:moveTo>
                    <a:pt x="433" y="0"/>
                  </a:moveTo>
                  <a:cubicBezTo>
                    <a:pt x="223" y="0"/>
                    <a:pt x="46" y="152"/>
                    <a:pt x="23" y="362"/>
                  </a:cubicBezTo>
                  <a:cubicBezTo>
                    <a:pt x="1" y="609"/>
                    <a:pt x="186" y="806"/>
                    <a:pt x="422" y="806"/>
                  </a:cubicBezTo>
                  <a:lnTo>
                    <a:pt x="1227" y="806"/>
                  </a:lnTo>
                  <a:cubicBezTo>
                    <a:pt x="1426" y="806"/>
                    <a:pt x="1614" y="654"/>
                    <a:pt x="1636" y="455"/>
                  </a:cubicBezTo>
                  <a:cubicBezTo>
                    <a:pt x="1659" y="211"/>
                    <a:pt x="1474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85" name="Google Shape;1285;p48"/>
            <p:cNvSpPr/>
            <p:nvPr/>
          </p:nvSpPr>
          <p:spPr>
            <a:xfrm>
              <a:off x="5818288" y="3837775"/>
              <a:ext cx="40700" cy="30375"/>
            </a:xfrm>
            <a:custGeom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9"/>
                    <a:pt x="960" y="57"/>
                  </a:cubicBezTo>
                  <a:lnTo>
                    <a:pt x="258" y="455"/>
                  </a:lnTo>
                  <a:cubicBezTo>
                    <a:pt x="59" y="573"/>
                    <a:pt x="0" y="817"/>
                    <a:pt x="107" y="1016"/>
                  </a:cubicBezTo>
                  <a:cubicBezTo>
                    <a:pt x="185" y="1141"/>
                    <a:pt x="320" y="1214"/>
                    <a:pt x="459" y="1214"/>
                  </a:cubicBezTo>
                  <a:cubicBezTo>
                    <a:pt x="530" y="1214"/>
                    <a:pt x="601" y="1196"/>
                    <a:pt x="668" y="1156"/>
                  </a:cubicBezTo>
                  <a:lnTo>
                    <a:pt x="1358" y="758"/>
                  </a:lnTo>
                  <a:cubicBezTo>
                    <a:pt x="1557" y="643"/>
                    <a:pt x="1627" y="396"/>
                    <a:pt x="1509" y="197"/>
                  </a:cubicBezTo>
                  <a:cubicBezTo>
                    <a:pt x="1438" y="73"/>
                    <a:pt x="1300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86" name="Google Shape;1286;p48"/>
            <p:cNvSpPr/>
            <p:nvPr/>
          </p:nvSpPr>
          <p:spPr>
            <a:xfrm>
              <a:off x="5818288" y="3962475"/>
              <a:ext cx="40700" cy="30425"/>
            </a:xfrm>
            <a:custGeom>
              <a:rect l="l" t="t" r="r" b="b"/>
              <a:pathLst>
                <a:path w="1628" h="1217" extrusionOk="0">
                  <a:moveTo>
                    <a:pt x="471" y="0"/>
                  </a:moveTo>
                  <a:cubicBezTo>
                    <a:pt x="327" y="0"/>
                    <a:pt x="187" y="73"/>
                    <a:pt x="107" y="200"/>
                  </a:cubicBezTo>
                  <a:cubicBezTo>
                    <a:pt x="0" y="399"/>
                    <a:pt x="59" y="646"/>
                    <a:pt x="258" y="750"/>
                  </a:cubicBezTo>
                  <a:lnTo>
                    <a:pt x="960" y="1159"/>
                  </a:lnTo>
                  <a:cubicBezTo>
                    <a:pt x="1022" y="1198"/>
                    <a:pt x="1091" y="1216"/>
                    <a:pt x="1160" y="1216"/>
                  </a:cubicBezTo>
                  <a:cubicBezTo>
                    <a:pt x="1300" y="1216"/>
                    <a:pt x="1438" y="1141"/>
                    <a:pt x="1509" y="1008"/>
                  </a:cubicBezTo>
                  <a:cubicBezTo>
                    <a:pt x="1627" y="820"/>
                    <a:pt x="1557" y="576"/>
                    <a:pt x="1358" y="458"/>
                  </a:cubicBezTo>
                  <a:lnTo>
                    <a:pt x="668" y="48"/>
                  </a:lnTo>
                  <a:cubicBezTo>
                    <a:pt x="605" y="16"/>
                    <a:pt x="538" y="0"/>
                    <a:pt x="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87" name="Google Shape;1287;p48"/>
            <p:cNvSpPr/>
            <p:nvPr/>
          </p:nvSpPr>
          <p:spPr>
            <a:xfrm>
              <a:off x="5521113" y="3905250"/>
              <a:ext cx="41825" cy="20150"/>
            </a:xfrm>
            <a:custGeom>
              <a:rect l="l" t="t" r="r" b="b"/>
              <a:pathLst>
                <a:path w="1672" h="805" extrusionOk="0">
                  <a:moveTo>
                    <a:pt x="444" y="0"/>
                  </a:moveTo>
                  <a:cubicBezTo>
                    <a:pt x="234" y="0"/>
                    <a:pt x="49" y="152"/>
                    <a:pt x="23" y="362"/>
                  </a:cubicBezTo>
                  <a:cubicBezTo>
                    <a:pt x="1" y="609"/>
                    <a:pt x="189" y="806"/>
                    <a:pt x="433" y="806"/>
                  </a:cubicBezTo>
                  <a:lnTo>
                    <a:pt x="1241" y="806"/>
                  </a:lnTo>
                  <a:cubicBezTo>
                    <a:pt x="1474" y="806"/>
                    <a:pt x="1673" y="609"/>
                    <a:pt x="1636" y="362"/>
                  </a:cubicBezTo>
                  <a:cubicBezTo>
                    <a:pt x="1614" y="152"/>
                    <a:pt x="1437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88" name="Google Shape;1288;p48"/>
            <p:cNvSpPr/>
            <p:nvPr/>
          </p:nvSpPr>
          <p:spPr>
            <a:xfrm>
              <a:off x="5529888" y="3837775"/>
              <a:ext cx="40350" cy="30375"/>
            </a:xfrm>
            <a:custGeom>
              <a:rect l="l" t="t" r="r" b="b"/>
              <a:pathLst>
                <a:path w="1613" h="1215" extrusionOk="0">
                  <a:moveTo>
                    <a:pt x="457" y="1"/>
                  </a:moveTo>
                  <a:cubicBezTo>
                    <a:pt x="320" y="1"/>
                    <a:pt x="183" y="73"/>
                    <a:pt x="104" y="197"/>
                  </a:cubicBezTo>
                  <a:cubicBezTo>
                    <a:pt x="1" y="396"/>
                    <a:pt x="60" y="643"/>
                    <a:pt x="259" y="758"/>
                  </a:cubicBezTo>
                  <a:lnTo>
                    <a:pt x="960" y="1156"/>
                  </a:lnTo>
                  <a:cubicBezTo>
                    <a:pt x="1022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07" y="1016"/>
                  </a:cubicBezTo>
                  <a:cubicBezTo>
                    <a:pt x="1614" y="817"/>
                    <a:pt x="1555" y="573"/>
                    <a:pt x="1356" y="455"/>
                  </a:cubicBezTo>
                  <a:lnTo>
                    <a:pt x="654" y="57"/>
                  </a:lnTo>
                  <a:cubicBezTo>
                    <a:pt x="593" y="19"/>
                    <a:pt x="525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89" name="Google Shape;1289;p48"/>
            <p:cNvSpPr/>
            <p:nvPr/>
          </p:nvSpPr>
          <p:spPr>
            <a:xfrm>
              <a:off x="5529888" y="3962475"/>
              <a:ext cx="40350" cy="30425"/>
            </a:xfrm>
            <a:custGeom>
              <a:rect l="l" t="t" r="r" b="b"/>
              <a:pathLst>
                <a:path w="1613" h="1217" extrusionOk="0">
                  <a:moveTo>
                    <a:pt x="1147" y="0"/>
                  </a:moveTo>
                  <a:cubicBezTo>
                    <a:pt x="1083" y="0"/>
                    <a:pt x="1018" y="16"/>
                    <a:pt x="960" y="48"/>
                  </a:cubicBezTo>
                  <a:lnTo>
                    <a:pt x="259" y="458"/>
                  </a:lnTo>
                  <a:cubicBezTo>
                    <a:pt x="60" y="576"/>
                    <a:pt x="1" y="820"/>
                    <a:pt x="104" y="1008"/>
                  </a:cubicBezTo>
                  <a:cubicBezTo>
                    <a:pt x="183" y="1141"/>
                    <a:pt x="320" y="1216"/>
                    <a:pt x="457" y="1216"/>
                  </a:cubicBezTo>
                  <a:cubicBezTo>
                    <a:pt x="525" y="1216"/>
                    <a:pt x="593" y="1198"/>
                    <a:pt x="654" y="1159"/>
                  </a:cubicBezTo>
                  <a:lnTo>
                    <a:pt x="1356" y="750"/>
                  </a:lnTo>
                  <a:cubicBezTo>
                    <a:pt x="1555" y="646"/>
                    <a:pt x="1614" y="399"/>
                    <a:pt x="1507" y="200"/>
                  </a:cubicBezTo>
                  <a:cubicBezTo>
                    <a:pt x="1428" y="73"/>
                    <a:pt x="1288" y="0"/>
                    <a:pt x="1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290" name="Google Shape;1290;p48"/>
          <p:cNvGrpSpPr/>
          <p:nvPr/>
        </p:nvGrpSpPr>
        <p:grpSpPr>
          <a:xfrm>
            <a:off x="4034425" y="3644975"/>
            <a:ext cx="318000" cy="345150"/>
            <a:chOff x="4020838" y="3797375"/>
            <a:chExt cx="318000" cy="345150"/>
          </a:xfrm>
        </p:grpSpPr>
        <p:sp>
          <p:nvSpPr>
            <p:cNvPr id="1291" name="Google Shape;1291;p48"/>
            <p:cNvSpPr/>
            <p:nvPr/>
          </p:nvSpPr>
          <p:spPr>
            <a:xfrm>
              <a:off x="4020838" y="3797375"/>
              <a:ext cx="318000" cy="345150"/>
            </a:xfrm>
            <a:custGeom>
              <a:rect l="l" t="t" r="r" b="b"/>
              <a:pathLst>
                <a:path w="12720" h="13805" extrusionOk="0">
                  <a:moveTo>
                    <a:pt x="7973" y="809"/>
                  </a:moveTo>
                  <a:cubicBezTo>
                    <a:pt x="8172" y="809"/>
                    <a:pt x="8358" y="960"/>
                    <a:pt x="8383" y="1171"/>
                  </a:cubicBezTo>
                  <a:cubicBezTo>
                    <a:pt x="8405" y="1418"/>
                    <a:pt x="8217" y="1614"/>
                    <a:pt x="7973" y="1614"/>
                  </a:cubicBezTo>
                  <a:lnTo>
                    <a:pt x="4758" y="1614"/>
                  </a:lnTo>
                  <a:cubicBezTo>
                    <a:pt x="4548" y="1614"/>
                    <a:pt x="4360" y="1462"/>
                    <a:pt x="4338" y="1263"/>
                  </a:cubicBezTo>
                  <a:cubicBezTo>
                    <a:pt x="4315" y="1019"/>
                    <a:pt x="4500" y="809"/>
                    <a:pt x="4747" y="809"/>
                  </a:cubicBezTo>
                  <a:close/>
                  <a:moveTo>
                    <a:pt x="7575" y="2433"/>
                  </a:moveTo>
                  <a:lnTo>
                    <a:pt x="7575" y="3965"/>
                  </a:lnTo>
                  <a:cubicBezTo>
                    <a:pt x="7575" y="4057"/>
                    <a:pt x="7600" y="4139"/>
                    <a:pt x="7656" y="4209"/>
                  </a:cubicBezTo>
                  <a:lnTo>
                    <a:pt x="11399" y="9062"/>
                  </a:lnTo>
                  <a:cubicBezTo>
                    <a:pt x="11679" y="9435"/>
                    <a:pt x="11864" y="9890"/>
                    <a:pt x="11912" y="10358"/>
                  </a:cubicBezTo>
                  <a:cubicBezTo>
                    <a:pt x="12019" y="11797"/>
                    <a:pt x="10896" y="13001"/>
                    <a:pt x="9480" y="13001"/>
                  </a:cubicBezTo>
                  <a:lnTo>
                    <a:pt x="3238" y="13001"/>
                  </a:lnTo>
                  <a:cubicBezTo>
                    <a:pt x="1894" y="13001"/>
                    <a:pt x="808" y="11901"/>
                    <a:pt x="808" y="10568"/>
                  </a:cubicBezTo>
                  <a:cubicBezTo>
                    <a:pt x="808" y="10030"/>
                    <a:pt x="982" y="9505"/>
                    <a:pt x="1311" y="9084"/>
                  </a:cubicBezTo>
                  <a:lnTo>
                    <a:pt x="5061" y="4209"/>
                  </a:lnTo>
                  <a:cubicBezTo>
                    <a:pt x="5120" y="4139"/>
                    <a:pt x="5146" y="4057"/>
                    <a:pt x="5146" y="3965"/>
                  </a:cubicBezTo>
                  <a:lnTo>
                    <a:pt x="5146" y="2433"/>
                  </a:lnTo>
                  <a:close/>
                  <a:moveTo>
                    <a:pt x="4758" y="1"/>
                  </a:moveTo>
                  <a:cubicBezTo>
                    <a:pt x="4127" y="1"/>
                    <a:pt x="3577" y="492"/>
                    <a:pt x="3532" y="1123"/>
                  </a:cubicBezTo>
                  <a:cubicBezTo>
                    <a:pt x="3496" y="1684"/>
                    <a:pt x="3847" y="2189"/>
                    <a:pt x="4338" y="2363"/>
                  </a:cubicBezTo>
                  <a:lnTo>
                    <a:pt x="4338" y="3824"/>
                  </a:lnTo>
                  <a:lnTo>
                    <a:pt x="668" y="8593"/>
                  </a:lnTo>
                  <a:cubicBezTo>
                    <a:pt x="236" y="9155"/>
                    <a:pt x="1" y="9856"/>
                    <a:pt x="1" y="10568"/>
                  </a:cubicBezTo>
                  <a:cubicBezTo>
                    <a:pt x="1" y="12358"/>
                    <a:pt x="1451" y="13806"/>
                    <a:pt x="3238" y="13806"/>
                  </a:cubicBezTo>
                  <a:lnTo>
                    <a:pt x="9480" y="13806"/>
                  </a:lnTo>
                  <a:cubicBezTo>
                    <a:pt x="11270" y="13806"/>
                    <a:pt x="12720" y="12358"/>
                    <a:pt x="12720" y="10568"/>
                  </a:cubicBezTo>
                  <a:cubicBezTo>
                    <a:pt x="12720" y="9856"/>
                    <a:pt x="12484" y="9155"/>
                    <a:pt x="12052" y="8593"/>
                  </a:cubicBezTo>
                  <a:lnTo>
                    <a:pt x="8383" y="3824"/>
                  </a:lnTo>
                  <a:lnTo>
                    <a:pt x="8383" y="2363"/>
                  </a:lnTo>
                  <a:cubicBezTo>
                    <a:pt x="8885" y="2189"/>
                    <a:pt x="9224" y="1684"/>
                    <a:pt x="9188" y="1123"/>
                  </a:cubicBezTo>
                  <a:cubicBezTo>
                    <a:pt x="9143" y="492"/>
                    <a:pt x="8593" y="1"/>
                    <a:pt x="79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92" name="Google Shape;1292;p48"/>
            <p:cNvSpPr/>
            <p:nvPr/>
          </p:nvSpPr>
          <p:spPr>
            <a:xfrm>
              <a:off x="4101488" y="3947050"/>
              <a:ext cx="156700" cy="155150"/>
            </a:xfrm>
            <a:custGeom>
              <a:rect l="l" t="t" r="r" b="b"/>
              <a:pathLst>
                <a:path w="6268" h="6206" extrusionOk="0">
                  <a:moveTo>
                    <a:pt x="3426" y="805"/>
                  </a:moveTo>
                  <a:lnTo>
                    <a:pt x="3437" y="1086"/>
                  </a:lnTo>
                  <a:cubicBezTo>
                    <a:pt x="3448" y="1252"/>
                    <a:pt x="3555" y="1392"/>
                    <a:pt x="3707" y="1448"/>
                  </a:cubicBezTo>
                  <a:cubicBezTo>
                    <a:pt x="3917" y="1518"/>
                    <a:pt x="4116" y="1636"/>
                    <a:pt x="4279" y="1776"/>
                  </a:cubicBezTo>
                  <a:cubicBezTo>
                    <a:pt x="4358" y="1842"/>
                    <a:pt x="4455" y="1875"/>
                    <a:pt x="4551" y="1875"/>
                  </a:cubicBezTo>
                  <a:cubicBezTo>
                    <a:pt x="4611" y="1875"/>
                    <a:pt x="4671" y="1862"/>
                    <a:pt x="4725" y="1835"/>
                  </a:cubicBezTo>
                  <a:lnTo>
                    <a:pt x="4969" y="1706"/>
                  </a:lnTo>
                  <a:lnTo>
                    <a:pt x="5261" y="2208"/>
                  </a:lnTo>
                  <a:lnTo>
                    <a:pt x="5028" y="2348"/>
                  </a:lnTo>
                  <a:cubicBezTo>
                    <a:pt x="4899" y="2444"/>
                    <a:pt x="4829" y="2606"/>
                    <a:pt x="4851" y="2769"/>
                  </a:cubicBezTo>
                  <a:cubicBezTo>
                    <a:pt x="4876" y="2887"/>
                    <a:pt x="4888" y="2991"/>
                    <a:pt x="4888" y="3097"/>
                  </a:cubicBezTo>
                  <a:cubicBezTo>
                    <a:pt x="4888" y="3201"/>
                    <a:pt x="4876" y="3319"/>
                    <a:pt x="4851" y="3437"/>
                  </a:cubicBezTo>
                  <a:cubicBezTo>
                    <a:pt x="4829" y="3588"/>
                    <a:pt x="4899" y="3751"/>
                    <a:pt x="5028" y="3846"/>
                  </a:cubicBezTo>
                  <a:lnTo>
                    <a:pt x="5261" y="3998"/>
                  </a:lnTo>
                  <a:lnTo>
                    <a:pt x="4969" y="4500"/>
                  </a:lnTo>
                  <a:lnTo>
                    <a:pt x="4725" y="4371"/>
                  </a:lnTo>
                  <a:cubicBezTo>
                    <a:pt x="4668" y="4343"/>
                    <a:pt x="4605" y="4328"/>
                    <a:pt x="4542" y="4328"/>
                  </a:cubicBezTo>
                  <a:cubicBezTo>
                    <a:pt x="4449" y="4328"/>
                    <a:pt x="4356" y="4360"/>
                    <a:pt x="4279" y="4430"/>
                  </a:cubicBezTo>
                  <a:cubicBezTo>
                    <a:pt x="4116" y="4570"/>
                    <a:pt x="3917" y="4688"/>
                    <a:pt x="3707" y="4758"/>
                  </a:cubicBezTo>
                  <a:cubicBezTo>
                    <a:pt x="3555" y="4803"/>
                    <a:pt x="3448" y="4955"/>
                    <a:pt x="3437" y="5120"/>
                  </a:cubicBezTo>
                  <a:lnTo>
                    <a:pt x="3426" y="5389"/>
                  </a:lnTo>
                  <a:lnTo>
                    <a:pt x="2842" y="5389"/>
                  </a:lnTo>
                  <a:lnTo>
                    <a:pt x="2831" y="5120"/>
                  </a:lnTo>
                  <a:cubicBezTo>
                    <a:pt x="2817" y="4955"/>
                    <a:pt x="2713" y="4803"/>
                    <a:pt x="2562" y="4758"/>
                  </a:cubicBezTo>
                  <a:cubicBezTo>
                    <a:pt x="2352" y="4688"/>
                    <a:pt x="2152" y="4570"/>
                    <a:pt x="1990" y="4430"/>
                  </a:cubicBezTo>
                  <a:cubicBezTo>
                    <a:pt x="1913" y="4360"/>
                    <a:pt x="1819" y="4328"/>
                    <a:pt x="1727" y="4328"/>
                  </a:cubicBezTo>
                  <a:cubicBezTo>
                    <a:pt x="1663" y="4328"/>
                    <a:pt x="1600" y="4343"/>
                    <a:pt x="1544" y="4371"/>
                  </a:cubicBezTo>
                  <a:lnTo>
                    <a:pt x="1300" y="4500"/>
                  </a:lnTo>
                  <a:lnTo>
                    <a:pt x="1008" y="3998"/>
                  </a:lnTo>
                  <a:lnTo>
                    <a:pt x="1241" y="3846"/>
                  </a:lnTo>
                  <a:cubicBezTo>
                    <a:pt x="1381" y="3751"/>
                    <a:pt x="1451" y="3588"/>
                    <a:pt x="1415" y="3437"/>
                  </a:cubicBezTo>
                  <a:cubicBezTo>
                    <a:pt x="1392" y="3319"/>
                    <a:pt x="1381" y="3201"/>
                    <a:pt x="1381" y="3097"/>
                  </a:cubicBezTo>
                  <a:cubicBezTo>
                    <a:pt x="1381" y="2991"/>
                    <a:pt x="1392" y="2887"/>
                    <a:pt x="1415" y="2769"/>
                  </a:cubicBezTo>
                  <a:cubicBezTo>
                    <a:pt x="1451" y="2606"/>
                    <a:pt x="1370" y="2444"/>
                    <a:pt x="1241" y="2348"/>
                  </a:cubicBezTo>
                  <a:lnTo>
                    <a:pt x="1008" y="2208"/>
                  </a:lnTo>
                  <a:lnTo>
                    <a:pt x="1300" y="1706"/>
                  </a:lnTo>
                  <a:lnTo>
                    <a:pt x="1544" y="1835"/>
                  </a:lnTo>
                  <a:cubicBezTo>
                    <a:pt x="1598" y="1862"/>
                    <a:pt x="1657" y="1875"/>
                    <a:pt x="1717" y="1875"/>
                  </a:cubicBezTo>
                  <a:cubicBezTo>
                    <a:pt x="1813" y="1875"/>
                    <a:pt x="1910" y="1842"/>
                    <a:pt x="1990" y="1776"/>
                  </a:cubicBezTo>
                  <a:cubicBezTo>
                    <a:pt x="2152" y="1636"/>
                    <a:pt x="2352" y="1518"/>
                    <a:pt x="2562" y="1448"/>
                  </a:cubicBezTo>
                  <a:cubicBezTo>
                    <a:pt x="2713" y="1392"/>
                    <a:pt x="2817" y="1252"/>
                    <a:pt x="2831" y="1086"/>
                  </a:cubicBezTo>
                  <a:lnTo>
                    <a:pt x="2842" y="805"/>
                  </a:lnTo>
                  <a:close/>
                  <a:moveTo>
                    <a:pt x="2455" y="0"/>
                  </a:moveTo>
                  <a:cubicBezTo>
                    <a:pt x="2245" y="0"/>
                    <a:pt x="2071" y="163"/>
                    <a:pt x="2060" y="385"/>
                  </a:cubicBezTo>
                  <a:lnTo>
                    <a:pt x="2035" y="783"/>
                  </a:lnTo>
                  <a:cubicBezTo>
                    <a:pt x="1920" y="842"/>
                    <a:pt x="1790" y="912"/>
                    <a:pt x="1684" y="993"/>
                  </a:cubicBezTo>
                  <a:lnTo>
                    <a:pt x="1322" y="805"/>
                  </a:lnTo>
                  <a:cubicBezTo>
                    <a:pt x="1266" y="778"/>
                    <a:pt x="1206" y="765"/>
                    <a:pt x="1145" y="765"/>
                  </a:cubicBezTo>
                  <a:cubicBezTo>
                    <a:pt x="1001" y="765"/>
                    <a:pt x="858" y="839"/>
                    <a:pt x="783" y="971"/>
                  </a:cubicBezTo>
                  <a:lnTo>
                    <a:pt x="119" y="2138"/>
                  </a:lnTo>
                  <a:cubicBezTo>
                    <a:pt x="1" y="2326"/>
                    <a:pt x="60" y="2559"/>
                    <a:pt x="248" y="2677"/>
                  </a:cubicBezTo>
                  <a:lnTo>
                    <a:pt x="587" y="2898"/>
                  </a:lnTo>
                  <a:cubicBezTo>
                    <a:pt x="573" y="2968"/>
                    <a:pt x="573" y="3027"/>
                    <a:pt x="573" y="3097"/>
                  </a:cubicBezTo>
                  <a:cubicBezTo>
                    <a:pt x="573" y="3168"/>
                    <a:pt x="573" y="3238"/>
                    <a:pt x="587" y="3308"/>
                  </a:cubicBezTo>
                  <a:lnTo>
                    <a:pt x="248" y="3529"/>
                  </a:lnTo>
                  <a:cubicBezTo>
                    <a:pt x="60" y="3647"/>
                    <a:pt x="1" y="3880"/>
                    <a:pt x="119" y="4068"/>
                  </a:cubicBezTo>
                  <a:lnTo>
                    <a:pt x="783" y="5235"/>
                  </a:lnTo>
                  <a:cubicBezTo>
                    <a:pt x="856" y="5364"/>
                    <a:pt x="994" y="5437"/>
                    <a:pt x="1134" y="5437"/>
                  </a:cubicBezTo>
                  <a:cubicBezTo>
                    <a:pt x="1198" y="5437"/>
                    <a:pt x="1263" y="5422"/>
                    <a:pt x="1322" y="5389"/>
                  </a:cubicBezTo>
                  <a:lnTo>
                    <a:pt x="1684" y="5213"/>
                  </a:lnTo>
                  <a:cubicBezTo>
                    <a:pt x="1790" y="5283"/>
                    <a:pt x="1920" y="5353"/>
                    <a:pt x="2035" y="5412"/>
                  </a:cubicBezTo>
                  <a:lnTo>
                    <a:pt x="2060" y="5821"/>
                  </a:lnTo>
                  <a:cubicBezTo>
                    <a:pt x="2071" y="6032"/>
                    <a:pt x="2245" y="6206"/>
                    <a:pt x="2455" y="6206"/>
                  </a:cubicBezTo>
                  <a:lnTo>
                    <a:pt x="3813" y="6206"/>
                  </a:lnTo>
                  <a:cubicBezTo>
                    <a:pt x="4024" y="6206"/>
                    <a:pt x="4197" y="6032"/>
                    <a:pt x="4209" y="5821"/>
                  </a:cubicBezTo>
                  <a:lnTo>
                    <a:pt x="4234" y="5412"/>
                  </a:lnTo>
                  <a:cubicBezTo>
                    <a:pt x="4360" y="5353"/>
                    <a:pt x="4478" y="5283"/>
                    <a:pt x="4585" y="5213"/>
                  </a:cubicBezTo>
                  <a:lnTo>
                    <a:pt x="4946" y="5389"/>
                  </a:lnTo>
                  <a:cubicBezTo>
                    <a:pt x="5009" y="5422"/>
                    <a:pt x="5075" y="5437"/>
                    <a:pt x="5139" y="5437"/>
                  </a:cubicBezTo>
                  <a:cubicBezTo>
                    <a:pt x="5279" y="5437"/>
                    <a:pt x="5411" y="5364"/>
                    <a:pt x="5482" y="5235"/>
                  </a:cubicBezTo>
                  <a:lnTo>
                    <a:pt x="6161" y="4068"/>
                  </a:lnTo>
                  <a:cubicBezTo>
                    <a:pt x="6268" y="3880"/>
                    <a:pt x="6209" y="3647"/>
                    <a:pt x="6021" y="3529"/>
                  </a:cubicBezTo>
                  <a:lnTo>
                    <a:pt x="5681" y="3308"/>
                  </a:lnTo>
                  <a:cubicBezTo>
                    <a:pt x="5693" y="3238"/>
                    <a:pt x="5693" y="3168"/>
                    <a:pt x="5693" y="3097"/>
                  </a:cubicBezTo>
                  <a:cubicBezTo>
                    <a:pt x="5693" y="3027"/>
                    <a:pt x="5693" y="2968"/>
                    <a:pt x="5681" y="2898"/>
                  </a:cubicBezTo>
                  <a:lnTo>
                    <a:pt x="6021" y="2677"/>
                  </a:lnTo>
                  <a:cubicBezTo>
                    <a:pt x="6209" y="2559"/>
                    <a:pt x="6268" y="2326"/>
                    <a:pt x="6161" y="2138"/>
                  </a:cubicBezTo>
                  <a:lnTo>
                    <a:pt x="5482" y="971"/>
                  </a:lnTo>
                  <a:cubicBezTo>
                    <a:pt x="5409" y="839"/>
                    <a:pt x="5272" y="765"/>
                    <a:pt x="5128" y="765"/>
                  </a:cubicBezTo>
                  <a:cubicBezTo>
                    <a:pt x="5068" y="765"/>
                    <a:pt x="5006" y="778"/>
                    <a:pt x="4946" y="805"/>
                  </a:cubicBezTo>
                  <a:lnTo>
                    <a:pt x="4585" y="993"/>
                  </a:lnTo>
                  <a:cubicBezTo>
                    <a:pt x="4478" y="912"/>
                    <a:pt x="4360" y="842"/>
                    <a:pt x="4234" y="783"/>
                  </a:cubicBezTo>
                  <a:lnTo>
                    <a:pt x="4209" y="385"/>
                  </a:lnTo>
                  <a:cubicBezTo>
                    <a:pt x="4197" y="163"/>
                    <a:pt x="4024" y="0"/>
                    <a:pt x="38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93" name="Google Shape;1293;p48"/>
            <p:cNvSpPr/>
            <p:nvPr/>
          </p:nvSpPr>
          <p:spPr>
            <a:xfrm>
              <a:off x="4149463" y="3994375"/>
              <a:ext cx="60750" cy="60500"/>
            </a:xfrm>
            <a:custGeom>
              <a:rect l="l" t="t" r="r" b="b"/>
              <a:pathLst>
                <a:path w="2430" h="2420" extrusionOk="0">
                  <a:moveTo>
                    <a:pt x="1215" y="806"/>
                  </a:moveTo>
                  <a:cubicBezTo>
                    <a:pt x="1437" y="806"/>
                    <a:pt x="1625" y="983"/>
                    <a:pt x="1625" y="1216"/>
                  </a:cubicBezTo>
                  <a:cubicBezTo>
                    <a:pt x="1625" y="1437"/>
                    <a:pt x="1437" y="1614"/>
                    <a:pt x="1215" y="1614"/>
                  </a:cubicBezTo>
                  <a:cubicBezTo>
                    <a:pt x="994" y="1614"/>
                    <a:pt x="806" y="1437"/>
                    <a:pt x="806" y="1216"/>
                  </a:cubicBezTo>
                  <a:cubicBezTo>
                    <a:pt x="806" y="983"/>
                    <a:pt x="994" y="806"/>
                    <a:pt x="1215" y="806"/>
                  </a:cubicBezTo>
                  <a:close/>
                  <a:moveTo>
                    <a:pt x="1215" y="1"/>
                  </a:moveTo>
                  <a:cubicBezTo>
                    <a:pt x="548" y="1"/>
                    <a:pt x="1" y="537"/>
                    <a:pt x="1" y="1216"/>
                  </a:cubicBezTo>
                  <a:cubicBezTo>
                    <a:pt x="1" y="1883"/>
                    <a:pt x="548" y="2419"/>
                    <a:pt x="1215" y="2419"/>
                  </a:cubicBezTo>
                  <a:cubicBezTo>
                    <a:pt x="1880" y="2419"/>
                    <a:pt x="2430" y="1883"/>
                    <a:pt x="2430" y="1216"/>
                  </a:cubicBezTo>
                  <a:cubicBezTo>
                    <a:pt x="2430" y="537"/>
                    <a:pt x="1880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294" name="Google Shape;1294;p48"/>
          <p:cNvGrpSpPr/>
          <p:nvPr/>
        </p:nvGrpSpPr>
        <p:grpSpPr>
          <a:xfrm>
            <a:off x="4786325" y="3644975"/>
            <a:ext cx="289600" cy="345150"/>
            <a:chOff x="4801988" y="3797375"/>
            <a:chExt cx="289600" cy="345150"/>
          </a:xfrm>
        </p:grpSpPr>
        <p:sp>
          <p:nvSpPr>
            <p:cNvPr id="1295" name="Google Shape;1295;p48"/>
            <p:cNvSpPr/>
            <p:nvPr/>
          </p:nvSpPr>
          <p:spPr>
            <a:xfrm>
              <a:off x="4916238" y="3885675"/>
              <a:ext cx="60825" cy="60775"/>
            </a:xfrm>
            <a:custGeom>
              <a:rect l="l" t="t" r="r" b="b"/>
              <a:pathLst>
                <a:path w="2433" h="2431" extrusionOk="0">
                  <a:moveTo>
                    <a:pt x="1215" y="806"/>
                  </a:moveTo>
                  <a:cubicBezTo>
                    <a:pt x="1436" y="806"/>
                    <a:pt x="1613" y="994"/>
                    <a:pt x="1613" y="1215"/>
                  </a:cubicBezTo>
                  <a:cubicBezTo>
                    <a:pt x="1613" y="1437"/>
                    <a:pt x="1436" y="1614"/>
                    <a:pt x="1215" y="1614"/>
                  </a:cubicBezTo>
                  <a:cubicBezTo>
                    <a:pt x="993" y="1614"/>
                    <a:pt x="805" y="1437"/>
                    <a:pt x="805" y="1215"/>
                  </a:cubicBezTo>
                  <a:cubicBezTo>
                    <a:pt x="805" y="994"/>
                    <a:pt x="993" y="806"/>
                    <a:pt x="1215" y="806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1"/>
                    <a:pt x="0" y="1215"/>
                  </a:cubicBezTo>
                  <a:cubicBezTo>
                    <a:pt x="0" y="1883"/>
                    <a:pt x="539" y="2430"/>
                    <a:pt x="1215" y="2430"/>
                  </a:cubicBezTo>
                  <a:cubicBezTo>
                    <a:pt x="1882" y="2430"/>
                    <a:pt x="2432" y="1883"/>
                    <a:pt x="2432" y="1215"/>
                  </a:cubicBezTo>
                  <a:cubicBezTo>
                    <a:pt x="2432" y="551"/>
                    <a:pt x="1882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96" name="Google Shape;1296;p48"/>
            <p:cNvSpPr/>
            <p:nvPr/>
          </p:nvSpPr>
          <p:spPr>
            <a:xfrm>
              <a:off x="4801988" y="3797375"/>
              <a:ext cx="289600" cy="345150"/>
            </a:xfrm>
            <a:custGeom>
              <a:rect l="l" t="t" r="r" b="b"/>
              <a:pathLst>
                <a:path w="11584" h="13805" extrusionOk="0">
                  <a:moveTo>
                    <a:pt x="10731" y="11643"/>
                  </a:moveTo>
                  <a:cubicBezTo>
                    <a:pt x="10579" y="12288"/>
                    <a:pt x="10074" y="12801"/>
                    <a:pt x="9432" y="12953"/>
                  </a:cubicBezTo>
                  <a:lnTo>
                    <a:pt x="9432" y="11643"/>
                  </a:lnTo>
                  <a:close/>
                  <a:moveTo>
                    <a:pt x="10111" y="809"/>
                  </a:moveTo>
                  <a:cubicBezTo>
                    <a:pt x="10472" y="809"/>
                    <a:pt x="10775" y="1112"/>
                    <a:pt x="10775" y="1488"/>
                  </a:cubicBezTo>
                  <a:lnTo>
                    <a:pt x="10775" y="10838"/>
                  </a:lnTo>
                  <a:lnTo>
                    <a:pt x="9022" y="10838"/>
                  </a:lnTo>
                  <a:cubicBezTo>
                    <a:pt x="8801" y="10838"/>
                    <a:pt x="8627" y="11026"/>
                    <a:pt x="8627" y="11247"/>
                  </a:cubicBezTo>
                  <a:lnTo>
                    <a:pt x="8627" y="13001"/>
                  </a:lnTo>
                  <a:lnTo>
                    <a:pt x="1473" y="13001"/>
                  </a:lnTo>
                  <a:cubicBezTo>
                    <a:pt x="1111" y="13001"/>
                    <a:pt x="805" y="12695"/>
                    <a:pt x="805" y="12322"/>
                  </a:cubicBezTo>
                  <a:lnTo>
                    <a:pt x="805" y="1488"/>
                  </a:lnTo>
                  <a:cubicBezTo>
                    <a:pt x="805" y="1112"/>
                    <a:pt x="1111" y="809"/>
                    <a:pt x="1473" y="809"/>
                  </a:cubicBezTo>
                  <a:close/>
                  <a:moveTo>
                    <a:pt x="1473" y="1"/>
                  </a:moveTo>
                  <a:cubicBezTo>
                    <a:pt x="654" y="1"/>
                    <a:pt x="0" y="669"/>
                    <a:pt x="0" y="1488"/>
                  </a:cubicBezTo>
                  <a:lnTo>
                    <a:pt x="0" y="12322"/>
                  </a:lnTo>
                  <a:cubicBezTo>
                    <a:pt x="0" y="13141"/>
                    <a:pt x="654" y="13806"/>
                    <a:pt x="1473" y="13806"/>
                  </a:cubicBezTo>
                  <a:lnTo>
                    <a:pt x="9022" y="13806"/>
                  </a:lnTo>
                  <a:cubicBezTo>
                    <a:pt x="10439" y="13806"/>
                    <a:pt x="11583" y="12661"/>
                    <a:pt x="11583" y="11247"/>
                  </a:cubicBezTo>
                  <a:lnTo>
                    <a:pt x="11583" y="1488"/>
                  </a:lnTo>
                  <a:cubicBezTo>
                    <a:pt x="11583" y="669"/>
                    <a:pt x="10930" y="1"/>
                    <a:pt x="10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297" name="Google Shape;1297;p48"/>
            <p:cNvSpPr/>
            <p:nvPr/>
          </p:nvSpPr>
          <p:spPr>
            <a:xfrm>
              <a:off x="4841688" y="3838625"/>
              <a:ext cx="210125" cy="269500"/>
            </a:xfrm>
            <a:custGeom>
              <a:rect l="l" t="t" r="r" b="b"/>
              <a:pathLst>
                <a:path w="8405" h="10780" extrusionOk="0">
                  <a:moveTo>
                    <a:pt x="4477" y="805"/>
                  </a:moveTo>
                  <a:lnTo>
                    <a:pt x="4503" y="1122"/>
                  </a:lnTo>
                  <a:cubicBezTo>
                    <a:pt x="4503" y="1263"/>
                    <a:pt x="4606" y="1392"/>
                    <a:pt x="4735" y="1437"/>
                  </a:cubicBezTo>
                  <a:cubicBezTo>
                    <a:pt x="4957" y="1507"/>
                    <a:pt x="5167" y="1625"/>
                    <a:pt x="5344" y="1776"/>
                  </a:cubicBezTo>
                  <a:cubicBezTo>
                    <a:pt x="5412" y="1839"/>
                    <a:pt x="5506" y="1873"/>
                    <a:pt x="5600" y="1873"/>
                  </a:cubicBezTo>
                  <a:cubicBezTo>
                    <a:pt x="5665" y="1873"/>
                    <a:pt x="5730" y="1857"/>
                    <a:pt x="5787" y="1824"/>
                  </a:cubicBezTo>
                  <a:lnTo>
                    <a:pt x="6031" y="1695"/>
                  </a:lnTo>
                  <a:lnTo>
                    <a:pt x="6326" y="2197"/>
                  </a:lnTo>
                  <a:lnTo>
                    <a:pt x="6057" y="2374"/>
                  </a:lnTo>
                  <a:cubicBezTo>
                    <a:pt x="5939" y="2455"/>
                    <a:pt x="5880" y="2595"/>
                    <a:pt x="5905" y="2736"/>
                  </a:cubicBezTo>
                  <a:cubicBezTo>
                    <a:pt x="5939" y="2853"/>
                    <a:pt x="5950" y="2980"/>
                    <a:pt x="5950" y="3097"/>
                  </a:cubicBezTo>
                  <a:cubicBezTo>
                    <a:pt x="5950" y="3215"/>
                    <a:pt x="5939" y="3344"/>
                    <a:pt x="5905" y="3459"/>
                  </a:cubicBezTo>
                  <a:cubicBezTo>
                    <a:pt x="5880" y="3600"/>
                    <a:pt x="5939" y="3740"/>
                    <a:pt x="6057" y="3821"/>
                  </a:cubicBezTo>
                  <a:lnTo>
                    <a:pt x="6326" y="3998"/>
                  </a:lnTo>
                  <a:lnTo>
                    <a:pt x="6031" y="4489"/>
                  </a:lnTo>
                  <a:lnTo>
                    <a:pt x="5751" y="4349"/>
                  </a:lnTo>
                  <a:cubicBezTo>
                    <a:pt x="5701" y="4321"/>
                    <a:pt x="5647" y="4308"/>
                    <a:pt x="5593" y="4308"/>
                  </a:cubicBezTo>
                  <a:cubicBezTo>
                    <a:pt x="5511" y="4308"/>
                    <a:pt x="5429" y="4339"/>
                    <a:pt x="5367" y="4396"/>
                  </a:cubicBezTo>
                  <a:cubicBezTo>
                    <a:pt x="5190" y="4559"/>
                    <a:pt x="4994" y="4677"/>
                    <a:pt x="4769" y="4747"/>
                  </a:cubicBezTo>
                  <a:cubicBezTo>
                    <a:pt x="4618" y="4803"/>
                    <a:pt x="4503" y="4943"/>
                    <a:pt x="4503" y="5109"/>
                  </a:cubicBezTo>
                  <a:lnTo>
                    <a:pt x="4477" y="5389"/>
                  </a:lnTo>
                  <a:lnTo>
                    <a:pt x="3905" y="5389"/>
                  </a:lnTo>
                  <a:lnTo>
                    <a:pt x="3894" y="5061"/>
                  </a:lnTo>
                  <a:cubicBezTo>
                    <a:pt x="3883" y="4921"/>
                    <a:pt x="3787" y="4803"/>
                    <a:pt x="3647" y="4758"/>
                  </a:cubicBezTo>
                  <a:cubicBezTo>
                    <a:pt x="3425" y="4688"/>
                    <a:pt x="3226" y="4570"/>
                    <a:pt x="3052" y="4419"/>
                  </a:cubicBezTo>
                  <a:cubicBezTo>
                    <a:pt x="2976" y="4356"/>
                    <a:pt x="2884" y="4322"/>
                    <a:pt x="2789" y="4322"/>
                  </a:cubicBezTo>
                  <a:cubicBezTo>
                    <a:pt x="2724" y="4322"/>
                    <a:pt x="2658" y="4338"/>
                    <a:pt x="2595" y="4371"/>
                  </a:cubicBezTo>
                  <a:lnTo>
                    <a:pt x="2351" y="4489"/>
                  </a:lnTo>
                  <a:lnTo>
                    <a:pt x="2070" y="3998"/>
                  </a:lnTo>
                  <a:lnTo>
                    <a:pt x="2340" y="3821"/>
                  </a:lnTo>
                  <a:cubicBezTo>
                    <a:pt x="2455" y="3740"/>
                    <a:pt x="2514" y="3600"/>
                    <a:pt x="2480" y="3459"/>
                  </a:cubicBezTo>
                  <a:cubicBezTo>
                    <a:pt x="2455" y="3344"/>
                    <a:pt x="2443" y="3215"/>
                    <a:pt x="2443" y="3097"/>
                  </a:cubicBezTo>
                  <a:cubicBezTo>
                    <a:pt x="2443" y="2980"/>
                    <a:pt x="2455" y="2853"/>
                    <a:pt x="2480" y="2736"/>
                  </a:cubicBezTo>
                  <a:cubicBezTo>
                    <a:pt x="2514" y="2595"/>
                    <a:pt x="2455" y="2455"/>
                    <a:pt x="2340" y="2374"/>
                  </a:cubicBezTo>
                  <a:lnTo>
                    <a:pt x="2070" y="2197"/>
                  </a:lnTo>
                  <a:lnTo>
                    <a:pt x="2351" y="1695"/>
                  </a:lnTo>
                  <a:lnTo>
                    <a:pt x="2643" y="1846"/>
                  </a:lnTo>
                  <a:cubicBezTo>
                    <a:pt x="2694" y="1874"/>
                    <a:pt x="2749" y="1887"/>
                    <a:pt x="2803" y="1887"/>
                  </a:cubicBezTo>
                  <a:cubicBezTo>
                    <a:pt x="2885" y="1887"/>
                    <a:pt x="2966" y="1857"/>
                    <a:pt x="3030" y="1801"/>
                  </a:cubicBezTo>
                  <a:cubicBezTo>
                    <a:pt x="3204" y="1625"/>
                    <a:pt x="3414" y="1507"/>
                    <a:pt x="3647" y="1425"/>
                  </a:cubicBezTo>
                  <a:cubicBezTo>
                    <a:pt x="3787" y="1392"/>
                    <a:pt x="3883" y="1263"/>
                    <a:pt x="3894" y="1122"/>
                  </a:cubicBezTo>
                  <a:lnTo>
                    <a:pt x="3905" y="805"/>
                  </a:lnTo>
                  <a:close/>
                  <a:moveTo>
                    <a:pt x="1229" y="7002"/>
                  </a:moveTo>
                  <a:cubicBezTo>
                    <a:pt x="1450" y="7002"/>
                    <a:pt x="1638" y="7188"/>
                    <a:pt x="1638" y="7412"/>
                  </a:cubicBezTo>
                  <a:cubicBezTo>
                    <a:pt x="1638" y="7634"/>
                    <a:pt x="1450" y="7808"/>
                    <a:pt x="1229" y="7808"/>
                  </a:cubicBezTo>
                  <a:cubicBezTo>
                    <a:pt x="1007" y="7808"/>
                    <a:pt x="819" y="7634"/>
                    <a:pt x="819" y="7412"/>
                  </a:cubicBezTo>
                  <a:cubicBezTo>
                    <a:pt x="819" y="7188"/>
                    <a:pt x="1007" y="7002"/>
                    <a:pt x="1229" y="7002"/>
                  </a:cubicBezTo>
                  <a:close/>
                  <a:moveTo>
                    <a:pt x="7154" y="7002"/>
                  </a:moveTo>
                  <a:cubicBezTo>
                    <a:pt x="7389" y="7002"/>
                    <a:pt x="7563" y="7188"/>
                    <a:pt x="7563" y="7412"/>
                  </a:cubicBezTo>
                  <a:cubicBezTo>
                    <a:pt x="7563" y="7634"/>
                    <a:pt x="7389" y="7808"/>
                    <a:pt x="7154" y="7808"/>
                  </a:cubicBezTo>
                  <a:cubicBezTo>
                    <a:pt x="6932" y="7808"/>
                    <a:pt x="6758" y="7634"/>
                    <a:pt x="6758" y="7412"/>
                  </a:cubicBezTo>
                  <a:cubicBezTo>
                    <a:pt x="6758" y="7188"/>
                    <a:pt x="6932" y="7002"/>
                    <a:pt x="7154" y="7002"/>
                  </a:cubicBezTo>
                  <a:close/>
                  <a:moveTo>
                    <a:pt x="4197" y="9165"/>
                  </a:moveTo>
                  <a:cubicBezTo>
                    <a:pt x="4418" y="9165"/>
                    <a:pt x="4595" y="9339"/>
                    <a:pt x="4595" y="9561"/>
                  </a:cubicBezTo>
                  <a:cubicBezTo>
                    <a:pt x="4595" y="9782"/>
                    <a:pt x="4418" y="9970"/>
                    <a:pt x="4197" y="9970"/>
                  </a:cubicBezTo>
                  <a:cubicBezTo>
                    <a:pt x="3975" y="9970"/>
                    <a:pt x="3787" y="9782"/>
                    <a:pt x="3787" y="9561"/>
                  </a:cubicBezTo>
                  <a:cubicBezTo>
                    <a:pt x="3787" y="9339"/>
                    <a:pt x="3975" y="9165"/>
                    <a:pt x="4197" y="9165"/>
                  </a:cubicBezTo>
                  <a:close/>
                  <a:moveTo>
                    <a:pt x="3532" y="0"/>
                  </a:moveTo>
                  <a:cubicBezTo>
                    <a:pt x="3310" y="0"/>
                    <a:pt x="3134" y="163"/>
                    <a:pt x="3122" y="385"/>
                  </a:cubicBezTo>
                  <a:lnTo>
                    <a:pt x="3111" y="783"/>
                  </a:lnTo>
                  <a:cubicBezTo>
                    <a:pt x="2982" y="842"/>
                    <a:pt x="2864" y="912"/>
                    <a:pt x="2749" y="993"/>
                  </a:cubicBezTo>
                  <a:lnTo>
                    <a:pt x="2385" y="805"/>
                  </a:lnTo>
                  <a:cubicBezTo>
                    <a:pt x="2326" y="773"/>
                    <a:pt x="2263" y="757"/>
                    <a:pt x="2201" y="757"/>
                  </a:cubicBezTo>
                  <a:cubicBezTo>
                    <a:pt x="2064" y="757"/>
                    <a:pt x="1931" y="831"/>
                    <a:pt x="1860" y="960"/>
                  </a:cubicBezTo>
                  <a:lnTo>
                    <a:pt x="1181" y="2127"/>
                  </a:lnTo>
                  <a:cubicBezTo>
                    <a:pt x="1077" y="2315"/>
                    <a:pt x="1136" y="2559"/>
                    <a:pt x="1310" y="2677"/>
                  </a:cubicBezTo>
                  <a:lnTo>
                    <a:pt x="1650" y="2887"/>
                  </a:lnTo>
                  <a:cubicBezTo>
                    <a:pt x="1650" y="2957"/>
                    <a:pt x="1638" y="3027"/>
                    <a:pt x="1638" y="3097"/>
                  </a:cubicBezTo>
                  <a:cubicBezTo>
                    <a:pt x="1638" y="3168"/>
                    <a:pt x="1650" y="3238"/>
                    <a:pt x="1650" y="3308"/>
                  </a:cubicBezTo>
                  <a:lnTo>
                    <a:pt x="1310" y="3518"/>
                  </a:lnTo>
                  <a:cubicBezTo>
                    <a:pt x="1136" y="3636"/>
                    <a:pt x="1077" y="3880"/>
                    <a:pt x="1181" y="4068"/>
                  </a:cubicBezTo>
                  <a:lnTo>
                    <a:pt x="1860" y="5224"/>
                  </a:lnTo>
                  <a:cubicBezTo>
                    <a:pt x="1933" y="5356"/>
                    <a:pt x="2071" y="5430"/>
                    <a:pt x="2211" y="5430"/>
                  </a:cubicBezTo>
                  <a:cubicBezTo>
                    <a:pt x="2270" y="5430"/>
                    <a:pt x="2330" y="5417"/>
                    <a:pt x="2385" y="5389"/>
                  </a:cubicBezTo>
                  <a:lnTo>
                    <a:pt x="2749" y="5201"/>
                  </a:lnTo>
                  <a:cubicBezTo>
                    <a:pt x="2864" y="5283"/>
                    <a:pt x="2982" y="5353"/>
                    <a:pt x="3111" y="5412"/>
                  </a:cubicBezTo>
                  <a:lnTo>
                    <a:pt x="3122" y="5810"/>
                  </a:lnTo>
                  <a:cubicBezTo>
                    <a:pt x="3134" y="6032"/>
                    <a:pt x="3310" y="6194"/>
                    <a:pt x="3532" y="6194"/>
                  </a:cubicBezTo>
                  <a:lnTo>
                    <a:pt x="3801" y="6194"/>
                  </a:lnTo>
                  <a:lnTo>
                    <a:pt x="3801" y="7002"/>
                  </a:lnTo>
                  <a:lnTo>
                    <a:pt x="2385" y="7002"/>
                  </a:lnTo>
                  <a:cubicBezTo>
                    <a:pt x="2216" y="6527"/>
                    <a:pt x="1761" y="6193"/>
                    <a:pt x="1222" y="6193"/>
                  </a:cubicBezTo>
                  <a:cubicBezTo>
                    <a:pt x="1205" y="6193"/>
                    <a:pt x="1187" y="6194"/>
                    <a:pt x="1170" y="6194"/>
                  </a:cubicBezTo>
                  <a:cubicBezTo>
                    <a:pt x="550" y="6231"/>
                    <a:pt x="48" y="6744"/>
                    <a:pt x="25" y="7364"/>
                  </a:cubicBezTo>
                  <a:cubicBezTo>
                    <a:pt x="0" y="8054"/>
                    <a:pt x="550" y="8627"/>
                    <a:pt x="1240" y="8627"/>
                  </a:cubicBezTo>
                  <a:cubicBezTo>
                    <a:pt x="1767" y="8627"/>
                    <a:pt x="2211" y="8287"/>
                    <a:pt x="2385" y="7819"/>
                  </a:cubicBezTo>
                  <a:lnTo>
                    <a:pt x="3801" y="7819"/>
                  </a:lnTo>
                  <a:lnTo>
                    <a:pt x="3801" y="8428"/>
                  </a:lnTo>
                  <a:cubicBezTo>
                    <a:pt x="3310" y="8604"/>
                    <a:pt x="2960" y="9081"/>
                    <a:pt x="2993" y="9631"/>
                  </a:cubicBezTo>
                  <a:cubicBezTo>
                    <a:pt x="3030" y="10251"/>
                    <a:pt x="3532" y="10753"/>
                    <a:pt x="4152" y="10778"/>
                  </a:cubicBezTo>
                  <a:cubicBezTo>
                    <a:pt x="4172" y="10779"/>
                    <a:pt x="4191" y="10780"/>
                    <a:pt x="4211" y="10780"/>
                  </a:cubicBezTo>
                  <a:cubicBezTo>
                    <a:pt x="4872" y="10780"/>
                    <a:pt x="5414" y="10231"/>
                    <a:pt x="5414" y="9561"/>
                  </a:cubicBezTo>
                  <a:cubicBezTo>
                    <a:pt x="5414" y="9036"/>
                    <a:pt x="5075" y="8590"/>
                    <a:pt x="4606" y="8428"/>
                  </a:cubicBezTo>
                  <a:lnTo>
                    <a:pt x="4606" y="7819"/>
                  </a:lnTo>
                  <a:lnTo>
                    <a:pt x="6020" y="7819"/>
                  </a:lnTo>
                  <a:cubicBezTo>
                    <a:pt x="6191" y="8294"/>
                    <a:pt x="6658" y="8628"/>
                    <a:pt x="7186" y="8628"/>
                  </a:cubicBezTo>
                  <a:cubicBezTo>
                    <a:pt x="7203" y="8628"/>
                    <a:pt x="7221" y="8627"/>
                    <a:pt x="7238" y="8627"/>
                  </a:cubicBezTo>
                  <a:cubicBezTo>
                    <a:pt x="7855" y="8590"/>
                    <a:pt x="8360" y="8077"/>
                    <a:pt x="8382" y="7457"/>
                  </a:cubicBezTo>
                  <a:cubicBezTo>
                    <a:pt x="8405" y="6767"/>
                    <a:pt x="7855" y="6194"/>
                    <a:pt x="7168" y="6194"/>
                  </a:cubicBezTo>
                  <a:cubicBezTo>
                    <a:pt x="6640" y="6194"/>
                    <a:pt x="6197" y="6534"/>
                    <a:pt x="6020" y="7002"/>
                  </a:cubicBezTo>
                  <a:lnTo>
                    <a:pt x="4606" y="7002"/>
                  </a:lnTo>
                  <a:lnTo>
                    <a:pt x="4606" y="6194"/>
                  </a:lnTo>
                  <a:lnTo>
                    <a:pt x="4876" y="6194"/>
                  </a:lnTo>
                  <a:cubicBezTo>
                    <a:pt x="5097" y="6194"/>
                    <a:pt x="5274" y="6032"/>
                    <a:pt x="5285" y="5810"/>
                  </a:cubicBezTo>
                  <a:lnTo>
                    <a:pt x="5296" y="5412"/>
                  </a:lnTo>
                  <a:cubicBezTo>
                    <a:pt x="5426" y="5353"/>
                    <a:pt x="5541" y="5283"/>
                    <a:pt x="5658" y="5201"/>
                  </a:cubicBezTo>
                  <a:lnTo>
                    <a:pt x="6020" y="5389"/>
                  </a:lnTo>
                  <a:cubicBezTo>
                    <a:pt x="6076" y="5417"/>
                    <a:pt x="6136" y="5430"/>
                    <a:pt x="6195" y="5430"/>
                  </a:cubicBezTo>
                  <a:cubicBezTo>
                    <a:pt x="6335" y="5430"/>
                    <a:pt x="6473" y="5356"/>
                    <a:pt x="6548" y="5224"/>
                  </a:cubicBezTo>
                  <a:lnTo>
                    <a:pt x="7224" y="4068"/>
                  </a:lnTo>
                  <a:cubicBezTo>
                    <a:pt x="7330" y="3880"/>
                    <a:pt x="7271" y="3636"/>
                    <a:pt x="7098" y="3518"/>
                  </a:cubicBezTo>
                  <a:lnTo>
                    <a:pt x="6758" y="3308"/>
                  </a:lnTo>
                  <a:cubicBezTo>
                    <a:pt x="6758" y="3238"/>
                    <a:pt x="6769" y="3168"/>
                    <a:pt x="6769" y="3097"/>
                  </a:cubicBezTo>
                  <a:cubicBezTo>
                    <a:pt x="6769" y="3027"/>
                    <a:pt x="6758" y="2957"/>
                    <a:pt x="6758" y="2887"/>
                  </a:cubicBezTo>
                  <a:lnTo>
                    <a:pt x="7098" y="2677"/>
                  </a:lnTo>
                  <a:cubicBezTo>
                    <a:pt x="7271" y="2559"/>
                    <a:pt x="7330" y="2315"/>
                    <a:pt x="7224" y="2127"/>
                  </a:cubicBezTo>
                  <a:lnTo>
                    <a:pt x="6548" y="960"/>
                  </a:lnTo>
                  <a:cubicBezTo>
                    <a:pt x="6475" y="831"/>
                    <a:pt x="6342" y="757"/>
                    <a:pt x="6205" y="757"/>
                  </a:cubicBezTo>
                  <a:cubicBezTo>
                    <a:pt x="6143" y="757"/>
                    <a:pt x="6079" y="773"/>
                    <a:pt x="6020" y="805"/>
                  </a:cubicBezTo>
                  <a:lnTo>
                    <a:pt x="5658" y="993"/>
                  </a:lnTo>
                  <a:cubicBezTo>
                    <a:pt x="5541" y="912"/>
                    <a:pt x="5426" y="842"/>
                    <a:pt x="5296" y="783"/>
                  </a:cubicBezTo>
                  <a:lnTo>
                    <a:pt x="5285" y="385"/>
                  </a:lnTo>
                  <a:cubicBezTo>
                    <a:pt x="5274" y="163"/>
                    <a:pt x="5097" y="0"/>
                    <a:pt x="4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298" name="Google Shape;1298;p48"/>
          <p:cNvGrpSpPr/>
          <p:nvPr/>
        </p:nvGrpSpPr>
        <p:grpSpPr>
          <a:xfrm>
            <a:off x="2516913" y="3644975"/>
            <a:ext cx="345150" cy="345150"/>
            <a:chOff x="2483163" y="3797375"/>
            <a:chExt cx="345150" cy="345150"/>
          </a:xfrm>
        </p:grpSpPr>
        <p:sp>
          <p:nvSpPr>
            <p:cNvPr id="1299" name="Google Shape;1299;p48"/>
            <p:cNvSpPr/>
            <p:nvPr/>
          </p:nvSpPr>
          <p:spPr>
            <a:xfrm>
              <a:off x="2483163" y="3797375"/>
              <a:ext cx="345150" cy="345150"/>
            </a:xfrm>
            <a:custGeom>
              <a:rect l="l" t="t" r="r" b="b"/>
              <a:pathLst>
                <a:path w="13805" h="13805" extrusionOk="0">
                  <a:moveTo>
                    <a:pt x="12964" y="10568"/>
                  </a:moveTo>
                  <a:cubicBezTo>
                    <a:pt x="12790" y="11808"/>
                    <a:pt x="11808" y="12790"/>
                    <a:pt x="10569" y="12964"/>
                  </a:cubicBezTo>
                  <a:lnTo>
                    <a:pt x="10569" y="10568"/>
                  </a:lnTo>
                  <a:close/>
                  <a:moveTo>
                    <a:pt x="12322" y="809"/>
                  </a:moveTo>
                  <a:cubicBezTo>
                    <a:pt x="12695" y="809"/>
                    <a:pt x="13001" y="1112"/>
                    <a:pt x="13001" y="1488"/>
                  </a:cubicBezTo>
                  <a:lnTo>
                    <a:pt x="13001" y="9763"/>
                  </a:lnTo>
                  <a:lnTo>
                    <a:pt x="10159" y="9763"/>
                  </a:lnTo>
                  <a:cubicBezTo>
                    <a:pt x="9937" y="9763"/>
                    <a:pt x="9761" y="9937"/>
                    <a:pt x="9761" y="10170"/>
                  </a:cubicBezTo>
                  <a:lnTo>
                    <a:pt x="9761" y="13001"/>
                  </a:lnTo>
                  <a:lnTo>
                    <a:pt x="1485" y="13001"/>
                  </a:lnTo>
                  <a:cubicBezTo>
                    <a:pt x="1112" y="13001"/>
                    <a:pt x="809" y="12695"/>
                    <a:pt x="809" y="12322"/>
                  </a:cubicBezTo>
                  <a:lnTo>
                    <a:pt x="809" y="1488"/>
                  </a:lnTo>
                  <a:cubicBezTo>
                    <a:pt x="809" y="1112"/>
                    <a:pt x="1112" y="809"/>
                    <a:pt x="1485" y="809"/>
                  </a:cubicBezTo>
                  <a:close/>
                  <a:moveTo>
                    <a:pt x="1485" y="1"/>
                  </a:moveTo>
                  <a:cubicBezTo>
                    <a:pt x="669" y="1"/>
                    <a:pt x="1" y="669"/>
                    <a:pt x="1" y="1488"/>
                  </a:cubicBezTo>
                  <a:lnTo>
                    <a:pt x="1" y="12322"/>
                  </a:lnTo>
                  <a:cubicBezTo>
                    <a:pt x="1" y="13141"/>
                    <a:pt x="669" y="13806"/>
                    <a:pt x="1485" y="13806"/>
                  </a:cubicBezTo>
                  <a:lnTo>
                    <a:pt x="10159" y="13806"/>
                  </a:lnTo>
                  <a:cubicBezTo>
                    <a:pt x="12170" y="13806"/>
                    <a:pt x="13806" y="12181"/>
                    <a:pt x="13806" y="10170"/>
                  </a:cubicBezTo>
                  <a:lnTo>
                    <a:pt x="13806" y="1488"/>
                  </a:lnTo>
                  <a:cubicBezTo>
                    <a:pt x="13806" y="669"/>
                    <a:pt x="13141" y="1"/>
                    <a:pt x="123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00" name="Google Shape;1300;p48"/>
            <p:cNvSpPr/>
            <p:nvPr/>
          </p:nvSpPr>
          <p:spPr>
            <a:xfrm>
              <a:off x="2564113" y="3845325"/>
              <a:ext cx="183000" cy="249300"/>
            </a:xfrm>
            <a:custGeom>
              <a:rect l="l" t="t" r="r" b="b"/>
              <a:pathLst>
                <a:path w="7320" h="9972" extrusionOk="0">
                  <a:moveTo>
                    <a:pt x="3661" y="805"/>
                  </a:moveTo>
                  <a:cubicBezTo>
                    <a:pt x="3696" y="805"/>
                    <a:pt x="3730" y="806"/>
                    <a:pt x="3765" y="807"/>
                  </a:cubicBezTo>
                  <a:cubicBezTo>
                    <a:pt x="5285" y="866"/>
                    <a:pt x="6500" y="2117"/>
                    <a:pt x="6500" y="3637"/>
                  </a:cubicBezTo>
                  <a:cubicBezTo>
                    <a:pt x="6500" y="4395"/>
                    <a:pt x="6197" y="5110"/>
                    <a:pt x="5659" y="5646"/>
                  </a:cubicBezTo>
                  <a:cubicBezTo>
                    <a:pt x="5120" y="6173"/>
                    <a:pt x="4795" y="6838"/>
                    <a:pt x="4699" y="7551"/>
                  </a:cubicBezTo>
                  <a:lnTo>
                    <a:pt x="4068" y="7551"/>
                  </a:lnTo>
                  <a:lnTo>
                    <a:pt x="4068" y="4886"/>
                  </a:lnTo>
                  <a:lnTo>
                    <a:pt x="5016" y="3929"/>
                  </a:lnTo>
                  <a:cubicBezTo>
                    <a:pt x="5168" y="3789"/>
                    <a:pt x="5190" y="3542"/>
                    <a:pt x="5064" y="3390"/>
                  </a:cubicBezTo>
                  <a:cubicBezTo>
                    <a:pt x="4982" y="3285"/>
                    <a:pt x="4865" y="3232"/>
                    <a:pt x="4747" y="3232"/>
                  </a:cubicBezTo>
                  <a:cubicBezTo>
                    <a:pt x="4642" y="3232"/>
                    <a:pt x="4537" y="3274"/>
                    <a:pt x="4455" y="3357"/>
                  </a:cubicBezTo>
                  <a:lnTo>
                    <a:pt x="3661" y="4139"/>
                  </a:lnTo>
                  <a:lnTo>
                    <a:pt x="2876" y="3357"/>
                  </a:lnTo>
                  <a:cubicBezTo>
                    <a:pt x="2794" y="3274"/>
                    <a:pt x="2689" y="3232"/>
                    <a:pt x="2584" y="3232"/>
                  </a:cubicBezTo>
                  <a:cubicBezTo>
                    <a:pt x="2467" y="3232"/>
                    <a:pt x="2350" y="3285"/>
                    <a:pt x="2270" y="3390"/>
                  </a:cubicBezTo>
                  <a:cubicBezTo>
                    <a:pt x="2141" y="3542"/>
                    <a:pt x="2163" y="3789"/>
                    <a:pt x="2303" y="3929"/>
                  </a:cubicBezTo>
                  <a:lnTo>
                    <a:pt x="3263" y="4886"/>
                  </a:lnTo>
                  <a:lnTo>
                    <a:pt x="3263" y="7551"/>
                  </a:lnTo>
                  <a:lnTo>
                    <a:pt x="2632" y="7551"/>
                  </a:lnTo>
                  <a:cubicBezTo>
                    <a:pt x="2539" y="6838"/>
                    <a:pt x="2200" y="6173"/>
                    <a:pt x="1672" y="5646"/>
                  </a:cubicBezTo>
                  <a:cubicBezTo>
                    <a:pt x="1136" y="5121"/>
                    <a:pt x="842" y="4420"/>
                    <a:pt x="831" y="3671"/>
                  </a:cubicBezTo>
                  <a:cubicBezTo>
                    <a:pt x="809" y="2104"/>
                    <a:pt x="2095" y="805"/>
                    <a:pt x="3661" y="805"/>
                  </a:cubicBezTo>
                  <a:close/>
                  <a:moveTo>
                    <a:pt x="4688" y="8359"/>
                  </a:moveTo>
                  <a:lnTo>
                    <a:pt x="4688" y="8757"/>
                  </a:lnTo>
                  <a:cubicBezTo>
                    <a:pt x="4688" y="8979"/>
                    <a:pt x="4503" y="9164"/>
                    <a:pt x="4278" y="9164"/>
                  </a:cubicBezTo>
                  <a:lnTo>
                    <a:pt x="3075" y="9164"/>
                  </a:lnTo>
                  <a:cubicBezTo>
                    <a:pt x="2842" y="9164"/>
                    <a:pt x="2665" y="8979"/>
                    <a:pt x="2665" y="8757"/>
                  </a:cubicBezTo>
                  <a:lnTo>
                    <a:pt x="2665" y="8359"/>
                  </a:lnTo>
                  <a:close/>
                  <a:moveTo>
                    <a:pt x="3683" y="0"/>
                  </a:moveTo>
                  <a:cubicBezTo>
                    <a:pt x="3648" y="0"/>
                    <a:pt x="3613" y="1"/>
                    <a:pt x="3577" y="2"/>
                  </a:cubicBezTo>
                  <a:cubicBezTo>
                    <a:pt x="1661" y="47"/>
                    <a:pt x="107" y="1589"/>
                    <a:pt x="37" y="3508"/>
                  </a:cubicBezTo>
                  <a:cubicBezTo>
                    <a:pt x="0" y="4535"/>
                    <a:pt x="387" y="5494"/>
                    <a:pt x="1111" y="6218"/>
                  </a:cubicBezTo>
                  <a:cubicBezTo>
                    <a:pt x="1591" y="6698"/>
                    <a:pt x="1860" y="7307"/>
                    <a:pt x="1860" y="7949"/>
                  </a:cubicBezTo>
                  <a:lnTo>
                    <a:pt x="1860" y="8757"/>
                  </a:lnTo>
                  <a:cubicBezTo>
                    <a:pt x="1860" y="9433"/>
                    <a:pt x="2399" y="9972"/>
                    <a:pt x="3075" y="9972"/>
                  </a:cubicBezTo>
                  <a:lnTo>
                    <a:pt x="4278" y="9972"/>
                  </a:lnTo>
                  <a:cubicBezTo>
                    <a:pt x="4957" y="9972"/>
                    <a:pt x="5496" y="9433"/>
                    <a:pt x="5496" y="8757"/>
                  </a:cubicBezTo>
                  <a:lnTo>
                    <a:pt x="5496" y="7949"/>
                  </a:lnTo>
                  <a:cubicBezTo>
                    <a:pt x="5496" y="7307"/>
                    <a:pt x="5765" y="6698"/>
                    <a:pt x="6242" y="6218"/>
                  </a:cubicBezTo>
                  <a:cubicBezTo>
                    <a:pt x="6932" y="5531"/>
                    <a:pt x="7319" y="4619"/>
                    <a:pt x="7319" y="3637"/>
                  </a:cubicBezTo>
                  <a:cubicBezTo>
                    <a:pt x="7319" y="1639"/>
                    <a:pt x="5694" y="0"/>
                    <a:pt x="36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301" name="Google Shape;1301;p48"/>
          <p:cNvGrpSpPr/>
          <p:nvPr/>
        </p:nvGrpSpPr>
        <p:grpSpPr>
          <a:xfrm>
            <a:off x="3253500" y="3644975"/>
            <a:ext cx="345975" cy="345125"/>
            <a:chOff x="3229813" y="3797375"/>
            <a:chExt cx="345975" cy="345125"/>
          </a:xfrm>
        </p:grpSpPr>
        <p:sp>
          <p:nvSpPr>
            <p:cNvPr id="1302" name="Google Shape;1302;p48"/>
            <p:cNvSpPr/>
            <p:nvPr/>
          </p:nvSpPr>
          <p:spPr>
            <a:xfrm>
              <a:off x="3229813" y="3797375"/>
              <a:ext cx="345975" cy="345125"/>
            </a:xfrm>
            <a:custGeom>
              <a:rect l="l" t="t" r="r" b="b"/>
              <a:pathLst>
                <a:path w="13839" h="13805" extrusionOk="0">
                  <a:moveTo>
                    <a:pt x="9656" y="809"/>
                  </a:moveTo>
                  <a:cubicBezTo>
                    <a:pt x="11513" y="809"/>
                    <a:pt x="13034" y="2329"/>
                    <a:pt x="13034" y="4175"/>
                  </a:cubicBezTo>
                  <a:cubicBezTo>
                    <a:pt x="13034" y="6032"/>
                    <a:pt x="11513" y="7553"/>
                    <a:pt x="9656" y="7553"/>
                  </a:cubicBezTo>
                  <a:cubicBezTo>
                    <a:pt x="8874" y="7553"/>
                    <a:pt x="8158" y="7283"/>
                    <a:pt x="7575" y="6829"/>
                  </a:cubicBezTo>
                  <a:lnTo>
                    <a:pt x="7785" y="6619"/>
                  </a:lnTo>
                  <a:cubicBezTo>
                    <a:pt x="7948" y="6467"/>
                    <a:pt x="7948" y="6209"/>
                    <a:pt x="7785" y="6057"/>
                  </a:cubicBezTo>
                  <a:cubicBezTo>
                    <a:pt x="7709" y="5975"/>
                    <a:pt x="7607" y="5933"/>
                    <a:pt x="7503" y="5933"/>
                  </a:cubicBezTo>
                  <a:cubicBezTo>
                    <a:pt x="7399" y="5933"/>
                    <a:pt x="7294" y="5975"/>
                    <a:pt x="7213" y="6057"/>
                  </a:cubicBezTo>
                  <a:lnTo>
                    <a:pt x="7014" y="6257"/>
                  </a:lnTo>
                  <a:cubicBezTo>
                    <a:pt x="6559" y="5682"/>
                    <a:pt x="6290" y="4969"/>
                    <a:pt x="6290" y="4175"/>
                  </a:cubicBezTo>
                  <a:cubicBezTo>
                    <a:pt x="6290" y="2329"/>
                    <a:pt x="7796" y="809"/>
                    <a:pt x="9656" y="809"/>
                  </a:cubicBezTo>
                  <a:close/>
                  <a:moveTo>
                    <a:pt x="5518" y="8324"/>
                  </a:moveTo>
                  <a:lnTo>
                    <a:pt x="5460" y="8487"/>
                  </a:lnTo>
                  <a:cubicBezTo>
                    <a:pt x="5308" y="8944"/>
                    <a:pt x="5050" y="9354"/>
                    <a:pt x="4710" y="9693"/>
                  </a:cubicBezTo>
                  <a:lnTo>
                    <a:pt x="3869" y="10546"/>
                  </a:lnTo>
                  <a:lnTo>
                    <a:pt x="3297" y="9974"/>
                  </a:lnTo>
                  <a:lnTo>
                    <a:pt x="4138" y="9118"/>
                  </a:lnTo>
                  <a:cubicBezTo>
                    <a:pt x="4478" y="8793"/>
                    <a:pt x="4898" y="8523"/>
                    <a:pt x="5353" y="8372"/>
                  </a:cubicBezTo>
                  <a:lnTo>
                    <a:pt x="5518" y="8324"/>
                  </a:lnTo>
                  <a:close/>
                  <a:moveTo>
                    <a:pt x="2724" y="10546"/>
                  </a:moveTo>
                  <a:lnTo>
                    <a:pt x="3297" y="11118"/>
                  </a:lnTo>
                  <a:lnTo>
                    <a:pt x="2724" y="11691"/>
                  </a:lnTo>
                  <a:lnTo>
                    <a:pt x="2152" y="11118"/>
                  </a:lnTo>
                  <a:lnTo>
                    <a:pt x="2724" y="10546"/>
                  </a:lnTo>
                  <a:close/>
                  <a:moveTo>
                    <a:pt x="9656" y="1"/>
                  </a:moveTo>
                  <a:cubicBezTo>
                    <a:pt x="7353" y="1"/>
                    <a:pt x="5482" y="1872"/>
                    <a:pt x="5482" y="4175"/>
                  </a:cubicBezTo>
                  <a:cubicBezTo>
                    <a:pt x="5482" y="5191"/>
                    <a:pt x="5833" y="6116"/>
                    <a:pt x="6430" y="6840"/>
                  </a:cubicBezTo>
                  <a:lnTo>
                    <a:pt x="5939" y="7331"/>
                  </a:lnTo>
                  <a:lnTo>
                    <a:pt x="5098" y="7612"/>
                  </a:lnTo>
                  <a:cubicBezTo>
                    <a:pt x="4525" y="7800"/>
                    <a:pt x="3998" y="8125"/>
                    <a:pt x="3566" y="8557"/>
                  </a:cubicBezTo>
                  <a:lnTo>
                    <a:pt x="1580" y="10546"/>
                  </a:lnTo>
                  <a:lnTo>
                    <a:pt x="1484" y="10451"/>
                  </a:lnTo>
                  <a:cubicBezTo>
                    <a:pt x="1409" y="10369"/>
                    <a:pt x="1306" y="10329"/>
                    <a:pt x="1202" y="10329"/>
                  </a:cubicBezTo>
                  <a:cubicBezTo>
                    <a:pt x="1099" y="10329"/>
                    <a:pt x="993" y="10369"/>
                    <a:pt x="912" y="10451"/>
                  </a:cubicBezTo>
                  <a:cubicBezTo>
                    <a:pt x="761" y="10605"/>
                    <a:pt x="761" y="10860"/>
                    <a:pt x="912" y="11012"/>
                  </a:cubicBezTo>
                  <a:lnTo>
                    <a:pt x="1580" y="11691"/>
                  </a:lnTo>
                  <a:lnTo>
                    <a:pt x="1005" y="12252"/>
                  </a:lnTo>
                  <a:lnTo>
                    <a:pt x="724" y="11971"/>
                  </a:lnTo>
                  <a:cubicBezTo>
                    <a:pt x="643" y="11890"/>
                    <a:pt x="541" y="11849"/>
                    <a:pt x="439" y="11849"/>
                  </a:cubicBezTo>
                  <a:cubicBezTo>
                    <a:pt x="337" y="11849"/>
                    <a:pt x="235" y="11890"/>
                    <a:pt x="152" y="11971"/>
                  </a:cubicBezTo>
                  <a:cubicBezTo>
                    <a:pt x="0" y="12134"/>
                    <a:pt x="0" y="12381"/>
                    <a:pt x="152" y="12543"/>
                  </a:cubicBezTo>
                  <a:lnTo>
                    <a:pt x="1299" y="13691"/>
                  </a:lnTo>
                  <a:cubicBezTo>
                    <a:pt x="1375" y="13766"/>
                    <a:pt x="1477" y="13804"/>
                    <a:pt x="1580" y="13804"/>
                  </a:cubicBezTo>
                  <a:cubicBezTo>
                    <a:pt x="1684" y="13804"/>
                    <a:pt x="1789" y="13766"/>
                    <a:pt x="1871" y="13691"/>
                  </a:cubicBezTo>
                  <a:cubicBezTo>
                    <a:pt x="2023" y="13525"/>
                    <a:pt x="2023" y="13270"/>
                    <a:pt x="1871" y="13116"/>
                  </a:cubicBezTo>
                  <a:lnTo>
                    <a:pt x="1580" y="12824"/>
                  </a:lnTo>
                  <a:lnTo>
                    <a:pt x="2152" y="12252"/>
                  </a:lnTo>
                  <a:lnTo>
                    <a:pt x="2817" y="12931"/>
                  </a:lnTo>
                  <a:cubicBezTo>
                    <a:pt x="2900" y="13006"/>
                    <a:pt x="3005" y="13044"/>
                    <a:pt x="3108" y="13044"/>
                  </a:cubicBezTo>
                  <a:cubicBezTo>
                    <a:pt x="3212" y="13044"/>
                    <a:pt x="3313" y="13006"/>
                    <a:pt x="3389" y="12931"/>
                  </a:cubicBezTo>
                  <a:cubicBezTo>
                    <a:pt x="3555" y="12765"/>
                    <a:pt x="3555" y="12510"/>
                    <a:pt x="3389" y="12358"/>
                  </a:cubicBezTo>
                  <a:lnTo>
                    <a:pt x="3297" y="12252"/>
                  </a:lnTo>
                  <a:lnTo>
                    <a:pt x="5283" y="10265"/>
                  </a:lnTo>
                  <a:cubicBezTo>
                    <a:pt x="5718" y="9845"/>
                    <a:pt x="6043" y="9317"/>
                    <a:pt x="6231" y="8745"/>
                  </a:cubicBezTo>
                  <a:lnTo>
                    <a:pt x="6511" y="7903"/>
                  </a:lnTo>
                  <a:lnTo>
                    <a:pt x="7002" y="7401"/>
                  </a:lnTo>
                  <a:cubicBezTo>
                    <a:pt x="7726" y="7996"/>
                    <a:pt x="8649" y="8361"/>
                    <a:pt x="9656" y="8361"/>
                  </a:cubicBezTo>
                  <a:cubicBezTo>
                    <a:pt x="11959" y="8361"/>
                    <a:pt x="13839" y="6490"/>
                    <a:pt x="13839" y="4175"/>
                  </a:cubicBezTo>
                  <a:cubicBezTo>
                    <a:pt x="13839" y="1872"/>
                    <a:pt x="11959" y="1"/>
                    <a:pt x="96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03" name="Google Shape;1303;p48"/>
            <p:cNvSpPr/>
            <p:nvPr/>
          </p:nvSpPr>
          <p:spPr>
            <a:xfrm>
              <a:off x="3406338" y="3837825"/>
              <a:ext cx="135300" cy="127975"/>
            </a:xfrm>
            <a:custGeom>
              <a:rect l="l" t="t" r="r" b="b"/>
              <a:pathLst>
                <a:path w="5412" h="5119" extrusionOk="0">
                  <a:moveTo>
                    <a:pt x="2592" y="809"/>
                  </a:moveTo>
                  <a:cubicBezTo>
                    <a:pt x="2913" y="809"/>
                    <a:pt x="3234" y="897"/>
                    <a:pt x="3518" y="1073"/>
                  </a:cubicBezTo>
                  <a:lnTo>
                    <a:pt x="1776" y="2815"/>
                  </a:lnTo>
                  <a:cubicBezTo>
                    <a:pt x="1659" y="2931"/>
                    <a:pt x="1523" y="2974"/>
                    <a:pt x="1397" y="2974"/>
                  </a:cubicBezTo>
                  <a:cubicBezTo>
                    <a:pt x="1308" y="2974"/>
                    <a:pt x="1224" y="2953"/>
                    <a:pt x="1156" y="2919"/>
                  </a:cubicBezTo>
                  <a:cubicBezTo>
                    <a:pt x="1075" y="2885"/>
                    <a:pt x="831" y="2745"/>
                    <a:pt x="853" y="2428"/>
                  </a:cubicBezTo>
                  <a:cubicBezTo>
                    <a:pt x="887" y="2007"/>
                    <a:pt x="1064" y="1623"/>
                    <a:pt x="1355" y="1317"/>
                  </a:cubicBezTo>
                  <a:cubicBezTo>
                    <a:pt x="1702" y="978"/>
                    <a:pt x="2147" y="809"/>
                    <a:pt x="2592" y="809"/>
                  </a:cubicBezTo>
                  <a:close/>
                  <a:moveTo>
                    <a:pt x="4090" y="1645"/>
                  </a:moveTo>
                  <a:lnTo>
                    <a:pt x="4090" y="1645"/>
                  </a:lnTo>
                  <a:cubicBezTo>
                    <a:pt x="4511" y="2310"/>
                    <a:pt x="4430" y="3211"/>
                    <a:pt x="3846" y="3797"/>
                  </a:cubicBezTo>
                  <a:cubicBezTo>
                    <a:pt x="3541" y="4100"/>
                    <a:pt x="3156" y="4274"/>
                    <a:pt x="2736" y="4310"/>
                  </a:cubicBezTo>
                  <a:cubicBezTo>
                    <a:pt x="2722" y="4311"/>
                    <a:pt x="2708" y="4312"/>
                    <a:pt x="2695" y="4312"/>
                  </a:cubicBezTo>
                  <a:cubicBezTo>
                    <a:pt x="2406" y="4312"/>
                    <a:pt x="2277" y="4085"/>
                    <a:pt x="2245" y="4007"/>
                  </a:cubicBezTo>
                  <a:cubicBezTo>
                    <a:pt x="2163" y="3842"/>
                    <a:pt x="2149" y="3587"/>
                    <a:pt x="2348" y="3388"/>
                  </a:cubicBezTo>
                  <a:lnTo>
                    <a:pt x="4090" y="1645"/>
                  </a:lnTo>
                  <a:close/>
                  <a:moveTo>
                    <a:pt x="2600" y="0"/>
                  </a:moveTo>
                  <a:cubicBezTo>
                    <a:pt x="1945" y="0"/>
                    <a:pt x="1291" y="248"/>
                    <a:pt x="794" y="745"/>
                  </a:cubicBezTo>
                  <a:cubicBezTo>
                    <a:pt x="362" y="1177"/>
                    <a:pt x="93" y="1749"/>
                    <a:pt x="45" y="2358"/>
                  </a:cubicBezTo>
                  <a:cubicBezTo>
                    <a:pt x="0" y="2908"/>
                    <a:pt x="303" y="3421"/>
                    <a:pt x="817" y="3657"/>
                  </a:cubicBezTo>
                  <a:cubicBezTo>
                    <a:pt x="993" y="3738"/>
                    <a:pt x="1193" y="3783"/>
                    <a:pt x="1378" y="3783"/>
                  </a:cubicBezTo>
                  <a:cubicBezTo>
                    <a:pt x="1378" y="3971"/>
                    <a:pt x="1425" y="4159"/>
                    <a:pt x="1507" y="4344"/>
                  </a:cubicBezTo>
                  <a:cubicBezTo>
                    <a:pt x="1729" y="4831"/>
                    <a:pt x="2189" y="5119"/>
                    <a:pt x="2712" y="5119"/>
                  </a:cubicBezTo>
                  <a:cubicBezTo>
                    <a:pt x="2743" y="5119"/>
                    <a:pt x="2774" y="5118"/>
                    <a:pt x="2806" y="5116"/>
                  </a:cubicBezTo>
                  <a:cubicBezTo>
                    <a:pt x="3412" y="5071"/>
                    <a:pt x="3987" y="4801"/>
                    <a:pt x="4407" y="4369"/>
                  </a:cubicBezTo>
                  <a:cubicBezTo>
                    <a:pt x="5412" y="3376"/>
                    <a:pt x="5412" y="1749"/>
                    <a:pt x="4407" y="745"/>
                  </a:cubicBezTo>
                  <a:cubicBezTo>
                    <a:pt x="3910" y="248"/>
                    <a:pt x="3255" y="0"/>
                    <a:pt x="26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304" name="Google Shape;1304;p48"/>
          <p:cNvGrpSpPr/>
          <p:nvPr/>
        </p:nvGrpSpPr>
        <p:grpSpPr>
          <a:xfrm>
            <a:off x="1728800" y="3644975"/>
            <a:ext cx="345150" cy="345150"/>
            <a:chOff x="1696838" y="3797375"/>
            <a:chExt cx="345150" cy="345150"/>
          </a:xfrm>
        </p:grpSpPr>
        <p:sp>
          <p:nvSpPr>
            <p:cNvPr id="1305" name="Google Shape;1305;p48"/>
            <p:cNvSpPr/>
            <p:nvPr/>
          </p:nvSpPr>
          <p:spPr>
            <a:xfrm>
              <a:off x="1696838" y="3797375"/>
              <a:ext cx="345150" cy="345150"/>
            </a:xfrm>
            <a:custGeom>
              <a:rect l="l" t="t" r="r" b="b"/>
              <a:pathLst>
                <a:path w="13805" h="13805" extrusionOk="0">
                  <a:moveTo>
                    <a:pt x="5283" y="3241"/>
                  </a:moveTo>
                  <a:cubicBezTo>
                    <a:pt x="5951" y="3241"/>
                    <a:pt x="6498" y="3777"/>
                    <a:pt x="6498" y="4456"/>
                  </a:cubicBezTo>
                  <a:lnTo>
                    <a:pt x="6498" y="4585"/>
                  </a:lnTo>
                  <a:lnTo>
                    <a:pt x="6357" y="4585"/>
                  </a:lnTo>
                  <a:cubicBezTo>
                    <a:pt x="5693" y="4585"/>
                    <a:pt x="5143" y="4046"/>
                    <a:pt x="5143" y="3367"/>
                  </a:cubicBezTo>
                  <a:lnTo>
                    <a:pt x="5143" y="3241"/>
                  </a:lnTo>
                  <a:close/>
                  <a:moveTo>
                    <a:pt x="8649" y="3241"/>
                  </a:moveTo>
                  <a:lnTo>
                    <a:pt x="8649" y="3367"/>
                  </a:lnTo>
                  <a:cubicBezTo>
                    <a:pt x="8649" y="4046"/>
                    <a:pt x="8111" y="4585"/>
                    <a:pt x="7446" y="4585"/>
                  </a:cubicBezTo>
                  <a:lnTo>
                    <a:pt x="7306" y="4585"/>
                  </a:lnTo>
                  <a:lnTo>
                    <a:pt x="7306" y="4456"/>
                  </a:lnTo>
                  <a:cubicBezTo>
                    <a:pt x="7306" y="3777"/>
                    <a:pt x="7844" y="3241"/>
                    <a:pt x="8520" y="3241"/>
                  </a:cubicBezTo>
                  <a:close/>
                  <a:moveTo>
                    <a:pt x="8299" y="7283"/>
                  </a:moveTo>
                  <a:lnTo>
                    <a:pt x="7914" y="9166"/>
                  </a:lnTo>
                  <a:lnTo>
                    <a:pt x="5881" y="9166"/>
                  </a:lnTo>
                  <a:lnTo>
                    <a:pt x="5505" y="7283"/>
                  </a:lnTo>
                  <a:close/>
                  <a:moveTo>
                    <a:pt x="12857" y="809"/>
                  </a:moveTo>
                  <a:cubicBezTo>
                    <a:pt x="12939" y="809"/>
                    <a:pt x="12998" y="868"/>
                    <a:pt x="12998" y="949"/>
                  </a:cubicBezTo>
                  <a:lnTo>
                    <a:pt x="12998" y="9166"/>
                  </a:lnTo>
                  <a:lnTo>
                    <a:pt x="8742" y="9166"/>
                  </a:lnTo>
                  <a:lnTo>
                    <a:pt x="9118" y="7283"/>
                  </a:lnTo>
                  <a:lnTo>
                    <a:pt x="9317" y="7283"/>
                  </a:lnTo>
                  <a:cubicBezTo>
                    <a:pt x="9528" y="7283"/>
                    <a:pt x="9701" y="7132"/>
                    <a:pt x="9724" y="6922"/>
                  </a:cubicBezTo>
                  <a:cubicBezTo>
                    <a:pt x="9760" y="6677"/>
                    <a:pt x="9561" y="6478"/>
                    <a:pt x="9328" y="6478"/>
                  </a:cubicBezTo>
                  <a:lnTo>
                    <a:pt x="7306" y="6478"/>
                  </a:lnTo>
                  <a:lnTo>
                    <a:pt x="7306" y="5390"/>
                  </a:lnTo>
                  <a:lnTo>
                    <a:pt x="7446" y="5390"/>
                  </a:lnTo>
                  <a:cubicBezTo>
                    <a:pt x="8557" y="5390"/>
                    <a:pt x="9469" y="4489"/>
                    <a:pt x="9469" y="3367"/>
                  </a:cubicBezTo>
                  <a:lnTo>
                    <a:pt x="9469" y="2831"/>
                  </a:lnTo>
                  <a:cubicBezTo>
                    <a:pt x="9469" y="2610"/>
                    <a:pt x="9281" y="2433"/>
                    <a:pt x="9059" y="2433"/>
                  </a:cubicBezTo>
                  <a:lnTo>
                    <a:pt x="8520" y="2433"/>
                  </a:lnTo>
                  <a:cubicBezTo>
                    <a:pt x="7856" y="2433"/>
                    <a:pt x="7269" y="2750"/>
                    <a:pt x="6896" y="3241"/>
                  </a:cubicBezTo>
                  <a:cubicBezTo>
                    <a:pt x="6534" y="2750"/>
                    <a:pt x="5951" y="2433"/>
                    <a:pt x="5283" y="2433"/>
                  </a:cubicBezTo>
                  <a:lnTo>
                    <a:pt x="4744" y="2433"/>
                  </a:lnTo>
                  <a:cubicBezTo>
                    <a:pt x="4523" y="2433"/>
                    <a:pt x="4338" y="2610"/>
                    <a:pt x="4338" y="2831"/>
                  </a:cubicBezTo>
                  <a:lnTo>
                    <a:pt x="4338" y="3367"/>
                  </a:lnTo>
                  <a:cubicBezTo>
                    <a:pt x="4338" y="4489"/>
                    <a:pt x="5249" y="5390"/>
                    <a:pt x="6357" y="5390"/>
                  </a:cubicBezTo>
                  <a:lnTo>
                    <a:pt x="6498" y="5390"/>
                  </a:lnTo>
                  <a:lnTo>
                    <a:pt x="6498" y="6478"/>
                  </a:lnTo>
                  <a:lnTo>
                    <a:pt x="4489" y="6478"/>
                  </a:lnTo>
                  <a:cubicBezTo>
                    <a:pt x="4279" y="6478"/>
                    <a:pt x="4091" y="6630"/>
                    <a:pt x="4068" y="6829"/>
                  </a:cubicBezTo>
                  <a:cubicBezTo>
                    <a:pt x="4043" y="7073"/>
                    <a:pt x="4231" y="7283"/>
                    <a:pt x="4478" y="7283"/>
                  </a:cubicBezTo>
                  <a:lnTo>
                    <a:pt x="4688" y="7283"/>
                  </a:lnTo>
                  <a:lnTo>
                    <a:pt x="5061" y="9166"/>
                  </a:lnTo>
                  <a:lnTo>
                    <a:pt x="806" y="9166"/>
                  </a:lnTo>
                  <a:lnTo>
                    <a:pt x="806" y="949"/>
                  </a:lnTo>
                  <a:cubicBezTo>
                    <a:pt x="806" y="868"/>
                    <a:pt x="865" y="809"/>
                    <a:pt x="946" y="809"/>
                  </a:cubicBezTo>
                  <a:close/>
                  <a:moveTo>
                    <a:pt x="12998" y="9974"/>
                  </a:moveTo>
                  <a:lnTo>
                    <a:pt x="12998" y="10650"/>
                  </a:lnTo>
                  <a:cubicBezTo>
                    <a:pt x="12998" y="10720"/>
                    <a:pt x="12939" y="10790"/>
                    <a:pt x="12857" y="10790"/>
                  </a:cubicBezTo>
                  <a:lnTo>
                    <a:pt x="946" y="10790"/>
                  </a:lnTo>
                  <a:cubicBezTo>
                    <a:pt x="865" y="10790"/>
                    <a:pt x="806" y="10720"/>
                    <a:pt x="806" y="10650"/>
                  </a:cubicBezTo>
                  <a:lnTo>
                    <a:pt x="806" y="9974"/>
                  </a:lnTo>
                  <a:close/>
                  <a:moveTo>
                    <a:pt x="8206" y="11598"/>
                  </a:moveTo>
                  <a:lnTo>
                    <a:pt x="8546" y="13001"/>
                  </a:lnTo>
                  <a:lnTo>
                    <a:pt x="5261" y="13001"/>
                  </a:lnTo>
                  <a:lnTo>
                    <a:pt x="5600" y="11598"/>
                  </a:lnTo>
                  <a:close/>
                  <a:moveTo>
                    <a:pt x="946" y="1"/>
                  </a:moveTo>
                  <a:cubicBezTo>
                    <a:pt x="421" y="1"/>
                    <a:pt x="1" y="422"/>
                    <a:pt x="1" y="949"/>
                  </a:cubicBezTo>
                  <a:lnTo>
                    <a:pt x="1" y="10650"/>
                  </a:lnTo>
                  <a:cubicBezTo>
                    <a:pt x="1" y="11177"/>
                    <a:pt x="421" y="11598"/>
                    <a:pt x="946" y="11598"/>
                  </a:cubicBezTo>
                  <a:lnTo>
                    <a:pt x="4770" y="11598"/>
                  </a:lnTo>
                  <a:lnTo>
                    <a:pt x="4430" y="13001"/>
                  </a:lnTo>
                  <a:lnTo>
                    <a:pt x="3681" y="13001"/>
                  </a:lnTo>
                  <a:cubicBezTo>
                    <a:pt x="3471" y="13001"/>
                    <a:pt x="3286" y="13152"/>
                    <a:pt x="3260" y="13351"/>
                  </a:cubicBezTo>
                  <a:cubicBezTo>
                    <a:pt x="3238" y="13595"/>
                    <a:pt x="3426" y="13806"/>
                    <a:pt x="3670" y="13806"/>
                  </a:cubicBezTo>
                  <a:lnTo>
                    <a:pt x="10122" y="13806"/>
                  </a:lnTo>
                  <a:cubicBezTo>
                    <a:pt x="10333" y="13806"/>
                    <a:pt x="10521" y="13654"/>
                    <a:pt x="10543" y="13444"/>
                  </a:cubicBezTo>
                  <a:cubicBezTo>
                    <a:pt x="10565" y="13200"/>
                    <a:pt x="10380" y="13001"/>
                    <a:pt x="10133" y="13001"/>
                  </a:cubicBezTo>
                  <a:lnTo>
                    <a:pt x="9373" y="13001"/>
                  </a:lnTo>
                  <a:lnTo>
                    <a:pt x="9037" y="11598"/>
                  </a:lnTo>
                  <a:lnTo>
                    <a:pt x="12857" y="11598"/>
                  </a:lnTo>
                  <a:cubicBezTo>
                    <a:pt x="13385" y="11598"/>
                    <a:pt x="13806" y="11177"/>
                    <a:pt x="13806" y="10650"/>
                  </a:cubicBezTo>
                  <a:lnTo>
                    <a:pt x="13806" y="949"/>
                  </a:lnTo>
                  <a:cubicBezTo>
                    <a:pt x="13806" y="422"/>
                    <a:pt x="13385" y="1"/>
                    <a:pt x="128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06" name="Google Shape;1306;p48"/>
            <p:cNvSpPr/>
            <p:nvPr/>
          </p:nvSpPr>
          <p:spPr>
            <a:xfrm>
              <a:off x="1959838" y="3891775"/>
              <a:ext cx="41475" cy="20225"/>
            </a:xfrm>
            <a:custGeom>
              <a:rect l="l" t="t" r="r" b="b"/>
              <a:pathLst>
                <a:path w="1659" h="809" extrusionOk="0">
                  <a:moveTo>
                    <a:pt x="433" y="1"/>
                  </a:moveTo>
                  <a:cubicBezTo>
                    <a:pt x="233" y="1"/>
                    <a:pt x="45" y="152"/>
                    <a:pt x="23" y="363"/>
                  </a:cubicBezTo>
                  <a:cubicBezTo>
                    <a:pt x="1" y="598"/>
                    <a:pt x="186" y="809"/>
                    <a:pt x="421" y="809"/>
                  </a:cubicBezTo>
                  <a:lnTo>
                    <a:pt x="1227" y="809"/>
                  </a:lnTo>
                  <a:cubicBezTo>
                    <a:pt x="1426" y="809"/>
                    <a:pt x="1614" y="657"/>
                    <a:pt x="1636" y="447"/>
                  </a:cubicBezTo>
                  <a:cubicBezTo>
                    <a:pt x="1659" y="211"/>
                    <a:pt x="1473" y="1"/>
                    <a:pt x="12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07" name="Google Shape;1307;p48"/>
            <p:cNvSpPr/>
            <p:nvPr/>
          </p:nvSpPr>
          <p:spPr>
            <a:xfrm>
              <a:off x="1952188" y="3838075"/>
              <a:ext cx="40700" cy="30350"/>
            </a:xfrm>
            <a:custGeom>
              <a:rect l="l" t="t" r="r" b="b"/>
              <a:pathLst>
                <a:path w="1628" h="1214" extrusionOk="0">
                  <a:moveTo>
                    <a:pt x="1166" y="0"/>
                  </a:moveTo>
                  <a:cubicBezTo>
                    <a:pt x="1097" y="0"/>
                    <a:pt x="1026" y="18"/>
                    <a:pt x="960" y="56"/>
                  </a:cubicBezTo>
                  <a:lnTo>
                    <a:pt x="259" y="454"/>
                  </a:lnTo>
                  <a:cubicBezTo>
                    <a:pt x="60" y="572"/>
                    <a:pt x="1" y="816"/>
                    <a:pt x="107" y="1004"/>
                  </a:cubicBezTo>
                  <a:cubicBezTo>
                    <a:pt x="186" y="1138"/>
                    <a:pt x="322" y="1213"/>
                    <a:pt x="462" y="1213"/>
                  </a:cubicBezTo>
                  <a:cubicBezTo>
                    <a:pt x="532" y="1213"/>
                    <a:pt x="603" y="1195"/>
                    <a:pt x="668" y="1156"/>
                  </a:cubicBezTo>
                  <a:lnTo>
                    <a:pt x="1370" y="757"/>
                  </a:lnTo>
                  <a:cubicBezTo>
                    <a:pt x="1558" y="642"/>
                    <a:pt x="1628" y="395"/>
                    <a:pt x="1510" y="196"/>
                  </a:cubicBezTo>
                  <a:cubicBezTo>
                    <a:pt x="1439" y="72"/>
                    <a:pt x="1306" y="0"/>
                    <a:pt x="1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08" name="Google Shape;1308;p48"/>
            <p:cNvSpPr/>
            <p:nvPr/>
          </p:nvSpPr>
          <p:spPr>
            <a:xfrm>
              <a:off x="1952188" y="3935650"/>
              <a:ext cx="40700" cy="30450"/>
            </a:xfrm>
            <a:custGeom>
              <a:rect l="l" t="t" r="r" b="b"/>
              <a:pathLst>
                <a:path w="1628" h="1218" extrusionOk="0">
                  <a:moveTo>
                    <a:pt x="462" y="1"/>
                  </a:moveTo>
                  <a:cubicBezTo>
                    <a:pt x="322" y="1"/>
                    <a:pt x="186" y="76"/>
                    <a:pt x="107" y="209"/>
                  </a:cubicBezTo>
                  <a:cubicBezTo>
                    <a:pt x="1" y="397"/>
                    <a:pt x="60" y="642"/>
                    <a:pt x="259" y="759"/>
                  </a:cubicBezTo>
                  <a:lnTo>
                    <a:pt x="960" y="1169"/>
                  </a:lnTo>
                  <a:cubicBezTo>
                    <a:pt x="1023" y="1202"/>
                    <a:pt x="1090" y="1217"/>
                    <a:pt x="1156" y="1217"/>
                  </a:cubicBezTo>
                  <a:cubicBezTo>
                    <a:pt x="1300" y="1217"/>
                    <a:pt x="1437" y="1144"/>
                    <a:pt x="1510" y="1017"/>
                  </a:cubicBezTo>
                  <a:cubicBezTo>
                    <a:pt x="1628" y="818"/>
                    <a:pt x="1558" y="571"/>
                    <a:pt x="1370" y="468"/>
                  </a:cubicBezTo>
                  <a:lnTo>
                    <a:pt x="668" y="58"/>
                  </a:lnTo>
                  <a:cubicBezTo>
                    <a:pt x="603" y="19"/>
                    <a:pt x="532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09" name="Google Shape;1309;p48"/>
            <p:cNvSpPr/>
            <p:nvPr/>
          </p:nvSpPr>
          <p:spPr>
            <a:xfrm>
              <a:off x="1737438" y="3891775"/>
              <a:ext cx="41550" cy="20225"/>
            </a:xfrm>
            <a:custGeom>
              <a:rect l="l" t="t" r="r" b="b"/>
              <a:pathLst>
                <a:path w="1662" h="809" extrusionOk="0">
                  <a:moveTo>
                    <a:pt x="433" y="1"/>
                  </a:moveTo>
                  <a:cubicBezTo>
                    <a:pt x="223" y="1"/>
                    <a:pt x="49" y="152"/>
                    <a:pt x="23" y="363"/>
                  </a:cubicBezTo>
                  <a:cubicBezTo>
                    <a:pt x="1" y="598"/>
                    <a:pt x="189" y="809"/>
                    <a:pt x="422" y="809"/>
                  </a:cubicBezTo>
                  <a:lnTo>
                    <a:pt x="1227" y="809"/>
                  </a:lnTo>
                  <a:cubicBezTo>
                    <a:pt x="1474" y="809"/>
                    <a:pt x="1662" y="598"/>
                    <a:pt x="1636" y="363"/>
                  </a:cubicBezTo>
                  <a:cubicBezTo>
                    <a:pt x="1614" y="152"/>
                    <a:pt x="1426" y="1"/>
                    <a:pt x="1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10" name="Google Shape;1310;p48"/>
            <p:cNvSpPr/>
            <p:nvPr/>
          </p:nvSpPr>
          <p:spPr>
            <a:xfrm>
              <a:off x="1745938" y="3838075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459" y="0"/>
                  </a:moveTo>
                  <a:cubicBezTo>
                    <a:pt x="319" y="0"/>
                    <a:pt x="187" y="72"/>
                    <a:pt x="115" y="196"/>
                  </a:cubicBezTo>
                  <a:cubicBezTo>
                    <a:pt x="0" y="395"/>
                    <a:pt x="70" y="642"/>
                    <a:pt x="256" y="757"/>
                  </a:cubicBezTo>
                  <a:lnTo>
                    <a:pt x="957" y="1156"/>
                  </a:lnTo>
                  <a:cubicBezTo>
                    <a:pt x="1023" y="1195"/>
                    <a:pt x="1094" y="1213"/>
                    <a:pt x="1163" y="1213"/>
                  </a:cubicBezTo>
                  <a:cubicBezTo>
                    <a:pt x="1304" y="1213"/>
                    <a:pt x="1437" y="1138"/>
                    <a:pt x="1507" y="1004"/>
                  </a:cubicBezTo>
                  <a:cubicBezTo>
                    <a:pt x="1625" y="816"/>
                    <a:pt x="1555" y="572"/>
                    <a:pt x="1367" y="454"/>
                  </a:cubicBezTo>
                  <a:lnTo>
                    <a:pt x="665" y="56"/>
                  </a:lnTo>
                  <a:cubicBezTo>
                    <a:pt x="599" y="18"/>
                    <a:pt x="528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11" name="Google Shape;1311;p48"/>
            <p:cNvSpPr/>
            <p:nvPr/>
          </p:nvSpPr>
          <p:spPr>
            <a:xfrm>
              <a:off x="1745938" y="3935650"/>
              <a:ext cx="40625" cy="30450"/>
            </a:xfrm>
            <a:custGeom>
              <a:rect l="l" t="t" r="r" b="b"/>
              <a:pathLst>
                <a:path w="1625" h="1218" extrusionOk="0">
                  <a:moveTo>
                    <a:pt x="1163" y="1"/>
                  </a:moveTo>
                  <a:cubicBezTo>
                    <a:pt x="1094" y="1"/>
                    <a:pt x="1023" y="19"/>
                    <a:pt x="957" y="58"/>
                  </a:cubicBezTo>
                  <a:lnTo>
                    <a:pt x="256" y="468"/>
                  </a:lnTo>
                  <a:cubicBezTo>
                    <a:pt x="70" y="571"/>
                    <a:pt x="0" y="818"/>
                    <a:pt x="115" y="1017"/>
                  </a:cubicBezTo>
                  <a:cubicBezTo>
                    <a:pt x="188" y="1144"/>
                    <a:pt x="326" y="1217"/>
                    <a:pt x="469" y="1217"/>
                  </a:cubicBezTo>
                  <a:cubicBezTo>
                    <a:pt x="535" y="1217"/>
                    <a:pt x="602" y="1202"/>
                    <a:pt x="665" y="1169"/>
                  </a:cubicBezTo>
                  <a:lnTo>
                    <a:pt x="1367" y="759"/>
                  </a:lnTo>
                  <a:cubicBezTo>
                    <a:pt x="1555" y="642"/>
                    <a:pt x="1625" y="397"/>
                    <a:pt x="1507" y="209"/>
                  </a:cubicBezTo>
                  <a:cubicBezTo>
                    <a:pt x="1437" y="76"/>
                    <a:pt x="1304" y="1"/>
                    <a:pt x="11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312" name="Google Shape;1312;p48"/>
          <p:cNvGrpSpPr/>
          <p:nvPr/>
        </p:nvGrpSpPr>
        <p:grpSpPr>
          <a:xfrm>
            <a:off x="1021888" y="3091550"/>
            <a:ext cx="305475" cy="345175"/>
            <a:chOff x="1017663" y="3243950"/>
            <a:chExt cx="305475" cy="345175"/>
          </a:xfrm>
        </p:grpSpPr>
        <p:sp>
          <p:nvSpPr>
            <p:cNvPr id="1313" name="Google Shape;1313;p48"/>
            <p:cNvSpPr/>
            <p:nvPr/>
          </p:nvSpPr>
          <p:spPr>
            <a:xfrm>
              <a:off x="1234238" y="3487950"/>
              <a:ext cx="40350" cy="20500"/>
            </a:xfrm>
            <a:custGeom>
              <a:rect l="l" t="t" r="r" b="b"/>
              <a:pathLst>
                <a:path w="1613" h="820" extrusionOk="0">
                  <a:moveTo>
                    <a:pt x="399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399" y="820"/>
                  </a:cubicBezTo>
                  <a:lnTo>
                    <a:pt x="1204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14" name="Google Shape;1314;p48"/>
            <p:cNvSpPr/>
            <p:nvPr/>
          </p:nvSpPr>
          <p:spPr>
            <a:xfrm>
              <a:off x="1065638" y="3487950"/>
              <a:ext cx="40350" cy="20500"/>
            </a:xfrm>
            <a:custGeom>
              <a:rect l="l" t="t" r="r" b="b"/>
              <a:pathLst>
                <a:path w="1613" h="820" extrusionOk="0">
                  <a:moveTo>
                    <a:pt x="410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410" y="820"/>
                  </a:cubicBezTo>
                  <a:lnTo>
                    <a:pt x="1215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15" name="Google Shape;1315;p48"/>
            <p:cNvSpPr/>
            <p:nvPr/>
          </p:nvSpPr>
          <p:spPr>
            <a:xfrm>
              <a:off x="1017663" y="3243950"/>
              <a:ext cx="305475" cy="345175"/>
            </a:xfrm>
            <a:custGeom>
              <a:rect l="l" t="t" r="r" b="b"/>
              <a:pathLst>
                <a:path w="12219" h="13807" extrusionOk="0">
                  <a:moveTo>
                    <a:pt x="2329" y="817"/>
                  </a:moveTo>
                  <a:cubicBezTo>
                    <a:pt x="2551" y="817"/>
                    <a:pt x="2725" y="994"/>
                    <a:pt x="2725" y="1216"/>
                  </a:cubicBezTo>
                  <a:cubicBezTo>
                    <a:pt x="2725" y="1437"/>
                    <a:pt x="2551" y="1625"/>
                    <a:pt x="2329" y="1625"/>
                  </a:cubicBezTo>
                  <a:cubicBezTo>
                    <a:pt x="2105" y="1625"/>
                    <a:pt x="1920" y="1437"/>
                    <a:pt x="1920" y="1216"/>
                  </a:cubicBezTo>
                  <a:cubicBezTo>
                    <a:pt x="1920" y="994"/>
                    <a:pt x="2105" y="817"/>
                    <a:pt x="2329" y="817"/>
                  </a:cubicBezTo>
                  <a:close/>
                  <a:moveTo>
                    <a:pt x="6102" y="817"/>
                  </a:moveTo>
                  <a:cubicBezTo>
                    <a:pt x="6327" y="817"/>
                    <a:pt x="6501" y="994"/>
                    <a:pt x="6501" y="1216"/>
                  </a:cubicBezTo>
                  <a:cubicBezTo>
                    <a:pt x="6501" y="1437"/>
                    <a:pt x="6327" y="1625"/>
                    <a:pt x="6102" y="1625"/>
                  </a:cubicBezTo>
                  <a:cubicBezTo>
                    <a:pt x="5870" y="1625"/>
                    <a:pt x="5696" y="1437"/>
                    <a:pt x="5696" y="1216"/>
                  </a:cubicBezTo>
                  <a:cubicBezTo>
                    <a:pt x="5696" y="994"/>
                    <a:pt x="5870" y="817"/>
                    <a:pt x="6102" y="817"/>
                  </a:cubicBezTo>
                  <a:close/>
                  <a:moveTo>
                    <a:pt x="9867" y="817"/>
                  </a:moveTo>
                  <a:cubicBezTo>
                    <a:pt x="10100" y="817"/>
                    <a:pt x="10277" y="994"/>
                    <a:pt x="10277" y="1216"/>
                  </a:cubicBezTo>
                  <a:cubicBezTo>
                    <a:pt x="10277" y="1437"/>
                    <a:pt x="10100" y="1625"/>
                    <a:pt x="9867" y="1625"/>
                  </a:cubicBezTo>
                  <a:cubicBezTo>
                    <a:pt x="9646" y="1625"/>
                    <a:pt x="9469" y="1437"/>
                    <a:pt x="9469" y="1216"/>
                  </a:cubicBezTo>
                  <a:cubicBezTo>
                    <a:pt x="9469" y="994"/>
                    <a:pt x="9646" y="817"/>
                    <a:pt x="9867" y="817"/>
                  </a:cubicBezTo>
                  <a:close/>
                  <a:moveTo>
                    <a:pt x="1813" y="6804"/>
                  </a:moveTo>
                  <a:lnTo>
                    <a:pt x="1709" y="7609"/>
                  </a:lnTo>
                  <a:lnTo>
                    <a:pt x="1241" y="7609"/>
                  </a:lnTo>
                  <a:cubicBezTo>
                    <a:pt x="1019" y="7609"/>
                    <a:pt x="843" y="7424"/>
                    <a:pt x="843" y="7200"/>
                  </a:cubicBezTo>
                  <a:cubicBezTo>
                    <a:pt x="843" y="6978"/>
                    <a:pt x="1019" y="6804"/>
                    <a:pt x="1241" y="6804"/>
                  </a:cubicBezTo>
                  <a:close/>
                  <a:moveTo>
                    <a:pt x="8195" y="4641"/>
                  </a:moveTo>
                  <a:cubicBezTo>
                    <a:pt x="8804" y="4641"/>
                    <a:pt x="9317" y="5084"/>
                    <a:pt x="9399" y="5682"/>
                  </a:cubicBezTo>
                  <a:lnTo>
                    <a:pt x="9679" y="7609"/>
                  </a:lnTo>
                  <a:lnTo>
                    <a:pt x="2514" y="7609"/>
                  </a:lnTo>
                  <a:lnTo>
                    <a:pt x="2795" y="5682"/>
                  </a:lnTo>
                  <a:cubicBezTo>
                    <a:pt x="2876" y="5084"/>
                    <a:pt x="3393" y="4641"/>
                    <a:pt x="3998" y="4641"/>
                  </a:cubicBezTo>
                  <a:close/>
                  <a:moveTo>
                    <a:pt x="10956" y="6804"/>
                  </a:moveTo>
                  <a:cubicBezTo>
                    <a:pt x="11177" y="6804"/>
                    <a:pt x="11351" y="6978"/>
                    <a:pt x="11351" y="7200"/>
                  </a:cubicBezTo>
                  <a:cubicBezTo>
                    <a:pt x="11351" y="7424"/>
                    <a:pt x="11177" y="7609"/>
                    <a:pt x="10956" y="7609"/>
                  </a:cubicBezTo>
                  <a:lnTo>
                    <a:pt x="10498" y="7609"/>
                  </a:lnTo>
                  <a:lnTo>
                    <a:pt x="10381" y="6804"/>
                  </a:lnTo>
                  <a:close/>
                  <a:moveTo>
                    <a:pt x="7154" y="10580"/>
                  </a:moveTo>
                  <a:lnTo>
                    <a:pt x="7424" y="11385"/>
                  </a:lnTo>
                  <a:lnTo>
                    <a:pt x="4770" y="11385"/>
                  </a:lnTo>
                  <a:lnTo>
                    <a:pt x="5039" y="10580"/>
                  </a:lnTo>
                  <a:close/>
                  <a:moveTo>
                    <a:pt x="10044" y="8417"/>
                  </a:moveTo>
                  <a:lnTo>
                    <a:pt x="10639" y="8779"/>
                  </a:lnTo>
                  <a:cubicBezTo>
                    <a:pt x="10919" y="8942"/>
                    <a:pt x="11096" y="9259"/>
                    <a:pt x="11096" y="9584"/>
                  </a:cubicBezTo>
                  <a:lnTo>
                    <a:pt x="11096" y="11385"/>
                  </a:lnTo>
                  <a:lnTo>
                    <a:pt x="8277" y="11385"/>
                  </a:lnTo>
                  <a:lnTo>
                    <a:pt x="7833" y="10041"/>
                  </a:lnTo>
                  <a:cubicBezTo>
                    <a:pt x="7774" y="9879"/>
                    <a:pt x="7623" y="9761"/>
                    <a:pt x="7449" y="9761"/>
                  </a:cubicBezTo>
                  <a:lnTo>
                    <a:pt x="4748" y="9761"/>
                  </a:lnTo>
                  <a:cubicBezTo>
                    <a:pt x="4574" y="9761"/>
                    <a:pt x="4419" y="9879"/>
                    <a:pt x="4363" y="10041"/>
                  </a:cubicBezTo>
                  <a:lnTo>
                    <a:pt x="3917" y="11385"/>
                  </a:lnTo>
                  <a:lnTo>
                    <a:pt x="1123" y="11385"/>
                  </a:lnTo>
                  <a:lnTo>
                    <a:pt x="1123" y="9584"/>
                  </a:lnTo>
                  <a:cubicBezTo>
                    <a:pt x="1123" y="9259"/>
                    <a:pt x="1300" y="8942"/>
                    <a:pt x="1580" y="8779"/>
                  </a:cubicBezTo>
                  <a:lnTo>
                    <a:pt x="2175" y="8417"/>
                  </a:lnTo>
                  <a:close/>
                  <a:moveTo>
                    <a:pt x="3005" y="12193"/>
                  </a:moveTo>
                  <a:lnTo>
                    <a:pt x="3005" y="12869"/>
                  </a:lnTo>
                  <a:cubicBezTo>
                    <a:pt x="3005" y="12939"/>
                    <a:pt x="2946" y="12998"/>
                    <a:pt x="2876" y="12998"/>
                  </a:cubicBezTo>
                  <a:lnTo>
                    <a:pt x="2071" y="12998"/>
                  </a:lnTo>
                  <a:cubicBezTo>
                    <a:pt x="1990" y="12998"/>
                    <a:pt x="1931" y="12939"/>
                    <a:pt x="1931" y="12869"/>
                  </a:cubicBezTo>
                  <a:lnTo>
                    <a:pt x="1931" y="12193"/>
                  </a:lnTo>
                  <a:close/>
                  <a:moveTo>
                    <a:pt x="10288" y="12193"/>
                  </a:moveTo>
                  <a:lnTo>
                    <a:pt x="10288" y="12869"/>
                  </a:lnTo>
                  <a:cubicBezTo>
                    <a:pt x="10288" y="12939"/>
                    <a:pt x="10229" y="12998"/>
                    <a:pt x="10148" y="12998"/>
                  </a:cubicBezTo>
                  <a:lnTo>
                    <a:pt x="9343" y="12998"/>
                  </a:lnTo>
                  <a:cubicBezTo>
                    <a:pt x="9272" y="12998"/>
                    <a:pt x="9214" y="12939"/>
                    <a:pt x="9214" y="12869"/>
                  </a:cubicBezTo>
                  <a:lnTo>
                    <a:pt x="9214" y="12193"/>
                  </a:lnTo>
                  <a:close/>
                  <a:moveTo>
                    <a:pt x="6117" y="0"/>
                  </a:moveTo>
                  <a:cubicBezTo>
                    <a:pt x="5447" y="0"/>
                    <a:pt x="4899" y="552"/>
                    <a:pt x="4899" y="1216"/>
                  </a:cubicBezTo>
                  <a:cubicBezTo>
                    <a:pt x="4899" y="1743"/>
                    <a:pt x="5238" y="2198"/>
                    <a:pt x="5707" y="2360"/>
                  </a:cubicBezTo>
                  <a:lnTo>
                    <a:pt x="5707" y="3833"/>
                  </a:lnTo>
                  <a:lnTo>
                    <a:pt x="4630" y="3833"/>
                  </a:lnTo>
                  <a:lnTo>
                    <a:pt x="4630" y="2560"/>
                  </a:lnTo>
                  <a:cubicBezTo>
                    <a:pt x="4630" y="2431"/>
                    <a:pt x="4560" y="2316"/>
                    <a:pt x="4456" y="2234"/>
                  </a:cubicBezTo>
                  <a:lnTo>
                    <a:pt x="3496" y="1555"/>
                  </a:lnTo>
                  <a:cubicBezTo>
                    <a:pt x="3533" y="1449"/>
                    <a:pt x="3544" y="1334"/>
                    <a:pt x="3544" y="1216"/>
                  </a:cubicBezTo>
                  <a:cubicBezTo>
                    <a:pt x="3544" y="548"/>
                    <a:pt x="3003" y="8"/>
                    <a:pt x="2346" y="8"/>
                  </a:cubicBezTo>
                  <a:cubicBezTo>
                    <a:pt x="2313" y="8"/>
                    <a:pt x="2279" y="10"/>
                    <a:pt x="2245" y="12"/>
                  </a:cubicBezTo>
                  <a:cubicBezTo>
                    <a:pt x="1650" y="46"/>
                    <a:pt x="1171" y="526"/>
                    <a:pt x="1123" y="1123"/>
                  </a:cubicBezTo>
                  <a:cubicBezTo>
                    <a:pt x="1078" y="1836"/>
                    <a:pt x="1639" y="2431"/>
                    <a:pt x="2341" y="2431"/>
                  </a:cubicBezTo>
                  <a:cubicBezTo>
                    <a:pt x="2596" y="2431"/>
                    <a:pt x="2831" y="2349"/>
                    <a:pt x="3031" y="2209"/>
                  </a:cubicBezTo>
                  <a:lnTo>
                    <a:pt x="3813" y="2770"/>
                  </a:lnTo>
                  <a:lnTo>
                    <a:pt x="3813" y="3847"/>
                  </a:lnTo>
                  <a:cubicBezTo>
                    <a:pt x="3404" y="3881"/>
                    <a:pt x="3005" y="4044"/>
                    <a:pt x="2680" y="4324"/>
                  </a:cubicBezTo>
                  <a:cubicBezTo>
                    <a:pt x="2315" y="4641"/>
                    <a:pt x="2071" y="5084"/>
                    <a:pt x="2001" y="5564"/>
                  </a:cubicBezTo>
                  <a:lnTo>
                    <a:pt x="1942" y="5985"/>
                  </a:lnTo>
                  <a:lnTo>
                    <a:pt x="1277" y="5985"/>
                  </a:lnTo>
                  <a:cubicBezTo>
                    <a:pt x="657" y="5985"/>
                    <a:pt x="96" y="6487"/>
                    <a:pt x="49" y="7107"/>
                  </a:cubicBezTo>
                  <a:cubicBezTo>
                    <a:pt x="1" y="7668"/>
                    <a:pt x="340" y="8159"/>
                    <a:pt x="831" y="8336"/>
                  </a:cubicBezTo>
                  <a:cubicBezTo>
                    <a:pt x="506" y="8661"/>
                    <a:pt x="318" y="9118"/>
                    <a:pt x="318" y="9584"/>
                  </a:cubicBezTo>
                  <a:lnTo>
                    <a:pt x="318" y="11783"/>
                  </a:lnTo>
                  <a:cubicBezTo>
                    <a:pt x="318" y="12005"/>
                    <a:pt x="492" y="12193"/>
                    <a:pt x="716" y="12193"/>
                  </a:cubicBezTo>
                  <a:lnTo>
                    <a:pt x="1123" y="12193"/>
                  </a:lnTo>
                  <a:lnTo>
                    <a:pt x="1123" y="12869"/>
                  </a:lnTo>
                  <a:cubicBezTo>
                    <a:pt x="1123" y="13385"/>
                    <a:pt x="1544" y="13806"/>
                    <a:pt x="2071" y="13806"/>
                  </a:cubicBezTo>
                  <a:lnTo>
                    <a:pt x="2876" y="13806"/>
                  </a:lnTo>
                  <a:cubicBezTo>
                    <a:pt x="3393" y="13806"/>
                    <a:pt x="3813" y="13385"/>
                    <a:pt x="3813" y="12869"/>
                  </a:cubicBezTo>
                  <a:lnTo>
                    <a:pt x="3813" y="12193"/>
                  </a:lnTo>
                  <a:lnTo>
                    <a:pt x="8406" y="12193"/>
                  </a:lnTo>
                  <a:lnTo>
                    <a:pt x="8406" y="12869"/>
                  </a:lnTo>
                  <a:cubicBezTo>
                    <a:pt x="8406" y="13385"/>
                    <a:pt x="8826" y="13806"/>
                    <a:pt x="9343" y="13806"/>
                  </a:cubicBezTo>
                  <a:lnTo>
                    <a:pt x="10148" y="13806"/>
                  </a:lnTo>
                  <a:cubicBezTo>
                    <a:pt x="10675" y="13806"/>
                    <a:pt x="11096" y="13385"/>
                    <a:pt x="11096" y="12869"/>
                  </a:cubicBezTo>
                  <a:lnTo>
                    <a:pt x="11096" y="12193"/>
                  </a:lnTo>
                  <a:lnTo>
                    <a:pt x="11503" y="12193"/>
                  </a:lnTo>
                  <a:cubicBezTo>
                    <a:pt x="11727" y="12193"/>
                    <a:pt x="11901" y="12005"/>
                    <a:pt x="11901" y="11783"/>
                  </a:cubicBezTo>
                  <a:lnTo>
                    <a:pt x="11901" y="9584"/>
                  </a:lnTo>
                  <a:cubicBezTo>
                    <a:pt x="11901" y="9118"/>
                    <a:pt x="11713" y="8661"/>
                    <a:pt x="11388" y="8336"/>
                  </a:cubicBezTo>
                  <a:cubicBezTo>
                    <a:pt x="11879" y="8159"/>
                    <a:pt x="12218" y="7668"/>
                    <a:pt x="12170" y="7107"/>
                  </a:cubicBezTo>
                  <a:cubicBezTo>
                    <a:pt x="12123" y="6487"/>
                    <a:pt x="11562" y="5985"/>
                    <a:pt x="10942" y="5985"/>
                  </a:cubicBezTo>
                  <a:lnTo>
                    <a:pt x="10277" y="5985"/>
                  </a:lnTo>
                  <a:lnTo>
                    <a:pt x="10218" y="5564"/>
                  </a:lnTo>
                  <a:cubicBezTo>
                    <a:pt x="10148" y="5084"/>
                    <a:pt x="9904" y="4641"/>
                    <a:pt x="9539" y="4324"/>
                  </a:cubicBezTo>
                  <a:cubicBezTo>
                    <a:pt x="9214" y="4044"/>
                    <a:pt x="8815" y="3881"/>
                    <a:pt x="8406" y="3847"/>
                  </a:cubicBezTo>
                  <a:lnTo>
                    <a:pt x="8406" y="2770"/>
                  </a:lnTo>
                  <a:lnTo>
                    <a:pt x="9188" y="2209"/>
                  </a:lnTo>
                  <a:cubicBezTo>
                    <a:pt x="9397" y="2349"/>
                    <a:pt x="9641" y="2432"/>
                    <a:pt x="9910" y="2432"/>
                  </a:cubicBezTo>
                  <a:cubicBezTo>
                    <a:pt x="9931" y="2432"/>
                    <a:pt x="9953" y="2432"/>
                    <a:pt x="9974" y="2431"/>
                  </a:cubicBezTo>
                  <a:cubicBezTo>
                    <a:pt x="10580" y="2386"/>
                    <a:pt x="11071" y="1884"/>
                    <a:pt x="11096" y="1264"/>
                  </a:cubicBezTo>
                  <a:cubicBezTo>
                    <a:pt x="11118" y="573"/>
                    <a:pt x="10569" y="1"/>
                    <a:pt x="9878" y="1"/>
                  </a:cubicBezTo>
                  <a:cubicBezTo>
                    <a:pt x="9214" y="1"/>
                    <a:pt x="8675" y="551"/>
                    <a:pt x="8675" y="1216"/>
                  </a:cubicBezTo>
                  <a:cubicBezTo>
                    <a:pt x="8675" y="1334"/>
                    <a:pt x="8686" y="1449"/>
                    <a:pt x="8723" y="1555"/>
                  </a:cubicBezTo>
                  <a:lnTo>
                    <a:pt x="7763" y="2234"/>
                  </a:lnTo>
                  <a:cubicBezTo>
                    <a:pt x="7659" y="2316"/>
                    <a:pt x="7589" y="2431"/>
                    <a:pt x="7589" y="2560"/>
                  </a:cubicBezTo>
                  <a:lnTo>
                    <a:pt x="7589" y="3833"/>
                  </a:lnTo>
                  <a:lnTo>
                    <a:pt x="6512" y="3833"/>
                  </a:lnTo>
                  <a:lnTo>
                    <a:pt x="6512" y="2360"/>
                  </a:lnTo>
                  <a:cubicBezTo>
                    <a:pt x="7003" y="2186"/>
                    <a:pt x="7354" y="1707"/>
                    <a:pt x="7320" y="1146"/>
                  </a:cubicBezTo>
                  <a:cubicBezTo>
                    <a:pt x="7284" y="526"/>
                    <a:pt x="6781" y="35"/>
                    <a:pt x="6161" y="1"/>
                  </a:cubicBezTo>
                  <a:cubicBezTo>
                    <a:pt x="6146" y="1"/>
                    <a:pt x="6131" y="0"/>
                    <a:pt x="61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316" name="Google Shape;1316;p48"/>
          <p:cNvSpPr/>
          <p:nvPr/>
        </p:nvSpPr>
        <p:spPr>
          <a:xfrm>
            <a:off x="7068863" y="3091600"/>
            <a:ext cx="262675" cy="345125"/>
          </a:xfrm>
          <a:custGeom>
            <a:rect l="l" t="t" r="r" b="b"/>
            <a:pathLst>
              <a:path w="10507" h="13805" extrusionOk="0">
                <a:moveTo>
                  <a:pt x="4209" y="1051"/>
                </a:moveTo>
                <a:lnTo>
                  <a:pt x="7070" y="1635"/>
                </a:lnTo>
                <a:lnTo>
                  <a:pt x="9000" y="3809"/>
                </a:lnTo>
                <a:lnTo>
                  <a:pt x="6147" y="3225"/>
                </a:lnTo>
                <a:lnTo>
                  <a:pt x="4209" y="1051"/>
                </a:lnTo>
                <a:close/>
                <a:moveTo>
                  <a:pt x="4301" y="2372"/>
                </a:moveTo>
                <a:lnTo>
                  <a:pt x="5634" y="3868"/>
                </a:lnTo>
                <a:cubicBezTo>
                  <a:pt x="5693" y="3927"/>
                  <a:pt x="5763" y="3971"/>
                  <a:pt x="5855" y="3997"/>
                </a:cubicBezTo>
                <a:lnTo>
                  <a:pt x="7808" y="4392"/>
                </a:lnTo>
                <a:lnTo>
                  <a:pt x="6686" y="6334"/>
                </a:lnTo>
                <a:lnTo>
                  <a:pt x="3260" y="4182"/>
                </a:lnTo>
                <a:lnTo>
                  <a:pt x="4301" y="2372"/>
                </a:lnTo>
                <a:close/>
                <a:moveTo>
                  <a:pt x="2677" y="4757"/>
                </a:moveTo>
                <a:lnTo>
                  <a:pt x="6464" y="7141"/>
                </a:lnTo>
                <a:cubicBezTo>
                  <a:pt x="6475" y="7234"/>
                  <a:pt x="6475" y="7327"/>
                  <a:pt x="6475" y="7422"/>
                </a:cubicBezTo>
                <a:cubicBezTo>
                  <a:pt x="6475" y="8168"/>
                  <a:pt x="6184" y="8881"/>
                  <a:pt x="5645" y="9419"/>
                </a:cubicBezTo>
                <a:cubicBezTo>
                  <a:pt x="5106" y="9958"/>
                  <a:pt x="4781" y="10612"/>
                  <a:pt x="4686" y="11324"/>
                </a:cubicBezTo>
                <a:lnTo>
                  <a:pt x="4054" y="11324"/>
                </a:lnTo>
                <a:lnTo>
                  <a:pt x="4054" y="8659"/>
                </a:lnTo>
                <a:lnTo>
                  <a:pt x="5003" y="7714"/>
                </a:lnTo>
                <a:cubicBezTo>
                  <a:pt x="5154" y="7562"/>
                  <a:pt x="5176" y="7327"/>
                  <a:pt x="5050" y="7164"/>
                </a:cubicBezTo>
                <a:cubicBezTo>
                  <a:pt x="4962" y="7064"/>
                  <a:pt x="4841" y="7014"/>
                  <a:pt x="4722" y="7014"/>
                </a:cubicBezTo>
                <a:cubicBezTo>
                  <a:pt x="4619" y="7014"/>
                  <a:pt x="4517" y="7052"/>
                  <a:pt x="4442" y="7127"/>
                </a:cubicBezTo>
                <a:lnTo>
                  <a:pt x="3648" y="7924"/>
                </a:lnTo>
                <a:lnTo>
                  <a:pt x="2851" y="7127"/>
                </a:lnTo>
                <a:cubicBezTo>
                  <a:pt x="2775" y="7052"/>
                  <a:pt x="2674" y="7014"/>
                  <a:pt x="2572" y="7014"/>
                </a:cubicBezTo>
                <a:cubicBezTo>
                  <a:pt x="2455" y="7014"/>
                  <a:pt x="2337" y="7064"/>
                  <a:pt x="2256" y="7164"/>
                </a:cubicBezTo>
                <a:cubicBezTo>
                  <a:pt x="2127" y="7327"/>
                  <a:pt x="2150" y="7562"/>
                  <a:pt x="2290" y="7714"/>
                </a:cubicBezTo>
                <a:lnTo>
                  <a:pt x="3249" y="8659"/>
                </a:lnTo>
                <a:lnTo>
                  <a:pt x="3249" y="11324"/>
                </a:lnTo>
                <a:lnTo>
                  <a:pt x="2618" y="11324"/>
                </a:lnTo>
                <a:cubicBezTo>
                  <a:pt x="2525" y="10612"/>
                  <a:pt x="2186" y="9958"/>
                  <a:pt x="1647" y="9419"/>
                </a:cubicBezTo>
                <a:cubicBezTo>
                  <a:pt x="1109" y="8881"/>
                  <a:pt x="817" y="8168"/>
                  <a:pt x="817" y="7422"/>
                </a:cubicBezTo>
                <a:cubicBezTo>
                  <a:pt x="817" y="6230"/>
                  <a:pt x="1577" y="5164"/>
                  <a:pt x="2677" y="4757"/>
                </a:cubicBezTo>
                <a:close/>
                <a:moveTo>
                  <a:pt x="4652" y="12132"/>
                </a:moveTo>
                <a:lnTo>
                  <a:pt x="4652" y="12598"/>
                </a:lnTo>
                <a:cubicBezTo>
                  <a:pt x="4652" y="12822"/>
                  <a:pt x="4464" y="12996"/>
                  <a:pt x="4242" y="12996"/>
                </a:cubicBezTo>
                <a:lnTo>
                  <a:pt x="3028" y="12996"/>
                </a:lnTo>
                <a:cubicBezTo>
                  <a:pt x="2806" y="12996"/>
                  <a:pt x="2629" y="12822"/>
                  <a:pt x="2629" y="12598"/>
                </a:cubicBezTo>
                <a:lnTo>
                  <a:pt x="2629" y="12132"/>
                </a:lnTo>
                <a:close/>
                <a:moveTo>
                  <a:pt x="3092" y="1"/>
                </a:moveTo>
                <a:cubicBezTo>
                  <a:pt x="2766" y="1"/>
                  <a:pt x="2557" y="407"/>
                  <a:pt x="2792" y="675"/>
                </a:cubicBezTo>
                <a:lnTo>
                  <a:pt x="3729" y="1727"/>
                </a:lnTo>
                <a:lnTo>
                  <a:pt x="2441" y="3985"/>
                </a:lnTo>
                <a:cubicBezTo>
                  <a:pt x="1765" y="4218"/>
                  <a:pt x="1168" y="4650"/>
                  <a:pt x="736" y="5223"/>
                </a:cubicBezTo>
                <a:cubicBezTo>
                  <a:pt x="256" y="5854"/>
                  <a:pt x="1" y="6614"/>
                  <a:pt x="1" y="7422"/>
                </a:cubicBezTo>
                <a:cubicBezTo>
                  <a:pt x="1" y="8390"/>
                  <a:pt x="374" y="9302"/>
                  <a:pt x="1075" y="9992"/>
                </a:cubicBezTo>
                <a:cubicBezTo>
                  <a:pt x="1555" y="10471"/>
                  <a:pt x="1810" y="11091"/>
                  <a:pt x="1810" y="11734"/>
                </a:cubicBezTo>
                <a:lnTo>
                  <a:pt x="1810" y="12598"/>
                </a:lnTo>
                <a:cubicBezTo>
                  <a:pt x="1810" y="13265"/>
                  <a:pt x="2360" y="13804"/>
                  <a:pt x="3028" y="13804"/>
                </a:cubicBezTo>
                <a:lnTo>
                  <a:pt x="4242" y="13804"/>
                </a:lnTo>
                <a:cubicBezTo>
                  <a:pt x="4910" y="13804"/>
                  <a:pt x="5457" y="13265"/>
                  <a:pt x="5457" y="12598"/>
                </a:cubicBezTo>
                <a:lnTo>
                  <a:pt x="5457" y="11734"/>
                </a:lnTo>
                <a:cubicBezTo>
                  <a:pt x="5457" y="11091"/>
                  <a:pt x="5726" y="10471"/>
                  <a:pt x="6206" y="9992"/>
                </a:cubicBezTo>
                <a:cubicBezTo>
                  <a:pt x="6896" y="9302"/>
                  <a:pt x="7280" y="8390"/>
                  <a:pt x="7280" y="7422"/>
                </a:cubicBezTo>
                <a:cubicBezTo>
                  <a:pt x="7280" y="7282"/>
                  <a:pt x="7269" y="7127"/>
                  <a:pt x="7247" y="6976"/>
                </a:cubicBezTo>
                <a:lnTo>
                  <a:pt x="8649" y="4569"/>
                </a:lnTo>
                <a:lnTo>
                  <a:pt x="9713" y="4779"/>
                </a:lnTo>
                <a:lnTo>
                  <a:pt x="9713" y="7677"/>
                </a:lnTo>
                <a:cubicBezTo>
                  <a:pt x="9713" y="7888"/>
                  <a:pt x="9875" y="8076"/>
                  <a:pt x="10086" y="8087"/>
                </a:cubicBezTo>
                <a:cubicBezTo>
                  <a:pt x="10092" y="8087"/>
                  <a:pt x="10099" y="8087"/>
                  <a:pt x="10105" y="8087"/>
                </a:cubicBezTo>
                <a:cubicBezTo>
                  <a:pt x="10321" y="8087"/>
                  <a:pt x="10495" y="7906"/>
                  <a:pt x="10495" y="7689"/>
                </a:cubicBezTo>
                <a:lnTo>
                  <a:pt x="10495" y="4488"/>
                </a:lnTo>
                <a:cubicBezTo>
                  <a:pt x="10507" y="4381"/>
                  <a:pt x="10473" y="4277"/>
                  <a:pt x="10392" y="4182"/>
                </a:cubicBezTo>
                <a:lnTo>
                  <a:pt x="7575" y="992"/>
                </a:lnTo>
                <a:cubicBezTo>
                  <a:pt x="7516" y="933"/>
                  <a:pt x="7435" y="886"/>
                  <a:pt x="7351" y="863"/>
                </a:cubicBezTo>
                <a:lnTo>
                  <a:pt x="3179" y="10"/>
                </a:lnTo>
                <a:cubicBezTo>
                  <a:pt x="3149" y="4"/>
                  <a:pt x="3120" y="1"/>
                  <a:pt x="309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1317" name="Google Shape;1317;p48"/>
          <p:cNvGrpSpPr/>
          <p:nvPr/>
        </p:nvGrpSpPr>
        <p:grpSpPr>
          <a:xfrm>
            <a:off x="6277988" y="3091575"/>
            <a:ext cx="345075" cy="345150"/>
            <a:chOff x="6269238" y="3243975"/>
            <a:chExt cx="345075" cy="345150"/>
          </a:xfrm>
        </p:grpSpPr>
        <p:sp>
          <p:nvSpPr>
            <p:cNvPr id="1318" name="Google Shape;1318;p48"/>
            <p:cNvSpPr/>
            <p:nvPr/>
          </p:nvSpPr>
          <p:spPr>
            <a:xfrm>
              <a:off x="6323588" y="3243975"/>
              <a:ext cx="235800" cy="345150"/>
            </a:xfrm>
            <a:custGeom>
              <a:rect l="l" t="t" r="r" b="b"/>
              <a:pathLst>
                <a:path w="9432" h="13805" extrusionOk="0">
                  <a:moveTo>
                    <a:pt x="4733" y="2991"/>
                  </a:moveTo>
                  <a:lnTo>
                    <a:pt x="4966" y="3507"/>
                  </a:lnTo>
                  <a:lnTo>
                    <a:pt x="4489" y="3507"/>
                  </a:lnTo>
                  <a:lnTo>
                    <a:pt x="4733" y="2991"/>
                  </a:lnTo>
                  <a:close/>
                  <a:moveTo>
                    <a:pt x="5342" y="4312"/>
                  </a:moveTo>
                  <a:lnTo>
                    <a:pt x="5715" y="5131"/>
                  </a:lnTo>
                  <a:lnTo>
                    <a:pt x="3740" y="5131"/>
                  </a:lnTo>
                  <a:lnTo>
                    <a:pt x="4113" y="4312"/>
                  </a:lnTo>
                  <a:close/>
                  <a:moveTo>
                    <a:pt x="4722" y="816"/>
                  </a:moveTo>
                  <a:cubicBezTo>
                    <a:pt x="6874" y="816"/>
                    <a:pt x="8627" y="2570"/>
                    <a:pt x="8627" y="4721"/>
                  </a:cubicBezTo>
                  <a:cubicBezTo>
                    <a:pt x="8627" y="6113"/>
                    <a:pt x="7900" y="7364"/>
                    <a:pt x="6744" y="8065"/>
                  </a:cubicBezTo>
                  <a:lnTo>
                    <a:pt x="6744" y="5529"/>
                  </a:lnTo>
                  <a:cubicBezTo>
                    <a:pt x="6744" y="5471"/>
                    <a:pt x="6733" y="5412"/>
                    <a:pt x="6708" y="5364"/>
                  </a:cubicBezTo>
                  <a:lnTo>
                    <a:pt x="5084" y="1857"/>
                  </a:lnTo>
                  <a:cubicBezTo>
                    <a:pt x="5014" y="1717"/>
                    <a:pt x="4873" y="1624"/>
                    <a:pt x="4722" y="1624"/>
                  </a:cubicBezTo>
                  <a:cubicBezTo>
                    <a:pt x="4559" y="1624"/>
                    <a:pt x="4419" y="1717"/>
                    <a:pt x="4349" y="1857"/>
                  </a:cubicBezTo>
                  <a:lnTo>
                    <a:pt x="2736" y="5364"/>
                  </a:lnTo>
                  <a:cubicBezTo>
                    <a:pt x="2710" y="5412"/>
                    <a:pt x="2699" y="5471"/>
                    <a:pt x="2699" y="5529"/>
                  </a:cubicBezTo>
                  <a:lnTo>
                    <a:pt x="2699" y="8065"/>
                  </a:lnTo>
                  <a:cubicBezTo>
                    <a:pt x="1529" y="7364"/>
                    <a:pt x="806" y="6113"/>
                    <a:pt x="806" y="4721"/>
                  </a:cubicBezTo>
                  <a:cubicBezTo>
                    <a:pt x="806" y="2570"/>
                    <a:pt x="2559" y="816"/>
                    <a:pt x="4722" y="816"/>
                  </a:cubicBezTo>
                  <a:close/>
                  <a:moveTo>
                    <a:pt x="4312" y="5936"/>
                  </a:moveTo>
                  <a:lnTo>
                    <a:pt x="4312" y="11384"/>
                  </a:lnTo>
                  <a:lnTo>
                    <a:pt x="3507" y="11384"/>
                  </a:lnTo>
                  <a:lnTo>
                    <a:pt x="3507" y="5936"/>
                  </a:lnTo>
                  <a:close/>
                  <a:moveTo>
                    <a:pt x="5937" y="5936"/>
                  </a:moveTo>
                  <a:lnTo>
                    <a:pt x="5937" y="11384"/>
                  </a:lnTo>
                  <a:lnTo>
                    <a:pt x="5120" y="11384"/>
                  </a:lnTo>
                  <a:lnTo>
                    <a:pt x="5120" y="5936"/>
                  </a:lnTo>
                  <a:close/>
                  <a:moveTo>
                    <a:pt x="5937" y="12192"/>
                  </a:moveTo>
                  <a:lnTo>
                    <a:pt x="5937" y="12599"/>
                  </a:lnTo>
                  <a:cubicBezTo>
                    <a:pt x="5937" y="12823"/>
                    <a:pt x="5751" y="12997"/>
                    <a:pt x="5527" y="12997"/>
                  </a:cubicBezTo>
                  <a:lnTo>
                    <a:pt x="3914" y="12997"/>
                  </a:lnTo>
                  <a:cubicBezTo>
                    <a:pt x="3681" y="12997"/>
                    <a:pt x="3507" y="12823"/>
                    <a:pt x="3507" y="12599"/>
                  </a:cubicBezTo>
                  <a:lnTo>
                    <a:pt x="3507" y="12192"/>
                  </a:lnTo>
                  <a:close/>
                  <a:moveTo>
                    <a:pt x="4722" y="0"/>
                  </a:moveTo>
                  <a:cubicBezTo>
                    <a:pt x="2116" y="0"/>
                    <a:pt x="0" y="2115"/>
                    <a:pt x="0" y="4721"/>
                  </a:cubicBezTo>
                  <a:cubicBezTo>
                    <a:pt x="0" y="5681"/>
                    <a:pt x="292" y="6604"/>
                    <a:pt x="828" y="7387"/>
                  </a:cubicBezTo>
                  <a:cubicBezTo>
                    <a:pt x="1297" y="8077"/>
                    <a:pt x="1939" y="8626"/>
                    <a:pt x="2699" y="8977"/>
                  </a:cubicBezTo>
                  <a:lnTo>
                    <a:pt x="2699" y="12599"/>
                  </a:lnTo>
                  <a:cubicBezTo>
                    <a:pt x="2699" y="13266"/>
                    <a:pt x="3238" y="13805"/>
                    <a:pt x="3914" y="13805"/>
                  </a:cubicBezTo>
                  <a:lnTo>
                    <a:pt x="5527" y="13805"/>
                  </a:lnTo>
                  <a:cubicBezTo>
                    <a:pt x="6195" y="13805"/>
                    <a:pt x="6744" y="13266"/>
                    <a:pt x="6744" y="12599"/>
                  </a:cubicBezTo>
                  <a:lnTo>
                    <a:pt x="6744" y="8977"/>
                  </a:lnTo>
                  <a:cubicBezTo>
                    <a:pt x="7491" y="8626"/>
                    <a:pt x="8136" y="8077"/>
                    <a:pt x="8613" y="7387"/>
                  </a:cubicBezTo>
                  <a:cubicBezTo>
                    <a:pt x="9151" y="6604"/>
                    <a:pt x="9432" y="5681"/>
                    <a:pt x="9432" y="4721"/>
                  </a:cubicBezTo>
                  <a:cubicBezTo>
                    <a:pt x="9432" y="2115"/>
                    <a:pt x="7317" y="0"/>
                    <a:pt x="47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19" name="Google Shape;1319;p48"/>
            <p:cNvSpPr/>
            <p:nvPr/>
          </p:nvSpPr>
          <p:spPr>
            <a:xfrm>
              <a:off x="6573963" y="3351750"/>
              <a:ext cx="40350" cy="20525"/>
            </a:xfrm>
            <a:custGeom>
              <a:rect l="l" t="t" r="r" b="b"/>
              <a:pathLst>
                <a:path w="1613" h="821" extrusionOk="0">
                  <a:moveTo>
                    <a:pt x="399" y="1"/>
                  </a:moveTo>
                  <a:cubicBezTo>
                    <a:pt x="177" y="1"/>
                    <a:pt x="0" y="189"/>
                    <a:pt x="0" y="410"/>
                  </a:cubicBezTo>
                  <a:cubicBezTo>
                    <a:pt x="0" y="632"/>
                    <a:pt x="177" y="820"/>
                    <a:pt x="399" y="820"/>
                  </a:cubicBezTo>
                  <a:lnTo>
                    <a:pt x="1207" y="820"/>
                  </a:lnTo>
                  <a:cubicBezTo>
                    <a:pt x="1440" y="820"/>
                    <a:pt x="1614" y="632"/>
                    <a:pt x="1614" y="410"/>
                  </a:cubicBezTo>
                  <a:cubicBezTo>
                    <a:pt x="1614" y="189"/>
                    <a:pt x="1440" y="1"/>
                    <a:pt x="12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20" name="Google Shape;1320;p48"/>
            <p:cNvSpPr/>
            <p:nvPr/>
          </p:nvSpPr>
          <p:spPr>
            <a:xfrm>
              <a:off x="6565838" y="3284525"/>
              <a:ext cx="40625" cy="30275"/>
            </a:xfrm>
            <a:custGeom>
              <a:rect l="l" t="t" r="r" b="b"/>
              <a:pathLst>
                <a:path w="1625" h="1211" extrusionOk="0">
                  <a:moveTo>
                    <a:pt x="1150" y="0"/>
                  </a:moveTo>
                  <a:cubicBezTo>
                    <a:pt x="1084" y="0"/>
                    <a:pt x="1017" y="16"/>
                    <a:pt x="957" y="50"/>
                  </a:cubicBezTo>
                  <a:lnTo>
                    <a:pt x="255" y="457"/>
                  </a:lnTo>
                  <a:cubicBezTo>
                    <a:pt x="59" y="575"/>
                    <a:pt x="0" y="822"/>
                    <a:pt x="104" y="1007"/>
                  </a:cubicBezTo>
                  <a:cubicBezTo>
                    <a:pt x="183" y="1140"/>
                    <a:pt x="318" y="1211"/>
                    <a:pt x="459" y="1211"/>
                  </a:cubicBezTo>
                  <a:cubicBezTo>
                    <a:pt x="528" y="1211"/>
                    <a:pt x="599" y="1193"/>
                    <a:pt x="665" y="1158"/>
                  </a:cubicBezTo>
                  <a:lnTo>
                    <a:pt x="1355" y="751"/>
                  </a:lnTo>
                  <a:cubicBezTo>
                    <a:pt x="1554" y="645"/>
                    <a:pt x="1624" y="401"/>
                    <a:pt x="1507" y="202"/>
                  </a:cubicBezTo>
                  <a:cubicBezTo>
                    <a:pt x="1436" y="74"/>
                    <a:pt x="1293" y="0"/>
                    <a:pt x="11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21" name="Google Shape;1321;p48"/>
            <p:cNvSpPr/>
            <p:nvPr/>
          </p:nvSpPr>
          <p:spPr>
            <a:xfrm>
              <a:off x="6565838" y="3409225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459" y="0"/>
                  </a:moveTo>
                  <a:cubicBezTo>
                    <a:pt x="318" y="0"/>
                    <a:pt x="183" y="71"/>
                    <a:pt x="104" y="204"/>
                  </a:cubicBezTo>
                  <a:cubicBezTo>
                    <a:pt x="0" y="392"/>
                    <a:pt x="59" y="636"/>
                    <a:pt x="255" y="754"/>
                  </a:cubicBezTo>
                  <a:lnTo>
                    <a:pt x="957" y="1164"/>
                  </a:lnTo>
                  <a:cubicBezTo>
                    <a:pt x="1018" y="1198"/>
                    <a:pt x="1087" y="1214"/>
                    <a:pt x="1155" y="1214"/>
                  </a:cubicBezTo>
                  <a:cubicBezTo>
                    <a:pt x="1297" y="1214"/>
                    <a:pt x="1437" y="1144"/>
                    <a:pt x="1507" y="1009"/>
                  </a:cubicBezTo>
                  <a:cubicBezTo>
                    <a:pt x="1624" y="813"/>
                    <a:pt x="1554" y="566"/>
                    <a:pt x="1355" y="462"/>
                  </a:cubicBezTo>
                  <a:lnTo>
                    <a:pt x="665" y="53"/>
                  </a:lnTo>
                  <a:cubicBezTo>
                    <a:pt x="599" y="18"/>
                    <a:pt x="528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22" name="Google Shape;1322;p48"/>
            <p:cNvSpPr/>
            <p:nvPr/>
          </p:nvSpPr>
          <p:spPr>
            <a:xfrm>
              <a:off x="6269238" y="3351750"/>
              <a:ext cx="40625" cy="20525"/>
            </a:xfrm>
            <a:custGeom>
              <a:rect l="l" t="t" r="r" b="b"/>
              <a:pathLst>
                <a:path w="1625" h="821" extrusionOk="0">
                  <a:moveTo>
                    <a:pt x="407" y="1"/>
                  </a:moveTo>
                  <a:cubicBezTo>
                    <a:pt x="186" y="1"/>
                    <a:pt x="0" y="189"/>
                    <a:pt x="0" y="410"/>
                  </a:cubicBezTo>
                  <a:cubicBezTo>
                    <a:pt x="0" y="632"/>
                    <a:pt x="186" y="820"/>
                    <a:pt x="407" y="820"/>
                  </a:cubicBezTo>
                  <a:lnTo>
                    <a:pt x="1215" y="820"/>
                  </a:lnTo>
                  <a:cubicBezTo>
                    <a:pt x="1437" y="820"/>
                    <a:pt x="1625" y="632"/>
                    <a:pt x="1625" y="410"/>
                  </a:cubicBezTo>
                  <a:cubicBezTo>
                    <a:pt x="1625" y="189"/>
                    <a:pt x="1437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23" name="Google Shape;1323;p48"/>
            <p:cNvSpPr/>
            <p:nvPr/>
          </p:nvSpPr>
          <p:spPr>
            <a:xfrm>
              <a:off x="6277363" y="3284525"/>
              <a:ext cx="40650" cy="30275"/>
            </a:xfrm>
            <a:custGeom>
              <a:rect l="l" t="t" r="r" b="b"/>
              <a:pathLst>
                <a:path w="1626" h="1211" extrusionOk="0">
                  <a:moveTo>
                    <a:pt x="466" y="0"/>
                  </a:moveTo>
                  <a:cubicBezTo>
                    <a:pt x="325" y="0"/>
                    <a:pt x="186" y="74"/>
                    <a:pt x="107" y="202"/>
                  </a:cubicBezTo>
                  <a:cubicBezTo>
                    <a:pt x="1" y="401"/>
                    <a:pt x="60" y="645"/>
                    <a:pt x="259" y="751"/>
                  </a:cubicBezTo>
                  <a:lnTo>
                    <a:pt x="960" y="1158"/>
                  </a:lnTo>
                  <a:cubicBezTo>
                    <a:pt x="1022" y="1193"/>
                    <a:pt x="1090" y="1211"/>
                    <a:pt x="1158" y="1211"/>
                  </a:cubicBezTo>
                  <a:cubicBezTo>
                    <a:pt x="1296" y="1211"/>
                    <a:pt x="1431" y="1140"/>
                    <a:pt x="1510" y="1007"/>
                  </a:cubicBezTo>
                  <a:cubicBezTo>
                    <a:pt x="1625" y="822"/>
                    <a:pt x="1555" y="575"/>
                    <a:pt x="1359" y="457"/>
                  </a:cubicBezTo>
                  <a:lnTo>
                    <a:pt x="657" y="50"/>
                  </a:lnTo>
                  <a:cubicBezTo>
                    <a:pt x="597" y="16"/>
                    <a:pt x="532" y="0"/>
                    <a:pt x="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24" name="Google Shape;1324;p48"/>
            <p:cNvSpPr/>
            <p:nvPr/>
          </p:nvSpPr>
          <p:spPr>
            <a:xfrm>
              <a:off x="6277363" y="3409225"/>
              <a:ext cx="40650" cy="30375"/>
            </a:xfrm>
            <a:custGeom>
              <a:rect l="l" t="t" r="r" b="b"/>
              <a:pathLst>
                <a:path w="1626" h="1215" extrusionOk="0">
                  <a:moveTo>
                    <a:pt x="1158" y="0"/>
                  </a:moveTo>
                  <a:cubicBezTo>
                    <a:pt x="1090" y="0"/>
                    <a:pt x="1022" y="18"/>
                    <a:pt x="960" y="53"/>
                  </a:cubicBezTo>
                  <a:lnTo>
                    <a:pt x="259" y="462"/>
                  </a:lnTo>
                  <a:cubicBezTo>
                    <a:pt x="60" y="566"/>
                    <a:pt x="1" y="813"/>
                    <a:pt x="107" y="1009"/>
                  </a:cubicBezTo>
                  <a:cubicBezTo>
                    <a:pt x="185" y="1144"/>
                    <a:pt x="322" y="1214"/>
                    <a:pt x="461" y="1214"/>
                  </a:cubicBezTo>
                  <a:cubicBezTo>
                    <a:pt x="528" y="1214"/>
                    <a:pt x="596" y="1198"/>
                    <a:pt x="657" y="1164"/>
                  </a:cubicBezTo>
                  <a:lnTo>
                    <a:pt x="1359" y="754"/>
                  </a:lnTo>
                  <a:cubicBezTo>
                    <a:pt x="1555" y="636"/>
                    <a:pt x="1625" y="392"/>
                    <a:pt x="1510" y="204"/>
                  </a:cubicBezTo>
                  <a:cubicBezTo>
                    <a:pt x="1431" y="71"/>
                    <a:pt x="1296" y="0"/>
                    <a:pt x="11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325" name="Google Shape;1325;p48"/>
          <p:cNvGrpSpPr/>
          <p:nvPr/>
        </p:nvGrpSpPr>
        <p:grpSpPr>
          <a:xfrm>
            <a:off x="5521388" y="3091575"/>
            <a:ext cx="345150" cy="345150"/>
            <a:chOff x="5512088" y="3243975"/>
            <a:chExt cx="345150" cy="345150"/>
          </a:xfrm>
        </p:grpSpPr>
        <p:sp>
          <p:nvSpPr>
            <p:cNvPr id="1326" name="Google Shape;1326;p48"/>
            <p:cNvSpPr/>
            <p:nvPr/>
          </p:nvSpPr>
          <p:spPr>
            <a:xfrm>
              <a:off x="5755513" y="3243975"/>
              <a:ext cx="101725" cy="101125"/>
            </a:xfrm>
            <a:custGeom>
              <a:rect l="l" t="t" r="r" b="b"/>
              <a:pathLst>
                <a:path w="4069" h="4044" extrusionOk="0">
                  <a:moveTo>
                    <a:pt x="432" y="0"/>
                  </a:moveTo>
                  <a:cubicBezTo>
                    <a:pt x="233" y="0"/>
                    <a:pt x="45" y="152"/>
                    <a:pt x="23" y="362"/>
                  </a:cubicBezTo>
                  <a:cubicBezTo>
                    <a:pt x="0" y="606"/>
                    <a:pt x="186" y="816"/>
                    <a:pt x="421" y="816"/>
                  </a:cubicBezTo>
                  <a:lnTo>
                    <a:pt x="3260" y="816"/>
                  </a:lnTo>
                  <a:lnTo>
                    <a:pt x="3260" y="3636"/>
                  </a:lnTo>
                  <a:cubicBezTo>
                    <a:pt x="3260" y="3846"/>
                    <a:pt x="3412" y="4020"/>
                    <a:pt x="3611" y="4043"/>
                  </a:cubicBezTo>
                  <a:cubicBezTo>
                    <a:pt x="3626" y="4044"/>
                    <a:pt x="3641" y="4045"/>
                    <a:pt x="3655" y="4045"/>
                  </a:cubicBezTo>
                  <a:cubicBezTo>
                    <a:pt x="3882" y="4045"/>
                    <a:pt x="4068" y="3866"/>
                    <a:pt x="4068" y="3647"/>
                  </a:cubicBezTo>
                  <a:lnTo>
                    <a:pt x="4068" y="410"/>
                  </a:lnTo>
                  <a:cubicBezTo>
                    <a:pt x="4068" y="185"/>
                    <a:pt x="3880" y="0"/>
                    <a:pt x="36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27" name="Google Shape;1327;p48"/>
            <p:cNvSpPr/>
            <p:nvPr/>
          </p:nvSpPr>
          <p:spPr>
            <a:xfrm>
              <a:off x="5512088" y="3488150"/>
              <a:ext cx="101700" cy="100975"/>
            </a:xfrm>
            <a:custGeom>
              <a:rect l="l" t="t" r="r" b="b"/>
              <a:pathLst>
                <a:path w="4068" h="4039" extrusionOk="0">
                  <a:moveTo>
                    <a:pt x="391" y="0"/>
                  </a:moveTo>
                  <a:cubicBezTo>
                    <a:pt x="180" y="0"/>
                    <a:pt x="0" y="185"/>
                    <a:pt x="0" y="402"/>
                  </a:cubicBezTo>
                  <a:lnTo>
                    <a:pt x="0" y="3640"/>
                  </a:lnTo>
                  <a:cubicBezTo>
                    <a:pt x="0" y="3861"/>
                    <a:pt x="174" y="4038"/>
                    <a:pt x="396" y="4038"/>
                  </a:cubicBezTo>
                  <a:lnTo>
                    <a:pt x="3636" y="4038"/>
                  </a:lnTo>
                  <a:cubicBezTo>
                    <a:pt x="3880" y="4038"/>
                    <a:pt x="4068" y="3839"/>
                    <a:pt x="4043" y="3592"/>
                  </a:cubicBezTo>
                  <a:cubicBezTo>
                    <a:pt x="4020" y="3382"/>
                    <a:pt x="3832" y="3230"/>
                    <a:pt x="3622" y="3230"/>
                  </a:cubicBezTo>
                  <a:lnTo>
                    <a:pt x="805" y="3230"/>
                  </a:lnTo>
                  <a:lnTo>
                    <a:pt x="805" y="414"/>
                  </a:lnTo>
                  <a:cubicBezTo>
                    <a:pt x="805" y="203"/>
                    <a:pt x="654" y="26"/>
                    <a:pt x="443" y="4"/>
                  </a:cubicBezTo>
                  <a:cubicBezTo>
                    <a:pt x="426" y="1"/>
                    <a:pt x="408" y="0"/>
                    <a:pt x="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28" name="Google Shape;1328;p48"/>
            <p:cNvSpPr/>
            <p:nvPr/>
          </p:nvSpPr>
          <p:spPr>
            <a:xfrm>
              <a:off x="5512088" y="3243975"/>
              <a:ext cx="101700" cy="101125"/>
            </a:xfrm>
            <a:custGeom>
              <a:rect l="l" t="t" r="r" b="b"/>
              <a:pathLst>
                <a:path w="4068" h="4044" extrusionOk="0">
                  <a:moveTo>
                    <a:pt x="396" y="0"/>
                  </a:moveTo>
                  <a:cubicBezTo>
                    <a:pt x="174" y="0"/>
                    <a:pt x="0" y="185"/>
                    <a:pt x="0" y="410"/>
                  </a:cubicBezTo>
                  <a:lnTo>
                    <a:pt x="0" y="3647"/>
                  </a:lnTo>
                  <a:cubicBezTo>
                    <a:pt x="0" y="3866"/>
                    <a:pt x="186" y="4045"/>
                    <a:pt x="401" y="4045"/>
                  </a:cubicBezTo>
                  <a:cubicBezTo>
                    <a:pt x="415" y="4045"/>
                    <a:pt x="429" y="4044"/>
                    <a:pt x="443" y="4043"/>
                  </a:cubicBezTo>
                  <a:cubicBezTo>
                    <a:pt x="654" y="4020"/>
                    <a:pt x="805" y="3846"/>
                    <a:pt x="805" y="3636"/>
                  </a:cubicBezTo>
                  <a:lnTo>
                    <a:pt x="805" y="816"/>
                  </a:lnTo>
                  <a:lnTo>
                    <a:pt x="3622" y="816"/>
                  </a:lnTo>
                  <a:cubicBezTo>
                    <a:pt x="3832" y="816"/>
                    <a:pt x="4020" y="665"/>
                    <a:pt x="4043" y="455"/>
                  </a:cubicBezTo>
                  <a:cubicBezTo>
                    <a:pt x="4068" y="211"/>
                    <a:pt x="3880" y="0"/>
                    <a:pt x="36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29" name="Google Shape;1329;p48"/>
            <p:cNvSpPr/>
            <p:nvPr/>
          </p:nvSpPr>
          <p:spPr>
            <a:xfrm>
              <a:off x="5755513" y="3488150"/>
              <a:ext cx="101725" cy="100975"/>
            </a:xfrm>
            <a:custGeom>
              <a:rect l="l" t="t" r="r" b="b"/>
              <a:pathLst>
                <a:path w="4069" h="4039" extrusionOk="0">
                  <a:moveTo>
                    <a:pt x="3666" y="0"/>
                  </a:moveTo>
                  <a:cubicBezTo>
                    <a:pt x="3648" y="0"/>
                    <a:pt x="3629" y="1"/>
                    <a:pt x="3611" y="4"/>
                  </a:cubicBezTo>
                  <a:cubicBezTo>
                    <a:pt x="3412" y="26"/>
                    <a:pt x="3260" y="203"/>
                    <a:pt x="3260" y="414"/>
                  </a:cubicBezTo>
                  <a:lnTo>
                    <a:pt x="3260" y="3230"/>
                  </a:lnTo>
                  <a:lnTo>
                    <a:pt x="432" y="3230"/>
                  </a:lnTo>
                  <a:cubicBezTo>
                    <a:pt x="233" y="3230"/>
                    <a:pt x="45" y="3382"/>
                    <a:pt x="23" y="3592"/>
                  </a:cubicBezTo>
                  <a:cubicBezTo>
                    <a:pt x="0" y="3839"/>
                    <a:pt x="186" y="4038"/>
                    <a:pt x="421" y="4038"/>
                  </a:cubicBezTo>
                  <a:lnTo>
                    <a:pt x="3659" y="4038"/>
                  </a:lnTo>
                  <a:cubicBezTo>
                    <a:pt x="3880" y="4038"/>
                    <a:pt x="4068" y="3861"/>
                    <a:pt x="4068" y="3640"/>
                  </a:cubicBezTo>
                  <a:lnTo>
                    <a:pt x="4068" y="402"/>
                  </a:lnTo>
                  <a:cubicBezTo>
                    <a:pt x="4068" y="185"/>
                    <a:pt x="3888" y="0"/>
                    <a:pt x="36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30" name="Google Shape;1330;p48"/>
            <p:cNvSpPr/>
            <p:nvPr/>
          </p:nvSpPr>
          <p:spPr>
            <a:xfrm>
              <a:off x="5611413" y="3312175"/>
              <a:ext cx="144125" cy="107925"/>
            </a:xfrm>
            <a:custGeom>
              <a:rect l="l" t="t" r="r" b="b"/>
              <a:pathLst>
                <a:path w="5765" h="4317" extrusionOk="0">
                  <a:moveTo>
                    <a:pt x="2927" y="1"/>
                  </a:moveTo>
                  <a:cubicBezTo>
                    <a:pt x="1307" y="1"/>
                    <a:pt x="0" y="1370"/>
                    <a:pt x="106" y="3012"/>
                  </a:cubicBezTo>
                  <a:cubicBezTo>
                    <a:pt x="106" y="3023"/>
                    <a:pt x="106" y="3034"/>
                    <a:pt x="117" y="3045"/>
                  </a:cubicBezTo>
                  <a:cubicBezTo>
                    <a:pt x="242" y="3178"/>
                    <a:pt x="377" y="3233"/>
                    <a:pt x="499" y="3233"/>
                  </a:cubicBezTo>
                  <a:cubicBezTo>
                    <a:pt x="721" y="3233"/>
                    <a:pt x="900" y="3054"/>
                    <a:pt x="900" y="2835"/>
                  </a:cubicBezTo>
                  <a:cubicBezTo>
                    <a:pt x="900" y="1718"/>
                    <a:pt x="1810" y="808"/>
                    <a:pt x="2928" y="808"/>
                  </a:cubicBezTo>
                  <a:cubicBezTo>
                    <a:pt x="3552" y="808"/>
                    <a:pt x="4242" y="1092"/>
                    <a:pt x="4875" y="1783"/>
                  </a:cubicBezTo>
                  <a:cubicBezTo>
                    <a:pt x="4923" y="1842"/>
                    <a:pt x="4945" y="1912"/>
                    <a:pt x="4945" y="1982"/>
                  </a:cubicBezTo>
                  <a:lnTo>
                    <a:pt x="4945" y="4075"/>
                  </a:lnTo>
                  <a:cubicBezTo>
                    <a:pt x="4945" y="4097"/>
                    <a:pt x="4956" y="4109"/>
                    <a:pt x="4968" y="4120"/>
                  </a:cubicBezTo>
                  <a:cubicBezTo>
                    <a:pt x="5094" y="4259"/>
                    <a:pt x="5232" y="4316"/>
                    <a:pt x="5357" y="4316"/>
                  </a:cubicBezTo>
                  <a:cubicBezTo>
                    <a:pt x="5581" y="4316"/>
                    <a:pt x="5764" y="4134"/>
                    <a:pt x="5764" y="3910"/>
                  </a:cubicBezTo>
                  <a:lnTo>
                    <a:pt x="5764" y="1643"/>
                  </a:lnTo>
                  <a:cubicBezTo>
                    <a:pt x="5764" y="1539"/>
                    <a:pt x="5717" y="1444"/>
                    <a:pt x="5647" y="1362"/>
                  </a:cubicBezTo>
                  <a:cubicBezTo>
                    <a:pt x="4763" y="397"/>
                    <a:pt x="3800" y="1"/>
                    <a:pt x="29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31" name="Google Shape;1331;p48"/>
            <p:cNvSpPr/>
            <p:nvPr/>
          </p:nvSpPr>
          <p:spPr>
            <a:xfrm>
              <a:off x="5613763" y="3413225"/>
              <a:ext cx="144100" cy="107950"/>
            </a:xfrm>
            <a:custGeom>
              <a:rect l="l" t="t" r="r" b="b"/>
              <a:pathLst>
                <a:path w="5764" h="4318" extrusionOk="0">
                  <a:moveTo>
                    <a:pt x="409" y="1"/>
                  </a:moveTo>
                  <a:cubicBezTo>
                    <a:pt x="286" y="1"/>
                    <a:pt x="149" y="58"/>
                    <a:pt x="23" y="196"/>
                  </a:cubicBezTo>
                  <a:cubicBezTo>
                    <a:pt x="12" y="207"/>
                    <a:pt x="1" y="218"/>
                    <a:pt x="1" y="232"/>
                  </a:cubicBezTo>
                  <a:lnTo>
                    <a:pt x="1" y="2673"/>
                  </a:lnTo>
                  <a:cubicBezTo>
                    <a:pt x="1" y="2768"/>
                    <a:pt x="34" y="2872"/>
                    <a:pt x="105" y="2953"/>
                  </a:cubicBezTo>
                  <a:cubicBezTo>
                    <a:pt x="988" y="3920"/>
                    <a:pt x="1954" y="4317"/>
                    <a:pt x="2829" y="4317"/>
                  </a:cubicBezTo>
                  <a:cubicBezTo>
                    <a:pt x="4453" y="4317"/>
                    <a:pt x="5764" y="2948"/>
                    <a:pt x="5656" y="1307"/>
                  </a:cubicBezTo>
                  <a:cubicBezTo>
                    <a:pt x="5656" y="1295"/>
                    <a:pt x="5645" y="1270"/>
                    <a:pt x="5645" y="1259"/>
                  </a:cubicBezTo>
                  <a:cubicBezTo>
                    <a:pt x="5519" y="1133"/>
                    <a:pt x="5384" y="1080"/>
                    <a:pt x="5262" y="1080"/>
                  </a:cubicBezTo>
                  <a:cubicBezTo>
                    <a:pt x="5034" y="1080"/>
                    <a:pt x="4851" y="1261"/>
                    <a:pt x="4851" y="1481"/>
                  </a:cubicBezTo>
                  <a:cubicBezTo>
                    <a:pt x="4851" y="2598"/>
                    <a:pt x="3948" y="3504"/>
                    <a:pt x="2833" y="3504"/>
                  </a:cubicBezTo>
                  <a:cubicBezTo>
                    <a:pt x="2210" y="3504"/>
                    <a:pt x="1521" y="3221"/>
                    <a:pt x="887" y="2533"/>
                  </a:cubicBezTo>
                  <a:cubicBezTo>
                    <a:pt x="842" y="2476"/>
                    <a:pt x="806" y="2406"/>
                    <a:pt x="806" y="2336"/>
                  </a:cubicBezTo>
                  <a:lnTo>
                    <a:pt x="806" y="406"/>
                  </a:lnTo>
                  <a:cubicBezTo>
                    <a:pt x="806" y="182"/>
                    <a:pt x="629" y="1"/>
                    <a:pt x="4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32" name="Google Shape;1332;p48"/>
            <p:cNvSpPr/>
            <p:nvPr/>
          </p:nvSpPr>
          <p:spPr>
            <a:xfrm>
              <a:off x="5673963" y="3379475"/>
              <a:ext cx="40900" cy="101225"/>
            </a:xfrm>
            <a:custGeom>
              <a:rect l="l" t="t" r="r" b="b"/>
              <a:pathLst>
                <a:path w="1636" h="4048" extrusionOk="0">
                  <a:moveTo>
                    <a:pt x="1235" y="1"/>
                  </a:moveTo>
                  <a:cubicBezTo>
                    <a:pt x="1018" y="1"/>
                    <a:pt x="830" y="179"/>
                    <a:pt x="830" y="412"/>
                  </a:cubicBezTo>
                  <a:lnTo>
                    <a:pt x="830" y="2831"/>
                  </a:lnTo>
                  <a:cubicBezTo>
                    <a:pt x="830" y="3055"/>
                    <a:pt x="653" y="3240"/>
                    <a:pt x="432" y="3240"/>
                  </a:cubicBezTo>
                  <a:cubicBezTo>
                    <a:pt x="426" y="3240"/>
                    <a:pt x="419" y="3240"/>
                    <a:pt x="413" y="3240"/>
                  </a:cubicBezTo>
                  <a:cubicBezTo>
                    <a:pt x="178" y="3240"/>
                    <a:pt x="0" y="3446"/>
                    <a:pt x="22" y="3686"/>
                  </a:cubicBezTo>
                  <a:cubicBezTo>
                    <a:pt x="47" y="3897"/>
                    <a:pt x="247" y="4048"/>
                    <a:pt x="443" y="4048"/>
                  </a:cubicBezTo>
                  <a:cubicBezTo>
                    <a:pt x="1111" y="4037"/>
                    <a:pt x="1635" y="3498"/>
                    <a:pt x="1635" y="2831"/>
                  </a:cubicBezTo>
                  <a:lnTo>
                    <a:pt x="1635" y="412"/>
                  </a:lnTo>
                  <a:cubicBezTo>
                    <a:pt x="1635" y="213"/>
                    <a:pt x="1484" y="25"/>
                    <a:pt x="1273" y="3"/>
                  </a:cubicBezTo>
                  <a:cubicBezTo>
                    <a:pt x="1261" y="2"/>
                    <a:pt x="1248" y="1"/>
                    <a:pt x="12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33" name="Google Shape;1333;p48"/>
            <p:cNvSpPr/>
            <p:nvPr/>
          </p:nvSpPr>
          <p:spPr>
            <a:xfrm>
              <a:off x="5654388" y="3352650"/>
              <a:ext cx="40900" cy="100950"/>
            </a:xfrm>
            <a:custGeom>
              <a:rect l="l" t="t" r="r" b="b"/>
              <a:pathLst>
                <a:path w="1636" h="4038" extrusionOk="0">
                  <a:moveTo>
                    <a:pt x="1202" y="1"/>
                  </a:moveTo>
                  <a:cubicBezTo>
                    <a:pt x="1195" y="1"/>
                    <a:pt x="1188" y="1"/>
                    <a:pt x="1181" y="1"/>
                  </a:cubicBezTo>
                  <a:cubicBezTo>
                    <a:pt x="525" y="13"/>
                    <a:pt x="0" y="551"/>
                    <a:pt x="0" y="1216"/>
                  </a:cubicBezTo>
                  <a:lnTo>
                    <a:pt x="0" y="3623"/>
                  </a:lnTo>
                  <a:cubicBezTo>
                    <a:pt x="0" y="3833"/>
                    <a:pt x="152" y="4021"/>
                    <a:pt x="351" y="4033"/>
                  </a:cubicBezTo>
                  <a:cubicBezTo>
                    <a:pt x="371" y="4036"/>
                    <a:pt x="391" y="4037"/>
                    <a:pt x="411" y="4037"/>
                  </a:cubicBezTo>
                  <a:cubicBezTo>
                    <a:pt x="629" y="4037"/>
                    <a:pt x="805" y="3861"/>
                    <a:pt x="805" y="3637"/>
                  </a:cubicBezTo>
                  <a:lnTo>
                    <a:pt x="805" y="1216"/>
                  </a:lnTo>
                  <a:cubicBezTo>
                    <a:pt x="805" y="994"/>
                    <a:pt x="982" y="807"/>
                    <a:pt x="1204" y="807"/>
                  </a:cubicBezTo>
                  <a:cubicBezTo>
                    <a:pt x="1436" y="807"/>
                    <a:pt x="1636" y="607"/>
                    <a:pt x="1613" y="363"/>
                  </a:cubicBezTo>
                  <a:cubicBezTo>
                    <a:pt x="1591" y="160"/>
                    <a:pt x="1404" y="1"/>
                    <a:pt x="12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34" name="Google Shape;1334;p48"/>
            <p:cNvSpPr/>
            <p:nvPr/>
          </p:nvSpPr>
          <p:spPr>
            <a:xfrm>
              <a:off x="5673938" y="3287450"/>
              <a:ext cx="121925" cy="274175"/>
            </a:xfrm>
            <a:custGeom>
              <a:rect l="l" t="t" r="r" b="b"/>
              <a:pathLst>
                <a:path w="4877" h="10967" extrusionOk="0">
                  <a:moveTo>
                    <a:pt x="2586" y="0"/>
                  </a:moveTo>
                  <a:cubicBezTo>
                    <a:pt x="2453" y="0"/>
                    <a:pt x="2322" y="68"/>
                    <a:pt x="2245" y="188"/>
                  </a:cubicBezTo>
                  <a:cubicBezTo>
                    <a:pt x="2116" y="376"/>
                    <a:pt x="2175" y="620"/>
                    <a:pt x="2363" y="738"/>
                  </a:cubicBezTo>
                  <a:cubicBezTo>
                    <a:pt x="3426" y="1417"/>
                    <a:pt x="4069" y="2562"/>
                    <a:pt x="4069" y="3824"/>
                  </a:cubicBezTo>
                  <a:lnTo>
                    <a:pt x="4069" y="6512"/>
                  </a:lnTo>
                  <a:cubicBezTo>
                    <a:pt x="4069" y="8523"/>
                    <a:pt x="2433" y="10147"/>
                    <a:pt x="433" y="10158"/>
                  </a:cubicBezTo>
                  <a:cubicBezTo>
                    <a:pt x="222" y="10158"/>
                    <a:pt x="48" y="10299"/>
                    <a:pt x="23" y="10509"/>
                  </a:cubicBezTo>
                  <a:cubicBezTo>
                    <a:pt x="1" y="10756"/>
                    <a:pt x="189" y="10966"/>
                    <a:pt x="422" y="10966"/>
                  </a:cubicBezTo>
                  <a:cubicBezTo>
                    <a:pt x="2876" y="10966"/>
                    <a:pt x="4876" y="8966"/>
                    <a:pt x="4876" y="6512"/>
                  </a:cubicBezTo>
                  <a:lnTo>
                    <a:pt x="4876" y="3824"/>
                  </a:lnTo>
                  <a:cubicBezTo>
                    <a:pt x="4876" y="2292"/>
                    <a:pt x="4105" y="879"/>
                    <a:pt x="2795" y="59"/>
                  </a:cubicBezTo>
                  <a:cubicBezTo>
                    <a:pt x="2730" y="19"/>
                    <a:pt x="2658" y="0"/>
                    <a:pt x="25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35" name="Google Shape;1335;p48"/>
            <p:cNvSpPr/>
            <p:nvPr/>
          </p:nvSpPr>
          <p:spPr>
            <a:xfrm>
              <a:off x="5573438" y="3271750"/>
              <a:ext cx="121850" cy="274075"/>
            </a:xfrm>
            <a:custGeom>
              <a:rect l="l" t="t" r="r" b="b"/>
              <a:pathLst>
                <a:path w="4874" h="10963" extrusionOk="0">
                  <a:moveTo>
                    <a:pt x="4442" y="0"/>
                  </a:moveTo>
                  <a:cubicBezTo>
                    <a:pt x="1987" y="0"/>
                    <a:pt x="1" y="1986"/>
                    <a:pt x="1" y="4452"/>
                  </a:cubicBezTo>
                  <a:lnTo>
                    <a:pt x="1" y="7140"/>
                  </a:lnTo>
                  <a:cubicBezTo>
                    <a:pt x="1" y="8671"/>
                    <a:pt x="772" y="10074"/>
                    <a:pt x="2057" y="10893"/>
                  </a:cubicBezTo>
                  <a:cubicBezTo>
                    <a:pt x="2132" y="10940"/>
                    <a:pt x="2213" y="10962"/>
                    <a:pt x="2292" y="10962"/>
                  </a:cubicBezTo>
                  <a:cubicBezTo>
                    <a:pt x="2413" y="10962"/>
                    <a:pt x="2529" y="10910"/>
                    <a:pt x="2607" y="10812"/>
                  </a:cubicBezTo>
                  <a:cubicBezTo>
                    <a:pt x="2758" y="10624"/>
                    <a:pt x="2711" y="10343"/>
                    <a:pt x="2500" y="10214"/>
                  </a:cubicBezTo>
                  <a:cubicBezTo>
                    <a:pt x="1437" y="9549"/>
                    <a:pt x="806" y="8391"/>
                    <a:pt x="806" y="7140"/>
                  </a:cubicBezTo>
                  <a:lnTo>
                    <a:pt x="806" y="4452"/>
                  </a:lnTo>
                  <a:cubicBezTo>
                    <a:pt x="806" y="2441"/>
                    <a:pt x="2430" y="805"/>
                    <a:pt x="4442" y="805"/>
                  </a:cubicBezTo>
                  <a:cubicBezTo>
                    <a:pt x="4641" y="805"/>
                    <a:pt x="4829" y="654"/>
                    <a:pt x="4851" y="455"/>
                  </a:cubicBezTo>
                  <a:cubicBezTo>
                    <a:pt x="4874" y="210"/>
                    <a:pt x="4688" y="0"/>
                    <a:pt x="4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36" name="Google Shape;1336;p48"/>
            <p:cNvSpPr/>
            <p:nvPr/>
          </p:nvSpPr>
          <p:spPr>
            <a:xfrm>
              <a:off x="5552688" y="3284575"/>
              <a:ext cx="20150" cy="20150"/>
            </a:xfrm>
            <a:custGeom>
              <a:rect l="l" t="t" r="r" b="b"/>
              <a:pathLst>
                <a:path w="805" h="805" extrusionOk="0">
                  <a:moveTo>
                    <a:pt x="399" y="0"/>
                  </a:moveTo>
                  <a:cubicBezTo>
                    <a:pt x="174" y="0"/>
                    <a:pt x="0" y="174"/>
                    <a:pt x="0" y="399"/>
                  </a:cubicBezTo>
                  <a:cubicBezTo>
                    <a:pt x="0" y="620"/>
                    <a:pt x="174" y="806"/>
                    <a:pt x="399" y="806"/>
                  </a:cubicBezTo>
                  <a:cubicBezTo>
                    <a:pt x="620" y="806"/>
                    <a:pt x="806" y="620"/>
                    <a:pt x="806" y="399"/>
                  </a:cubicBezTo>
                  <a:cubicBezTo>
                    <a:pt x="806" y="174"/>
                    <a:pt x="620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37" name="Google Shape;1337;p48"/>
            <p:cNvSpPr/>
            <p:nvPr/>
          </p:nvSpPr>
          <p:spPr>
            <a:xfrm>
              <a:off x="5796388" y="3284575"/>
              <a:ext cx="20525" cy="20150"/>
            </a:xfrm>
            <a:custGeom>
              <a:rect l="l" t="t" r="r" b="b"/>
              <a:pathLst>
                <a:path w="821" h="805" extrusionOk="0">
                  <a:moveTo>
                    <a:pt x="410" y="0"/>
                  </a:moveTo>
                  <a:cubicBezTo>
                    <a:pt x="189" y="0"/>
                    <a:pt x="1" y="174"/>
                    <a:pt x="1" y="399"/>
                  </a:cubicBezTo>
                  <a:cubicBezTo>
                    <a:pt x="1" y="620"/>
                    <a:pt x="189" y="806"/>
                    <a:pt x="410" y="806"/>
                  </a:cubicBezTo>
                  <a:cubicBezTo>
                    <a:pt x="632" y="806"/>
                    <a:pt x="820" y="620"/>
                    <a:pt x="820" y="399"/>
                  </a:cubicBezTo>
                  <a:cubicBezTo>
                    <a:pt x="820" y="174"/>
                    <a:pt x="632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38" name="Google Shape;1338;p48"/>
            <p:cNvSpPr/>
            <p:nvPr/>
          </p:nvSpPr>
          <p:spPr>
            <a:xfrm>
              <a:off x="5552688" y="3528575"/>
              <a:ext cx="20150" cy="20225"/>
            </a:xfrm>
            <a:custGeom>
              <a:rect l="l" t="t" r="r" b="b"/>
              <a:pathLst>
                <a:path w="805" h="809" extrusionOk="0">
                  <a:moveTo>
                    <a:pt x="399" y="0"/>
                  </a:moveTo>
                  <a:cubicBezTo>
                    <a:pt x="174" y="0"/>
                    <a:pt x="0" y="177"/>
                    <a:pt x="0" y="398"/>
                  </a:cubicBezTo>
                  <a:cubicBezTo>
                    <a:pt x="0" y="620"/>
                    <a:pt x="174" y="808"/>
                    <a:pt x="399" y="808"/>
                  </a:cubicBezTo>
                  <a:cubicBezTo>
                    <a:pt x="620" y="808"/>
                    <a:pt x="806" y="620"/>
                    <a:pt x="806" y="398"/>
                  </a:cubicBezTo>
                  <a:cubicBezTo>
                    <a:pt x="806" y="177"/>
                    <a:pt x="620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39" name="Google Shape;1339;p48"/>
            <p:cNvSpPr/>
            <p:nvPr/>
          </p:nvSpPr>
          <p:spPr>
            <a:xfrm>
              <a:off x="5796388" y="3528575"/>
              <a:ext cx="20525" cy="20225"/>
            </a:xfrm>
            <a:custGeom>
              <a:rect l="l" t="t" r="r" b="b"/>
              <a:pathLst>
                <a:path w="821" h="809" extrusionOk="0">
                  <a:moveTo>
                    <a:pt x="410" y="0"/>
                  </a:moveTo>
                  <a:cubicBezTo>
                    <a:pt x="189" y="0"/>
                    <a:pt x="1" y="177"/>
                    <a:pt x="1" y="398"/>
                  </a:cubicBezTo>
                  <a:cubicBezTo>
                    <a:pt x="1" y="620"/>
                    <a:pt x="189" y="808"/>
                    <a:pt x="410" y="808"/>
                  </a:cubicBezTo>
                  <a:cubicBezTo>
                    <a:pt x="632" y="808"/>
                    <a:pt x="820" y="620"/>
                    <a:pt x="820" y="398"/>
                  </a:cubicBezTo>
                  <a:cubicBezTo>
                    <a:pt x="820" y="177"/>
                    <a:pt x="632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340" name="Google Shape;1340;p48"/>
          <p:cNvGrpSpPr/>
          <p:nvPr/>
        </p:nvGrpSpPr>
        <p:grpSpPr>
          <a:xfrm>
            <a:off x="4757388" y="3091575"/>
            <a:ext cx="347475" cy="345150"/>
            <a:chOff x="4744113" y="3243975"/>
            <a:chExt cx="347475" cy="345150"/>
          </a:xfrm>
        </p:grpSpPr>
        <p:sp>
          <p:nvSpPr>
            <p:cNvPr id="1341" name="Google Shape;1341;p48"/>
            <p:cNvSpPr/>
            <p:nvPr/>
          </p:nvSpPr>
          <p:spPr>
            <a:xfrm>
              <a:off x="4744113" y="3339725"/>
              <a:ext cx="182950" cy="249400"/>
            </a:xfrm>
            <a:custGeom>
              <a:rect l="l" t="t" r="r" b="b"/>
              <a:pathLst>
                <a:path w="7318" h="9976" extrusionOk="0">
                  <a:moveTo>
                    <a:pt x="3697" y="810"/>
                  </a:moveTo>
                  <a:cubicBezTo>
                    <a:pt x="3704" y="810"/>
                    <a:pt x="3711" y="810"/>
                    <a:pt x="3718" y="810"/>
                  </a:cubicBezTo>
                  <a:cubicBezTo>
                    <a:pt x="5272" y="833"/>
                    <a:pt x="6523" y="2095"/>
                    <a:pt x="6523" y="3638"/>
                  </a:cubicBezTo>
                  <a:cubicBezTo>
                    <a:pt x="6523" y="4398"/>
                    <a:pt x="6217" y="5111"/>
                    <a:pt x="5682" y="5649"/>
                  </a:cubicBezTo>
                  <a:cubicBezTo>
                    <a:pt x="5154" y="6174"/>
                    <a:pt x="4815" y="6842"/>
                    <a:pt x="4722" y="7554"/>
                  </a:cubicBezTo>
                  <a:lnTo>
                    <a:pt x="4091" y="7554"/>
                  </a:lnTo>
                  <a:lnTo>
                    <a:pt x="4091" y="4889"/>
                  </a:lnTo>
                  <a:lnTo>
                    <a:pt x="5050" y="3930"/>
                  </a:lnTo>
                  <a:cubicBezTo>
                    <a:pt x="5191" y="3789"/>
                    <a:pt x="5213" y="3557"/>
                    <a:pt x="5084" y="3394"/>
                  </a:cubicBezTo>
                  <a:cubicBezTo>
                    <a:pt x="5003" y="3288"/>
                    <a:pt x="4886" y="3235"/>
                    <a:pt x="4768" y="3235"/>
                  </a:cubicBezTo>
                  <a:cubicBezTo>
                    <a:pt x="4664" y="3235"/>
                    <a:pt x="4560" y="3276"/>
                    <a:pt x="4478" y="3357"/>
                  </a:cubicBezTo>
                  <a:lnTo>
                    <a:pt x="3693" y="4154"/>
                  </a:lnTo>
                  <a:lnTo>
                    <a:pt x="2899" y="3357"/>
                  </a:lnTo>
                  <a:cubicBezTo>
                    <a:pt x="2817" y="3276"/>
                    <a:pt x="2713" y="3235"/>
                    <a:pt x="2608" y="3235"/>
                  </a:cubicBezTo>
                  <a:cubicBezTo>
                    <a:pt x="2490" y="3235"/>
                    <a:pt x="2372" y="3288"/>
                    <a:pt x="2290" y="3394"/>
                  </a:cubicBezTo>
                  <a:cubicBezTo>
                    <a:pt x="2164" y="3557"/>
                    <a:pt x="2186" y="3789"/>
                    <a:pt x="2338" y="3930"/>
                  </a:cubicBezTo>
                  <a:lnTo>
                    <a:pt x="3286" y="4889"/>
                  </a:lnTo>
                  <a:lnTo>
                    <a:pt x="3286" y="7554"/>
                  </a:lnTo>
                  <a:lnTo>
                    <a:pt x="2655" y="7554"/>
                  </a:lnTo>
                  <a:cubicBezTo>
                    <a:pt x="2559" y="6842"/>
                    <a:pt x="2234" y="6174"/>
                    <a:pt x="1695" y="5649"/>
                  </a:cubicBezTo>
                  <a:cubicBezTo>
                    <a:pt x="1145" y="5099"/>
                    <a:pt x="854" y="4376"/>
                    <a:pt x="854" y="3615"/>
                  </a:cubicBezTo>
                  <a:cubicBezTo>
                    <a:pt x="876" y="2057"/>
                    <a:pt x="2152" y="810"/>
                    <a:pt x="3697" y="810"/>
                  </a:cubicBezTo>
                  <a:close/>
                  <a:moveTo>
                    <a:pt x="4689" y="8362"/>
                  </a:moveTo>
                  <a:lnTo>
                    <a:pt x="4689" y="8769"/>
                  </a:lnTo>
                  <a:cubicBezTo>
                    <a:pt x="4689" y="8993"/>
                    <a:pt x="4501" y="9167"/>
                    <a:pt x="4279" y="9167"/>
                  </a:cubicBezTo>
                  <a:lnTo>
                    <a:pt x="3075" y="9167"/>
                  </a:lnTo>
                  <a:cubicBezTo>
                    <a:pt x="2840" y="9167"/>
                    <a:pt x="2666" y="8993"/>
                    <a:pt x="2666" y="8769"/>
                  </a:cubicBezTo>
                  <a:lnTo>
                    <a:pt x="2666" y="8362"/>
                  </a:lnTo>
                  <a:close/>
                  <a:moveTo>
                    <a:pt x="3679" y="1"/>
                  </a:moveTo>
                  <a:cubicBezTo>
                    <a:pt x="3645" y="1"/>
                    <a:pt x="3611" y="1"/>
                    <a:pt x="3578" y="2"/>
                  </a:cubicBezTo>
                  <a:cubicBezTo>
                    <a:pt x="1659" y="50"/>
                    <a:pt x="105" y="1604"/>
                    <a:pt x="35" y="3509"/>
                  </a:cubicBezTo>
                  <a:cubicBezTo>
                    <a:pt x="1" y="4538"/>
                    <a:pt x="385" y="5498"/>
                    <a:pt x="1112" y="6222"/>
                  </a:cubicBezTo>
                  <a:cubicBezTo>
                    <a:pt x="1589" y="6701"/>
                    <a:pt x="1858" y="7321"/>
                    <a:pt x="1858" y="7952"/>
                  </a:cubicBezTo>
                  <a:lnTo>
                    <a:pt x="1858" y="8769"/>
                  </a:lnTo>
                  <a:cubicBezTo>
                    <a:pt x="1858" y="9436"/>
                    <a:pt x="2397" y="9975"/>
                    <a:pt x="3075" y="9975"/>
                  </a:cubicBezTo>
                  <a:lnTo>
                    <a:pt x="4279" y="9975"/>
                  </a:lnTo>
                  <a:cubicBezTo>
                    <a:pt x="4955" y="9975"/>
                    <a:pt x="5494" y="9436"/>
                    <a:pt x="5494" y="8769"/>
                  </a:cubicBezTo>
                  <a:lnTo>
                    <a:pt x="5494" y="7952"/>
                  </a:lnTo>
                  <a:cubicBezTo>
                    <a:pt x="5494" y="7321"/>
                    <a:pt x="5763" y="6701"/>
                    <a:pt x="6243" y="6222"/>
                  </a:cubicBezTo>
                  <a:cubicBezTo>
                    <a:pt x="6933" y="5531"/>
                    <a:pt x="7317" y="4620"/>
                    <a:pt x="7317" y="3638"/>
                  </a:cubicBezTo>
                  <a:cubicBezTo>
                    <a:pt x="7317" y="1638"/>
                    <a:pt x="5689" y="1"/>
                    <a:pt x="36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42" name="Google Shape;1342;p48"/>
            <p:cNvSpPr/>
            <p:nvPr/>
          </p:nvSpPr>
          <p:spPr>
            <a:xfrm>
              <a:off x="4935238" y="3434175"/>
              <a:ext cx="156350" cy="154950"/>
            </a:xfrm>
            <a:custGeom>
              <a:rect l="l" t="t" r="r" b="b"/>
              <a:pathLst>
                <a:path w="6254" h="6198" extrusionOk="0">
                  <a:moveTo>
                    <a:pt x="3412" y="808"/>
                  </a:moveTo>
                  <a:lnTo>
                    <a:pt x="3426" y="1089"/>
                  </a:lnTo>
                  <a:cubicBezTo>
                    <a:pt x="3437" y="1251"/>
                    <a:pt x="3541" y="1392"/>
                    <a:pt x="3706" y="1450"/>
                  </a:cubicBezTo>
                  <a:cubicBezTo>
                    <a:pt x="3917" y="1521"/>
                    <a:pt x="4102" y="1624"/>
                    <a:pt x="4267" y="1779"/>
                  </a:cubicBezTo>
                  <a:cubicBezTo>
                    <a:pt x="4342" y="1840"/>
                    <a:pt x="4434" y="1873"/>
                    <a:pt x="4528" y="1873"/>
                  </a:cubicBezTo>
                  <a:cubicBezTo>
                    <a:pt x="4593" y="1873"/>
                    <a:pt x="4660" y="1857"/>
                    <a:pt x="4722" y="1824"/>
                  </a:cubicBezTo>
                  <a:lnTo>
                    <a:pt x="4969" y="1709"/>
                  </a:lnTo>
                  <a:lnTo>
                    <a:pt x="5260" y="2200"/>
                  </a:lnTo>
                  <a:lnTo>
                    <a:pt x="5025" y="2351"/>
                  </a:lnTo>
                  <a:cubicBezTo>
                    <a:pt x="4884" y="2444"/>
                    <a:pt x="4814" y="2606"/>
                    <a:pt x="4851" y="2772"/>
                  </a:cubicBezTo>
                  <a:cubicBezTo>
                    <a:pt x="4873" y="2876"/>
                    <a:pt x="4873" y="2993"/>
                    <a:pt x="4873" y="3097"/>
                  </a:cubicBezTo>
                  <a:cubicBezTo>
                    <a:pt x="4873" y="3204"/>
                    <a:pt x="4873" y="3322"/>
                    <a:pt x="4851" y="3425"/>
                  </a:cubicBezTo>
                  <a:cubicBezTo>
                    <a:pt x="4814" y="3588"/>
                    <a:pt x="4884" y="3754"/>
                    <a:pt x="5025" y="3846"/>
                  </a:cubicBezTo>
                  <a:lnTo>
                    <a:pt x="5260" y="3998"/>
                  </a:lnTo>
                  <a:lnTo>
                    <a:pt x="4969" y="4500"/>
                  </a:lnTo>
                  <a:lnTo>
                    <a:pt x="4722" y="4374"/>
                  </a:lnTo>
                  <a:cubicBezTo>
                    <a:pt x="4660" y="4339"/>
                    <a:pt x="4594" y="4323"/>
                    <a:pt x="4529" y="4323"/>
                  </a:cubicBezTo>
                  <a:cubicBezTo>
                    <a:pt x="4434" y="4323"/>
                    <a:pt x="4342" y="4357"/>
                    <a:pt x="4267" y="4419"/>
                  </a:cubicBezTo>
                  <a:cubicBezTo>
                    <a:pt x="4102" y="4570"/>
                    <a:pt x="3917" y="4677"/>
                    <a:pt x="3706" y="4758"/>
                  </a:cubicBezTo>
                  <a:cubicBezTo>
                    <a:pt x="3541" y="4806"/>
                    <a:pt x="3437" y="4946"/>
                    <a:pt x="3426" y="5120"/>
                  </a:cubicBezTo>
                  <a:lnTo>
                    <a:pt x="3412" y="5389"/>
                  </a:lnTo>
                  <a:lnTo>
                    <a:pt x="2839" y="5389"/>
                  </a:lnTo>
                  <a:lnTo>
                    <a:pt x="2828" y="5120"/>
                  </a:lnTo>
                  <a:cubicBezTo>
                    <a:pt x="2817" y="4946"/>
                    <a:pt x="2710" y="4806"/>
                    <a:pt x="2548" y="4758"/>
                  </a:cubicBezTo>
                  <a:cubicBezTo>
                    <a:pt x="2337" y="4677"/>
                    <a:pt x="2149" y="4570"/>
                    <a:pt x="1987" y="4419"/>
                  </a:cubicBezTo>
                  <a:cubicBezTo>
                    <a:pt x="1910" y="4357"/>
                    <a:pt x="1818" y="4323"/>
                    <a:pt x="1724" y="4323"/>
                  </a:cubicBezTo>
                  <a:cubicBezTo>
                    <a:pt x="1659" y="4323"/>
                    <a:pt x="1594" y="4339"/>
                    <a:pt x="1532" y="4374"/>
                  </a:cubicBezTo>
                  <a:lnTo>
                    <a:pt x="1285" y="4500"/>
                  </a:lnTo>
                  <a:lnTo>
                    <a:pt x="993" y="3998"/>
                  </a:lnTo>
                  <a:lnTo>
                    <a:pt x="1226" y="3846"/>
                  </a:lnTo>
                  <a:cubicBezTo>
                    <a:pt x="1367" y="3754"/>
                    <a:pt x="1437" y="3588"/>
                    <a:pt x="1403" y="3425"/>
                  </a:cubicBezTo>
                  <a:cubicBezTo>
                    <a:pt x="1392" y="3322"/>
                    <a:pt x="1378" y="3204"/>
                    <a:pt x="1378" y="3097"/>
                  </a:cubicBezTo>
                  <a:cubicBezTo>
                    <a:pt x="1378" y="2993"/>
                    <a:pt x="1392" y="2876"/>
                    <a:pt x="1403" y="2772"/>
                  </a:cubicBezTo>
                  <a:cubicBezTo>
                    <a:pt x="1437" y="2606"/>
                    <a:pt x="1367" y="2444"/>
                    <a:pt x="1226" y="2351"/>
                  </a:cubicBezTo>
                  <a:lnTo>
                    <a:pt x="993" y="2200"/>
                  </a:lnTo>
                  <a:lnTo>
                    <a:pt x="1285" y="1709"/>
                  </a:lnTo>
                  <a:lnTo>
                    <a:pt x="1532" y="1824"/>
                  </a:lnTo>
                  <a:cubicBezTo>
                    <a:pt x="1594" y="1857"/>
                    <a:pt x="1660" y="1873"/>
                    <a:pt x="1725" y="1873"/>
                  </a:cubicBezTo>
                  <a:cubicBezTo>
                    <a:pt x="1819" y="1873"/>
                    <a:pt x="1910" y="1840"/>
                    <a:pt x="1987" y="1779"/>
                  </a:cubicBezTo>
                  <a:cubicBezTo>
                    <a:pt x="2149" y="1624"/>
                    <a:pt x="2337" y="1521"/>
                    <a:pt x="2548" y="1450"/>
                  </a:cubicBezTo>
                  <a:cubicBezTo>
                    <a:pt x="2710" y="1392"/>
                    <a:pt x="2817" y="1251"/>
                    <a:pt x="2828" y="1089"/>
                  </a:cubicBezTo>
                  <a:lnTo>
                    <a:pt x="2839" y="808"/>
                  </a:lnTo>
                  <a:close/>
                  <a:moveTo>
                    <a:pt x="2455" y="0"/>
                  </a:moveTo>
                  <a:cubicBezTo>
                    <a:pt x="2233" y="0"/>
                    <a:pt x="2057" y="166"/>
                    <a:pt x="2045" y="387"/>
                  </a:cubicBezTo>
                  <a:lnTo>
                    <a:pt x="2034" y="783"/>
                  </a:lnTo>
                  <a:cubicBezTo>
                    <a:pt x="1905" y="842"/>
                    <a:pt x="1787" y="912"/>
                    <a:pt x="1672" y="993"/>
                  </a:cubicBezTo>
                  <a:lnTo>
                    <a:pt x="1308" y="808"/>
                  </a:lnTo>
                  <a:cubicBezTo>
                    <a:pt x="1251" y="779"/>
                    <a:pt x="1190" y="765"/>
                    <a:pt x="1129" y="765"/>
                  </a:cubicBezTo>
                  <a:cubicBezTo>
                    <a:pt x="991" y="765"/>
                    <a:pt x="855" y="837"/>
                    <a:pt x="783" y="960"/>
                  </a:cubicBezTo>
                  <a:lnTo>
                    <a:pt x="104" y="2129"/>
                  </a:lnTo>
                  <a:cubicBezTo>
                    <a:pt x="0" y="2315"/>
                    <a:pt x="59" y="2561"/>
                    <a:pt x="233" y="2676"/>
                  </a:cubicBezTo>
                  <a:lnTo>
                    <a:pt x="573" y="2887"/>
                  </a:lnTo>
                  <a:cubicBezTo>
                    <a:pt x="573" y="2957"/>
                    <a:pt x="561" y="3027"/>
                    <a:pt x="561" y="3097"/>
                  </a:cubicBezTo>
                  <a:cubicBezTo>
                    <a:pt x="561" y="3167"/>
                    <a:pt x="573" y="3237"/>
                    <a:pt x="573" y="3308"/>
                  </a:cubicBezTo>
                  <a:lnTo>
                    <a:pt x="233" y="3518"/>
                  </a:lnTo>
                  <a:cubicBezTo>
                    <a:pt x="59" y="3636"/>
                    <a:pt x="0" y="3883"/>
                    <a:pt x="104" y="4068"/>
                  </a:cubicBezTo>
                  <a:lnTo>
                    <a:pt x="783" y="5238"/>
                  </a:lnTo>
                  <a:cubicBezTo>
                    <a:pt x="854" y="5366"/>
                    <a:pt x="986" y="5439"/>
                    <a:pt x="1121" y="5439"/>
                  </a:cubicBezTo>
                  <a:cubicBezTo>
                    <a:pt x="1185" y="5439"/>
                    <a:pt x="1249" y="5423"/>
                    <a:pt x="1308" y="5389"/>
                  </a:cubicBezTo>
                  <a:lnTo>
                    <a:pt x="1672" y="5201"/>
                  </a:lnTo>
                  <a:cubicBezTo>
                    <a:pt x="1787" y="5285"/>
                    <a:pt x="1905" y="5355"/>
                    <a:pt x="2034" y="5412"/>
                  </a:cubicBezTo>
                  <a:lnTo>
                    <a:pt x="2045" y="5810"/>
                  </a:lnTo>
                  <a:cubicBezTo>
                    <a:pt x="2057" y="6032"/>
                    <a:pt x="2233" y="6197"/>
                    <a:pt x="2455" y="6197"/>
                  </a:cubicBezTo>
                  <a:lnTo>
                    <a:pt x="3799" y="6197"/>
                  </a:lnTo>
                  <a:cubicBezTo>
                    <a:pt x="4020" y="6197"/>
                    <a:pt x="4197" y="6032"/>
                    <a:pt x="4208" y="5810"/>
                  </a:cubicBezTo>
                  <a:lnTo>
                    <a:pt x="4220" y="5412"/>
                  </a:lnTo>
                  <a:cubicBezTo>
                    <a:pt x="4349" y="5355"/>
                    <a:pt x="4464" y="5285"/>
                    <a:pt x="4581" y="5201"/>
                  </a:cubicBezTo>
                  <a:lnTo>
                    <a:pt x="4943" y="5389"/>
                  </a:lnTo>
                  <a:cubicBezTo>
                    <a:pt x="5003" y="5423"/>
                    <a:pt x="5068" y="5439"/>
                    <a:pt x="5131" y="5439"/>
                  </a:cubicBezTo>
                  <a:cubicBezTo>
                    <a:pt x="5267" y="5439"/>
                    <a:pt x="5398" y="5366"/>
                    <a:pt x="5471" y="5238"/>
                  </a:cubicBezTo>
                  <a:lnTo>
                    <a:pt x="6147" y="4068"/>
                  </a:lnTo>
                  <a:cubicBezTo>
                    <a:pt x="6253" y="3883"/>
                    <a:pt x="6194" y="3636"/>
                    <a:pt x="6021" y="3518"/>
                  </a:cubicBezTo>
                  <a:lnTo>
                    <a:pt x="5681" y="3308"/>
                  </a:lnTo>
                  <a:cubicBezTo>
                    <a:pt x="5681" y="3237"/>
                    <a:pt x="5692" y="3167"/>
                    <a:pt x="5692" y="3097"/>
                  </a:cubicBezTo>
                  <a:cubicBezTo>
                    <a:pt x="5692" y="3027"/>
                    <a:pt x="5681" y="2957"/>
                    <a:pt x="5681" y="2887"/>
                  </a:cubicBezTo>
                  <a:lnTo>
                    <a:pt x="6021" y="2676"/>
                  </a:lnTo>
                  <a:cubicBezTo>
                    <a:pt x="6194" y="2561"/>
                    <a:pt x="6253" y="2315"/>
                    <a:pt x="6147" y="2129"/>
                  </a:cubicBezTo>
                  <a:lnTo>
                    <a:pt x="5471" y="960"/>
                  </a:lnTo>
                  <a:cubicBezTo>
                    <a:pt x="5397" y="837"/>
                    <a:pt x="5261" y="765"/>
                    <a:pt x="5123" y="765"/>
                  </a:cubicBezTo>
                  <a:cubicBezTo>
                    <a:pt x="5062" y="765"/>
                    <a:pt x="5001" y="779"/>
                    <a:pt x="4943" y="808"/>
                  </a:cubicBezTo>
                  <a:lnTo>
                    <a:pt x="4581" y="993"/>
                  </a:lnTo>
                  <a:cubicBezTo>
                    <a:pt x="4464" y="912"/>
                    <a:pt x="4349" y="842"/>
                    <a:pt x="4220" y="783"/>
                  </a:cubicBezTo>
                  <a:lnTo>
                    <a:pt x="4208" y="387"/>
                  </a:lnTo>
                  <a:cubicBezTo>
                    <a:pt x="4197" y="166"/>
                    <a:pt x="4020" y="0"/>
                    <a:pt x="3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43" name="Google Shape;1343;p48"/>
            <p:cNvSpPr/>
            <p:nvPr/>
          </p:nvSpPr>
          <p:spPr>
            <a:xfrm>
              <a:off x="4983138" y="3481225"/>
              <a:ext cx="60550" cy="60825"/>
            </a:xfrm>
            <a:custGeom>
              <a:rect l="l" t="t" r="r" b="b"/>
              <a:pathLst>
                <a:path w="2422" h="2433" extrusionOk="0">
                  <a:moveTo>
                    <a:pt x="1215" y="808"/>
                  </a:moveTo>
                  <a:cubicBezTo>
                    <a:pt x="1440" y="808"/>
                    <a:pt x="1613" y="994"/>
                    <a:pt x="1613" y="1215"/>
                  </a:cubicBezTo>
                  <a:cubicBezTo>
                    <a:pt x="1613" y="1440"/>
                    <a:pt x="1440" y="1625"/>
                    <a:pt x="1215" y="1625"/>
                  </a:cubicBezTo>
                  <a:cubicBezTo>
                    <a:pt x="982" y="1625"/>
                    <a:pt x="808" y="1440"/>
                    <a:pt x="808" y="1215"/>
                  </a:cubicBezTo>
                  <a:cubicBezTo>
                    <a:pt x="808" y="994"/>
                    <a:pt x="982" y="808"/>
                    <a:pt x="1215" y="808"/>
                  </a:cubicBezTo>
                  <a:close/>
                  <a:moveTo>
                    <a:pt x="1215" y="1"/>
                  </a:moveTo>
                  <a:cubicBezTo>
                    <a:pt x="539" y="1"/>
                    <a:pt x="0" y="550"/>
                    <a:pt x="0" y="1215"/>
                  </a:cubicBezTo>
                  <a:cubicBezTo>
                    <a:pt x="0" y="1883"/>
                    <a:pt x="539" y="2433"/>
                    <a:pt x="1215" y="2433"/>
                  </a:cubicBezTo>
                  <a:cubicBezTo>
                    <a:pt x="1883" y="2433"/>
                    <a:pt x="2421" y="1883"/>
                    <a:pt x="2421" y="1215"/>
                  </a:cubicBezTo>
                  <a:cubicBezTo>
                    <a:pt x="2421" y="550"/>
                    <a:pt x="1883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44" name="Google Shape;1344;p48"/>
            <p:cNvSpPr/>
            <p:nvPr/>
          </p:nvSpPr>
          <p:spPr>
            <a:xfrm>
              <a:off x="4826238" y="3243975"/>
              <a:ext cx="231950" cy="173375"/>
            </a:xfrm>
            <a:custGeom>
              <a:rect l="l" t="t" r="r" b="b"/>
              <a:pathLst>
                <a:path w="9278" h="6935" extrusionOk="0">
                  <a:moveTo>
                    <a:pt x="924" y="0"/>
                  </a:moveTo>
                  <a:cubicBezTo>
                    <a:pt x="408" y="0"/>
                    <a:pt x="1" y="421"/>
                    <a:pt x="1" y="923"/>
                  </a:cubicBezTo>
                  <a:lnTo>
                    <a:pt x="1" y="2839"/>
                  </a:lnTo>
                  <a:cubicBezTo>
                    <a:pt x="1" y="2946"/>
                    <a:pt x="82" y="3027"/>
                    <a:pt x="186" y="3027"/>
                  </a:cubicBezTo>
                  <a:lnTo>
                    <a:pt x="618" y="3027"/>
                  </a:lnTo>
                  <a:cubicBezTo>
                    <a:pt x="725" y="3027"/>
                    <a:pt x="806" y="2946"/>
                    <a:pt x="806" y="2839"/>
                  </a:cubicBezTo>
                  <a:lnTo>
                    <a:pt x="806" y="1366"/>
                  </a:lnTo>
                  <a:cubicBezTo>
                    <a:pt x="806" y="1063"/>
                    <a:pt x="1053" y="816"/>
                    <a:pt x="1356" y="816"/>
                  </a:cubicBezTo>
                  <a:lnTo>
                    <a:pt x="6860" y="816"/>
                  </a:lnTo>
                  <a:cubicBezTo>
                    <a:pt x="6989" y="816"/>
                    <a:pt x="7096" y="912"/>
                    <a:pt x="7096" y="1041"/>
                  </a:cubicBezTo>
                  <a:lnTo>
                    <a:pt x="7096" y="5412"/>
                  </a:lnTo>
                  <a:lnTo>
                    <a:pt x="6313" y="4640"/>
                  </a:lnTo>
                  <a:cubicBezTo>
                    <a:pt x="6299" y="4629"/>
                    <a:pt x="6288" y="4618"/>
                    <a:pt x="6265" y="4618"/>
                  </a:cubicBezTo>
                  <a:cubicBezTo>
                    <a:pt x="6258" y="4617"/>
                    <a:pt x="6250" y="4617"/>
                    <a:pt x="6243" y="4617"/>
                  </a:cubicBezTo>
                  <a:cubicBezTo>
                    <a:pt x="5748" y="4617"/>
                    <a:pt x="5626" y="5087"/>
                    <a:pt x="5856" y="5330"/>
                  </a:cubicBezTo>
                  <a:lnTo>
                    <a:pt x="7446" y="6907"/>
                  </a:lnTo>
                  <a:cubicBezTo>
                    <a:pt x="7457" y="6925"/>
                    <a:pt x="7475" y="6934"/>
                    <a:pt x="7494" y="6934"/>
                  </a:cubicBezTo>
                  <a:cubicBezTo>
                    <a:pt x="7513" y="6934"/>
                    <a:pt x="7533" y="6925"/>
                    <a:pt x="7550" y="6907"/>
                  </a:cubicBezTo>
                  <a:lnTo>
                    <a:pt x="9244" y="5212"/>
                  </a:lnTo>
                  <a:cubicBezTo>
                    <a:pt x="9258" y="5201"/>
                    <a:pt x="9270" y="5179"/>
                    <a:pt x="9270" y="5165"/>
                  </a:cubicBezTo>
                  <a:cubicBezTo>
                    <a:pt x="9277" y="4816"/>
                    <a:pt x="9058" y="4639"/>
                    <a:pt x="8841" y="4639"/>
                  </a:cubicBezTo>
                  <a:cubicBezTo>
                    <a:pt x="8738" y="4639"/>
                    <a:pt x="8635" y="4679"/>
                    <a:pt x="8557" y="4758"/>
                  </a:cubicBezTo>
                  <a:lnTo>
                    <a:pt x="7901" y="5412"/>
                  </a:lnTo>
                  <a:lnTo>
                    <a:pt x="7901" y="384"/>
                  </a:lnTo>
                  <a:cubicBezTo>
                    <a:pt x="7901" y="174"/>
                    <a:pt x="7727" y="0"/>
                    <a:pt x="7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345" name="Google Shape;1345;p48"/>
          <p:cNvGrpSpPr/>
          <p:nvPr/>
        </p:nvGrpSpPr>
        <p:grpSpPr>
          <a:xfrm>
            <a:off x="7786263" y="3091525"/>
            <a:ext cx="355675" cy="345200"/>
            <a:chOff x="7790488" y="3243925"/>
            <a:chExt cx="355675" cy="345200"/>
          </a:xfrm>
        </p:grpSpPr>
        <p:sp>
          <p:nvSpPr>
            <p:cNvPr id="1346" name="Google Shape;1346;p48"/>
            <p:cNvSpPr/>
            <p:nvPr/>
          </p:nvSpPr>
          <p:spPr>
            <a:xfrm>
              <a:off x="7790488" y="3243925"/>
              <a:ext cx="355675" cy="345150"/>
            </a:xfrm>
            <a:custGeom>
              <a:rect l="l" t="t" r="r" b="b"/>
              <a:pathLst>
                <a:path w="14227" h="13805" extrusionOk="0">
                  <a:moveTo>
                    <a:pt x="5469" y="814"/>
                  </a:moveTo>
                  <a:cubicBezTo>
                    <a:pt x="6060" y="814"/>
                    <a:pt x="6654" y="1041"/>
                    <a:pt x="7109" y="1486"/>
                  </a:cubicBezTo>
                  <a:lnTo>
                    <a:pt x="8534" y="2911"/>
                  </a:lnTo>
                  <a:lnTo>
                    <a:pt x="7962" y="3484"/>
                  </a:lnTo>
                  <a:lnTo>
                    <a:pt x="6464" y="1988"/>
                  </a:lnTo>
                  <a:cubicBezTo>
                    <a:pt x="5962" y="1497"/>
                    <a:pt x="5367" y="1135"/>
                    <a:pt x="4699" y="948"/>
                  </a:cubicBezTo>
                  <a:cubicBezTo>
                    <a:pt x="4947" y="858"/>
                    <a:pt x="5208" y="814"/>
                    <a:pt x="5469" y="814"/>
                  </a:cubicBezTo>
                  <a:close/>
                  <a:moveTo>
                    <a:pt x="9480" y="3110"/>
                  </a:moveTo>
                  <a:lnTo>
                    <a:pt x="10826" y="4443"/>
                  </a:lnTo>
                  <a:lnTo>
                    <a:pt x="9480" y="5775"/>
                  </a:lnTo>
                  <a:lnTo>
                    <a:pt x="8147" y="4443"/>
                  </a:lnTo>
                  <a:lnTo>
                    <a:pt x="9480" y="3110"/>
                  </a:lnTo>
                  <a:close/>
                  <a:moveTo>
                    <a:pt x="11011" y="5391"/>
                  </a:moveTo>
                  <a:lnTo>
                    <a:pt x="12439" y="6827"/>
                  </a:lnTo>
                  <a:cubicBezTo>
                    <a:pt x="13093" y="7470"/>
                    <a:pt x="13267" y="8418"/>
                    <a:pt x="12975" y="9223"/>
                  </a:cubicBezTo>
                  <a:cubicBezTo>
                    <a:pt x="12790" y="8570"/>
                    <a:pt x="12439" y="7961"/>
                    <a:pt x="11934" y="7459"/>
                  </a:cubicBezTo>
                  <a:lnTo>
                    <a:pt x="10439" y="5963"/>
                  </a:lnTo>
                  <a:lnTo>
                    <a:pt x="11011" y="5391"/>
                  </a:lnTo>
                  <a:close/>
                  <a:moveTo>
                    <a:pt x="7962" y="5391"/>
                  </a:moveTo>
                  <a:lnTo>
                    <a:pt x="8534" y="5963"/>
                  </a:lnTo>
                  <a:lnTo>
                    <a:pt x="3614" y="10884"/>
                  </a:lnTo>
                  <a:lnTo>
                    <a:pt x="3042" y="10312"/>
                  </a:lnTo>
                  <a:lnTo>
                    <a:pt x="7962" y="5391"/>
                  </a:lnTo>
                  <a:close/>
                  <a:moveTo>
                    <a:pt x="2466" y="10884"/>
                  </a:moveTo>
                  <a:lnTo>
                    <a:pt x="3042" y="11456"/>
                  </a:lnTo>
                  <a:lnTo>
                    <a:pt x="1614" y="12881"/>
                  </a:lnTo>
                  <a:cubicBezTo>
                    <a:pt x="1538" y="12964"/>
                    <a:pt x="1436" y="13005"/>
                    <a:pt x="1332" y="13005"/>
                  </a:cubicBezTo>
                  <a:cubicBezTo>
                    <a:pt x="1228" y="13005"/>
                    <a:pt x="1123" y="12964"/>
                    <a:pt x="1041" y="12881"/>
                  </a:cubicBezTo>
                  <a:cubicBezTo>
                    <a:pt x="890" y="12730"/>
                    <a:pt x="890" y="12475"/>
                    <a:pt x="1041" y="12309"/>
                  </a:cubicBezTo>
                  <a:lnTo>
                    <a:pt x="2466" y="10884"/>
                  </a:lnTo>
                  <a:close/>
                  <a:moveTo>
                    <a:pt x="5481" y="1"/>
                  </a:moveTo>
                  <a:cubicBezTo>
                    <a:pt x="4688" y="1"/>
                    <a:pt x="3893" y="305"/>
                    <a:pt x="3286" y="914"/>
                  </a:cubicBezTo>
                  <a:cubicBezTo>
                    <a:pt x="3042" y="1169"/>
                    <a:pt x="3215" y="1604"/>
                    <a:pt x="3577" y="1604"/>
                  </a:cubicBezTo>
                  <a:cubicBezTo>
                    <a:pt x="4455" y="1604"/>
                    <a:pt x="5272" y="1941"/>
                    <a:pt x="5892" y="2561"/>
                  </a:cubicBezTo>
                  <a:lnTo>
                    <a:pt x="7390" y="4059"/>
                  </a:lnTo>
                  <a:lnTo>
                    <a:pt x="7294" y="4151"/>
                  </a:lnTo>
                  <a:cubicBezTo>
                    <a:pt x="7132" y="4314"/>
                    <a:pt x="7132" y="4572"/>
                    <a:pt x="7294" y="4723"/>
                  </a:cubicBezTo>
                  <a:lnTo>
                    <a:pt x="7390" y="4816"/>
                  </a:lnTo>
                  <a:lnTo>
                    <a:pt x="469" y="11737"/>
                  </a:lnTo>
                  <a:cubicBezTo>
                    <a:pt x="1" y="12216"/>
                    <a:pt x="1" y="12977"/>
                    <a:pt x="469" y="13456"/>
                  </a:cubicBezTo>
                  <a:cubicBezTo>
                    <a:pt x="709" y="13689"/>
                    <a:pt x="1022" y="13806"/>
                    <a:pt x="1333" y="13806"/>
                  </a:cubicBezTo>
                  <a:cubicBezTo>
                    <a:pt x="1644" y="13806"/>
                    <a:pt x="1953" y="13689"/>
                    <a:pt x="2186" y="13456"/>
                  </a:cubicBezTo>
                  <a:lnTo>
                    <a:pt x="9107" y="6536"/>
                  </a:lnTo>
                  <a:lnTo>
                    <a:pt x="9199" y="6628"/>
                  </a:lnTo>
                  <a:cubicBezTo>
                    <a:pt x="9276" y="6711"/>
                    <a:pt x="9379" y="6752"/>
                    <a:pt x="9483" y="6752"/>
                  </a:cubicBezTo>
                  <a:cubicBezTo>
                    <a:pt x="9586" y="6752"/>
                    <a:pt x="9692" y="6711"/>
                    <a:pt x="9774" y="6628"/>
                  </a:cubicBezTo>
                  <a:lnTo>
                    <a:pt x="9867" y="6536"/>
                  </a:lnTo>
                  <a:lnTo>
                    <a:pt x="11362" y="8031"/>
                  </a:lnTo>
                  <a:cubicBezTo>
                    <a:pt x="11982" y="8651"/>
                    <a:pt x="12322" y="9470"/>
                    <a:pt x="12322" y="10345"/>
                  </a:cubicBezTo>
                  <a:cubicBezTo>
                    <a:pt x="12322" y="10591"/>
                    <a:pt x="12521" y="10757"/>
                    <a:pt x="12730" y="10757"/>
                  </a:cubicBezTo>
                  <a:cubicBezTo>
                    <a:pt x="12828" y="10757"/>
                    <a:pt x="12929" y="10720"/>
                    <a:pt x="13012" y="10637"/>
                  </a:cubicBezTo>
                  <a:cubicBezTo>
                    <a:pt x="14226" y="9422"/>
                    <a:pt x="14226" y="7459"/>
                    <a:pt x="13012" y="6255"/>
                  </a:cubicBezTo>
                  <a:lnTo>
                    <a:pt x="11584" y="4816"/>
                  </a:lnTo>
                  <a:lnTo>
                    <a:pt x="11679" y="4723"/>
                  </a:lnTo>
                  <a:cubicBezTo>
                    <a:pt x="11831" y="4572"/>
                    <a:pt x="11831" y="4314"/>
                    <a:pt x="11679" y="4151"/>
                  </a:cubicBezTo>
                  <a:lnTo>
                    <a:pt x="9774" y="2246"/>
                  </a:lnTo>
                  <a:cubicBezTo>
                    <a:pt x="9692" y="2171"/>
                    <a:pt x="9586" y="2133"/>
                    <a:pt x="9483" y="2133"/>
                  </a:cubicBezTo>
                  <a:cubicBezTo>
                    <a:pt x="9379" y="2133"/>
                    <a:pt x="9276" y="2171"/>
                    <a:pt x="9199" y="2246"/>
                  </a:cubicBezTo>
                  <a:lnTo>
                    <a:pt x="9107" y="2339"/>
                  </a:lnTo>
                  <a:lnTo>
                    <a:pt x="7670" y="914"/>
                  </a:lnTo>
                  <a:cubicBezTo>
                    <a:pt x="7067" y="305"/>
                    <a:pt x="6275" y="1"/>
                    <a:pt x="54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47" name="Google Shape;1347;p48"/>
            <p:cNvSpPr/>
            <p:nvPr/>
          </p:nvSpPr>
          <p:spPr>
            <a:xfrm>
              <a:off x="7934888" y="3487950"/>
              <a:ext cx="155175" cy="101175"/>
            </a:xfrm>
            <a:custGeom>
              <a:rect l="l" t="t" r="r" b="b"/>
              <a:pathLst>
                <a:path w="6207" h="4047" extrusionOk="0">
                  <a:moveTo>
                    <a:pt x="2021" y="820"/>
                  </a:moveTo>
                  <a:cubicBezTo>
                    <a:pt x="2688" y="820"/>
                    <a:pt x="3238" y="1356"/>
                    <a:pt x="3238" y="2023"/>
                  </a:cubicBezTo>
                  <a:cubicBezTo>
                    <a:pt x="3238" y="2700"/>
                    <a:pt x="2688" y="3238"/>
                    <a:pt x="2021" y="3238"/>
                  </a:cubicBezTo>
                  <a:cubicBezTo>
                    <a:pt x="1356" y="3238"/>
                    <a:pt x="806" y="2700"/>
                    <a:pt x="806" y="2023"/>
                  </a:cubicBezTo>
                  <a:cubicBezTo>
                    <a:pt x="806" y="1356"/>
                    <a:pt x="1356" y="820"/>
                    <a:pt x="2021" y="820"/>
                  </a:cubicBezTo>
                  <a:close/>
                  <a:moveTo>
                    <a:pt x="4183" y="820"/>
                  </a:moveTo>
                  <a:cubicBezTo>
                    <a:pt x="4851" y="820"/>
                    <a:pt x="5401" y="1356"/>
                    <a:pt x="5401" y="2023"/>
                  </a:cubicBezTo>
                  <a:cubicBezTo>
                    <a:pt x="5401" y="2700"/>
                    <a:pt x="4851" y="3238"/>
                    <a:pt x="4183" y="3238"/>
                  </a:cubicBezTo>
                  <a:cubicBezTo>
                    <a:pt x="4021" y="3238"/>
                    <a:pt x="3858" y="3204"/>
                    <a:pt x="3704" y="3146"/>
                  </a:cubicBezTo>
                  <a:cubicBezTo>
                    <a:pt x="3928" y="2817"/>
                    <a:pt x="4043" y="2444"/>
                    <a:pt x="4043" y="2023"/>
                  </a:cubicBezTo>
                  <a:cubicBezTo>
                    <a:pt x="4043" y="1614"/>
                    <a:pt x="3928" y="1227"/>
                    <a:pt x="3704" y="913"/>
                  </a:cubicBezTo>
                  <a:cubicBezTo>
                    <a:pt x="3858" y="842"/>
                    <a:pt x="4021" y="820"/>
                    <a:pt x="4183" y="820"/>
                  </a:cubicBezTo>
                  <a:close/>
                  <a:moveTo>
                    <a:pt x="2021" y="1"/>
                  </a:moveTo>
                  <a:cubicBezTo>
                    <a:pt x="912" y="1"/>
                    <a:pt x="1" y="913"/>
                    <a:pt x="1" y="2023"/>
                  </a:cubicBezTo>
                  <a:cubicBezTo>
                    <a:pt x="1" y="3146"/>
                    <a:pt x="912" y="4046"/>
                    <a:pt x="2021" y="4046"/>
                  </a:cubicBezTo>
                  <a:cubicBezTo>
                    <a:pt x="2419" y="4046"/>
                    <a:pt x="2792" y="3928"/>
                    <a:pt x="3109" y="3740"/>
                  </a:cubicBezTo>
                  <a:cubicBezTo>
                    <a:pt x="3423" y="3939"/>
                    <a:pt x="3799" y="4046"/>
                    <a:pt x="4183" y="4046"/>
                  </a:cubicBezTo>
                  <a:cubicBezTo>
                    <a:pt x="5294" y="4046"/>
                    <a:pt x="6206" y="3146"/>
                    <a:pt x="6206" y="2023"/>
                  </a:cubicBezTo>
                  <a:cubicBezTo>
                    <a:pt x="6206" y="913"/>
                    <a:pt x="5294" y="1"/>
                    <a:pt x="4183" y="1"/>
                  </a:cubicBezTo>
                  <a:cubicBezTo>
                    <a:pt x="3799" y="1"/>
                    <a:pt x="3423" y="119"/>
                    <a:pt x="3109" y="315"/>
                  </a:cubicBezTo>
                  <a:cubicBezTo>
                    <a:pt x="2792" y="119"/>
                    <a:pt x="2419" y="1"/>
                    <a:pt x="20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48" name="Google Shape;1348;p48"/>
            <p:cNvSpPr/>
            <p:nvPr/>
          </p:nvSpPr>
          <p:spPr>
            <a:xfrm>
              <a:off x="7975513" y="3528575"/>
              <a:ext cx="20150" cy="20225"/>
            </a:xfrm>
            <a:custGeom>
              <a:rect l="l" t="t" r="r" b="b"/>
              <a:pathLst>
                <a:path w="805" h="809" extrusionOk="0">
                  <a:moveTo>
                    <a:pt x="396" y="0"/>
                  </a:moveTo>
                  <a:cubicBezTo>
                    <a:pt x="174" y="0"/>
                    <a:pt x="0" y="177"/>
                    <a:pt x="0" y="398"/>
                  </a:cubicBezTo>
                  <a:cubicBezTo>
                    <a:pt x="0" y="620"/>
                    <a:pt x="174" y="808"/>
                    <a:pt x="396" y="808"/>
                  </a:cubicBezTo>
                  <a:cubicBezTo>
                    <a:pt x="620" y="808"/>
                    <a:pt x="805" y="620"/>
                    <a:pt x="805" y="398"/>
                  </a:cubicBezTo>
                  <a:cubicBezTo>
                    <a:pt x="805" y="177"/>
                    <a:pt x="620" y="0"/>
                    <a:pt x="3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349" name="Google Shape;1349;p48"/>
          <p:cNvGrpSpPr/>
          <p:nvPr/>
        </p:nvGrpSpPr>
        <p:grpSpPr>
          <a:xfrm>
            <a:off x="3265900" y="3091575"/>
            <a:ext cx="321175" cy="345475"/>
            <a:chOff x="3252313" y="3243975"/>
            <a:chExt cx="321175" cy="345475"/>
          </a:xfrm>
        </p:grpSpPr>
        <p:sp>
          <p:nvSpPr>
            <p:cNvPr id="1350" name="Google Shape;1350;p48"/>
            <p:cNvSpPr/>
            <p:nvPr/>
          </p:nvSpPr>
          <p:spPr>
            <a:xfrm>
              <a:off x="3252313" y="3243975"/>
              <a:ext cx="321175" cy="345475"/>
            </a:xfrm>
            <a:custGeom>
              <a:rect l="l" t="t" r="r" b="b"/>
              <a:pathLst>
                <a:path w="12847" h="13819" extrusionOk="0">
                  <a:moveTo>
                    <a:pt x="6431" y="816"/>
                  </a:moveTo>
                  <a:cubicBezTo>
                    <a:pt x="7693" y="816"/>
                    <a:pt x="8720" y="1846"/>
                    <a:pt x="8720" y="3108"/>
                  </a:cubicBezTo>
                  <a:cubicBezTo>
                    <a:pt x="8720" y="3799"/>
                    <a:pt x="8417" y="4441"/>
                    <a:pt x="7878" y="4873"/>
                  </a:cubicBezTo>
                  <a:cubicBezTo>
                    <a:pt x="7539" y="5154"/>
                    <a:pt x="7306" y="5541"/>
                    <a:pt x="7236" y="5936"/>
                  </a:cubicBezTo>
                  <a:lnTo>
                    <a:pt x="6826" y="5936"/>
                  </a:lnTo>
                  <a:lnTo>
                    <a:pt x="6826" y="3821"/>
                  </a:lnTo>
                  <a:lnTo>
                    <a:pt x="7516" y="3131"/>
                  </a:lnTo>
                  <a:cubicBezTo>
                    <a:pt x="7679" y="2968"/>
                    <a:pt x="7679" y="2710"/>
                    <a:pt x="7516" y="2559"/>
                  </a:cubicBezTo>
                  <a:cubicBezTo>
                    <a:pt x="7441" y="2477"/>
                    <a:pt x="7338" y="2437"/>
                    <a:pt x="7234" y="2437"/>
                  </a:cubicBezTo>
                  <a:cubicBezTo>
                    <a:pt x="7131" y="2437"/>
                    <a:pt x="7025" y="2477"/>
                    <a:pt x="6944" y="2559"/>
                  </a:cubicBezTo>
                  <a:lnTo>
                    <a:pt x="6431" y="3075"/>
                  </a:lnTo>
                  <a:lnTo>
                    <a:pt x="5903" y="2559"/>
                  </a:lnTo>
                  <a:cubicBezTo>
                    <a:pt x="5826" y="2481"/>
                    <a:pt x="5720" y="2440"/>
                    <a:pt x="5613" y="2440"/>
                  </a:cubicBezTo>
                  <a:cubicBezTo>
                    <a:pt x="5527" y="2440"/>
                    <a:pt x="5439" y="2467"/>
                    <a:pt x="5365" y="2525"/>
                  </a:cubicBezTo>
                  <a:cubicBezTo>
                    <a:pt x="5168" y="2676"/>
                    <a:pt x="5154" y="2957"/>
                    <a:pt x="5331" y="3131"/>
                  </a:cubicBezTo>
                  <a:lnTo>
                    <a:pt x="6021" y="3821"/>
                  </a:lnTo>
                  <a:lnTo>
                    <a:pt x="6021" y="5936"/>
                  </a:lnTo>
                  <a:lnTo>
                    <a:pt x="5611" y="5936"/>
                  </a:lnTo>
                  <a:cubicBezTo>
                    <a:pt x="5541" y="5541"/>
                    <a:pt x="5309" y="5154"/>
                    <a:pt x="4969" y="4873"/>
                  </a:cubicBezTo>
                  <a:cubicBezTo>
                    <a:pt x="4442" y="4441"/>
                    <a:pt x="4139" y="3799"/>
                    <a:pt x="4139" y="3108"/>
                  </a:cubicBezTo>
                  <a:cubicBezTo>
                    <a:pt x="4139" y="1846"/>
                    <a:pt x="5154" y="816"/>
                    <a:pt x="6431" y="816"/>
                  </a:cubicBezTo>
                  <a:close/>
                  <a:moveTo>
                    <a:pt x="7202" y="6755"/>
                  </a:moveTo>
                  <a:lnTo>
                    <a:pt x="7202" y="7154"/>
                  </a:lnTo>
                  <a:cubicBezTo>
                    <a:pt x="7202" y="7235"/>
                    <a:pt x="7143" y="7294"/>
                    <a:pt x="7073" y="7294"/>
                  </a:cubicBezTo>
                  <a:lnTo>
                    <a:pt x="5774" y="7294"/>
                  </a:lnTo>
                  <a:cubicBezTo>
                    <a:pt x="5704" y="7294"/>
                    <a:pt x="5645" y="7235"/>
                    <a:pt x="5645" y="7154"/>
                  </a:cubicBezTo>
                  <a:lnTo>
                    <a:pt x="5645" y="6755"/>
                  </a:lnTo>
                  <a:close/>
                  <a:moveTo>
                    <a:pt x="7996" y="7364"/>
                  </a:moveTo>
                  <a:lnTo>
                    <a:pt x="9598" y="7959"/>
                  </a:lnTo>
                  <a:lnTo>
                    <a:pt x="6431" y="9151"/>
                  </a:lnTo>
                  <a:lnTo>
                    <a:pt x="3275" y="7959"/>
                  </a:lnTo>
                  <a:lnTo>
                    <a:pt x="4874" y="7364"/>
                  </a:lnTo>
                  <a:cubicBezTo>
                    <a:pt x="4969" y="7785"/>
                    <a:pt x="5342" y="8099"/>
                    <a:pt x="5785" y="8099"/>
                  </a:cubicBezTo>
                  <a:lnTo>
                    <a:pt x="7073" y="8099"/>
                  </a:lnTo>
                  <a:cubicBezTo>
                    <a:pt x="7516" y="8099"/>
                    <a:pt x="7889" y="7785"/>
                    <a:pt x="7996" y="7364"/>
                  </a:cubicBezTo>
                  <a:close/>
                  <a:moveTo>
                    <a:pt x="2197" y="8427"/>
                  </a:moveTo>
                  <a:lnTo>
                    <a:pt x="5634" y="9712"/>
                  </a:lnTo>
                  <a:lnTo>
                    <a:pt x="4733" y="10472"/>
                  </a:lnTo>
                  <a:lnTo>
                    <a:pt x="1297" y="9176"/>
                  </a:lnTo>
                  <a:lnTo>
                    <a:pt x="2197" y="8427"/>
                  </a:lnTo>
                  <a:close/>
                  <a:moveTo>
                    <a:pt x="10661" y="8427"/>
                  </a:moveTo>
                  <a:lnTo>
                    <a:pt x="11573" y="9176"/>
                  </a:lnTo>
                  <a:lnTo>
                    <a:pt x="8125" y="10472"/>
                  </a:lnTo>
                  <a:lnTo>
                    <a:pt x="7225" y="9712"/>
                  </a:lnTo>
                  <a:lnTo>
                    <a:pt x="10661" y="8427"/>
                  </a:lnTo>
                  <a:close/>
                  <a:moveTo>
                    <a:pt x="6021" y="10450"/>
                  </a:moveTo>
                  <a:lnTo>
                    <a:pt x="6021" y="12823"/>
                  </a:lnTo>
                  <a:lnTo>
                    <a:pt x="2514" y="11513"/>
                  </a:lnTo>
                  <a:lnTo>
                    <a:pt x="2514" y="10509"/>
                  </a:lnTo>
                  <a:lnTo>
                    <a:pt x="4663" y="11303"/>
                  </a:lnTo>
                  <a:cubicBezTo>
                    <a:pt x="4714" y="11324"/>
                    <a:pt x="4767" y="11334"/>
                    <a:pt x="4819" y="11334"/>
                  </a:cubicBezTo>
                  <a:cubicBezTo>
                    <a:pt x="4909" y="11334"/>
                    <a:pt x="4996" y="11303"/>
                    <a:pt x="5062" y="11244"/>
                  </a:cubicBezTo>
                  <a:lnTo>
                    <a:pt x="6021" y="10450"/>
                  </a:lnTo>
                  <a:close/>
                  <a:moveTo>
                    <a:pt x="6826" y="10450"/>
                  </a:moveTo>
                  <a:lnTo>
                    <a:pt x="7786" y="11244"/>
                  </a:lnTo>
                  <a:cubicBezTo>
                    <a:pt x="7852" y="11303"/>
                    <a:pt x="7938" y="11334"/>
                    <a:pt x="8029" y="11334"/>
                  </a:cubicBezTo>
                  <a:cubicBezTo>
                    <a:pt x="8080" y="11334"/>
                    <a:pt x="8133" y="11324"/>
                    <a:pt x="8184" y="11303"/>
                  </a:cubicBezTo>
                  <a:lnTo>
                    <a:pt x="10333" y="10509"/>
                  </a:lnTo>
                  <a:lnTo>
                    <a:pt x="10333" y="11513"/>
                  </a:lnTo>
                  <a:lnTo>
                    <a:pt x="6826" y="12823"/>
                  </a:lnTo>
                  <a:lnTo>
                    <a:pt x="6826" y="10450"/>
                  </a:lnTo>
                  <a:close/>
                  <a:moveTo>
                    <a:pt x="6431" y="0"/>
                  </a:moveTo>
                  <a:cubicBezTo>
                    <a:pt x="4711" y="0"/>
                    <a:pt x="3308" y="1392"/>
                    <a:pt x="3308" y="3108"/>
                  </a:cubicBezTo>
                  <a:cubicBezTo>
                    <a:pt x="3308" y="4043"/>
                    <a:pt x="3729" y="4921"/>
                    <a:pt x="4442" y="5515"/>
                  </a:cubicBezTo>
                  <a:cubicBezTo>
                    <a:pt x="4689" y="5715"/>
                    <a:pt x="4829" y="5995"/>
                    <a:pt x="4829" y="6276"/>
                  </a:cubicBezTo>
                  <a:lnTo>
                    <a:pt x="4829" y="6511"/>
                  </a:lnTo>
                  <a:lnTo>
                    <a:pt x="1965" y="7586"/>
                  </a:lnTo>
                  <a:cubicBezTo>
                    <a:pt x="1928" y="7597"/>
                    <a:pt x="1883" y="7619"/>
                    <a:pt x="1847" y="7656"/>
                  </a:cubicBezTo>
                  <a:lnTo>
                    <a:pt x="234" y="9000"/>
                  </a:lnTo>
                  <a:cubicBezTo>
                    <a:pt x="1" y="9199"/>
                    <a:pt x="60" y="9583"/>
                    <a:pt x="352" y="9690"/>
                  </a:cubicBezTo>
                  <a:lnTo>
                    <a:pt x="1706" y="10192"/>
                  </a:lnTo>
                  <a:lnTo>
                    <a:pt x="1706" y="11794"/>
                  </a:lnTo>
                  <a:cubicBezTo>
                    <a:pt x="1706" y="11956"/>
                    <a:pt x="1813" y="12108"/>
                    <a:pt x="1965" y="12167"/>
                  </a:cubicBezTo>
                  <a:lnTo>
                    <a:pt x="6276" y="13791"/>
                  </a:lnTo>
                  <a:cubicBezTo>
                    <a:pt x="6324" y="13809"/>
                    <a:pt x="6374" y="13818"/>
                    <a:pt x="6424" y="13818"/>
                  </a:cubicBezTo>
                  <a:cubicBezTo>
                    <a:pt x="6473" y="13818"/>
                    <a:pt x="6523" y="13809"/>
                    <a:pt x="6571" y="13791"/>
                  </a:cubicBezTo>
                  <a:lnTo>
                    <a:pt x="10883" y="12167"/>
                  </a:lnTo>
                  <a:cubicBezTo>
                    <a:pt x="11034" y="12108"/>
                    <a:pt x="11141" y="11956"/>
                    <a:pt x="11141" y="11794"/>
                  </a:cubicBezTo>
                  <a:lnTo>
                    <a:pt x="11141" y="10192"/>
                  </a:lnTo>
                  <a:lnTo>
                    <a:pt x="12496" y="9690"/>
                  </a:lnTo>
                  <a:cubicBezTo>
                    <a:pt x="12788" y="9583"/>
                    <a:pt x="12846" y="9199"/>
                    <a:pt x="12614" y="9000"/>
                  </a:cubicBezTo>
                  <a:lnTo>
                    <a:pt x="11001" y="7656"/>
                  </a:lnTo>
                  <a:cubicBezTo>
                    <a:pt x="10964" y="7619"/>
                    <a:pt x="10919" y="7597"/>
                    <a:pt x="10883" y="7586"/>
                  </a:cubicBezTo>
                  <a:lnTo>
                    <a:pt x="8018" y="6511"/>
                  </a:lnTo>
                  <a:lnTo>
                    <a:pt x="8018" y="6276"/>
                  </a:lnTo>
                  <a:cubicBezTo>
                    <a:pt x="8018" y="5995"/>
                    <a:pt x="8159" y="5715"/>
                    <a:pt x="8406" y="5515"/>
                  </a:cubicBezTo>
                  <a:cubicBezTo>
                    <a:pt x="9129" y="4921"/>
                    <a:pt x="9539" y="4043"/>
                    <a:pt x="9539" y="3108"/>
                  </a:cubicBezTo>
                  <a:cubicBezTo>
                    <a:pt x="9539" y="1392"/>
                    <a:pt x="8136" y="0"/>
                    <a:pt x="64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51" name="Google Shape;1351;p48"/>
            <p:cNvSpPr/>
            <p:nvPr/>
          </p:nvSpPr>
          <p:spPr>
            <a:xfrm>
              <a:off x="3510913" y="3311725"/>
              <a:ext cx="40350" cy="20200"/>
            </a:xfrm>
            <a:custGeom>
              <a:rect l="l" t="t" r="r" b="b"/>
              <a:pathLst>
                <a:path w="1613" h="806" extrusionOk="0">
                  <a:moveTo>
                    <a:pt x="398" y="0"/>
                  </a:moveTo>
                  <a:cubicBezTo>
                    <a:pt x="177" y="0"/>
                    <a:pt x="0" y="177"/>
                    <a:pt x="0" y="398"/>
                  </a:cubicBezTo>
                  <a:cubicBezTo>
                    <a:pt x="0" y="620"/>
                    <a:pt x="177" y="808"/>
                    <a:pt x="398" y="808"/>
                  </a:cubicBezTo>
                  <a:lnTo>
                    <a:pt x="1206" y="808"/>
                  </a:lnTo>
                  <a:cubicBezTo>
                    <a:pt x="1428" y="808"/>
                    <a:pt x="1613" y="620"/>
                    <a:pt x="1613" y="398"/>
                  </a:cubicBezTo>
                  <a:cubicBezTo>
                    <a:pt x="1613" y="177"/>
                    <a:pt x="1428" y="0"/>
                    <a:pt x="1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52" name="Google Shape;1352;p48"/>
            <p:cNvSpPr/>
            <p:nvPr/>
          </p:nvSpPr>
          <p:spPr>
            <a:xfrm>
              <a:off x="3502763" y="3257725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1157" y="0"/>
                  </a:moveTo>
                  <a:cubicBezTo>
                    <a:pt x="1088" y="0"/>
                    <a:pt x="1020" y="18"/>
                    <a:pt x="957" y="56"/>
                  </a:cubicBezTo>
                  <a:lnTo>
                    <a:pt x="256" y="454"/>
                  </a:lnTo>
                  <a:cubicBezTo>
                    <a:pt x="60" y="572"/>
                    <a:pt x="1" y="816"/>
                    <a:pt x="104" y="1016"/>
                  </a:cubicBezTo>
                  <a:cubicBezTo>
                    <a:pt x="183" y="1141"/>
                    <a:pt x="317" y="1214"/>
                    <a:pt x="454" y="1214"/>
                  </a:cubicBezTo>
                  <a:cubicBezTo>
                    <a:pt x="522" y="1214"/>
                    <a:pt x="591" y="1195"/>
                    <a:pt x="654" y="1156"/>
                  </a:cubicBezTo>
                  <a:lnTo>
                    <a:pt x="1356" y="757"/>
                  </a:lnTo>
                  <a:cubicBezTo>
                    <a:pt x="1555" y="642"/>
                    <a:pt x="1625" y="396"/>
                    <a:pt x="1507" y="196"/>
                  </a:cubicBezTo>
                  <a:cubicBezTo>
                    <a:pt x="1430" y="73"/>
                    <a:pt x="1294" y="0"/>
                    <a:pt x="1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53" name="Google Shape;1353;p48"/>
            <p:cNvSpPr/>
            <p:nvPr/>
          </p:nvSpPr>
          <p:spPr>
            <a:xfrm>
              <a:off x="3502763" y="3355450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456" y="1"/>
                  </a:moveTo>
                  <a:cubicBezTo>
                    <a:pt x="319" y="1"/>
                    <a:pt x="183" y="70"/>
                    <a:pt x="104" y="204"/>
                  </a:cubicBezTo>
                  <a:cubicBezTo>
                    <a:pt x="1" y="392"/>
                    <a:pt x="60" y="650"/>
                    <a:pt x="256" y="753"/>
                  </a:cubicBezTo>
                  <a:lnTo>
                    <a:pt x="957" y="1163"/>
                  </a:lnTo>
                  <a:cubicBezTo>
                    <a:pt x="1019" y="1197"/>
                    <a:pt x="1088" y="1214"/>
                    <a:pt x="1156" y="1214"/>
                  </a:cubicBezTo>
                  <a:cubicBezTo>
                    <a:pt x="1294" y="1214"/>
                    <a:pt x="1430" y="1145"/>
                    <a:pt x="1507" y="1012"/>
                  </a:cubicBezTo>
                  <a:cubicBezTo>
                    <a:pt x="1625" y="812"/>
                    <a:pt x="1555" y="565"/>
                    <a:pt x="1356" y="462"/>
                  </a:cubicBezTo>
                  <a:lnTo>
                    <a:pt x="654" y="52"/>
                  </a:lnTo>
                  <a:cubicBezTo>
                    <a:pt x="592" y="18"/>
                    <a:pt x="524" y="1"/>
                    <a:pt x="4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54" name="Google Shape;1354;p48"/>
            <p:cNvSpPr/>
            <p:nvPr/>
          </p:nvSpPr>
          <p:spPr>
            <a:xfrm>
              <a:off x="3274838" y="3311725"/>
              <a:ext cx="40625" cy="20200"/>
            </a:xfrm>
            <a:custGeom>
              <a:rect l="l" t="t" r="r" b="b"/>
              <a:pathLst>
                <a:path w="1625" h="806" extrusionOk="0">
                  <a:moveTo>
                    <a:pt x="410" y="0"/>
                  </a:moveTo>
                  <a:cubicBezTo>
                    <a:pt x="186" y="0"/>
                    <a:pt x="0" y="177"/>
                    <a:pt x="0" y="398"/>
                  </a:cubicBezTo>
                  <a:cubicBezTo>
                    <a:pt x="0" y="620"/>
                    <a:pt x="186" y="808"/>
                    <a:pt x="410" y="808"/>
                  </a:cubicBezTo>
                  <a:lnTo>
                    <a:pt x="1215" y="808"/>
                  </a:lnTo>
                  <a:cubicBezTo>
                    <a:pt x="1437" y="808"/>
                    <a:pt x="1625" y="620"/>
                    <a:pt x="1625" y="398"/>
                  </a:cubicBezTo>
                  <a:cubicBezTo>
                    <a:pt x="1625" y="177"/>
                    <a:pt x="1437" y="0"/>
                    <a:pt x="1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55" name="Google Shape;1355;p48"/>
            <p:cNvSpPr/>
            <p:nvPr/>
          </p:nvSpPr>
          <p:spPr>
            <a:xfrm>
              <a:off x="3282963" y="3257725"/>
              <a:ext cx="40700" cy="30350"/>
            </a:xfrm>
            <a:custGeom>
              <a:rect l="l" t="t" r="r" b="b"/>
              <a:pathLst>
                <a:path w="1628" h="1214" extrusionOk="0">
                  <a:moveTo>
                    <a:pt x="459" y="0"/>
                  </a:moveTo>
                  <a:cubicBezTo>
                    <a:pt x="321" y="0"/>
                    <a:pt x="186" y="73"/>
                    <a:pt x="107" y="196"/>
                  </a:cubicBezTo>
                  <a:cubicBezTo>
                    <a:pt x="1" y="396"/>
                    <a:pt x="60" y="642"/>
                    <a:pt x="259" y="757"/>
                  </a:cubicBezTo>
                  <a:lnTo>
                    <a:pt x="960" y="1156"/>
                  </a:lnTo>
                  <a:cubicBezTo>
                    <a:pt x="1023" y="1195"/>
                    <a:pt x="1093" y="1214"/>
                    <a:pt x="1163" y="1214"/>
                  </a:cubicBezTo>
                  <a:cubicBezTo>
                    <a:pt x="1302" y="1214"/>
                    <a:pt x="1439" y="1141"/>
                    <a:pt x="1510" y="1016"/>
                  </a:cubicBezTo>
                  <a:cubicBezTo>
                    <a:pt x="1628" y="816"/>
                    <a:pt x="1558" y="572"/>
                    <a:pt x="1359" y="454"/>
                  </a:cubicBezTo>
                  <a:lnTo>
                    <a:pt x="657" y="56"/>
                  </a:lnTo>
                  <a:cubicBezTo>
                    <a:pt x="595" y="18"/>
                    <a:pt x="526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56" name="Google Shape;1356;p48"/>
            <p:cNvSpPr/>
            <p:nvPr/>
          </p:nvSpPr>
          <p:spPr>
            <a:xfrm>
              <a:off x="3282963" y="3355450"/>
              <a:ext cx="40700" cy="30375"/>
            </a:xfrm>
            <a:custGeom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8"/>
                    <a:pt x="960" y="52"/>
                  </a:cubicBezTo>
                  <a:lnTo>
                    <a:pt x="259" y="462"/>
                  </a:lnTo>
                  <a:cubicBezTo>
                    <a:pt x="60" y="565"/>
                    <a:pt x="1" y="812"/>
                    <a:pt x="107" y="1012"/>
                  </a:cubicBezTo>
                  <a:cubicBezTo>
                    <a:pt x="186" y="1145"/>
                    <a:pt x="322" y="1214"/>
                    <a:pt x="459" y="1214"/>
                  </a:cubicBezTo>
                  <a:cubicBezTo>
                    <a:pt x="527" y="1214"/>
                    <a:pt x="595" y="1197"/>
                    <a:pt x="657" y="1163"/>
                  </a:cubicBezTo>
                  <a:lnTo>
                    <a:pt x="1359" y="753"/>
                  </a:lnTo>
                  <a:cubicBezTo>
                    <a:pt x="1558" y="650"/>
                    <a:pt x="1628" y="392"/>
                    <a:pt x="1510" y="204"/>
                  </a:cubicBezTo>
                  <a:cubicBezTo>
                    <a:pt x="1439" y="70"/>
                    <a:pt x="1301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357" name="Google Shape;1357;p48"/>
          <p:cNvGrpSpPr/>
          <p:nvPr/>
        </p:nvGrpSpPr>
        <p:grpSpPr>
          <a:xfrm>
            <a:off x="4020888" y="3091575"/>
            <a:ext cx="345075" cy="345150"/>
            <a:chOff x="4007438" y="3243975"/>
            <a:chExt cx="345075" cy="345150"/>
          </a:xfrm>
        </p:grpSpPr>
        <p:sp>
          <p:nvSpPr>
            <p:cNvPr id="1358" name="Google Shape;1358;p48"/>
            <p:cNvSpPr/>
            <p:nvPr/>
          </p:nvSpPr>
          <p:spPr>
            <a:xfrm>
              <a:off x="4311888" y="3351750"/>
              <a:ext cx="40625" cy="20525"/>
            </a:xfrm>
            <a:custGeom>
              <a:rect l="l" t="t" r="r" b="b"/>
              <a:pathLst>
                <a:path w="1625" h="821" extrusionOk="0">
                  <a:moveTo>
                    <a:pt x="410" y="1"/>
                  </a:moveTo>
                  <a:cubicBezTo>
                    <a:pt x="189" y="1"/>
                    <a:pt x="1" y="189"/>
                    <a:pt x="1" y="410"/>
                  </a:cubicBezTo>
                  <a:cubicBezTo>
                    <a:pt x="1" y="632"/>
                    <a:pt x="189" y="820"/>
                    <a:pt x="410" y="820"/>
                  </a:cubicBezTo>
                  <a:lnTo>
                    <a:pt x="1218" y="820"/>
                  </a:lnTo>
                  <a:cubicBezTo>
                    <a:pt x="1440" y="820"/>
                    <a:pt x="1625" y="632"/>
                    <a:pt x="1625" y="410"/>
                  </a:cubicBezTo>
                  <a:cubicBezTo>
                    <a:pt x="1625" y="189"/>
                    <a:pt x="1440" y="1"/>
                    <a:pt x="1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59" name="Google Shape;1359;p48"/>
            <p:cNvSpPr/>
            <p:nvPr/>
          </p:nvSpPr>
          <p:spPr>
            <a:xfrm>
              <a:off x="4303763" y="3284525"/>
              <a:ext cx="40625" cy="30275"/>
            </a:xfrm>
            <a:custGeom>
              <a:rect l="l" t="t" r="r" b="b"/>
              <a:pathLst>
                <a:path w="1625" h="1211" extrusionOk="0">
                  <a:moveTo>
                    <a:pt x="1156" y="0"/>
                  </a:moveTo>
                  <a:cubicBezTo>
                    <a:pt x="1089" y="0"/>
                    <a:pt x="1020" y="16"/>
                    <a:pt x="957" y="50"/>
                  </a:cubicBezTo>
                  <a:lnTo>
                    <a:pt x="256" y="457"/>
                  </a:lnTo>
                  <a:cubicBezTo>
                    <a:pt x="70" y="575"/>
                    <a:pt x="0" y="822"/>
                    <a:pt x="115" y="1007"/>
                  </a:cubicBezTo>
                  <a:cubicBezTo>
                    <a:pt x="187" y="1140"/>
                    <a:pt x="320" y="1211"/>
                    <a:pt x="460" y="1211"/>
                  </a:cubicBezTo>
                  <a:cubicBezTo>
                    <a:pt x="529" y="1211"/>
                    <a:pt x="599" y="1193"/>
                    <a:pt x="665" y="1158"/>
                  </a:cubicBezTo>
                  <a:lnTo>
                    <a:pt x="1366" y="751"/>
                  </a:lnTo>
                  <a:cubicBezTo>
                    <a:pt x="1554" y="645"/>
                    <a:pt x="1625" y="401"/>
                    <a:pt x="1518" y="202"/>
                  </a:cubicBezTo>
                  <a:cubicBezTo>
                    <a:pt x="1440" y="74"/>
                    <a:pt x="1300" y="0"/>
                    <a:pt x="11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60" name="Google Shape;1360;p48"/>
            <p:cNvSpPr/>
            <p:nvPr/>
          </p:nvSpPr>
          <p:spPr>
            <a:xfrm>
              <a:off x="4303763" y="3409225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460" y="0"/>
                  </a:moveTo>
                  <a:cubicBezTo>
                    <a:pt x="320" y="0"/>
                    <a:pt x="187" y="71"/>
                    <a:pt x="115" y="204"/>
                  </a:cubicBezTo>
                  <a:cubicBezTo>
                    <a:pt x="0" y="392"/>
                    <a:pt x="70" y="636"/>
                    <a:pt x="256" y="754"/>
                  </a:cubicBezTo>
                  <a:lnTo>
                    <a:pt x="957" y="1164"/>
                  </a:lnTo>
                  <a:cubicBezTo>
                    <a:pt x="1022" y="1198"/>
                    <a:pt x="1092" y="1214"/>
                    <a:pt x="1161" y="1214"/>
                  </a:cubicBezTo>
                  <a:cubicBezTo>
                    <a:pt x="1303" y="1214"/>
                    <a:pt x="1440" y="1144"/>
                    <a:pt x="1518" y="1009"/>
                  </a:cubicBezTo>
                  <a:cubicBezTo>
                    <a:pt x="1625" y="813"/>
                    <a:pt x="1554" y="566"/>
                    <a:pt x="1366" y="462"/>
                  </a:cubicBezTo>
                  <a:lnTo>
                    <a:pt x="665" y="53"/>
                  </a:lnTo>
                  <a:cubicBezTo>
                    <a:pt x="599" y="18"/>
                    <a:pt x="529" y="0"/>
                    <a:pt x="4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61" name="Google Shape;1361;p48"/>
            <p:cNvSpPr/>
            <p:nvPr/>
          </p:nvSpPr>
          <p:spPr>
            <a:xfrm>
              <a:off x="4007438" y="3351750"/>
              <a:ext cx="40350" cy="20525"/>
            </a:xfrm>
            <a:custGeom>
              <a:rect l="l" t="t" r="r" b="b"/>
              <a:pathLst>
                <a:path w="1613" h="821" extrusionOk="0">
                  <a:moveTo>
                    <a:pt x="396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396" y="820"/>
                  </a:cubicBezTo>
                  <a:lnTo>
                    <a:pt x="1204" y="820"/>
                  </a:lnTo>
                  <a:cubicBezTo>
                    <a:pt x="1426" y="820"/>
                    <a:pt x="1614" y="632"/>
                    <a:pt x="1614" y="410"/>
                  </a:cubicBezTo>
                  <a:cubicBezTo>
                    <a:pt x="1614" y="189"/>
                    <a:pt x="1426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62" name="Google Shape;1362;p48"/>
            <p:cNvSpPr/>
            <p:nvPr/>
          </p:nvSpPr>
          <p:spPr>
            <a:xfrm>
              <a:off x="4015288" y="3284525"/>
              <a:ext cx="40650" cy="30275"/>
            </a:xfrm>
            <a:custGeom>
              <a:rect l="l" t="t" r="r" b="b"/>
              <a:pathLst>
                <a:path w="1626" h="1211" extrusionOk="0">
                  <a:moveTo>
                    <a:pt x="470" y="0"/>
                  </a:moveTo>
                  <a:cubicBezTo>
                    <a:pt x="327" y="0"/>
                    <a:pt x="190" y="74"/>
                    <a:pt x="119" y="202"/>
                  </a:cubicBezTo>
                  <a:cubicBezTo>
                    <a:pt x="1" y="401"/>
                    <a:pt x="71" y="645"/>
                    <a:pt x="259" y="751"/>
                  </a:cubicBezTo>
                  <a:lnTo>
                    <a:pt x="960" y="1158"/>
                  </a:lnTo>
                  <a:cubicBezTo>
                    <a:pt x="1026" y="1193"/>
                    <a:pt x="1097" y="1211"/>
                    <a:pt x="1166" y="1211"/>
                  </a:cubicBezTo>
                  <a:cubicBezTo>
                    <a:pt x="1306" y="1211"/>
                    <a:pt x="1439" y="1140"/>
                    <a:pt x="1510" y="1007"/>
                  </a:cubicBezTo>
                  <a:cubicBezTo>
                    <a:pt x="1625" y="822"/>
                    <a:pt x="1555" y="575"/>
                    <a:pt x="1370" y="457"/>
                  </a:cubicBezTo>
                  <a:lnTo>
                    <a:pt x="669" y="50"/>
                  </a:lnTo>
                  <a:cubicBezTo>
                    <a:pt x="605" y="16"/>
                    <a:pt x="537" y="0"/>
                    <a:pt x="4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63" name="Google Shape;1363;p48"/>
            <p:cNvSpPr/>
            <p:nvPr/>
          </p:nvSpPr>
          <p:spPr>
            <a:xfrm>
              <a:off x="4015288" y="3409225"/>
              <a:ext cx="40650" cy="30375"/>
            </a:xfrm>
            <a:custGeom>
              <a:rect l="l" t="t" r="r" b="b"/>
              <a:pathLst>
                <a:path w="1626" h="1215" extrusionOk="0">
                  <a:moveTo>
                    <a:pt x="1166" y="0"/>
                  </a:moveTo>
                  <a:cubicBezTo>
                    <a:pt x="1097" y="0"/>
                    <a:pt x="1026" y="18"/>
                    <a:pt x="960" y="53"/>
                  </a:cubicBezTo>
                  <a:lnTo>
                    <a:pt x="259" y="462"/>
                  </a:lnTo>
                  <a:cubicBezTo>
                    <a:pt x="71" y="566"/>
                    <a:pt x="1" y="813"/>
                    <a:pt x="119" y="1009"/>
                  </a:cubicBezTo>
                  <a:cubicBezTo>
                    <a:pt x="189" y="1144"/>
                    <a:pt x="324" y="1214"/>
                    <a:pt x="465" y="1214"/>
                  </a:cubicBezTo>
                  <a:cubicBezTo>
                    <a:pt x="534" y="1214"/>
                    <a:pt x="604" y="1198"/>
                    <a:pt x="669" y="1164"/>
                  </a:cubicBezTo>
                  <a:lnTo>
                    <a:pt x="1370" y="754"/>
                  </a:lnTo>
                  <a:cubicBezTo>
                    <a:pt x="1555" y="636"/>
                    <a:pt x="1625" y="392"/>
                    <a:pt x="1510" y="204"/>
                  </a:cubicBezTo>
                  <a:cubicBezTo>
                    <a:pt x="1439" y="71"/>
                    <a:pt x="1306" y="0"/>
                    <a:pt x="1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64" name="Google Shape;1364;p48"/>
            <p:cNvSpPr/>
            <p:nvPr/>
          </p:nvSpPr>
          <p:spPr>
            <a:xfrm>
              <a:off x="4061788" y="3243975"/>
              <a:ext cx="235825" cy="345150"/>
            </a:xfrm>
            <a:custGeom>
              <a:rect l="l" t="t" r="r" b="b"/>
              <a:pathLst>
                <a:path w="9433" h="13805" extrusionOk="0">
                  <a:moveTo>
                    <a:pt x="4722" y="2595"/>
                  </a:moveTo>
                  <a:lnTo>
                    <a:pt x="4815" y="2688"/>
                  </a:lnTo>
                  <a:cubicBezTo>
                    <a:pt x="5295" y="3167"/>
                    <a:pt x="5295" y="3939"/>
                    <a:pt x="4815" y="4407"/>
                  </a:cubicBezTo>
                  <a:lnTo>
                    <a:pt x="4722" y="4500"/>
                  </a:lnTo>
                  <a:lnTo>
                    <a:pt x="4630" y="4407"/>
                  </a:lnTo>
                  <a:cubicBezTo>
                    <a:pt x="4150" y="3939"/>
                    <a:pt x="4150" y="3167"/>
                    <a:pt x="4630" y="2688"/>
                  </a:cubicBezTo>
                  <a:lnTo>
                    <a:pt x="4722" y="2595"/>
                  </a:lnTo>
                  <a:close/>
                  <a:moveTo>
                    <a:pt x="3098" y="5936"/>
                  </a:moveTo>
                  <a:cubicBezTo>
                    <a:pt x="3763" y="5936"/>
                    <a:pt x="4313" y="6475"/>
                    <a:pt x="4313" y="7154"/>
                  </a:cubicBezTo>
                  <a:lnTo>
                    <a:pt x="4313" y="7283"/>
                  </a:lnTo>
                  <a:lnTo>
                    <a:pt x="4172" y="7283"/>
                  </a:lnTo>
                  <a:cubicBezTo>
                    <a:pt x="3508" y="7283"/>
                    <a:pt x="2969" y="6744"/>
                    <a:pt x="2969" y="6065"/>
                  </a:cubicBezTo>
                  <a:lnTo>
                    <a:pt x="2969" y="5936"/>
                  </a:lnTo>
                  <a:close/>
                  <a:moveTo>
                    <a:pt x="6464" y="5936"/>
                  </a:moveTo>
                  <a:lnTo>
                    <a:pt x="6464" y="6065"/>
                  </a:lnTo>
                  <a:cubicBezTo>
                    <a:pt x="6464" y="6744"/>
                    <a:pt x="5926" y="7283"/>
                    <a:pt x="5261" y="7283"/>
                  </a:cubicBezTo>
                  <a:lnTo>
                    <a:pt x="5121" y="7283"/>
                  </a:lnTo>
                  <a:lnTo>
                    <a:pt x="5121" y="7154"/>
                  </a:lnTo>
                  <a:cubicBezTo>
                    <a:pt x="5121" y="6475"/>
                    <a:pt x="5668" y="5936"/>
                    <a:pt x="6335" y="5936"/>
                  </a:cubicBezTo>
                  <a:close/>
                  <a:moveTo>
                    <a:pt x="4722" y="816"/>
                  </a:moveTo>
                  <a:cubicBezTo>
                    <a:pt x="6874" y="816"/>
                    <a:pt x="8627" y="2570"/>
                    <a:pt x="8627" y="4721"/>
                  </a:cubicBezTo>
                  <a:cubicBezTo>
                    <a:pt x="8627" y="5844"/>
                    <a:pt x="8148" y="6907"/>
                    <a:pt x="7306" y="7645"/>
                  </a:cubicBezTo>
                  <a:cubicBezTo>
                    <a:pt x="6708" y="8180"/>
                    <a:pt x="6324" y="8918"/>
                    <a:pt x="6229" y="9712"/>
                  </a:cubicBezTo>
                  <a:lnTo>
                    <a:pt x="5121" y="9712"/>
                  </a:lnTo>
                  <a:lnTo>
                    <a:pt x="5121" y="8088"/>
                  </a:lnTo>
                  <a:lnTo>
                    <a:pt x="5261" y="8088"/>
                  </a:lnTo>
                  <a:cubicBezTo>
                    <a:pt x="6369" y="8088"/>
                    <a:pt x="7281" y="7187"/>
                    <a:pt x="7281" y="6065"/>
                  </a:cubicBezTo>
                  <a:lnTo>
                    <a:pt x="7281" y="5529"/>
                  </a:lnTo>
                  <a:cubicBezTo>
                    <a:pt x="7281" y="5305"/>
                    <a:pt x="7096" y="5131"/>
                    <a:pt x="6874" y="5131"/>
                  </a:cubicBezTo>
                  <a:lnTo>
                    <a:pt x="6335" y="5131"/>
                  </a:lnTo>
                  <a:cubicBezTo>
                    <a:pt x="5878" y="5131"/>
                    <a:pt x="5457" y="5283"/>
                    <a:pt x="5121" y="5529"/>
                  </a:cubicBezTo>
                  <a:lnTo>
                    <a:pt x="5121" y="5249"/>
                  </a:lnTo>
                  <a:lnTo>
                    <a:pt x="5387" y="4980"/>
                  </a:lnTo>
                  <a:cubicBezTo>
                    <a:pt x="6173" y="4197"/>
                    <a:pt x="6173" y="2909"/>
                    <a:pt x="5387" y="2127"/>
                  </a:cubicBezTo>
                  <a:lnTo>
                    <a:pt x="5003" y="1742"/>
                  </a:lnTo>
                  <a:cubicBezTo>
                    <a:pt x="4921" y="1659"/>
                    <a:pt x="4819" y="1618"/>
                    <a:pt x="4717" y="1618"/>
                  </a:cubicBezTo>
                  <a:cubicBezTo>
                    <a:pt x="4614" y="1618"/>
                    <a:pt x="4512" y="1659"/>
                    <a:pt x="4430" y="1742"/>
                  </a:cubicBezTo>
                  <a:lnTo>
                    <a:pt x="4043" y="2127"/>
                  </a:lnTo>
                  <a:cubicBezTo>
                    <a:pt x="3261" y="2909"/>
                    <a:pt x="3261" y="4197"/>
                    <a:pt x="4043" y="4980"/>
                  </a:cubicBezTo>
                  <a:lnTo>
                    <a:pt x="4313" y="5249"/>
                  </a:lnTo>
                  <a:lnTo>
                    <a:pt x="4313" y="5529"/>
                  </a:lnTo>
                  <a:cubicBezTo>
                    <a:pt x="3973" y="5283"/>
                    <a:pt x="3552" y="5131"/>
                    <a:pt x="3098" y="5131"/>
                  </a:cubicBezTo>
                  <a:lnTo>
                    <a:pt x="2559" y="5131"/>
                  </a:lnTo>
                  <a:cubicBezTo>
                    <a:pt x="2338" y="5131"/>
                    <a:pt x="2150" y="5305"/>
                    <a:pt x="2150" y="5529"/>
                  </a:cubicBezTo>
                  <a:lnTo>
                    <a:pt x="2150" y="6065"/>
                  </a:lnTo>
                  <a:cubicBezTo>
                    <a:pt x="2150" y="7187"/>
                    <a:pt x="3061" y="8088"/>
                    <a:pt x="4172" y="8088"/>
                  </a:cubicBezTo>
                  <a:lnTo>
                    <a:pt x="4313" y="8088"/>
                  </a:lnTo>
                  <a:lnTo>
                    <a:pt x="4313" y="9712"/>
                  </a:lnTo>
                  <a:lnTo>
                    <a:pt x="3213" y="9712"/>
                  </a:lnTo>
                  <a:cubicBezTo>
                    <a:pt x="3109" y="8918"/>
                    <a:pt x="2722" y="8180"/>
                    <a:pt x="2127" y="7645"/>
                  </a:cubicBezTo>
                  <a:cubicBezTo>
                    <a:pt x="1286" y="6907"/>
                    <a:pt x="806" y="5844"/>
                    <a:pt x="806" y="4721"/>
                  </a:cubicBezTo>
                  <a:cubicBezTo>
                    <a:pt x="806" y="2570"/>
                    <a:pt x="2559" y="816"/>
                    <a:pt x="4722" y="816"/>
                  </a:cubicBezTo>
                  <a:close/>
                  <a:moveTo>
                    <a:pt x="6195" y="10520"/>
                  </a:moveTo>
                  <a:lnTo>
                    <a:pt x="6195" y="11244"/>
                  </a:lnTo>
                  <a:cubicBezTo>
                    <a:pt x="6195" y="11325"/>
                    <a:pt x="6136" y="11384"/>
                    <a:pt x="6066" y="11384"/>
                  </a:cubicBezTo>
                  <a:lnTo>
                    <a:pt x="3367" y="11384"/>
                  </a:lnTo>
                  <a:cubicBezTo>
                    <a:pt x="3297" y="11384"/>
                    <a:pt x="3238" y="11325"/>
                    <a:pt x="3238" y="11244"/>
                  </a:cubicBezTo>
                  <a:lnTo>
                    <a:pt x="3238" y="10520"/>
                  </a:lnTo>
                  <a:close/>
                  <a:moveTo>
                    <a:pt x="5656" y="12192"/>
                  </a:moveTo>
                  <a:lnTo>
                    <a:pt x="5656" y="12599"/>
                  </a:lnTo>
                  <a:cubicBezTo>
                    <a:pt x="5656" y="12823"/>
                    <a:pt x="5482" y="12997"/>
                    <a:pt x="5261" y="12997"/>
                  </a:cubicBezTo>
                  <a:lnTo>
                    <a:pt x="4172" y="12997"/>
                  </a:lnTo>
                  <a:cubicBezTo>
                    <a:pt x="3951" y="12997"/>
                    <a:pt x="3774" y="12823"/>
                    <a:pt x="3774" y="12599"/>
                  </a:cubicBezTo>
                  <a:lnTo>
                    <a:pt x="3774" y="12192"/>
                  </a:lnTo>
                  <a:close/>
                  <a:moveTo>
                    <a:pt x="4722" y="0"/>
                  </a:moveTo>
                  <a:cubicBezTo>
                    <a:pt x="2116" y="0"/>
                    <a:pt x="1" y="2115"/>
                    <a:pt x="1" y="4721"/>
                  </a:cubicBezTo>
                  <a:cubicBezTo>
                    <a:pt x="1" y="6065"/>
                    <a:pt x="573" y="7353"/>
                    <a:pt x="1589" y="8251"/>
                  </a:cubicBezTo>
                  <a:cubicBezTo>
                    <a:pt x="2116" y="8719"/>
                    <a:pt x="2419" y="9398"/>
                    <a:pt x="2419" y="10110"/>
                  </a:cubicBezTo>
                  <a:lnTo>
                    <a:pt x="2419" y="11244"/>
                  </a:lnTo>
                  <a:cubicBezTo>
                    <a:pt x="2419" y="11617"/>
                    <a:pt x="2641" y="11945"/>
                    <a:pt x="2969" y="12097"/>
                  </a:cubicBezTo>
                  <a:lnTo>
                    <a:pt x="2969" y="12599"/>
                  </a:lnTo>
                  <a:cubicBezTo>
                    <a:pt x="2969" y="13266"/>
                    <a:pt x="3508" y="13805"/>
                    <a:pt x="4172" y="13805"/>
                  </a:cubicBezTo>
                  <a:lnTo>
                    <a:pt x="5261" y="13805"/>
                  </a:lnTo>
                  <a:cubicBezTo>
                    <a:pt x="5926" y="13805"/>
                    <a:pt x="6464" y="13266"/>
                    <a:pt x="6464" y="12599"/>
                  </a:cubicBezTo>
                  <a:lnTo>
                    <a:pt x="6464" y="12097"/>
                  </a:lnTo>
                  <a:cubicBezTo>
                    <a:pt x="6790" y="11945"/>
                    <a:pt x="7014" y="11617"/>
                    <a:pt x="7014" y="11244"/>
                  </a:cubicBezTo>
                  <a:lnTo>
                    <a:pt x="7014" y="10110"/>
                  </a:lnTo>
                  <a:cubicBezTo>
                    <a:pt x="7014" y="9398"/>
                    <a:pt x="7317" y="8719"/>
                    <a:pt x="7842" y="8251"/>
                  </a:cubicBezTo>
                  <a:cubicBezTo>
                    <a:pt x="8860" y="7353"/>
                    <a:pt x="9432" y="6065"/>
                    <a:pt x="9432" y="4721"/>
                  </a:cubicBezTo>
                  <a:cubicBezTo>
                    <a:pt x="9432" y="2115"/>
                    <a:pt x="7317" y="0"/>
                    <a:pt x="47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365" name="Google Shape;1365;p48"/>
          <p:cNvGrpSpPr/>
          <p:nvPr/>
        </p:nvGrpSpPr>
        <p:grpSpPr>
          <a:xfrm>
            <a:off x="2516175" y="3091575"/>
            <a:ext cx="346625" cy="345150"/>
            <a:chOff x="2502463" y="3243975"/>
            <a:chExt cx="346625" cy="345150"/>
          </a:xfrm>
        </p:grpSpPr>
        <p:sp>
          <p:nvSpPr>
            <p:cNvPr id="1366" name="Google Shape;1366;p48"/>
            <p:cNvSpPr/>
            <p:nvPr/>
          </p:nvSpPr>
          <p:spPr>
            <a:xfrm>
              <a:off x="2543063" y="3339150"/>
              <a:ext cx="128025" cy="154925"/>
            </a:xfrm>
            <a:custGeom>
              <a:rect l="l" t="t" r="r" b="b"/>
              <a:pathLst>
                <a:path w="5121" h="6197" extrusionOk="0">
                  <a:moveTo>
                    <a:pt x="2551" y="881"/>
                  </a:moveTo>
                  <a:lnTo>
                    <a:pt x="3953" y="1756"/>
                  </a:lnTo>
                  <a:lnTo>
                    <a:pt x="2551" y="2620"/>
                  </a:lnTo>
                  <a:lnTo>
                    <a:pt x="1159" y="1756"/>
                  </a:lnTo>
                  <a:lnTo>
                    <a:pt x="2551" y="881"/>
                  </a:lnTo>
                  <a:close/>
                  <a:moveTo>
                    <a:pt x="809" y="2480"/>
                  </a:moveTo>
                  <a:lnTo>
                    <a:pt x="2152" y="3321"/>
                  </a:lnTo>
                  <a:lnTo>
                    <a:pt x="2152" y="5064"/>
                  </a:lnTo>
                  <a:lnTo>
                    <a:pt x="809" y="4222"/>
                  </a:lnTo>
                  <a:lnTo>
                    <a:pt x="809" y="2480"/>
                  </a:lnTo>
                  <a:close/>
                  <a:moveTo>
                    <a:pt x="4315" y="2480"/>
                  </a:moveTo>
                  <a:lnTo>
                    <a:pt x="4315" y="4222"/>
                  </a:lnTo>
                  <a:lnTo>
                    <a:pt x="2960" y="5064"/>
                  </a:lnTo>
                  <a:lnTo>
                    <a:pt x="2960" y="3321"/>
                  </a:lnTo>
                  <a:lnTo>
                    <a:pt x="4315" y="2480"/>
                  </a:lnTo>
                  <a:close/>
                  <a:moveTo>
                    <a:pt x="2560" y="1"/>
                  </a:moveTo>
                  <a:cubicBezTo>
                    <a:pt x="2486" y="1"/>
                    <a:pt x="2410" y="21"/>
                    <a:pt x="2340" y="62"/>
                  </a:cubicBezTo>
                  <a:lnTo>
                    <a:pt x="189" y="1405"/>
                  </a:lnTo>
                  <a:cubicBezTo>
                    <a:pt x="71" y="1476"/>
                    <a:pt x="1" y="1616"/>
                    <a:pt x="1" y="1756"/>
                  </a:cubicBezTo>
                  <a:lnTo>
                    <a:pt x="1" y="4444"/>
                  </a:lnTo>
                  <a:cubicBezTo>
                    <a:pt x="1" y="4584"/>
                    <a:pt x="71" y="4713"/>
                    <a:pt x="189" y="4794"/>
                  </a:cubicBezTo>
                  <a:lnTo>
                    <a:pt x="2340" y="6141"/>
                  </a:lnTo>
                  <a:cubicBezTo>
                    <a:pt x="2410" y="6174"/>
                    <a:pt x="2481" y="6197"/>
                    <a:pt x="2562" y="6197"/>
                  </a:cubicBezTo>
                  <a:cubicBezTo>
                    <a:pt x="2632" y="6197"/>
                    <a:pt x="2713" y="6174"/>
                    <a:pt x="2772" y="6141"/>
                  </a:cubicBezTo>
                  <a:lnTo>
                    <a:pt x="4935" y="4794"/>
                  </a:lnTo>
                  <a:cubicBezTo>
                    <a:pt x="5050" y="4713"/>
                    <a:pt x="5120" y="4584"/>
                    <a:pt x="5120" y="4444"/>
                  </a:cubicBezTo>
                  <a:lnTo>
                    <a:pt x="5120" y="1756"/>
                  </a:lnTo>
                  <a:cubicBezTo>
                    <a:pt x="5120" y="1616"/>
                    <a:pt x="5050" y="1476"/>
                    <a:pt x="4935" y="1405"/>
                  </a:cubicBezTo>
                  <a:lnTo>
                    <a:pt x="2772" y="62"/>
                  </a:lnTo>
                  <a:cubicBezTo>
                    <a:pt x="2708" y="21"/>
                    <a:pt x="2635" y="1"/>
                    <a:pt x="25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67" name="Google Shape;1367;p48"/>
            <p:cNvSpPr/>
            <p:nvPr/>
          </p:nvSpPr>
          <p:spPr>
            <a:xfrm>
              <a:off x="2502463" y="3243975"/>
              <a:ext cx="346625" cy="345150"/>
            </a:xfrm>
            <a:custGeom>
              <a:rect l="l" t="t" r="r" b="b"/>
              <a:pathLst>
                <a:path w="13864" h="13805" extrusionOk="0">
                  <a:moveTo>
                    <a:pt x="4851" y="816"/>
                  </a:moveTo>
                  <a:lnTo>
                    <a:pt x="4851" y="1484"/>
                  </a:lnTo>
                  <a:cubicBezTo>
                    <a:pt x="4851" y="1566"/>
                    <a:pt x="4795" y="1624"/>
                    <a:pt x="4725" y="1624"/>
                  </a:cubicBezTo>
                  <a:lnTo>
                    <a:pt x="3647" y="1624"/>
                  </a:lnTo>
                  <a:cubicBezTo>
                    <a:pt x="3566" y="1624"/>
                    <a:pt x="3507" y="1566"/>
                    <a:pt x="3507" y="1484"/>
                  </a:cubicBezTo>
                  <a:lnTo>
                    <a:pt x="3507" y="816"/>
                  </a:lnTo>
                  <a:close/>
                  <a:moveTo>
                    <a:pt x="12591" y="2724"/>
                  </a:moveTo>
                  <a:cubicBezTo>
                    <a:pt x="12812" y="2724"/>
                    <a:pt x="13000" y="2909"/>
                    <a:pt x="13000" y="3131"/>
                  </a:cubicBezTo>
                  <a:cubicBezTo>
                    <a:pt x="13000" y="3355"/>
                    <a:pt x="12812" y="3540"/>
                    <a:pt x="12591" y="3540"/>
                  </a:cubicBezTo>
                  <a:cubicBezTo>
                    <a:pt x="12369" y="3540"/>
                    <a:pt x="12181" y="3355"/>
                    <a:pt x="12181" y="3131"/>
                  </a:cubicBezTo>
                  <a:cubicBezTo>
                    <a:pt x="12181" y="2909"/>
                    <a:pt x="12369" y="2724"/>
                    <a:pt x="12591" y="2724"/>
                  </a:cubicBezTo>
                  <a:close/>
                  <a:moveTo>
                    <a:pt x="12591" y="6497"/>
                  </a:moveTo>
                  <a:cubicBezTo>
                    <a:pt x="12812" y="6497"/>
                    <a:pt x="13000" y="6685"/>
                    <a:pt x="13000" y="6907"/>
                  </a:cubicBezTo>
                  <a:cubicBezTo>
                    <a:pt x="13000" y="7128"/>
                    <a:pt x="12812" y="7305"/>
                    <a:pt x="12591" y="7305"/>
                  </a:cubicBezTo>
                  <a:cubicBezTo>
                    <a:pt x="12369" y="7305"/>
                    <a:pt x="12181" y="7128"/>
                    <a:pt x="12181" y="6907"/>
                  </a:cubicBezTo>
                  <a:cubicBezTo>
                    <a:pt x="12181" y="6685"/>
                    <a:pt x="12369" y="6497"/>
                    <a:pt x="12591" y="6497"/>
                  </a:cubicBezTo>
                  <a:close/>
                  <a:moveTo>
                    <a:pt x="12591" y="10273"/>
                  </a:moveTo>
                  <a:cubicBezTo>
                    <a:pt x="12812" y="10273"/>
                    <a:pt x="13000" y="10461"/>
                    <a:pt x="13000" y="10683"/>
                  </a:cubicBezTo>
                  <a:cubicBezTo>
                    <a:pt x="13000" y="10904"/>
                    <a:pt x="12812" y="11081"/>
                    <a:pt x="12591" y="11081"/>
                  </a:cubicBezTo>
                  <a:cubicBezTo>
                    <a:pt x="12369" y="11081"/>
                    <a:pt x="12181" y="10904"/>
                    <a:pt x="12181" y="10683"/>
                  </a:cubicBezTo>
                  <a:cubicBezTo>
                    <a:pt x="12181" y="10461"/>
                    <a:pt x="12369" y="10273"/>
                    <a:pt x="12591" y="10273"/>
                  </a:cubicBezTo>
                  <a:close/>
                  <a:moveTo>
                    <a:pt x="6338" y="816"/>
                  </a:moveTo>
                  <a:cubicBezTo>
                    <a:pt x="7014" y="816"/>
                    <a:pt x="7552" y="1355"/>
                    <a:pt x="7552" y="2023"/>
                  </a:cubicBezTo>
                  <a:lnTo>
                    <a:pt x="7552" y="11115"/>
                  </a:lnTo>
                  <a:lnTo>
                    <a:pt x="808" y="11115"/>
                  </a:lnTo>
                  <a:lnTo>
                    <a:pt x="808" y="2023"/>
                  </a:lnTo>
                  <a:cubicBezTo>
                    <a:pt x="808" y="1355"/>
                    <a:pt x="1358" y="816"/>
                    <a:pt x="2023" y="816"/>
                  </a:cubicBezTo>
                  <a:lnTo>
                    <a:pt x="2702" y="816"/>
                  </a:lnTo>
                  <a:lnTo>
                    <a:pt x="2702" y="1484"/>
                  </a:lnTo>
                  <a:cubicBezTo>
                    <a:pt x="2702" y="2009"/>
                    <a:pt x="3123" y="2430"/>
                    <a:pt x="3647" y="2430"/>
                  </a:cubicBezTo>
                  <a:lnTo>
                    <a:pt x="4725" y="2430"/>
                  </a:lnTo>
                  <a:cubicBezTo>
                    <a:pt x="5249" y="2430"/>
                    <a:pt x="5670" y="2009"/>
                    <a:pt x="5670" y="1484"/>
                  </a:cubicBezTo>
                  <a:lnTo>
                    <a:pt x="5670" y="816"/>
                  </a:lnTo>
                  <a:close/>
                  <a:moveTo>
                    <a:pt x="7541" y="11923"/>
                  </a:moveTo>
                  <a:cubicBezTo>
                    <a:pt x="7471" y="12529"/>
                    <a:pt x="6955" y="12997"/>
                    <a:pt x="6338" y="12997"/>
                  </a:cubicBezTo>
                  <a:lnTo>
                    <a:pt x="2023" y="12997"/>
                  </a:lnTo>
                  <a:cubicBezTo>
                    <a:pt x="1392" y="12997"/>
                    <a:pt x="878" y="12529"/>
                    <a:pt x="820" y="11923"/>
                  </a:cubicBezTo>
                  <a:close/>
                  <a:moveTo>
                    <a:pt x="2023" y="0"/>
                  </a:moveTo>
                  <a:cubicBezTo>
                    <a:pt x="912" y="0"/>
                    <a:pt x="0" y="912"/>
                    <a:pt x="0" y="2023"/>
                  </a:cubicBezTo>
                  <a:lnTo>
                    <a:pt x="0" y="11782"/>
                  </a:lnTo>
                  <a:cubicBezTo>
                    <a:pt x="0" y="12905"/>
                    <a:pt x="912" y="13805"/>
                    <a:pt x="2023" y="13805"/>
                  </a:cubicBezTo>
                  <a:lnTo>
                    <a:pt x="6338" y="13805"/>
                  </a:lnTo>
                  <a:cubicBezTo>
                    <a:pt x="7460" y="13805"/>
                    <a:pt x="8357" y="12905"/>
                    <a:pt x="8357" y="11782"/>
                  </a:cubicBezTo>
                  <a:lnTo>
                    <a:pt x="8357" y="9199"/>
                  </a:lnTo>
                  <a:lnTo>
                    <a:pt x="11036" y="9199"/>
                  </a:lnTo>
                  <a:lnTo>
                    <a:pt x="11598" y="9981"/>
                  </a:lnTo>
                  <a:cubicBezTo>
                    <a:pt x="11443" y="10203"/>
                    <a:pt x="11362" y="10472"/>
                    <a:pt x="11387" y="10764"/>
                  </a:cubicBezTo>
                  <a:cubicBezTo>
                    <a:pt x="11421" y="11373"/>
                    <a:pt x="11934" y="11864"/>
                    <a:pt x="12543" y="11886"/>
                  </a:cubicBezTo>
                  <a:cubicBezTo>
                    <a:pt x="12564" y="11887"/>
                    <a:pt x="12585" y="11888"/>
                    <a:pt x="12607" y="11888"/>
                  </a:cubicBezTo>
                  <a:cubicBezTo>
                    <a:pt x="13268" y="11888"/>
                    <a:pt x="13805" y="11341"/>
                    <a:pt x="13805" y="10683"/>
                  </a:cubicBezTo>
                  <a:cubicBezTo>
                    <a:pt x="13805" y="10018"/>
                    <a:pt x="13267" y="9468"/>
                    <a:pt x="12591" y="9468"/>
                  </a:cubicBezTo>
                  <a:cubicBezTo>
                    <a:pt x="12484" y="9468"/>
                    <a:pt x="12369" y="9479"/>
                    <a:pt x="12262" y="9513"/>
                  </a:cubicBezTo>
                  <a:lnTo>
                    <a:pt x="11572" y="8556"/>
                  </a:lnTo>
                  <a:cubicBezTo>
                    <a:pt x="11502" y="8450"/>
                    <a:pt x="11373" y="8391"/>
                    <a:pt x="11247" y="8391"/>
                  </a:cubicBezTo>
                  <a:lnTo>
                    <a:pt x="8357" y="8391"/>
                  </a:lnTo>
                  <a:lnTo>
                    <a:pt x="8357" y="7305"/>
                  </a:lnTo>
                  <a:lnTo>
                    <a:pt x="11457" y="7305"/>
                  </a:lnTo>
                  <a:cubicBezTo>
                    <a:pt x="11623" y="7773"/>
                    <a:pt x="12066" y="8113"/>
                    <a:pt x="12582" y="8113"/>
                  </a:cubicBezTo>
                  <a:cubicBezTo>
                    <a:pt x="12608" y="8113"/>
                    <a:pt x="12634" y="8112"/>
                    <a:pt x="12661" y="8110"/>
                  </a:cubicBezTo>
                  <a:cubicBezTo>
                    <a:pt x="13281" y="8077"/>
                    <a:pt x="13783" y="7574"/>
                    <a:pt x="13805" y="6955"/>
                  </a:cubicBezTo>
                  <a:cubicBezTo>
                    <a:pt x="13842" y="6264"/>
                    <a:pt x="13281" y="5692"/>
                    <a:pt x="12591" y="5692"/>
                  </a:cubicBezTo>
                  <a:cubicBezTo>
                    <a:pt x="12063" y="5692"/>
                    <a:pt x="11620" y="6032"/>
                    <a:pt x="11457" y="6497"/>
                  </a:cubicBezTo>
                  <a:lnTo>
                    <a:pt x="8357" y="6497"/>
                  </a:lnTo>
                  <a:lnTo>
                    <a:pt x="8357" y="5423"/>
                  </a:lnTo>
                  <a:lnTo>
                    <a:pt x="11247" y="5423"/>
                  </a:lnTo>
                  <a:cubicBezTo>
                    <a:pt x="11373" y="5423"/>
                    <a:pt x="11502" y="5364"/>
                    <a:pt x="11572" y="5249"/>
                  </a:cubicBezTo>
                  <a:lnTo>
                    <a:pt x="12262" y="4301"/>
                  </a:lnTo>
                  <a:cubicBezTo>
                    <a:pt x="12369" y="4323"/>
                    <a:pt x="12484" y="4348"/>
                    <a:pt x="12591" y="4348"/>
                  </a:cubicBezTo>
                  <a:cubicBezTo>
                    <a:pt x="13292" y="4348"/>
                    <a:pt x="13864" y="3751"/>
                    <a:pt x="13805" y="3038"/>
                  </a:cubicBezTo>
                  <a:cubicBezTo>
                    <a:pt x="13758" y="2444"/>
                    <a:pt x="13281" y="1964"/>
                    <a:pt x="12683" y="1916"/>
                  </a:cubicBezTo>
                  <a:cubicBezTo>
                    <a:pt x="12655" y="1914"/>
                    <a:pt x="12628" y="1913"/>
                    <a:pt x="12600" y="1913"/>
                  </a:cubicBezTo>
                  <a:cubicBezTo>
                    <a:pt x="11936" y="1913"/>
                    <a:pt x="11387" y="2457"/>
                    <a:pt x="11387" y="3131"/>
                  </a:cubicBezTo>
                  <a:cubicBezTo>
                    <a:pt x="11387" y="3389"/>
                    <a:pt x="11469" y="3636"/>
                    <a:pt x="11598" y="3821"/>
                  </a:cubicBezTo>
                  <a:lnTo>
                    <a:pt x="11036" y="4618"/>
                  </a:lnTo>
                  <a:lnTo>
                    <a:pt x="8357" y="4618"/>
                  </a:lnTo>
                  <a:lnTo>
                    <a:pt x="8357" y="2023"/>
                  </a:lnTo>
                  <a:cubicBezTo>
                    <a:pt x="8357" y="912"/>
                    <a:pt x="7460" y="0"/>
                    <a:pt x="63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368" name="Google Shape;1368;p48"/>
          <p:cNvGrpSpPr/>
          <p:nvPr/>
        </p:nvGrpSpPr>
        <p:grpSpPr>
          <a:xfrm>
            <a:off x="1728663" y="3091575"/>
            <a:ext cx="345425" cy="345150"/>
            <a:chOff x="1735413" y="3243975"/>
            <a:chExt cx="345425" cy="345150"/>
          </a:xfrm>
        </p:grpSpPr>
        <p:sp>
          <p:nvSpPr>
            <p:cNvPr id="1369" name="Google Shape;1369;p48"/>
            <p:cNvSpPr/>
            <p:nvPr/>
          </p:nvSpPr>
          <p:spPr>
            <a:xfrm>
              <a:off x="1735413" y="3299150"/>
              <a:ext cx="236100" cy="289975"/>
            </a:xfrm>
            <a:custGeom>
              <a:rect l="l" t="t" r="r" b="b"/>
              <a:pathLst>
                <a:path w="9444" h="11599" extrusionOk="0">
                  <a:moveTo>
                    <a:pt x="4009" y="820"/>
                  </a:moveTo>
                  <a:cubicBezTo>
                    <a:pt x="4183" y="820"/>
                    <a:pt x="4360" y="890"/>
                    <a:pt x="4478" y="1019"/>
                  </a:cubicBezTo>
                  <a:lnTo>
                    <a:pt x="4980" y="1510"/>
                  </a:lnTo>
                  <a:cubicBezTo>
                    <a:pt x="5050" y="1580"/>
                    <a:pt x="5154" y="1625"/>
                    <a:pt x="5261" y="1625"/>
                  </a:cubicBezTo>
                  <a:lnTo>
                    <a:pt x="5530" y="1625"/>
                  </a:lnTo>
                  <a:cubicBezTo>
                    <a:pt x="5903" y="1625"/>
                    <a:pt x="6206" y="1931"/>
                    <a:pt x="6206" y="2304"/>
                  </a:cubicBezTo>
                  <a:lnTo>
                    <a:pt x="6206" y="2702"/>
                  </a:lnTo>
                  <a:lnTo>
                    <a:pt x="2828" y="2702"/>
                  </a:lnTo>
                  <a:cubicBezTo>
                    <a:pt x="2466" y="2702"/>
                    <a:pt x="2163" y="2397"/>
                    <a:pt x="2163" y="2024"/>
                  </a:cubicBezTo>
                  <a:lnTo>
                    <a:pt x="2163" y="1485"/>
                  </a:lnTo>
                  <a:cubicBezTo>
                    <a:pt x="2163" y="1123"/>
                    <a:pt x="2466" y="820"/>
                    <a:pt x="2828" y="820"/>
                  </a:cubicBezTo>
                  <a:close/>
                  <a:moveTo>
                    <a:pt x="6206" y="3508"/>
                  </a:moveTo>
                  <a:lnTo>
                    <a:pt x="6206" y="4992"/>
                  </a:lnTo>
                  <a:cubicBezTo>
                    <a:pt x="6206" y="5813"/>
                    <a:pt x="5538" y="6480"/>
                    <a:pt x="4713" y="6480"/>
                  </a:cubicBezTo>
                  <a:cubicBezTo>
                    <a:pt x="4692" y="6480"/>
                    <a:pt x="4672" y="6479"/>
                    <a:pt x="4652" y="6478"/>
                  </a:cubicBezTo>
                  <a:cubicBezTo>
                    <a:pt x="3858" y="6442"/>
                    <a:pt x="3238" y="5763"/>
                    <a:pt x="3238" y="4969"/>
                  </a:cubicBezTo>
                  <a:lnTo>
                    <a:pt x="3238" y="3508"/>
                  </a:lnTo>
                  <a:close/>
                  <a:moveTo>
                    <a:pt x="5202" y="7284"/>
                  </a:moveTo>
                  <a:lnTo>
                    <a:pt x="5061" y="8091"/>
                  </a:lnTo>
                  <a:lnTo>
                    <a:pt x="4394" y="8091"/>
                  </a:lnTo>
                  <a:lnTo>
                    <a:pt x="4267" y="7284"/>
                  </a:lnTo>
                  <a:close/>
                  <a:moveTo>
                    <a:pt x="3437" y="7284"/>
                  </a:moveTo>
                  <a:lnTo>
                    <a:pt x="3636" y="8512"/>
                  </a:lnTo>
                  <a:lnTo>
                    <a:pt x="3412" y="10790"/>
                  </a:lnTo>
                  <a:lnTo>
                    <a:pt x="806" y="10790"/>
                  </a:lnTo>
                  <a:lnTo>
                    <a:pt x="806" y="9575"/>
                  </a:lnTo>
                  <a:cubicBezTo>
                    <a:pt x="806" y="8313"/>
                    <a:pt x="1835" y="7284"/>
                    <a:pt x="3109" y="7284"/>
                  </a:cubicBezTo>
                  <a:close/>
                  <a:moveTo>
                    <a:pt x="5039" y="8908"/>
                  </a:moveTo>
                  <a:lnTo>
                    <a:pt x="5224" y="10790"/>
                  </a:lnTo>
                  <a:lnTo>
                    <a:pt x="4231" y="10790"/>
                  </a:lnTo>
                  <a:lnTo>
                    <a:pt x="4419" y="8908"/>
                  </a:lnTo>
                  <a:close/>
                  <a:moveTo>
                    <a:pt x="6335" y="7284"/>
                  </a:moveTo>
                  <a:cubicBezTo>
                    <a:pt x="7609" y="7284"/>
                    <a:pt x="8627" y="8313"/>
                    <a:pt x="8627" y="9575"/>
                  </a:cubicBezTo>
                  <a:lnTo>
                    <a:pt x="8627" y="10790"/>
                  </a:lnTo>
                  <a:lnTo>
                    <a:pt x="6032" y="10790"/>
                  </a:lnTo>
                  <a:lnTo>
                    <a:pt x="5796" y="8512"/>
                  </a:lnTo>
                  <a:lnTo>
                    <a:pt x="6007" y="7284"/>
                  </a:lnTo>
                  <a:close/>
                  <a:moveTo>
                    <a:pt x="2828" y="1"/>
                  </a:moveTo>
                  <a:cubicBezTo>
                    <a:pt x="2009" y="1"/>
                    <a:pt x="1356" y="669"/>
                    <a:pt x="1356" y="1485"/>
                  </a:cubicBezTo>
                  <a:lnTo>
                    <a:pt x="1356" y="2024"/>
                  </a:lnTo>
                  <a:cubicBezTo>
                    <a:pt x="1356" y="2702"/>
                    <a:pt x="1813" y="3275"/>
                    <a:pt x="2430" y="3463"/>
                  </a:cubicBezTo>
                  <a:lnTo>
                    <a:pt x="2430" y="4992"/>
                  </a:lnTo>
                  <a:cubicBezTo>
                    <a:pt x="2430" y="5567"/>
                    <a:pt x="2640" y="6080"/>
                    <a:pt x="2980" y="6478"/>
                  </a:cubicBezTo>
                  <a:cubicBezTo>
                    <a:pt x="1322" y="6549"/>
                    <a:pt x="1" y="7915"/>
                    <a:pt x="1" y="9575"/>
                  </a:cubicBezTo>
                  <a:lnTo>
                    <a:pt x="1" y="11200"/>
                  </a:lnTo>
                  <a:cubicBezTo>
                    <a:pt x="1" y="11421"/>
                    <a:pt x="186" y="11598"/>
                    <a:pt x="410" y="11598"/>
                  </a:cubicBezTo>
                  <a:lnTo>
                    <a:pt x="9037" y="11598"/>
                  </a:lnTo>
                  <a:cubicBezTo>
                    <a:pt x="9258" y="11598"/>
                    <a:pt x="9443" y="11421"/>
                    <a:pt x="9443" y="11200"/>
                  </a:cubicBezTo>
                  <a:lnTo>
                    <a:pt x="9443" y="9575"/>
                  </a:lnTo>
                  <a:cubicBezTo>
                    <a:pt x="9443" y="7915"/>
                    <a:pt x="8111" y="6549"/>
                    <a:pt x="6464" y="6478"/>
                  </a:cubicBezTo>
                  <a:cubicBezTo>
                    <a:pt x="6803" y="6080"/>
                    <a:pt x="7014" y="5567"/>
                    <a:pt x="7014" y="4992"/>
                  </a:cubicBezTo>
                  <a:lnTo>
                    <a:pt x="7014" y="2304"/>
                  </a:lnTo>
                  <a:cubicBezTo>
                    <a:pt x="7014" y="1474"/>
                    <a:pt x="6346" y="820"/>
                    <a:pt x="5530" y="820"/>
                  </a:cubicBezTo>
                  <a:lnTo>
                    <a:pt x="5423" y="820"/>
                  </a:lnTo>
                  <a:lnTo>
                    <a:pt x="5050" y="447"/>
                  </a:lnTo>
                  <a:cubicBezTo>
                    <a:pt x="4781" y="166"/>
                    <a:pt x="4394" y="1"/>
                    <a:pt x="40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70" name="Google Shape;1370;p48"/>
            <p:cNvSpPr/>
            <p:nvPr/>
          </p:nvSpPr>
          <p:spPr>
            <a:xfrm>
              <a:off x="1925338" y="3243975"/>
              <a:ext cx="155500" cy="208950"/>
            </a:xfrm>
            <a:custGeom>
              <a:rect l="l" t="t" r="r" b="b"/>
              <a:pathLst>
                <a:path w="6220" h="8358" extrusionOk="0">
                  <a:moveTo>
                    <a:pt x="3109" y="816"/>
                  </a:moveTo>
                  <a:cubicBezTo>
                    <a:pt x="4371" y="816"/>
                    <a:pt x="5401" y="1846"/>
                    <a:pt x="5401" y="3108"/>
                  </a:cubicBezTo>
                  <a:cubicBezTo>
                    <a:pt x="5401" y="3787"/>
                    <a:pt x="5098" y="4430"/>
                    <a:pt x="4570" y="4873"/>
                  </a:cubicBezTo>
                  <a:cubicBezTo>
                    <a:pt x="4220" y="5154"/>
                    <a:pt x="3998" y="5529"/>
                    <a:pt x="3917" y="5936"/>
                  </a:cubicBezTo>
                  <a:lnTo>
                    <a:pt x="3518" y="5936"/>
                  </a:lnTo>
                  <a:lnTo>
                    <a:pt x="3518" y="3810"/>
                  </a:lnTo>
                  <a:lnTo>
                    <a:pt x="4197" y="3131"/>
                  </a:lnTo>
                  <a:cubicBezTo>
                    <a:pt x="4349" y="2979"/>
                    <a:pt x="4360" y="2747"/>
                    <a:pt x="4231" y="2584"/>
                  </a:cubicBezTo>
                  <a:cubicBezTo>
                    <a:pt x="4150" y="2483"/>
                    <a:pt x="4032" y="2434"/>
                    <a:pt x="3915" y="2434"/>
                  </a:cubicBezTo>
                  <a:cubicBezTo>
                    <a:pt x="3813" y="2434"/>
                    <a:pt x="3712" y="2472"/>
                    <a:pt x="3636" y="2547"/>
                  </a:cubicBezTo>
                  <a:lnTo>
                    <a:pt x="3109" y="3075"/>
                  </a:lnTo>
                  <a:lnTo>
                    <a:pt x="2584" y="2547"/>
                  </a:lnTo>
                  <a:cubicBezTo>
                    <a:pt x="2508" y="2472"/>
                    <a:pt x="2407" y="2434"/>
                    <a:pt x="2305" y="2434"/>
                  </a:cubicBezTo>
                  <a:cubicBezTo>
                    <a:pt x="2187" y="2434"/>
                    <a:pt x="2069" y="2483"/>
                    <a:pt x="1987" y="2584"/>
                  </a:cubicBezTo>
                  <a:cubicBezTo>
                    <a:pt x="1860" y="2747"/>
                    <a:pt x="1872" y="2979"/>
                    <a:pt x="2023" y="3131"/>
                  </a:cubicBezTo>
                  <a:lnTo>
                    <a:pt x="2702" y="3810"/>
                  </a:lnTo>
                  <a:lnTo>
                    <a:pt x="2702" y="5936"/>
                  </a:lnTo>
                  <a:lnTo>
                    <a:pt x="2304" y="5936"/>
                  </a:lnTo>
                  <a:cubicBezTo>
                    <a:pt x="2222" y="5529"/>
                    <a:pt x="2001" y="5154"/>
                    <a:pt x="1650" y="4873"/>
                  </a:cubicBezTo>
                  <a:cubicBezTo>
                    <a:pt x="1123" y="4430"/>
                    <a:pt x="820" y="3787"/>
                    <a:pt x="820" y="3108"/>
                  </a:cubicBezTo>
                  <a:cubicBezTo>
                    <a:pt x="820" y="1846"/>
                    <a:pt x="1846" y="816"/>
                    <a:pt x="3109" y="816"/>
                  </a:cubicBezTo>
                  <a:close/>
                  <a:moveTo>
                    <a:pt x="3894" y="6744"/>
                  </a:moveTo>
                  <a:lnTo>
                    <a:pt x="3894" y="7423"/>
                  </a:lnTo>
                  <a:cubicBezTo>
                    <a:pt x="3894" y="7493"/>
                    <a:pt x="3835" y="7549"/>
                    <a:pt x="3754" y="7549"/>
                  </a:cubicBezTo>
                  <a:lnTo>
                    <a:pt x="2466" y="7549"/>
                  </a:lnTo>
                  <a:cubicBezTo>
                    <a:pt x="2385" y="7549"/>
                    <a:pt x="2326" y="7493"/>
                    <a:pt x="2326" y="7423"/>
                  </a:cubicBezTo>
                  <a:lnTo>
                    <a:pt x="2326" y="6744"/>
                  </a:lnTo>
                  <a:close/>
                  <a:moveTo>
                    <a:pt x="3109" y="0"/>
                  </a:moveTo>
                  <a:cubicBezTo>
                    <a:pt x="1392" y="0"/>
                    <a:pt x="0" y="1392"/>
                    <a:pt x="0" y="3108"/>
                  </a:cubicBezTo>
                  <a:cubicBezTo>
                    <a:pt x="0" y="4031"/>
                    <a:pt x="410" y="4909"/>
                    <a:pt x="1134" y="5493"/>
                  </a:cubicBezTo>
                  <a:cubicBezTo>
                    <a:pt x="1381" y="5703"/>
                    <a:pt x="1521" y="5973"/>
                    <a:pt x="1521" y="6264"/>
                  </a:cubicBezTo>
                  <a:lnTo>
                    <a:pt x="1521" y="7423"/>
                  </a:lnTo>
                  <a:cubicBezTo>
                    <a:pt x="1521" y="7936"/>
                    <a:pt x="1942" y="8357"/>
                    <a:pt x="2466" y="8357"/>
                  </a:cubicBezTo>
                  <a:lnTo>
                    <a:pt x="3754" y="8357"/>
                  </a:lnTo>
                  <a:cubicBezTo>
                    <a:pt x="4278" y="8357"/>
                    <a:pt x="4699" y="7936"/>
                    <a:pt x="4699" y="7423"/>
                  </a:cubicBezTo>
                  <a:lnTo>
                    <a:pt x="4699" y="6264"/>
                  </a:lnTo>
                  <a:cubicBezTo>
                    <a:pt x="4699" y="5973"/>
                    <a:pt x="4840" y="5703"/>
                    <a:pt x="5086" y="5493"/>
                  </a:cubicBezTo>
                  <a:cubicBezTo>
                    <a:pt x="5810" y="4909"/>
                    <a:pt x="6220" y="4031"/>
                    <a:pt x="6220" y="3108"/>
                  </a:cubicBezTo>
                  <a:cubicBezTo>
                    <a:pt x="6220" y="1392"/>
                    <a:pt x="4828" y="0"/>
                    <a:pt x="31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371" name="Google Shape;1371;p48"/>
          <p:cNvGrpSpPr/>
          <p:nvPr/>
        </p:nvGrpSpPr>
        <p:grpSpPr>
          <a:xfrm>
            <a:off x="7791525" y="2528750"/>
            <a:ext cx="345150" cy="344800"/>
            <a:chOff x="7783763" y="2681150"/>
            <a:chExt cx="345150" cy="344800"/>
          </a:xfrm>
        </p:grpSpPr>
        <p:sp>
          <p:nvSpPr>
            <p:cNvPr id="1372" name="Google Shape;1372;p48"/>
            <p:cNvSpPr/>
            <p:nvPr/>
          </p:nvSpPr>
          <p:spPr>
            <a:xfrm>
              <a:off x="7838113" y="2681150"/>
              <a:ext cx="235875" cy="344800"/>
            </a:xfrm>
            <a:custGeom>
              <a:rect l="l" t="t" r="r" b="b"/>
              <a:pathLst>
                <a:path w="9435" h="13792" extrusionOk="0">
                  <a:moveTo>
                    <a:pt x="3372" y="803"/>
                  </a:moveTo>
                  <a:cubicBezTo>
                    <a:pt x="3633" y="803"/>
                    <a:pt x="3919" y="910"/>
                    <a:pt x="4186" y="1168"/>
                  </a:cubicBezTo>
                  <a:cubicBezTo>
                    <a:pt x="4267" y="1238"/>
                    <a:pt x="4315" y="1356"/>
                    <a:pt x="4315" y="1462"/>
                  </a:cubicBezTo>
                  <a:lnTo>
                    <a:pt x="4315" y="4980"/>
                  </a:lnTo>
                  <a:cubicBezTo>
                    <a:pt x="3976" y="4725"/>
                    <a:pt x="3559" y="4577"/>
                    <a:pt x="3101" y="4577"/>
                  </a:cubicBezTo>
                  <a:cubicBezTo>
                    <a:pt x="3054" y="4577"/>
                    <a:pt x="3007" y="4579"/>
                    <a:pt x="2960" y="4582"/>
                  </a:cubicBezTo>
                  <a:cubicBezTo>
                    <a:pt x="2912" y="4582"/>
                    <a:pt x="2876" y="4604"/>
                    <a:pt x="2842" y="4641"/>
                  </a:cubicBezTo>
                  <a:cubicBezTo>
                    <a:pt x="2525" y="4991"/>
                    <a:pt x="2772" y="5390"/>
                    <a:pt x="3100" y="5390"/>
                  </a:cubicBezTo>
                  <a:cubicBezTo>
                    <a:pt x="3765" y="5390"/>
                    <a:pt x="4315" y="5925"/>
                    <a:pt x="4315" y="6604"/>
                  </a:cubicBezTo>
                  <a:lnTo>
                    <a:pt x="4315" y="8498"/>
                  </a:lnTo>
                  <a:cubicBezTo>
                    <a:pt x="4315" y="8602"/>
                    <a:pt x="4256" y="8731"/>
                    <a:pt x="4186" y="8801"/>
                  </a:cubicBezTo>
                  <a:cubicBezTo>
                    <a:pt x="3914" y="9054"/>
                    <a:pt x="3627" y="9160"/>
                    <a:pt x="3366" y="9160"/>
                  </a:cubicBezTo>
                  <a:cubicBezTo>
                    <a:pt x="2853" y="9160"/>
                    <a:pt x="2436" y="8751"/>
                    <a:pt x="2421" y="8240"/>
                  </a:cubicBezTo>
                  <a:cubicBezTo>
                    <a:pt x="2421" y="7959"/>
                    <a:pt x="2539" y="7679"/>
                    <a:pt x="2772" y="7494"/>
                  </a:cubicBezTo>
                  <a:cubicBezTo>
                    <a:pt x="2820" y="7446"/>
                    <a:pt x="2842" y="7398"/>
                    <a:pt x="2842" y="7339"/>
                  </a:cubicBezTo>
                  <a:cubicBezTo>
                    <a:pt x="2835" y="7020"/>
                    <a:pt x="2622" y="6862"/>
                    <a:pt x="2413" y="6862"/>
                  </a:cubicBezTo>
                  <a:cubicBezTo>
                    <a:pt x="2309" y="6862"/>
                    <a:pt x="2207" y="6900"/>
                    <a:pt x="2130" y="6977"/>
                  </a:cubicBezTo>
                  <a:cubicBezTo>
                    <a:pt x="1908" y="7199"/>
                    <a:pt x="1754" y="7468"/>
                    <a:pt x="1684" y="7749"/>
                  </a:cubicBezTo>
                  <a:cubicBezTo>
                    <a:pt x="1322" y="7609"/>
                    <a:pt x="1078" y="7269"/>
                    <a:pt x="1078" y="6874"/>
                  </a:cubicBezTo>
                  <a:cubicBezTo>
                    <a:pt x="1078" y="6663"/>
                    <a:pt x="1148" y="6475"/>
                    <a:pt x="1277" y="6301"/>
                  </a:cubicBezTo>
                  <a:cubicBezTo>
                    <a:pt x="1381" y="6147"/>
                    <a:pt x="1381" y="5925"/>
                    <a:pt x="1240" y="5774"/>
                  </a:cubicBezTo>
                  <a:cubicBezTo>
                    <a:pt x="1229" y="5763"/>
                    <a:pt x="1218" y="5751"/>
                    <a:pt x="1207" y="5751"/>
                  </a:cubicBezTo>
                  <a:cubicBezTo>
                    <a:pt x="949" y="5563"/>
                    <a:pt x="808" y="5283"/>
                    <a:pt x="808" y="4980"/>
                  </a:cubicBezTo>
                  <a:cubicBezTo>
                    <a:pt x="808" y="4688"/>
                    <a:pt x="982" y="4382"/>
                    <a:pt x="1229" y="4197"/>
                  </a:cubicBezTo>
                  <a:cubicBezTo>
                    <a:pt x="1379" y="4096"/>
                    <a:pt x="1555" y="4038"/>
                    <a:pt x="1751" y="4038"/>
                  </a:cubicBezTo>
                  <a:cubicBezTo>
                    <a:pt x="1783" y="4038"/>
                    <a:pt x="1816" y="4040"/>
                    <a:pt x="1849" y="4043"/>
                  </a:cubicBezTo>
                  <a:cubicBezTo>
                    <a:pt x="1908" y="4043"/>
                    <a:pt x="1953" y="4032"/>
                    <a:pt x="2001" y="3987"/>
                  </a:cubicBezTo>
                  <a:cubicBezTo>
                    <a:pt x="2329" y="3647"/>
                    <a:pt x="2093" y="3227"/>
                    <a:pt x="1754" y="3227"/>
                  </a:cubicBezTo>
                  <a:cubicBezTo>
                    <a:pt x="1521" y="3227"/>
                    <a:pt x="1310" y="3272"/>
                    <a:pt x="1111" y="3356"/>
                  </a:cubicBezTo>
                  <a:cubicBezTo>
                    <a:pt x="1089" y="3272"/>
                    <a:pt x="1078" y="3179"/>
                    <a:pt x="1078" y="3098"/>
                  </a:cubicBezTo>
                  <a:cubicBezTo>
                    <a:pt x="1078" y="2595"/>
                    <a:pt x="1473" y="2186"/>
                    <a:pt x="1964" y="2149"/>
                  </a:cubicBezTo>
                  <a:cubicBezTo>
                    <a:pt x="1977" y="2149"/>
                    <a:pt x="1990" y="2149"/>
                    <a:pt x="2003" y="2149"/>
                  </a:cubicBezTo>
                  <a:cubicBezTo>
                    <a:pt x="2284" y="2149"/>
                    <a:pt x="2559" y="2267"/>
                    <a:pt x="2750" y="2500"/>
                  </a:cubicBezTo>
                  <a:cubicBezTo>
                    <a:pt x="2783" y="2537"/>
                    <a:pt x="2842" y="2570"/>
                    <a:pt x="2901" y="2570"/>
                  </a:cubicBezTo>
                  <a:cubicBezTo>
                    <a:pt x="3381" y="2559"/>
                    <a:pt x="3496" y="2093"/>
                    <a:pt x="3263" y="1858"/>
                  </a:cubicBezTo>
                  <a:cubicBezTo>
                    <a:pt x="3041" y="1636"/>
                    <a:pt x="2772" y="1485"/>
                    <a:pt x="2492" y="1403"/>
                  </a:cubicBezTo>
                  <a:cubicBezTo>
                    <a:pt x="2626" y="1056"/>
                    <a:pt x="2970" y="803"/>
                    <a:pt x="3372" y="803"/>
                  </a:cubicBezTo>
                  <a:close/>
                  <a:moveTo>
                    <a:pt x="6063" y="803"/>
                  </a:moveTo>
                  <a:cubicBezTo>
                    <a:pt x="6465" y="803"/>
                    <a:pt x="6809" y="1056"/>
                    <a:pt x="6944" y="1403"/>
                  </a:cubicBezTo>
                  <a:cubicBezTo>
                    <a:pt x="6663" y="1485"/>
                    <a:pt x="6397" y="1636"/>
                    <a:pt x="6172" y="1858"/>
                  </a:cubicBezTo>
                  <a:cubicBezTo>
                    <a:pt x="6021" y="2009"/>
                    <a:pt x="6021" y="2267"/>
                    <a:pt x="6172" y="2430"/>
                  </a:cubicBezTo>
                  <a:cubicBezTo>
                    <a:pt x="6255" y="2507"/>
                    <a:pt x="6357" y="2546"/>
                    <a:pt x="6460" y="2546"/>
                  </a:cubicBezTo>
                  <a:cubicBezTo>
                    <a:pt x="6562" y="2546"/>
                    <a:pt x="6664" y="2507"/>
                    <a:pt x="6747" y="2430"/>
                  </a:cubicBezTo>
                  <a:cubicBezTo>
                    <a:pt x="6933" y="2244"/>
                    <a:pt x="7185" y="2149"/>
                    <a:pt x="7430" y="2149"/>
                  </a:cubicBezTo>
                  <a:cubicBezTo>
                    <a:pt x="7444" y="2149"/>
                    <a:pt x="7457" y="2149"/>
                    <a:pt x="7471" y="2149"/>
                  </a:cubicBezTo>
                  <a:cubicBezTo>
                    <a:pt x="7962" y="2186"/>
                    <a:pt x="8360" y="2595"/>
                    <a:pt x="8360" y="3098"/>
                  </a:cubicBezTo>
                  <a:cubicBezTo>
                    <a:pt x="8360" y="3179"/>
                    <a:pt x="8346" y="3272"/>
                    <a:pt x="8324" y="3356"/>
                  </a:cubicBezTo>
                  <a:cubicBezTo>
                    <a:pt x="8121" y="3277"/>
                    <a:pt x="7909" y="3232"/>
                    <a:pt x="7683" y="3232"/>
                  </a:cubicBezTo>
                  <a:cubicBezTo>
                    <a:pt x="7636" y="3232"/>
                    <a:pt x="7589" y="3234"/>
                    <a:pt x="7541" y="3238"/>
                  </a:cubicBezTo>
                  <a:cubicBezTo>
                    <a:pt x="7493" y="3238"/>
                    <a:pt x="7449" y="3260"/>
                    <a:pt x="7423" y="3297"/>
                  </a:cubicBezTo>
                  <a:cubicBezTo>
                    <a:pt x="7109" y="3636"/>
                    <a:pt x="7353" y="4043"/>
                    <a:pt x="7681" y="4043"/>
                  </a:cubicBezTo>
                  <a:cubicBezTo>
                    <a:pt x="7881" y="4043"/>
                    <a:pt x="8054" y="4102"/>
                    <a:pt x="8206" y="4197"/>
                  </a:cubicBezTo>
                  <a:cubicBezTo>
                    <a:pt x="8453" y="4382"/>
                    <a:pt x="8627" y="4688"/>
                    <a:pt x="8627" y="4980"/>
                  </a:cubicBezTo>
                  <a:cubicBezTo>
                    <a:pt x="8627" y="5283"/>
                    <a:pt x="8475" y="5563"/>
                    <a:pt x="8231" y="5751"/>
                  </a:cubicBezTo>
                  <a:cubicBezTo>
                    <a:pt x="8220" y="5751"/>
                    <a:pt x="8206" y="5763"/>
                    <a:pt x="8195" y="5774"/>
                  </a:cubicBezTo>
                  <a:cubicBezTo>
                    <a:pt x="8043" y="5925"/>
                    <a:pt x="8043" y="6147"/>
                    <a:pt x="8161" y="6301"/>
                  </a:cubicBezTo>
                  <a:cubicBezTo>
                    <a:pt x="8290" y="6475"/>
                    <a:pt x="8360" y="6663"/>
                    <a:pt x="8360" y="6874"/>
                  </a:cubicBezTo>
                  <a:cubicBezTo>
                    <a:pt x="8360" y="7269"/>
                    <a:pt x="8102" y="7609"/>
                    <a:pt x="7751" y="7749"/>
                  </a:cubicBezTo>
                  <a:cubicBezTo>
                    <a:pt x="7670" y="7423"/>
                    <a:pt x="7482" y="7118"/>
                    <a:pt x="7202" y="6885"/>
                  </a:cubicBezTo>
                  <a:cubicBezTo>
                    <a:pt x="7168" y="6862"/>
                    <a:pt x="7109" y="6837"/>
                    <a:pt x="7073" y="6837"/>
                  </a:cubicBezTo>
                  <a:cubicBezTo>
                    <a:pt x="6607" y="6862"/>
                    <a:pt x="6500" y="7317"/>
                    <a:pt x="6733" y="7550"/>
                  </a:cubicBezTo>
                  <a:cubicBezTo>
                    <a:pt x="6921" y="7738"/>
                    <a:pt x="7014" y="7996"/>
                    <a:pt x="7002" y="8240"/>
                  </a:cubicBezTo>
                  <a:cubicBezTo>
                    <a:pt x="6995" y="8751"/>
                    <a:pt x="6583" y="9160"/>
                    <a:pt x="6070" y="9160"/>
                  </a:cubicBezTo>
                  <a:cubicBezTo>
                    <a:pt x="5809" y="9160"/>
                    <a:pt x="5522" y="9054"/>
                    <a:pt x="5249" y="8801"/>
                  </a:cubicBezTo>
                  <a:cubicBezTo>
                    <a:pt x="5179" y="8731"/>
                    <a:pt x="5120" y="8602"/>
                    <a:pt x="5120" y="8498"/>
                  </a:cubicBezTo>
                  <a:lnTo>
                    <a:pt x="5120" y="6604"/>
                  </a:lnTo>
                  <a:cubicBezTo>
                    <a:pt x="5120" y="5926"/>
                    <a:pt x="5661" y="5385"/>
                    <a:pt x="6337" y="5385"/>
                  </a:cubicBezTo>
                  <a:cubicBezTo>
                    <a:pt x="6372" y="5385"/>
                    <a:pt x="6406" y="5387"/>
                    <a:pt x="6441" y="5390"/>
                  </a:cubicBezTo>
                  <a:cubicBezTo>
                    <a:pt x="6449" y="5391"/>
                    <a:pt x="6457" y="5392"/>
                    <a:pt x="6466" y="5392"/>
                  </a:cubicBezTo>
                  <a:cubicBezTo>
                    <a:pt x="6508" y="5392"/>
                    <a:pt x="6554" y="5370"/>
                    <a:pt x="6582" y="5342"/>
                  </a:cubicBezTo>
                  <a:cubicBezTo>
                    <a:pt x="6910" y="4991"/>
                    <a:pt x="6677" y="4582"/>
                    <a:pt x="6338" y="4582"/>
                  </a:cubicBezTo>
                  <a:cubicBezTo>
                    <a:pt x="5880" y="4582"/>
                    <a:pt x="5460" y="4733"/>
                    <a:pt x="5120" y="4980"/>
                  </a:cubicBezTo>
                  <a:lnTo>
                    <a:pt x="5120" y="1462"/>
                  </a:lnTo>
                  <a:cubicBezTo>
                    <a:pt x="5120" y="1356"/>
                    <a:pt x="5168" y="1238"/>
                    <a:pt x="5249" y="1168"/>
                  </a:cubicBezTo>
                  <a:cubicBezTo>
                    <a:pt x="5517" y="910"/>
                    <a:pt x="5802" y="803"/>
                    <a:pt x="6063" y="803"/>
                  </a:cubicBezTo>
                  <a:close/>
                  <a:moveTo>
                    <a:pt x="4713" y="9339"/>
                  </a:moveTo>
                  <a:cubicBezTo>
                    <a:pt x="5039" y="9724"/>
                    <a:pt x="5518" y="9971"/>
                    <a:pt x="6068" y="9971"/>
                  </a:cubicBezTo>
                  <a:cubicBezTo>
                    <a:pt x="6116" y="9971"/>
                    <a:pt x="6150" y="9971"/>
                    <a:pt x="6197" y="9959"/>
                  </a:cubicBezTo>
                  <a:lnTo>
                    <a:pt x="6197" y="11233"/>
                  </a:lnTo>
                  <a:cubicBezTo>
                    <a:pt x="6197" y="11314"/>
                    <a:pt x="6138" y="11373"/>
                    <a:pt x="6068" y="11373"/>
                  </a:cubicBezTo>
                  <a:lnTo>
                    <a:pt x="3367" y="11373"/>
                  </a:lnTo>
                  <a:cubicBezTo>
                    <a:pt x="3297" y="11373"/>
                    <a:pt x="3241" y="11314"/>
                    <a:pt x="3241" y="11233"/>
                  </a:cubicBezTo>
                  <a:lnTo>
                    <a:pt x="3241" y="9959"/>
                  </a:lnTo>
                  <a:cubicBezTo>
                    <a:pt x="3274" y="9971"/>
                    <a:pt x="3322" y="9971"/>
                    <a:pt x="3367" y="9971"/>
                  </a:cubicBezTo>
                  <a:cubicBezTo>
                    <a:pt x="3905" y="9971"/>
                    <a:pt x="4396" y="9724"/>
                    <a:pt x="4713" y="9339"/>
                  </a:cubicBezTo>
                  <a:close/>
                  <a:moveTo>
                    <a:pt x="5659" y="12178"/>
                  </a:moveTo>
                  <a:lnTo>
                    <a:pt x="5659" y="12588"/>
                  </a:lnTo>
                  <a:cubicBezTo>
                    <a:pt x="5659" y="12810"/>
                    <a:pt x="5485" y="12986"/>
                    <a:pt x="5260" y="12986"/>
                  </a:cubicBezTo>
                  <a:lnTo>
                    <a:pt x="4175" y="12986"/>
                  </a:lnTo>
                  <a:cubicBezTo>
                    <a:pt x="3953" y="12986"/>
                    <a:pt x="3776" y="12810"/>
                    <a:pt x="3776" y="12588"/>
                  </a:cubicBezTo>
                  <a:lnTo>
                    <a:pt x="3776" y="12178"/>
                  </a:lnTo>
                  <a:close/>
                  <a:moveTo>
                    <a:pt x="3367" y="1"/>
                  </a:moveTo>
                  <a:cubicBezTo>
                    <a:pt x="2525" y="1"/>
                    <a:pt x="1824" y="584"/>
                    <a:pt x="1650" y="1378"/>
                  </a:cubicBezTo>
                  <a:cubicBezTo>
                    <a:pt x="867" y="1555"/>
                    <a:pt x="270" y="2256"/>
                    <a:pt x="270" y="3098"/>
                  </a:cubicBezTo>
                  <a:cubicBezTo>
                    <a:pt x="270" y="3356"/>
                    <a:pt x="329" y="3600"/>
                    <a:pt x="435" y="3833"/>
                  </a:cubicBezTo>
                  <a:cubicBezTo>
                    <a:pt x="155" y="4150"/>
                    <a:pt x="0" y="4548"/>
                    <a:pt x="0" y="4980"/>
                  </a:cubicBezTo>
                  <a:cubicBezTo>
                    <a:pt x="0" y="5412"/>
                    <a:pt x="155" y="5822"/>
                    <a:pt x="435" y="6136"/>
                  </a:cubicBezTo>
                  <a:cubicBezTo>
                    <a:pt x="329" y="6357"/>
                    <a:pt x="270" y="6615"/>
                    <a:pt x="270" y="6874"/>
                  </a:cubicBezTo>
                  <a:cubicBezTo>
                    <a:pt x="270" y="7715"/>
                    <a:pt x="867" y="8416"/>
                    <a:pt x="1650" y="8579"/>
                  </a:cubicBezTo>
                  <a:cubicBezTo>
                    <a:pt x="1754" y="9048"/>
                    <a:pt x="2034" y="9443"/>
                    <a:pt x="2421" y="9690"/>
                  </a:cubicBezTo>
                  <a:lnTo>
                    <a:pt x="2421" y="11233"/>
                  </a:lnTo>
                  <a:cubicBezTo>
                    <a:pt x="2421" y="11617"/>
                    <a:pt x="2643" y="11934"/>
                    <a:pt x="2960" y="12086"/>
                  </a:cubicBezTo>
                  <a:lnTo>
                    <a:pt x="2960" y="12588"/>
                  </a:lnTo>
                  <a:cubicBezTo>
                    <a:pt x="2960" y="13256"/>
                    <a:pt x="3507" y="13791"/>
                    <a:pt x="4175" y="13791"/>
                  </a:cubicBezTo>
                  <a:lnTo>
                    <a:pt x="5260" y="13791"/>
                  </a:lnTo>
                  <a:cubicBezTo>
                    <a:pt x="5928" y="13791"/>
                    <a:pt x="6467" y="13256"/>
                    <a:pt x="6467" y="12588"/>
                  </a:cubicBezTo>
                  <a:lnTo>
                    <a:pt x="6467" y="12086"/>
                  </a:lnTo>
                  <a:cubicBezTo>
                    <a:pt x="6792" y="11934"/>
                    <a:pt x="7002" y="11617"/>
                    <a:pt x="7002" y="11233"/>
                  </a:cubicBezTo>
                  <a:lnTo>
                    <a:pt x="7002" y="9690"/>
                  </a:lnTo>
                  <a:cubicBezTo>
                    <a:pt x="7401" y="9443"/>
                    <a:pt x="7681" y="9048"/>
                    <a:pt x="7774" y="8579"/>
                  </a:cubicBezTo>
                  <a:cubicBezTo>
                    <a:pt x="8571" y="8416"/>
                    <a:pt x="9165" y="7715"/>
                    <a:pt x="9165" y="6874"/>
                  </a:cubicBezTo>
                  <a:cubicBezTo>
                    <a:pt x="9165" y="6615"/>
                    <a:pt x="9106" y="6357"/>
                    <a:pt x="9003" y="6136"/>
                  </a:cubicBezTo>
                  <a:cubicBezTo>
                    <a:pt x="9283" y="5822"/>
                    <a:pt x="9435" y="5412"/>
                    <a:pt x="9435" y="4980"/>
                  </a:cubicBezTo>
                  <a:cubicBezTo>
                    <a:pt x="9435" y="4548"/>
                    <a:pt x="9283" y="4150"/>
                    <a:pt x="9003" y="3833"/>
                  </a:cubicBezTo>
                  <a:cubicBezTo>
                    <a:pt x="9106" y="3600"/>
                    <a:pt x="9165" y="3356"/>
                    <a:pt x="9165" y="3098"/>
                  </a:cubicBezTo>
                  <a:cubicBezTo>
                    <a:pt x="9165" y="2256"/>
                    <a:pt x="8571" y="1555"/>
                    <a:pt x="7774" y="1378"/>
                  </a:cubicBezTo>
                  <a:cubicBezTo>
                    <a:pt x="7611" y="584"/>
                    <a:pt x="6910" y="1"/>
                    <a:pt x="6068" y="1"/>
                  </a:cubicBezTo>
                  <a:cubicBezTo>
                    <a:pt x="5518" y="1"/>
                    <a:pt x="5039" y="245"/>
                    <a:pt x="4713" y="632"/>
                  </a:cubicBezTo>
                  <a:cubicBezTo>
                    <a:pt x="4396" y="245"/>
                    <a:pt x="3905" y="1"/>
                    <a:pt x="33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73" name="Google Shape;1373;p48"/>
            <p:cNvSpPr/>
            <p:nvPr/>
          </p:nvSpPr>
          <p:spPr>
            <a:xfrm>
              <a:off x="8088263" y="2795675"/>
              <a:ext cx="40650" cy="20225"/>
            </a:xfrm>
            <a:custGeom>
              <a:rect l="l" t="t" r="r" b="b"/>
              <a:pathLst>
                <a:path w="1626" h="809" extrusionOk="0">
                  <a:moveTo>
                    <a:pt x="411" y="1"/>
                  </a:moveTo>
                  <a:cubicBezTo>
                    <a:pt x="189" y="1"/>
                    <a:pt x="1" y="177"/>
                    <a:pt x="1" y="399"/>
                  </a:cubicBezTo>
                  <a:cubicBezTo>
                    <a:pt x="1" y="621"/>
                    <a:pt x="189" y="809"/>
                    <a:pt x="411" y="809"/>
                  </a:cubicBezTo>
                  <a:lnTo>
                    <a:pt x="1216" y="809"/>
                  </a:lnTo>
                  <a:cubicBezTo>
                    <a:pt x="1440" y="809"/>
                    <a:pt x="1625" y="621"/>
                    <a:pt x="1625" y="399"/>
                  </a:cubicBezTo>
                  <a:cubicBezTo>
                    <a:pt x="1625" y="177"/>
                    <a:pt x="1440" y="1"/>
                    <a:pt x="12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74" name="Google Shape;1374;p48"/>
            <p:cNvSpPr/>
            <p:nvPr/>
          </p:nvSpPr>
          <p:spPr>
            <a:xfrm>
              <a:off x="8080063" y="2728225"/>
              <a:ext cx="40700" cy="30350"/>
            </a:xfrm>
            <a:custGeom>
              <a:rect l="l" t="t" r="r" b="b"/>
              <a:pathLst>
                <a:path w="1628" h="1214" extrusionOk="0">
                  <a:moveTo>
                    <a:pt x="1167" y="0"/>
                  </a:moveTo>
                  <a:cubicBezTo>
                    <a:pt x="1097" y="0"/>
                    <a:pt x="1026" y="18"/>
                    <a:pt x="960" y="56"/>
                  </a:cubicBezTo>
                  <a:lnTo>
                    <a:pt x="259" y="454"/>
                  </a:lnTo>
                  <a:cubicBezTo>
                    <a:pt x="71" y="572"/>
                    <a:pt x="1" y="816"/>
                    <a:pt x="119" y="1004"/>
                  </a:cubicBezTo>
                  <a:cubicBezTo>
                    <a:pt x="190" y="1138"/>
                    <a:pt x="323" y="1213"/>
                    <a:pt x="463" y="1213"/>
                  </a:cubicBezTo>
                  <a:cubicBezTo>
                    <a:pt x="532" y="1213"/>
                    <a:pt x="603" y="1195"/>
                    <a:pt x="668" y="1156"/>
                  </a:cubicBezTo>
                  <a:lnTo>
                    <a:pt x="1370" y="757"/>
                  </a:lnTo>
                  <a:cubicBezTo>
                    <a:pt x="1569" y="642"/>
                    <a:pt x="1628" y="395"/>
                    <a:pt x="1521" y="196"/>
                  </a:cubicBezTo>
                  <a:cubicBezTo>
                    <a:pt x="1442" y="72"/>
                    <a:pt x="1307" y="0"/>
                    <a:pt x="1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75" name="Google Shape;1375;p48"/>
            <p:cNvSpPr/>
            <p:nvPr/>
          </p:nvSpPr>
          <p:spPr>
            <a:xfrm>
              <a:off x="8080063" y="2852850"/>
              <a:ext cx="40700" cy="30350"/>
            </a:xfrm>
            <a:custGeom>
              <a:rect l="l" t="t" r="r" b="b"/>
              <a:pathLst>
                <a:path w="1628" h="1214" extrusionOk="0">
                  <a:moveTo>
                    <a:pt x="465" y="0"/>
                  </a:moveTo>
                  <a:cubicBezTo>
                    <a:pt x="325" y="0"/>
                    <a:pt x="190" y="71"/>
                    <a:pt x="119" y="205"/>
                  </a:cubicBezTo>
                  <a:cubicBezTo>
                    <a:pt x="1" y="401"/>
                    <a:pt x="71" y="648"/>
                    <a:pt x="259" y="752"/>
                  </a:cubicBezTo>
                  <a:lnTo>
                    <a:pt x="960" y="1161"/>
                  </a:lnTo>
                  <a:cubicBezTo>
                    <a:pt x="1026" y="1197"/>
                    <a:pt x="1097" y="1214"/>
                    <a:pt x="1166" y="1214"/>
                  </a:cubicBezTo>
                  <a:cubicBezTo>
                    <a:pt x="1307" y="1214"/>
                    <a:pt x="1442" y="1143"/>
                    <a:pt x="1521" y="1010"/>
                  </a:cubicBezTo>
                  <a:cubicBezTo>
                    <a:pt x="1628" y="822"/>
                    <a:pt x="1569" y="567"/>
                    <a:pt x="1370" y="460"/>
                  </a:cubicBezTo>
                  <a:lnTo>
                    <a:pt x="668" y="50"/>
                  </a:lnTo>
                  <a:cubicBezTo>
                    <a:pt x="603" y="17"/>
                    <a:pt x="534" y="0"/>
                    <a:pt x="4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76" name="Google Shape;1376;p48"/>
            <p:cNvSpPr/>
            <p:nvPr/>
          </p:nvSpPr>
          <p:spPr>
            <a:xfrm>
              <a:off x="7783763" y="2795675"/>
              <a:ext cx="40350" cy="20225"/>
            </a:xfrm>
            <a:custGeom>
              <a:rect l="l" t="t" r="r" b="b"/>
              <a:pathLst>
                <a:path w="1613" h="809" extrusionOk="0">
                  <a:moveTo>
                    <a:pt x="399" y="1"/>
                  </a:moveTo>
                  <a:cubicBezTo>
                    <a:pt x="177" y="1"/>
                    <a:pt x="0" y="177"/>
                    <a:pt x="0" y="399"/>
                  </a:cubicBezTo>
                  <a:cubicBezTo>
                    <a:pt x="0" y="621"/>
                    <a:pt x="177" y="809"/>
                    <a:pt x="399" y="809"/>
                  </a:cubicBezTo>
                  <a:lnTo>
                    <a:pt x="1207" y="809"/>
                  </a:lnTo>
                  <a:cubicBezTo>
                    <a:pt x="1439" y="809"/>
                    <a:pt x="1613" y="621"/>
                    <a:pt x="1613" y="399"/>
                  </a:cubicBezTo>
                  <a:cubicBezTo>
                    <a:pt x="1613" y="177"/>
                    <a:pt x="1439" y="1"/>
                    <a:pt x="12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77" name="Google Shape;1377;p48"/>
            <p:cNvSpPr/>
            <p:nvPr/>
          </p:nvSpPr>
          <p:spPr>
            <a:xfrm>
              <a:off x="7791688" y="2728225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460" y="0"/>
                  </a:moveTo>
                  <a:cubicBezTo>
                    <a:pt x="321" y="0"/>
                    <a:pt x="187" y="72"/>
                    <a:pt x="118" y="196"/>
                  </a:cubicBezTo>
                  <a:cubicBezTo>
                    <a:pt x="0" y="395"/>
                    <a:pt x="70" y="642"/>
                    <a:pt x="258" y="757"/>
                  </a:cubicBezTo>
                  <a:lnTo>
                    <a:pt x="960" y="1156"/>
                  </a:lnTo>
                  <a:cubicBezTo>
                    <a:pt x="1025" y="1195"/>
                    <a:pt x="1095" y="1213"/>
                    <a:pt x="1164" y="1213"/>
                  </a:cubicBezTo>
                  <a:cubicBezTo>
                    <a:pt x="1304" y="1213"/>
                    <a:pt x="1437" y="1138"/>
                    <a:pt x="1507" y="1004"/>
                  </a:cubicBezTo>
                  <a:cubicBezTo>
                    <a:pt x="1625" y="816"/>
                    <a:pt x="1554" y="572"/>
                    <a:pt x="1366" y="454"/>
                  </a:cubicBezTo>
                  <a:lnTo>
                    <a:pt x="665" y="56"/>
                  </a:lnTo>
                  <a:cubicBezTo>
                    <a:pt x="600" y="18"/>
                    <a:pt x="529" y="0"/>
                    <a:pt x="4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78" name="Google Shape;1378;p48"/>
            <p:cNvSpPr/>
            <p:nvPr/>
          </p:nvSpPr>
          <p:spPr>
            <a:xfrm>
              <a:off x="7791688" y="2852850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1161" y="0"/>
                  </a:moveTo>
                  <a:cubicBezTo>
                    <a:pt x="1093" y="0"/>
                    <a:pt x="1024" y="17"/>
                    <a:pt x="960" y="50"/>
                  </a:cubicBezTo>
                  <a:lnTo>
                    <a:pt x="258" y="460"/>
                  </a:lnTo>
                  <a:cubicBezTo>
                    <a:pt x="70" y="567"/>
                    <a:pt x="0" y="822"/>
                    <a:pt x="118" y="1010"/>
                  </a:cubicBezTo>
                  <a:cubicBezTo>
                    <a:pt x="188" y="1143"/>
                    <a:pt x="321" y="1214"/>
                    <a:pt x="461" y="1214"/>
                  </a:cubicBezTo>
                  <a:cubicBezTo>
                    <a:pt x="530" y="1214"/>
                    <a:pt x="600" y="1197"/>
                    <a:pt x="665" y="1161"/>
                  </a:cubicBezTo>
                  <a:lnTo>
                    <a:pt x="1366" y="752"/>
                  </a:lnTo>
                  <a:cubicBezTo>
                    <a:pt x="1554" y="648"/>
                    <a:pt x="1625" y="401"/>
                    <a:pt x="1507" y="205"/>
                  </a:cubicBezTo>
                  <a:cubicBezTo>
                    <a:pt x="1437" y="71"/>
                    <a:pt x="1302" y="0"/>
                    <a:pt x="1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379" name="Google Shape;1379;p48"/>
          <p:cNvGrpSpPr/>
          <p:nvPr/>
        </p:nvGrpSpPr>
        <p:grpSpPr>
          <a:xfrm>
            <a:off x="1002063" y="2538075"/>
            <a:ext cx="345125" cy="345425"/>
            <a:chOff x="997838" y="2690475"/>
            <a:chExt cx="345125" cy="345425"/>
          </a:xfrm>
        </p:grpSpPr>
        <p:sp>
          <p:nvSpPr>
            <p:cNvPr id="1380" name="Google Shape;1380;p48"/>
            <p:cNvSpPr/>
            <p:nvPr/>
          </p:nvSpPr>
          <p:spPr>
            <a:xfrm>
              <a:off x="1267563" y="2758300"/>
              <a:ext cx="41550" cy="20150"/>
            </a:xfrm>
            <a:custGeom>
              <a:rect l="l" t="t" r="r" b="b"/>
              <a:pathLst>
                <a:path w="1662" h="805" extrusionOk="0">
                  <a:moveTo>
                    <a:pt x="432" y="0"/>
                  </a:moveTo>
                  <a:cubicBezTo>
                    <a:pt x="188" y="0"/>
                    <a:pt x="0" y="200"/>
                    <a:pt x="23" y="444"/>
                  </a:cubicBezTo>
                  <a:cubicBezTo>
                    <a:pt x="48" y="654"/>
                    <a:pt x="233" y="806"/>
                    <a:pt x="432" y="806"/>
                  </a:cubicBezTo>
                  <a:lnTo>
                    <a:pt x="1226" y="806"/>
                  </a:lnTo>
                  <a:cubicBezTo>
                    <a:pt x="1437" y="806"/>
                    <a:pt x="1613" y="654"/>
                    <a:pt x="1636" y="444"/>
                  </a:cubicBezTo>
                  <a:cubicBezTo>
                    <a:pt x="1661" y="200"/>
                    <a:pt x="147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81" name="Google Shape;1381;p48"/>
            <p:cNvSpPr/>
            <p:nvPr/>
          </p:nvSpPr>
          <p:spPr>
            <a:xfrm>
              <a:off x="1259988" y="2704400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1163" y="0"/>
                  </a:moveTo>
                  <a:cubicBezTo>
                    <a:pt x="1094" y="0"/>
                    <a:pt x="1023" y="17"/>
                    <a:pt x="957" y="52"/>
                  </a:cubicBezTo>
                  <a:lnTo>
                    <a:pt x="256" y="462"/>
                  </a:lnTo>
                  <a:cubicBezTo>
                    <a:pt x="70" y="577"/>
                    <a:pt x="0" y="824"/>
                    <a:pt x="115" y="1009"/>
                  </a:cubicBezTo>
                  <a:cubicBezTo>
                    <a:pt x="187" y="1143"/>
                    <a:pt x="321" y="1214"/>
                    <a:pt x="462" y="1214"/>
                  </a:cubicBezTo>
                  <a:cubicBezTo>
                    <a:pt x="530" y="1214"/>
                    <a:pt x="600" y="1197"/>
                    <a:pt x="665" y="1163"/>
                  </a:cubicBezTo>
                  <a:lnTo>
                    <a:pt x="1366" y="754"/>
                  </a:lnTo>
                  <a:cubicBezTo>
                    <a:pt x="1554" y="647"/>
                    <a:pt x="1625" y="403"/>
                    <a:pt x="1507" y="204"/>
                  </a:cubicBezTo>
                  <a:cubicBezTo>
                    <a:pt x="1437" y="71"/>
                    <a:pt x="1304" y="0"/>
                    <a:pt x="11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82" name="Google Shape;1382;p48"/>
            <p:cNvSpPr/>
            <p:nvPr/>
          </p:nvSpPr>
          <p:spPr>
            <a:xfrm>
              <a:off x="1259988" y="2802150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457" y="1"/>
                  </a:moveTo>
                  <a:cubicBezTo>
                    <a:pt x="318" y="1"/>
                    <a:pt x="186" y="74"/>
                    <a:pt x="115" y="199"/>
                  </a:cubicBezTo>
                  <a:cubicBezTo>
                    <a:pt x="0" y="395"/>
                    <a:pt x="70" y="642"/>
                    <a:pt x="256" y="760"/>
                  </a:cubicBezTo>
                  <a:lnTo>
                    <a:pt x="957" y="1155"/>
                  </a:lnTo>
                  <a:cubicBezTo>
                    <a:pt x="1023" y="1195"/>
                    <a:pt x="1095" y="1213"/>
                    <a:pt x="1166" y="1213"/>
                  </a:cubicBezTo>
                  <a:cubicBezTo>
                    <a:pt x="1305" y="1213"/>
                    <a:pt x="1438" y="1140"/>
                    <a:pt x="1507" y="1015"/>
                  </a:cubicBezTo>
                  <a:cubicBezTo>
                    <a:pt x="1625" y="816"/>
                    <a:pt x="1554" y="572"/>
                    <a:pt x="1366" y="454"/>
                  </a:cubicBezTo>
                  <a:lnTo>
                    <a:pt x="665" y="59"/>
                  </a:lnTo>
                  <a:cubicBezTo>
                    <a:pt x="599" y="19"/>
                    <a:pt x="527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83" name="Google Shape;1383;p48"/>
            <p:cNvSpPr/>
            <p:nvPr/>
          </p:nvSpPr>
          <p:spPr>
            <a:xfrm>
              <a:off x="1031688" y="2758300"/>
              <a:ext cx="41550" cy="20150"/>
            </a:xfrm>
            <a:custGeom>
              <a:rect l="l" t="t" r="r" b="b"/>
              <a:pathLst>
                <a:path w="1662" h="805" extrusionOk="0">
                  <a:moveTo>
                    <a:pt x="436" y="0"/>
                  </a:moveTo>
                  <a:cubicBezTo>
                    <a:pt x="225" y="0"/>
                    <a:pt x="49" y="152"/>
                    <a:pt x="26" y="351"/>
                  </a:cubicBezTo>
                  <a:cubicBezTo>
                    <a:pt x="1" y="595"/>
                    <a:pt x="189" y="806"/>
                    <a:pt x="422" y="806"/>
                  </a:cubicBezTo>
                  <a:lnTo>
                    <a:pt x="1230" y="806"/>
                  </a:lnTo>
                  <a:cubicBezTo>
                    <a:pt x="1429" y="806"/>
                    <a:pt x="1614" y="654"/>
                    <a:pt x="1639" y="444"/>
                  </a:cubicBezTo>
                  <a:cubicBezTo>
                    <a:pt x="1662" y="200"/>
                    <a:pt x="1474" y="0"/>
                    <a:pt x="12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84" name="Google Shape;1384;p48"/>
            <p:cNvSpPr/>
            <p:nvPr/>
          </p:nvSpPr>
          <p:spPr>
            <a:xfrm>
              <a:off x="1040188" y="2704400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462" y="0"/>
                  </a:moveTo>
                  <a:cubicBezTo>
                    <a:pt x="321" y="0"/>
                    <a:pt x="188" y="71"/>
                    <a:pt x="118" y="204"/>
                  </a:cubicBezTo>
                  <a:cubicBezTo>
                    <a:pt x="0" y="403"/>
                    <a:pt x="71" y="647"/>
                    <a:pt x="259" y="754"/>
                  </a:cubicBezTo>
                  <a:lnTo>
                    <a:pt x="960" y="1163"/>
                  </a:lnTo>
                  <a:cubicBezTo>
                    <a:pt x="1025" y="1197"/>
                    <a:pt x="1095" y="1214"/>
                    <a:pt x="1163" y="1214"/>
                  </a:cubicBezTo>
                  <a:cubicBezTo>
                    <a:pt x="1304" y="1214"/>
                    <a:pt x="1438" y="1143"/>
                    <a:pt x="1510" y="1009"/>
                  </a:cubicBezTo>
                  <a:cubicBezTo>
                    <a:pt x="1625" y="824"/>
                    <a:pt x="1555" y="577"/>
                    <a:pt x="1369" y="462"/>
                  </a:cubicBezTo>
                  <a:lnTo>
                    <a:pt x="668" y="52"/>
                  </a:lnTo>
                  <a:cubicBezTo>
                    <a:pt x="602" y="17"/>
                    <a:pt x="531" y="0"/>
                    <a:pt x="4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85" name="Google Shape;1385;p48"/>
            <p:cNvSpPr/>
            <p:nvPr/>
          </p:nvSpPr>
          <p:spPr>
            <a:xfrm>
              <a:off x="1040188" y="2802150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1168" y="1"/>
                  </a:moveTo>
                  <a:cubicBezTo>
                    <a:pt x="1098" y="1"/>
                    <a:pt x="1026" y="19"/>
                    <a:pt x="960" y="59"/>
                  </a:cubicBezTo>
                  <a:lnTo>
                    <a:pt x="259" y="454"/>
                  </a:lnTo>
                  <a:cubicBezTo>
                    <a:pt x="71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30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5" y="642"/>
                    <a:pt x="1625" y="395"/>
                    <a:pt x="1510" y="199"/>
                  </a:cubicBezTo>
                  <a:cubicBezTo>
                    <a:pt x="1439" y="74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86" name="Google Shape;1386;p48"/>
            <p:cNvSpPr/>
            <p:nvPr/>
          </p:nvSpPr>
          <p:spPr>
            <a:xfrm>
              <a:off x="997838" y="2690475"/>
              <a:ext cx="345125" cy="345425"/>
            </a:xfrm>
            <a:custGeom>
              <a:rect l="l" t="t" r="r" b="b"/>
              <a:pathLst>
                <a:path w="13805" h="13817" extrusionOk="0">
                  <a:moveTo>
                    <a:pt x="6895" y="820"/>
                  </a:moveTo>
                  <a:cubicBezTo>
                    <a:pt x="8172" y="820"/>
                    <a:pt x="9199" y="1847"/>
                    <a:pt x="9199" y="3109"/>
                  </a:cubicBezTo>
                  <a:cubicBezTo>
                    <a:pt x="9199" y="3799"/>
                    <a:pt x="8896" y="4441"/>
                    <a:pt x="8357" y="4876"/>
                  </a:cubicBezTo>
                  <a:cubicBezTo>
                    <a:pt x="8018" y="5168"/>
                    <a:pt x="7785" y="5541"/>
                    <a:pt x="7715" y="5939"/>
                  </a:cubicBezTo>
                  <a:lnTo>
                    <a:pt x="7305" y="5939"/>
                  </a:lnTo>
                  <a:lnTo>
                    <a:pt x="7305" y="3824"/>
                  </a:lnTo>
                  <a:lnTo>
                    <a:pt x="7995" y="3134"/>
                  </a:lnTo>
                  <a:cubicBezTo>
                    <a:pt x="8135" y="2994"/>
                    <a:pt x="8158" y="2758"/>
                    <a:pt x="8032" y="2596"/>
                  </a:cubicBezTo>
                  <a:cubicBezTo>
                    <a:pt x="7950" y="2490"/>
                    <a:pt x="7833" y="2437"/>
                    <a:pt x="7715" y="2437"/>
                  </a:cubicBezTo>
                  <a:cubicBezTo>
                    <a:pt x="7610" y="2437"/>
                    <a:pt x="7505" y="2479"/>
                    <a:pt x="7423" y="2562"/>
                  </a:cubicBezTo>
                  <a:lnTo>
                    <a:pt x="6895" y="3075"/>
                  </a:lnTo>
                  <a:lnTo>
                    <a:pt x="6382" y="2562"/>
                  </a:lnTo>
                  <a:cubicBezTo>
                    <a:pt x="6300" y="2479"/>
                    <a:pt x="6195" y="2437"/>
                    <a:pt x="6090" y="2437"/>
                  </a:cubicBezTo>
                  <a:cubicBezTo>
                    <a:pt x="5972" y="2437"/>
                    <a:pt x="5855" y="2490"/>
                    <a:pt x="5773" y="2596"/>
                  </a:cubicBezTo>
                  <a:cubicBezTo>
                    <a:pt x="5647" y="2758"/>
                    <a:pt x="5670" y="2994"/>
                    <a:pt x="5810" y="3134"/>
                  </a:cubicBezTo>
                  <a:lnTo>
                    <a:pt x="6500" y="3824"/>
                  </a:lnTo>
                  <a:lnTo>
                    <a:pt x="6500" y="5939"/>
                  </a:lnTo>
                  <a:lnTo>
                    <a:pt x="6090" y="5939"/>
                  </a:lnTo>
                  <a:cubicBezTo>
                    <a:pt x="6020" y="5541"/>
                    <a:pt x="5787" y="5168"/>
                    <a:pt x="5448" y="4876"/>
                  </a:cubicBezTo>
                  <a:cubicBezTo>
                    <a:pt x="4909" y="4441"/>
                    <a:pt x="4606" y="3799"/>
                    <a:pt x="4606" y="3109"/>
                  </a:cubicBezTo>
                  <a:cubicBezTo>
                    <a:pt x="4606" y="1847"/>
                    <a:pt x="5633" y="820"/>
                    <a:pt x="6895" y="820"/>
                  </a:cubicBezTo>
                  <a:close/>
                  <a:moveTo>
                    <a:pt x="7681" y="6756"/>
                  </a:moveTo>
                  <a:lnTo>
                    <a:pt x="7681" y="7424"/>
                  </a:lnTo>
                  <a:cubicBezTo>
                    <a:pt x="7681" y="7505"/>
                    <a:pt x="7622" y="7564"/>
                    <a:pt x="7552" y="7564"/>
                  </a:cubicBezTo>
                  <a:lnTo>
                    <a:pt x="6253" y="7564"/>
                  </a:lnTo>
                  <a:cubicBezTo>
                    <a:pt x="6183" y="7564"/>
                    <a:pt x="6124" y="7505"/>
                    <a:pt x="6124" y="7424"/>
                  </a:cubicBezTo>
                  <a:lnTo>
                    <a:pt x="6124" y="6756"/>
                  </a:lnTo>
                  <a:close/>
                  <a:moveTo>
                    <a:pt x="2561" y="8383"/>
                  </a:moveTo>
                  <a:cubicBezTo>
                    <a:pt x="3004" y="8383"/>
                    <a:pt x="3366" y="8745"/>
                    <a:pt x="3366" y="9188"/>
                  </a:cubicBezTo>
                  <a:cubicBezTo>
                    <a:pt x="3366" y="9631"/>
                    <a:pt x="3004" y="9996"/>
                    <a:pt x="2561" y="9996"/>
                  </a:cubicBezTo>
                  <a:cubicBezTo>
                    <a:pt x="2115" y="9996"/>
                    <a:pt x="1753" y="9631"/>
                    <a:pt x="1753" y="9188"/>
                  </a:cubicBezTo>
                  <a:cubicBezTo>
                    <a:pt x="1753" y="8745"/>
                    <a:pt x="2115" y="8383"/>
                    <a:pt x="2561" y="8383"/>
                  </a:cubicBezTo>
                  <a:close/>
                  <a:moveTo>
                    <a:pt x="11244" y="8383"/>
                  </a:moveTo>
                  <a:cubicBezTo>
                    <a:pt x="11690" y="8383"/>
                    <a:pt x="12052" y="8745"/>
                    <a:pt x="12052" y="9188"/>
                  </a:cubicBezTo>
                  <a:cubicBezTo>
                    <a:pt x="12052" y="9631"/>
                    <a:pt x="11690" y="9996"/>
                    <a:pt x="11244" y="9996"/>
                  </a:cubicBezTo>
                  <a:cubicBezTo>
                    <a:pt x="10800" y="9996"/>
                    <a:pt x="10439" y="9631"/>
                    <a:pt x="10439" y="9188"/>
                  </a:cubicBezTo>
                  <a:cubicBezTo>
                    <a:pt x="10439" y="8745"/>
                    <a:pt x="10800" y="8383"/>
                    <a:pt x="11244" y="8383"/>
                  </a:cubicBezTo>
                  <a:close/>
                  <a:moveTo>
                    <a:pt x="6500" y="8369"/>
                  </a:moveTo>
                  <a:lnTo>
                    <a:pt x="6500" y="9830"/>
                  </a:lnTo>
                  <a:cubicBezTo>
                    <a:pt x="6500" y="10812"/>
                    <a:pt x="5703" y="11609"/>
                    <a:pt x="4721" y="11609"/>
                  </a:cubicBezTo>
                  <a:cubicBezTo>
                    <a:pt x="4500" y="11609"/>
                    <a:pt x="4315" y="11783"/>
                    <a:pt x="4315" y="12005"/>
                  </a:cubicBezTo>
                  <a:lnTo>
                    <a:pt x="4315" y="13012"/>
                  </a:lnTo>
                  <a:lnTo>
                    <a:pt x="808" y="13012"/>
                  </a:lnTo>
                  <a:lnTo>
                    <a:pt x="808" y="12005"/>
                  </a:lnTo>
                  <a:cubicBezTo>
                    <a:pt x="808" y="11340"/>
                    <a:pt x="1355" y="10801"/>
                    <a:pt x="2023" y="10801"/>
                  </a:cubicBezTo>
                  <a:lnTo>
                    <a:pt x="4721" y="10801"/>
                  </a:lnTo>
                  <a:cubicBezTo>
                    <a:pt x="5260" y="10801"/>
                    <a:pt x="5692" y="10358"/>
                    <a:pt x="5692" y="9830"/>
                  </a:cubicBezTo>
                  <a:lnTo>
                    <a:pt x="5692" y="8778"/>
                  </a:lnTo>
                  <a:cubicBezTo>
                    <a:pt x="5692" y="8557"/>
                    <a:pt x="5869" y="8369"/>
                    <a:pt x="6090" y="8369"/>
                  </a:cubicBezTo>
                  <a:close/>
                  <a:moveTo>
                    <a:pt x="7715" y="8369"/>
                  </a:moveTo>
                  <a:cubicBezTo>
                    <a:pt x="7936" y="8369"/>
                    <a:pt x="8113" y="8557"/>
                    <a:pt x="8113" y="8778"/>
                  </a:cubicBezTo>
                  <a:lnTo>
                    <a:pt x="8113" y="9830"/>
                  </a:lnTo>
                  <a:cubicBezTo>
                    <a:pt x="8113" y="10358"/>
                    <a:pt x="8545" y="10801"/>
                    <a:pt x="9084" y="10801"/>
                  </a:cubicBezTo>
                  <a:lnTo>
                    <a:pt x="11782" y="10801"/>
                  </a:lnTo>
                  <a:cubicBezTo>
                    <a:pt x="12450" y="10801"/>
                    <a:pt x="12997" y="11340"/>
                    <a:pt x="12997" y="12005"/>
                  </a:cubicBezTo>
                  <a:lnTo>
                    <a:pt x="12997" y="13012"/>
                  </a:lnTo>
                  <a:lnTo>
                    <a:pt x="9490" y="13012"/>
                  </a:lnTo>
                  <a:lnTo>
                    <a:pt x="9490" y="12005"/>
                  </a:lnTo>
                  <a:cubicBezTo>
                    <a:pt x="9490" y="11783"/>
                    <a:pt x="9305" y="11609"/>
                    <a:pt x="9084" y="11609"/>
                  </a:cubicBezTo>
                  <a:cubicBezTo>
                    <a:pt x="8102" y="11609"/>
                    <a:pt x="7305" y="10812"/>
                    <a:pt x="7305" y="9830"/>
                  </a:cubicBezTo>
                  <a:lnTo>
                    <a:pt x="7305" y="8369"/>
                  </a:lnTo>
                  <a:close/>
                  <a:moveTo>
                    <a:pt x="6895" y="1"/>
                  </a:moveTo>
                  <a:cubicBezTo>
                    <a:pt x="5190" y="1"/>
                    <a:pt x="3787" y="1403"/>
                    <a:pt x="3787" y="3123"/>
                  </a:cubicBezTo>
                  <a:cubicBezTo>
                    <a:pt x="3787" y="4057"/>
                    <a:pt x="4197" y="4921"/>
                    <a:pt x="4921" y="5519"/>
                  </a:cubicBezTo>
                  <a:cubicBezTo>
                    <a:pt x="5167" y="5729"/>
                    <a:pt x="5308" y="6010"/>
                    <a:pt x="5308" y="6290"/>
                  </a:cubicBezTo>
                  <a:lnTo>
                    <a:pt x="5308" y="7446"/>
                  </a:lnTo>
                  <a:cubicBezTo>
                    <a:pt x="5308" y="7575"/>
                    <a:pt x="5341" y="7693"/>
                    <a:pt x="5378" y="7797"/>
                  </a:cubicBezTo>
                  <a:cubicBezTo>
                    <a:pt x="5072" y="8018"/>
                    <a:pt x="4876" y="8369"/>
                    <a:pt x="4876" y="8767"/>
                  </a:cubicBezTo>
                  <a:lnTo>
                    <a:pt x="4876" y="9830"/>
                  </a:lnTo>
                  <a:cubicBezTo>
                    <a:pt x="4876" y="9912"/>
                    <a:pt x="4806" y="9982"/>
                    <a:pt x="4721" y="9982"/>
                  </a:cubicBezTo>
                  <a:lnTo>
                    <a:pt x="3964" y="9982"/>
                  </a:lnTo>
                  <a:cubicBezTo>
                    <a:pt x="4115" y="9727"/>
                    <a:pt x="4197" y="9435"/>
                    <a:pt x="4174" y="9107"/>
                  </a:cubicBezTo>
                  <a:cubicBezTo>
                    <a:pt x="4138" y="8276"/>
                    <a:pt x="3473" y="7597"/>
                    <a:pt x="2643" y="7564"/>
                  </a:cubicBezTo>
                  <a:cubicBezTo>
                    <a:pt x="2614" y="7562"/>
                    <a:pt x="2586" y="7562"/>
                    <a:pt x="2558" y="7562"/>
                  </a:cubicBezTo>
                  <a:cubicBezTo>
                    <a:pt x="1660" y="7562"/>
                    <a:pt x="948" y="8293"/>
                    <a:pt x="948" y="9177"/>
                  </a:cubicBezTo>
                  <a:cubicBezTo>
                    <a:pt x="948" y="9539"/>
                    <a:pt x="1063" y="9867"/>
                    <a:pt x="1262" y="10136"/>
                  </a:cubicBezTo>
                  <a:cubicBezTo>
                    <a:pt x="527" y="10439"/>
                    <a:pt x="0" y="11163"/>
                    <a:pt x="0" y="12005"/>
                  </a:cubicBezTo>
                  <a:lnTo>
                    <a:pt x="0" y="13407"/>
                  </a:lnTo>
                  <a:cubicBezTo>
                    <a:pt x="0" y="13629"/>
                    <a:pt x="177" y="13817"/>
                    <a:pt x="410" y="13817"/>
                  </a:cubicBezTo>
                  <a:lnTo>
                    <a:pt x="4721" y="13817"/>
                  </a:lnTo>
                  <a:cubicBezTo>
                    <a:pt x="4946" y="13817"/>
                    <a:pt x="5120" y="13629"/>
                    <a:pt x="5120" y="13407"/>
                  </a:cubicBezTo>
                  <a:lnTo>
                    <a:pt x="5120" y="12380"/>
                  </a:lnTo>
                  <a:cubicBezTo>
                    <a:pt x="5869" y="12263"/>
                    <a:pt x="6511" y="11831"/>
                    <a:pt x="6895" y="11211"/>
                  </a:cubicBezTo>
                  <a:cubicBezTo>
                    <a:pt x="7294" y="11831"/>
                    <a:pt x="7936" y="12263"/>
                    <a:pt x="8685" y="12380"/>
                  </a:cubicBezTo>
                  <a:lnTo>
                    <a:pt x="8685" y="13407"/>
                  </a:lnTo>
                  <a:cubicBezTo>
                    <a:pt x="8685" y="13629"/>
                    <a:pt x="8859" y="13817"/>
                    <a:pt x="9084" y="13817"/>
                  </a:cubicBezTo>
                  <a:lnTo>
                    <a:pt x="13395" y="13817"/>
                  </a:lnTo>
                  <a:cubicBezTo>
                    <a:pt x="13617" y="13817"/>
                    <a:pt x="13805" y="13629"/>
                    <a:pt x="13805" y="13407"/>
                  </a:cubicBezTo>
                  <a:lnTo>
                    <a:pt x="13805" y="12005"/>
                  </a:lnTo>
                  <a:cubicBezTo>
                    <a:pt x="13805" y="11163"/>
                    <a:pt x="13278" y="10439"/>
                    <a:pt x="12543" y="10136"/>
                  </a:cubicBezTo>
                  <a:cubicBezTo>
                    <a:pt x="12764" y="9842"/>
                    <a:pt x="12882" y="9480"/>
                    <a:pt x="12857" y="9095"/>
                  </a:cubicBezTo>
                  <a:cubicBezTo>
                    <a:pt x="12812" y="8254"/>
                    <a:pt x="12111" y="7575"/>
                    <a:pt x="11269" y="7564"/>
                  </a:cubicBezTo>
                  <a:cubicBezTo>
                    <a:pt x="11262" y="7564"/>
                    <a:pt x="11255" y="7564"/>
                    <a:pt x="11248" y="7564"/>
                  </a:cubicBezTo>
                  <a:cubicBezTo>
                    <a:pt x="10357" y="7564"/>
                    <a:pt x="9619" y="8283"/>
                    <a:pt x="9619" y="9177"/>
                  </a:cubicBezTo>
                  <a:cubicBezTo>
                    <a:pt x="9619" y="9469"/>
                    <a:pt x="9701" y="9749"/>
                    <a:pt x="9841" y="9982"/>
                  </a:cubicBezTo>
                  <a:lnTo>
                    <a:pt x="9084" y="9982"/>
                  </a:lnTo>
                  <a:cubicBezTo>
                    <a:pt x="8999" y="9982"/>
                    <a:pt x="8918" y="9912"/>
                    <a:pt x="8918" y="9830"/>
                  </a:cubicBezTo>
                  <a:lnTo>
                    <a:pt x="8918" y="8778"/>
                  </a:lnTo>
                  <a:cubicBezTo>
                    <a:pt x="8918" y="8369"/>
                    <a:pt x="8733" y="8007"/>
                    <a:pt x="8427" y="7785"/>
                  </a:cubicBezTo>
                  <a:cubicBezTo>
                    <a:pt x="8464" y="7682"/>
                    <a:pt x="8497" y="7553"/>
                    <a:pt x="8497" y="7424"/>
                  </a:cubicBezTo>
                  <a:lnTo>
                    <a:pt x="8497" y="6290"/>
                  </a:lnTo>
                  <a:cubicBezTo>
                    <a:pt x="8497" y="6010"/>
                    <a:pt x="8638" y="5729"/>
                    <a:pt x="8884" y="5519"/>
                  </a:cubicBezTo>
                  <a:cubicBezTo>
                    <a:pt x="9608" y="4921"/>
                    <a:pt x="10018" y="4057"/>
                    <a:pt x="10018" y="3123"/>
                  </a:cubicBezTo>
                  <a:cubicBezTo>
                    <a:pt x="10018" y="1403"/>
                    <a:pt x="8615" y="1"/>
                    <a:pt x="6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387" name="Google Shape;1387;p48"/>
          <p:cNvSpPr/>
          <p:nvPr/>
        </p:nvSpPr>
        <p:spPr>
          <a:xfrm>
            <a:off x="7033063" y="2528650"/>
            <a:ext cx="334275" cy="345000"/>
          </a:xfrm>
          <a:custGeom>
            <a:rect l="l" t="t" r="r" b="b"/>
            <a:pathLst>
              <a:path w="13371" h="13800" extrusionOk="0">
                <a:moveTo>
                  <a:pt x="6697" y="1592"/>
                </a:moveTo>
                <a:cubicBezTo>
                  <a:pt x="6919" y="1592"/>
                  <a:pt x="7095" y="1780"/>
                  <a:pt x="7095" y="2002"/>
                </a:cubicBezTo>
                <a:cubicBezTo>
                  <a:pt x="7095" y="2224"/>
                  <a:pt x="6919" y="2412"/>
                  <a:pt x="6697" y="2412"/>
                </a:cubicBezTo>
                <a:cubicBezTo>
                  <a:pt x="6475" y="2412"/>
                  <a:pt x="6287" y="2224"/>
                  <a:pt x="6287" y="2002"/>
                </a:cubicBezTo>
                <a:cubicBezTo>
                  <a:pt x="6287" y="1780"/>
                  <a:pt x="6475" y="1592"/>
                  <a:pt x="6697" y="1592"/>
                </a:cubicBezTo>
                <a:close/>
                <a:moveTo>
                  <a:pt x="4265" y="2995"/>
                </a:moveTo>
                <a:cubicBezTo>
                  <a:pt x="4489" y="2995"/>
                  <a:pt x="4674" y="3183"/>
                  <a:pt x="4674" y="3405"/>
                </a:cubicBezTo>
                <a:cubicBezTo>
                  <a:pt x="4674" y="3626"/>
                  <a:pt x="4489" y="3803"/>
                  <a:pt x="4265" y="3803"/>
                </a:cubicBezTo>
                <a:cubicBezTo>
                  <a:pt x="4043" y="3803"/>
                  <a:pt x="3869" y="3626"/>
                  <a:pt x="3869" y="3405"/>
                </a:cubicBezTo>
                <a:cubicBezTo>
                  <a:pt x="3869" y="3183"/>
                  <a:pt x="4043" y="2995"/>
                  <a:pt x="4265" y="2995"/>
                </a:cubicBezTo>
                <a:close/>
                <a:moveTo>
                  <a:pt x="9118" y="2995"/>
                </a:moveTo>
                <a:cubicBezTo>
                  <a:pt x="9340" y="2995"/>
                  <a:pt x="9525" y="3183"/>
                  <a:pt x="9525" y="3405"/>
                </a:cubicBezTo>
                <a:cubicBezTo>
                  <a:pt x="9525" y="3626"/>
                  <a:pt x="9340" y="3803"/>
                  <a:pt x="9118" y="3803"/>
                </a:cubicBezTo>
                <a:cubicBezTo>
                  <a:pt x="8894" y="3803"/>
                  <a:pt x="8708" y="3626"/>
                  <a:pt x="8708" y="3405"/>
                </a:cubicBezTo>
                <a:cubicBezTo>
                  <a:pt x="8708" y="3183"/>
                  <a:pt x="8894" y="2995"/>
                  <a:pt x="9118" y="2995"/>
                </a:cubicBezTo>
                <a:close/>
                <a:moveTo>
                  <a:pt x="4265" y="5800"/>
                </a:moveTo>
                <a:cubicBezTo>
                  <a:pt x="4489" y="5800"/>
                  <a:pt x="4674" y="5977"/>
                  <a:pt x="4674" y="6199"/>
                </a:cubicBezTo>
                <a:cubicBezTo>
                  <a:pt x="4674" y="6420"/>
                  <a:pt x="4489" y="6608"/>
                  <a:pt x="4265" y="6608"/>
                </a:cubicBezTo>
                <a:cubicBezTo>
                  <a:pt x="4043" y="6608"/>
                  <a:pt x="3869" y="6420"/>
                  <a:pt x="3869" y="6199"/>
                </a:cubicBezTo>
                <a:cubicBezTo>
                  <a:pt x="3869" y="5977"/>
                  <a:pt x="4043" y="5800"/>
                  <a:pt x="4265" y="5800"/>
                </a:cubicBezTo>
                <a:close/>
                <a:moveTo>
                  <a:pt x="9118" y="5800"/>
                </a:moveTo>
                <a:cubicBezTo>
                  <a:pt x="9340" y="5800"/>
                  <a:pt x="9525" y="5977"/>
                  <a:pt x="9525" y="6199"/>
                </a:cubicBezTo>
                <a:cubicBezTo>
                  <a:pt x="9525" y="6420"/>
                  <a:pt x="9340" y="6608"/>
                  <a:pt x="9118" y="6608"/>
                </a:cubicBezTo>
                <a:cubicBezTo>
                  <a:pt x="8894" y="6608"/>
                  <a:pt x="8708" y="6420"/>
                  <a:pt x="8708" y="6199"/>
                </a:cubicBezTo>
                <a:cubicBezTo>
                  <a:pt x="8708" y="5977"/>
                  <a:pt x="8894" y="5800"/>
                  <a:pt x="9118" y="5800"/>
                </a:cubicBezTo>
                <a:close/>
                <a:moveTo>
                  <a:pt x="7491" y="2925"/>
                </a:moveTo>
                <a:lnTo>
                  <a:pt x="7937" y="3183"/>
                </a:lnTo>
                <a:cubicBezTo>
                  <a:pt x="7926" y="3253"/>
                  <a:pt x="7912" y="3323"/>
                  <a:pt x="7912" y="3405"/>
                </a:cubicBezTo>
                <a:cubicBezTo>
                  <a:pt x="7912" y="3932"/>
                  <a:pt x="8251" y="4375"/>
                  <a:pt x="8720" y="4538"/>
                </a:cubicBezTo>
                <a:lnTo>
                  <a:pt x="8720" y="5054"/>
                </a:lnTo>
                <a:cubicBezTo>
                  <a:pt x="8251" y="5228"/>
                  <a:pt x="7912" y="5674"/>
                  <a:pt x="7912" y="6199"/>
                </a:cubicBezTo>
                <a:cubicBezTo>
                  <a:pt x="7912" y="6280"/>
                  <a:pt x="7926" y="6350"/>
                  <a:pt x="7937" y="6420"/>
                </a:cubicBezTo>
                <a:lnTo>
                  <a:pt x="7491" y="6678"/>
                </a:lnTo>
                <a:cubicBezTo>
                  <a:pt x="7280" y="6502"/>
                  <a:pt x="7000" y="6387"/>
                  <a:pt x="6697" y="6387"/>
                </a:cubicBezTo>
                <a:cubicBezTo>
                  <a:pt x="6405" y="6387"/>
                  <a:pt x="6125" y="6502"/>
                  <a:pt x="5914" y="6678"/>
                </a:cubicBezTo>
                <a:lnTo>
                  <a:pt x="5471" y="6420"/>
                </a:lnTo>
                <a:cubicBezTo>
                  <a:pt x="5482" y="6350"/>
                  <a:pt x="5494" y="6280"/>
                  <a:pt x="5494" y="6199"/>
                </a:cubicBezTo>
                <a:cubicBezTo>
                  <a:pt x="5494" y="5674"/>
                  <a:pt x="5154" y="5228"/>
                  <a:pt x="4674" y="5054"/>
                </a:cubicBezTo>
                <a:lnTo>
                  <a:pt x="4674" y="4538"/>
                </a:lnTo>
                <a:cubicBezTo>
                  <a:pt x="5154" y="4375"/>
                  <a:pt x="5494" y="3932"/>
                  <a:pt x="5494" y="3405"/>
                </a:cubicBezTo>
                <a:cubicBezTo>
                  <a:pt x="5494" y="3323"/>
                  <a:pt x="5482" y="3253"/>
                  <a:pt x="5471" y="3183"/>
                </a:cubicBezTo>
                <a:lnTo>
                  <a:pt x="5914" y="2925"/>
                </a:lnTo>
                <a:cubicBezTo>
                  <a:pt x="6125" y="3102"/>
                  <a:pt x="6405" y="3219"/>
                  <a:pt x="6697" y="3219"/>
                </a:cubicBezTo>
                <a:cubicBezTo>
                  <a:pt x="7000" y="3219"/>
                  <a:pt x="7280" y="3102"/>
                  <a:pt x="7491" y="2925"/>
                </a:cubicBezTo>
                <a:close/>
                <a:moveTo>
                  <a:pt x="1847" y="7192"/>
                </a:moveTo>
                <a:cubicBezTo>
                  <a:pt x="2068" y="7192"/>
                  <a:pt x="2245" y="7380"/>
                  <a:pt x="2245" y="7601"/>
                </a:cubicBezTo>
                <a:cubicBezTo>
                  <a:pt x="2245" y="7823"/>
                  <a:pt x="2068" y="8000"/>
                  <a:pt x="1847" y="8000"/>
                </a:cubicBezTo>
                <a:cubicBezTo>
                  <a:pt x="1625" y="8000"/>
                  <a:pt x="1437" y="7823"/>
                  <a:pt x="1437" y="7601"/>
                </a:cubicBezTo>
                <a:cubicBezTo>
                  <a:pt x="1437" y="7380"/>
                  <a:pt x="1625" y="7192"/>
                  <a:pt x="1847" y="7192"/>
                </a:cubicBezTo>
                <a:close/>
                <a:moveTo>
                  <a:pt x="6697" y="7192"/>
                </a:moveTo>
                <a:cubicBezTo>
                  <a:pt x="6919" y="7192"/>
                  <a:pt x="7095" y="7380"/>
                  <a:pt x="7095" y="7601"/>
                </a:cubicBezTo>
                <a:cubicBezTo>
                  <a:pt x="7095" y="7823"/>
                  <a:pt x="6919" y="8000"/>
                  <a:pt x="6697" y="8000"/>
                </a:cubicBezTo>
                <a:cubicBezTo>
                  <a:pt x="6475" y="8000"/>
                  <a:pt x="6287" y="7823"/>
                  <a:pt x="6287" y="7601"/>
                </a:cubicBezTo>
                <a:cubicBezTo>
                  <a:pt x="6287" y="7380"/>
                  <a:pt x="6475" y="7192"/>
                  <a:pt x="6697" y="7192"/>
                </a:cubicBezTo>
                <a:close/>
                <a:moveTo>
                  <a:pt x="11536" y="7192"/>
                </a:moveTo>
                <a:cubicBezTo>
                  <a:pt x="11758" y="7192"/>
                  <a:pt x="11946" y="7380"/>
                  <a:pt x="11946" y="7601"/>
                </a:cubicBezTo>
                <a:cubicBezTo>
                  <a:pt x="11946" y="7823"/>
                  <a:pt x="11758" y="8000"/>
                  <a:pt x="11536" y="8000"/>
                </a:cubicBezTo>
                <a:cubicBezTo>
                  <a:pt x="11315" y="8000"/>
                  <a:pt x="11138" y="7823"/>
                  <a:pt x="11138" y="7601"/>
                </a:cubicBezTo>
                <a:cubicBezTo>
                  <a:pt x="11138" y="7380"/>
                  <a:pt x="11315" y="7192"/>
                  <a:pt x="11536" y="7192"/>
                </a:cubicBezTo>
                <a:close/>
                <a:moveTo>
                  <a:pt x="1847" y="9997"/>
                </a:moveTo>
                <a:cubicBezTo>
                  <a:pt x="2068" y="9997"/>
                  <a:pt x="2245" y="10174"/>
                  <a:pt x="2245" y="10395"/>
                </a:cubicBezTo>
                <a:cubicBezTo>
                  <a:pt x="2245" y="10617"/>
                  <a:pt x="2068" y="10805"/>
                  <a:pt x="1847" y="10805"/>
                </a:cubicBezTo>
                <a:cubicBezTo>
                  <a:pt x="1625" y="10805"/>
                  <a:pt x="1437" y="10617"/>
                  <a:pt x="1437" y="10395"/>
                </a:cubicBezTo>
                <a:cubicBezTo>
                  <a:pt x="1437" y="10174"/>
                  <a:pt x="1625" y="9997"/>
                  <a:pt x="1847" y="9997"/>
                </a:cubicBezTo>
                <a:close/>
                <a:moveTo>
                  <a:pt x="6697" y="9997"/>
                </a:moveTo>
                <a:cubicBezTo>
                  <a:pt x="6919" y="9997"/>
                  <a:pt x="7095" y="10174"/>
                  <a:pt x="7095" y="10395"/>
                </a:cubicBezTo>
                <a:cubicBezTo>
                  <a:pt x="7095" y="10617"/>
                  <a:pt x="6919" y="10805"/>
                  <a:pt x="6697" y="10805"/>
                </a:cubicBezTo>
                <a:cubicBezTo>
                  <a:pt x="6475" y="10805"/>
                  <a:pt x="6287" y="10617"/>
                  <a:pt x="6287" y="10395"/>
                </a:cubicBezTo>
                <a:cubicBezTo>
                  <a:pt x="6287" y="10174"/>
                  <a:pt x="6475" y="9997"/>
                  <a:pt x="6697" y="9997"/>
                </a:cubicBezTo>
                <a:close/>
                <a:moveTo>
                  <a:pt x="11536" y="9997"/>
                </a:moveTo>
                <a:cubicBezTo>
                  <a:pt x="11758" y="9997"/>
                  <a:pt x="11946" y="10174"/>
                  <a:pt x="11946" y="10395"/>
                </a:cubicBezTo>
                <a:cubicBezTo>
                  <a:pt x="11946" y="10617"/>
                  <a:pt x="11758" y="10805"/>
                  <a:pt x="11536" y="10805"/>
                </a:cubicBezTo>
                <a:cubicBezTo>
                  <a:pt x="11315" y="10805"/>
                  <a:pt x="11138" y="10617"/>
                  <a:pt x="11138" y="10395"/>
                </a:cubicBezTo>
                <a:cubicBezTo>
                  <a:pt x="11138" y="10174"/>
                  <a:pt x="11315" y="9997"/>
                  <a:pt x="11536" y="9997"/>
                </a:cubicBezTo>
                <a:close/>
                <a:moveTo>
                  <a:pt x="5061" y="7122"/>
                </a:moveTo>
                <a:lnTo>
                  <a:pt x="5505" y="7380"/>
                </a:lnTo>
                <a:cubicBezTo>
                  <a:pt x="5494" y="7450"/>
                  <a:pt x="5494" y="7520"/>
                  <a:pt x="5494" y="7601"/>
                </a:cubicBezTo>
                <a:cubicBezTo>
                  <a:pt x="5494" y="8129"/>
                  <a:pt x="5833" y="8572"/>
                  <a:pt x="6299" y="8746"/>
                </a:cubicBezTo>
                <a:lnTo>
                  <a:pt x="6299" y="9262"/>
                </a:lnTo>
                <a:cubicBezTo>
                  <a:pt x="5833" y="9425"/>
                  <a:pt x="5494" y="9868"/>
                  <a:pt x="5494" y="10395"/>
                </a:cubicBezTo>
                <a:cubicBezTo>
                  <a:pt x="5494" y="10477"/>
                  <a:pt x="5494" y="10547"/>
                  <a:pt x="5505" y="10617"/>
                </a:cubicBezTo>
                <a:lnTo>
                  <a:pt x="5061" y="10875"/>
                </a:lnTo>
                <a:cubicBezTo>
                  <a:pt x="4851" y="10698"/>
                  <a:pt x="4582" y="10583"/>
                  <a:pt x="4279" y="10583"/>
                </a:cubicBezTo>
                <a:cubicBezTo>
                  <a:pt x="3973" y="10583"/>
                  <a:pt x="3704" y="10698"/>
                  <a:pt x="3482" y="10875"/>
                </a:cubicBezTo>
                <a:lnTo>
                  <a:pt x="3039" y="10617"/>
                </a:lnTo>
                <a:cubicBezTo>
                  <a:pt x="3061" y="10547"/>
                  <a:pt x="3061" y="10477"/>
                  <a:pt x="3061" y="10395"/>
                </a:cubicBezTo>
                <a:cubicBezTo>
                  <a:pt x="3061" y="9868"/>
                  <a:pt x="2722" y="9425"/>
                  <a:pt x="2256" y="9262"/>
                </a:cubicBezTo>
                <a:lnTo>
                  <a:pt x="2256" y="8746"/>
                </a:lnTo>
                <a:cubicBezTo>
                  <a:pt x="2722" y="8572"/>
                  <a:pt x="3061" y="8129"/>
                  <a:pt x="3061" y="7601"/>
                </a:cubicBezTo>
                <a:cubicBezTo>
                  <a:pt x="3061" y="7520"/>
                  <a:pt x="3061" y="7450"/>
                  <a:pt x="3039" y="7380"/>
                </a:cubicBezTo>
                <a:lnTo>
                  <a:pt x="3482" y="7122"/>
                </a:lnTo>
                <a:cubicBezTo>
                  <a:pt x="3704" y="7298"/>
                  <a:pt x="3973" y="7413"/>
                  <a:pt x="4279" y="7413"/>
                </a:cubicBezTo>
                <a:cubicBezTo>
                  <a:pt x="4582" y="7413"/>
                  <a:pt x="4851" y="7298"/>
                  <a:pt x="5061" y="7122"/>
                </a:cubicBezTo>
                <a:close/>
                <a:moveTo>
                  <a:pt x="9923" y="7122"/>
                </a:moveTo>
                <a:lnTo>
                  <a:pt x="10366" y="7380"/>
                </a:lnTo>
                <a:cubicBezTo>
                  <a:pt x="10344" y="7450"/>
                  <a:pt x="10344" y="7520"/>
                  <a:pt x="10344" y="7601"/>
                </a:cubicBezTo>
                <a:cubicBezTo>
                  <a:pt x="10344" y="8129"/>
                  <a:pt x="10683" y="8572"/>
                  <a:pt x="11152" y="8746"/>
                </a:cubicBezTo>
                <a:lnTo>
                  <a:pt x="11152" y="9262"/>
                </a:lnTo>
                <a:cubicBezTo>
                  <a:pt x="10683" y="9425"/>
                  <a:pt x="10344" y="9868"/>
                  <a:pt x="10344" y="10395"/>
                </a:cubicBezTo>
                <a:cubicBezTo>
                  <a:pt x="10344" y="10477"/>
                  <a:pt x="10344" y="10547"/>
                  <a:pt x="10366" y="10617"/>
                </a:cubicBezTo>
                <a:lnTo>
                  <a:pt x="9923" y="10875"/>
                </a:lnTo>
                <a:cubicBezTo>
                  <a:pt x="9701" y="10698"/>
                  <a:pt x="9432" y="10583"/>
                  <a:pt x="9129" y="10583"/>
                </a:cubicBezTo>
                <a:cubicBezTo>
                  <a:pt x="8823" y="10583"/>
                  <a:pt x="8557" y="10698"/>
                  <a:pt x="8347" y="10875"/>
                </a:cubicBezTo>
                <a:lnTo>
                  <a:pt x="7900" y="10617"/>
                </a:lnTo>
                <a:cubicBezTo>
                  <a:pt x="7912" y="10547"/>
                  <a:pt x="7912" y="10477"/>
                  <a:pt x="7912" y="10395"/>
                </a:cubicBezTo>
                <a:cubicBezTo>
                  <a:pt x="7912" y="9868"/>
                  <a:pt x="7575" y="9425"/>
                  <a:pt x="7107" y="9262"/>
                </a:cubicBezTo>
                <a:lnTo>
                  <a:pt x="7107" y="8746"/>
                </a:lnTo>
                <a:cubicBezTo>
                  <a:pt x="7575" y="8572"/>
                  <a:pt x="7912" y="8129"/>
                  <a:pt x="7912" y="7601"/>
                </a:cubicBezTo>
                <a:cubicBezTo>
                  <a:pt x="7912" y="7520"/>
                  <a:pt x="7912" y="7450"/>
                  <a:pt x="7900" y="7380"/>
                </a:cubicBezTo>
                <a:lnTo>
                  <a:pt x="8347" y="7122"/>
                </a:lnTo>
                <a:cubicBezTo>
                  <a:pt x="8557" y="7298"/>
                  <a:pt x="8823" y="7413"/>
                  <a:pt x="9129" y="7413"/>
                </a:cubicBezTo>
                <a:cubicBezTo>
                  <a:pt x="9432" y="7413"/>
                  <a:pt x="9701" y="7298"/>
                  <a:pt x="9923" y="7122"/>
                </a:cubicBezTo>
                <a:close/>
                <a:moveTo>
                  <a:pt x="4265" y="11388"/>
                </a:moveTo>
                <a:cubicBezTo>
                  <a:pt x="4489" y="11388"/>
                  <a:pt x="4674" y="11576"/>
                  <a:pt x="4674" y="11798"/>
                </a:cubicBezTo>
                <a:cubicBezTo>
                  <a:pt x="4674" y="12020"/>
                  <a:pt x="4489" y="12208"/>
                  <a:pt x="4265" y="12208"/>
                </a:cubicBezTo>
                <a:cubicBezTo>
                  <a:pt x="4043" y="12208"/>
                  <a:pt x="3869" y="12020"/>
                  <a:pt x="3869" y="11798"/>
                </a:cubicBezTo>
                <a:cubicBezTo>
                  <a:pt x="3869" y="11576"/>
                  <a:pt x="4043" y="11388"/>
                  <a:pt x="4265" y="11388"/>
                </a:cubicBezTo>
                <a:close/>
                <a:moveTo>
                  <a:pt x="9118" y="11388"/>
                </a:moveTo>
                <a:cubicBezTo>
                  <a:pt x="9340" y="11388"/>
                  <a:pt x="9525" y="11576"/>
                  <a:pt x="9525" y="11798"/>
                </a:cubicBezTo>
                <a:cubicBezTo>
                  <a:pt x="9525" y="12020"/>
                  <a:pt x="9340" y="12208"/>
                  <a:pt x="9118" y="12208"/>
                </a:cubicBezTo>
                <a:cubicBezTo>
                  <a:pt x="8894" y="12208"/>
                  <a:pt x="8708" y="12020"/>
                  <a:pt x="8708" y="11798"/>
                </a:cubicBezTo>
                <a:cubicBezTo>
                  <a:pt x="8708" y="11576"/>
                  <a:pt x="8894" y="11388"/>
                  <a:pt x="9118" y="11388"/>
                </a:cubicBezTo>
                <a:close/>
                <a:moveTo>
                  <a:pt x="6689" y="0"/>
                </a:moveTo>
                <a:cubicBezTo>
                  <a:pt x="6477" y="0"/>
                  <a:pt x="6299" y="186"/>
                  <a:pt x="6299" y="400"/>
                </a:cubicBezTo>
                <a:lnTo>
                  <a:pt x="6299" y="857"/>
                </a:lnTo>
                <a:cubicBezTo>
                  <a:pt x="5833" y="1020"/>
                  <a:pt x="5494" y="1477"/>
                  <a:pt x="5494" y="2002"/>
                </a:cubicBezTo>
                <a:cubicBezTo>
                  <a:pt x="5494" y="2072"/>
                  <a:pt x="5494" y="2153"/>
                  <a:pt x="5505" y="2224"/>
                </a:cubicBezTo>
                <a:lnTo>
                  <a:pt x="5061" y="2482"/>
                </a:lnTo>
                <a:cubicBezTo>
                  <a:pt x="4851" y="2294"/>
                  <a:pt x="4582" y="2190"/>
                  <a:pt x="4279" y="2190"/>
                </a:cubicBezTo>
                <a:cubicBezTo>
                  <a:pt x="3973" y="2190"/>
                  <a:pt x="3704" y="2294"/>
                  <a:pt x="3482" y="2482"/>
                </a:cubicBezTo>
                <a:lnTo>
                  <a:pt x="3098" y="2249"/>
                </a:lnTo>
                <a:cubicBezTo>
                  <a:pt x="3032" y="2214"/>
                  <a:pt x="2961" y="2196"/>
                  <a:pt x="2891" y="2196"/>
                </a:cubicBezTo>
                <a:cubicBezTo>
                  <a:pt x="2750" y="2196"/>
                  <a:pt x="2614" y="2267"/>
                  <a:pt x="2537" y="2400"/>
                </a:cubicBezTo>
                <a:cubicBezTo>
                  <a:pt x="2430" y="2599"/>
                  <a:pt x="2489" y="2844"/>
                  <a:pt x="2688" y="2950"/>
                </a:cubicBezTo>
                <a:lnTo>
                  <a:pt x="3087" y="3183"/>
                </a:lnTo>
                <a:cubicBezTo>
                  <a:pt x="3073" y="3253"/>
                  <a:pt x="3061" y="3323"/>
                  <a:pt x="3061" y="3405"/>
                </a:cubicBezTo>
                <a:cubicBezTo>
                  <a:pt x="3061" y="3932"/>
                  <a:pt x="3401" y="4375"/>
                  <a:pt x="3869" y="4552"/>
                </a:cubicBezTo>
                <a:lnTo>
                  <a:pt x="3869" y="5054"/>
                </a:lnTo>
                <a:cubicBezTo>
                  <a:pt x="3401" y="5217"/>
                  <a:pt x="3061" y="5674"/>
                  <a:pt x="3061" y="6199"/>
                </a:cubicBezTo>
                <a:cubicBezTo>
                  <a:pt x="3061" y="6280"/>
                  <a:pt x="3073" y="6350"/>
                  <a:pt x="3087" y="6420"/>
                </a:cubicBezTo>
                <a:lnTo>
                  <a:pt x="2640" y="6678"/>
                </a:lnTo>
                <a:cubicBezTo>
                  <a:pt x="2430" y="6490"/>
                  <a:pt x="2150" y="6387"/>
                  <a:pt x="1847" y="6387"/>
                </a:cubicBezTo>
                <a:cubicBezTo>
                  <a:pt x="1555" y="6387"/>
                  <a:pt x="1274" y="6490"/>
                  <a:pt x="1064" y="6678"/>
                </a:cubicBezTo>
                <a:lnTo>
                  <a:pt x="666" y="6446"/>
                </a:lnTo>
                <a:cubicBezTo>
                  <a:pt x="602" y="6412"/>
                  <a:pt x="534" y="6396"/>
                  <a:pt x="467" y="6396"/>
                </a:cubicBezTo>
                <a:cubicBezTo>
                  <a:pt x="325" y="6396"/>
                  <a:pt x="188" y="6469"/>
                  <a:pt x="116" y="6597"/>
                </a:cubicBezTo>
                <a:cubicBezTo>
                  <a:pt x="1" y="6796"/>
                  <a:pt x="71" y="7040"/>
                  <a:pt x="256" y="7147"/>
                </a:cubicBezTo>
                <a:lnTo>
                  <a:pt x="654" y="7380"/>
                </a:lnTo>
                <a:cubicBezTo>
                  <a:pt x="643" y="7450"/>
                  <a:pt x="632" y="7520"/>
                  <a:pt x="632" y="7601"/>
                </a:cubicBezTo>
                <a:cubicBezTo>
                  <a:pt x="632" y="8129"/>
                  <a:pt x="969" y="8583"/>
                  <a:pt x="1448" y="8746"/>
                </a:cubicBezTo>
                <a:lnTo>
                  <a:pt x="1448" y="9251"/>
                </a:lnTo>
                <a:cubicBezTo>
                  <a:pt x="969" y="9425"/>
                  <a:pt x="632" y="9868"/>
                  <a:pt x="632" y="10395"/>
                </a:cubicBezTo>
                <a:cubicBezTo>
                  <a:pt x="632" y="10477"/>
                  <a:pt x="643" y="10547"/>
                  <a:pt x="654" y="10617"/>
                </a:cubicBezTo>
                <a:lnTo>
                  <a:pt x="267" y="10839"/>
                </a:lnTo>
                <a:cubicBezTo>
                  <a:pt x="93" y="10945"/>
                  <a:pt x="12" y="11167"/>
                  <a:pt x="93" y="11366"/>
                </a:cubicBezTo>
                <a:cubicBezTo>
                  <a:pt x="157" y="11519"/>
                  <a:pt x="305" y="11605"/>
                  <a:pt x="460" y="11605"/>
                </a:cubicBezTo>
                <a:cubicBezTo>
                  <a:pt x="529" y="11605"/>
                  <a:pt x="600" y="11588"/>
                  <a:pt x="666" y="11551"/>
                </a:cubicBezTo>
                <a:lnTo>
                  <a:pt x="1064" y="11318"/>
                </a:lnTo>
                <a:cubicBezTo>
                  <a:pt x="1274" y="11506"/>
                  <a:pt x="1555" y="11610"/>
                  <a:pt x="1847" y="11610"/>
                </a:cubicBezTo>
                <a:cubicBezTo>
                  <a:pt x="2150" y="11610"/>
                  <a:pt x="2430" y="11506"/>
                  <a:pt x="2640" y="11318"/>
                </a:cubicBezTo>
                <a:lnTo>
                  <a:pt x="3087" y="11576"/>
                </a:lnTo>
                <a:cubicBezTo>
                  <a:pt x="3073" y="11647"/>
                  <a:pt x="3061" y="11728"/>
                  <a:pt x="3061" y="11798"/>
                </a:cubicBezTo>
                <a:cubicBezTo>
                  <a:pt x="3061" y="12323"/>
                  <a:pt x="3401" y="12780"/>
                  <a:pt x="3869" y="12943"/>
                </a:cubicBezTo>
                <a:lnTo>
                  <a:pt x="3869" y="13389"/>
                </a:lnTo>
                <a:cubicBezTo>
                  <a:pt x="3869" y="13599"/>
                  <a:pt x="4021" y="13773"/>
                  <a:pt x="4231" y="13795"/>
                </a:cubicBezTo>
                <a:cubicBezTo>
                  <a:pt x="4251" y="13798"/>
                  <a:pt x="4270" y="13800"/>
                  <a:pt x="4289" y="13800"/>
                </a:cubicBezTo>
                <a:cubicBezTo>
                  <a:pt x="4506" y="13800"/>
                  <a:pt x="4674" y="13614"/>
                  <a:pt x="4674" y="13400"/>
                </a:cubicBezTo>
                <a:lnTo>
                  <a:pt x="4674" y="12943"/>
                </a:lnTo>
                <a:cubicBezTo>
                  <a:pt x="5154" y="12780"/>
                  <a:pt x="5494" y="12323"/>
                  <a:pt x="5494" y="11798"/>
                </a:cubicBezTo>
                <a:cubicBezTo>
                  <a:pt x="5494" y="11728"/>
                  <a:pt x="5482" y="11647"/>
                  <a:pt x="5471" y="11576"/>
                </a:cubicBezTo>
                <a:lnTo>
                  <a:pt x="5914" y="11318"/>
                </a:lnTo>
                <a:cubicBezTo>
                  <a:pt x="6125" y="11506"/>
                  <a:pt x="6405" y="11610"/>
                  <a:pt x="6697" y="11610"/>
                </a:cubicBezTo>
                <a:cubicBezTo>
                  <a:pt x="7000" y="11610"/>
                  <a:pt x="7280" y="11506"/>
                  <a:pt x="7491" y="11318"/>
                </a:cubicBezTo>
                <a:lnTo>
                  <a:pt x="7937" y="11576"/>
                </a:lnTo>
                <a:cubicBezTo>
                  <a:pt x="7926" y="11647"/>
                  <a:pt x="7912" y="11728"/>
                  <a:pt x="7912" y="11798"/>
                </a:cubicBezTo>
                <a:cubicBezTo>
                  <a:pt x="7912" y="12323"/>
                  <a:pt x="8251" y="12780"/>
                  <a:pt x="8720" y="12943"/>
                </a:cubicBezTo>
                <a:lnTo>
                  <a:pt x="8720" y="13389"/>
                </a:lnTo>
                <a:cubicBezTo>
                  <a:pt x="8720" y="13599"/>
                  <a:pt x="8882" y="13784"/>
                  <a:pt x="9093" y="13795"/>
                </a:cubicBezTo>
                <a:cubicBezTo>
                  <a:pt x="9101" y="13796"/>
                  <a:pt x="9109" y="13796"/>
                  <a:pt x="9117" y="13796"/>
                </a:cubicBezTo>
                <a:cubicBezTo>
                  <a:pt x="9340" y="13796"/>
                  <a:pt x="9502" y="13614"/>
                  <a:pt x="9502" y="13400"/>
                </a:cubicBezTo>
                <a:lnTo>
                  <a:pt x="9502" y="12943"/>
                </a:lnTo>
                <a:cubicBezTo>
                  <a:pt x="9982" y="12780"/>
                  <a:pt x="10321" y="12323"/>
                  <a:pt x="10321" y="11798"/>
                </a:cubicBezTo>
                <a:cubicBezTo>
                  <a:pt x="10321" y="11728"/>
                  <a:pt x="10310" y="11647"/>
                  <a:pt x="10296" y="11576"/>
                </a:cubicBezTo>
                <a:lnTo>
                  <a:pt x="10742" y="11318"/>
                </a:lnTo>
                <a:cubicBezTo>
                  <a:pt x="10953" y="11506"/>
                  <a:pt x="11233" y="11610"/>
                  <a:pt x="11525" y="11610"/>
                </a:cubicBezTo>
                <a:cubicBezTo>
                  <a:pt x="11828" y="11610"/>
                  <a:pt x="12108" y="11506"/>
                  <a:pt x="12319" y="11318"/>
                </a:cubicBezTo>
                <a:lnTo>
                  <a:pt x="12717" y="11551"/>
                </a:lnTo>
                <a:cubicBezTo>
                  <a:pt x="12779" y="11586"/>
                  <a:pt x="12848" y="11604"/>
                  <a:pt x="12915" y="11604"/>
                </a:cubicBezTo>
                <a:cubicBezTo>
                  <a:pt x="13053" y="11604"/>
                  <a:pt x="13188" y="11533"/>
                  <a:pt x="13267" y="11400"/>
                </a:cubicBezTo>
                <a:cubicBezTo>
                  <a:pt x="13371" y="11215"/>
                  <a:pt x="13312" y="10956"/>
                  <a:pt x="13116" y="10850"/>
                </a:cubicBezTo>
                <a:lnTo>
                  <a:pt x="12717" y="10617"/>
                </a:lnTo>
                <a:cubicBezTo>
                  <a:pt x="12740" y="10547"/>
                  <a:pt x="12740" y="10477"/>
                  <a:pt x="12740" y="10395"/>
                </a:cubicBezTo>
                <a:cubicBezTo>
                  <a:pt x="12740" y="9868"/>
                  <a:pt x="12400" y="9425"/>
                  <a:pt x="11935" y="9251"/>
                </a:cubicBezTo>
                <a:lnTo>
                  <a:pt x="11935" y="8746"/>
                </a:lnTo>
                <a:cubicBezTo>
                  <a:pt x="12400" y="8583"/>
                  <a:pt x="12740" y="8129"/>
                  <a:pt x="12740" y="7601"/>
                </a:cubicBezTo>
                <a:cubicBezTo>
                  <a:pt x="12740" y="7520"/>
                  <a:pt x="12740" y="7450"/>
                  <a:pt x="12717" y="7380"/>
                </a:cubicBezTo>
                <a:lnTo>
                  <a:pt x="13102" y="7158"/>
                </a:lnTo>
                <a:cubicBezTo>
                  <a:pt x="13289" y="7051"/>
                  <a:pt x="13371" y="6830"/>
                  <a:pt x="13289" y="6642"/>
                </a:cubicBezTo>
                <a:cubicBezTo>
                  <a:pt x="13218" y="6481"/>
                  <a:pt x="13066" y="6392"/>
                  <a:pt x="12914" y="6392"/>
                </a:cubicBezTo>
                <a:cubicBezTo>
                  <a:pt x="12846" y="6392"/>
                  <a:pt x="12778" y="6409"/>
                  <a:pt x="12717" y="6446"/>
                </a:cubicBezTo>
                <a:lnTo>
                  <a:pt x="12319" y="6678"/>
                </a:lnTo>
                <a:cubicBezTo>
                  <a:pt x="12108" y="6490"/>
                  <a:pt x="11828" y="6387"/>
                  <a:pt x="11525" y="6387"/>
                </a:cubicBezTo>
                <a:cubicBezTo>
                  <a:pt x="11233" y="6387"/>
                  <a:pt x="10953" y="6490"/>
                  <a:pt x="10742" y="6678"/>
                </a:cubicBezTo>
                <a:lnTo>
                  <a:pt x="10296" y="6420"/>
                </a:lnTo>
                <a:cubicBezTo>
                  <a:pt x="10310" y="6350"/>
                  <a:pt x="10321" y="6280"/>
                  <a:pt x="10321" y="6199"/>
                </a:cubicBezTo>
                <a:cubicBezTo>
                  <a:pt x="10321" y="5674"/>
                  <a:pt x="9982" y="5217"/>
                  <a:pt x="9502" y="5054"/>
                </a:cubicBezTo>
                <a:lnTo>
                  <a:pt x="9502" y="4527"/>
                </a:lnTo>
                <a:cubicBezTo>
                  <a:pt x="9971" y="4364"/>
                  <a:pt x="10310" y="3921"/>
                  <a:pt x="10310" y="3393"/>
                </a:cubicBezTo>
                <a:cubicBezTo>
                  <a:pt x="10310" y="3323"/>
                  <a:pt x="10296" y="3242"/>
                  <a:pt x="10285" y="3172"/>
                </a:cubicBezTo>
                <a:lnTo>
                  <a:pt x="10672" y="2961"/>
                </a:lnTo>
                <a:cubicBezTo>
                  <a:pt x="10857" y="2844"/>
                  <a:pt x="10927" y="2611"/>
                  <a:pt x="10835" y="2423"/>
                </a:cubicBezTo>
                <a:cubicBezTo>
                  <a:pt x="10765" y="2281"/>
                  <a:pt x="10625" y="2203"/>
                  <a:pt x="10481" y="2203"/>
                </a:cubicBezTo>
                <a:cubicBezTo>
                  <a:pt x="10410" y="2203"/>
                  <a:pt x="10339" y="2221"/>
                  <a:pt x="10274" y="2260"/>
                </a:cubicBezTo>
                <a:lnTo>
                  <a:pt x="9889" y="2482"/>
                </a:lnTo>
                <a:cubicBezTo>
                  <a:pt x="9679" y="2308"/>
                  <a:pt x="9410" y="2190"/>
                  <a:pt x="9104" y="2190"/>
                </a:cubicBezTo>
                <a:cubicBezTo>
                  <a:pt x="8812" y="2190"/>
                  <a:pt x="8532" y="2308"/>
                  <a:pt x="8321" y="2482"/>
                </a:cubicBezTo>
                <a:lnTo>
                  <a:pt x="7889" y="2224"/>
                </a:lnTo>
                <a:cubicBezTo>
                  <a:pt x="7900" y="2153"/>
                  <a:pt x="7912" y="2083"/>
                  <a:pt x="7912" y="2013"/>
                </a:cubicBezTo>
                <a:cubicBezTo>
                  <a:pt x="7912" y="1489"/>
                  <a:pt x="7575" y="1045"/>
                  <a:pt x="7107" y="880"/>
                </a:cubicBezTo>
                <a:lnTo>
                  <a:pt x="7107" y="414"/>
                </a:lnTo>
                <a:cubicBezTo>
                  <a:pt x="7107" y="204"/>
                  <a:pt x="6955" y="27"/>
                  <a:pt x="6745" y="5"/>
                </a:cubicBezTo>
                <a:cubicBezTo>
                  <a:pt x="6726" y="2"/>
                  <a:pt x="6707" y="0"/>
                  <a:pt x="668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1388" name="Google Shape;1388;p48"/>
          <p:cNvGrpSpPr/>
          <p:nvPr/>
        </p:nvGrpSpPr>
        <p:grpSpPr>
          <a:xfrm>
            <a:off x="6284538" y="2528750"/>
            <a:ext cx="331975" cy="344800"/>
            <a:chOff x="6285563" y="2681150"/>
            <a:chExt cx="331975" cy="344800"/>
          </a:xfrm>
        </p:grpSpPr>
        <p:sp>
          <p:nvSpPr>
            <p:cNvPr id="1389" name="Google Shape;1389;p48"/>
            <p:cNvSpPr/>
            <p:nvPr/>
          </p:nvSpPr>
          <p:spPr>
            <a:xfrm>
              <a:off x="6285563" y="2721475"/>
              <a:ext cx="236175" cy="304475"/>
            </a:xfrm>
            <a:custGeom>
              <a:rect l="l" t="t" r="r" b="b"/>
              <a:pathLst>
                <a:path w="9447" h="12179" extrusionOk="0">
                  <a:moveTo>
                    <a:pt x="4313" y="831"/>
                  </a:moveTo>
                  <a:lnTo>
                    <a:pt x="4313" y="1765"/>
                  </a:lnTo>
                  <a:cubicBezTo>
                    <a:pt x="4313" y="1978"/>
                    <a:pt x="4487" y="2150"/>
                    <a:pt x="4698" y="2150"/>
                  </a:cubicBezTo>
                  <a:cubicBezTo>
                    <a:pt x="4706" y="2150"/>
                    <a:pt x="4714" y="2150"/>
                    <a:pt x="4722" y="2149"/>
                  </a:cubicBezTo>
                  <a:cubicBezTo>
                    <a:pt x="5003" y="2149"/>
                    <a:pt x="5213" y="2444"/>
                    <a:pt x="5084" y="2736"/>
                  </a:cubicBezTo>
                  <a:cubicBezTo>
                    <a:pt x="5028" y="2876"/>
                    <a:pt x="4888" y="2969"/>
                    <a:pt x="4722" y="2969"/>
                  </a:cubicBezTo>
                  <a:cubicBezTo>
                    <a:pt x="4501" y="2969"/>
                    <a:pt x="4313" y="3145"/>
                    <a:pt x="4313" y="3367"/>
                  </a:cubicBezTo>
                  <a:lnTo>
                    <a:pt x="4313" y="4312"/>
                  </a:lnTo>
                  <a:lnTo>
                    <a:pt x="3707" y="4312"/>
                  </a:lnTo>
                  <a:cubicBezTo>
                    <a:pt x="3541" y="3847"/>
                    <a:pt x="3098" y="3507"/>
                    <a:pt x="2573" y="3507"/>
                  </a:cubicBezTo>
                  <a:cubicBezTo>
                    <a:pt x="2035" y="3507"/>
                    <a:pt x="1592" y="3847"/>
                    <a:pt x="1426" y="4312"/>
                  </a:cubicBezTo>
                  <a:lnTo>
                    <a:pt x="831" y="4312"/>
                  </a:lnTo>
                  <a:cubicBezTo>
                    <a:pt x="1031" y="2478"/>
                    <a:pt x="2489" y="1016"/>
                    <a:pt x="4313" y="831"/>
                  </a:cubicBezTo>
                  <a:close/>
                  <a:moveTo>
                    <a:pt x="2570" y="4311"/>
                  </a:moveTo>
                  <a:cubicBezTo>
                    <a:pt x="2627" y="4311"/>
                    <a:pt x="2687" y="4323"/>
                    <a:pt x="2747" y="4349"/>
                  </a:cubicBezTo>
                  <a:cubicBezTo>
                    <a:pt x="2888" y="4408"/>
                    <a:pt x="2969" y="4559"/>
                    <a:pt x="2969" y="4711"/>
                  </a:cubicBezTo>
                  <a:cubicBezTo>
                    <a:pt x="2969" y="4944"/>
                    <a:pt x="3157" y="5120"/>
                    <a:pt x="3379" y="5120"/>
                  </a:cubicBezTo>
                  <a:lnTo>
                    <a:pt x="4313" y="5120"/>
                  </a:lnTo>
                  <a:lnTo>
                    <a:pt x="4313" y="6077"/>
                  </a:lnTo>
                  <a:cubicBezTo>
                    <a:pt x="4313" y="6294"/>
                    <a:pt x="4489" y="6465"/>
                    <a:pt x="4702" y="6465"/>
                  </a:cubicBezTo>
                  <a:cubicBezTo>
                    <a:pt x="4709" y="6465"/>
                    <a:pt x="4716" y="6464"/>
                    <a:pt x="4722" y="6464"/>
                  </a:cubicBezTo>
                  <a:cubicBezTo>
                    <a:pt x="5003" y="6464"/>
                    <a:pt x="5213" y="6756"/>
                    <a:pt x="5084" y="7048"/>
                  </a:cubicBezTo>
                  <a:cubicBezTo>
                    <a:pt x="5028" y="7188"/>
                    <a:pt x="4888" y="7283"/>
                    <a:pt x="4722" y="7283"/>
                  </a:cubicBezTo>
                  <a:cubicBezTo>
                    <a:pt x="4501" y="7283"/>
                    <a:pt x="4313" y="7457"/>
                    <a:pt x="4313" y="7679"/>
                  </a:cubicBezTo>
                  <a:lnTo>
                    <a:pt x="4313" y="9701"/>
                  </a:lnTo>
                  <a:lnTo>
                    <a:pt x="3216" y="9701"/>
                  </a:lnTo>
                  <a:cubicBezTo>
                    <a:pt x="3121" y="8907"/>
                    <a:pt x="2736" y="8170"/>
                    <a:pt x="2127" y="7645"/>
                  </a:cubicBezTo>
                  <a:cubicBezTo>
                    <a:pt x="1392" y="6989"/>
                    <a:pt x="935" y="6091"/>
                    <a:pt x="831" y="5120"/>
                  </a:cubicBezTo>
                  <a:lnTo>
                    <a:pt x="1766" y="5120"/>
                  </a:lnTo>
                  <a:cubicBezTo>
                    <a:pt x="1987" y="5120"/>
                    <a:pt x="2164" y="4944"/>
                    <a:pt x="2164" y="4722"/>
                  </a:cubicBezTo>
                  <a:cubicBezTo>
                    <a:pt x="2164" y="4498"/>
                    <a:pt x="2343" y="4311"/>
                    <a:pt x="2570" y="4311"/>
                  </a:cubicBezTo>
                  <a:close/>
                  <a:moveTo>
                    <a:pt x="8616" y="5120"/>
                  </a:moveTo>
                  <a:cubicBezTo>
                    <a:pt x="8510" y="6091"/>
                    <a:pt x="8055" y="6989"/>
                    <a:pt x="7317" y="7645"/>
                  </a:cubicBezTo>
                  <a:cubicBezTo>
                    <a:pt x="6711" y="8170"/>
                    <a:pt x="6324" y="8907"/>
                    <a:pt x="6232" y="9701"/>
                  </a:cubicBezTo>
                  <a:lnTo>
                    <a:pt x="5132" y="9701"/>
                  </a:lnTo>
                  <a:lnTo>
                    <a:pt x="5132" y="8018"/>
                  </a:lnTo>
                  <a:cubicBezTo>
                    <a:pt x="5600" y="7855"/>
                    <a:pt x="5940" y="7398"/>
                    <a:pt x="5940" y="6874"/>
                  </a:cubicBezTo>
                  <a:cubicBezTo>
                    <a:pt x="5940" y="6346"/>
                    <a:pt x="5600" y="5903"/>
                    <a:pt x="5132" y="5726"/>
                  </a:cubicBezTo>
                  <a:lnTo>
                    <a:pt x="5132" y="5120"/>
                  </a:lnTo>
                  <a:lnTo>
                    <a:pt x="5741" y="5120"/>
                  </a:lnTo>
                  <a:cubicBezTo>
                    <a:pt x="5903" y="5586"/>
                    <a:pt x="6347" y="5925"/>
                    <a:pt x="6885" y="5925"/>
                  </a:cubicBezTo>
                  <a:cubicBezTo>
                    <a:pt x="7413" y="5925"/>
                    <a:pt x="7856" y="5586"/>
                    <a:pt x="8019" y="5120"/>
                  </a:cubicBezTo>
                  <a:close/>
                  <a:moveTo>
                    <a:pt x="6206" y="10509"/>
                  </a:moveTo>
                  <a:lnTo>
                    <a:pt x="6206" y="11244"/>
                  </a:lnTo>
                  <a:cubicBezTo>
                    <a:pt x="6206" y="11314"/>
                    <a:pt x="6150" y="11373"/>
                    <a:pt x="6066" y="11373"/>
                  </a:cubicBezTo>
                  <a:lnTo>
                    <a:pt x="3379" y="11373"/>
                  </a:lnTo>
                  <a:cubicBezTo>
                    <a:pt x="3297" y="11373"/>
                    <a:pt x="3238" y="11314"/>
                    <a:pt x="3238" y="11244"/>
                  </a:cubicBezTo>
                  <a:lnTo>
                    <a:pt x="3238" y="10509"/>
                  </a:lnTo>
                  <a:close/>
                  <a:moveTo>
                    <a:pt x="4734" y="1"/>
                  </a:moveTo>
                  <a:cubicBezTo>
                    <a:pt x="2127" y="1"/>
                    <a:pt x="1" y="2116"/>
                    <a:pt x="1" y="4722"/>
                  </a:cubicBezTo>
                  <a:cubicBezTo>
                    <a:pt x="1" y="6066"/>
                    <a:pt x="584" y="7353"/>
                    <a:pt x="1592" y="8240"/>
                  </a:cubicBezTo>
                  <a:cubicBezTo>
                    <a:pt x="2127" y="8720"/>
                    <a:pt x="2433" y="9398"/>
                    <a:pt x="2433" y="10111"/>
                  </a:cubicBezTo>
                  <a:lnTo>
                    <a:pt x="2433" y="11244"/>
                  </a:lnTo>
                  <a:cubicBezTo>
                    <a:pt x="2433" y="11758"/>
                    <a:pt x="2854" y="12178"/>
                    <a:pt x="3379" y="12178"/>
                  </a:cubicBezTo>
                  <a:lnTo>
                    <a:pt x="6066" y="12178"/>
                  </a:lnTo>
                  <a:cubicBezTo>
                    <a:pt x="6593" y="12178"/>
                    <a:pt x="7014" y="11758"/>
                    <a:pt x="7014" y="11244"/>
                  </a:cubicBezTo>
                  <a:lnTo>
                    <a:pt x="7014" y="10111"/>
                  </a:lnTo>
                  <a:cubicBezTo>
                    <a:pt x="7014" y="9398"/>
                    <a:pt x="7317" y="8720"/>
                    <a:pt x="7856" y="8240"/>
                  </a:cubicBezTo>
                  <a:cubicBezTo>
                    <a:pt x="8860" y="7353"/>
                    <a:pt x="9447" y="6066"/>
                    <a:pt x="9447" y="4722"/>
                  </a:cubicBezTo>
                  <a:cubicBezTo>
                    <a:pt x="9447" y="4500"/>
                    <a:pt x="9259" y="4312"/>
                    <a:pt x="9037" y="4312"/>
                  </a:cubicBezTo>
                  <a:lnTo>
                    <a:pt x="7679" y="4312"/>
                  </a:lnTo>
                  <a:cubicBezTo>
                    <a:pt x="7458" y="4312"/>
                    <a:pt x="7284" y="4500"/>
                    <a:pt x="7284" y="4711"/>
                  </a:cubicBezTo>
                  <a:cubicBezTo>
                    <a:pt x="7284" y="4935"/>
                    <a:pt x="7104" y="5122"/>
                    <a:pt x="6884" y="5122"/>
                  </a:cubicBezTo>
                  <a:cubicBezTo>
                    <a:pt x="6828" y="5122"/>
                    <a:pt x="6770" y="5110"/>
                    <a:pt x="6711" y="5084"/>
                  </a:cubicBezTo>
                  <a:cubicBezTo>
                    <a:pt x="6557" y="5025"/>
                    <a:pt x="6476" y="4873"/>
                    <a:pt x="6476" y="4722"/>
                  </a:cubicBezTo>
                  <a:cubicBezTo>
                    <a:pt x="6476" y="4500"/>
                    <a:pt x="6302" y="4312"/>
                    <a:pt x="6066" y="4312"/>
                  </a:cubicBezTo>
                  <a:lnTo>
                    <a:pt x="5132" y="4312"/>
                  </a:lnTo>
                  <a:lnTo>
                    <a:pt x="5132" y="3706"/>
                  </a:lnTo>
                  <a:cubicBezTo>
                    <a:pt x="5600" y="3541"/>
                    <a:pt x="5940" y="3086"/>
                    <a:pt x="5940" y="2559"/>
                  </a:cubicBezTo>
                  <a:cubicBezTo>
                    <a:pt x="5940" y="2034"/>
                    <a:pt x="5600" y="1577"/>
                    <a:pt x="5132" y="1414"/>
                  </a:cubicBezTo>
                  <a:lnTo>
                    <a:pt x="5132" y="396"/>
                  </a:lnTo>
                  <a:cubicBezTo>
                    <a:pt x="5132" y="175"/>
                    <a:pt x="4958" y="1"/>
                    <a:pt x="4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90" name="Google Shape;1390;p48"/>
            <p:cNvSpPr/>
            <p:nvPr/>
          </p:nvSpPr>
          <p:spPr>
            <a:xfrm>
              <a:off x="6489238" y="2681150"/>
              <a:ext cx="128300" cy="148150"/>
            </a:xfrm>
            <a:custGeom>
              <a:rect l="l" t="t" r="r" b="b"/>
              <a:pathLst>
                <a:path w="5132" h="5926" extrusionOk="0">
                  <a:moveTo>
                    <a:pt x="809" y="817"/>
                  </a:moveTo>
                  <a:cubicBezTo>
                    <a:pt x="2643" y="1016"/>
                    <a:pt x="4105" y="2478"/>
                    <a:pt x="4290" y="4312"/>
                  </a:cubicBezTo>
                  <a:lnTo>
                    <a:pt x="3367" y="4312"/>
                  </a:lnTo>
                  <a:cubicBezTo>
                    <a:pt x="3145" y="4312"/>
                    <a:pt x="2969" y="4489"/>
                    <a:pt x="2969" y="4711"/>
                  </a:cubicBezTo>
                  <a:cubicBezTo>
                    <a:pt x="2969" y="4873"/>
                    <a:pt x="2876" y="5014"/>
                    <a:pt x="2736" y="5084"/>
                  </a:cubicBezTo>
                  <a:cubicBezTo>
                    <a:pt x="2679" y="5107"/>
                    <a:pt x="2622" y="5117"/>
                    <a:pt x="2568" y="5117"/>
                  </a:cubicBezTo>
                  <a:cubicBezTo>
                    <a:pt x="2345" y="5117"/>
                    <a:pt x="2164" y="4939"/>
                    <a:pt x="2164" y="4722"/>
                  </a:cubicBezTo>
                  <a:cubicBezTo>
                    <a:pt x="2152" y="4489"/>
                    <a:pt x="1976" y="4312"/>
                    <a:pt x="1754" y="4312"/>
                  </a:cubicBezTo>
                  <a:lnTo>
                    <a:pt x="809" y="4312"/>
                  </a:lnTo>
                  <a:lnTo>
                    <a:pt x="809" y="3706"/>
                  </a:lnTo>
                  <a:cubicBezTo>
                    <a:pt x="1274" y="3530"/>
                    <a:pt x="1614" y="3086"/>
                    <a:pt x="1614" y="2559"/>
                  </a:cubicBezTo>
                  <a:cubicBezTo>
                    <a:pt x="1614" y="2034"/>
                    <a:pt x="1274" y="1577"/>
                    <a:pt x="809" y="1414"/>
                  </a:cubicBezTo>
                  <a:lnTo>
                    <a:pt x="809" y="817"/>
                  </a:lnTo>
                  <a:close/>
                  <a:moveTo>
                    <a:pt x="420" y="1"/>
                  </a:moveTo>
                  <a:cubicBezTo>
                    <a:pt x="413" y="1"/>
                    <a:pt x="406" y="1"/>
                    <a:pt x="399" y="1"/>
                  </a:cubicBezTo>
                  <a:cubicBezTo>
                    <a:pt x="177" y="1"/>
                    <a:pt x="1" y="174"/>
                    <a:pt x="1" y="385"/>
                  </a:cubicBezTo>
                  <a:lnTo>
                    <a:pt x="1" y="1754"/>
                  </a:lnTo>
                  <a:cubicBezTo>
                    <a:pt x="1" y="1975"/>
                    <a:pt x="189" y="2149"/>
                    <a:pt x="399" y="2149"/>
                  </a:cubicBezTo>
                  <a:cubicBezTo>
                    <a:pt x="680" y="2149"/>
                    <a:pt x="901" y="2430"/>
                    <a:pt x="772" y="2736"/>
                  </a:cubicBezTo>
                  <a:cubicBezTo>
                    <a:pt x="713" y="2876"/>
                    <a:pt x="562" y="2957"/>
                    <a:pt x="410" y="2957"/>
                  </a:cubicBezTo>
                  <a:cubicBezTo>
                    <a:pt x="189" y="2957"/>
                    <a:pt x="1" y="3145"/>
                    <a:pt x="1" y="3367"/>
                  </a:cubicBezTo>
                  <a:lnTo>
                    <a:pt x="1" y="4722"/>
                  </a:lnTo>
                  <a:cubicBezTo>
                    <a:pt x="1" y="4944"/>
                    <a:pt x="177" y="5120"/>
                    <a:pt x="399" y="5120"/>
                  </a:cubicBezTo>
                  <a:lnTo>
                    <a:pt x="1415" y="5120"/>
                  </a:lnTo>
                  <a:cubicBezTo>
                    <a:pt x="1591" y="5586"/>
                    <a:pt x="2035" y="5925"/>
                    <a:pt x="2562" y="5925"/>
                  </a:cubicBezTo>
                  <a:cubicBezTo>
                    <a:pt x="3086" y="5925"/>
                    <a:pt x="3544" y="5586"/>
                    <a:pt x="3706" y="5120"/>
                  </a:cubicBezTo>
                  <a:lnTo>
                    <a:pt x="4722" y="5120"/>
                  </a:lnTo>
                  <a:cubicBezTo>
                    <a:pt x="4946" y="5120"/>
                    <a:pt x="5120" y="4944"/>
                    <a:pt x="5120" y="4722"/>
                  </a:cubicBezTo>
                  <a:cubicBezTo>
                    <a:pt x="5132" y="2123"/>
                    <a:pt x="3016" y="1"/>
                    <a:pt x="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391" name="Google Shape;1391;p48"/>
          <p:cNvGrpSpPr/>
          <p:nvPr/>
        </p:nvGrpSpPr>
        <p:grpSpPr>
          <a:xfrm>
            <a:off x="5521388" y="2528750"/>
            <a:ext cx="345150" cy="344800"/>
            <a:chOff x="5512088" y="2681150"/>
            <a:chExt cx="345150" cy="344800"/>
          </a:xfrm>
        </p:grpSpPr>
        <p:sp>
          <p:nvSpPr>
            <p:cNvPr id="1392" name="Google Shape;1392;p48"/>
            <p:cNvSpPr/>
            <p:nvPr/>
          </p:nvSpPr>
          <p:spPr>
            <a:xfrm>
              <a:off x="5512088" y="2681150"/>
              <a:ext cx="345150" cy="344800"/>
            </a:xfrm>
            <a:custGeom>
              <a:rect l="l" t="t" r="r" b="b"/>
              <a:pathLst>
                <a:path w="13805" h="13792" extrusionOk="0">
                  <a:moveTo>
                    <a:pt x="6896" y="806"/>
                  </a:moveTo>
                  <a:cubicBezTo>
                    <a:pt x="8158" y="806"/>
                    <a:pt x="9188" y="1835"/>
                    <a:pt x="9188" y="3098"/>
                  </a:cubicBezTo>
                  <a:cubicBezTo>
                    <a:pt x="9188" y="3776"/>
                    <a:pt x="8882" y="4419"/>
                    <a:pt x="8357" y="4862"/>
                  </a:cubicBezTo>
                  <a:cubicBezTo>
                    <a:pt x="8018" y="5143"/>
                    <a:pt x="7785" y="5516"/>
                    <a:pt x="7704" y="5925"/>
                  </a:cubicBezTo>
                  <a:lnTo>
                    <a:pt x="7305" y="5925"/>
                  </a:lnTo>
                  <a:lnTo>
                    <a:pt x="7305" y="3799"/>
                  </a:lnTo>
                  <a:lnTo>
                    <a:pt x="7984" y="3120"/>
                  </a:lnTo>
                  <a:cubicBezTo>
                    <a:pt x="8136" y="2969"/>
                    <a:pt x="8158" y="2736"/>
                    <a:pt x="8029" y="2570"/>
                  </a:cubicBezTo>
                  <a:cubicBezTo>
                    <a:pt x="7948" y="2472"/>
                    <a:pt x="7831" y="2422"/>
                    <a:pt x="7713" y="2422"/>
                  </a:cubicBezTo>
                  <a:cubicBezTo>
                    <a:pt x="7609" y="2422"/>
                    <a:pt x="7504" y="2460"/>
                    <a:pt x="7423" y="2537"/>
                  </a:cubicBezTo>
                  <a:lnTo>
                    <a:pt x="6896" y="3061"/>
                  </a:lnTo>
                  <a:lnTo>
                    <a:pt x="6382" y="2537"/>
                  </a:lnTo>
                  <a:cubicBezTo>
                    <a:pt x="6300" y="2460"/>
                    <a:pt x="6194" y="2422"/>
                    <a:pt x="6090" y="2422"/>
                  </a:cubicBezTo>
                  <a:cubicBezTo>
                    <a:pt x="5971" y="2422"/>
                    <a:pt x="5854" y="2472"/>
                    <a:pt x="5773" y="2570"/>
                  </a:cubicBezTo>
                  <a:cubicBezTo>
                    <a:pt x="5644" y="2736"/>
                    <a:pt x="5670" y="2969"/>
                    <a:pt x="5810" y="3120"/>
                  </a:cubicBezTo>
                  <a:lnTo>
                    <a:pt x="6497" y="3799"/>
                  </a:lnTo>
                  <a:lnTo>
                    <a:pt x="6497" y="5925"/>
                  </a:lnTo>
                  <a:lnTo>
                    <a:pt x="6090" y="5925"/>
                  </a:lnTo>
                  <a:cubicBezTo>
                    <a:pt x="6006" y="5516"/>
                    <a:pt x="5785" y="5143"/>
                    <a:pt x="5445" y="4862"/>
                  </a:cubicBezTo>
                  <a:cubicBezTo>
                    <a:pt x="4909" y="4419"/>
                    <a:pt x="4604" y="3776"/>
                    <a:pt x="4604" y="3098"/>
                  </a:cubicBezTo>
                  <a:cubicBezTo>
                    <a:pt x="4604" y="1835"/>
                    <a:pt x="5633" y="806"/>
                    <a:pt x="6896" y="806"/>
                  </a:cubicBezTo>
                  <a:close/>
                  <a:moveTo>
                    <a:pt x="7678" y="6733"/>
                  </a:moveTo>
                  <a:lnTo>
                    <a:pt x="7678" y="7409"/>
                  </a:lnTo>
                  <a:cubicBezTo>
                    <a:pt x="7678" y="7480"/>
                    <a:pt x="7619" y="7538"/>
                    <a:pt x="7549" y="7538"/>
                  </a:cubicBezTo>
                  <a:lnTo>
                    <a:pt x="6253" y="7538"/>
                  </a:lnTo>
                  <a:cubicBezTo>
                    <a:pt x="6183" y="7538"/>
                    <a:pt x="6113" y="7480"/>
                    <a:pt x="6113" y="7409"/>
                  </a:cubicBezTo>
                  <a:lnTo>
                    <a:pt x="6113" y="6733"/>
                  </a:lnTo>
                  <a:close/>
                  <a:moveTo>
                    <a:pt x="2023" y="11772"/>
                  </a:moveTo>
                  <a:lnTo>
                    <a:pt x="2023" y="12986"/>
                  </a:lnTo>
                  <a:lnTo>
                    <a:pt x="805" y="12986"/>
                  </a:lnTo>
                  <a:lnTo>
                    <a:pt x="805" y="11772"/>
                  </a:lnTo>
                  <a:close/>
                  <a:moveTo>
                    <a:pt x="5692" y="11772"/>
                  </a:moveTo>
                  <a:lnTo>
                    <a:pt x="5692" y="12986"/>
                  </a:lnTo>
                  <a:lnTo>
                    <a:pt x="4477" y="12986"/>
                  </a:lnTo>
                  <a:lnTo>
                    <a:pt x="4477" y="11772"/>
                  </a:lnTo>
                  <a:close/>
                  <a:moveTo>
                    <a:pt x="9350" y="11772"/>
                  </a:moveTo>
                  <a:lnTo>
                    <a:pt x="9350" y="12986"/>
                  </a:lnTo>
                  <a:lnTo>
                    <a:pt x="8136" y="12986"/>
                  </a:lnTo>
                  <a:lnTo>
                    <a:pt x="8136" y="11772"/>
                  </a:lnTo>
                  <a:close/>
                  <a:moveTo>
                    <a:pt x="12997" y="11772"/>
                  </a:moveTo>
                  <a:lnTo>
                    <a:pt x="12997" y="12986"/>
                  </a:lnTo>
                  <a:lnTo>
                    <a:pt x="11782" y="12986"/>
                  </a:lnTo>
                  <a:lnTo>
                    <a:pt x="11782" y="11772"/>
                  </a:lnTo>
                  <a:close/>
                  <a:moveTo>
                    <a:pt x="6896" y="1"/>
                  </a:moveTo>
                  <a:cubicBezTo>
                    <a:pt x="5179" y="1"/>
                    <a:pt x="3787" y="1392"/>
                    <a:pt x="3787" y="3098"/>
                  </a:cubicBezTo>
                  <a:cubicBezTo>
                    <a:pt x="3787" y="4021"/>
                    <a:pt x="4197" y="4899"/>
                    <a:pt x="4921" y="5482"/>
                  </a:cubicBezTo>
                  <a:cubicBezTo>
                    <a:pt x="5165" y="5693"/>
                    <a:pt x="5305" y="5973"/>
                    <a:pt x="5305" y="6254"/>
                  </a:cubicBezTo>
                  <a:lnTo>
                    <a:pt x="5305" y="7409"/>
                  </a:lnTo>
                  <a:cubicBezTo>
                    <a:pt x="5305" y="7926"/>
                    <a:pt x="5726" y="8358"/>
                    <a:pt x="6253" y="8358"/>
                  </a:cubicBezTo>
                  <a:lnTo>
                    <a:pt x="6497" y="8358"/>
                  </a:lnTo>
                  <a:lnTo>
                    <a:pt x="6497" y="9188"/>
                  </a:lnTo>
                  <a:lnTo>
                    <a:pt x="1425" y="9188"/>
                  </a:lnTo>
                  <a:cubicBezTo>
                    <a:pt x="1204" y="9188"/>
                    <a:pt x="1027" y="9373"/>
                    <a:pt x="1027" y="9598"/>
                  </a:cubicBezTo>
                  <a:lnTo>
                    <a:pt x="1027" y="10964"/>
                  </a:lnTo>
                  <a:lnTo>
                    <a:pt x="396" y="10964"/>
                  </a:lnTo>
                  <a:cubicBezTo>
                    <a:pt x="174" y="10964"/>
                    <a:pt x="0" y="11152"/>
                    <a:pt x="0" y="11373"/>
                  </a:cubicBezTo>
                  <a:lnTo>
                    <a:pt x="0" y="13396"/>
                  </a:lnTo>
                  <a:cubicBezTo>
                    <a:pt x="0" y="13618"/>
                    <a:pt x="174" y="13791"/>
                    <a:pt x="396" y="13791"/>
                  </a:cubicBezTo>
                  <a:lnTo>
                    <a:pt x="2418" y="13791"/>
                  </a:lnTo>
                  <a:cubicBezTo>
                    <a:pt x="2654" y="13791"/>
                    <a:pt x="2828" y="13618"/>
                    <a:pt x="2828" y="13396"/>
                  </a:cubicBezTo>
                  <a:lnTo>
                    <a:pt x="2828" y="11373"/>
                  </a:lnTo>
                  <a:cubicBezTo>
                    <a:pt x="2828" y="11152"/>
                    <a:pt x="2654" y="10964"/>
                    <a:pt x="2418" y="10964"/>
                  </a:cubicBezTo>
                  <a:lnTo>
                    <a:pt x="1835" y="10964"/>
                  </a:lnTo>
                  <a:lnTo>
                    <a:pt x="1835" y="9993"/>
                  </a:lnTo>
                  <a:lnTo>
                    <a:pt x="4688" y="9993"/>
                  </a:lnTo>
                  <a:lnTo>
                    <a:pt x="4688" y="10964"/>
                  </a:lnTo>
                  <a:lnTo>
                    <a:pt x="4068" y="10964"/>
                  </a:lnTo>
                  <a:cubicBezTo>
                    <a:pt x="3846" y="10964"/>
                    <a:pt x="3669" y="11152"/>
                    <a:pt x="3669" y="11373"/>
                  </a:cubicBezTo>
                  <a:lnTo>
                    <a:pt x="3669" y="13396"/>
                  </a:lnTo>
                  <a:cubicBezTo>
                    <a:pt x="3669" y="13618"/>
                    <a:pt x="3846" y="13791"/>
                    <a:pt x="4068" y="13791"/>
                  </a:cubicBezTo>
                  <a:lnTo>
                    <a:pt x="6090" y="13791"/>
                  </a:lnTo>
                  <a:cubicBezTo>
                    <a:pt x="6312" y="13791"/>
                    <a:pt x="6497" y="13618"/>
                    <a:pt x="6497" y="13396"/>
                  </a:cubicBezTo>
                  <a:lnTo>
                    <a:pt x="6497" y="11373"/>
                  </a:lnTo>
                  <a:cubicBezTo>
                    <a:pt x="6497" y="11152"/>
                    <a:pt x="6312" y="10964"/>
                    <a:pt x="6090" y="10964"/>
                  </a:cubicBezTo>
                  <a:lnTo>
                    <a:pt x="5470" y="10964"/>
                  </a:lnTo>
                  <a:lnTo>
                    <a:pt x="5470" y="9993"/>
                  </a:lnTo>
                  <a:lnTo>
                    <a:pt x="8335" y="9993"/>
                  </a:lnTo>
                  <a:lnTo>
                    <a:pt x="8335" y="10964"/>
                  </a:lnTo>
                  <a:lnTo>
                    <a:pt x="7737" y="10964"/>
                  </a:lnTo>
                  <a:cubicBezTo>
                    <a:pt x="7516" y="10964"/>
                    <a:pt x="7328" y="11152"/>
                    <a:pt x="7328" y="11373"/>
                  </a:cubicBezTo>
                  <a:lnTo>
                    <a:pt x="7328" y="13396"/>
                  </a:lnTo>
                  <a:cubicBezTo>
                    <a:pt x="7328" y="13618"/>
                    <a:pt x="7516" y="13791"/>
                    <a:pt x="7737" y="13791"/>
                  </a:cubicBezTo>
                  <a:lnTo>
                    <a:pt x="9760" y="13791"/>
                  </a:lnTo>
                  <a:cubicBezTo>
                    <a:pt x="9981" y="13791"/>
                    <a:pt x="10158" y="13618"/>
                    <a:pt x="10158" y="13396"/>
                  </a:cubicBezTo>
                  <a:lnTo>
                    <a:pt x="10158" y="11373"/>
                  </a:lnTo>
                  <a:cubicBezTo>
                    <a:pt x="10158" y="11152"/>
                    <a:pt x="9981" y="10964"/>
                    <a:pt x="9760" y="10964"/>
                  </a:cubicBezTo>
                  <a:lnTo>
                    <a:pt x="9140" y="10964"/>
                  </a:lnTo>
                  <a:lnTo>
                    <a:pt x="9140" y="9993"/>
                  </a:lnTo>
                  <a:lnTo>
                    <a:pt x="11993" y="9993"/>
                  </a:lnTo>
                  <a:lnTo>
                    <a:pt x="11993" y="10964"/>
                  </a:lnTo>
                  <a:lnTo>
                    <a:pt x="11373" y="10964"/>
                  </a:lnTo>
                  <a:cubicBezTo>
                    <a:pt x="11151" y="10964"/>
                    <a:pt x="10975" y="11152"/>
                    <a:pt x="10975" y="11373"/>
                  </a:cubicBezTo>
                  <a:lnTo>
                    <a:pt x="10975" y="13396"/>
                  </a:lnTo>
                  <a:cubicBezTo>
                    <a:pt x="10975" y="13618"/>
                    <a:pt x="11151" y="13791"/>
                    <a:pt x="11373" y="13791"/>
                  </a:cubicBezTo>
                  <a:lnTo>
                    <a:pt x="13396" y="13791"/>
                  </a:lnTo>
                  <a:cubicBezTo>
                    <a:pt x="13617" y="13791"/>
                    <a:pt x="13805" y="13618"/>
                    <a:pt x="13805" y="13396"/>
                  </a:cubicBezTo>
                  <a:lnTo>
                    <a:pt x="13805" y="11373"/>
                  </a:lnTo>
                  <a:cubicBezTo>
                    <a:pt x="13805" y="11152"/>
                    <a:pt x="13617" y="10964"/>
                    <a:pt x="13396" y="10964"/>
                  </a:cubicBezTo>
                  <a:lnTo>
                    <a:pt x="12798" y="10964"/>
                  </a:lnTo>
                  <a:lnTo>
                    <a:pt x="12798" y="9598"/>
                  </a:lnTo>
                  <a:cubicBezTo>
                    <a:pt x="12798" y="9373"/>
                    <a:pt x="12624" y="9188"/>
                    <a:pt x="12402" y="9188"/>
                  </a:cubicBezTo>
                  <a:lnTo>
                    <a:pt x="7305" y="9188"/>
                  </a:lnTo>
                  <a:lnTo>
                    <a:pt x="7305" y="8358"/>
                  </a:lnTo>
                  <a:lnTo>
                    <a:pt x="7549" y="8358"/>
                  </a:lnTo>
                  <a:cubicBezTo>
                    <a:pt x="8065" y="8358"/>
                    <a:pt x="8486" y="7926"/>
                    <a:pt x="8486" y="7409"/>
                  </a:cubicBezTo>
                  <a:lnTo>
                    <a:pt x="8486" y="6254"/>
                  </a:lnTo>
                  <a:cubicBezTo>
                    <a:pt x="8486" y="5973"/>
                    <a:pt x="8638" y="5693"/>
                    <a:pt x="8882" y="5482"/>
                  </a:cubicBezTo>
                  <a:cubicBezTo>
                    <a:pt x="9597" y="4899"/>
                    <a:pt x="10018" y="4021"/>
                    <a:pt x="10018" y="3098"/>
                  </a:cubicBezTo>
                  <a:cubicBezTo>
                    <a:pt x="10018" y="1392"/>
                    <a:pt x="8615" y="1"/>
                    <a:pt x="68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93" name="Google Shape;1393;p48"/>
            <p:cNvSpPr/>
            <p:nvPr/>
          </p:nvSpPr>
          <p:spPr>
            <a:xfrm>
              <a:off x="5782663" y="2748350"/>
              <a:ext cx="40350" cy="20200"/>
            </a:xfrm>
            <a:custGeom>
              <a:rect l="l" t="t" r="r" b="b"/>
              <a:pathLst>
                <a:path w="1613" h="806" extrusionOk="0">
                  <a:moveTo>
                    <a:pt x="398" y="0"/>
                  </a:moveTo>
                  <a:cubicBezTo>
                    <a:pt x="177" y="0"/>
                    <a:pt x="0" y="188"/>
                    <a:pt x="0" y="410"/>
                  </a:cubicBezTo>
                  <a:cubicBezTo>
                    <a:pt x="0" y="631"/>
                    <a:pt x="177" y="808"/>
                    <a:pt x="398" y="808"/>
                  </a:cubicBezTo>
                  <a:lnTo>
                    <a:pt x="1204" y="808"/>
                  </a:lnTo>
                  <a:cubicBezTo>
                    <a:pt x="1439" y="808"/>
                    <a:pt x="1613" y="631"/>
                    <a:pt x="1613" y="410"/>
                  </a:cubicBezTo>
                  <a:cubicBezTo>
                    <a:pt x="1613" y="188"/>
                    <a:pt x="1439" y="0"/>
                    <a:pt x="12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94" name="Google Shape;1394;p48"/>
            <p:cNvSpPr/>
            <p:nvPr/>
          </p:nvSpPr>
          <p:spPr>
            <a:xfrm>
              <a:off x="5774438" y="2694450"/>
              <a:ext cx="40700" cy="30375"/>
            </a:xfrm>
            <a:custGeom>
              <a:rect l="l" t="t" r="r" b="b"/>
              <a:pathLst>
                <a:path w="1628" h="1215" extrusionOk="0">
                  <a:moveTo>
                    <a:pt x="1158" y="1"/>
                  </a:moveTo>
                  <a:cubicBezTo>
                    <a:pt x="1091" y="1"/>
                    <a:pt x="1022" y="18"/>
                    <a:pt x="960" y="52"/>
                  </a:cubicBezTo>
                  <a:lnTo>
                    <a:pt x="259" y="462"/>
                  </a:lnTo>
                  <a:cubicBezTo>
                    <a:pt x="60" y="565"/>
                    <a:pt x="1" y="824"/>
                    <a:pt x="107" y="1011"/>
                  </a:cubicBezTo>
                  <a:cubicBezTo>
                    <a:pt x="186" y="1145"/>
                    <a:pt x="322" y="1214"/>
                    <a:pt x="459" y="1214"/>
                  </a:cubicBezTo>
                  <a:cubicBezTo>
                    <a:pt x="527" y="1214"/>
                    <a:pt x="595" y="1197"/>
                    <a:pt x="657" y="1163"/>
                  </a:cubicBezTo>
                  <a:lnTo>
                    <a:pt x="1359" y="753"/>
                  </a:lnTo>
                  <a:cubicBezTo>
                    <a:pt x="1558" y="650"/>
                    <a:pt x="1628" y="403"/>
                    <a:pt x="1510" y="204"/>
                  </a:cubicBezTo>
                  <a:cubicBezTo>
                    <a:pt x="1431" y="70"/>
                    <a:pt x="1296" y="1"/>
                    <a:pt x="1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95" name="Google Shape;1395;p48"/>
            <p:cNvSpPr/>
            <p:nvPr/>
          </p:nvSpPr>
          <p:spPr>
            <a:xfrm>
              <a:off x="5774438" y="2792200"/>
              <a:ext cx="40700" cy="30350"/>
            </a:xfrm>
            <a:custGeom>
              <a:rect l="l" t="t" r="r" b="b"/>
              <a:pathLst>
                <a:path w="1628" h="1214" extrusionOk="0">
                  <a:moveTo>
                    <a:pt x="457" y="0"/>
                  </a:moveTo>
                  <a:cubicBezTo>
                    <a:pt x="320" y="0"/>
                    <a:pt x="186" y="73"/>
                    <a:pt x="107" y="199"/>
                  </a:cubicBezTo>
                  <a:cubicBezTo>
                    <a:pt x="1" y="398"/>
                    <a:pt x="60" y="642"/>
                    <a:pt x="259" y="760"/>
                  </a:cubicBezTo>
                  <a:lnTo>
                    <a:pt x="960" y="1158"/>
                  </a:lnTo>
                  <a:cubicBezTo>
                    <a:pt x="1023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10" y="1018"/>
                  </a:cubicBezTo>
                  <a:cubicBezTo>
                    <a:pt x="1628" y="819"/>
                    <a:pt x="1558" y="572"/>
                    <a:pt x="1359" y="457"/>
                  </a:cubicBezTo>
                  <a:lnTo>
                    <a:pt x="657" y="58"/>
                  </a:lnTo>
                  <a:cubicBezTo>
                    <a:pt x="594" y="19"/>
                    <a:pt x="525" y="0"/>
                    <a:pt x="4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96" name="Google Shape;1396;p48"/>
            <p:cNvSpPr/>
            <p:nvPr/>
          </p:nvSpPr>
          <p:spPr>
            <a:xfrm>
              <a:off x="5546513" y="2748350"/>
              <a:ext cx="40700" cy="20200"/>
            </a:xfrm>
            <a:custGeom>
              <a:rect l="l" t="t" r="r" b="b"/>
              <a:pathLst>
                <a:path w="1628" h="806" extrusionOk="0">
                  <a:moveTo>
                    <a:pt x="410" y="0"/>
                  </a:moveTo>
                  <a:cubicBezTo>
                    <a:pt x="188" y="0"/>
                    <a:pt x="1" y="188"/>
                    <a:pt x="1" y="410"/>
                  </a:cubicBezTo>
                  <a:cubicBezTo>
                    <a:pt x="1" y="631"/>
                    <a:pt x="188" y="808"/>
                    <a:pt x="410" y="808"/>
                  </a:cubicBezTo>
                  <a:lnTo>
                    <a:pt x="1218" y="808"/>
                  </a:lnTo>
                  <a:cubicBezTo>
                    <a:pt x="1440" y="808"/>
                    <a:pt x="1628" y="631"/>
                    <a:pt x="1628" y="410"/>
                  </a:cubicBezTo>
                  <a:cubicBezTo>
                    <a:pt x="1628" y="188"/>
                    <a:pt x="1440" y="0"/>
                    <a:pt x="1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97" name="Google Shape;1397;p48"/>
            <p:cNvSpPr/>
            <p:nvPr/>
          </p:nvSpPr>
          <p:spPr>
            <a:xfrm>
              <a:off x="5554713" y="2694450"/>
              <a:ext cx="40650" cy="30375"/>
            </a:xfrm>
            <a:custGeom>
              <a:rect l="l" t="t" r="r" b="b"/>
              <a:pathLst>
                <a:path w="1626" h="1215" extrusionOk="0">
                  <a:moveTo>
                    <a:pt x="462" y="1"/>
                  </a:moveTo>
                  <a:cubicBezTo>
                    <a:pt x="321" y="1"/>
                    <a:pt x="184" y="70"/>
                    <a:pt x="107" y="204"/>
                  </a:cubicBezTo>
                  <a:cubicBezTo>
                    <a:pt x="1" y="403"/>
                    <a:pt x="60" y="650"/>
                    <a:pt x="259" y="753"/>
                  </a:cubicBezTo>
                  <a:lnTo>
                    <a:pt x="960" y="1163"/>
                  </a:lnTo>
                  <a:cubicBezTo>
                    <a:pt x="1021" y="1197"/>
                    <a:pt x="1090" y="1214"/>
                    <a:pt x="1159" y="1214"/>
                  </a:cubicBezTo>
                  <a:cubicBezTo>
                    <a:pt x="1299" y="1214"/>
                    <a:pt x="1439" y="1145"/>
                    <a:pt x="1510" y="1011"/>
                  </a:cubicBezTo>
                  <a:cubicBezTo>
                    <a:pt x="1625" y="824"/>
                    <a:pt x="1555" y="565"/>
                    <a:pt x="1356" y="462"/>
                  </a:cubicBezTo>
                  <a:lnTo>
                    <a:pt x="668" y="52"/>
                  </a:lnTo>
                  <a:cubicBezTo>
                    <a:pt x="603" y="18"/>
                    <a:pt x="532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398" name="Google Shape;1398;p48"/>
            <p:cNvSpPr/>
            <p:nvPr/>
          </p:nvSpPr>
          <p:spPr>
            <a:xfrm>
              <a:off x="5554713" y="2792200"/>
              <a:ext cx="40650" cy="30350"/>
            </a:xfrm>
            <a:custGeom>
              <a:rect l="l" t="t" r="r" b="b"/>
              <a:pathLst>
                <a:path w="1626" h="1214" extrusionOk="0">
                  <a:moveTo>
                    <a:pt x="1162" y="0"/>
                  </a:moveTo>
                  <a:cubicBezTo>
                    <a:pt x="1092" y="0"/>
                    <a:pt x="1022" y="19"/>
                    <a:pt x="960" y="58"/>
                  </a:cubicBezTo>
                  <a:lnTo>
                    <a:pt x="259" y="457"/>
                  </a:lnTo>
                  <a:cubicBezTo>
                    <a:pt x="60" y="572"/>
                    <a:pt x="1" y="819"/>
                    <a:pt x="107" y="1018"/>
                  </a:cubicBezTo>
                  <a:cubicBezTo>
                    <a:pt x="184" y="1141"/>
                    <a:pt x="320" y="1214"/>
                    <a:pt x="461" y="1214"/>
                  </a:cubicBezTo>
                  <a:cubicBezTo>
                    <a:pt x="531" y="1214"/>
                    <a:pt x="602" y="1196"/>
                    <a:pt x="668" y="1158"/>
                  </a:cubicBezTo>
                  <a:lnTo>
                    <a:pt x="1356" y="760"/>
                  </a:lnTo>
                  <a:cubicBezTo>
                    <a:pt x="1555" y="642"/>
                    <a:pt x="1625" y="398"/>
                    <a:pt x="1510" y="199"/>
                  </a:cubicBezTo>
                  <a:cubicBezTo>
                    <a:pt x="1439" y="73"/>
                    <a:pt x="1301" y="0"/>
                    <a:pt x="11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399" name="Google Shape;1399;p48"/>
          <p:cNvSpPr/>
          <p:nvPr/>
        </p:nvSpPr>
        <p:spPr>
          <a:xfrm>
            <a:off x="4020888" y="2528750"/>
            <a:ext cx="345075" cy="344800"/>
          </a:xfrm>
          <a:custGeom>
            <a:rect l="l" t="t" r="r" b="b"/>
            <a:pathLst>
              <a:path w="13803" h="13792" extrusionOk="0">
                <a:moveTo>
                  <a:pt x="11337" y="1344"/>
                </a:moveTo>
                <a:lnTo>
                  <a:pt x="11454" y="1998"/>
                </a:lnTo>
                <a:cubicBezTo>
                  <a:pt x="11488" y="2163"/>
                  <a:pt x="11617" y="2290"/>
                  <a:pt x="11783" y="2326"/>
                </a:cubicBezTo>
                <a:lnTo>
                  <a:pt x="12425" y="2444"/>
                </a:lnTo>
                <a:lnTo>
                  <a:pt x="11314" y="3566"/>
                </a:lnTo>
                <a:lnTo>
                  <a:pt x="10391" y="3389"/>
                </a:lnTo>
                <a:lnTo>
                  <a:pt x="10214" y="2466"/>
                </a:lnTo>
                <a:lnTo>
                  <a:pt x="11337" y="1344"/>
                </a:lnTo>
                <a:close/>
                <a:moveTo>
                  <a:pt x="6896" y="5670"/>
                </a:moveTo>
                <a:cubicBezTo>
                  <a:pt x="7084" y="5670"/>
                  <a:pt x="7258" y="5715"/>
                  <a:pt x="7420" y="5785"/>
                </a:cubicBezTo>
                <a:lnTo>
                  <a:pt x="6615" y="6593"/>
                </a:lnTo>
                <a:cubicBezTo>
                  <a:pt x="6452" y="6756"/>
                  <a:pt x="6452" y="7014"/>
                  <a:pt x="6615" y="7165"/>
                </a:cubicBezTo>
                <a:cubicBezTo>
                  <a:pt x="6691" y="7247"/>
                  <a:pt x="6793" y="7287"/>
                  <a:pt x="6896" y="7287"/>
                </a:cubicBezTo>
                <a:cubicBezTo>
                  <a:pt x="6998" y="7287"/>
                  <a:pt x="7100" y="7247"/>
                  <a:pt x="7176" y="7165"/>
                </a:cubicBezTo>
                <a:lnTo>
                  <a:pt x="7995" y="6357"/>
                </a:lnTo>
                <a:cubicBezTo>
                  <a:pt x="8066" y="6523"/>
                  <a:pt x="8110" y="6697"/>
                  <a:pt x="8110" y="6885"/>
                </a:cubicBezTo>
                <a:cubicBezTo>
                  <a:pt x="8110" y="7550"/>
                  <a:pt x="7561" y="8099"/>
                  <a:pt x="6896" y="8099"/>
                </a:cubicBezTo>
                <a:cubicBezTo>
                  <a:pt x="6228" y="8099"/>
                  <a:pt x="5681" y="7550"/>
                  <a:pt x="5681" y="6885"/>
                </a:cubicBezTo>
                <a:cubicBezTo>
                  <a:pt x="5681" y="6217"/>
                  <a:pt x="6228" y="5670"/>
                  <a:pt x="6896" y="5670"/>
                </a:cubicBezTo>
                <a:close/>
                <a:moveTo>
                  <a:pt x="6896" y="3788"/>
                </a:moveTo>
                <a:cubicBezTo>
                  <a:pt x="7608" y="3788"/>
                  <a:pt x="8262" y="4021"/>
                  <a:pt x="8778" y="4430"/>
                </a:cubicBezTo>
                <a:lnTo>
                  <a:pt x="8007" y="5202"/>
                </a:lnTo>
                <a:cubicBezTo>
                  <a:pt x="7690" y="4980"/>
                  <a:pt x="7305" y="4862"/>
                  <a:pt x="6896" y="4862"/>
                </a:cubicBezTo>
                <a:cubicBezTo>
                  <a:pt x="5785" y="4862"/>
                  <a:pt x="4873" y="5763"/>
                  <a:pt x="4873" y="6885"/>
                </a:cubicBezTo>
                <a:cubicBezTo>
                  <a:pt x="4873" y="7996"/>
                  <a:pt x="5785" y="8907"/>
                  <a:pt x="6896" y="8907"/>
                </a:cubicBezTo>
                <a:cubicBezTo>
                  <a:pt x="8007" y="8907"/>
                  <a:pt x="8918" y="7996"/>
                  <a:pt x="8918" y="6885"/>
                </a:cubicBezTo>
                <a:cubicBezTo>
                  <a:pt x="8918" y="6475"/>
                  <a:pt x="8789" y="6091"/>
                  <a:pt x="8579" y="5774"/>
                </a:cubicBezTo>
                <a:lnTo>
                  <a:pt x="9350" y="4991"/>
                </a:lnTo>
                <a:cubicBezTo>
                  <a:pt x="9760" y="5516"/>
                  <a:pt x="9993" y="6172"/>
                  <a:pt x="9993" y="6885"/>
                </a:cubicBezTo>
                <a:cubicBezTo>
                  <a:pt x="9993" y="8590"/>
                  <a:pt x="8601" y="9982"/>
                  <a:pt x="6896" y="9982"/>
                </a:cubicBezTo>
                <a:cubicBezTo>
                  <a:pt x="5190" y="9982"/>
                  <a:pt x="3799" y="8590"/>
                  <a:pt x="3799" y="6885"/>
                </a:cubicBezTo>
                <a:cubicBezTo>
                  <a:pt x="3799" y="5179"/>
                  <a:pt x="5190" y="3788"/>
                  <a:pt x="6896" y="3788"/>
                </a:cubicBezTo>
                <a:close/>
                <a:moveTo>
                  <a:pt x="7608" y="806"/>
                </a:moveTo>
                <a:lnTo>
                  <a:pt x="7678" y="1673"/>
                </a:lnTo>
                <a:cubicBezTo>
                  <a:pt x="7690" y="1846"/>
                  <a:pt x="7819" y="1987"/>
                  <a:pt x="7995" y="2034"/>
                </a:cubicBezTo>
                <a:cubicBezTo>
                  <a:pt x="8498" y="2138"/>
                  <a:pt x="8977" y="2326"/>
                  <a:pt x="9420" y="2595"/>
                </a:cubicBezTo>
                <a:lnTo>
                  <a:pt x="9608" y="3611"/>
                </a:lnTo>
                <a:lnTo>
                  <a:pt x="9362" y="3858"/>
                </a:lnTo>
                <a:cubicBezTo>
                  <a:pt x="8693" y="3312"/>
                  <a:pt x="7834" y="2989"/>
                  <a:pt x="6895" y="2989"/>
                </a:cubicBezTo>
                <a:cubicBezTo>
                  <a:pt x="6848" y="2989"/>
                  <a:pt x="6802" y="2989"/>
                  <a:pt x="6755" y="2991"/>
                </a:cubicBezTo>
                <a:cubicBezTo>
                  <a:pt x="4699" y="3061"/>
                  <a:pt x="3038" y="4744"/>
                  <a:pt x="2991" y="6803"/>
                </a:cubicBezTo>
                <a:cubicBezTo>
                  <a:pt x="2947" y="9001"/>
                  <a:pt x="4712" y="10802"/>
                  <a:pt x="6884" y="10802"/>
                </a:cubicBezTo>
                <a:cubicBezTo>
                  <a:pt x="6918" y="10802"/>
                  <a:pt x="6953" y="10802"/>
                  <a:pt x="6988" y="10801"/>
                </a:cubicBezTo>
                <a:cubicBezTo>
                  <a:pt x="9047" y="10765"/>
                  <a:pt x="10731" y="9107"/>
                  <a:pt x="10812" y="7047"/>
                </a:cubicBezTo>
                <a:cubicBezTo>
                  <a:pt x="10846" y="6054"/>
                  <a:pt x="10506" y="5143"/>
                  <a:pt x="9934" y="4430"/>
                </a:cubicBezTo>
                <a:lnTo>
                  <a:pt x="10181" y="4183"/>
                </a:lnTo>
                <a:lnTo>
                  <a:pt x="11207" y="4371"/>
                </a:lnTo>
                <a:cubicBezTo>
                  <a:pt x="11466" y="4814"/>
                  <a:pt x="11654" y="5294"/>
                  <a:pt x="11769" y="5810"/>
                </a:cubicBezTo>
                <a:cubicBezTo>
                  <a:pt x="11805" y="5973"/>
                  <a:pt x="11956" y="6102"/>
                  <a:pt x="12133" y="6125"/>
                </a:cubicBezTo>
                <a:lnTo>
                  <a:pt x="12997" y="6195"/>
                </a:lnTo>
                <a:lnTo>
                  <a:pt x="12997" y="7597"/>
                </a:lnTo>
                <a:lnTo>
                  <a:pt x="12133" y="7667"/>
                </a:lnTo>
                <a:cubicBezTo>
                  <a:pt x="11956" y="7690"/>
                  <a:pt x="11805" y="7819"/>
                  <a:pt x="11769" y="7996"/>
                </a:cubicBezTo>
                <a:cubicBezTo>
                  <a:pt x="11642" y="8557"/>
                  <a:pt x="11418" y="9081"/>
                  <a:pt x="11115" y="9561"/>
                </a:cubicBezTo>
                <a:cubicBezTo>
                  <a:pt x="11022" y="9713"/>
                  <a:pt x="11034" y="9912"/>
                  <a:pt x="11151" y="10041"/>
                </a:cubicBezTo>
                <a:lnTo>
                  <a:pt x="11712" y="10706"/>
                </a:lnTo>
                <a:lnTo>
                  <a:pt x="10705" y="11701"/>
                </a:lnTo>
                <a:lnTo>
                  <a:pt x="10052" y="11140"/>
                </a:lnTo>
                <a:cubicBezTo>
                  <a:pt x="9974" y="11075"/>
                  <a:pt x="9881" y="11042"/>
                  <a:pt x="9788" y="11042"/>
                </a:cubicBezTo>
                <a:cubicBezTo>
                  <a:pt x="9713" y="11042"/>
                  <a:pt x="9639" y="11063"/>
                  <a:pt x="9572" y="11104"/>
                </a:cubicBezTo>
                <a:cubicBezTo>
                  <a:pt x="9081" y="11421"/>
                  <a:pt x="8556" y="11643"/>
                  <a:pt x="7995" y="11758"/>
                </a:cubicBezTo>
                <a:cubicBezTo>
                  <a:pt x="7819" y="11805"/>
                  <a:pt x="7690" y="11946"/>
                  <a:pt x="7678" y="12122"/>
                </a:cubicBezTo>
                <a:lnTo>
                  <a:pt x="7608" y="12986"/>
                </a:lnTo>
                <a:lnTo>
                  <a:pt x="6194" y="12986"/>
                </a:lnTo>
                <a:lnTo>
                  <a:pt x="6124" y="12122"/>
                </a:lnTo>
                <a:cubicBezTo>
                  <a:pt x="6113" y="11946"/>
                  <a:pt x="5984" y="11805"/>
                  <a:pt x="5807" y="11758"/>
                </a:cubicBezTo>
                <a:cubicBezTo>
                  <a:pt x="5246" y="11643"/>
                  <a:pt x="4722" y="11421"/>
                  <a:pt x="4231" y="11104"/>
                </a:cubicBezTo>
                <a:cubicBezTo>
                  <a:pt x="4163" y="11063"/>
                  <a:pt x="4089" y="11042"/>
                  <a:pt x="4015" y="11042"/>
                </a:cubicBezTo>
                <a:cubicBezTo>
                  <a:pt x="3922" y="11042"/>
                  <a:pt x="3829" y="11075"/>
                  <a:pt x="3751" y="11140"/>
                </a:cubicBezTo>
                <a:lnTo>
                  <a:pt x="3097" y="11701"/>
                </a:lnTo>
                <a:lnTo>
                  <a:pt x="2090" y="10706"/>
                </a:lnTo>
                <a:lnTo>
                  <a:pt x="2651" y="10041"/>
                </a:lnTo>
                <a:cubicBezTo>
                  <a:pt x="2769" y="9912"/>
                  <a:pt x="2780" y="9713"/>
                  <a:pt x="2688" y="9561"/>
                </a:cubicBezTo>
                <a:cubicBezTo>
                  <a:pt x="2385" y="9081"/>
                  <a:pt x="2160" y="8546"/>
                  <a:pt x="2034" y="7984"/>
                </a:cubicBezTo>
                <a:cubicBezTo>
                  <a:pt x="1998" y="7819"/>
                  <a:pt x="1846" y="7690"/>
                  <a:pt x="1669" y="7667"/>
                </a:cubicBezTo>
                <a:lnTo>
                  <a:pt x="805" y="7597"/>
                </a:lnTo>
                <a:lnTo>
                  <a:pt x="805" y="6195"/>
                </a:lnTo>
                <a:lnTo>
                  <a:pt x="1669" y="6125"/>
                </a:lnTo>
                <a:cubicBezTo>
                  <a:pt x="1846" y="6102"/>
                  <a:pt x="1998" y="5984"/>
                  <a:pt x="2034" y="5810"/>
                </a:cubicBezTo>
                <a:cubicBezTo>
                  <a:pt x="2160" y="5249"/>
                  <a:pt x="2385" y="4711"/>
                  <a:pt x="2688" y="4220"/>
                </a:cubicBezTo>
                <a:cubicBezTo>
                  <a:pt x="2780" y="4079"/>
                  <a:pt x="2769" y="3880"/>
                  <a:pt x="2651" y="3751"/>
                </a:cubicBezTo>
                <a:lnTo>
                  <a:pt x="2090" y="3086"/>
                </a:lnTo>
                <a:lnTo>
                  <a:pt x="3097" y="2093"/>
                </a:lnTo>
                <a:lnTo>
                  <a:pt x="3751" y="2654"/>
                </a:lnTo>
                <a:cubicBezTo>
                  <a:pt x="3829" y="2718"/>
                  <a:pt x="3921" y="2750"/>
                  <a:pt x="4014" y="2750"/>
                </a:cubicBezTo>
                <a:cubicBezTo>
                  <a:pt x="4088" y="2750"/>
                  <a:pt x="4163" y="2729"/>
                  <a:pt x="4231" y="2688"/>
                </a:cubicBezTo>
                <a:cubicBezTo>
                  <a:pt x="4722" y="2374"/>
                  <a:pt x="5246" y="2149"/>
                  <a:pt x="5807" y="2034"/>
                </a:cubicBezTo>
                <a:cubicBezTo>
                  <a:pt x="5984" y="1987"/>
                  <a:pt x="6113" y="1846"/>
                  <a:pt x="6124" y="1673"/>
                </a:cubicBezTo>
                <a:lnTo>
                  <a:pt x="6194" y="806"/>
                </a:lnTo>
                <a:close/>
                <a:moveTo>
                  <a:pt x="5821" y="1"/>
                </a:moveTo>
                <a:cubicBezTo>
                  <a:pt x="5611" y="1"/>
                  <a:pt x="5434" y="152"/>
                  <a:pt x="5423" y="362"/>
                </a:cubicBezTo>
                <a:lnTo>
                  <a:pt x="5342" y="1308"/>
                </a:lnTo>
                <a:cubicBezTo>
                  <a:pt x="4895" y="1437"/>
                  <a:pt x="4463" y="1614"/>
                  <a:pt x="4054" y="1846"/>
                </a:cubicBezTo>
                <a:lnTo>
                  <a:pt x="3330" y="1226"/>
                </a:lnTo>
                <a:cubicBezTo>
                  <a:pt x="3252" y="1165"/>
                  <a:pt x="3158" y="1133"/>
                  <a:pt x="3064" y="1133"/>
                </a:cubicBezTo>
                <a:cubicBezTo>
                  <a:pt x="2961" y="1133"/>
                  <a:pt x="2859" y="1171"/>
                  <a:pt x="2780" y="1252"/>
                </a:cubicBezTo>
                <a:lnTo>
                  <a:pt x="1263" y="2781"/>
                </a:lnTo>
                <a:cubicBezTo>
                  <a:pt x="1108" y="2921"/>
                  <a:pt x="1097" y="3168"/>
                  <a:pt x="1237" y="3330"/>
                </a:cubicBezTo>
                <a:lnTo>
                  <a:pt x="1846" y="4057"/>
                </a:lnTo>
                <a:cubicBezTo>
                  <a:pt x="1624" y="4453"/>
                  <a:pt x="1437" y="4885"/>
                  <a:pt x="1319" y="5342"/>
                </a:cubicBezTo>
                <a:lnTo>
                  <a:pt x="373" y="5412"/>
                </a:lnTo>
                <a:cubicBezTo>
                  <a:pt x="163" y="5434"/>
                  <a:pt x="0" y="5611"/>
                  <a:pt x="0" y="5822"/>
                </a:cubicBezTo>
                <a:lnTo>
                  <a:pt x="0" y="7970"/>
                </a:lnTo>
                <a:cubicBezTo>
                  <a:pt x="0" y="8181"/>
                  <a:pt x="163" y="8358"/>
                  <a:pt x="373" y="8380"/>
                </a:cubicBezTo>
                <a:lnTo>
                  <a:pt x="1319" y="8450"/>
                </a:lnTo>
                <a:cubicBezTo>
                  <a:pt x="1437" y="8907"/>
                  <a:pt x="1624" y="9339"/>
                  <a:pt x="1846" y="9749"/>
                </a:cubicBezTo>
                <a:lnTo>
                  <a:pt x="1237" y="10462"/>
                </a:lnTo>
                <a:cubicBezTo>
                  <a:pt x="1097" y="10624"/>
                  <a:pt x="1108" y="10871"/>
                  <a:pt x="1263" y="11011"/>
                </a:cubicBezTo>
                <a:lnTo>
                  <a:pt x="2780" y="12543"/>
                </a:lnTo>
                <a:cubicBezTo>
                  <a:pt x="2859" y="12622"/>
                  <a:pt x="2961" y="12660"/>
                  <a:pt x="3063" y="12660"/>
                </a:cubicBezTo>
                <a:cubicBezTo>
                  <a:pt x="3157" y="12660"/>
                  <a:pt x="3252" y="12627"/>
                  <a:pt x="3330" y="12566"/>
                </a:cubicBezTo>
                <a:lnTo>
                  <a:pt x="4054" y="11946"/>
                </a:lnTo>
                <a:cubicBezTo>
                  <a:pt x="4463" y="12178"/>
                  <a:pt x="4895" y="12355"/>
                  <a:pt x="5342" y="12484"/>
                </a:cubicBezTo>
                <a:lnTo>
                  <a:pt x="5423" y="13430"/>
                </a:lnTo>
                <a:cubicBezTo>
                  <a:pt x="5434" y="13640"/>
                  <a:pt x="5611" y="13791"/>
                  <a:pt x="5821" y="13791"/>
                </a:cubicBezTo>
                <a:lnTo>
                  <a:pt x="7981" y="13791"/>
                </a:lnTo>
                <a:cubicBezTo>
                  <a:pt x="8192" y="13791"/>
                  <a:pt x="8368" y="13640"/>
                  <a:pt x="8380" y="13430"/>
                </a:cubicBezTo>
                <a:lnTo>
                  <a:pt x="8461" y="12484"/>
                </a:lnTo>
                <a:cubicBezTo>
                  <a:pt x="8907" y="12355"/>
                  <a:pt x="9339" y="12178"/>
                  <a:pt x="9749" y="11946"/>
                </a:cubicBezTo>
                <a:lnTo>
                  <a:pt x="10472" y="12566"/>
                </a:lnTo>
                <a:cubicBezTo>
                  <a:pt x="10551" y="12627"/>
                  <a:pt x="10645" y="12660"/>
                  <a:pt x="10740" y="12660"/>
                </a:cubicBezTo>
                <a:cubicBezTo>
                  <a:pt x="10842" y="12660"/>
                  <a:pt x="10944" y="12622"/>
                  <a:pt x="11022" y="12543"/>
                </a:cubicBezTo>
                <a:lnTo>
                  <a:pt x="12540" y="11011"/>
                </a:lnTo>
                <a:cubicBezTo>
                  <a:pt x="12694" y="10871"/>
                  <a:pt x="12706" y="10624"/>
                  <a:pt x="12565" y="10462"/>
                </a:cubicBezTo>
                <a:lnTo>
                  <a:pt x="11956" y="9749"/>
                </a:lnTo>
                <a:cubicBezTo>
                  <a:pt x="12178" y="9339"/>
                  <a:pt x="12366" y="8907"/>
                  <a:pt x="12484" y="8450"/>
                </a:cubicBezTo>
                <a:lnTo>
                  <a:pt x="13429" y="8380"/>
                </a:lnTo>
                <a:cubicBezTo>
                  <a:pt x="13640" y="8358"/>
                  <a:pt x="13802" y="8181"/>
                  <a:pt x="13802" y="7970"/>
                </a:cubicBezTo>
                <a:lnTo>
                  <a:pt x="13802" y="5822"/>
                </a:lnTo>
                <a:cubicBezTo>
                  <a:pt x="13802" y="5611"/>
                  <a:pt x="13640" y="5434"/>
                  <a:pt x="13429" y="5412"/>
                </a:cubicBezTo>
                <a:lnTo>
                  <a:pt x="12484" y="5342"/>
                </a:lnTo>
                <a:cubicBezTo>
                  <a:pt x="12366" y="4899"/>
                  <a:pt x="12189" y="4478"/>
                  <a:pt x="11968" y="4068"/>
                </a:cubicBezTo>
                <a:lnTo>
                  <a:pt x="13547" y="2489"/>
                </a:lnTo>
                <a:cubicBezTo>
                  <a:pt x="13780" y="2256"/>
                  <a:pt x="13662" y="1858"/>
                  <a:pt x="13337" y="1799"/>
                </a:cubicBezTo>
                <a:lnTo>
                  <a:pt x="12203" y="1588"/>
                </a:lnTo>
                <a:lnTo>
                  <a:pt x="11993" y="455"/>
                </a:lnTo>
                <a:cubicBezTo>
                  <a:pt x="11955" y="252"/>
                  <a:pt x="11774" y="131"/>
                  <a:pt x="11592" y="131"/>
                </a:cubicBezTo>
                <a:cubicBezTo>
                  <a:pt x="11492" y="131"/>
                  <a:pt x="11392" y="166"/>
                  <a:pt x="11314" y="245"/>
                </a:cubicBezTo>
                <a:lnTo>
                  <a:pt x="9723" y="1835"/>
                </a:lnTo>
                <a:cubicBezTo>
                  <a:pt x="9328" y="1614"/>
                  <a:pt x="8907" y="1437"/>
                  <a:pt x="8461" y="1308"/>
                </a:cubicBezTo>
                <a:lnTo>
                  <a:pt x="8380" y="362"/>
                </a:lnTo>
                <a:cubicBezTo>
                  <a:pt x="8368" y="152"/>
                  <a:pt x="8192" y="1"/>
                  <a:pt x="79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00" name="Google Shape;1400;p48"/>
          <p:cNvSpPr/>
          <p:nvPr/>
        </p:nvSpPr>
        <p:spPr>
          <a:xfrm>
            <a:off x="4758550" y="2528650"/>
            <a:ext cx="345150" cy="344900"/>
          </a:xfrm>
          <a:custGeom>
            <a:rect l="l" t="t" r="r" b="b"/>
            <a:pathLst>
              <a:path w="13805" h="13796" extrusionOk="0">
                <a:moveTo>
                  <a:pt x="2561" y="880"/>
                </a:moveTo>
                <a:lnTo>
                  <a:pt x="3964" y="1747"/>
                </a:lnTo>
                <a:lnTo>
                  <a:pt x="2561" y="2622"/>
                </a:lnTo>
                <a:lnTo>
                  <a:pt x="1170" y="1747"/>
                </a:lnTo>
                <a:lnTo>
                  <a:pt x="2561" y="880"/>
                </a:lnTo>
                <a:close/>
                <a:moveTo>
                  <a:pt x="11247" y="880"/>
                </a:moveTo>
                <a:lnTo>
                  <a:pt x="12638" y="1747"/>
                </a:lnTo>
                <a:lnTo>
                  <a:pt x="11247" y="2622"/>
                </a:lnTo>
                <a:lnTo>
                  <a:pt x="9855" y="1747"/>
                </a:lnTo>
                <a:lnTo>
                  <a:pt x="11247" y="880"/>
                </a:lnTo>
                <a:close/>
                <a:moveTo>
                  <a:pt x="808" y="2482"/>
                </a:moveTo>
                <a:lnTo>
                  <a:pt x="2152" y="3323"/>
                </a:lnTo>
                <a:lnTo>
                  <a:pt x="2152" y="5065"/>
                </a:lnTo>
                <a:lnTo>
                  <a:pt x="808" y="4224"/>
                </a:lnTo>
                <a:lnTo>
                  <a:pt x="808" y="2482"/>
                </a:lnTo>
                <a:close/>
                <a:moveTo>
                  <a:pt x="4315" y="2482"/>
                </a:moveTo>
                <a:lnTo>
                  <a:pt x="4315" y="4224"/>
                </a:lnTo>
                <a:lnTo>
                  <a:pt x="2971" y="5065"/>
                </a:lnTo>
                <a:lnTo>
                  <a:pt x="2971" y="3323"/>
                </a:lnTo>
                <a:lnTo>
                  <a:pt x="4315" y="2482"/>
                </a:lnTo>
                <a:close/>
                <a:moveTo>
                  <a:pt x="9493" y="2482"/>
                </a:moveTo>
                <a:lnTo>
                  <a:pt x="10837" y="3323"/>
                </a:lnTo>
                <a:lnTo>
                  <a:pt x="10837" y="5065"/>
                </a:lnTo>
                <a:lnTo>
                  <a:pt x="9493" y="4224"/>
                </a:lnTo>
                <a:lnTo>
                  <a:pt x="9493" y="2482"/>
                </a:lnTo>
                <a:close/>
                <a:moveTo>
                  <a:pt x="13000" y="2482"/>
                </a:moveTo>
                <a:lnTo>
                  <a:pt x="13000" y="4224"/>
                </a:lnTo>
                <a:lnTo>
                  <a:pt x="11642" y="5065"/>
                </a:lnTo>
                <a:lnTo>
                  <a:pt x="11642" y="3323"/>
                </a:lnTo>
                <a:lnTo>
                  <a:pt x="13000" y="2482"/>
                </a:lnTo>
                <a:close/>
                <a:moveTo>
                  <a:pt x="2561" y="8479"/>
                </a:moveTo>
                <a:lnTo>
                  <a:pt x="3964" y="9355"/>
                </a:lnTo>
                <a:lnTo>
                  <a:pt x="2561" y="10219"/>
                </a:lnTo>
                <a:lnTo>
                  <a:pt x="1170" y="9355"/>
                </a:lnTo>
                <a:lnTo>
                  <a:pt x="2561" y="8479"/>
                </a:lnTo>
                <a:close/>
                <a:moveTo>
                  <a:pt x="11247" y="8479"/>
                </a:moveTo>
                <a:lnTo>
                  <a:pt x="12638" y="9355"/>
                </a:lnTo>
                <a:lnTo>
                  <a:pt x="11247" y="10219"/>
                </a:lnTo>
                <a:lnTo>
                  <a:pt x="9855" y="9355"/>
                </a:lnTo>
                <a:lnTo>
                  <a:pt x="11247" y="8479"/>
                </a:lnTo>
                <a:close/>
                <a:moveTo>
                  <a:pt x="8685" y="2961"/>
                </a:moveTo>
                <a:lnTo>
                  <a:pt x="8685" y="4445"/>
                </a:lnTo>
                <a:cubicBezTo>
                  <a:pt x="8685" y="4586"/>
                  <a:pt x="8756" y="4715"/>
                  <a:pt x="8873" y="4785"/>
                </a:cubicBezTo>
                <a:lnTo>
                  <a:pt x="10837" y="6025"/>
                </a:lnTo>
                <a:lnTo>
                  <a:pt x="10837" y="7778"/>
                </a:lnTo>
                <a:lnTo>
                  <a:pt x="8873" y="9015"/>
                </a:lnTo>
                <a:cubicBezTo>
                  <a:pt x="8756" y="9085"/>
                  <a:pt x="8685" y="9214"/>
                  <a:pt x="8685" y="9355"/>
                </a:cubicBezTo>
                <a:lnTo>
                  <a:pt x="8685" y="10839"/>
                </a:lnTo>
                <a:lnTo>
                  <a:pt x="5120" y="10839"/>
                </a:lnTo>
                <a:lnTo>
                  <a:pt x="5120" y="9355"/>
                </a:lnTo>
                <a:cubicBezTo>
                  <a:pt x="5120" y="9214"/>
                  <a:pt x="5050" y="9085"/>
                  <a:pt x="4935" y="9015"/>
                </a:cubicBezTo>
                <a:lnTo>
                  <a:pt x="2971" y="7778"/>
                </a:lnTo>
                <a:lnTo>
                  <a:pt x="2971" y="6025"/>
                </a:lnTo>
                <a:lnTo>
                  <a:pt x="4935" y="4785"/>
                </a:lnTo>
                <a:cubicBezTo>
                  <a:pt x="5050" y="4715"/>
                  <a:pt x="5120" y="4586"/>
                  <a:pt x="5120" y="4445"/>
                </a:cubicBezTo>
                <a:lnTo>
                  <a:pt x="5120" y="2961"/>
                </a:lnTo>
                <a:close/>
                <a:moveTo>
                  <a:pt x="808" y="10078"/>
                </a:moveTo>
                <a:lnTo>
                  <a:pt x="2152" y="10920"/>
                </a:lnTo>
                <a:lnTo>
                  <a:pt x="2152" y="12662"/>
                </a:lnTo>
                <a:lnTo>
                  <a:pt x="808" y="11821"/>
                </a:lnTo>
                <a:lnTo>
                  <a:pt x="808" y="10078"/>
                </a:lnTo>
                <a:close/>
                <a:moveTo>
                  <a:pt x="4315" y="10078"/>
                </a:moveTo>
                <a:lnTo>
                  <a:pt x="4315" y="11821"/>
                </a:lnTo>
                <a:lnTo>
                  <a:pt x="2971" y="12662"/>
                </a:lnTo>
                <a:lnTo>
                  <a:pt x="2971" y="10920"/>
                </a:lnTo>
                <a:lnTo>
                  <a:pt x="4315" y="10078"/>
                </a:lnTo>
                <a:close/>
                <a:moveTo>
                  <a:pt x="9493" y="10078"/>
                </a:moveTo>
                <a:lnTo>
                  <a:pt x="10837" y="10920"/>
                </a:lnTo>
                <a:lnTo>
                  <a:pt x="10837" y="12662"/>
                </a:lnTo>
                <a:lnTo>
                  <a:pt x="9493" y="11821"/>
                </a:lnTo>
                <a:lnTo>
                  <a:pt x="9493" y="10078"/>
                </a:lnTo>
                <a:close/>
                <a:moveTo>
                  <a:pt x="13000" y="10078"/>
                </a:moveTo>
                <a:lnTo>
                  <a:pt x="13000" y="11821"/>
                </a:lnTo>
                <a:lnTo>
                  <a:pt x="11642" y="12662"/>
                </a:lnTo>
                <a:lnTo>
                  <a:pt x="11642" y="10920"/>
                </a:lnTo>
                <a:lnTo>
                  <a:pt x="13000" y="10078"/>
                </a:lnTo>
                <a:close/>
                <a:moveTo>
                  <a:pt x="2561" y="0"/>
                </a:moveTo>
                <a:cubicBezTo>
                  <a:pt x="2489" y="0"/>
                  <a:pt x="2416" y="21"/>
                  <a:pt x="2351" y="63"/>
                </a:cubicBezTo>
                <a:lnTo>
                  <a:pt x="188" y="1407"/>
                </a:lnTo>
                <a:cubicBezTo>
                  <a:pt x="70" y="1477"/>
                  <a:pt x="0" y="1618"/>
                  <a:pt x="0" y="1747"/>
                </a:cubicBezTo>
                <a:lnTo>
                  <a:pt x="0" y="4445"/>
                </a:lnTo>
                <a:cubicBezTo>
                  <a:pt x="0" y="4586"/>
                  <a:pt x="70" y="4715"/>
                  <a:pt x="188" y="4785"/>
                </a:cubicBezTo>
                <a:lnTo>
                  <a:pt x="2152" y="6025"/>
                </a:lnTo>
                <a:lnTo>
                  <a:pt x="2152" y="7778"/>
                </a:lnTo>
                <a:lnTo>
                  <a:pt x="188" y="9015"/>
                </a:lnTo>
                <a:cubicBezTo>
                  <a:pt x="70" y="9085"/>
                  <a:pt x="0" y="9214"/>
                  <a:pt x="0" y="9355"/>
                </a:cubicBezTo>
                <a:lnTo>
                  <a:pt x="0" y="12056"/>
                </a:lnTo>
                <a:cubicBezTo>
                  <a:pt x="0" y="12182"/>
                  <a:pt x="70" y="12323"/>
                  <a:pt x="188" y="12393"/>
                </a:cubicBezTo>
                <a:lnTo>
                  <a:pt x="2351" y="13739"/>
                </a:lnTo>
                <a:cubicBezTo>
                  <a:pt x="2410" y="13784"/>
                  <a:pt x="2491" y="13795"/>
                  <a:pt x="2561" y="13795"/>
                </a:cubicBezTo>
                <a:cubicBezTo>
                  <a:pt x="2632" y="13795"/>
                  <a:pt x="2713" y="13784"/>
                  <a:pt x="2772" y="13739"/>
                </a:cubicBezTo>
                <a:lnTo>
                  <a:pt x="4935" y="12393"/>
                </a:lnTo>
                <a:cubicBezTo>
                  <a:pt x="5050" y="12323"/>
                  <a:pt x="5120" y="12182"/>
                  <a:pt x="5120" y="12056"/>
                </a:cubicBezTo>
                <a:lnTo>
                  <a:pt x="5120" y="11647"/>
                </a:lnTo>
                <a:lnTo>
                  <a:pt x="8685" y="11647"/>
                </a:lnTo>
                <a:lnTo>
                  <a:pt x="8685" y="12056"/>
                </a:lnTo>
                <a:cubicBezTo>
                  <a:pt x="8685" y="12182"/>
                  <a:pt x="8756" y="12323"/>
                  <a:pt x="8873" y="12393"/>
                </a:cubicBezTo>
                <a:lnTo>
                  <a:pt x="11025" y="13739"/>
                </a:lnTo>
                <a:cubicBezTo>
                  <a:pt x="11095" y="13784"/>
                  <a:pt x="11165" y="13795"/>
                  <a:pt x="11247" y="13795"/>
                </a:cubicBezTo>
                <a:cubicBezTo>
                  <a:pt x="11317" y="13795"/>
                  <a:pt x="11387" y="13784"/>
                  <a:pt x="11457" y="13739"/>
                </a:cubicBezTo>
                <a:lnTo>
                  <a:pt x="13620" y="12393"/>
                </a:lnTo>
                <a:cubicBezTo>
                  <a:pt x="13735" y="12323"/>
                  <a:pt x="13805" y="12182"/>
                  <a:pt x="13805" y="12056"/>
                </a:cubicBezTo>
                <a:lnTo>
                  <a:pt x="13805" y="9355"/>
                </a:lnTo>
                <a:cubicBezTo>
                  <a:pt x="13805" y="9214"/>
                  <a:pt x="13735" y="9085"/>
                  <a:pt x="13620" y="9015"/>
                </a:cubicBezTo>
                <a:lnTo>
                  <a:pt x="11642" y="7778"/>
                </a:lnTo>
                <a:lnTo>
                  <a:pt x="11642" y="6025"/>
                </a:lnTo>
                <a:lnTo>
                  <a:pt x="13620" y="4785"/>
                </a:lnTo>
                <a:cubicBezTo>
                  <a:pt x="13735" y="4715"/>
                  <a:pt x="13805" y="4586"/>
                  <a:pt x="13805" y="4445"/>
                </a:cubicBezTo>
                <a:lnTo>
                  <a:pt x="13805" y="1747"/>
                </a:lnTo>
                <a:cubicBezTo>
                  <a:pt x="13805" y="1618"/>
                  <a:pt x="13735" y="1477"/>
                  <a:pt x="13620" y="1407"/>
                </a:cubicBezTo>
                <a:lnTo>
                  <a:pt x="11457" y="63"/>
                </a:lnTo>
                <a:cubicBezTo>
                  <a:pt x="11393" y="21"/>
                  <a:pt x="11320" y="0"/>
                  <a:pt x="11245" y="0"/>
                </a:cubicBezTo>
                <a:cubicBezTo>
                  <a:pt x="11171" y="0"/>
                  <a:pt x="11095" y="21"/>
                  <a:pt x="11025" y="63"/>
                </a:cubicBezTo>
                <a:lnTo>
                  <a:pt x="8873" y="1407"/>
                </a:lnTo>
                <a:cubicBezTo>
                  <a:pt x="8756" y="1477"/>
                  <a:pt x="8685" y="1618"/>
                  <a:pt x="8685" y="1747"/>
                </a:cubicBezTo>
                <a:lnTo>
                  <a:pt x="8685" y="2153"/>
                </a:lnTo>
                <a:lnTo>
                  <a:pt x="5120" y="2153"/>
                </a:lnTo>
                <a:lnTo>
                  <a:pt x="5120" y="1747"/>
                </a:lnTo>
                <a:cubicBezTo>
                  <a:pt x="5120" y="1618"/>
                  <a:pt x="5050" y="1477"/>
                  <a:pt x="4935" y="1407"/>
                </a:cubicBezTo>
                <a:lnTo>
                  <a:pt x="2772" y="63"/>
                </a:lnTo>
                <a:cubicBezTo>
                  <a:pt x="2707" y="21"/>
                  <a:pt x="2634" y="0"/>
                  <a:pt x="256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1401" name="Google Shape;1401;p48"/>
          <p:cNvGrpSpPr/>
          <p:nvPr/>
        </p:nvGrpSpPr>
        <p:grpSpPr>
          <a:xfrm>
            <a:off x="3253213" y="2528750"/>
            <a:ext cx="346550" cy="344900"/>
            <a:chOff x="3239763" y="2681150"/>
            <a:chExt cx="346550" cy="344900"/>
          </a:xfrm>
        </p:grpSpPr>
        <p:sp>
          <p:nvSpPr>
            <p:cNvPr id="1402" name="Google Shape;1402;p48"/>
            <p:cNvSpPr/>
            <p:nvPr/>
          </p:nvSpPr>
          <p:spPr>
            <a:xfrm>
              <a:off x="3344688" y="2763625"/>
              <a:ext cx="136775" cy="43900"/>
            </a:xfrm>
            <a:custGeom>
              <a:rect l="l" t="t" r="r" b="b"/>
              <a:pathLst>
                <a:path w="5471" h="1756" extrusionOk="0">
                  <a:moveTo>
                    <a:pt x="2738" y="1"/>
                  </a:moveTo>
                  <a:cubicBezTo>
                    <a:pt x="1808" y="1"/>
                    <a:pt x="876" y="354"/>
                    <a:pt x="163" y="1061"/>
                  </a:cubicBezTo>
                  <a:cubicBezTo>
                    <a:pt x="0" y="1224"/>
                    <a:pt x="0" y="1482"/>
                    <a:pt x="163" y="1633"/>
                  </a:cubicBezTo>
                  <a:cubicBezTo>
                    <a:pt x="245" y="1715"/>
                    <a:pt x="347" y="1755"/>
                    <a:pt x="449" y="1755"/>
                  </a:cubicBezTo>
                  <a:cubicBezTo>
                    <a:pt x="552" y="1755"/>
                    <a:pt x="654" y="1715"/>
                    <a:pt x="735" y="1633"/>
                  </a:cubicBezTo>
                  <a:cubicBezTo>
                    <a:pt x="1291" y="1083"/>
                    <a:pt x="2015" y="809"/>
                    <a:pt x="2738" y="809"/>
                  </a:cubicBezTo>
                  <a:cubicBezTo>
                    <a:pt x="3462" y="809"/>
                    <a:pt x="4183" y="1083"/>
                    <a:pt x="4733" y="1633"/>
                  </a:cubicBezTo>
                  <a:cubicBezTo>
                    <a:pt x="4814" y="1715"/>
                    <a:pt x="4920" y="1755"/>
                    <a:pt x="5023" y="1755"/>
                  </a:cubicBezTo>
                  <a:cubicBezTo>
                    <a:pt x="5127" y="1755"/>
                    <a:pt x="5230" y="1715"/>
                    <a:pt x="5305" y="1633"/>
                  </a:cubicBezTo>
                  <a:cubicBezTo>
                    <a:pt x="5471" y="1482"/>
                    <a:pt x="5471" y="1224"/>
                    <a:pt x="5305" y="1061"/>
                  </a:cubicBezTo>
                  <a:cubicBezTo>
                    <a:pt x="4598" y="354"/>
                    <a:pt x="3669" y="1"/>
                    <a:pt x="27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03" name="Google Shape;1403;p48"/>
            <p:cNvSpPr/>
            <p:nvPr/>
          </p:nvSpPr>
          <p:spPr>
            <a:xfrm>
              <a:off x="3373313" y="2804075"/>
              <a:ext cx="79475" cy="32100"/>
            </a:xfrm>
            <a:custGeom>
              <a:rect l="l" t="t" r="r" b="b"/>
              <a:pathLst>
                <a:path w="3179" h="1284" extrusionOk="0">
                  <a:moveTo>
                    <a:pt x="1591" y="1"/>
                  </a:moveTo>
                  <a:cubicBezTo>
                    <a:pt x="1072" y="1"/>
                    <a:pt x="554" y="196"/>
                    <a:pt x="163" y="588"/>
                  </a:cubicBezTo>
                  <a:cubicBezTo>
                    <a:pt x="0" y="753"/>
                    <a:pt x="0" y="997"/>
                    <a:pt x="163" y="1160"/>
                  </a:cubicBezTo>
                  <a:cubicBezTo>
                    <a:pt x="238" y="1243"/>
                    <a:pt x="341" y="1284"/>
                    <a:pt x="445" y="1284"/>
                  </a:cubicBezTo>
                  <a:cubicBezTo>
                    <a:pt x="548" y="1284"/>
                    <a:pt x="654" y="1243"/>
                    <a:pt x="735" y="1160"/>
                  </a:cubicBezTo>
                  <a:cubicBezTo>
                    <a:pt x="969" y="927"/>
                    <a:pt x="1279" y="811"/>
                    <a:pt x="1591" y="811"/>
                  </a:cubicBezTo>
                  <a:cubicBezTo>
                    <a:pt x="1902" y="811"/>
                    <a:pt x="2215" y="927"/>
                    <a:pt x="2455" y="1160"/>
                  </a:cubicBezTo>
                  <a:cubicBezTo>
                    <a:pt x="2530" y="1243"/>
                    <a:pt x="2633" y="1284"/>
                    <a:pt x="2737" y="1284"/>
                  </a:cubicBezTo>
                  <a:cubicBezTo>
                    <a:pt x="2840" y="1284"/>
                    <a:pt x="2946" y="1243"/>
                    <a:pt x="3027" y="1160"/>
                  </a:cubicBezTo>
                  <a:cubicBezTo>
                    <a:pt x="3178" y="997"/>
                    <a:pt x="3178" y="753"/>
                    <a:pt x="3027" y="588"/>
                  </a:cubicBezTo>
                  <a:cubicBezTo>
                    <a:pt x="2630" y="196"/>
                    <a:pt x="2110" y="1"/>
                    <a:pt x="15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04" name="Google Shape;1404;p48"/>
            <p:cNvSpPr/>
            <p:nvPr/>
          </p:nvSpPr>
          <p:spPr>
            <a:xfrm>
              <a:off x="3403113" y="2844500"/>
              <a:ext cx="20150" cy="20150"/>
            </a:xfrm>
            <a:custGeom>
              <a:rect l="l" t="t" r="r" b="b"/>
              <a:pathLst>
                <a:path w="805" h="805" extrusionOk="0">
                  <a:moveTo>
                    <a:pt x="399" y="0"/>
                  </a:moveTo>
                  <a:cubicBezTo>
                    <a:pt x="174" y="0"/>
                    <a:pt x="0" y="174"/>
                    <a:pt x="0" y="398"/>
                  </a:cubicBezTo>
                  <a:cubicBezTo>
                    <a:pt x="0" y="631"/>
                    <a:pt x="174" y="805"/>
                    <a:pt x="399" y="805"/>
                  </a:cubicBezTo>
                  <a:cubicBezTo>
                    <a:pt x="620" y="805"/>
                    <a:pt x="805" y="631"/>
                    <a:pt x="805" y="398"/>
                  </a:cubicBezTo>
                  <a:cubicBezTo>
                    <a:pt x="805" y="174"/>
                    <a:pt x="620" y="0"/>
                    <a:pt x="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05" name="Google Shape;1405;p48"/>
            <p:cNvSpPr/>
            <p:nvPr/>
          </p:nvSpPr>
          <p:spPr>
            <a:xfrm>
              <a:off x="3239763" y="2681150"/>
              <a:ext cx="346550" cy="344900"/>
            </a:xfrm>
            <a:custGeom>
              <a:rect l="l" t="t" r="r" b="b"/>
              <a:pathLst>
                <a:path w="13862" h="13796" extrusionOk="0">
                  <a:moveTo>
                    <a:pt x="6394" y="806"/>
                  </a:moveTo>
                  <a:cubicBezTo>
                    <a:pt x="7143" y="806"/>
                    <a:pt x="7844" y="1041"/>
                    <a:pt x="8428" y="1485"/>
                  </a:cubicBezTo>
                  <a:cubicBezTo>
                    <a:pt x="8240" y="1602"/>
                    <a:pt x="8066" y="1743"/>
                    <a:pt x="7900" y="1905"/>
                  </a:cubicBezTo>
                  <a:cubicBezTo>
                    <a:pt x="7738" y="2057"/>
                    <a:pt x="7738" y="2315"/>
                    <a:pt x="7900" y="2478"/>
                  </a:cubicBezTo>
                  <a:cubicBezTo>
                    <a:pt x="7978" y="2553"/>
                    <a:pt x="8080" y="2591"/>
                    <a:pt x="8184" y="2591"/>
                  </a:cubicBezTo>
                  <a:cubicBezTo>
                    <a:pt x="8288" y="2591"/>
                    <a:pt x="8393" y="2553"/>
                    <a:pt x="8476" y="2478"/>
                  </a:cubicBezTo>
                  <a:cubicBezTo>
                    <a:pt x="8697" y="2245"/>
                    <a:pt x="8989" y="2079"/>
                    <a:pt x="9269" y="1987"/>
                  </a:cubicBezTo>
                  <a:cubicBezTo>
                    <a:pt x="9480" y="1917"/>
                    <a:pt x="9694" y="1883"/>
                    <a:pt x="9906" y="1883"/>
                  </a:cubicBezTo>
                  <a:cubicBezTo>
                    <a:pt x="10434" y="1883"/>
                    <a:pt x="10943" y="2093"/>
                    <a:pt x="11326" y="2478"/>
                  </a:cubicBezTo>
                  <a:cubicBezTo>
                    <a:pt x="11817" y="2969"/>
                    <a:pt x="12016" y="3659"/>
                    <a:pt x="11876" y="4338"/>
                  </a:cubicBezTo>
                  <a:cubicBezTo>
                    <a:pt x="11794" y="4699"/>
                    <a:pt x="11606" y="5061"/>
                    <a:pt x="11326" y="5331"/>
                  </a:cubicBezTo>
                  <a:cubicBezTo>
                    <a:pt x="11174" y="5493"/>
                    <a:pt x="11174" y="5751"/>
                    <a:pt x="11326" y="5903"/>
                  </a:cubicBezTo>
                  <a:cubicBezTo>
                    <a:pt x="11407" y="5984"/>
                    <a:pt x="11514" y="6021"/>
                    <a:pt x="11618" y="6021"/>
                  </a:cubicBezTo>
                  <a:cubicBezTo>
                    <a:pt x="11724" y="6021"/>
                    <a:pt x="11817" y="5984"/>
                    <a:pt x="11898" y="5903"/>
                  </a:cubicBezTo>
                  <a:cubicBezTo>
                    <a:pt x="12145" y="5656"/>
                    <a:pt x="12344" y="5376"/>
                    <a:pt x="12473" y="5084"/>
                  </a:cubicBezTo>
                  <a:cubicBezTo>
                    <a:pt x="12810" y="5401"/>
                    <a:pt x="12998" y="5855"/>
                    <a:pt x="12998" y="6335"/>
                  </a:cubicBezTo>
                  <a:cubicBezTo>
                    <a:pt x="12998" y="7294"/>
                    <a:pt x="12215" y="8077"/>
                    <a:pt x="11244" y="8077"/>
                  </a:cubicBezTo>
                  <a:lnTo>
                    <a:pt x="2618" y="8077"/>
                  </a:lnTo>
                  <a:cubicBezTo>
                    <a:pt x="1647" y="8077"/>
                    <a:pt x="865" y="7294"/>
                    <a:pt x="865" y="6335"/>
                  </a:cubicBezTo>
                  <a:cubicBezTo>
                    <a:pt x="865" y="5493"/>
                    <a:pt x="1462" y="4792"/>
                    <a:pt x="2245" y="4618"/>
                  </a:cubicBezTo>
                  <a:cubicBezTo>
                    <a:pt x="2279" y="5002"/>
                    <a:pt x="2374" y="5364"/>
                    <a:pt x="2514" y="5726"/>
                  </a:cubicBezTo>
                  <a:cubicBezTo>
                    <a:pt x="2576" y="5886"/>
                    <a:pt x="2725" y="5979"/>
                    <a:pt x="2886" y="5979"/>
                  </a:cubicBezTo>
                  <a:cubicBezTo>
                    <a:pt x="2936" y="5979"/>
                    <a:pt x="2988" y="5970"/>
                    <a:pt x="3039" y="5951"/>
                  </a:cubicBezTo>
                  <a:cubicBezTo>
                    <a:pt x="3249" y="5866"/>
                    <a:pt x="3342" y="5634"/>
                    <a:pt x="3260" y="5423"/>
                  </a:cubicBezTo>
                  <a:cubicBezTo>
                    <a:pt x="3109" y="5025"/>
                    <a:pt x="3028" y="4604"/>
                    <a:pt x="3028" y="4172"/>
                  </a:cubicBezTo>
                  <a:cubicBezTo>
                    <a:pt x="3028" y="2315"/>
                    <a:pt x="4534" y="806"/>
                    <a:pt x="6394" y="806"/>
                  </a:cubicBezTo>
                  <a:close/>
                  <a:moveTo>
                    <a:pt x="2618" y="12178"/>
                  </a:moveTo>
                  <a:cubicBezTo>
                    <a:pt x="2840" y="12178"/>
                    <a:pt x="3028" y="12366"/>
                    <a:pt x="3028" y="12588"/>
                  </a:cubicBezTo>
                  <a:cubicBezTo>
                    <a:pt x="3028" y="12810"/>
                    <a:pt x="2840" y="12986"/>
                    <a:pt x="2618" y="12986"/>
                  </a:cubicBezTo>
                  <a:cubicBezTo>
                    <a:pt x="2396" y="12986"/>
                    <a:pt x="2220" y="12810"/>
                    <a:pt x="2220" y="12588"/>
                  </a:cubicBezTo>
                  <a:cubicBezTo>
                    <a:pt x="2220" y="12366"/>
                    <a:pt x="2396" y="12178"/>
                    <a:pt x="2618" y="12178"/>
                  </a:cubicBezTo>
                  <a:close/>
                  <a:moveTo>
                    <a:pt x="6933" y="12178"/>
                  </a:moveTo>
                  <a:cubicBezTo>
                    <a:pt x="7154" y="12178"/>
                    <a:pt x="7339" y="12366"/>
                    <a:pt x="7339" y="12588"/>
                  </a:cubicBezTo>
                  <a:cubicBezTo>
                    <a:pt x="7339" y="12810"/>
                    <a:pt x="7154" y="12986"/>
                    <a:pt x="6933" y="12986"/>
                  </a:cubicBezTo>
                  <a:cubicBezTo>
                    <a:pt x="6708" y="12986"/>
                    <a:pt x="6534" y="12810"/>
                    <a:pt x="6534" y="12588"/>
                  </a:cubicBezTo>
                  <a:cubicBezTo>
                    <a:pt x="6534" y="12366"/>
                    <a:pt x="6708" y="12178"/>
                    <a:pt x="6933" y="12178"/>
                  </a:cubicBezTo>
                  <a:close/>
                  <a:moveTo>
                    <a:pt x="11244" y="12178"/>
                  </a:moveTo>
                  <a:cubicBezTo>
                    <a:pt x="11466" y="12178"/>
                    <a:pt x="11654" y="12366"/>
                    <a:pt x="11654" y="12588"/>
                  </a:cubicBezTo>
                  <a:cubicBezTo>
                    <a:pt x="11654" y="12810"/>
                    <a:pt x="11466" y="12986"/>
                    <a:pt x="11244" y="12986"/>
                  </a:cubicBezTo>
                  <a:cubicBezTo>
                    <a:pt x="11023" y="12986"/>
                    <a:pt x="10846" y="12810"/>
                    <a:pt x="10846" y="12588"/>
                  </a:cubicBezTo>
                  <a:cubicBezTo>
                    <a:pt x="10846" y="12366"/>
                    <a:pt x="11023" y="12178"/>
                    <a:pt x="11244" y="12178"/>
                  </a:cubicBezTo>
                  <a:close/>
                  <a:moveTo>
                    <a:pt x="6383" y="1"/>
                  </a:moveTo>
                  <a:cubicBezTo>
                    <a:pt x="4220" y="1"/>
                    <a:pt x="2430" y="1647"/>
                    <a:pt x="2234" y="3762"/>
                  </a:cubicBezTo>
                  <a:lnTo>
                    <a:pt x="2208" y="3762"/>
                  </a:lnTo>
                  <a:lnTo>
                    <a:pt x="2208" y="3799"/>
                  </a:lnTo>
                  <a:cubicBezTo>
                    <a:pt x="957" y="3998"/>
                    <a:pt x="1" y="5120"/>
                    <a:pt x="60" y="6442"/>
                  </a:cubicBezTo>
                  <a:cubicBezTo>
                    <a:pt x="104" y="7785"/>
                    <a:pt x="1297" y="8896"/>
                    <a:pt x="2641" y="8896"/>
                  </a:cubicBezTo>
                  <a:lnTo>
                    <a:pt x="4091" y="8896"/>
                  </a:lnTo>
                  <a:lnTo>
                    <a:pt x="4091" y="11034"/>
                  </a:lnTo>
                  <a:lnTo>
                    <a:pt x="3308" y="11595"/>
                  </a:lnTo>
                  <a:cubicBezTo>
                    <a:pt x="3109" y="11459"/>
                    <a:pt x="2871" y="11370"/>
                    <a:pt x="2612" y="11370"/>
                  </a:cubicBezTo>
                  <a:cubicBezTo>
                    <a:pt x="2584" y="11370"/>
                    <a:pt x="2555" y="11371"/>
                    <a:pt x="2525" y="11373"/>
                  </a:cubicBezTo>
                  <a:cubicBezTo>
                    <a:pt x="1917" y="11421"/>
                    <a:pt x="1426" y="11923"/>
                    <a:pt x="1403" y="12543"/>
                  </a:cubicBezTo>
                  <a:cubicBezTo>
                    <a:pt x="1378" y="13230"/>
                    <a:pt x="1928" y="13791"/>
                    <a:pt x="2618" y="13791"/>
                  </a:cubicBezTo>
                  <a:cubicBezTo>
                    <a:pt x="3286" y="13791"/>
                    <a:pt x="3822" y="13256"/>
                    <a:pt x="3822" y="12588"/>
                  </a:cubicBezTo>
                  <a:cubicBezTo>
                    <a:pt x="3822" y="12473"/>
                    <a:pt x="3810" y="12355"/>
                    <a:pt x="3777" y="12249"/>
                  </a:cubicBezTo>
                  <a:lnTo>
                    <a:pt x="4733" y="11572"/>
                  </a:lnTo>
                  <a:cubicBezTo>
                    <a:pt x="4840" y="11491"/>
                    <a:pt x="4910" y="11373"/>
                    <a:pt x="4910" y="11233"/>
                  </a:cubicBezTo>
                  <a:lnTo>
                    <a:pt x="4910" y="8896"/>
                  </a:lnTo>
                  <a:lnTo>
                    <a:pt x="6523" y="8896"/>
                  </a:lnTo>
                  <a:lnTo>
                    <a:pt x="6523" y="11443"/>
                  </a:lnTo>
                  <a:cubicBezTo>
                    <a:pt x="6032" y="11617"/>
                    <a:pt x="5681" y="12097"/>
                    <a:pt x="5715" y="12658"/>
                  </a:cubicBezTo>
                  <a:cubicBezTo>
                    <a:pt x="5752" y="13278"/>
                    <a:pt x="6254" y="13769"/>
                    <a:pt x="6874" y="13791"/>
                  </a:cubicBezTo>
                  <a:cubicBezTo>
                    <a:pt x="6895" y="13793"/>
                    <a:pt x="6917" y="13793"/>
                    <a:pt x="6938" y="13793"/>
                  </a:cubicBezTo>
                  <a:cubicBezTo>
                    <a:pt x="7609" y="13793"/>
                    <a:pt x="8136" y="13246"/>
                    <a:pt x="8136" y="12588"/>
                  </a:cubicBezTo>
                  <a:cubicBezTo>
                    <a:pt x="8136" y="12063"/>
                    <a:pt x="7797" y="11606"/>
                    <a:pt x="7328" y="11443"/>
                  </a:cubicBezTo>
                  <a:lnTo>
                    <a:pt x="7328" y="8896"/>
                  </a:lnTo>
                  <a:lnTo>
                    <a:pt x="8952" y="8896"/>
                  </a:lnTo>
                  <a:lnTo>
                    <a:pt x="8952" y="11233"/>
                  </a:lnTo>
                  <a:cubicBezTo>
                    <a:pt x="8952" y="11373"/>
                    <a:pt x="9011" y="11491"/>
                    <a:pt x="9118" y="11572"/>
                  </a:cubicBezTo>
                  <a:lnTo>
                    <a:pt x="10075" y="12249"/>
                  </a:lnTo>
                  <a:cubicBezTo>
                    <a:pt x="10041" y="12355"/>
                    <a:pt x="10030" y="12473"/>
                    <a:pt x="10030" y="12588"/>
                  </a:cubicBezTo>
                  <a:cubicBezTo>
                    <a:pt x="10030" y="13255"/>
                    <a:pt x="10568" y="13796"/>
                    <a:pt x="11234" y="13796"/>
                  </a:cubicBezTo>
                  <a:cubicBezTo>
                    <a:pt x="11268" y="13796"/>
                    <a:pt x="11303" y="13794"/>
                    <a:pt x="11337" y="13791"/>
                  </a:cubicBezTo>
                  <a:cubicBezTo>
                    <a:pt x="11923" y="13747"/>
                    <a:pt x="12403" y="13267"/>
                    <a:pt x="12448" y="12683"/>
                  </a:cubicBezTo>
                  <a:cubicBezTo>
                    <a:pt x="12507" y="11968"/>
                    <a:pt x="11946" y="11373"/>
                    <a:pt x="11244" y="11373"/>
                  </a:cubicBezTo>
                  <a:cubicBezTo>
                    <a:pt x="10986" y="11373"/>
                    <a:pt x="10742" y="11455"/>
                    <a:pt x="10543" y="11595"/>
                  </a:cubicBezTo>
                  <a:lnTo>
                    <a:pt x="9760" y="11034"/>
                  </a:lnTo>
                  <a:lnTo>
                    <a:pt x="9760" y="8896"/>
                  </a:lnTo>
                  <a:lnTo>
                    <a:pt x="11211" y="8896"/>
                  </a:lnTo>
                  <a:cubicBezTo>
                    <a:pt x="12529" y="8896"/>
                    <a:pt x="13710" y="7819"/>
                    <a:pt x="13792" y="6498"/>
                  </a:cubicBezTo>
                  <a:cubicBezTo>
                    <a:pt x="13862" y="5600"/>
                    <a:pt x="13430" y="4733"/>
                    <a:pt x="12706" y="4231"/>
                  </a:cubicBezTo>
                  <a:cubicBezTo>
                    <a:pt x="12799" y="3367"/>
                    <a:pt x="12507" y="2514"/>
                    <a:pt x="11898" y="1905"/>
                  </a:cubicBezTo>
                  <a:cubicBezTo>
                    <a:pt x="11354" y="1362"/>
                    <a:pt x="10635" y="1071"/>
                    <a:pt x="9899" y="1071"/>
                  </a:cubicBezTo>
                  <a:cubicBezTo>
                    <a:pt x="9686" y="1071"/>
                    <a:pt x="9471" y="1095"/>
                    <a:pt x="9258" y="1145"/>
                  </a:cubicBezTo>
                  <a:cubicBezTo>
                    <a:pt x="8487" y="396"/>
                    <a:pt x="7468" y="1"/>
                    <a:pt x="63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06" name="Google Shape;1406;p48"/>
            <p:cNvSpPr/>
            <p:nvPr/>
          </p:nvSpPr>
          <p:spPr>
            <a:xfrm>
              <a:off x="3471488" y="2730800"/>
              <a:ext cx="300" cy="25"/>
            </a:xfrm>
            <a:custGeom>
              <a:rect l="l" t="t" r="r" b="b"/>
              <a:pathLst>
                <a:path w="12" h="1" extrusionOk="0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12" y="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407" name="Google Shape;1407;p48"/>
          <p:cNvGrpSpPr/>
          <p:nvPr/>
        </p:nvGrpSpPr>
        <p:grpSpPr>
          <a:xfrm>
            <a:off x="2515163" y="2528750"/>
            <a:ext cx="348650" cy="345000"/>
            <a:chOff x="2508638" y="2681150"/>
            <a:chExt cx="348650" cy="345000"/>
          </a:xfrm>
        </p:grpSpPr>
        <p:sp>
          <p:nvSpPr>
            <p:cNvPr id="1408" name="Google Shape;1408;p48"/>
            <p:cNvSpPr/>
            <p:nvPr/>
          </p:nvSpPr>
          <p:spPr>
            <a:xfrm>
              <a:off x="2508638" y="2681150"/>
              <a:ext cx="348650" cy="345000"/>
            </a:xfrm>
            <a:custGeom>
              <a:rect l="l" t="t" r="r" b="b"/>
              <a:pathLst>
                <a:path w="13946" h="13800" extrusionOk="0">
                  <a:moveTo>
                    <a:pt x="8158" y="806"/>
                  </a:moveTo>
                  <a:cubicBezTo>
                    <a:pt x="10905" y="806"/>
                    <a:pt x="13138" y="3039"/>
                    <a:pt x="13138" y="5785"/>
                  </a:cubicBezTo>
                  <a:cubicBezTo>
                    <a:pt x="13138" y="8546"/>
                    <a:pt x="10905" y="10776"/>
                    <a:pt x="8158" y="10776"/>
                  </a:cubicBezTo>
                  <a:cubicBezTo>
                    <a:pt x="5400" y="10776"/>
                    <a:pt x="3167" y="8546"/>
                    <a:pt x="3167" y="5785"/>
                  </a:cubicBezTo>
                  <a:cubicBezTo>
                    <a:pt x="3167" y="3039"/>
                    <a:pt x="5400" y="806"/>
                    <a:pt x="8158" y="806"/>
                  </a:cubicBezTo>
                  <a:close/>
                  <a:moveTo>
                    <a:pt x="3599" y="9387"/>
                  </a:moveTo>
                  <a:cubicBezTo>
                    <a:pt x="3740" y="9561"/>
                    <a:pt x="3891" y="9724"/>
                    <a:pt x="4057" y="9889"/>
                  </a:cubicBezTo>
                  <a:cubicBezTo>
                    <a:pt x="4219" y="10052"/>
                    <a:pt x="4382" y="10203"/>
                    <a:pt x="4559" y="10344"/>
                  </a:cubicBezTo>
                  <a:lnTo>
                    <a:pt x="2104" y="12787"/>
                  </a:lnTo>
                  <a:cubicBezTo>
                    <a:pt x="1975" y="12922"/>
                    <a:pt x="1803" y="12989"/>
                    <a:pt x="1630" y="12989"/>
                  </a:cubicBezTo>
                  <a:cubicBezTo>
                    <a:pt x="1458" y="12989"/>
                    <a:pt x="1285" y="12922"/>
                    <a:pt x="1156" y="12787"/>
                  </a:cubicBezTo>
                  <a:cubicBezTo>
                    <a:pt x="887" y="12529"/>
                    <a:pt x="887" y="12097"/>
                    <a:pt x="1156" y="11842"/>
                  </a:cubicBezTo>
                  <a:lnTo>
                    <a:pt x="3599" y="9387"/>
                  </a:lnTo>
                  <a:close/>
                  <a:moveTo>
                    <a:pt x="8158" y="1"/>
                  </a:moveTo>
                  <a:cubicBezTo>
                    <a:pt x="6604" y="1"/>
                    <a:pt x="5154" y="595"/>
                    <a:pt x="4057" y="1695"/>
                  </a:cubicBezTo>
                  <a:cubicBezTo>
                    <a:pt x="2957" y="2781"/>
                    <a:pt x="2360" y="4242"/>
                    <a:pt x="2360" y="5785"/>
                  </a:cubicBezTo>
                  <a:cubicBezTo>
                    <a:pt x="2360" y="6826"/>
                    <a:pt x="2629" y="7830"/>
                    <a:pt x="3145" y="8708"/>
                  </a:cubicBezTo>
                  <a:lnTo>
                    <a:pt x="584" y="11267"/>
                  </a:lnTo>
                  <a:cubicBezTo>
                    <a:pt x="0" y="11842"/>
                    <a:pt x="0" y="12787"/>
                    <a:pt x="584" y="13359"/>
                  </a:cubicBezTo>
                  <a:cubicBezTo>
                    <a:pt x="870" y="13653"/>
                    <a:pt x="1250" y="13799"/>
                    <a:pt x="1630" y="13799"/>
                  </a:cubicBezTo>
                  <a:cubicBezTo>
                    <a:pt x="2010" y="13799"/>
                    <a:pt x="2390" y="13653"/>
                    <a:pt x="2677" y="13359"/>
                  </a:cubicBezTo>
                  <a:lnTo>
                    <a:pt x="5235" y="10801"/>
                  </a:lnTo>
                  <a:cubicBezTo>
                    <a:pt x="6113" y="11314"/>
                    <a:pt x="7117" y="11584"/>
                    <a:pt x="8158" y="11584"/>
                  </a:cubicBezTo>
                  <a:cubicBezTo>
                    <a:pt x="9701" y="11584"/>
                    <a:pt x="11163" y="10986"/>
                    <a:pt x="12248" y="9889"/>
                  </a:cubicBezTo>
                  <a:cubicBezTo>
                    <a:pt x="13348" y="8790"/>
                    <a:pt x="13945" y="7339"/>
                    <a:pt x="13945" y="5785"/>
                  </a:cubicBezTo>
                  <a:cubicBezTo>
                    <a:pt x="13945" y="4242"/>
                    <a:pt x="13348" y="2781"/>
                    <a:pt x="12248" y="1695"/>
                  </a:cubicBezTo>
                  <a:cubicBezTo>
                    <a:pt x="11163" y="595"/>
                    <a:pt x="9701" y="1"/>
                    <a:pt x="81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09" name="Google Shape;1409;p48"/>
            <p:cNvSpPr/>
            <p:nvPr/>
          </p:nvSpPr>
          <p:spPr>
            <a:xfrm>
              <a:off x="2634588" y="2721200"/>
              <a:ext cx="155725" cy="208950"/>
            </a:xfrm>
            <a:custGeom>
              <a:rect l="l" t="t" r="r" b="b"/>
              <a:pathLst>
                <a:path w="6229" h="8358" extrusionOk="0">
                  <a:moveTo>
                    <a:pt x="3120" y="817"/>
                  </a:moveTo>
                  <a:cubicBezTo>
                    <a:pt x="4382" y="817"/>
                    <a:pt x="5412" y="1835"/>
                    <a:pt x="5412" y="3109"/>
                  </a:cubicBezTo>
                  <a:cubicBezTo>
                    <a:pt x="5412" y="3788"/>
                    <a:pt x="5106" y="4430"/>
                    <a:pt x="4570" y="4873"/>
                  </a:cubicBezTo>
                  <a:cubicBezTo>
                    <a:pt x="4231" y="5154"/>
                    <a:pt x="3998" y="5527"/>
                    <a:pt x="3928" y="5936"/>
                  </a:cubicBezTo>
                  <a:lnTo>
                    <a:pt x="3518" y="5936"/>
                  </a:lnTo>
                  <a:lnTo>
                    <a:pt x="3518" y="3810"/>
                  </a:lnTo>
                  <a:lnTo>
                    <a:pt x="4209" y="3131"/>
                  </a:lnTo>
                  <a:cubicBezTo>
                    <a:pt x="4349" y="2980"/>
                    <a:pt x="4371" y="2747"/>
                    <a:pt x="4242" y="2581"/>
                  </a:cubicBezTo>
                  <a:cubicBezTo>
                    <a:pt x="4162" y="2483"/>
                    <a:pt x="4044" y="2433"/>
                    <a:pt x="3926" y="2433"/>
                  </a:cubicBezTo>
                  <a:cubicBezTo>
                    <a:pt x="3822" y="2433"/>
                    <a:pt x="3716" y="2471"/>
                    <a:pt x="3633" y="2548"/>
                  </a:cubicBezTo>
                  <a:lnTo>
                    <a:pt x="3120" y="3072"/>
                  </a:lnTo>
                  <a:lnTo>
                    <a:pt x="2596" y="2548"/>
                  </a:lnTo>
                  <a:cubicBezTo>
                    <a:pt x="2513" y="2471"/>
                    <a:pt x="2407" y="2433"/>
                    <a:pt x="2303" y="2433"/>
                  </a:cubicBezTo>
                  <a:cubicBezTo>
                    <a:pt x="2185" y="2433"/>
                    <a:pt x="2067" y="2483"/>
                    <a:pt x="1987" y="2581"/>
                  </a:cubicBezTo>
                  <a:cubicBezTo>
                    <a:pt x="1858" y="2747"/>
                    <a:pt x="1880" y="2980"/>
                    <a:pt x="2034" y="3131"/>
                  </a:cubicBezTo>
                  <a:lnTo>
                    <a:pt x="2711" y="3810"/>
                  </a:lnTo>
                  <a:lnTo>
                    <a:pt x="2711" y="5936"/>
                  </a:lnTo>
                  <a:lnTo>
                    <a:pt x="2315" y="5936"/>
                  </a:lnTo>
                  <a:cubicBezTo>
                    <a:pt x="2231" y="5527"/>
                    <a:pt x="1998" y="5154"/>
                    <a:pt x="1659" y="4873"/>
                  </a:cubicBezTo>
                  <a:cubicBezTo>
                    <a:pt x="1134" y="4430"/>
                    <a:pt x="828" y="3788"/>
                    <a:pt x="828" y="3109"/>
                  </a:cubicBezTo>
                  <a:cubicBezTo>
                    <a:pt x="828" y="1835"/>
                    <a:pt x="1846" y="817"/>
                    <a:pt x="3120" y="817"/>
                  </a:cubicBezTo>
                  <a:close/>
                  <a:moveTo>
                    <a:pt x="3892" y="6744"/>
                  </a:moveTo>
                  <a:lnTo>
                    <a:pt x="3892" y="7420"/>
                  </a:lnTo>
                  <a:cubicBezTo>
                    <a:pt x="3892" y="7491"/>
                    <a:pt x="3833" y="7549"/>
                    <a:pt x="3763" y="7549"/>
                  </a:cubicBezTo>
                  <a:lnTo>
                    <a:pt x="2466" y="7549"/>
                  </a:lnTo>
                  <a:cubicBezTo>
                    <a:pt x="2396" y="7549"/>
                    <a:pt x="2337" y="7491"/>
                    <a:pt x="2337" y="7420"/>
                  </a:cubicBezTo>
                  <a:lnTo>
                    <a:pt x="2337" y="6744"/>
                  </a:lnTo>
                  <a:close/>
                  <a:moveTo>
                    <a:pt x="3120" y="0"/>
                  </a:moveTo>
                  <a:cubicBezTo>
                    <a:pt x="1403" y="0"/>
                    <a:pt x="1" y="1389"/>
                    <a:pt x="1" y="3109"/>
                  </a:cubicBezTo>
                  <a:cubicBezTo>
                    <a:pt x="1" y="4032"/>
                    <a:pt x="421" y="4910"/>
                    <a:pt x="1134" y="5493"/>
                  </a:cubicBezTo>
                  <a:cubicBezTo>
                    <a:pt x="1378" y="5692"/>
                    <a:pt x="1518" y="5973"/>
                    <a:pt x="1518" y="6265"/>
                  </a:cubicBezTo>
                  <a:lnTo>
                    <a:pt x="1518" y="7420"/>
                  </a:lnTo>
                  <a:cubicBezTo>
                    <a:pt x="1518" y="7937"/>
                    <a:pt x="1950" y="8357"/>
                    <a:pt x="2466" y="8357"/>
                  </a:cubicBezTo>
                  <a:lnTo>
                    <a:pt x="3763" y="8357"/>
                  </a:lnTo>
                  <a:cubicBezTo>
                    <a:pt x="4290" y="8357"/>
                    <a:pt x="4711" y="7937"/>
                    <a:pt x="4711" y="7420"/>
                  </a:cubicBezTo>
                  <a:lnTo>
                    <a:pt x="4711" y="6265"/>
                  </a:lnTo>
                  <a:cubicBezTo>
                    <a:pt x="4711" y="5973"/>
                    <a:pt x="4851" y="5692"/>
                    <a:pt x="5095" y="5493"/>
                  </a:cubicBezTo>
                  <a:cubicBezTo>
                    <a:pt x="5822" y="4910"/>
                    <a:pt x="6228" y="4032"/>
                    <a:pt x="6228" y="3109"/>
                  </a:cubicBezTo>
                  <a:cubicBezTo>
                    <a:pt x="6228" y="1389"/>
                    <a:pt x="4826" y="0"/>
                    <a:pt x="31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410" name="Google Shape;1410;p48"/>
          <p:cNvGrpSpPr/>
          <p:nvPr/>
        </p:nvGrpSpPr>
        <p:grpSpPr>
          <a:xfrm>
            <a:off x="1728213" y="2528650"/>
            <a:ext cx="346325" cy="345000"/>
            <a:chOff x="1725463" y="2681050"/>
            <a:chExt cx="346325" cy="345000"/>
          </a:xfrm>
        </p:grpSpPr>
        <p:sp>
          <p:nvSpPr>
            <p:cNvPr id="1411" name="Google Shape;1411;p48"/>
            <p:cNvSpPr/>
            <p:nvPr/>
          </p:nvSpPr>
          <p:spPr>
            <a:xfrm>
              <a:off x="1807588" y="2762650"/>
              <a:ext cx="181800" cy="181800"/>
            </a:xfrm>
            <a:custGeom>
              <a:rect l="l" t="t" r="r" b="b"/>
              <a:pathLst>
                <a:path w="7272" h="7272" extrusionOk="0">
                  <a:moveTo>
                    <a:pt x="6032" y="808"/>
                  </a:moveTo>
                  <a:lnTo>
                    <a:pt x="6464" y="1240"/>
                  </a:lnTo>
                  <a:lnTo>
                    <a:pt x="6464" y="1613"/>
                  </a:lnTo>
                  <a:lnTo>
                    <a:pt x="2418" y="1613"/>
                  </a:lnTo>
                  <a:lnTo>
                    <a:pt x="2418" y="808"/>
                  </a:lnTo>
                  <a:close/>
                  <a:moveTo>
                    <a:pt x="1613" y="808"/>
                  </a:moveTo>
                  <a:lnTo>
                    <a:pt x="1613" y="4851"/>
                  </a:lnTo>
                  <a:lnTo>
                    <a:pt x="805" y="4851"/>
                  </a:lnTo>
                  <a:lnTo>
                    <a:pt x="805" y="1240"/>
                  </a:lnTo>
                  <a:lnTo>
                    <a:pt x="1240" y="808"/>
                  </a:lnTo>
                  <a:close/>
                  <a:moveTo>
                    <a:pt x="4851" y="2421"/>
                  </a:moveTo>
                  <a:lnTo>
                    <a:pt x="4851" y="4851"/>
                  </a:lnTo>
                  <a:lnTo>
                    <a:pt x="2418" y="4851"/>
                  </a:lnTo>
                  <a:lnTo>
                    <a:pt x="2418" y="2421"/>
                  </a:lnTo>
                  <a:close/>
                  <a:moveTo>
                    <a:pt x="4851" y="5659"/>
                  </a:moveTo>
                  <a:lnTo>
                    <a:pt x="4851" y="6464"/>
                  </a:lnTo>
                  <a:lnTo>
                    <a:pt x="1240" y="6464"/>
                  </a:lnTo>
                  <a:lnTo>
                    <a:pt x="805" y="6032"/>
                  </a:lnTo>
                  <a:lnTo>
                    <a:pt x="805" y="5659"/>
                  </a:lnTo>
                  <a:close/>
                  <a:moveTo>
                    <a:pt x="6464" y="2421"/>
                  </a:moveTo>
                  <a:lnTo>
                    <a:pt x="6464" y="6032"/>
                  </a:lnTo>
                  <a:lnTo>
                    <a:pt x="6032" y="6464"/>
                  </a:lnTo>
                  <a:lnTo>
                    <a:pt x="5659" y="6464"/>
                  </a:lnTo>
                  <a:lnTo>
                    <a:pt x="5659" y="2421"/>
                  </a:lnTo>
                  <a:close/>
                  <a:moveTo>
                    <a:pt x="1075" y="0"/>
                  </a:moveTo>
                  <a:cubicBezTo>
                    <a:pt x="960" y="0"/>
                    <a:pt x="864" y="37"/>
                    <a:pt x="783" y="118"/>
                  </a:cubicBezTo>
                  <a:lnTo>
                    <a:pt x="118" y="783"/>
                  </a:lnTo>
                  <a:cubicBezTo>
                    <a:pt x="34" y="867"/>
                    <a:pt x="0" y="960"/>
                    <a:pt x="0" y="1078"/>
                  </a:cubicBezTo>
                  <a:lnTo>
                    <a:pt x="0" y="6197"/>
                  </a:lnTo>
                  <a:cubicBezTo>
                    <a:pt x="0" y="6312"/>
                    <a:pt x="34" y="6408"/>
                    <a:pt x="118" y="6489"/>
                  </a:cubicBezTo>
                  <a:lnTo>
                    <a:pt x="783" y="7154"/>
                  </a:lnTo>
                  <a:cubicBezTo>
                    <a:pt x="864" y="7235"/>
                    <a:pt x="960" y="7272"/>
                    <a:pt x="1075" y="7272"/>
                  </a:cubicBezTo>
                  <a:lnTo>
                    <a:pt x="6206" y="7272"/>
                  </a:lnTo>
                  <a:cubicBezTo>
                    <a:pt x="6312" y="7272"/>
                    <a:pt x="6416" y="7235"/>
                    <a:pt x="6486" y="7154"/>
                  </a:cubicBezTo>
                  <a:lnTo>
                    <a:pt x="7154" y="6489"/>
                  </a:lnTo>
                  <a:cubicBezTo>
                    <a:pt x="7235" y="6408"/>
                    <a:pt x="7272" y="6312"/>
                    <a:pt x="7272" y="6197"/>
                  </a:cubicBezTo>
                  <a:lnTo>
                    <a:pt x="7272" y="1078"/>
                  </a:lnTo>
                  <a:cubicBezTo>
                    <a:pt x="7272" y="960"/>
                    <a:pt x="7235" y="867"/>
                    <a:pt x="7154" y="783"/>
                  </a:cubicBezTo>
                  <a:lnTo>
                    <a:pt x="6486" y="118"/>
                  </a:lnTo>
                  <a:cubicBezTo>
                    <a:pt x="6416" y="37"/>
                    <a:pt x="6312" y="0"/>
                    <a:pt x="62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12" name="Google Shape;1412;p48"/>
            <p:cNvSpPr/>
            <p:nvPr/>
          </p:nvSpPr>
          <p:spPr>
            <a:xfrm>
              <a:off x="1725463" y="2681050"/>
              <a:ext cx="346325" cy="345000"/>
            </a:xfrm>
            <a:custGeom>
              <a:rect l="l" t="t" r="r" b="b"/>
              <a:pathLst>
                <a:path w="13853" h="13800" extrusionOk="0">
                  <a:moveTo>
                    <a:pt x="9996" y="2448"/>
                  </a:moveTo>
                  <a:lnTo>
                    <a:pt x="11373" y="3837"/>
                  </a:lnTo>
                  <a:lnTo>
                    <a:pt x="11373" y="9963"/>
                  </a:lnTo>
                  <a:lnTo>
                    <a:pt x="9996" y="11355"/>
                  </a:lnTo>
                  <a:lnTo>
                    <a:pt x="3858" y="11355"/>
                  </a:lnTo>
                  <a:lnTo>
                    <a:pt x="2466" y="9963"/>
                  </a:lnTo>
                  <a:lnTo>
                    <a:pt x="2466" y="3837"/>
                  </a:lnTo>
                  <a:lnTo>
                    <a:pt x="3858" y="2448"/>
                  </a:lnTo>
                  <a:close/>
                  <a:moveTo>
                    <a:pt x="3671" y="0"/>
                  </a:moveTo>
                  <a:cubicBezTo>
                    <a:pt x="3454" y="0"/>
                    <a:pt x="3285" y="186"/>
                    <a:pt x="3285" y="400"/>
                  </a:cubicBezTo>
                  <a:lnTo>
                    <a:pt x="3285" y="1873"/>
                  </a:lnTo>
                  <a:lnTo>
                    <a:pt x="1905" y="3264"/>
                  </a:lnTo>
                  <a:lnTo>
                    <a:pt x="432" y="3264"/>
                  </a:lnTo>
                  <a:cubicBezTo>
                    <a:pt x="222" y="3264"/>
                    <a:pt x="48" y="3416"/>
                    <a:pt x="23" y="3615"/>
                  </a:cubicBezTo>
                  <a:cubicBezTo>
                    <a:pt x="0" y="3862"/>
                    <a:pt x="188" y="4072"/>
                    <a:pt x="421" y="4072"/>
                  </a:cubicBezTo>
                  <a:lnTo>
                    <a:pt x="1661" y="4072"/>
                  </a:lnTo>
                  <a:lnTo>
                    <a:pt x="1661" y="4877"/>
                  </a:lnTo>
                  <a:lnTo>
                    <a:pt x="432" y="4877"/>
                  </a:lnTo>
                  <a:cubicBezTo>
                    <a:pt x="222" y="4877"/>
                    <a:pt x="48" y="5029"/>
                    <a:pt x="23" y="5239"/>
                  </a:cubicBezTo>
                  <a:cubicBezTo>
                    <a:pt x="0" y="5486"/>
                    <a:pt x="188" y="5685"/>
                    <a:pt x="421" y="5685"/>
                  </a:cubicBezTo>
                  <a:lnTo>
                    <a:pt x="1661" y="5685"/>
                  </a:lnTo>
                  <a:lnTo>
                    <a:pt x="1661" y="6490"/>
                  </a:lnTo>
                  <a:lnTo>
                    <a:pt x="432" y="6490"/>
                  </a:lnTo>
                  <a:cubicBezTo>
                    <a:pt x="222" y="6490"/>
                    <a:pt x="48" y="6642"/>
                    <a:pt x="23" y="6852"/>
                  </a:cubicBezTo>
                  <a:cubicBezTo>
                    <a:pt x="0" y="7099"/>
                    <a:pt x="188" y="7310"/>
                    <a:pt x="421" y="7310"/>
                  </a:cubicBezTo>
                  <a:lnTo>
                    <a:pt x="1661" y="7310"/>
                  </a:lnTo>
                  <a:lnTo>
                    <a:pt x="1661" y="8115"/>
                  </a:lnTo>
                  <a:lnTo>
                    <a:pt x="432" y="8115"/>
                  </a:lnTo>
                  <a:cubicBezTo>
                    <a:pt x="222" y="8115"/>
                    <a:pt x="48" y="8269"/>
                    <a:pt x="23" y="8465"/>
                  </a:cubicBezTo>
                  <a:cubicBezTo>
                    <a:pt x="0" y="8712"/>
                    <a:pt x="188" y="8923"/>
                    <a:pt x="421" y="8923"/>
                  </a:cubicBezTo>
                  <a:lnTo>
                    <a:pt x="1661" y="8923"/>
                  </a:lnTo>
                  <a:lnTo>
                    <a:pt x="1661" y="9728"/>
                  </a:lnTo>
                  <a:lnTo>
                    <a:pt x="432" y="9728"/>
                  </a:lnTo>
                  <a:cubicBezTo>
                    <a:pt x="222" y="9728"/>
                    <a:pt x="48" y="9882"/>
                    <a:pt x="23" y="10092"/>
                  </a:cubicBezTo>
                  <a:cubicBezTo>
                    <a:pt x="0" y="10337"/>
                    <a:pt x="188" y="10536"/>
                    <a:pt x="421" y="10536"/>
                  </a:cubicBezTo>
                  <a:lnTo>
                    <a:pt x="1905" y="10536"/>
                  </a:lnTo>
                  <a:lnTo>
                    <a:pt x="3285" y="11927"/>
                  </a:lnTo>
                  <a:lnTo>
                    <a:pt x="3285" y="13389"/>
                  </a:lnTo>
                  <a:cubicBezTo>
                    <a:pt x="3285" y="13599"/>
                    <a:pt x="3437" y="13773"/>
                    <a:pt x="3636" y="13795"/>
                  </a:cubicBezTo>
                  <a:cubicBezTo>
                    <a:pt x="3655" y="13798"/>
                    <a:pt x="3675" y="13800"/>
                    <a:pt x="3694" y="13800"/>
                  </a:cubicBezTo>
                  <a:cubicBezTo>
                    <a:pt x="3912" y="13800"/>
                    <a:pt x="4090" y="13614"/>
                    <a:pt x="4090" y="13400"/>
                  </a:cubicBezTo>
                  <a:lnTo>
                    <a:pt x="4090" y="12160"/>
                  </a:lnTo>
                  <a:lnTo>
                    <a:pt x="4898" y="12160"/>
                  </a:lnTo>
                  <a:lnTo>
                    <a:pt x="4898" y="13389"/>
                  </a:lnTo>
                  <a:cubicBezTo>
                    <a:pt x="4898" y="13599"/>
                    <a:pt x="5050" y="13773"/>
                    <a:pt x="5260" y="13795"/>
                  </a:cubicBezTo>
                  <a:cubicBezTo>
                    <a:pt x="5280" y="13798"/>
                    <a:pt x="5299" y="13800"/>
                    <a:pt x="5318" y="13800"/>
                  </a:cubicBezTo>
                  <a:cubicBezTo>
                    <a:pt x="5537" y="13800"/>
                    <a:pt x="5703" y="13614"/>
                    <a:pt x="5703" y="13400"/>
                  </a:cubicBezTo>
                  <a:lnTo>
                    <a:pt x="5703" y="12160"/>
                  </a:lnTo>
                  <a:lnTo>
                    <a:pt x="6511" y="12160"/>
                  </a:lnTo>
                  <a:lnTo>
                    <a:pt x="6511" y="13389"/>
                  </a:lnTo>
                  <a:cubicBezTo>
                    <a:pt x="6511" y="13599"/>
                    <a:pt x="6663" y="13773"/>
                    <a:pt x="6873" y="13795"/>
                  </a:cubicBezTo>
                  <a:cubicBezTo>
                    <a:pt x="6893" y="13798"/>
                    <a:pt x="6913" y="13800"/>
                    <a:pt x="6932" y="13800"/>
                  </a:cubicBezTo>
                  <a:cubicBezTo>
                    <a:pt x="7152" y="13800"/>
                    <a:pt x="7331" y="13614"/>
                    <a:pt x="7331" y="13400"/>
                  </a:cubicBezTo>
                  <a:lnTo>
                    <a:pt x="7331" y="12160"/>
                  </a:lnTo>
                  <a:lnTo>
                    <a:pt x="8136" y="12160"/>
                  </a:lnTo>
                  <a:lnTo>
                    <a:pt x="8136" y="13389"/>
                  </a:lnTo>
                  <a:cubicBezTo>
                    <a:pt x="8136" y="13599"/>
                    <a:pt x="8287" y="13773"/>
                    <a:pt x="8498" y="13795"/>
                  </a:cubicBezTo>
                  <a:cubicBezTo>
                    <a:pt x="8516" y="13798"/>
                    <a:pt x="8535" y="13800"/>
                    <a:pt x="8554" y="13800"/>
                  </a:cubicBezTo>
                  <a:cubicBezTo>
                    <a:pt x="8766" y="13800"/>
                    <a:pt x="8944" y="13614"/>
                    <a:pt x="8944" y="13400"/>
                  </a:cubicBezTo>
                  <a:lnTo>
                    <a:pt x="8944" y="12160"/>
                  </a:lnTo>
                  <a:lnTo>
                    <a:pt x="9749" y="12160"/>
                  </a:lnTo>
                  <a:lnTo>
                    <a:pt x="9749" y="13389"/>
                  </a:lnTo>
                  <a:cubicBezTo>
                    <a:pt x="9749" y="13599"/>
                    <a:pt x="9900" y="13773"/>
                    <a:pt x="10111" y="13795"/>
                  </a:cubicBezTo>
                  <a:cubicBezTo>
                    <a:pt x="10130" y="13798"/>
                    <a:pt x="10150" y="13800"/>
                    <a:pt x="10169" y="13800"/>
                  </a:cubicBezTo>
                  <a:cubicBezTo>
                    <a:pt x="10388" y="13800"/>
                    <a:pt x="10557" y="13614"/>
                    <a:pt x="10557" y="13400"/>
                  </a:cubicBezTo>
                  <a:lnTo>
                    <a:pt x="10557" y="11927"/>
                  </a:lnTo>
                  <a:lnTo>
                    <a:pt x="11945" y="10536"/>
                  </a:lnTo>
                  <a:lnTo>
                    <a:pt x="13407" y="10536"/>
                  </a:lnTo>
                  <a:cubicBezTo>
                    <a:pt x="13617" y="10536"/>
                    <a:pt x="13794" y="10384"/>
                    <a:pt x="13816" y="10185"/>
                  </a:cubicBezTo>
                  <a:cubicBezTo>
                    <a:pt x="13853" y="9938"/>
                    <a:pt x="13654" y="9728"/>
                    <a:pt x="13418" y="9728"/>
                  </a:cubicBezTo>
                  <a:lnTo>
                    <a:pt x="12181" y="9728"/>
                  </a:lnTo>
                  <a:lnTo>
                    <a:pt x="12181" y="8923"/>
                  </a:lnTo>
                  <a:lnTo>
                    <a:pt x="13407" y="8923"/>
                  </a:lnTo>
                  <a:cubicBezTo>
                    <a:pt x="13617" y="8923"/>
                    <a:pt x="13794" y="8771"/>
                    <a:pt x="13816" y="8561"/>
                  </a:cubicBezTo>
                  <a:cubicBezTo>
                    <a:pt x="13853" y="8314"/>
                    <a:pt x="13654" y="8115"/>
                    <a:pt x="13418" y="8115"/>
                  </a:cubicBezTo>
                  <a:lnTo>
                    <a:pt x="12181" y="8115"/>
                  </a:lnTo>
                  <a:lnTo>
                    <a:pt x="12181" y="7310"/>
                  </a:lnTo>
                  <a:lnTo>
                    <a:pt x="13407" y="7310"/>
                  </a:lnTo>
                  <a:cubicBezTo>
                    <a:pt x="13617" y="7310"/>
                    <a:pt x="13794" y="7158"/>
                    <a:pt x="13816" y="6948"/>
                  </a:cubicBezTo>
                  <a:cubicBezTo>
                    <a:pt x="13853" y="6701"/>
                    <a:pt x="13654" y="6490"/>
                    <a:pt x="13418" y="6490"/>
                  </a:cubicBezTo>
                  <a:lnTo>
                    <a:pt x="12181" y="6490"/>
                  </a:lnTo>
                  <a:lnTo>
                    <a:pt x="12181" y="5685"/>
                  </a:lnTo>
                  <a:lnTo>
                    <a:pt x="13407" y="5685"/>
                  </a:lnTo>
                  <a:cubicBezTo>
                    <a:pt x="13617" y="5685"/>
                    <a:pt x="13794" y="5534"/>
                    <a:pt x="13816" y="5335"/>
                  </a:cubicBezTo>
                  <a:cubicBezTo>
                    <a:pt x="13853" y="5088"/>
                    <a:pt x="13654" y="4877"/>
                    <a:pt x="13418" y="4877"/>
                  </a:cubicBezTo>
                  <a:lnTo>
                    <a:pt x="12181" y="4877"/>
                  </a:lnTo>
                  <a:lnTo>
                    <a:pt x="12181" y="4072"/>
                  </a:lnTo>
                  <a:lnTo>
                    <a:pt x="13407" y="4072"/>
                  </a:lnTo>
                  <a:cubicBezTo>
                    <a:pt x="13617" y="4072"/>
                    <a:pt x="13794" y="3921"/>
                    <a:pt x="13816" y="3710"/>
                  </a:cubicBezTo>
                  <a:cubicBezTo>
                    <a:pt x="13853" y="3463"/>
                    <a:pt x="13654" y="3264"/>
                    <a:pt x="13418" y="3264"/>
                  </a:cubicBezTo>
                  <a:lnTo>
                    <a:pt x="11945" y="3264"/>
                  </a:lnTo>
                  <a:lnTo>
                    <a:pt x="10557" y="1873"/>
                  </a:lnTo>
                  <a:lnTo>
                    <a:pt x="10557" y="414"/>
                  </a:lnTo>
                  <a:cubicBezTo>
                    <a:pt x="10557" y="204"/>
                    <a:pt x="10402" y="27"/>
                    <a:pt x="10206" y="5"/>
                  </a:cubicBezTo>
                  <a:cubicBezTo>
                    <a:pt x="10186" y="2"/>
                    <a:pt x="10167" y="0"/>
                    <a:pt x="10147" y="0"/>
                  </a:cubicBezTo>
                  <a:cubicBezTo>
                    <a:pt x="9927" y="0"/>
                    <a:pt x="9749" y="186"/>
                    <a:pt x="9749" y="400"/>
                  </a:cubicBezTo>
                  <a:lnTo>
                    <a:pt x="9749" y="1640"/>
                  </a:lnTo>
                  <a:lnTo>
                    <a:pt x="8944" y="1640"/>
                  </a:lnTo>
                  <a:lnTo>
                    <a:pt x="8944" y="414"/>
                  </a:lnTo>
                  <a:cubicBezTo>
                    <a:pt x="8944" y="204"/>
                    <a:pt x="8789" y="27"/>
                    <a:pt x="8579" y="5"/>
                  </a:cubicBezTo>
                  <a:cubicBezTo>
                    <a:pt x="8560" y="2"/>
                    <a:pt x="8542" y="0"/>
                    <a:pt x="8523" y="0"/>
                  </a:cubicBezTo>
                  <a:cubicBezTo>
                    <a:pt x="8314" y="0"/>
                    <a:pt x="8136" y="186"/>
                    <a:pt x="8136" y="400"/>
                  </a:cubicBezTo>
                  <a:lnTo>
                    <a:pt x="8136" y="1640"/>
                  </a:lnTo>
                  <a:lnTo>
                    <a:pt x="7331" y="1640"/>
                  </a:lnTo>
                  <a:lnTo>
                    <a:pt x="7331" y="414"/>
                  </a:lnTo>
                  <a:cubicBezTo>
                    <a:pt x="7331" y="204"/>
                    <a:pt x="7176" y="27"/>
                    <a:pt x="6966" y="5"/>
                  </a:cubicBezTo>
                  <a:cubicBezTo>
                    <a:pt x="6946" y="2"/>
                    <a:pt x="6927" y="0"/>
                    <a:pt x="6908" y="0"/>
                  </a:cubicBezTo>
                  <a:cubicBezTo>
                    <a:pt x="6689" y="0"/>
                    <a:pt x="6511" y="186"/>
                    <a:pt x="6511" y="400"/>
                  </a:cubicBezTo>
                  <a:lnTo>
                    <a:pt x="6511" y="1640"/>
                  </a:lnTo>
                  <a:lnTo>
                    <a:pt x="5703" y="1640"/>
                  </a:lnTo>
                  <a:lnTo>
                    <a:pt x="5703" y="414"/>
                  </a:lnTo>
                  <a:cubicBezTo>
                    <a:pt x="5703" y="204"/>
                    <a:pt x="5552" y="27"/>
                    <a:pt x="5353" y="5"/>
                  </a:cubicBezTo>
                  <a:cubicBezTo>
                    <a:pt x="5333" y="2"/>
                    <a:pt x="5314" y="0"/>
                    <a:pt x="5295" y="0"/>
                  </a:cubicBezTo>
                  <a:cubicBezTo>
                    <a:pt x="5076" y="0"/>
                    <a:pt x="4898" y="186"/>
                    <a:pt x="4898" y="400"/>
                  </a:cubicBezTo>
                  <a:lnTo>
                    <a:pt x="4898" y="1640"/>
                  </a:lnTo>
                  <a:lnTo>
                    <a:pt x="4090" y="1640"/>
                  </a:lnTo>
                  <a:lnTo>
                    <a:pt x="4090" y="414"/>
                  </a:lnTo>
                  <a:cubicBezTo>
                    <a:pt x="4090" y="204"/>
                    <a:pt x="3939" y="27"/>
                    <a:pt x="3728" y="5"/>
                  </a:cubicBezTo>
                  <a:cubicBezTo>
                    <a:pt x="3709" y="2"/>
                    <a:pt x="3690" y="0"/>
                    <a:pt x="3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413" name="Google Shape;1413;p48"/>
          <p:cNvGrpSpPr/>
          <p:nvPr/>
        </p:nvGrpSpPr>
        <p:grpSpPr>
          <a:xfrm>
            <a:off x="1002063" y="1965650"/>
            <a:ext cx="345125" cy="345075"/>
            <a:chOff x="997838" y="2118050"/>
            <a:chExt cx="345125" cy="345075"/>
          </a:xfrm>
        </p:grpSpPr>
        <p:sp>
          <p:nvSpPr>
            <p:cNvPr id="1414" name="Google Shape;1414;p48"/>
            <p:cNvSpPr/>
            <p:nvPr/>
          </p:nvSpPr>
          <p:spPr>
            <a:xfrm>
              <a:off x="1052463" y="2118050"/>
              <a:ext cx="235875" cy="345075"/>
            </a:xfrm>
            <a:custGeom>
              <a:rect l="l" t="t" r="r" b="b"/>
              <a:pathLst>
                <a:path w="9435" h="13803" extrusionOk="0">
                  <a:moveTo>
                    <a:pt x="4710" y="806"/>
                  </a:moveTo>
                  <a:cubicBezTo>
                    <a:pt x="6873" y="806"/>
                    <a:pt x="8627" y="2559"/>
                    <a:pt x="8627" y="4711"/>
                  </a:cubicBezTo>
                  <a:cubicBezTo>
                    <a:pt x="8627" y="5833"/>
                    <a:pt x="8147" y="6896"/>
                    <a:pt x="7305" y="7631"/>
                  </a:cubicBezTo>
                  <a:cubicBezTo>
                    <a:pt x="6711" y="8170"/>
                    <a:pt x="6324" y="8908"/>
                    <a:pt x="6220" y="9701"/>
                  </a:cubicBezTo>
                  <a:lnTo>
                    <a:pt x="3204" y="9701"/>
                  </a:lnTo>
                  <a:cubicBezTo>
                    <a:pt x="3111" y="8908"/>
                    <a:pt x="2724" y="8170"/>
                    <a:pt x="2130" y="7631"/>
                  </a:cubicBezTo>
                  <a:cubicBezTo>
                    <a:pt x="1288" y="6896"/>
                    <a:pt x="808" y="5833"/>
                    <a:pt x="808" y="4711"/>
                  </a:cubicBezTo>
                  <a:cubicBezTo>
                    <a:pt x="808" y="2559"/>
                    <a:pt x="2562" y="806"/>
                    <a:pt x="4710" y="806"/>
                  </a:cubicBezTo>
                  <a:close/>
                  <a:moveTo>
                    <a:pt x="6197" y="10507"/>
                  </a:moveTo>
                  <a:lnTo>
                    <a:pt x="6197" y="11244"/>
                  </a:lnTo>
                  <a:cubicBezTo>
                    <a:pt x="6197" y="11315"/>
                    <a:pt x="6138" y="11373"/>
                    <a:pt x="6068" y="11373"/>
                  </a:cubicBezTo>
                  <a:lnTo>
                    <a:pt x="3367" y="11373"/>
                  </a:lnTo>
                  <a:cubicBezTo>
                    <a:pt x="3297" y="11373"/>
                    <a:pt x="3238" y="11315"/>
                    <a:pt x="3238" y="11244"/>
                  </a:cubicBezTo>
                  <a:lnTo>
                    <a:pt x="3238" y="10507"/>
                  </a:lnTo>
                  <a:close/>
                  <a:moveTo>
                    <a:pt x="5659" y="12179"/>
                  </a:moveTo>
                  <a:lnTo>
                    <a:pt x="5659" y="12588"/>
                  </a:lnTo>
                  <a:cubicBezTo>
                    <a:pt x="5659" y="12810"/>
                    <a:pt x="5482" y="12987"/>
                    <a:pt x="5260" y="12987"/>
                  </a:cubicBezTo>
                  <a:lnTo>
                    <a:pt x="4175" y="12987"/>
                  </a:lnTo>
                  <a:cubicBezTo>
                    <a:pt x="3953" y="12987"/>
                    <a:pt x="3776" y="12810"/>
                    <a:pt x="3776" y="12588"/>
                  </a:cubicBezTo>
                  <a:lnTo>
                    <a:pt x="3776" y="12179"/>
                  </a:lnTo>
                  <a:close/>
                  <a:moveTo>
                    <a:pt x="4710" y="1"/>
                  </a:moveTo>
                  <a:cubicBezTo>
                    <a:pt x="2116" y="1"/>
                    <a:pt x="0" y="2116"/>
                    <a:pt x="0" y="4711"/>
                  </a:cubicBezTo>
                  <a:cubicBezTo>
                    <a:pt x="0" y="6066"/>
                    <a:pt x="573" y="7351"/>
                    <a:pt x="1591" y="8240"/>
                  </a:cubicBezTo>
                  <a:cubicBezTo>
                    <a:pt x="2116" y="8708"/>
                    <a:pt x="2421" y="9399"/>
                    <a:pt x="2421" y="10111"/>
                  </a:cubicBezTo>
                  <a:lnTo>
                    <a:pt x="2421" y="11244"/>
                  </a:lnTo>
                  <a:cubicBezTo>
                    <a:pt x="2421" y="11618"/>
                    <a:pt x="2643" y="11935"/>
                    <a:pt x="2971" y="12086"/>
                  </a:cubicBezTo>
                  <a:lnTo>
                    <a:pt x="2971" y="12588"/>
                  </a:lnTo>
                  <a:cubicBezTo>
                    <a:pt x="2971" y="13256"/>
                    <a:pt x="3507" y="13803"/>
                    <a:pt x="4175" y="13803"/>
                  </a:cubicBezTo>
                  <a:lnTo>
                    <a:pt x="5260" y="13803"/>
                  </a:lnTo>
                  <a:cubicBezTo>
                    <a:pt x="5928" y="13803"/>
                    <a:pt x="6464" y="13256"/>
                    <a:pt x="6464" y="12588"/>
                  </a:cubicBezTo>
                  <a:lnTo>
                    <a:pt x="6464" y="12086"/>
                  </a:lnTo>
                  <a:cubicBezTo>
                    <a:pt x="6792" y="11935"/>
                    <a:pt x="7014" y="11618"/>
                    <a:pt x="7014" y="11244"/>
                  </a:cubicBezTo>
                  <a:lnTo>
                    <a:pt x="7014" y="10111"/>
                  </a:lnTo>
                  <a:cubicBezTo>
                    <a:pt x="7014" y="9399"/>
                    <a:pt x="7319" y="8708"/>
                    <a:pt x="7844" y="8240"/>
                  </a:cubicBezTo>
                  <a:cubicBezTo>
                    <a:pt x="8862" y="7351"/>
                    <a:pt x="9435" y="6066"/>
                    <a:pt x="9435" y="4711"/>
                  </a:cubicBezTo>
                  <a:cubicBezTo>
                    <a:pt x="9435" y="2116"/>
                    <a:pt x="7319" y="1"/>
                    <a:pt x="47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15" name="Google Shape;1415;p48"/>
            <p:cNvSpPr/>
            <p:nvPr/>
          </p:nvSpPr>
          <p:spPr>
            <a:xfrm>
              <a:off x="1302613" y="2225850"/>
              <a:ext cx="40350" cy="20225"/>
            </a:xfrm>
            <a:custGeom>
              <a:rect l="l" t="t" r="r" b="b"/>
              <a:pathLst>
                <a:path w="1613" h="809" extrusionOk="0">
                  <a:moveTo>
                    <a:pt x="399" y="0"/>
                  </a:moveTo>
                  <a:cubicBezTo>
                    <a:pt x="175" y="0"/>
                    <a:pt x="1" y="177"/>
                    <a:pt x="1" y="399"/>
                  </a:cubicBezTo>
                  <a:cubicBezTo>
                    <a:pt x="1" y="620"/>
                    <a:pt x="175" y="808"/>
                    <a:pt x="399" y="808"/>
                  </a:cubicBezTo>
                  <a:lnTo>
                    <a:pt x="1204" y="808"/>
                  </a:lnTo>
                  <a:cubicBezTo>
                    <a:pt x="1426" y="808"/>
                    <a:pt x="1614" y="620"/>
                    <a:pt x="1614" y="399"/>
                  </a:cubicBezTo>
                  <a:cubicBezTo>
                    <a:pt x="1614" y="177"/>
                    <a:pt x="1426" y="0"/>
                    <a:pt x="12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16" name="Google Shape;1416;p48"/>
            <p:cNvSpPr/>
            <p:nvPr/>
          </p:nvSpPr>
          <p:spPr>
            <a:xfrm>
              <a:off x="1294413" y="2158375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1159" y="1"/>
                  </a:moveTo>
                  <a:cubicBezTo>
                    <a:pt x="1091" y="1"/>
                    <a:pt x="1022" y="19"/>
                    <a:pt x="960" y="57"/>
                  </a:cubicBezTo>
                  <a:lnTo>
                    <a:pt x="259" y="455"/>
                  </a:lnTo>
                  <a:cubicBezTo>
                    <a:pt x="60" y="573"/>
                    <a:pt x="1" y="817"/>
                    <a:pt x="107" y="1016"/>
                  </a:cubicBezTo>
                  <a:cubicBezTo>
                    <a:pt x="184" y="1141"/>
                    <a:pt x="319" y="1214"/>
                    <a:pt x="456" y="1214"/>
                  </a:cubicBezTo>
                  <a:cubicBezTo>
                    <a:pt x="525" y="1214"/>
                    <a:pt x="594" y="1196"/>
                    <a:pt x="657" y="1157"/>
                  </a:cubicBezTo>
                  <a:lnTo>
                    <a:pt x="1358" y="758"/>
                  </a:lnTo>
                  <a:cubicBezTo>
                    <a:pt x="1555" y="643"/>
                    <a:pt x="1625" y="396"/>
                    <a:pt x="1510" y="197"/>
                  </a:cubicBezTo>
                  <a:cubicBezTo>
                    <a:pt x="1431" y="73"/>
                    <a:pt x="1296" y="1"/>
                    <a:pt x="11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17" name="Google Shape;1417;p48"/>
            <p:cNvSpPr/>
            <p:nvPr/>
          </p:nvSpPr>
          <p:spPr>
            <a:xfrm>
              <a:off x="1294413" y="2283075"/>
              <a:ext cx="40625" cy="30425"/>
            </a:xfrm>
            <a:custGeom>
              <a:rect l="l" t="t" r="r" b="b"/>
              <a:pathLst>
                <a:path w="1625" h="1217" extrusionOk="0">
                  <a:moveTo>
                    <a:pt x="468" y="0"/>
                  </a:moveTo>
                  <a:cubicBezTo>
                    <a:pt x="327" y="0"/>
                    <a:pt x="186" y="74"/>
                    <a:pt x="107" y="203"/>
                  </a:cubicBezTo>
                  <a:cubicBezTo>
                    <a:pt x="1" y="399"/>
                    <a:pt x="60" y="646"/>
                    <a:pt x="259" y="750"/>
                  </a:cubicBezTo>
                  <a:lnTo>
                    <a:pt x="960" y="1159"/>
                  </a:lnTo>
                  <a:cubicBezTo>
                    <a:pt x="1022" y="1198"/>
                    <a:pt x="1091" y="1217"/>
                    <a:pt x="1158" y="1217"/>
                  </a:cubicBezTo>
                  <a:cubicBezTo>
                    <a:pt x="1296" y="1217"/>
                    <a:pt x="1431" y="1141"/>
                    <a:pt x="1510" y="1008"/>
                  </a:cubicBezTo>
                  <a:cubicBezTo>
                    <a:pt x="1625" y="820"/>
                    <a:pt x="1555" y="576"/>
                    <a:pt x="1358" y="458"/>
                  </a:cubicBezTo>
                  <a:lnTo>
                    <a:pt x="657" y="48"/>
                  </a:lnTo>
                  <a:cubicBezTo>
                    <a:pt x="598" y="16"/>
                    <a:pt x="533" y="0"/>
                    <a:pt x="4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18" name="Google Shape;1418;p48"/>
            <p:cNvSpPr/>
            <p:nvPr/>
          </p:nvSpPr>
          <p:spPr>
            <a:xfrm>
              <a:off x="997838" y="2225850"/>
              <a:ext cx="40350" cy="20225"/>
            </a:xfrm>
            <a:custGeom>
              <a:rect l="l" t="t" r="r" b="b"/>
              <a:pathLst>
                <a:path w="1613" h="809" extrusionOk="0">
                  <a:moveTo>
                    <a:pt x="410" y="0"/>
                  </a:moveTo>
                  <a:cubicBezTo>
                    <a:pt x="177" y="0"/>
                    <a:pt x="0" y="177"/>
                    <a:pt x="0" y="399"/>
                  </a:cubicBezTo>
                  <a:cubicBezTo>
                    <a:pt x="0" y="620"/>
                    <a:pt x="177" y="808"/>
                    <a:pt x="410" y="808"/>
                  </a:cubicBezTo>
                  <a:lnTo>
                    <a:pt x="1215" y="808"/>
                  </a:lnTo>
                  <a:cubicBezTo>
                    <a:pt x="1439" y="808"/>
                    <a:pt x="1613" y="620"/>
                    <a:pt x="1613" y="399"/>
                  </a:cubicBezTo>
                  <a:cubicBezTo>
                    <a:pt x="1613" y="177"/>
                    <a:pt x="1439" y="0"/>
                    <a:pt x="1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19" name="Google Shape;1419;p48"/>
            <p:cNvSpPr/>
            <p:nvPr/>
          </p:nvSpPr>
          <p:spPr>
            <a:xfrm>
              <a:off x="1005763" y="2158375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466" y="1"/>
                  </a:moveTo>
                  <a:cubicBezTo>
                    <a:pt x="329" y="1"/>
                    <a:pt x="194" y="73"/>
                    <a:pt x="115" y="197"/>
                  </a:cubicBezTo>
                  <a:cubicBezTo>
                    <a:pt x="0" y="396"/>
                    <a:pt x="70" y="643"/>
                    <a:pt x="267" y="758"/>
                  </a:cubicBezTo>
                  <a:lnTo>
                    <a:pt x="968" y="1157"/>
                  </a:lnTo>
                  <a:cubicBezTo>
                    <a:pt x="1031" y="1196"/>
                    <a:pt x="1100" y="1214"/>
                    <a:pt x="1169" y="1214"/>
                  </a:cubicBezTo>
                  <a:cubicBezTo>
                    <a:pt x="1306" y="1214"/>
                    <a:pt x="1441" y="1141"/>
                    <a:pt x="1518" y="1016"/>
                  </a:cubicBezTo>
                  <a:cubicBezTo>
                    <a:pt x="1624" y="817"/>
                    <a:pt x="1565" y="573"/>
                    <a:pt x="1366" y="455"/>
                  </a:cubicBezTo>
                  <a:lnTo>
                    <a:pt x="665" y="57"/>
                  </a:lnTo>
                  <a:cubicBezTo>
                    <a:pt x="603" y="19"/>
                    <a:pt x="534" y="1"/>
                    <a:pt x="4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20" name="Google Shape;1420;p48"/>
            <p:cNvSpPr/>
            <p:nvPr/>
          </p:nvSpPr>
          <p:spPr>
            <a:xfrm>
              <a:off x="1005763" y="2283075"/>
              <a:ext cx="40625" cy="30425"/>
            </a:xfrm>
            <a:custGeom>
              <a:rect l="l" t="t" r="r" b="b"/>
              <a:pathLst>
                <a:path w="1625" h="1217" extrusionOk="0">
                  <a:moveTo>
                    <a:pt x="1157" y="0"/>
                  </a:moveTo>
                  <a:cubicBezTo>
                    <a:pt x="1092" y="0"/>
                    <a:pt x="1027" y="16"/>
                    <a:pt x="968" y="48"/>
                  </a:cubicBezTo>
                  <a:lnTo>
                    <a:pt x="267" y="458"/>
                  </a:lnTo>
                  <a:cubicBezTo>
                    <a:pt x="70" y="576"/>
                    <a:pt x="0" y="820"/>
                    <a:pt x="115" y="1008"/>
                  </a:cubicBezTo>
                  <a:cubicBezTo>
                    <a:pt x="194" y="1141"/>
                    <a:pt x="329" y="1217"/>
                    <a:pt x="467" y="1217"/>
                  </a:cubicBezTo>
                  <a:cubicBezTo>
                    <a:pt x="534" y="1217"/>
                    <a:pt x="603" y="1198"/>
                    <a:pt x="665" y="1159"/>
                  </a:cubicBezTo>
                  <a:lnTo>
                    <a:pt x="1366" y="750"/>
                  </a:lnTo>
                  <a:cubicBezTo>
                    <a:pt x="1565" y="646"/>
                    <a:pt x="1624" y="399"/>
                    <a:pt x="1518" y="203"/>
                  </a:cubicBezTo>
                  <a:cubicBezTo>
                    <a:pt x="1439" y="74"/>
                    <a:pt x="1298" y="0"/>
                    <a:pt x="11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21" name="Google Shape;1421;p48"/>
            <p:cNvSpPr/>
            <p:nvPr/>
          </p:nvSpPr>
          <p:spPr>
            <a:xfrm>
              <a:off x="1092788" y="2158375"/>
              <a:ext cx="155225" cy="155175"/>
            </a:xfrm>
            <a:custGeom>
              <a:rect l="l" t="t" r="r" b="b"/>
              <a:pathLst>
                <a:path w="6209" h="6207" extrusionOk="0">
                  <a:moveTo>
                    <a:pt x="3097" y="806"/>
                  </a:moveTo>
                  <a:cubicBezTo>
                    <a:pt x="4374" y="806"/>
                    <a:pt x="5401" y="1835"/>
                    <a:pt x="5401" y="3098"/>
                  </a:cubicBezTo>
                  <a:cubicBezTo>
                    <a:pt x="5401" y="4360"/>
                    <a:pt x="4374" y="5387"/>
                    <a:pt x="3097" y="5387"/>
                  </a:cubicBezTo>
                  <a:cubicBezTo>
                    <a:pt x="1835" y="5387"/>
                    <a:pt x="808" y="4360"/>
                    <a:pt x="808" y="3098"/>
                  </a:cubicBezTo>
                  <a:cubicBezTo>
                    <a:pt x="808" y="1835"/>
                    <a:pt x="1835" y="806"/>
                    <a:pt x="3097" y="806"/>
                  </a:cubicBezTo>
                  <a:close/>
                  <a:moveTo>
                    <a:pt x="3097" y="1"/>
                  </a:moveTo>
                  <a:cubicBezTo>
                    <a:pt x="1392" y="1"/>
                    <a:pt x="0" y="1389"/>
                    <a:pt x="0" y="3098"/>
                  </a:cubicBezTo>
                  <a:cubicBezTo>
                    <a:pt x="0" y="4815"/>
                    <a:pt x="1392" y="6206"/>
                    <a:pt x="3097" y="6206"/>
                  </a:cubicBezTo>
                  <a:cubicBezTo>
                    <a:pt x="4817" y="6206"/>
                    <a:pt x="6209" y="4815"/>
                    <a:pt x="6209" y="3098"/>
                  </a:cubicBezTo>
                  <a:cubicBezTo>
                    <a:pt x="6209" y="1389"/>
                    <a:pt x="4817" y="1"/>
                    <a:pt x="30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22" name="Google Shape;1422;p48"/>
            <p:cNvSpPr/>
            <p:nvPr/>
          </p:nvSpPr>
          <p:spPr>
            <a:xfrm>
              <a:off x="1133388" y="2198700"/>
              <a:ext cx="65250" cy="74225"/>
            </a:xfrm>
            <a:custGeom>
              <a:rect l="l" t="t" r="r" b="b"/>
              <a:pathLst>
                <a:path w="2610" h="2969" extrusionOk="0">
                  <a:moveTo>
                    <a:pt x="1473" y="1"/>
                  </a:moveTo>
                  <a:cubicBezTo>
                    <a:pt x="668" y="1"/>
                    <a:pt x="1" y="666"/>
                    <a:pt x="1" y="1485"/>
                  </a:cubicBezTo>
                  <a:cubicBezTo>
                    <a:pt x="1" y="2301"/>
                    <a:pt x="668" y="2969"/>
                    <a:pt x="1473" y="2969"/>
                  </a:cubicBezTo>
                  <a:cubicBezTo>
                    <a:pt x="1813" y="2969"/>
                    <a:pt x="2105" y="2862"/>
                    <a:pt x="2340" y="2652"/>
                  </a:cubicBezTo>
                  <a:cubicBezTo>
                    <a:pt x="2385" y="2618"/>
                    <a:pt x="2433" y="2571"/>
                    <a:pt x="2469" y="2526"/>
                  </a:cubicBezTo>
                  <a:cubicBezTo>
                    <a:pt x="2610" y="2349"/>
                    <a:pt x="2584" y="2091"/>
                    <a:pt x="2422" y="1951"/>
                  </a:cubicBezTo>
                  <a:cubicBezTo>
                    <a:pt x="2344" y="1889"/>
                    <a:pt x="2251" y="1859"/>
                    <a:pt x="2159" y="1859"/>
                  </a:cubicBezTo>
                  <a:cubicBezTo>
                    <a:pt x="2043" y="1859"/>
                    <a:pt x="1928" y="1907"/>
                    <a:pt x="1849" y="1998"/>
                  </a:cubicBezTo>
                  <a:cubicBezTo>
                    <a:pt x="1838" y="2021"/>
                    <a:pt x="1824" y="2035"/>
                    <a:pt x="1802" y="2046"/>
                  </a:cubicBezTo>
                  <a:cubicBezTo>
                    <a:pt x="1720" y="2127"/>
                    <a:pt x="1614" y="2161"/>
                    <a:pt x="1473" y="2161"/>
                  </a:cubicBezTo>
                  <a:cubicBezTo>
                    <a:pt x="1112" y="2161"/>
                    <a:pt x="809" y="1858"/>
                    <a:pt x="809" y="1485"/>
                  </a:cubicBezTo>
                  <a:cubicBezTo>
                    <a:pt x="809" y="1123"/>
                    <a:pt x="1112" y="817"/>
                    <a:pt x="1473" y="817"/>
                  </a:cubicBezTo>
                  <a:cubicBezTo>
                    <a:pt x="1614" y="817"/>
                    <a:pt x="1743" y="854"/>
                    <a:pt x="1861" y="935"/>
                  </a:cubicBezTo>
                  <a:cubicBezTo>
                    <a:pt x="1929" y="978"/>
                    <a:pt x="2006" y="999"/>
                    <a:pt x="2081" y="999"/>
                  </a:cubicBezTo>
                  <a:cubicBezTo>
                    <a:pt x="2212" y="999"/>
                    <a:pt x="2340" y="936"/>
                    <a:pt x="2422" y="817"/>
                  </a:cubicBezTo>
                  <a:cubicBezTo>
                    <a:pt x="2540" y="632"/>
                    <a:pt x="2492" y="385"/>
                    <a:pt x="2304" y="256"/>
                  </a:cubicBezTo>
                  <a:cubicBezTo>
                    <a:pt x="2060" y="93"/>
                    <a:pt x="1779" y="1"/>
                    <a:pt x="1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423" name="Google Shape;1423;p48"/>
          <p:cNvGrpSpPr/>
          <p:nvPr/>
        </p:nvGrpSpPr>
        <p:grpSpPr>
          <a:xfrm>
            <a:off x="7027625" y="1965650"/>
            <a:ext cx="345150" cy="345075"/>
            <a:chOff x="7036288" y="2118050"/>
            <a:chExt cx="345150" cy="345075"/>
          </a:xfrm>
        </p:grpSpPr>
        <p:sp>
          <p:nvSpPr>
            <p:cNvPr id="1424" name="Google Shape;1424;p48"/>
            <p:cNvSpPr/>
            <p:nvPr/>
          </p:nvSpPr>
          <p:spPr>
            <a:xfrm>
              <a:off x="7117838" y="2199825"/>
              <a:ext cx="181750" cy="181825"/>
            </a:xfrm>
            <a:custGeom>
              <a:rect l="l" t="t" r="r" b="b"/>
              <a:pathLst>
                <a:path w="7270" h="7272" extrusionOk="0">
                  <a:moveTo>
                    <a:pt x="2570" y="1008"/>
                  </a:moveTo>
                  <a:cubicBezTo>
                    <a:pt x="2430" y="1333"/>
                    <a:pt x="2338" y="1732"/>
                    <a:pt x="2267" y="2141"/>
                  </a:cubicBezTo>
                  <a:lnTo>
                    <a:pt x="1227" y="2141"/>
                  </a:lnTo>
                  <a:cubicBezTo>
                    <a:pt x="1544" y="1639"/>
                    <a:pt x="2009" y="1241"/>
                    <a:pt x="2570" y="1008"/>
                  </a:cubicBezTo>
                  <a:close/>
                  <a:moveTo>
                    <a:pt x="3634" y="797"/>
                  </a:moveTo>
                  <a:cubicBezTo>
                    <a:pt x="3693" y="831"/>
                    <a:pt x="3880" y="1008"/>
                    <a:pt x="4043" y="1569"/>
                  </a:cubicBezTo>
                  <a:cubicBezTo>
                    <a:pt x="4102" y="1743"/>
                    <a:pt x="4150" y="1942"/>
                    <a:pt x="4183" y="2141"/>
                  </a:cubicBezTo>
                  <a:lnTo>
                    <a:pt x="3087" y="2141"/>
                  </a:lnTo>
                  <a:cubicBezTo>
                    <a:pt x="3120" y="1942"/>
                    <a:pt x="3168" y="1743"/>
                    <a:pt x="3227" y="1569"/>
                  </a:cubicBezTo>
                  <a:cubicBezTo>
                    <a:pt x="3401" y="1008"/>
                    <a:pt x="3578" y="831"/>
                    <a:pt x="3634" y="797"/>
                  </a:cubicBezTo>
                  <a:close/>
                  <a:moveTo>
                    <a:pt x="4711" y="1008"/>
                  </a:moveTo>
                  <a:cubicBezTo>
                    <a:pt x="5261" y="1241"/>
                    <a:pt x="5726" y="1639"/>
                    <a:pt x="6043" y="2141"/>
                  </a:cubicBezTo>
                  <a:lnTo>
                    <a:pt x="5003" y="2141"/>
                  </a:lnTo>
                  <a:cubicBezTo>
                    <a:pt x="4932" y="1732"/>
                    <a:pt x="4840" y="1333"/>
                    <a:pt x="4711" y="1008"/>
                  </a:cubicBezTo>
                  <a:close/>
                  <a:moveTo>
                    <a:pt x="2175" y="2958"/>
                  </a:moveTo>
                  <a:cubicBezTo>
                    <a:pt x="2161" y="3182"/>
                    <a:pt x="2150" y="3404"/>
                    <a:pt x="2150" y="3625"/>
                  </a:cubicBezTo>
                  <a:cubicBezTo>
                    <a:pt x="2150" y="3847"/>
                    <a:pt x="2161" y="4080"/>
                    <a:pt x="2175" y="4304"/>
                  </a:cubicBezTo>
                  <a:lnTo>
                    <a:pt x="887" y="4304"/>
                  </a:lnTo>
                  <a:cubicBezTo>
                    <a:pt x="828" y="4080"/>
                    <a:pt x="806" y="3858"/>
                    <a:pt x="806" y="3625"/>
                  </a:cubicBezTo>
                  <a:cubicBezTo>
                    <a:pt x="806" y="3392"/>
                    <a:pt x="828" y="3168"/>
                    <a:pt x="887" y="2958"/>
                  </a:cubicBezTo>
                  <a:close/>
                  <a:moveTo>
                    <a:pt x="4290" y="2958"/>
                  </a:moveTo>
                  <a:cubicBezTo>
                    <a:pt x="4301" y="3168"/>
                    <a:pt x="4313" y="3404"/>
                    <a:pt x="4313" y="3625"/>
                  </a:cubicBezTo>
                  <a:cubicBezTo>
                    <a:pt x="4313" y="3858"/>
                    <a:pt x="4301" y="4080"/>
                    <a:pt x="4290" y="4304"/>
                  </a:cubicBezTo>
                  <a:lnTo>
                    <a:pt x="2991" y="4304"/>
                  </a:lnTo>
                  <a:cubicBezTo>
                    <a:pt x="2969" y="4080"/>
                    <a:pt x="2958" y="3858"/>
                    <a:pt x="2958" y="3625"/>
                  </a:cubicBezTo>
                  <a:cubicBezTo>
                    <a:pt x="2958" y="3404"/>
                    <a:pt x="2969" y="3168"/>
                    <a:pt x="2991" y="2958"/>
                  </a:cubicBezTo>
                  <a:close/>
                  <a:moveTo>
                    <a:pt x="6383" y="2958"/>
                  </a:moveTo>
                  <a:cubicBezTo>
                    <a:pt x="6439" y="3168"/>
                    <a:pt x="6464" y="3392"/>
                    <a:pt x="6464" y="3625"/>
                  </a:cubicBezTo>
                  <a:cubicBezTo>
                    <a:pt x="6464" y="3858"/>
                    <a:pt x="6439" y="4080"/>
                    <a:pt x="6383" y="4304"/>
                  </a:cubicBezTo>
                  <a:lnTo>
                    <a:pt x="5095" y="4304"/>
                  </a:lnTo>
                  <a:cubicBezTo>
                    <a:pt x="5106" y="4080"/>
                    <a:pt x="5120" y="3847"/>
                    <a:pt x="5120" y="3625"/>
                  </a:cubicBezTo>
                  <a:cubicBezTo>
                    <a:pt x="5120" y="3404"/>
                    <a:pt x="5106" y="3182"/>
                    <a:pt x="5095" y="2958"/>
                  </a:cubicBezTo>
                  <a:close/>
                  <a:moveTo>
                    <a:pt x="2267" y="5109"/>
                  </a:moveTo>
                  <a:cubicBezTo>
                    <a:pt x="2338" y="5530"/>
                    <a:pt x="2430" y="5917"/>
                    <a:pt x="2570" y="6243"/>
                  </a:cubicBezTo>
                  <a:cubicBezTo>
                    <a:pt x="2009" y="6021"/>
                    <a:pt x="1544" y="5611"/>
                    <a:pt x="1227" y="5109"/>
                  </a:cubicBezTo>
                  <a:close/>
                  <a:moveTo>
                    <a:pt x="6043" y="5109"/>
                  </a:moveTo>
                  <a:cubicBezTo>
                    <a:pt x="5726" y="5611"/>
                    <a:pt x="5261" y="6021"/>
                    <a:pt x="4711" y="6243"/>
                  </a:cubicBezTo>
                  <a:cubicBezTo>
                    <a:pt x="4840" y="5917"/>
                    <a:pt x="4932" y="5530"/>
                    <a:pt x="5003" y="5109"/>
                  </a:cubicBezTo>
                  <a:close/>
                  <a:moveTo>
                    <a:pt x="4183" y="5109"/>
                  </a:moveTo>
                  <a:cubicBezTo>
                    <a:pt x="4150" y="5320"/>
                    <a:pt x="4102" y="5508"/>
                    <a:pt x="4043" y="5681"/>
                  </a:cubicBezTo>
                  <a:cubicBezTo>
                    <a:pt x="3880" y="6243"/>
                    <a:pt x="3693" y="6430"/>
                    <a:pt x="3634" y="6453"/>
                  </a:cubicBezTo>
                  <a:cubicBezTo>
                    <a:pt x="3578" y="6430"/>
                    <a:pt x="3401" y="6243"/>
                    <a:pt x="3227" y="5681"/>
                  </a:cubicBezTo>
                  <a:cubicBezTo>
                    <a:pt x="3168" y="5508"/>
                    <a:pt x="3120" y="5320"/>
                    <a:pt x="3087" y="5109"/>
                  </a:cubicBezTo>
                  <a:close/>
                  <a:moveTo>
                    <a:pt x="3634" y="1"/>
                  </a:moveTo>
                  <a:cubicBezTo>
                    <a:pt x="1625" y="1"/>
                    <a:pt x="1" y="1625"/>
                    <a:pt x="1" y="3636"/>
                  </a:cubicBezTo>
                  <a:cubicBezTo>
                    <a:pt x="1" y="5648"/>
                    <a:pt x="1625" y="7272"/>
                    <a:pt x="3634" y="7272"/>
                  </a:cubicBezTo>
                  <a:cubicBezTo>
                    <a:pt x="5645" y="7272"/>
                    <a:pt x="7269" y="5648"/>
                    <a:pt x="7269" y="3636"/>
                  </a:cubicBezTo>
                  <a:cubicBezTo>
                    <a:pt x="7269" y="1625"/>
                    <a:pt x="5645" y="1"/>
                    <a:pt x="36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25" name="Google Shape;1425;p48"/>
            <p:cNvSpPr/>
            <p:nvPr/>
          </p:nvSpPr>
          <p:spPr>
            <a:xfrm>
              <a:off x="7036288" y="2118050"/>
              <a:ext cx="345150" cy="345075"/>
            </a:xfrm>
            <a:custGeom>
              <a:rect l="l" t="t" r="r" b="b"/>
              <a:pathLst>
                <a:path w="13805" h="13803" extrusionOk="0">
                  <a:moveTo>
                    <a:pt x="7597" y="806"/>
                  </a:moveTo>
                  <a:lnTo>
                    <a:pt x="7667" y="1670"/>
                  </a:lnTo>
                  <a:cubicBezTo>
                    <a:pt x="7692" y="1847"/>
                    <a:pt x="7807" y="1987"/>
                    <a:pt x="7984" y="2035"/>
                  </a:cubicBezTo>
                  <a:cubicBezTo>
                    <a:pt x="8545" y="2150"/>
                    <a:pt x="9084" y="2371"/>
                    <a:pt x="9575" y="2688"/>
                  </a:cubicBezTo>
                  <a:cubicBezTo>
                    <a:pt x="9637" y="2729"/>
                    <a:pt x="9710" y="2750"/>
                    <a:pt x="9784" y="2750"/>
                  </a:cubicBezTo>
                  <a:cubicBezTo>
                    <a:pt x="9876" y="2750"/>
                    <a:pt x="9969" y="2717"/>
                    <a:pt x="10040" y="2652"/>
                  </a:cubicBezTo>
                  <a:lnTo>
                    <a:pt x="10708" y="2091"/>
                  </a:lnTo>
                  <a:lnTo>
                    <a:pt x="11701" y="3087"/>
                  </a:lnTo>
                  <a:lnTo>
                    <a:pt x="11140" y="3751"/>
                  </a:lnTo>
                  <a:cubicBezTo>
                    <a:pt x="11033" y="3880"/>
                    <a:pt x="11011" y="4080"/>
                    <a:pt x="11118" y="4231"/>
                  </a:cubicBezTo>
                  <a:cubicBezTo>
                    <a:pt x="11421" y="4711"/>
                    <a:pt x="11642" y="5247"/>
                    <a:pt x="11771" y="5808"/>
                  </a:cubicBezTo>
                  <a:cubicBezTo>
                    <a:pt x="11805" y="5984"/>
                    <a:pt x="11945" y="6113"/>
                    <a:pt x="12133" y="6125"/>
                  </a:cubicBezTo>
                  <a:lnTo>
                    <a:pt x="12986" y="6195"/>
                  </a:lnTo>
                  <a:lnTo>
                    <a:pt x="12986" y="7609"/>
                  </a:lnTo>
                  <a:lnTo>
                    <a:pt x="12133" y="7679"/>
                  </a:lnTo>
                  <a:cubicBezTo>
                    <a:pt x="11945" y="7690"/>
                    <a:pt x="11805" y="7819"/>
                    <a:pt x="11760" y="7996"/>
                  </a:cubicBezTo>
                  <a:cubicBezTo>
                    <a:pt x="11642" y="8557"/>
                    <a:pt x="11421" y="9082"/>
                    <a:pt x="11118" y="9572"/>
                  </a:cubicBezTo>
                  <a:cubicBezTo>
                    <a:pt x="11011" y="9713"/>
                    <a:pt x="11033" y="9912"/>
                    <a:pt x="11140" y="10052"/>
                  </a:cubicBezTo>
                  <a:lnTo>
                    <a:pt x="11701" y="10706"/>
                  </a:lnTo>
                  <a:lnTo>
                    <a:pt x="10708" y="11699"/>
                  </a:lnTo>
                  <a:lnTo>
                    <a:pt x="10040" y="11138"/>
                  </a:lnTo>
                  <a:cubicBezTo>
                    <a:pt x="9970" y="11081"/>
                    <a:pt x="9880" y="11052"/>
                    <a:pt x="9791" y="11052"/>
                  </a:cubicBezTo>
                  <a:cubicBezTo>
                    <a:pt x="9715" y="11052"/>
                    <a:pt x="9639" y="11073"/>
                    <a:pt x="9575" y="11115"/>
                  </a:cubicBezTo>
                  <a:cubicBezTo>
                    <a:pt x="9084" y="11418"/>
                    <a:pt x="8545" y="11643"/>
                    <a:pt x="7984" y="11769"/>
                  </a:cubicBezTo>
                  <a:cubicBezTo>
                    <a:pt x="7821" y="11805"/>
                    <a:pt x="7692" y="11946"/>
                    <a:pt x="7667" y="12134"/>
                  </a:cubicBezTo>
                  <a:lnTo>
                    <a:pt x="7597" y="12987"/>
                  </a:lnTo>
                  <a:lnTo>
                    <a:pt x="6194" y="12987"/>
                  </a:lnTo>
                  <a:lnTo>
                    <a:pt x="6124" y="12134"/>
                  </a:lnTo>
                  <a:cubicBezTo>
                    <a:pt x="6102" y="11946"/>
                    <a:pt x="5973" y="11805"/>
                    <a:pt x="5799" y="11769"/>
                  </a:cubicBezTo>
                  <a:cubicBezTo>
                    <a:pt x="5249" y="11643"/>
                    <a:pt x="4710" y="11418"/>
                    <a:pt x="4231" y="11115"/>
                  </a:cubicBezTo>
                  <a:cubicBezTo>
                    <a:pt x="4161" y="11073"/>
                    <a:pt x="4082" y="11052"/>
                    <a:pt x="4004" y="11052"/>
                  </a:cubicBezTo>
                  <a:cubicBezTo>
                    <a:pt x="3912" y="11052"/>
                    <a:pt x="3822" y="11081"/>
                    <a:pt x="3754" y="11138"/>
                  </a:cubicBezTo>
                  <a:lnTo>
                    <a:pt x="3086" y="11699"/>
                  </a:lnTo>
                  <a:lnTo>
                    <a:pt x="2093" y="10706"/>
                  </a:lnTo>
                  <a:lnTo>
                    <a:pt x="2654" y="10052"/>
                  </a:lnTo>
                  <a:cubicBezTo>
                    <a:pt x="2772" y="9912"/>
                    <a:pt x="2783" y="9713"/>
                    <a:pt x="2688" y="9572"/>
                  </a:cubicBezTo>
                  <a:cubicBezTo>
                    <a:pt x="2373" y="9082"/>
                    <a:pt x="2152" y="8557"/>
                    <a:pt x="2034" y="7996"/>
                  </a:cubicBezTo>
                  <a:cubicBezTo>
                    <a:pt x="1986" y="7819"/>
                    <a:pt x="1846" y="7690"/>
                    <a:pt x="1672" y="7679"/>
                  </a:cubicBezTo>
                  <a:lnTo>
                    <a:pt x="808" y="7609"/>
                  </a:lnTo>
                  <a:lnTo>
                    <a:pt x="808" y="6195"/>
                  </a:lnTo>
                  <a:lnTo>
                    <a:pt x="1672" y="6125"/>
                  </a:lnTo>
                  <a:cubicBezTo>
                    <a:pt x="1846" y="6113"/>
                    <a:pt x="1986" y="5984"/>
                    <a:pt x="2034" y="5808"/>
                  </a:cubicBezTo>
                  <a:cubicBezTo>
                    <a:pt x="2152" y="5247"/>
                    <a:pt x="2373" y="4711"/>
                    <a:pt x="2688" y="4220"/>
                  </a:cubicBezTo>
                  <a:cubicBezTo>
                    <a:pt x="2783" y="4080"/>
                    <a:pt x="2772" y="3880"/>
                    <a:pt x="2654" y="3751"/>
                  </a:cubicBezTo>
                  <a:lnTo>
                    <a:pt x="2093" y="3087"/>
                  </a:lnTo>
                  <a:lnTo>
                    <a:pt x="3086" y="2091"/>
                  </a:lnTo>
                  <a:lnTo>
                    <a:pt x="3754" y="2652"/>
                  </a:lnTo>
                  <a:cubicBezTo>
                    <a:pt x="3824" y="2717"/>
                    <a:pt x="3917" y="2750"/>
                    <a:pt x="4012" y="2750"/>
                  </a:cubicBezTo>
                  <a:cubicBezTo>
                    <a:pt x="4087" y="2750"/>
                    <a:pt x="4163" y="2729"/>
                    <a:pt x="4231" y="2688"/>
                  </a:cubicBezTo>
                  <a:cubicBezTo>
                    <a:pt x="4710" y="2371"/>
                    <a:pt x="5249" y="2161"/>
                    <a:pt x="5799" y="2035"/>
                  </a:cubicBezTo>
                  <a:cubicBezTo>
                    <a:pt x="5973" y="1987"/>
                    <a:pt x="6102" y="1847"/>
                    <a:pt x="6124" y="1670"/>
                  </a:cubicBezTo>
                  <a:lnTo>
                    <a:pt x="6194" y="806"/>
                  </a:lnTo>
                  <a:close/>
                  <a:moveTo>
                    <a:pt x="5821" y="1"/>
                  </a:moveTo>
                  <a:cubicBezTo>
                    <a:pt x="5611" y="1"/>
                    <a:pt x="5437" y="163"/>
                    <a:pt x="5412" y="363"/>
                  </a:cubicBezTo>
                  <a:lnTo>
                    <a:pt x="5341" y="1308"/>
                  </a:lnTo>
                  <a:cubicBezTo>
                    <a:pt x="4887" y="1437"/>
                    <a:pt x="4455" y="1614"/>
                    <a:pt x="4057" y="1847"/>
                  </a:cubicBezTo>
                  <a:lnTo>
                    <a:pt x="3333" y="1227"/>
                  </a:lnTo>
                  <a:cubicBezTo>
                    <a:pt x="3255" y="1166"/>
                    <a:pt x="3163" y="1136"/>
                    <a:pt x="3071" y="1136"/>
                  </a:cubicBezTo>
                  <a:cubicBezTo>
                    <a:pt x="2967" y="1136"/>
                    <a:pt x="2863" y="1175"/>
                    <a:pt x="2783" y="1249"/>
                  </a:cubicBezTo>
                  <a:lnTo>
                    <a:pt x="1251" y="2781"/>
                  </a:lnTo>
                  <a:cubicBezTo>
                    <a:pt x="1111" y="2932"/>
                    <a:pt x="1100" y="3168"/>
                    <a:pt x="1229" y="3331"/>
                  </a:cubicBezTo>
                  <a:lnTo>
                    <a:pt x="1846" y="4054"/>
                  </a:lnTo>
                  <a:cubicBezTo>
                    <a:pt x="1613" y="4453"/>
                    <a:pt x="1439" y="4885"/>
                    <a:pt x="1310" y="5342"/>
                  </a:cubicBezTo>
                  <a:lnTo>
                    <a:pt x="362" y="5412"/>
                  </a:lnTo>
                  <a:cubicBezTo>
                    <a:pt x="152" y="5435"/>
                    <a:pt x="0" y="5611"/>
                    <a:pt x="0" y="5822"/>
                  </a:cubicBezTo>
                  <a:lnTo>
                    <a:pt x="0" y="7971"/>
                  </a:lnTo>
                  <a:cubicBezTo>
                    <a:pt x="0" y="8181"/>
                    <a:pt x="152" y="8358"/>
                    <a:pt x="362" y="8380"/>
                  </a:cubicBezTo>
                  <a:lnTo>
                    <a:pt x="1310" y="8462"/>
                  </a:lnTo>
                  <a:cubicBezTo>
                    <a:pt x="1439" y="8908"/>
                    <a:pt x="1613" y="9340"/>
                    <a:pt x="1846" y="9749"/>
                  </a:cubicBezTo>
                  <a:lnTo>
                    <a:pt x="1229" y="10473"/>
                  </a:lnTo>
                  <a:cubicBezTo>
                    <a:pt x="1100" y="10624"/>
                    <a:pt x="1111" y="10871"/>
                    <a:pt x="1251" y="11012"/>
                  </a:cubicBezTo>
                  <a:lnTo>
                    <a:pt x="2783" y="12540"/>
                  </a:lnTo>
                  <a:cubicBezTo>
                    <a:pt x="2863" y="12622"/>
                    <a:pt x="2967" y="12664"/>
                    <a:pt x="3071" y="12664"/>
                  </a:cubicBezTo>
                  <a:cubicBezTo>
                    <a:pt x="3163" y="12664"/>
                    <a:pt x="3255" y="12632"/>
                    <a:pt x="3333" y="12566"/>
                  </a:cubicBezTo>
                  <a:lnTo>
                    <a:pt x="4057" y="11946"/>
                  </a:lnTo>
                  <a:cubicBezTo>
                    <a:pt x="4455" y="12179"/>
                    <a:pt x="4887" y="12355"/>
                    <a:pt x="5341" y="12484"/>
                  </a:cubicBezTo>
                  <a:lnTo>
                    <a:pt x="5412" y="13430"/>
                  </a:lnTo>
                  <a:cubicBezTo>
                    <a:pt x="5437" y="13640"/>
                    <a:pt x="5611" y="13803"/>
                    <a:pt x="5821" y="13803"/>
                  </a:cubicBezTo>
                  <a:lnTo>
                    <a:pt x="7973" y="13803"/>
                  </a:lnTo>
                  <a:cubicBezTo>
                    <a:pt x="8183" y="13803"/>
                    <a:pt x="8357" y="13640"/>
                    <a:pt x="8382" y="13430"/>
                  </a:cubicBezTo>
                  <a:lnTo>
                    <a:pt x="8453" y="12484"/>
                  </a:lnTo>
                  <a:cubicBezTo>
                    <a:pt x="8907" y="12355"/>
                    <a:pt x="9339" y="12179"/>
                    <a:pt x="9749" y="11946"/>
                  </a:cubicBezTo>
                  <a:lnTo>
                    <a:pt x="10472" y="12566"/>
                  </a:lnTo>
                  <a:cubicBezTo>
                    <a:pt x="10545" y="12632"/>
                    <a:pt x="10637" y="12664"/>
                    <a:pt x="10729" y="12664"/>
                  </a:cubicBezTo>
                  <a:cubicBezTo>
                    <a:pt x="10833" y="12664"/>
                    <a:pt x="10937" y="12622"/>
                    <a:pt x="11011" y="12540"/>
                  </a:cubicBezTo>
                  <a:lnTo>
                    <a:pt x="12543" y="11012"/>
                  </a:lnTo>
                  <a:cubicBezTo>
                    <a:pt x="12694" y="10871"/>
                    <a:pt x="12694" y="10624"/>
                    <a:pt x="12565" y="10473"/>
                  </a:cubicBezTo>
                  <a:lnTo>
                    <a:pt x="11945" y="9749"/>
                  </a:lnTo>
                  <a:cubicBezTo>
                    <a:pt x="12181" y="9340"/>
                    <a:pt x="12355" y="8908"/>
                    <a:pt x="12484" y="8462"/>
                  </a:cubicBezTo>
                  <a:lnTo>
                    <a:pt x="13432" y="8380"/>
                  </a:lnTo>
                  <a:cubicBezTo>
                    <a:pt x="13642" y="8358"/>
                    <a:pt x="13805" y="8181"/>
                    <a:pt x="13805" y="7971"/>
                  </a:cubicBezTo>
                  <a:lnTo>
                    <a:pt x="13805" y="5822"/>
                  </a:lnTo>
                  <a:cubicBezTo>
                    <a:pt x="13805" y="5611"/>
                    <a:pt x="13642" y="5435"/>
                    <a:pt x="13432" y="5412"/>
                  </a:cubicBezTo>
                  <a:lnTo>
                    <a:pt x="12484" y="5342"/>
                  </a:lnTo>
                  <a:cubicBezTo>
                    <a:pt x="12355" y="4885"/>
                    <a:pt x="12181" y="4453"/>
                    <a:pt x="11945" y="4054"/>
                  </a:cubicBezTo>
                  <a:lnTo>
                    <a:pt x="12565" y="3331"/>
                  </a:lnTo>
                  <a:cubicBezTo>
                    <a:pt x="12694" y="3168"/>
                    <a:pt x="12694" y="2932"/>
                    <a:pt x="12543" y="2781"/>
                  </a:cubicBezTo>
                  <a:lnTo>
                    <a:pt x="11011" y="1249"/>
                  </a:lnTo>
                  <a:cubicBezTo>
                    <a:pt x="10937" y="1175"/>
                    <a:pt x="10833" y="1136"/>
                    <a:pt x="10729" y="1136"/>
                  </a:cubicBezTo>
                  <a:cubicBezTo>
                    <a:pt x="10637" y="1136"/>
                    <a:pt x="10545" y="1166"/>
                    <a:pt x="10472" y="1227"/>
                  </a:cubicBezTo>
                  <a:lnTo>
                    <a:pt x="9749" y="1847"/>
                  </a:lnTo>
                  <a:cubicBezTo>
                    <a:pt x="9339" y="1614"/>
                    <a:pt x="8907" y="1437"/>
                    <a:pt x="8453" y="1308"/>
                  </a:cubicBezTo>
                  <a:lnTo>
                    <a:pt x="8382" y="363"/>
                  </a:lnTo>
                  <a:cubicBezTo>
                    <a:pt x="8357" y="163"/>
                    <a:pt x="8183" y="1"/>
                    <a:pt x="79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426" name="Google Shape;1426;p48"/>
          <p:cNvGrpSpPr/>
          <p:nvPr/>
        </p:nvGrpSpPr>
        <p:grpSpPr>
          <a:xfrm>
            <a:off x="7791100" y="1965475"/>
            <a:ext cx="346000" cy="345250"/>
            <a:chOff x="7773588" y="2117875"/>
            <a:chExt cx="346000" cy="345250"/>
          </a:xfrm>
        </p:grpSpPr>
        <p:sp>
          <p:nvSpPr>
            <p:cNvPr id="1427" name="Google Shape;1427;p48"/>
            <p:cNvSpPr/>
            <p:nvPr/>
          </p:nvSpPr>
          <p:spPr>
            <a:xfrm>
              <a:off x="7936288" y="2232300"/>
              <a:ext cx="20500" cy="40625"/>
            </a:xfrm>
            <a:custGeom>
              <a:rect l="l" t="t" r="r" b="b"/>
              <a:pathLst>
                <a:path w="820" h="1625" extrusionOk="0">
                  <a:moveTo>
                    <a:pt x="410" y="1"/>
                  </a:moveTo>
                  <a:cubicBezTo>
                    <a:pt x="189" y="1"/>
                    <a:pt x="1" y="186"/>
                    <a:pt x="1" y="410"/>
                  </a:cubicBezTo>
                  <a:lnTo>
                    <a:pt x="1" y="1215"/>
                  </a:lnTo>
                  <a:cubicBezTo>
                    <a:pt x="1" y="1437"/>
                    <a:pt x="189" y="1625"/>
                    <a:pt x="410" y="1625"/>
                  </a:cubicBezTo>
                  <a:cubicBezTo>
                    <a:pt x="632" y="1625"/>
                    <a:pt x="820" y="1437"/>
                    <a:pt x="820" y="1215"/>
                  </a:cubicBezTo>
                  <a:lnTo>
                    <a:pt x="820" y="410"/>
                  </a:lnTo>
                  <a:cubicBezTo>
                    <a:pt x="820" y="186"/>
                    <a:pt x="632" y="1"/>
                    <a:pt x="4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28" name="Google Shape;1428;p48"/>
            <p:cNvSpPr/>
            <p:nvPr/>
          </p:nvSpPr>
          <p:spPr>
            <a:xfrm>
              <a:off x="7773588" y="2117875"/>
              <a:ext cx="346000" cy="345250"/>
            </a:xfrm>
            <a:custGeom>
              <a:rect l="l" t="t" r="r" b="b"/>
              <a:pathLst>
                <a:path w="13840" h="13810" extrusionOk="0">
                  <a:moveTo>
                    <a:pt x="6918" y="872"/>
                  </a:moveTo>
                  <a:cubicBezTo>
                    <a:pt x="7491" y="1256"/>
                    <a:pt x="7937" y="1817"/>
                    <a:pt x="8181" y="2448"/>
                  </a:cubicBezTo>
                  <a:cubicBezTo>
                    <a:pt x="7785" y="2614"/>
                    <a:pt x="7350" y="2695"/>
                    <a:pt x="6918" y="2695"/>
                  </a:cubicBezTo>
                  <a:cubicBezTo>
                    <a:pt x="6475" y="2695"/>
                    <a:pt x="6054" y="2614"/>
                    <a:pt x="5656" y="2448"/>
                  </a:cubicBezTo>
                  <a:cubicBezTo>
                    <a:pt x="5903" y="1817"/>
                    <a:pt x="6346" y="1256"/>
                    <a:pt x="6918" y="872"/>
                  </a:cubicBezTo>
                  <a:close/>
                  <a:moveTo>
                    <a:pt x="8380" y="3256"/>
                  </a:moveTo>
                  <a:cubicBezTo>
                    <a:pt x="8391" y="3385"/>
                    <a:pt x="8402" y="3526"/>
                    <a:pt x="8402" y="3666"/>
                  </a:cubicBezTo>
                  <a:lnTo>
                    <a:pt x="8402" y="7288"/>
                  </a:lnTo>
                  <a:lnTo>
                    <a:pt x="5434" y="7288"/>
                  </a:lnTo>
                  <a:lnTo>
                    <a:pt x="5434" y="3666"/>
                  </a:lnTo>
                  <a:cubicBezTo>
                    <a:pt x="5434" y="3526"/>
                    <a:pt x="5446" y="3385"/>
                    <a:pt x="5457" y="3256"/>
                  </a:cubicBezTo>
                  <a:cubicBezTo>
                    <a:pt x="5914" y="3419"/>
                    <a:pt x="6416" y="3514"/>
                    <a:pt x="6918" y="3514"/>
                  </a:cubicBezTo>
                  <a:cubicBezTo>
                    <a:pt x="7421" y="3514"/>
                    <a:pt x="7912" y="3419"/>
                    <a:pt x="8380" y="3256"/>
                  </a:cubicBezTo>
                  <a:close/>
                  <a:moveTo>
                    <a:pt x="4629" y="6084"/>
                  </a:moveTo>
                  <a:lnTo>
                    <a:pt x="4629" y="7394"/>
                  </a:lnTo>
                  <a:lnTo>
                    <a:pt x="3821" y="7663"/>
                  </a:lnTo>
                  <a:lnTo>
                    <a:pt x="3821" y="6844"/>
                  </a:lnTo>
                  <a:cubicBezTo>
                    <a:pt x="3821" y="6553"/>
                    <a:pt x="4009" y="6294"/>
                    <a:pt x="4279" y="6202"/>
                  </a:cubicBezTo>
                  <a:lnTo>
                    <a:pt x="4629" y="6084"/>
                  </a:lnTo>
                  <a:close/>
                  <a:moveTo>
                    <a:pt x="9210" y="6084"/>
                  </a:moveTo>
                  <a:lnTo>
                    <a:pt x="9561" y="6202"/>
                  </a:lnTo>
                  <a:cubicBezTo>
                    <a:pt x="9830" y="6294"/>
                    <a:pt x="10015" y="6553"/>
                    <a:pt x="10015" y="6844"/>
                  </a:cubicBezTo>
                  <a:lnTo>
                    <a:pt x="10015" y="7663"/>
                  </a:lnTo>
                  <a:lnTo>
                    <a:pt x="9210" y="7394"/>
                  </a:lnTo>
                  <a:lnTo>
                    <a:pt x="9210" y="6084"/>
                  </a:lnTo>
                  <a:close/>
                  <a:moveTo>
                    <a:pt x="7867" y="8095"/>
                  </a:moveTo>
                  <a:lnTo>
                    <a:pt x="7867" y="8901"/>
                  </a:lnTo>
                  <a:lnTo>
                    <a:pt x="5973" y="8901"/>
                  </a:lnTo>
                  <a:lnTo>
                    <a:pt x="5973" y="8095"/>
                  </a:lnTo>
                  <a:close/>
                  <a:moveTo>
                    <a:pt x="7328" y="9720"/>
                  </a:moveTo>
                  <a:lnTo>
                    <a:pt x="7328" y="11790"/>
                  </a:lnTo>
                  <a:cubicBezTo>
                    <a:pt x="7328" y="11986"/>
                    <a:pt x="7457" y="12152"/>
                    <a:pt x="7656" y="12186"/>
                  </a:cubicBezTo>
                  <a:cubicBezTo>
                    <a:pt x="7681" y="12190"/>
                    <a:pt x="7705" y="12193"/>
                    <a:pt x="7729" y="12193"/>
                  </a:cubicBezTo>
                  <a:cubicBezTo>
                    <a:pt x="7889" y="12193"/>
                    <a:pt x="8039" y="12092"/>
                    <a:pt x="8099" y="11942"/>
                  </a:cubicBezTo>
                  <a:cubicBezTo>
                    <a:pt x="8262" y="11532"/>
                    <a:pt x="8661" y="11263"/>
                    <a:pt x="9104" y="11263"/>
                  </a:cubicBezTo>
                  <a:cubicBezTo>
                    <a:pt x="9410" y="11263"/>
                    <a:pt x="9701" y="11403"/>
                    <a:pt x="9912" y="11636"/>
                  </a:cubicBezTo>
                  <a:cubicBezTo>
                    <a:pt x="9984" y="11728"/>
                    <a:pt x="10092" y="11777"/>
                    <a:pt x="10209" y="11777"/>
                  </a:cubicBezTo>
                  <a:cubicBezTo>
                    <a:pt x="10242" y="11777"/>
                    <a:pt x="10276" y="11773"/>
                    <a:pt x="10310" y="11765"/>
                  </a:cubicBezTo>
                  <a:cubicBezTo>
                    <a:pt x="10450" y="11731"/>
                    <a:pt x="10565" y="11625"/>
                    <a:pt x="10602" y="11473"/>
                  </a:cubicBezTo>
                  <a:cubicBezTo>
                    <a:pt x="10753" y="10948"/>
                    <a:pt x="11233" y="10573"/>
                    <a:pt x="11769" y="10573"/>
                  </a:cubicBezTo>
                  <a:cubicBezTo>
                    <a:pt x="12459" y="10573"/>
                    <a:pt x="13020" y="11159"/>
                    <a:pt x="12986" y="11860"/>
                  </a:cubicBezTo>
                  <a:cubicBezTo>
                    <a:pt x="12950" y="12491"/>
                    <a:pt x="12378" y="13005"/>
                    <a:pt x="11746" y="13005"/>
                  </a:cubicBezTo>
                  <a:lnTo>
                    <a:pt x="2079" y="13005"/>
                  </a:lnTo>
                  <a:cubicBezTo>
                    <a:pt x="1448" y="13005"/>
                    <a:pt x="887" y="12491"/>
                    <a:pt x="853" y="11860"/>
                  </a:cubicBezTo>
                  <a:cubicBezTo>
                    <a:pt x="817" y="11159"/>
                    <a:pt x="1378" y="10573"/>
                    <a:pt x="2068" y="10573"/>
                  </a:cubicBezTo>
                  <a:cubicBezTo>
                    <a:pt x="2607" y="10573"/>
                    <a:pt x="3086" y="10948"/>
                    <a:pt x="3227" y="11473"/>
                  </a:cubicBezTo>
                  <a:cubicBezTo>
                    <a:pt x="3272" y="11625"/>
                    <a:pt x="3389" y="11731"/>
                    <a:pt x="3530" y="11765"/>
                  </a:cubicBezTo>
                  <a:cubicBezTo>
                    <a:pt x="3563" y="11773"/>
                    <a:pt x="3596" y="11777"/>
                    <a:pt x="3629" y="11777"/>
                  </a:cubicBezTo>
                  <a:cubicBezTo>
                    <a:pt x="3745" y="11777"/>
                    <a:pt x="3854" y="11728"/>
                    <a:pt x="3928" y="11636"/>
                  </a:cubicBezTo>
                  <a:cubicBezTo>
                    <a:pt x="4138" y="11403"/>
                    <a:pt x="4430" y="11263"/>
                    <a:pt x="4733" y="11263"/>
                  </a:cubicBezTo>
                  <a:cubicBezTo>
                    <a:pt x="5176" y="11263"/>
                    <a:pt x="5575" y="11532"/>
                    <a:pt x="5737" y="11942"/>
                  </a:cubicBezTo>
                  <a:cubicBezTo>
                    <a:pt x="5798" y="12092"/>
                    <a:pt x="5948" y="12193"/>
                    <a:pt x="6109" y="12193"/>
                  </a:cubicBezTo>
                  <a:cubicBezTo>
                    <a:pt x="6134" y="12193"/>
                    <a:pt x="6159" y="12190"/>
                    <a:pt x="6183" y="12186"/>
                  </a:cubicBezTo>
                  <a:cubicBezTo>
                    <a:pt x="6383" y="12152"/>
                    <a:pt x="6509" y="11986"/>
                    <a:pt x="6509" y="11790"/>
                  </a:cubicBezTo>
                  <a:lnTo>
                    <a:pt x="6509" y="9720"/>
                  </a:lnTo>
                  <a:close/>
                  <a:moveTo>
                    <a:pt x="6914" y="0"/>
                  </a:moveTo>
                  <a:cubicBezTo>
                    <a:pt x="6845" y="0"/>
                    <a:pt x="6778" y="18"/>
                    <a:pt x="6719" y="53"/>
                  </a:cubicBezTo>
                  <a:cubicBezTo>
                    <a:pt x="5423" y="790"/>
                    <a:pt x="4629" y="2168"/>
                    <a:pt x="4629" y="3655"/>
                  </a:cubicBezTo>
                  <a:lnTo>
                    <a:pt x="4629" y="5231"/>
                  </a:lnTo>
                  <a:lnTo>
                    <a:pt x="4021" y="5430"/>
                  </a:lnTo>
                  <a:cubicBezTo>
                    <a:pt x="3412" y="5641"/>
                    <a:pt x="3002" y="6202"/>
                    <a:pt x="3002" y="6844"/>
                  </a:cubicBezTo>
                  <a:lnTo>
                    <a:pt x="3002" y="8236"/>
                  </a:lnTo>
                  <a:cubicBezTo>
                    <a:pt x="3002" y="8462"/>
                    <a:pt x="3201" y="8640"/>
                    <a:pt x="3418" y="8640"/>
                  </a:cubicBezTo>
                  <a:cubicBezTo>
                    <a:pt x="3459" y="8640"/>
                    <a:pt x="3500" y="8633"/>
                    <a:pt x="3541" y="8620"/>
                  </a:cubicBezTo>
                  <a:lnTo>
                    <a:pt x="5095" y="8095"/>
                  </a:lnTo>
                  <a:lnTo>
                    <a:pt x="5165" y="8095"/>
                  </a:lnTo>
                  <a:lnTo>
                    <a:pt x="5165" y="9310"/>
                  </a:lnTo>
                  <a:cubicBezTo>
                    <a:pt x="5165" y="9532"/>
                    <a:pt x="5342" y="9720"/>
                    <a:pt x="5575" y="9720"/>
                  </a:cubicBezTo>
                  <a:lnTo>
                    <a:pt x="5704" y="9720"/>
                  </a:lnTo>
                  <a:lnTo>
                    <a:pt x="5704" y="10713"/>
                  </a:lnTo>
                  <a:cubicBezTo>
                    <a:pt x="5423" y="10550"/>
                    <a:pt x="5084" y="10458"/>
                    <a:pt x="4733" y="10458"/>
                  </a:cubicBezTo>
                  <a:cubicBezTo>
                    <a:pt x="4394" y="10458"/>
                    <a:pt x="4068" y="10550"/>
                    <a:pt x="3774" y="10724"/>
                  </a:cubicBezTo>
                  <a:cubicBezTo>
                    <a:pt x="3412" y="10141"/>
                    <a:pt x="2769" y="9767"/>
                    <a:pt x="2068" y="9767"/>
                  </a:cubicBezTo>
                  <a:cubicBezTo>
                    <a:pt x="923" y="9767"/>
                    <a:pt x="0" y="10713"/>
                    <a:pt x="45" y="11871"/>
                  </a:cubicBezTo>
                  <a:cubicBezTo>
                    <a:pt x="82" y="12957"/>
                    <a:pt x="994" y="13810"/>
                    <a:pt x="2090" y="13810"/>
                  </a:cubicBezTo>
                  <a:lnTo>
                    <a:pt x="11746" y="13810"/>
                  </a:lnTo>
                  <a:cubicBezTo>
                    <a:pt x="12835" y="13810"/>
                    <a:pt x="13758" y="12957"/>
                    <a:pt x="13791" y="11871"/>
                  </a:cubicBezTo>
                  <a:cubicBezTo>
                    <a:pt x="13839" y="10713"/>
                    <a:pt x="12916" y="9767"/>
                    <a:pt x="11769" y="9767"/>
                  </a:cubicBezTo>
                  <a:cubicBezTo>
                    <a:pt x="11067" y="9767"/>
                    <a:pt x="10425" y="10141"/>
                    <a:pt x="10063" y="10724"/>
                  </a:cubicBezTo>
                  <a:cubicBezTo>
                    <a:pt x="9771" y="10550"/>
                    <a:pt x="9443" y="10458"/>
                    <a:pt x="9104" y="10458"/>
                  </a:cubicBezTo>
                  <a:cubicBezTo>
                    <a:pt x="8753" y="10458"/>
                    <a:pt x="8416" y="10550"/>
                    <a:pt x="8136" y="10713"/>
                  </a:cubicBezTo>
                  <a:lnTo>
                    <a:pt x="8136" y="9720"/>
                  </a:lnTo>
                  <a:lnTo>
                    <a:pt x="8262" y="9720"/>
                  </a:lnTo>
                  <a:cubicBezTo>
                    <a:pt x="8487" y="9720"/>
                    <a:pt x="8672" y="9532"/>
                    <a:pt x="8672" y="9310"/>
                  </a:cubicBezTo>
                  <a:lnTo>
                    <a:pt x="8672" y="8095"/>
                  </a:lnTo>
                  <a:lnTo>
                    <a:pt x="8742" y="8095"/>
                  </a:lnTo>
                  <a:lnTo>
                    <a:pt x="10296" y="8620"/>
                  </a:lnTo>
                  <a:cubicBezTo>
                    <a:pt x="10337" y="8633"/>
                    <a:pt x="10378" y="8640"/>
                    <a:pt x="10418" y="8640"/>
                  </a:cubicBezTo>
                  <a:cubicBezTo>
                    <a:pt x="10632" y="8640"/>
                    <a:pt x="10823" y="8462"/>
                    <a:pt x="10823" y="8236"/>
                  </a:cubicBezTo>
                  <a:lnTo>
                    <a:pt x="10823" y="6855"/>
                  </a:lnTo>
                  <a:cubicBezTo>
                    <a:pt x="10823" y="6213"/>
                    <a:pt x="10414" y="5652"/>
                    <a:pt x="9819" y="5442"/>
                  </a:cubicBezTo>
                  <a:lnTo>
                    <a:pt x="9210" y="5242"/>
                  </a:lnTo>
                  <a:lnTo>
                    <a:pt x="9210" y="3655"/>
                  </a:lnTo>
                  <a:cubicBezTo>
                    <a:pt x="9210" y="2168"/>
                    <a:pt x="8402" y="790"/>
                    <a:pt x="7118" y="53"/>
                  </a:cubicBezTo>
                  <a:cubicBezTo>
                    <a:pt x="7053" y="18"/>
                    <a:pt x="6983" y="0"/>
                    <a:pt x="69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429" name="Google Shape;1429;p48"/>
          <p:cNvSpPr/>
          <p:nvPr/>
        </p:nvSpPr>
        <p:spPr>
          <a:xfrm>
            <a:off x="6277950" y="1965650"/>
            <a:ext cx="345150" cy="345075"/>
          </a:xfrm>
          <a:custGeom>
            <a:rect l="l" t="t" r="r" b="b"/>
            <a:pathLst>
              <a:path w="13805" h="13803" extrusionOk="0">
                <a:moveTo>
                  <a:pt x="4548" y="806"/>
                </a:moveTo>
                <a:cubicBezTo>
                  <a:pt x="4769" y="806"/>
                  <a:pt x="4946" y="983"/>
                  <a:pt x="4946" y="1204"/>
                </a:cubicBezTo>
                <a:cubicBezTo>
                  <a:pt x="4946" y="1437"/>
                  <a:pt x="4769" y="1614"/>
                  <a:pt x="4548" y="1614"/>
                </a:cubicBezTo>
                <a:cubicBezTo>
                  <a:pt x="4326" y="1614"/>
                  <a:pt x="4138" y="1437"/>
                  <a:pt x="4138" y="1204"/>
                </a:cubicBezTo>
                <a:cubicBezTo>
                  <a:pt x="4138" y="983"/>
                  <a:pt x="4326" y="806"/>
                  <a:pt x="4548" y="806"/>
                </a:cubicBezTo>
                <a:close/>
                <a:moveTo>
                  <a:pt x="9258" y="806"/>
                </a:moveTo>
                <a:cubicBezTo>
                  <a:pt x="9479" y="806"/>
                  <a:pt x="9667" y="983"/>
                  <a:pt x="9667" y="1204"/>
                </a:cubicBezTo>
                <a:cubicBezTo>
                  <a:pt x="9667" y="1437"/>
                  <a:pt x="9479" y="1614"/>
                  <a:pt x="9258" y="1614"/>
                </a:cubicBezTo>
                <a:cubicBezTo>
                  <a:pt x="9036" y="1614"/>
                  <a:pt x="8848" y="1437"/>
                  <a:pt x="8848" y="1204"/>
                </a:cubicBezTo>
                <a:cubicBezTo>
                  <a:pt x="8848" y="983"/>
                  <a:pt x="9036" y="806"/>
                  <a:pt x="9258" y="806"/>
                </a:cubicBezTo>
                <a:close/>
                <a:moveTo>
                  <a:pt x="1215" y="4139"/>
                </a:moveTo>
                <a:cubicBezTo>
                  <a:pt x="1439" y="4139"/>
                  <a:pt x="1613" y="4324"/>
                  <a:pt x="1613" y="4545"/>
                </a:cubicBezTo>
                <a:cubicBezTo>
                  <a:pt x="1613" y="4770"/>
                  <a:pt x="1439" y="4944"/>
                  <a:pt x="1215" y="4944"/>
                </a:cubicBezTo>
                <a:cubicBezTo>
                  <a:pt x="993" y="4944"/>
                  <a:pt x="808" y="4770"/>
                  <a:pt x="808" y="4545"/>
                </a:cubicBezTo>
                <a:cubicBezTo>
                  <a:pt x="808" y="4324"/>
                  <a:pt x="993" y="4139"/>
                  <a:pt x="1215" y="4139"/>
                </a:cubicBezTo>
                <a:close/>
                <a:moveTo>
                  <a:pt x="12590" y="4139"/>
                </a:moveTo>
                <a:cubicBezTo>
                  <a:pt x="12812" y="4139"/>
                  <a:pt x="12997" y="4324"/>
                  <a:pt x="12997" y="4545"/>
                </a:cubicBezTo>
                <a:cubicBezTo>
                  <a:pt x="12997" y="4770"/>
                  <a:pt x="12812" y="4944"/>
                  <a:pt x="12590" y="4944"/>
                </a:cubicBezTo>
                <a:cubicBezTo>
                  <a:pt x="12366" y="4944"/>
                  <a:pt x="12181" y="4770"/>
                  <a:pt x="12181" y="4545"/>
                </a:cubicBezTo>
                <a:cubicBezTo>
                  <a:pt x="12181" y="4324"/>
                  <a:pt x="12366" y="4139"/>
                  <a:pt x="12590" y="4139"/>
                </a:cubicBezTo>
                <a:close/>
                <a:moveTo>
                  <a:pt x="5832" y="4290"/>
                </a:moveTo>
                <a:lnTo>
                  <a:pt x="5832" y="4290"/>
                </a:lnTo>
                <a:cubicBezTo>
                  <a:pt x="5703" y="4615"/>
                  <a:pt x="5600" y="5014"/>
                  <a:pt x="5530" y="5423"/>
                </a:cubicBezTo>
                <a:lnTo>
                  <a:pt x="4489" y="5423"/>
                </a:lnTo>
                <a:cubicBezTo>
                  <a:pt x="4806" y="4921"/>
                  <a:pt x="5271" y="4523"/>
                  <a:pt x="5832" y="4290"/>
                </a:cubicBezTo>
                <a:close/>
                <a:moveTo>
                  <a:pt x="6896" y="4080"/>
                </a:moveTo>
                <a:cubicBezTo>
                  <a:pt x="6955" y="4113"/>
                  <a:pt x="7143" y="4290"/>
                  <a:pt x="7316" y="4851"/>
                </a:cubicBezTo>
                <a:cubicBezTo>
                  <a:pt x="7364" y="5025"/>
                  <a:pt x="7412" y="5224"/>
                  <a:pt x="7446" y="5423"/>
                </a:cubicBezTo>
                <a:lnTo>
                  <a:pt x="6360" y="5423"/>
                </a:lnTo>
                <a:cubicBezTo>
                  <a:pt x="6394" y="5224"/>
                  <a:pt x="6441" y="5025"/>
                  <a:pt x="6489" y="4851"/>
                </a:cubicBezTo>
                <a:cubicBezTo>
                  <a:pt x="6663" y="4290"/>
                  <a:pt x="6851" y="4113"/>
                  <a:pt x="6896" y="4080"/>
                </a:cubicBezTo>
                <a:close/>
                <a:moveTo>
                  <a:pt x="7973" y="4290"/>
                </a:moveTo>
                <a:lnTo>
                  <a:pt x="7973" y="4290"/>
                </a:lnTo>
                <a:cubicBezTo>
                  <a:pt x="8534" y="4523"/>
                  <a:pt x="9000" y="4921"/>
                  <a:pt x="9317" y="5423"/>
                </a:cubicBezTo>
                <a:lnTo>
                  <a:pt x="8265" y="5423"/>
                </a:lnTo>
                <a:cubicBezTo>
                  <a:pt x="8206" y="5014"/>
                  <a:pt x="8102" y="4615"/>
                  <a:pt x="7973" y="4290"/>
                </a:cubicBezTo>
                <a:close/>
                <a:moveTo>
                  <a:pt x="5437" y="6243"/>
                </a:moveTo>
                <a:cubicBezTo>
                  <a:pt x="5423" y="6464"/>
                  <a:pt x="5423" y="6686"/>
                  <a:pt x="5423" y="6907"/>
                </a:cubicBezTo>
                <a:cubicBezTo>
                  <a:pt x="5423" y="7129"/>
                  <a:pt x="5423" y="7365"/>
                  <a:pt x="5437" y="7586"/>
                </a:cubicBezTo>
                <a:lnTo>
                  <a:pt x="4149" y="7586"/>
                </a:lnTo>
                <a:cubicBezTo>
                  <a:pt x="4104" y="7376"/>
                  <a:pt x="4068" y="7140"/>
                  <a:pt x="4068" y="6907"/>
                </a:cubicBezTo>
                <a:cubicBezTo>
                  <a:pt x="4068" y="6675"/>
                  <a:pt x="4104" y="6453"/>
                  <a:pt x="4149" y="6243"/>
                </a:cubicBezTo>
                <a:close/>
                <a:moveTo>
                  <a:pt x="7552" y="6243"/>
                </a:moveTo>
                <a:cubicBezTo>
                  <a:pt x="7563" y="6453"/>
                  <a:pt x="7575" y="6686"/>
                  <a:pt x="7575" y="6907"/>
                </a:cubicBezTo>
                <a:cubicBezTo>
                  <a:pt x="7575" y="7140"/>
                  <a:pt x="7563" y="7365"/>
                  <a:pt x="7552" y="7586"/>
                </a:cubicBezTo>
                <a:lnTo>
                  <a:pt x="6253" y="7586"/>
                </a:lnTo>
                <a:cubicBezTo>
                  <a:pt x="6231" y="7365"/>
                  <a:pt x="6231" y="7140"/>
                  <a:pt x="6231" y="6907"/>
                </a:cubicBezTo>
                <a:cubicBezTo>
                  <a:pt x="6231" y="6686"/>
                  <a:pt x="6231" y="6453"/>
                  <a:pt x="6253" y="6243"/>
                </a:cubicBezTo>
                <a:close/>
                <a:moveTo>
                  <a:pt x="9656" y="6243"/>
                </a:moveTo>
                <a:cubicBezTo>
                  <a:pt x="9701" y="6453"/>
                  <a:pt x="9737" y="6675"/>
                  <a:pt x="9737" y="6907"/>
                </a:cubicBezTo>
                <a:cubicBezTo>
                  <a:pt x="9737" y="7140"/>
                  <a:pt x="9701" y="7376"/>
                  <a:pt x="9656" y="7586"/>
                </a:cubicBezTo>
                <a:lnTo>
                  <a:pt x="8357" y="7586"/>
                </a:lnTo>
                <a:cubicBezTo>
                  <a:pt x="8383" y="7365"/>
                  <a:pt x="8383" y="7129"/>
                  <a:pt x="8383" y="6907"/>
                </a:cubicBezTo>
                <a:cubicBezTo>
                  <a:pt x="8383" y="6686"/>
                  <a:pt x="8383" y="6464"/>
                  <a:pt x="8357" y="6243"/>
                </a:cubicBezTo>
                <a:close/>
                <a:moveTo>
                  <a:pt x="5530" y="8391"/>
                </a:moveTo>
                <a:cubicBezTo>
                  <a:pt x="5600" y="8812"/>
                  <a:pt x="5703" y="9199"/>
                  <a:pt x="5832" y="9539"/>
                </a:cubicBezTo>
                <a:cubicBezTo>
                  <a:pt x="5271" y="9303"/>
                  <a:pt x="4806" y="8908"/>
                  <a:pt x="4489" y="8391"/>
                </a:cubicBezTo>
                <a:close/>
                <a:moveTo>
                  <a:pt x="9317" y="8391"/>
                </a:moveTo>
                <a:cubicBezTo>
                  <a:pt x="9000" y="8908"/>
                  <a:pt x="8534" y="9303"/>
                  <a:pt x="7973" y="9539"/>
                </a:cubicBezTo>
                <a:cubicBezTo>
                  <a:pt x="8102" y="9199"/>
                  <a:pt x="8206" y="8812"/>
                  <a:pt x="8265" y="8391"/>
                </a:cubicBezTo>
                <a:close/>
                <a:moveTo>
                  <a:pt x="1215" y="8849"/>
                </a:moveTo>
                <a:cubicBezTo>
                  <a:pt x="1439" y="8849"/>
                  <a:pt x="1613" y="9034"/>
                  <a:pt x="1613" y="9258"/>
                </a:cubicBezTo>
                <a:cubicBezTo>
                  <a:pt x="1613" y="9480"/>
                  <a:pt x="1439" y="9654"/>
                  <a:pt x="1215" y="9654"/>
                </a:cubicBezTo>
                <a:cubicBezTo>
                  <a:pt x="993" y="9654"/>
                  <a:pt x="808" y="9480"/>
                  <a:pt x="808" y="9258"/>
                </a:cubicBezTo>
                <a:cubicBezTo>
                  <a:pt x="808" y="9034"/>
                  <a:pt x="993" y="8849"/>
                  <a:pt x="1215" y="8849"/>
                </a:cubicBezTo>
                <a:close/>
                <a:moveTo>
                  <a:pt x="12590" y="8849"/>
                </a:moveTo>
                <a:cubicBezTo>
                  <a:pt x="12812" y="8849"/>
                  <a:pt x="12997" y="9034"/>
                  <a:pt x="12997" y="9258"/>
                </a:cubicBezTo>
                <a:cubicBezTo>
                  <a:pt x="12997" y="9480"/>
                  <a:pt x="12812" y="9654"/>
                  <a:pt x="12590" y="9654"/>
                </a:cubicBezTo>
                <a:cubicBezTo>
                  <a:pt x="12366" y="9654"/>
                  <a:pt x="12181" y="9480"/>
                  <a:pt x="12181" y="9258"/>
                </a:cubicBezTo>
                <a:cubicBezTo>
                  <a:pt x="12181" y="9034"/>
                  <a:pt x="12366" y="8849"/>
                  <a:pt x="12590" y="8849"/>
                </a:cubicBezTo>
                <a:close/>
                <a:moveTo>
                  <a:pt x="7446" y="8391"/>
                </a:moveTo>
                <a:cubicBezTo>
                  <a:pt x="7412" y="8602"/>
                  <a:pt x="7364" y="8790"/>
                  <a:pt x="7316" y="8978"/>
                </a:cubicBezTo>
                <a:cubicBezTo>
                  <a:pt x="7143" y="9539"/>
                  <a:pt x="6955" y="9713"/>
                  <a:pt x="6896" y="9735"/>
                </a:cubicBezTo>
                <a:cubicBezTo>
                  <a:pt x="6851" y="9713"/>
                  <a:pt x="6663" y="9539"/>
                  <a:pt x="6489" y="8978"/>
                </a:cubicBezTo>
                <a:cubicBezTo>
                  <a:pt x="6441" y="8790"/>
                  <a:pt x="6394" y="8602"/>
                  <a:pt x="6360" y="8391"/>
                </a:cubicBezTo>
                <a:close/>
                <a:moveTo>
                  <a:pt x="4548" y="12179"/>
                </a:moveTo>
                <a:cubicBezTo>
                  <a:pt x="4769" y="12179"/>
                  <a:pt x="4946" y="12367"/>
                  <a:pt x="4946" y="12588"/>
                </a:cubicBezTo>
                <a:cubicBezTo>
                  <a:pt x="4946" y="12810"/>
                  <a:pt x="4769" y="12987"/>
                  <a:pt x="4548" y="12987"/>
                </a:cubicBezTo>
                <a:cubicBezTo>
                  <a:pt x="4326" y="12987"/>
                  <a:pt x="4138" y="12810"/>
                  <a:pt x="4138" y="12588"/>
                </a:cubicBezTo>
                <a:cubicBezTo>
                  <a:pt x="4138" y="12367"/>
                  <a:pt x="4326" y="12179"/>
                  <a:pt x="4548" y="12179"/>
                </a:cubicBezTo>
                <a:close/>
                <a:moveTo>
                  <a:pt x="9258" y="12179"/>
                </a:moveTo>
                <a:cubicBezTo>
                  <a:pt x="9479" y="12179"/>
                  <a:pt x="9667" y="12367"/>
                  <a:pt x="9667" y="12588"/>
                </a:cubicBezTo>
                <a:cubicBezTo>
                  <a:pt x="9667" y="12810"/>
                  <a:pt x="9479" y="12987"/>
                  <a:pt x="9258" y="12987"/>
                </a:cubicBezTo>
                <a:cubicBezTo>
                  <a:pt x="9036" y="12987"/>
                  <a:pt x="8848" y="12810"/>
                  <a:pt x="8848" y="12588"/>
                </a:cubicBezTo>
                <a:cubicBezTo>
                  <a:pt x="8848" y="12367"/>
                  <a:pt x="9036" y="12179"/>
                  <a:pt x="9258" y="12179"/>
                </a:cubicBezTo>
                <a:close/>
                <a:moveTo>
                  <a:pt x="4548" y="1"/>
                </a:moveTo>
                <a:cubicBezTo>
                  <a:pt x="3880" y="1"/>
                  <a:pt x="3333" y="537"/>
                  <a:pt x="3333" y="1204"/>
                </a:cubicBezTo>
                <a:cubicBezTo>
                  <a:pt x="3333" y="1880"/>
                  <a:pt x="3880" y="2419"/>
                  <a:pt x="4548" y="2419"/>
                </a:cubicBezTo>
                <a:lnTo>
                  <a:pt x="4607" y="2419"/>
                </a:lnTo>
                <a:lnTo>
                  <a:pt x="5142" y="3718"/>
                </a:lnTo>
                <a:cubicBezTo>
                  <a:pt x="4548" y="4043"/>
                  <a:pt x="4045" y="4534"/>
                  <a:pt x="3717" y="5143"/>
                </a:cubicBezTo>
                <a:lnTo>
                  <a:pt x="2421" y="4604"/>
                </a:lnTo>
                <a:cubicBezTo>
                  <a:pt x="2421" y="4582"/>
                  <a:pt x="2432" y="4559"/>
                  <a:pt x="2432" y="4545"/>
                </a:cubicBezTo>
                <a:cubicBezTo>
                  <a:pt x="2432" y="3869"/>
                  <a:pt x="1883" y="3331"/>
                  <a:pt x="1215" y="3331"/>
                </a:cubicBezTo>
                <a:cubicBezTo>
                  <a:pt x="539" y="3331"/>
                  <a:pt x="0" y="3869"/>
                  <a:pt x="0" y="4545"/>
                </a:cubicBezTo>
                <a:cubicBezTo>
                  <a:pt x="0" y="5213"/>
                  <a:pt x="539" y="5752"/>
                  <a:pt x="1215" y="5752"/>
                </a:cubicBezTo>
                <a:cubicBezTo>
                  <a:pt x="1566" y="5752"/>
                  <a:pt x="1894" y="5597"/>
                  <a:pt x="2115" y="5353"/>
                </a:cubicBezTo>
                <a:lnTo>
                  <a:pt x="3403" y="5892"/>
                </a:lnTo>
                <a:cubicBezTo>
                  <a:pt x="3308" y="6206"/>
                  <a:pt x="3263" y="6546"/>
                  <a:pt x="3263" y="6896"/>
                </a:cubicBezTo>
                <a:cubicBezTo>
                  <a:pt x="3263" y="7247"/>
                  <a:pt x="3308" y="7586"/>
                  <a:pt x="3403" y="7912"/>
                </a:cubicBezTo>
                <a:lnTo>
                  <a:pt x="2115" y="8439"/>
                </a:lnTo>
                <a:cubicBezTo>
                  <a:pt x="1894" y="8192"/>
                  <a:pt x="1566" y="8041"/>
                  <a:pt x="1215" y="8041"/>
                </a:cubicBezTo>
                <a:cubicBezTo>
                  <a:pt x="539" y="8041"/>
                  <a:pt x="0" y="8591"/>
                  <a:pt x="0" y="9258"/>
                </a:cubicBezTo>
                <a:cubicBezTo>
                  <a:pt x="0" y="9923"/>
                  <a:pt x="539" y="10473"/>
                  <a:pt x="1215" y="10473"/>
                </a:cubicBezTo>
                <a:cubicBezTo>
                  <a:pt x="1883" y="10473"/>
                  <a:pt x="2432" y="9923"/>
                  <a:pt x="2432" y="9258"/>
                </a:cubicBezTo>
                <a:cubicBezTo>
                  <a:pt x="2432" y="9233"/>
                  <a:pt x="2421" y="9211"/>
                  <a:pt x="2421" y="9188"/>
                </a:cubicBezTo>
                <a:lnTo>
                  <a:pt x="3717" y="8661"/>
                </a:lnTo>
                <a:cubicBezTo>
                  <a:pt x="4045" y="9258"/>
                  <a:pt x="4548" y="9749"/>
                  <a:pt x="5142" y="10086"/>
                </a:cubicBezTo>
                <a:lnTo>
                  <a:pt x="4607" y="11373"/>
                </a:lnTo>
                <a:lnTo>
                  <a:pt x="4548" y="11373"/>
                </a:lnTo>
                <a:cubicBezTo>
                  <a:pt x="3880" y="11373"/>
                  <a:pt x="3333" y="11923"/>
                  <a:pt x="3333" y="12588"/>
                </a:cubicBezTo>
                <a:cubicBezTo>
                  <a:pt x="3333" y="13256"/>
                  <a:pt x="3880" y="13803"/>
                  <a:pt x="4548" y="13803"/>
                </a:cubicBezTo>
                <a:cubicBezTo>
                  <a:pt x="5213" y="13803"/>
                  <a:pt x="5762" y="13256"/>
                  <a:pt x="5762" y="12588"/>
                </a:cubicBezTo>
                <a:cubicBezTo>
                  <a:pt x="5762" y="12226"/>
                  <a:pt x="5600" y="11909"/>
                  <a:pt x="5353" y="11688"/>
                </a:cubicBezTo>
                <a:lnTo>
                  <a:pt x="5891" y="10392"/>
                </a:lnTo>
                <a:cubicBezTo>
                  <a:pt x="6208" y="10484"/>
                  <a:pt x="6545" y="10543"/>
                  <a:pt x="6896" y="10543"/>
                </a:cubicBezTo>
                <a:cubicBezTo>
                  <a:pt x="7246" y="10543"/>
                  <a:pt x="7586" y="10484"/>
                  <a:pt x="7914" y="10392"/>
                </a:cubicBezTo>
                <a:lnTo>
                  <a:pt x="8453" y="11688"/>
                </a:lnTo>
                <a:cubicBezTo>
                  <a:pt x="8195" y="11909"/>
                  <a:pt x="8043" y="12226"/>
                  <a:pt x="8043" y="12588"/>
                </a:cubicBezTo>
                <a:cubicBezTo>
                  <a:pt x="8043" y="13256"/>
                  <a:pt x="8593" y="13803"/>
                  <a:pt x="9258" y="13803"/>
                </a:cubicBezTo>
                <a:cubicBezTo>
                  <a:pt x="9925" y="13803"/>
                  <a:pt x="10472" y="13256"/>
                  <a:pt x="10472" y="12588"/>
                </a:cubicBezTo>
                <a:cubicBezTo>
                  <a:pt x="10472" y="11923"/>
                  <a:pt x="9925" y="11373"/>
                  <a:pt x="9258" y="11373"/>
                </a:cubicBezTo>
                <a:lnTo>
                  <a:pt x="9199" y="11373"/>
                </a:lnTo>
                <a:lnTo>
                  <a:pt x="8663" y="10086"/>
                </a:lnTo>
                <a:cubicBezTo>
                  <a:pt x="9258" y="9749"/>
                  <a:pt x="9760" y="9258"/>
                  <a:pt x="10088" y="8661"/>
                </a:cubicBezTo>
                <a:lnTo>
                  <a:pt x="11373" y="9188"/>
                </a:lnTo>
                <a:lnTo>
                  <a:pt x="11373" y="9258"/>
                </a:lnTo>
                <a:cubicBezTo>
                  <a:pt x="11373" y="9923"/>
                  <a:pt x="11923" y="10473"/>
                  <a:pt x="12590" y="10473"/>
                </a:cubicBezTo>
                <a:cubicBezTo>
                  <a:pt x="13255" y="10473"/>
                  <a:pt x="13805" y="9923"/>
                  <a:pt x="13805" y="9258"/>
                </a:cubicBezTo>
                <a:cubicBezTo>
                  <a:pt x="13805" y="8591"/>
                  <a:pt x="13255" y="8041"/>
                  <a:pt x="12590" y="8041"/>
                </a:cubicBezTo>
                <a:cubicBezTo>
                  <a:pt x="12240" y="8041"/>
                  <a:pt x="11912" y="8192"/>
                  <a:pt x="11690" y="8439"/>
                </a:cubicBezTo>
                <a:lnTo>
                  <a:pt x="10402" y="7912"/>
                </a:lnTo>
                <a:cubicBezTo>
                  <a:pt x="10498" y="7586"/>
                  <a:pt x="10543" y="7247"/>
                  <a:pt x="10543" y="6896"/>
                </a:cubicBezTo>
                <a:cubicBezTo>
                  <a:pt x="10543" y="6546"/>
                  <a:pt x="10498" y="6206"/>
                  <a:pt x="10402" y="5892"/>
                </a:cubicBezTo>
                <a:lnTo>
                  <a:pt x="11690" y="5353"/>
                </a:lnTo>
                <a:cubicBezTo>
                  <a:pt x="11912" y="5597"/>
                  <a:pt x="12240" y="5752"/>
                  <a:pt x="12590" y="5752"/>
                </a:cubicBezTo>
                <a:cubicBezTo>
                  <a:pt x="13255" y="5752"/>
                  <a:pt x="13805" y="5213"/>
                  <a:pt x="13805" y="4545"/>
                </a:cubicBezTo>
                <a:cubicBezTo>
                  <a:pt x="13805" y="3869"/>
                  <a:pt x="13255" y="3331"/>
                  <a:pt x="12590" y="3331"/>
                </a:cubicBezTo>
                <a:cubicBezTo>
                  <a:pt x="11923" y="3331"/>
                  <a:pt x="11373" y="3869"/>
                  <a:pt x="11373" y="4545"/>
                </a:cubicBezTo>
                <a:lnTo>
                  <a:pt x="11373" y="4604"/>
                </a:lnTo>
                <a:lnTo>
                  <a:pt x="10088" y="5143"/>
                </a:lnTo>
                <a:cubicBezTo>
                  <a:pt x="9760" y="4534"/>
                  <a:pt x="9258" y="4043"/>
                  <a:pt x="8663" y="3718"/>
                </a:cubicBezTo>
                <a:lnTo>
                  <a:pt x="9199" y="2419"/>
                </a:lnTo>
                <a:lnTo>
                  <a:pt x="9258" y="2419"/>
                </a:lnTo>
                <a:cubicBezTo>
                  <a:pt x="9925" y="2419"/>
                  <a:pt x="10472" y="1880"/>
                  <a:pt x="10472" y="1204"/>
                </a:cubicBezTo>
                <a:cubicBezTo>
                  <a:pt x="10472" y="537"/>
                  <a:pt x="9925" y="1"/>
                  <a:pt x="9258" y="1"/>
                </a:cubicBezTo>
                <a:cubicBezTo>
                  <a:pt x="8593" y="1"/>
                  <a:pt x="8043" y="537"/>
                  <a:pt x="8043" y="1204"/>
                </a:cubicBezTo>
                <a:cubicBezTo>
                  <a:pt x="8043" y="1566"/>
                  <a:pt x="8195" y="1894"/>
                  <a:pt x="8453" y="2116"/>
                </a:cubicBezTo>
                <a:lnTo>
                  <a:pt x="7914" y="3401"/>
                </a:lnTo>
                <a:cubicBezTo>
                  <a:pt x="7586" y="3308"/>
                  <a:pt x="7246" y="3261"/>
                  <a:pt x="6896" y="3261"/>
                </a:cubicBezTo>
                <a:cubicBezTo>
                  <a:pt x="6545" y="3261"/>
                  <a:pt x="6208" y="3308"/>
                  <a:pt x="5891" y="3401"/>
                </a:cubicBezTo>
                <a:lnTo>
                  <a:pt x="5353" y="2116"/>
                </a:lnTo>
                <a:cubicBezTo>
                  <a:pt x="5600" y="1894"/>
                  <a:pt x="5762" y="1566"/>
                  <a:pt x="5762" y="1204"/>
                </a:cubicBezTo>
                <a:cubicBezTo>
                  <a:pt x="5762" y="537"/>
                  <a:pt x="5213" y="1"/>
                  <a:pt x="454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0" name="Google Shape;1430;p48"/>
          <p:cNvSpPr/>
          <p:nvPr/>
        </p:nvSpPr>
        <p:spPr>
          <a:xfrm>
            <a:off x="5521388" y="1965600"/>
            <a:ext cx="345150" cy="345125"/>
          </a:xfrm>
          <a:custGeom>
            <a:rect l="l" t="t" r="r" b="b"/>
            <a:pathLst>
              <a:path w="13805" h="13805" extrusionOk="0">
                <a:moveTo>
                  <a:pt x="2547" y="808"/>
                </a:moveTo>
                <a:cubicBezTo>
                  <a:pt x="2991" y="808"/>
                  <a:pt x="3355" y="1170"/>
                  <a:pt x="3355" y="1616"/>
                </a:cubicBezTo>
                <a:cubicBezTo>
                  <a:pt x="3355" y="2059"/>
                  <a:pt x="2991" y="2421"/>
                  <a:pt x="2547" y="2421"/>
                </a:cubicBezTo>
                <a:cubicBezTo>
                  <a:pt x="2104" y="2421"/>
                  <a:pt x="1742" y="2059"/>
                  <a:pt x="1742" y="1616"/>
                </a:cubicBezTo>
                <a:cubicBezTo>
                  <a:pt x="1742" y="1170"/>
                  <a:pt x="2104" y="808"/>
                  <a:pt x="2547" y="808"/>
                </a:cubicBezTo>
                <a:close/>
                <a:moveTo>
                  <a:pt x="11233" y="808"/>
                </a:moveTo>
                <a:cubicBezTo>
                  <a:pt x="11676" y="808"/>
                  <a:pt x="12038" y="1170"/>
                  <a:pt x="12038" y="1616"/>
                </a:cubicBezTo>
                <a:cubicBezTo>
                  <a:pt x="12038" y="2059"/>
                  <a:pt x="11676" y="2421"/>
                  <a:pt x="11233" y="2421"/>
                </a:cubicBezTo>
                <a:cubicBezTo>
                  <a:pt x="10789" y="2421"/>
                  <a:pt x="10425" y="2059"/>
                  <a:pt x="10425" y="1616"/>
                </a:cubicBezTo>
                <a:cubicBezTo>
                  <a:pt x="10425" y="1170"/>
                  <a:pt x="10789" y="808"/>
                  <a:pt x="11233" y="808"/>
                </a:cubicBezTo>
                <a:close/>
                <a:moveTo>
                  <a:pt x="3097" y="3229"/>
                </a:moveTo>
                <a:cubicBezTo>
                  <a:pt x="3762" y="3229"/>
                  <a:pt x="4312" y="3776"/>
                  <a:pt x="4312" y="4444"/>
                </a:cubicBezTo>
                <a:lnTo>
                  <a:pt x="4312" y="4853"/>
                </a:lnTo>
                <a:lnTo>
                  <a:pt x="805" y="4853"/>
                </a:lnTo>
                <a:lnTo>
                  <a:pt x="805" y="4444"/>
                </a:lnTo>
                <a:cubicBezTo>
                  <a:pt x="805" y="3776"/>
                  <a:pt x="1355" y="3229"/>
                  <a:pt x="2023" y="3229"/>
                </a:cubicBezTo>
                <a:close/>
                <a:moveTo>
                  <a:pt x="11782" y="3229"/>
                </a:moveTo>
                <a:cubicBezTo>
                  <a:pt x="12447" y="3229"/>
                  <a:pt x="12997" y="3776"/>
                  <a:pt x="12997" y="4444"/>
                </a:cubicBezTo>
                <a:lnTo>
                  <a:pt x="12997" y="4853"/>
                </a:lnTo>
                <a:lnTo>
                  <a:pt x="9491" y="4853"/>
                </a:lnTo>
                <a:lnTo>
                  <a:pt x="9491" y="4444"/>
                </a:lnTo>
                <a:cubicBezTo>
                  <a:pt x="9491" y="3776"/>
                  <a:pt x="10029" y="3229"/>
                  <a:pt x="10705" y="3229"/>
                </a:cubicBezTo>
                <a:close/>
                <a:moveTo>
                  <a:pt x="6497" y="3229"/>
                </a:moveTo>
                <a:lnTo>
                  <a:pt x="6497" y="5473"/>
                </a:lnTo>
                <a:cubicBezTo>
                  <a:pt x="6006" y="5613"/>
                  <a:pt x="5611" y="5998"/>
                  <a:pt x="5470" y="6500"/>
                </a:cubicBezTo>
                <a:lnTo>
                  <a:pt x="2968" y="6500"/>
                </a:lnTo>
                <a:lnTo>
                  <a:pt x="2968" y="5658"/>
                </a:lnTo>
                <a:lnTo>
                  <a:pt x="4721" y="5658"/>
                </a:lnTo>
                <a:cubicBezTo>
                  <a:pt x="4943" y="5658"/>
                  <a:pt x="5120" y="5484"/>
                  <a:pt x="5120" y="5249"/>
                </a:cubicBezTo>
                <a:lnTo>
                  <a:pt x="5120" y="4444"/>
                </a:lnTo>
                <a:cubicBezTo>
                  <a:pt x="5120" y="3986"/>
                  <a:pt x="4968" y="3565"/>
                  <a:pt x="4710" y="3229"/>
                </a:cubicBezTo>
                <a:close/>
                <a:moveTo>
                  <a:pt x="9081" y="3229"/>
                </a:moveTo>
                <a:cubicBezTo>
                  <a:pt x="8837" y="3565"/>
                  <a:pt x="8685" y="3986"/>
                  <a:pt x="8685" y="4444"/>
                </a:cubicBezTo>
                <a:lnTo>
                  <a:pt x="8685" y="5249"/>
                </a:lnTo>
                <a:cubicBezTo>
                  <a:pt x="8685" y="5484"/>
                  <a:pt x="8859" y="5658"/>
                  <a:pt x="9081" y="5658"/>
                </a:cubicBezTo>
                <a:lnTo>
                  <a:pt x="10834" y="5658"/>
                </a:lnTo>
                <a:lnTo>
                  <a:pt x="10834" y="6500"/>
                </a:lnTo>
                <a:lnTo>
                  <a:pt x="8321" y="6500"/>
                </a:lnTo>
                <a:cubicBezTo>
                  <a:pt x="8180" y="5998"/>
                  <a:pt x="7796" y="5613"/>
                  <a:pt x="7305" y="5473"/>
                </a:cubicBezTo>
                <a:lnTo>
                  <a:pt x="7305" y="3229"/>
                </a:lnTo>
                <a:close/>
                <a:moveTo>
                  <a:pt x="6884" y="6231"/>
                </a:moveTo>
                <a:cubicBezTo>
                  <a:pt x="7257" y="6231"/>
                  <a:pt x="7563" y="6525"/>
                  <a:pt x="7563" y="6898"/>
                </a:cubicBezTo>
                <a:cubicBezTo>
                  <a:pt x="7563" y="7271"/>
                  <a:pt x="7257" y="7577"/>
                  <a:pt x="6884" y="7577"/>
                </a:cubicBezTo>
                <a:cubicBezTo>
                  <a:pt x="6522" y="7577"/>
                  <a:pt x="6217" y="7271"/>
                  <a:pt x="6217" y="6898"/>
                </a:cubicBezTo>
                <a:cubicBezTo>
                  <a:pt x="6217" y="6525"/>
                  <a:pt x="6522" y="6231"/>
                  <a:pt x="6884" y="6231"/>
                </a:cubicBezTo>
                <a:close/>
                <a:moveTo>
                  <a:pt x="2547" y="8943"/>
                </a:moveTo>
                <a:cubicBezTo>
                  <a:pt x="2991" y="8943"/>
                  <a:pt x="3355" y="9316"/>
                  <a:pt x="3355" y="9762"/>
                </a:cubicBezTo>
                <a:cubicBezTo>
                  <a:pt x="3355" y="10206"/>
                  <a:pt x="2991" y="10568"/>
                  <a:pt x="2547" y="10568"/>
                </a:cubicBezTo>
                <a:cubicBezTo>
                  <a:pt x="2104" y="10568"/>
                  <a:pt x="1742" y="10206"/>
                  <a:pt x="1742" y="9762"/>
                </a:cubicBezTo>
                <a:cubicBezTo>
                  <a:pt x="1742" y="9316"/>
                  <a:pt x="2104" y="8943"/>
                  <a:pt x="2547" y="8943"/>
                </a:cubicBezTo>
                <a:close/>
                <a:moveTo>
                  <a:pt x="5470" y="7308"/>
                </a:moveTo>
                <a:cubicBezTo>
                  <a:pt x="5611" y="7799"/>
                  <a:pt x="6006" y="8183"/>
                  <a:pt x="6497" y="8323"/>
                </a:cubicBezTo>
                <a:lnTo>
                  <a:pt x="6497" y="10568"/>
                </a:lnTo>
                <a:lnTo>
                  <a:pt x="3961" y="10568"/>
                </a:lnTo>
                <a:cubicBezTo>
                  <a:pt x="4101" y="10323"/>
                  <a:pt x="4172" y="10054"/>
                  <a:pt x="4172" y="9762"/>
                </a:cubicBezTo>
                <a:cubicBezTo>
                  <a:pt x="4172" y="9002"/>
                  <a:pt x="3658" y="8371"/>
                  <a:pt x="2968" y="8194"/>
                </a:cubicBezTo>
                <a:lnTo>
                  <a:pt x="2968" y="7308"/>
                </a:lnTo>
                <a:close/>
                <a:moveTo>
                  <a:pt x="10834" y="7308"/>
                </a:moveTo>
                <a:lnTo>
                  <a:pt x="10834" y="8194"/>
                </a:lnTo>
                <a:cubicBezTo>
                  <a:pt x="10133" y="8371"/>
                  <a:pt x="9620" y="9002"/>
                  <a:pt x="9620" y="9762"/>
                </a:cubicBezTo>
                <a:cubicBezTo>
                  <a:pt x="9620" y="10054"/>
                  <a:pt x="9701" y="10323"/>
                  <a:pt x="9841" y="10568"/>
                </a:cubicBezTo>
                <a:lnTo>
                  <a:pt x="7305" y="10568"/>
                </a:lnTo>
                <a:lnTo>
                  <a:pt x="7305" y="8323"/>
                </a:lnTo>
                <a:cubicBezTo>
                  <a:pt x="7796" y="8183"/>
                  <a:pt x="8180" y="7799"/>
                  <a:pt x="8321" y="7308"/>
                </a:cubicBezTo>
                <a:close/>
                <a:moveTo>
                  <a:pt x="11233" y="8943"/>
                </a:moveTo>
                <a:cubicBezTo>
                  <a:pt x="11676" y="8943"/>
                  <a:pt x="12038" y="9316"/>
                  <a:pt x="12038" y="9762"/>
                </a:cubicBezTo>
                <a:cubicBezTo>
                  <a:pt x="12038" y="10206"/>
                  <a:pt x="11676" y="10568"/>
                  <a:pt x="11233" y="10568"/>
                </a:cubicBezTo>
                <a:cubicBezTo>
                  <a:pt x="10789" y="10568"/>
                  <a:pt x="10425" y="10206"/>
                  <a:pt x="10425" y="9762"/>
                </a:cubicBezTo>
                <a:cubicBezTo>
                  <a:pt x="10425" y="9316"/>
                  <a:pt x="10789" y="8943"/>
                  <a:pt x="11233" y="8943"/>
                </a:cubicBezTo>
                <a:close/>
                <a:moveTo>
                  <a:pt x="3097" y="11375"/>
                </a:moveTo>
                <a:cubicBezTo>
                  <a:pt x="3762" y="11375"/>
                  <a:pt x="4312" y="11925"/>
                  <a:pt x="4312" y="12590"/>
                </a:cubicBezTo>
                <a:lnTo>
                  <a:pt x="4312" y="12989"/>
                </a:lnTo>
                <a:lnTo>
                  <a:pt x="805" y="12989"/>
                </a:lnTo>
                <a:lnTo>
                  <a:pt x="805" y="12590"/>
                </a:lnTo>
                <a:cubicBezTo>
                  <a:pt x="805" y="11925"/>
                  <a:pt x="1355" y="11375"/>
                  <a:pt x="2023" y="11375"/>
                </a:cubicBezTo>
                <a:close/>
                <a:moveTo>
                  <a:pt x="11782" y="11375"/>
                </a:moveTo>
                <a:cubicBezTo>
                  <a:pt x="12447" y="11375"/>
                  <a:pt x="12997" y="11925"/>
                  <a:pt x="12997" y="12590"/>
                </a:cubicBezTo>
                <a:lnTo>
                  <a:pt x="12997" y="12989"/>
                </a:lnTo>
                <a:lnTo>
                  <a:pt x="9491" y="12989"/>
                </a:lnTo>
                <a:lnTo>
                  <a:pt x="9491" y="12590"/>
                </a:lnTo>
                <a:cubicBezTo>
                  <a:pt x="9491" y="11925"/>
                  <a:pt x="10029" y="11375"/>
                  <a:pt x="10705" y="11375"/>
                </a:cubicBezTo>
                <a:close/>
                <a:moveTo>
                  <a:pt x="2545" y="1"/>
                </a:moveTo>
                <a:cubicBezTo>
                  <a:pt x="1660" y="1"/>
                  <a:pt x="945" y="732"/>
                  <a:pt x="945" y="1616"/>
                </a:cubicBezTo>
                <a:cubicBezTo>
                  <a:pt x="945" y="1978"/>
                  <a:pt x="1063" y="2303"/>
                  <a:pt x="1263" y="2572"/>
                </a:cubicBezTo>
                <a:cubicBezTo>
                  <a:pt x="513" y="2878"/>
                  <a:pt x="0" y="3602"/>
                  <a:pt x="0" y="4444"/>
                </a:cubicBezTo>
                <a:lnTo>
                  <a:pt x="0" y="5249"/>
                </a:lnTo>
                <a:cubicBezTo>
                  <a:pt x="0" y="5484"/>
                  <a:pt x="174" y="5658"/>
                  <a:pt x="396" y="5658"/>
                </a:cubicBezTo>
                <a:lnTo>
                  <a:pt x="2149" y="5658"/>
                </a:lnTo>
                <a:lnTo>
                  <a:pt x="2149" y="8194"/>
                </a:lnTo>
                <a:cubicBezTo>
                  <a:pt x="1462" y="8371"/>
                  <a:pt x="945" y="9002"/>
                  <a:pt x="945" y="9762"/>
                </a:cubicBezTo>
                <a:cubicBezTo>
                  <a:pt x="945" y="10113"/>
                  <a:pt x="1063" y="10453"/>
                  <a:pt x="1263" y="10719"/>
                </a:cubicBezTo>
                <a:cubicBezTo>
                  <a:pt x="513" y="11025"/>
                  <a:pt x="0" y="11749"/>
                  <a:pt x="0" y="12590"/>
                </a:cubicBezTo>
                <a:lnTo>
                  <a:pt x="0" y="13398"/>
                </a:lnTo>
                <a:cubicBezTo>
                  <a:pt x="0" y="13620"/>
                  <a:pt x="174" y="13805"/>
                  <a:pt x="396" y="13805"/>
                </a:cubicBezTo>
                <a:lnTo>
                  <a:pt x="4721" y="13805"/>
                </a:lnTo>
                <a:cubicBezTo>
                  <a:pt x="4943" y="13805"/>
                  <a:pt x="5120" y="13620"/>
                  <a:pt x="5120" y="13398"/>
                </a:cubicBezTo>
                <a:lnTo>
                  <a:pt x="5120" y="12590"/>
                </a:lnTo>
                <a:cubicBezTo>
                  <a:pt x="5120" y="12136"/>
                  <a:pt x="4968" y="11715"/>
                  <a:pt x="4710" y="11375"/>
                </a:cubicBezTo>
                <a:lnTo>
                  <a:pt x="9081" y="11375"/>
                </a:lnTo>
                <a:cubicBezTo>
                  <a:pt x="8837" y="11715"/>
                  <a:pt x="8685" y="12136"/>
                  <a:pt x="8685" y="12590"/>
                </a:cubicBezTo>
                <a:lnTo>
                  <a:pt x="8685" y="13398"/>
                </a:lnTo>
                <a:cubicBezTo>
                  <a:pt x="8685" y="13620"/>
                  <a:pt x="8859" y="13805"/>
                  <a:pt x="9081" y="13805"/>
                </a:cubicBezTo>
                <a:lnTo>
                  <a:pt x="13396" y="13805"/>
                </a:lnTo>
                <a:cubicBezTo>
                  <a:pt x="13617" y="13805"/>
                  <a:pt x="13805" y="13620"/>
                  <a:pt x="13805" y="13398"/>
                </a:cubicBezTo>
                <a:lnTo>
                  <a:pt x="13805" y="12590"/>
                </a:lnTo>
                <a:cubicBezTo>
                  <a:pt x="13805" y="11749"/>
                  <a:pt x="13278" y="11025"/>
                  <a:pt x="12543" y="10719"/>
                </a:cubicBezTo>
                <a:cubicBezTo>
                  <a:pt x="12739" y="10453"/>
                  <a:pt x="12857" y="10113"/>
                  <a:pt x="12857" y="9762"/>
                </a:cubicBezTo>
                <a:cubicBezTo>
                  <a:pt x="12857" y="9002"/>
                  <a:pt x="12344" y="8371"/>
                  <a:pt x="11642" y="8194"/>
                </a:cubicBezTo>
                <a:lnTo>
                  <a:pt x="11642" y="5658"/>
                </a:lnTo>
                <a:lnTo>
                  <a:pt x="13396" y="5658"/>
                </a:lnTo>
                <a:cubicBezTo>
                  <a:pt x="13617" y="5658"/>
                  <a:pt x="13805" y="5484"/>
                  <a:pt x="13805" y="5249"/>
                </a:cubicBezTo>
                <a:lnTo>
                  <a:pt x="13805" y="4444"/>
                </a:lnTo>
                <a:cubicBezTo>
                  <a:pt x="13805" y="3602"/>
                  <a:pt x="13278" y="2878"/>
                  <a:pt x="12543" y="2572"/>
                </a:cubicBezTo>
                <a:cubicBezTo>
                  <a:pt x="12753" y="2281"/>
                  <a:pt x="12879" y="1919"/>
                  <a:pt x="12857" y="1532"/>
                </a:cubicBezTo>
                <a:cubicBezTo>
                  <a:pt x="12809" y="679"/>
                  <a:pt x="12108" y="14"/>
                  <a:pt x="11266" y="3"/>
                </a:cubicBezTo>
                <a:cubicBezTo>
                  <a:pt x="11258" y="3"/>
                  <a:pt x="11249" y="3"/>
                  <a:pt x="11240" y="3"/>
                </a:cubicBezTo>
                <a:cubicBezTo>
                  <a:pt x="10341" y="3"/>
                  <a:pt x="9620" y="724"/>
                  <a:pt x="9620" y="1616"/>
                </a:cubicBezTo>
                <a:cubicBezTo>
                  <a:pt x="9620" y="1908"/>
                  <a:pt x="9701" y="2188"/>
                  <a:pt x="9841" y="2421"/>
                </a:cubicBezTo>
                <a:lnTo>
                  <a:pt x="3961" y="2421"/>
                </a:lnTo>
                <a:cubicBezTo>
                  <a:pt x="4113" y="2163"/>
                  <a:pt x="4183" y="1860"/>
                  <a:pt x="4172" y="1546"/>
                </a:cubicBezTo>
                <a:cubicBezTo>
                  <a:pt x="4138" y="715"/>
                  <a:pt x="3459" y="36"/>
                  <a:pt x="2629" y="3"/>
                </a:cubicBezTo>
                <a:cubicBezTo>
                  <a:pt x="2601" y="1"/>
                  <a:pt x="2573" y="1"/>
                  <a:pt x="254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1431" name="Google Shape;1431;p48"/>
          <p:cNvGrpSpPr/>
          <p:nvPr/>
        </p:nvGrpSpPr>
        <p:grpSpPr>
          <a:xfrm>
            <a:off x="4758550" y="1965475"/>
            <a:ext cx="345150" cy="345250"/>
            <a:chOff x="4744963" y="2117875"/>
            <a:chExt cx="345150" cy="345250"/>
          </a:xfrm>
        </p:grpSpPr>
        <p:sp>
          <p:nvSpPr>
            <p:cNvPr id="1432" name="Google Shape;1432;p48"/>
            <p:cNvSpPr/>
            <p:nvPr/>
          </p:nvSpPr>
          <p:spPr>
            <a:xfrm>
              <a:off x="4744963" y="2117875"/>
              <a:ext cx="345150" cy="345250"/>
            </a:xfrm>
            <a:custGeom>
              <a:rect l="l" t="t" r="r" b="b"/>
              <a:pathLst>
                <a:path w="13805" h="13810" extrusionOk="0">
                  <a:moveTo>
                    <a:pt x="6910" y="872"/>
                  </a:moveTo>
                  <a:cubicBezTo>
                    <a:pt x="7482" y="1256"/>
                    <a:pt x="7926" y="1817"/>
                    <a:pt x="8172" y="2448"/>
                  </a:cubicBezTo>
                  <a:cubicBezTo>
                    <a:pt x="7774" y="2614"/>
                    <a:pt x="7342" y="2695"/>
                    <a:pt x="6910" y="2695"/>
                  </a:cubicBezTo>
                  <a:cubicBezTo>
                    <a:pt x="6464" y="2695"/>
                    <a:pt x="6043" y="2614"/>
                    <a:pt x="5648" y="2448"/>
                  </a:cubicBezTo>
                  <a:cubicBezTo>
                    <a:pt x="5892" y="1817"/>
                    <a:pt x="6338" y="1256"/>
                    <a:pt x="6910" y="872"/>
                  </a:cubicBezTo>
                  <a:close/>
                  <a:moveTo>
                    <a:pt x="8372" y="3245"/>
                  </a:moveTo>
                  <a:cubicBezTo>
                    <a:pt x="8383" y="3385"/>
                    <a:pt x="8394" y="3526"/>
                    <a:pt x="8394" y="3666"/>
                  </a:cubicBezTo>
                  <a:lnTo>
                    <a:pt x="8394" y="7007"/>
                  </a:lnTo>
                  <a:lnTo>
                    <a:pt x="5426" y="7007"/>
                  </a:lnTo>
                  <a:lnTo>
                    <a:pt x="5426" y="3666"/>
                  </a:lnTo>
                  <a:cubicBezTo>
                    <a:pt x="5426" y="3526"/>
                    <a:pt x="5437" y="3385"/>
                    <a:pt x="5448" y="3245"/>
                  </a:cubicBezTo>
                  <a:cubicBezTo>
                    <a:pt x="5903" y="3419"/>
                    <a:pt x="6408" y="3514"/>
                    <a:pt x="6910" y="3514"/>
                  </a:cubicBezTo>
                  <a:cubicBezTo>
                    <a:pt x="7412" y="3514"/>
                    <a:pt x="7903" y="3419"/>
                    <a:pt x="8372" y="3245"/>
                  </a:cubicBezTo>
                  <a:close/>
                  <a:moveTo>
                    <a:pt x="4618" y="6084"/>
                  </a:moveTo>
                  <a:lnTo>
                    <a:pt x="4618" y="7114"/>
                  </a:lnTo>
                  <a:lnTo>
                    <a:pt x="3813" y="7383"/>
                  </a:lnTo>
                  <a:lnTo>
                    <a:pt x="3813" y="6833"/>
                  </a:lnTo>
                  <a:cubicBezTo>
                    <a:pt x="3813" y="6553"/>
                    <a:pt x="3998" y="6294"/>
                    <a:pt x="4267" y="6202"/>
                  </a:cubicBezTo>
                  <a:lnTo>
                    <a:pt x="4618" y="6084"/>
                  </a:lnTo>
                  <a:close/>
                  <a:moveTo>
                    <a:pt x="9199" y="6084"/>
                  </a:moveTo>
                  <a:lnTo>
                    <a:pt x="9550" y="6202"/>
                  </a:lnTo>
                  <a:cubicBezTo>
                    <a:pt x="9819" y="6294"/>
                    <a:pt x="10007" y="6553"/>
                    <a:pt x="10007" y="6833"/>
                  </a:cubicBezTo>
                  <a:lnTo>
                    <a:pt x="10007" y="7383"/>
                  </a:lnTo>
                  <a:lnTo>
                    <a:pt x="9199" y="7114"/>
                  </a:lnTo>
                  <a:lnTo>
                    <a:pt x="9199" y="6084"/>
                  </a:lnTo>
                  <a:close/>
                  <a:moveTo>
                    <a:pt x="4618" y="3514"/>
                  </a:moveTo>
                  <a:lnTo>
                    <a:pt x="4618" y="3666"/>
                  </a:lnTo>
                  <a:lnTo>
                    <a:pt x="4618" y="5242"/>
                  </a:lnTo>
                  <a:lnTo>
                    <a:pt x="4009" y="5442"/>
                  </a:lnTo>
                  <a:cubicBezTo>
                    <a:pt x="3403" y="5641"/>
                    <a:pt x="2994" y="6213"/>
                    <a:pt x="2994" y="6844"/>
                  </a:cubicBezTo>
                  <a:lnTo>
                    <a:pt x="2994" y="7955"/>
                  </a:lnTo>
                  <a:cubicBezTo>
                    <a:pt x="2994" y="8190"/>
                    <a:pt x="3190" y="8360"/>
                    <a:pt x="3405" y="8360"/>
                  </a:cubicBezTo>
                  <a:cubicBezTo>
                    <a:pt x="3447" y="8360"/>
                    <a:pt x="3490" y="8353"/>
                    <a:pt x="3532" y="8339"/>
                  </a:cubicBezTo>
                  <a:lnTo>
                    <a:pt x="5087" y="7826"/>
                  </a:lnTo>
                  <a:lnTo>
                    <a:pt x="5693" y="7826"/>
                  </a:lnTo>
                  <a:lnTo>
                    <a:pt x="5693" y="9170"/>
                  </a:lnTo>
                  <a:lnTo>
                    <a:pt x="820" y="9170"/>
                  </a:lnTo>
                  <a:lnTo>
                    <a:pt x="820" y="3641"/>
                  </a:lnTo>
                  <a:cubicBezTo>
                    <a:pt x="820" y="3570"/>
                    <a:pt x="879" y="3514"/>
                    <a:pt x="949" y="3514"/>
                  </a:cubicBezTo>
                  <a:close/>
                  <a:moveTo>
                    <a:pt x="7306" y="7826"/>
                  </a:moveTo>
                  <a:lnTo>
                    <a:pt x="7306" y="9170"/>
                  </a:lnTo>
                  <a:lnTo>
                    <a:pt x="6500" y="9170"/>
                  </a:lnTo>
                  <a:lnTo>
                    <a:pt x="6500" y="7826"/>
                  </a:lnTo>
                  <a:close/>
                  <a:moveTo>
                    <a:pt x="12871" y="3514"/>
                  </a:moveTo>
                  <a:cubicBezTo>
                    <a:pt x="12941" y="3514"/>
                    <a:pt x="13000" y="3570"/>
                    <a:pt x="13000" y="3641"/>
                  </a:cubicBezTo>
                  <a:lnTo>
                    <a:pt x="13000" y="9170"/>
                  </a:lnTo>
                  <a:lnTo>
                    <a:pt x="8125" y="9170"/>
                  </a:lnTo>
                  <a:lnTo>
                    <a:pt x="8125" y="7826"/>
                  </a:lnTo>
                  <a:lnTo>
                    <a:pt x="8733" y="7826"/>
                  </a:lnTo>
                  <a:lnTo>
                    <a:pt x="10288" y="8339"/>
                  </a:lnTo>
                  <a:cubicBezTo>
                    <a:pt x="10330" y="8353"/>
                    <a:pt x="10372" y="8360"/>
                    <a:pt x="10414" y="8360"/>
                  </a:cubicBezTo>
                  <a:cubicBezTo>
                    <a:pt x="10626" y="8360"/>
                    <a:pt x="10812" y="8190"/>
                    <a:pt x="10812" y="7955"/>
                  </a:cubicBezTo>
                  <a:lnTo>
                    <a:pt x="10812" y="6844"/>
                  </a:lnTo>
                  <a:cubicBezTo>
                    <a:pt x="10812" y="6213"/>
                    <a:pt x="10405" y="5641"/>
                    <a:pt x="9808" y="5442"/>
                  </a:cubicBezTo>
                  <a:lnTo>
                    <a:pt x="9199" y="5242"/>
                  </a:lnTo>
                  <a:lnTo>
                    <a:pt x="9199" y="3666"/>
                  </a:lnTo>
                  <a:lnTo>
                    <a:pt x="9199" y="3514"/>
                  </a:lnTo>
                  <a:close/>
                  <a:moveTo>
                    <a:pt x="13000" y="9978"/>
                  </a:moveTo>
                  <a:lnTo>
                    <a:pt x="13000" y="10654"/>
                  </a:lnTo>
                  <a:cubicBezTo>
                    <a:pt x="13000" y="10724"/>
                    <a:pt x="12941" y="10783"/>
                    <a:pt x="12871" y="10783"/>
                  </a:cubicBezTo>
                  <a:lnTo>
                    <a:pt x="949" y="10783"/>
                  </a:lnTo>
                  <a:cubicBezTo>
                    <a:pt x="879" y="10783"/>
                    <a:pt x="820" y="10724"/>
                    <a:pt x="820" y="10654"/>
                  </a:cubicBezTo>
                  <a:lnTo>
                    <a:pt x="820" y="9978"/>
                  </a:lnTo>
                  <a:close/>
                  <a:moveTo>
                    <a:pt x="8206" y="11602"/>
                  </a:moveTo>
                  <a:lnTo>
                    <a:pt x="8546" y="12994"/>
                  </a:lnTo>
                  <a:lnTo>
                    <a:pt x="5260" y="12994"/>
                  </a:lnTo>
                  <a:lnTo>
                    <a:pt x="5611" y="11602"/>
                  </a:lnTo>
                  <a:close/>
                  <a:moveTo>
                    <a:pt x="6906" y="0"/>
                  </a:moveTo>
                  <a:cubicBezTo>
                    <a:pt x="6837" y="0"/>
                    <a:pt x="6770" y="18"/>
                    <a:pt x="6711" y="53"/>
                  </a:cubicBezTo>
                  <a:cubicBezTo>
                    <a:pt x="5707" y="625"/>
                    <a:pt x="4991" y="1596"/>
                    <a:pt x="4736" y="2695"/>
                  </a:cubicBezTo>
                  <a:lnTo>
                    <a:pt x="949" y="2695"/>
                  </a:lnTo>
                  <a:cubicBezTo>
                    <a:pt x="433" y="2695"/>
                    <a:pt x="1" y="3116"/>
                    <a:pt x="1" y="3641"/>
                  </a:cubicBezTo>
                  <a:lnTo>
                    <a:pt x="1" y="10654"/>
                  </a:lnTo>
                  <a:cubicBezTo>
                    <a:pt x="1" y="11170"/>
                    <a:pt x="433" y="11602"/>
                    <a:pt x="949" y="11602"/>
                  </a:cubicBezTo>
                  <a:lnTo>
                    <a:pt x="4770" y="11602"/>
                  </a:lnTo>
                  <a:lnTo>
                    <a:pt x="4430" y="12994"/>
                  </a:lnTo>
                  <a:lnTo>
                    <a:pt x="3684" y="12994"/>
                  </a:lnTo>
                  <a:cubicBezTo>
                    <a:pt x="3473" y="12994"/>
                    <a:pt x="3297" y="13145"/>
                    <a:pt x="3274" y="13355"/>
                  </a:cubicBezTo>
                  <a:cubicBezTo>
                    <a:pt x="3238" y="13599"/>
                    <a:pt x="3437" y="13810"/>
                    <a:pt x="3673" y="13810"/>
                  </a:cubicBezTo>
                  <a:lnTo>
                    <a:pt x="10136" y="13810"/>
                  </a:lnTo>
                  <a:cubicBezTo>
                    <a:pt x="10347" y="13810"/>
                    <a:pt x="10520" y="13658"/>
                    <a:pt x="10546" y="13448"/>
                  </a:cubicBezTo>
                  <a:cubicBezTo>
                    <a:pt x="10568" y="13204"/>
                    <a:pt x="10380" y="12994"/>
                    <a:pt x="10147" y="12994"/>
                  </a:cubicBezTo>
                  <a:lnTo>
                    <a:pt x="9387" y="12994"/>
                  </a:lnTo>
                  <a:lnTo>
                    <a:pt x="9036" y="11602"/>
                  </a:lnTo>
                  <a:lnTo>
                    <a:pt x="12871" y="11602"/>
                  </a:lnTo>
                  <a:cubicBezTo>
                    <a:pt x="13385" y="11602"/>
                    <a:pt x="13805" y="11170"/>
                    <a:pt x="13805" y="10654"/>
                  </a:cubicBezTo>
                  <a:lnTo>
                    <a:pt x="13805" y="3641"/>
                  </a:lnTo>
                  <a:cubicBezTo>
                    <a:pt x="13805" y="3116"/>
                    <a:pt x="13385" y="2695"/>
                    <a:pt x="12871" y="2695"/>
                  </a:cubicBezTo>
                  <a:lnTo>
                    <a:pt x="9084" y="2695"/>
                  </a:lnTo>
                  <a:cubicBezTo>
                    <a:pt x="8826" y="1596"/>
                    <a:pt x="8113" y="625"/>
                    <a:pt x="7109" y="53"/>
                  </a:cubicBezTo>
                  <a:cubicBezTo>
                    <a:pt x="7045" y="18"/>
                    <a:pt x="6975" y="0"/>
                    <a:pt x="690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33" name="Google Shape;1433;p48"/>
            <p:cNvSpPr/>
            <p:nvPr/>
          </p:nvSpPr>
          <p:spPr>
            <a:xfrm>
              <a:off x="4907463" y="2232300"/>
              <a:ext cx="20150" cy="40350"/>
            </a:xfrm>
            <a:custGeom>
              <a:rect l="l" t="t" r="r" b="b"/>
              <a:pathLst>
                <a:path w="805" h="1613" extrusionOk="0">
                  <a:moveTo>
                    <a:pt x="410" y="1"/>
                  </a:moveTo>
                  <a:cubicBezTo>
                    <a:pt x="188" y="1"/>
                    <a:pt x="0" y="186"/>
                    <a:pt x="0" y="410"/>
                  </a:cubicBezTo>
                  <a:lnTo>
                    <a:pt x="0" y="1215"/>
                  </a:lnTo>
                  <a:cubicBezTo>
                    <a:pt x="0" y="1437"/>
                    <a:pt x="188" y="1614"/>
                    <a:pt x="410" y="1614"/>
                  </a:cubicBezTo>
                  <a:cubicBezTo>
                    <a:pt x="632" y="1614"/>
                    <a:pt x="806" y="1437"/>
                    <a:pt x="806" y="1215"/>
                  </a:cubicBezTo>
                  <a:lnTo>
                    <a:pt x="806" y="410"/>
                  </a:lnTo>
                  <a:cubicBezTo>
                    <a:pt x="806" y="186"/>
                    <a:pt x="632" y="1"/>
                    <a:pt x="4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434" name="Google Shape;1434;p48"/>
          <p:cNvSpPr/>
          <p:nvPr/>
        </p:nvSpPr>
        <p:spPr>
          <a:xfrm>
            <a:off x="1721725" y="1965550"/>
            <a:ext cx="359300" cy="345150"/>
          </a:xfrm>
          <a:custGeom>
            <a:rect l="l" t="t" r="r" b="b"/>
            <a:pathLst>
              <a:path w="14372" h="13805" extrusionOk="0">
                <a:moveTo>
                  <a:pt x="7196" y="2493"/>
                </a:moveTo>
                <a:lnTo>
                  <a:pt x="8809" y="3217"/>
                </a:lnTo>
                <a:cubicBezTo>
                  <a:pt x="8842" y="3231"/>
                  <a:pt x="8879" y="3242"/>
                  <a:pt x="8901" y="3265"/>
                </a:cubicBezTo>
                <a:lnTo>
                  <a:pt x="5476" y="3265"/>
                </a:lnTo>
                <a:cubicBezTo>
                  <a:pt x="5501" y="3242"/>
                  <a:pt x="5535" y="3231"/>
                  <a:pt x="5571" y="3217"/>
                </a:cubicBezTo>
                <a:lnTo>
                  <a:pt x="7196" y="2493"/>
                </a:lnTo>
                <a:close/>
                <a:moveTo>
                  <a:pt x="12876" y="3545"/>
                </a:moveTo>
                <a:cubicBezTo>
                  <a:pt x="13098" y="3545"/>
                  <a:pt x="13286" y="3722"/>
                  <a:pt x="13286" y="3943"/>
                </a:cubicBezTo>
                <a:cubicBezTo>
                  <a:pt x="13286" y="4165"/>
                  <a:pt x="13098" y="4353"/>
                  <a:pt x="12876" y="4353"/>
                </a:cubicBezTo>
                <a:cubicBezTo>
                  <a:pt x="12655" y="4353"/>
                  <a:pt x="12478" y="4165"/>
                  <a:pt x="12478" y="3943"/>
                </a:cubicBezTo>
                <a:cubicBezTo>
                  <a:pt x="12478" y="3722"/>
                  <a:pt x="12655" y="3545"/>
                  <a:pt x="12876" y="3545"/>
                </a:cubicBezTo>
                <a:close/>
                <a:moveTo>
                  <a:pt x="9218" y="4072"/>
                </a:moveTo>
                <a:lnTo>
                  <a:pt x="9218" y="4878"/>
                </a:lnTo>
                <a:lnTo>
                  <a:pt x="5173" y="4878"/>
                </a:lnTo>
                <a:lnTo>
                  <a:pt x="5173" y="4072"/>
                </a:lnTo>
                <a:close/>
                <a:moveTo>
                  <a:pt x="8901" y="5685"/>
                </a:moveTo>
                <a:cubicBezTo>
                  <a:pt x="8879" y="5708"/>
                  <a:pt x="8842" y="5719"/>
                  <a:pt x="8809" y="5742"/>
                </a:cubicBezTo>
                <a:lnTo>
                  <a:pt x="7196" y="6457"/>
                </a:lnTo>
                <a:lnTo>
                  <a:pt x="5571" y="5742"/>
                </a:lnTo>
                <a:cubicBezTo>
                  <a:pt x="5535" y="5719"/>
                  <a:pt x="5501" y="5708"/>
                  <a:pt x="5476" y="5685"/>
                </a:cubicBezTo>
                <a:close/>
                <a:moveTo>
                  <a:pt x="7196" y="7343"/>
                </a:moveTo>
                <a:lnTo>
                  <a:pt x="8809" y="8070"/>
                </a:lnTo>
                <a:cubicBezTo>
                  <a:pt x="8842" y="8081"/>
                  <a:pt x="8879" y="8092"/>
                  <a:pt x="8901" y="8115"/>
                </a:cubicBezTo>
                <a:lnTo>
                  <a:pt x="5476" y="8115"/>
                </a:lnTo>
                <a:cubicBezTo>
                  <a:pt x="5501" y="8092"/>
                  <a:pt x="5535" y="8081"/>
                  <a:pt x="5571" y="8070"/>
                </a:cubicBezTo>
                <a:lnTo>
                  <a:pt x="7196" y="7343"/>
                </a:lnTo>
                <a:close/>
                <a:moveTo>
                  <a:pt x="9218" y="8923"/>
                </a:moveTo>
                <a:lnTo>
                  <a:pt x="9218" y="9728"/>
                </a:lnTo>
                <a:lnTo>
                  <a:pt x="5173" y="9728"/>
                </a:lnTo>
                <a:lnTo>
                  <a:pt x="5173" y="8923"/>
                </a:lnTo>
                <a:close/>
                <a:moveTo>
                  <a:pt x="1504" y="9473"/>
                </a:moveTo>
                <a:cubicBezTo>
                  <a:pt x="1725" y="9473"/>
                  <a:pt x="1899" y="9658"/>
                  <a:pt x="1899" y="9879"/>
                </a:cubicBezTo>
                <a:cubicBezTo>
                  <a:pt x="1899" y="10104"/>
                  <a:pt x="1725" y="10278"/>
                  <a:pt x="1504" y="10278"/>
                </a:cubicBezTo>
                <a:cubicBezTo>
                  <a:pt x="1282" y="10278"/>
                  <a:pt x="1094" y="10104"/>
                  <a:pt x="1094" y="9879"/>
                </a:cubicBezTo>
                <a:cubicBezTo>
                  <a:pt x="1094" y="9658"/>
                  <a:pt x="1282" y="9473"/>
                  <a:pt x="1504" y="9473"/>
                </a:cubicBezTo>
                <a:close/>
                <a:moveTo>
                  <a:pt x="8901" y="10547"/>
                </a:moveTo>
                <a:cubicBezTo>
                  <a:pt x="8879" y="10558"/>
                  <a:pt x="8842" y="10581"/>
                  <a:pt x="8809" y="10595"/>
                </a:cubicBezTo>
                <a:lnTo>
                  <a:pt x="7196" y="11307"/>
                </a:lnTo>
                <a:lnTo>
                  <a:pt x="5571" y="10595"/>
                </a:lnTo>
                <a:cubicBezTo>
                  <a:pt x="5535" y="10581"/>
                  <a:pt x="5501" y="10558"/>
                  <a:pt x="5476" y="10547"/>
                </a:cubicBezTo>
                <a:close/>
                <a:moveTo>
                  <a:pt x="4765" y="1"/>
                </a:moveTo>
                <a:cubicBezTo>
                  <a:pt x="4701" y="1"/>
                  <a:pt x="4632" y="16"/>
                  <a:pt x="4564" y="50"/>
                </a:cubicBezTo>
                <a:cubicBezTo>
                  <a:pt x="4460" y="97"/>
                  <a:pt x="4368" y="249"/>
                  <a:pt x="4354" y="367"/>
                </a:cubicBezTo>
                <a:cubicBezTo>
                  <a:pt x="4343" y="880"/>
                  <a:pt x="4648" y="1360"/>
                  <a:pt x="5114" y="1570"/>
                </a:cubicBezTo>
                <a:lnTo>
                  <a:pt x="6191" y="2050"/>
                </a:lnTo>
                <a:lnTo>
                  <a:pt x="5243" y="2471"/>
                </a:lnTo>
                <a:cubicBezTo>
                  <a:pt x="4704" y="2715"/>
                  <a:pt x="4354" y="3242"/>
                  <a:pt x="4354" y="3826"/>
                </a:cubicBezTo>
                <a:lnTo>
                  <a:pt x="4354" y="5124"/>
                </a:lnTo>
                <a:cubicBezTo>
                  <a:pt x="4354" y="5708"/>
                  <a:pt x="4704" y="6247"/>
                  <a:pt x="5243" y="6479"/>
                </a:cubicBezTo>
                <a:lnTo>
                  <a:pt x="6191" y="6900"/>
                </a:lnTo>
                <a:lnTo>
                  <a:pt x="5243" y="7321"/>
                </a:lnTo>
                <a:cubicBezTo>
                  <a:pt x="4881" y="7484"/>
                  <a:pt x="4612" y="7764"/>
                  <a:pt x="4472" y="8115"/>
                </a:cubicBezTo>
                <a:lnTo>
                  <a:pt x="3117" y="8115"/>
                </a:lnTo>
                <a:cubicBezTo>
                  <a:pt x="3021" y="8115"/>
                  <a:pt x="2929" y="8151"/>
                  <a:pt x="2859" y="8210"/>
                </a:cubicBezTo>
                <a:lnTo>
                  <a:pt x="2124" y="8827"/>
                </a:lnTo>
                <a:cubicBezTo>
                  <a:pt x="1938" y="8716"/>
                  <a:pt x="1726" y="8653"/>
                  <a:pt x="1498" y="8653"/>
                </a:cubicBezTo>
                <a:cubicBezTo>
                  <a:pt x="1324" y="8653"/>
                  <a:pt x="1141" y="8690"/>
                  <a:pt x="954" y="8771"/>
                </a:cubicBezTo>
                <a:cubicBezTo>
                  <a:pt x="721" y="8875"/>
                  <a:pt x="522" y="9074"/>
                  <a:pt x="415" y="9307"/>
                </a:cubicBezTo>
                <a:cubicBezTo>
                  <a:pt x="0" y="10206"/>
                  <a:pt x="646" y="11081"/>
                  <a:pt x="1497" y="11081"/>
                </a:cubicBezTo>
                <a:cubicBezTo>
                  <a:pt x="1676" y="11081"/>
                  <a:pt x="1864" y="11042"/>
                  <a:pt x="2053" y="10957"/>
                </a:cubicBezTo>
                <a:cubicBezTo>
                  <a:pt x="2286" y="10850"/>
                  <a:pt x="2485" y="10665"/>
                  <a:pt x="2589" y="10418"/>
                </a:cubicBezTo>
                <a:cubicBezTo>
                  <a:pt x="2741" y="10079"/>
                  <a:pt x="2741" y="9739"/>
                  <a:pt x="2637" y="9447"/>
                </a:cubicBezTo>
                <a:lnTo>
                  <a:pt x="3268" y="8923"/>
                </a:lnTo>
                <a:lnTo>
                  <a:pt x="4354" y="8923"/>
                </a:lnTo>
                <a:lnTo>
                  <a:pt x="4354" y="9975"/>
                </a:lnTo>
                <a:cubicBezTo>
                  <a:pt x="4354" y="10558"/>
                  <a:pt x="4704" y="11097"/>
                  <a:pt x="5243" y="11330"/>
                </a:cubicBezTo>
                <a:lnTo>
                  <a:pt x="6191" y="11751"/>
                </a:lnTo>
                <a:lnTo>
                  <a:pt x="5114" y="12230"/>
                </a:lnTo>
                <a:cubicBezTo>
                  <a:pt x="4648" y="12441"/>
                  <a:pt x="4343" y="12920"/>
                  <a:pt x="4354" y="13434"/>
                </a:cubicBezTo>
                <a:cubicBezTo>
                  <a:pt x="4368" y="13563"/>
                  <a:pt x="4460" y="13703"/>
                  <a:pt x="4564" y="13762"/>
                </a:cubicBezTo>
                <a:cubicBezTo>
                  <a:pt x="4629" y="13792"/>
                  <a:pt x="4694" y="13805"/>
                  <a:pt x="4755" y="13805"/>
                </a:cubicBezTo>
                <a:cubicBezTo>
                  <a:pt x="4985" y="13805"/>
                  <a:pt x="5173" y="13618"/>
                  <a:pt x="5173" y="13386"/>
                </a:cubicBezTo>
                <a:cubicBezTo>
                  <a:pt x="5162" y="13212"/>
                  <a:pt x="5254" y="13061"/>
                  <a:pt x="5406" y="12991"/>
                </a:cubicBezTo>
                <a:lnTo>
                  <a:pt x="7196" y="12194"/>
                </a:lnTo>
                <a:lnTo>
                  <a:pt x="8971" y="12991"/>
                </a:lnTo>
                <a:cubicBezTo>
                  <a:pt x="9123" y="13061"/>
                  <a:pt x="9218" y="13212"/>
                  <a:pt x="9218" y="13386"/>
                </a:cubicBezTo>
                <a:cubicBezTo>
                  <a:pt x="9209" y="13618"/>
                  <a:pt x="9396" y="13805"/>
                  <a:pt x="9624" y="13805"/>
                </a:cubicBezTo>
                <a:cubicBezTo>
                  <a:pt x="9685" y="13805"/>
                  <a:pt x="9749" y="13792"/>
                  <a:pt x="9813" y="13762"/>
                </a:cubicBezTo>
                <a:cubicBezTo>
                  <a:pt x="9920" y="13703"/>
                  <a:pt x="10012" y="13563"/>
                  <a:pt x="10023" y="13434"/>
                </a:cubicBezTo>
                <a:cubicBezTo>
                  <a:pt x="10035" y="12920"/>
                  <a:pt x="9732" y="12441"/>
                  <a:pt x="9263" y="12230"/>
                </a:cubicBezTo>
                <a:lnTo>
                  <a:pt x="8189" y="11751"/>
                </a:lnTo>
                <a:lnTo>
                  <a:pt x="9137" y="11330"/>
                </a:lnTo>
                <a:cubicBezTo>
                  <a:pt x="9673" y="11097"/>
                  <a:pt x="10023" y="10558"/>
                  <a:pt x="10023" y="9975"/>
                </a:cubicBezTo>
                <a:lnTo>
                  <a:pt x="10023" y="8676"/>
                </a:lnTo>
                <a:cubicBezTo>
                  <a:pt x="10023" y="8092"/>
                  <a:pt x="9673" y="7565"/>
                  <a:pt x="9137" y="7321"/>
                </a:cubicBezTo>
                <a:lnTo>
                  <a:pt x="8189" y="6900"/>
                </a:lnTo>
                <a:lnTo>
                  <a:pt x="9137" y="6479"/>
                </a:lnTo>
                <a:cubicBezTo>
                  <a:pt x="9499" y="6317"/>
                  <a:pt x="9768" y="6036"/>
                  <a:pt x="9908" y="5685"/>
                </a:cubicBezTo>
                <a:lnTo>
                  <a:pt x="11275" y="5685"/>
                </a:lnTo>
                <a:cubicBezTo>
                  <a:pt x="11356" y="5685"/>
                  <a:pt x="11437" y="5660"/>
                  <a:pt x="11507" y="5601"/>
                </a:cubicBezTo>
                <a:lnTo>
                  <a:pt x="12256" y="4984"/>
                </a:lnTo>
                <a:cubicBezTo>
                  <a:pt x="12438" y="5086"/>
                  <a:pt x="12651" y="5147"/>
                  <a:pt x="12878" y="5147"/>
                </a:cubicBezTo>
                <a:cubicBezTo>
                  <a:pt x="13062" y="5147"/>
                  <a:pt x="13255" y="5107"/>
                  <a:pt x="13449" y="5018"/>
                </a:cubicBezTo>
                <a:cubicBezTo>
                  <a:pt x="13682" y="4914"/>
                  <a:pt x="13858" y="4726"/>
                  <a:pt x="13962" y="4504"/>
                </a:cubicBezTo>
                <a:cubicBezTo>
                  <a:pt x="14372" y="3604"/>
                  <a:pt x="13729" y="2726"/>
                  <a:pt x="12876" y="2726"/>
                </a:cubicBezTo>
                <a:cubicBezTo>
                  <a:pt x="12209" y="2726"/>
                  <a:pt x="11662" y="3265"/>
                  <a:pt x="11662" y="3932"/>
                </a:cubicBezTo>
                <a:cubicBezTo>
                  <a:pt x="11662" y="4084"/>
                  <a:pt x="11695" y="4224"/>
                  <a:pt x="11743" y="4364"/>
                </a:cubicBezTo>
                <a:lnTo>
                  <a:pt x="11112" y="4878"/>
                </a:lnTo>
                <a:lnTo>
                  <a:pt x="10023" y="4878"/>
                </a:lnTo>
                <a:lnTo>
                  <a:pt x="10023" y="3826"/>
                </a:lnTo>
                <a:cubicBezTo>
                  <a:pt x="10023" y="3242"/>
                  <a:pt x="9673" y="2715"/>
                  <a:pt x="9137" y="2471"/>
                </a:cubicBezTo>
                <a:lnTo>
                  <a:pt x="8189" y="2050"/>
                </a:lnTo>
                <a:lnTo>
                  <a:pt x="9263" y="1570"/>
                </a:lnTo>
                <a:cubicBezTo>
                  <a:pt x="9732" y="1360"/>
                  <a:pt x="10035" y="880"/>
                  <a:pt x="10023" y="367"/>
                </a:cubicBezTo>
                <a:cubicBezTo>
                  <a:pt x="10012" y="249"/>
                  <a:pt x="9920" y="97"/>
                  <a:pt x="9813" y="50"/>
                </a:cubicBezTo>
                <a:cubicBezTo>
                  <a:pt x="9745" y="16"/>
                  <a:pt x="9678" y="1"/>
                  <a:pt x="9614" y="1"/>
                </a:cubicBezTo>
                <a:cubicBezTo>
                  <a:pt x="9390" y="1"/>
                  <a:pt x="9210" y="185"/>
                  <a:pt x="9218" y="412"/>
                </a:cubicBezTo>
                <a:cubicBezTo>
                  <a:pt x="9218" y="588"/>
                  <a:pt x="9123" y="751"/>
                  <a:pt x="8971" y="810"/>
                </a:cubicBezTo>
                <a:lnTo>
                  <a:pt x="7196" y="1604"/>
                </a:lnTo>
                <a:lnTo>
                  <a:pt x="5406" y="810"/>
                </a:lnTo>
                <a:cubicBezTo>
                  <a:pt x="5254" y="751"/>
                  <a:pt x="5162" y="588"/>
                  <a:pt x="5173" y="412"/>
                </a:cubicBezTo>
                <a:cubicBezTo>
                  <a:pt x="5173" y="185"/>
                  <a:pt x="4990" y="1"/>
                  <a:pt x="476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1435" name="Google Shape;1435;p48"/>
          <p:cNvGrpSpPr/>
          <p:nvPr/>
        </p:nvGrpSpPr>
        <p:grpSpPr>
          <a:xfrm>
            <a:off x="2516463" y="1965625"/>
            <a:ext cx="346050" cy="345100"/>
            <a:chOff x="2541313" y="2118025"/>
            <a:chExt cx="346050" cy="345100"/>
          </a:xfrm>
        </p:grpSpPr>
        <p:sp>
          <p:nvSpPr>
            <p:cNvPr id="1436" name="Google Shape;1436;p48"/>
            <p:cNvSpPr/>
            <p:nvPr/>
          </p:nvSpPr>
          <p:spPr>
            <a:xfrm>
              <a:off x="2581988" y="2362325"/>
              <a:ext cx="60750" cy="60475"/>
            </a:xfrm>
            <a:custGeom>
              <a:rect l="l" t="t" r="r" b="b"/>
              <a:pathLst>
                <a:path w="2430" h="2419" extrusionOk="0">
                  <a:moveTo>
                    <a:pt x="1215" y="806"/>
                  </a:moveTo>
                  <a:cubicBezTo>
                    <a:pt x="1437" y="806"/>
                    <a:pt x="1625" y="982"/>
                    <a:pt x="1625" y="1215"/>
                  </a:cubicBezTo>
                  <a:cubicBezTo>
                    <a:pt x="1625" y="1437"/>
                    <a:pt x="1437" y="1614"/>
                    <a:pt x="1215" y="1614"/>
                  </a:cubicBezTo>
                  <a:cubicBezTo>
                    <a:pt x="994" y="1614"/>
                    <a:pt x="806" y="1437"/>
                    <a:pt x="806" y="1215"/>
                  </a:cubicBezTo>
                  <a:cubicBezTo>
                    <a:pt x="806" y="982"/>
                    <a:pt x="994" y="806"/>
                    <a:pt x="1215" y="806"/>
                  </a:cubicBezTo>
                  <a:close/>
                  <a:moveTo>
                    <a:pt x="1215" y="1"/>
                  </a:moveTo>
                  <a:cubicBezTo>
                    <a:pt x="548" y="1"/>
                    <a:pt x="1" y="539"/>
                    <a:pt x="1" y="1215"/>
                  </a:cubicBezTo>
                  <a:cubicBezTo>
                    <a:pt x="1" y="1883"/>
                    <a:pt x="548" y="2419"/>
                    <a:pt x="1215" y="2419"/>
                  </a:cubicBezTo>
                  <a:cubicBezTo>
                    <a:pt x="1880" y="2419"/>
                    <a:pt x="2430" y="1883"/>
                    <a:pt x="2430" y="1215"/>
                  </a:cubicBezTo>
                  <a:cubicBezTo>
                    <a:pt x="2430" y="539"/>
                    <a:pt x="1880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37" name="Google Shape;1437;p48"/>
            <p:cNvSpPr/>
            <p:nvPr/>
          </p:nvSpPr>
          <p:spPr>
            <a:xfrm>
              <a:off x="2541313" y="2118025"/>
              <a:ext cx="346050" cy="345100"/>
            </a:xfrm>
            <a:custGeom>
              <a:rect l="l" t="t" r="r" b="b"/>
              <a:pathLst>
                <a:path w="13842" h="13803" extrusionOk="0">
                  <a:moveTo>
                    <a:pt x="6892" y="806"/>
                  </a:moveTo>
                  <a:cubicBezTo>
                    <a:pt x="8266" y="806"/>
                    <a:pt x="9388" y="1880"/>
                    <a:pt x="9457" y="3228"/>
                  </a:cubicBezTo>
                  <a:lnTo>
                    <a:pt x="8652" y="3228"/>
                  </a:lnTo>
                  <a:cubicBezTo>
                    <a:pt x="8584" y="2324"/>
                    <a:pt x="7823" y="1613"/>
                    <a:pt x="6898" y="1613"/>
                  </a:cubicBezTo>
                  <a:cubicBezTo>
                    <a:pt x="6875" y="1613"/>
                    <a:pt x="6852" y="1614"/>
                    <a:pt x="6829" y="1615"/>
                  </a:cubicBezTo>
                  <a:cubicBezTo>
                    <a:pt x="5892" y="1660"/>
                    <a:pt x="5157" y="2456"/>
                    <a:pt x="5157" y="3391"/>
                  </a:cubicBezTo>
                  <a:lnTo>
                    <a:pt x="5157" y="4852"/>
                  </a:lnTo>
                  <a:lnTo>
                    <a:pt x="4349" y="4852"/>
                  </a:lnTo>
                  <a:lnTo>
                    <a:pt x="4349" y="3402"/>
                  </a:lnTo>
                  <a:cubicBezTo>
                    <a:pt x="4349" y="2010"/>
                    <a:pt x="5437" y="843"/>
                    <a:pt x="6829" y="807"/>
                  </a:cubicBezTo>
                  <a:cubicBezTo>
                    <a:pt x="6850" y="806"/>
                    <a:pt x="6871" y="806"/>
                    <a:pt x="6892" y="806"/>
                  </a:cubicBezTo>
                  <a:close/>
                  <a:moveTo>
                    <a:pt x="6917" y="7816"/>
                  </a:moveTo>
                  <a:cubicBezTo>
                    <a:pt x="7138" y="7816"/>
                    <a:pt x="7308" y="8001"/>
                    <a:pt x="7308" y="8218"/>
                  </a:cubicBezTo>
                  <a:lnTo>
                    <a:pt x="7308" y="9761"/>
                  </a:lnTo>
                  <a:lnTo>
                    <a:pt x="6500" y="9761"/>
                  </a:lnTo>
                  <a:lnTo>
                    <a:pt x="6500" y="8230"/>
                  </a:lnTo>
                  <a:cubicBezTo>
                    <a:pt x="6500" y="8019"/>
                    <a:pt x="6652" y="7843"/>
                    <a:pt x="6862" y="7820"/>
                  </a:cubicBezTo>
                  <a:cubicBezTo>
                    <a:pt x="6881" y="7818"/>
                    <a:pt x="6899" y="7816"/>
                    <a:pt x="6917" y="7816"/>
                  </a:cubicBezTo>
                  <a:close/>
                  <a:moveTo>
                    <a:pt x="9867" y="5657"/>
                  </a:moveTo>
                  <a:cubicBezTo>
                    <a:pt x="10088" y="5657"/>
                    <a:pt x="10276" y="5845"/>
                    <a:pt x="10276" y="6067"/>
                  </a:cubicBezTo>
                  <a:lnTo>
                    <a:pt x="10276" y="9761"/>
                  </a:lnTo>
                  <a:lnTo>
                    <a:pt x="8113" y="9761"/>
                  </a:lnTo>
                  <a:lnTo>
                    <a:pt x="8113" y="8241"/>
                  </a:lnTo>
                  <a:cubicBezTo>
                    <a:pt x="8113" y="7610"/>
                    <a:pt x="7600" y="7037"/>
                    <a:pt x="6969" y="7015"/>
                  </a:cubicBezTo>
                  <a:cubicBezTo>
                    <a:pt x="6941" y="7013"/>
                    <a:pt x="6914" y="7012"/>
                    <a:pt x="6887" y="7012"/>
                  </a:cubicBezTo>
                  <a:cubicBezTo>
                    <a:pt x="6233" y="7012"/>
                    <a:pt x="5695" y="7556"/>
                    <a:pt x="5695" y="8218"/>
                  </a:cubicBezTo>
                  <a:lnTo>
                    <a:pt x="5695" y="9761"/>
                  </a:lnTo>
                  <a:lnTo>
                    <a:pt x="5390" y="9761"/>
                  </a:lnTo>
                  <a:cubicBezTo>
                    <a:pt x="5028" y="8990"/>
                    <a:pt x="4338" y="8440"/>
                    <a:pt x="3532" y="8230"/>
                  </a:cubicBezTo>
                  <a:lnTo>
                    <a:pt x="3532" y="6067"/>
                  </a:lnTo>
                  <a:cubicBezTo>
                    <a:pt x="3532" y="5845"/>
                    <a:pt x="3718" y="5657"/>
                    <a:pt x="3942" y="5657"/>
                  </a:cubicBezTo>
                  <a:close/>
                  <a:moveTo>
                    <a:pt x="2842" y="8942"/>
                  </a:moveTo>
                  <a:cubicBezTo>
                    <a:pt x="3695" y="8942"/>
                    <a:pt x="4467" y="9492"/>
                    <a:pt x="4747" y="10297"/>
                  </a:cubicBezTo>
                  <a:cubicBezTo>
                    <a:pt x="4806" y="10463"/>
                    <a:pt x="4958" y="10567"/>
                    <a:pt x="5134" y="10567"/>
                  </a:cubicBezTo>
                  <a:lnTo>
                    <a:pt x="12591" y="10567"/>
                  </a:lnTo>
                  <a:cubicBezTo>
                    <a:pt x="12801" y="10567"/>
                    <a:pt x="12975" y="10718"/>
                    <a:pt x="13000" y="10917"/>
                  </a:cubicBezTo>
                  <a:cubicBezTo>
                    <a:pt x="13034" y="11164"/>
                    <a:pt x="12835" y="11374"/>
                    <a:pt x="12602" y="11374"/>
                  </a:cubicBezTo>
                  <a:lnTo>
                    <a:pt x="5134" y="11374"/>
                  </a:lnTo>
                  <a:cubicBezTo>
                    <a:pt x="4958" y="11374"/>
                    <a:pt x="4806" y="11478"/>
                    <a:pt x="4747" y="11644"/>
                  </a:cubicBezTo>
                  <a:cubicBezTo>
                    <a:pt x="4455" y="12449"/>
                    <a:pt x="3695" y="12988"/>
                    <a:pt x="2842" y="12988"/>
                  </a:cubicBezTo>
                  <a:cubicBezTo>
                    <a:pt x="1731" y="12988"/>
                    <a:pt x="820" y="12087"/>
                    <a:pt x="820" y="10965"/>
                  </a:cubicBezTo>
                  <a:cubicBezTo>
                    <a:pt x="820" y="9854"/>
                    <a:pt x="1731" y="8942"/>
                    <a:pt x="2842" y="8942"/>
                  </a:cubicBezTo>
                  <a:close/>
                  <a:moveTo>
                    <a:pt x="11657" y="12180"/>
                  </a:moveTo>
                  <a:lnTo>
                    <a:pt x="11657" y="12988"/>
                  </a:lnTo>
                  <a:lnTo>
                    <a:pt x="10299" y="12988"/>
                  </a:lnTo>
                  <a:lnTo>
                    <a:pt x="10299" y="12180"/>
                  </a:lnTo>
                  <a:close/>
                  <a:moveTo>
                    <a:pt x="6896" y="0"/>
                  </a:moveTo>
                  <a:cubicBezTo>
                    <a:pt x="5040" y="0"/>
                    <a:pt x="3532" y="1510"/>
                    <a:pt x="3532" y="3368"/>
                  </a:cubicBezTo>
                  <a:lnTo>
                    <a:pt x="3532" y="4922"/>
                  </a:lnTo>
                  <a:cubicBezTo>
                    <a:pt x="3064" y="5085"/>
                    <a:pt x="2724" y="5542"/>
                    <a:pt x="2724" y="6067"/>
                  </a:cubicBezTo>
                  <a:lnTo>
                    <a:pt x="2724" y="8137"/>
                  </a:lnTo>
                  <a:cubicBezTo>
                    <a:pt x="1218" y="8193"/>
                    <a:pt x="1" y="9444"/>
                    <a:pt x="1" y="10965"/>
                  </a:cubicBezTo>
                  <a:cubicBezTo>
                    <a:pt x="1" y="12530"/>
                    <a:pt x="1277" y="13804"/>
                    <a:pt x="2831" y="13804"/>
                  </a:cubicBezTo>
                  <a:cubicBezTo>
                    <a:pt x="3928" y="13804"/>
                    <a:pt x="4924" y="13161"/>
                    <a:pt x="5390" y="12180"/>
                  </a:cubicBezTo>
                  <a:lnTo>
                    <a:pt x="7881" y="12180"/>
                  </a:lnTo>
                  <a:lnTo>
                    <a:pt x="7881" y="13383"/>
                  </a:lnTo>
                  <a:cubicBezTo>
                    <a:pt x="7881" y="13593"/>
                    <a:pt x="8032" y="13770"/>
                    <a:pt x="8231" y="13793"/>
                  </a:cubicBezTo>
                  <a:cubicBezTo>
                    <a:pt x="8251" y="13796"/>
                    <a:pt x="8270" y="13797"/>
                    <a:pt x="8289" y="13797"/>
                  </a:cubicBezTo>
                  <a:cubicBezTo>
                    <a:pt x="8508" y="13797"/>
                    <a:pt x="8686" y="13611"/>
                    <a:pt x="8686" y="13397"/>
                  </a:cubicBezTo>
                  <a:lnTo>
                    <a:pt x="8686" y="12180"/>
                  </a:lnTo>
                  <a:lnTo>
                    <a:pt x="9494" y="12180"/>
                  </a:lnTo>
                  <a:lnTo>
                    <a:pt x="9494" y="13397"/>
                  </a:lnTo>
                  <a:cubicBezTo>
                    <a:pt x="9494" y="13619"/>
                    <a:pt x="9679" y="13804"/>
                    <a:pt x="9903" y="13804"/>
                  </a:cubicBezTo>
                  <a:lnTo>
                    <a:pt x="12052" y="13804"/>
                  </a:lnTo>
                  <a:cubicBezTo>
                    <a:pt x="12274" y="13804"/>
                    <a:pt x="12462" y="13619"/>
                    <a:pt x="12462" y="13397"/>
                  </a:cubicBezTo>
                  <a:lnTo>
                    <a:pt x="12462" y="12180"/>
                  </a:lnTo>
                  <a:lnTo>
                    <a:pt x="12580" y="12180"/>
                  </a:lnTo>
                  <a:cubicBezTo>
                    <a:pt x="13211" y="12180"/>
                    <a:pt x="13772" y="11666"/>
                    <a:pt x="13805" y="11035"/>
                  </a:cubicBezTo>
                  <a:cubicBezTo>
                    <a:pt x="13842" y="10334"/>
                    <a:pt x="13281" y="9761"/>
                    <a:pt x="12591" y="9761"/>
                  </a:cubicBezTo>
                  <a:lnTo>
                    <a:pt x="11082" y="9761"/>
                  </a:lnTo>
                  <a:lnTo>
                    <a:pt x="11082" y="6067"/>
                  </a:lnTo>
                  <a:cubicBezTo>
                    <a:pt x="11082" y="5388"/>
                    <a:pt x="10546" y="4852"/>
                    <a:pt x="9867" y="4852"/>
                  </a:cubicBezTo>
                  <a:lnTo>
                    <a:pt x="5962" y="4852"/>
                  </a:lnTo>
                  <a:lnTo>
                    <a:pt x="5962" y="3379"/>
                  </a:lnTo>
                  <a:cubicBezTo>
                    <a:pt x="5962" y="2888"/>
                    <a:pt x="6349" y="2456"/>
                    <a:pt x="6840" y="2420"/>
                  </a:cubicBezTo>
                  <a:cubicBezTo>
                    <a:pt x="6860" y="2419"/>
                    <a:pt x="6879" y="2418"/>
                    <a:pt x="6899" y="2418"/>
                  </a:cubicBezTo>
                  <a:cubicBezTo>
                    <a:pt x="7422" y="2418"/>
                    <a:pt x="7844" y="2849"/>
                    <a:pt x="7844" y="3368"/>
                  </a:cubicBezTo>
                  <a:lnTo>
                    <a:pt x="7844" y="3635"/>
                  </a:lnTo>
                  <a:cubicBezTo>
                    <a:pt x="7844" y="3859"/>
                    <a:pt x="8032" y="4044"/>
                    <a:pt x="8254" y="4044"/>
                  </a:cubicBezTo>
                  <a:lnTo>
                    <a:pt x="9867" y="4044"/>
                  </a:lnTo>
                  <a:cubicBezTo>
                    <a:pt x="10088" y="4044"/>
                    <a:pt x="10276" y="3859"/>
                    <a:pt x="10276" y="3635"/>
                  </a:cubicBezTo>
                  <a:lnTo>
                    <a:pt x="10276" y="3402"/>
                  </a:lnTo>
                  <a:cubicBezTo>
                    <a:pt x="10276" y="1578"/>
                    <a:pt x="8826" y="47"/>
                    <a:pt x="7003" y="2"/>
                  </a:cubicBezTo>
                  <a:cubicBezTo>
                    <a:pt x="6967" y="1"/>
                    <a:pt x="6932" y="0"/>
                    <a:pt x="68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438" name="Google Shape;1438;p48"/>
          <p:cNvGrpSpPr/>
          <p:nvPr/>
        </p:nvGrpSpPr>
        <p:grpSpPr>
          <a:xfrm>
            <a:off x="4020850" y="1965650"/>
            <a:ext cx="345150" cy="345075"/>
            <a:chOff x="4036338" y="2118050"/>
            <a:chExt cx="345150" cy="345075"/>
          </a:xfrm>
        </p:grpSpPr>
        <p:sp>
          <p:nvSpPr>
            <p:cNvPr id="1439" name="Google Shape;1439;p48"/>
            <p:cNvSpPr/>
            <p:nvPr/>
          </p:nvSpPr>
          <p:spPr>
            <a:xfrm>
              <a:off x="4090963" y="2118050"/>
              <a:ext cx="235900" cy="345075"/>
            </a:xfrm>
            <a:custGeom>
              <a:rect l="l" t="t" r="r" b="b"/>
              <a:pathLst>
                <a:path w="9436" h="13803" extrusionOk="0">
                  <a:moveTo>
                    <a:pt x="4725" y="806"/>
                  </a:moveTo>
                  <a:cubicBezTo>
                    <a:pt x="6464" y="806"/>
                    <a:pt x="7951" y="1950"/>
                    <a:pt x="8453" y="3530"/>
                  </a:cubicBezTo>
                  <a:cubicBezTo>
                    <a:pt x="7612" y="2792"/>
                    <a:pt x="6268" y="1880"/>
                    <a:pt x="4725" y="1880"/>
                  </a:cubicBezTo>
                  <a:cubicBezTo>
                    <a:pt x="3168" y="1880"/>
                    <a:pt x="1824" y="2792"/>
                    <a:pt x="994" y="3530"/>
                  </a:cubicBezTo>
                  <a:cubicBezTo>
                    <a:pt x="1499" y="1950"/>
                    <a:pt x="2972" y="806"/>
                    <a:pt x="4725" y="806"/>
                  </a:cubicBezTo>
                  <a:close/>
                  <a:moveTo>
                    <a:pt x="2082" y="3704"/>
                  </a:moveTo>
                  <a:lnTo>
                    <a:pt x="2082" y="3704"/>
                  </a:lnTo>
                  <a:cubicBezTo>
                    <a:pt x="1953" y="4021"/>
                    <a:pt x="1894" y="4360"/>
                    <a:pt x="1894" y="4711"/>
                  </a:cubicBezTo>
                  <a:cubicBezTo>
                    <a:pt x="1894" y="5073"/>
                    <a:pt x="1953" y="5412"/>
                    <a:pt x="2082" y="5726"/>
                  </a:cubicBezTo>
                  <a:cubicBezTo>
                    <a:pt x="1569" y="5353"/>
                    <a:pt x="1171" y="4955"/>
                    <a:pt x="949" y="4711"/>
                  </a:cubicBezTo>
                  <a:cubicBezTo>
                    <a:pt x="1171" y="4464"/>
                    <a:pt x="1569" y="4080"/>
                    <a:pt x="2082" y="3704"/>
                  </a:cubicBezTo>
                  <a:close/>
                  <a:moveTo>
                    <a:pt x="7365" y="3704"/>
                  </a:moveTo>
                  <a:cubicBezTo>
                    <a:pt x="7867" y="4080"/>
                    <a:pt x="8265" y="4464"/>
                    <a:pt x="8498" y="4711"/>
                  </a:cubicBezTo>
                  <a:cubicBezTo>
                    <a:pt x="8265" y="4966"/>
                    <a:pt x="7867" y="5353"/>
                    <a:pt x="7365" y="5726"/>
                  </a:cubicBezTo>
                  <a:cubicBezTo>
                    <a:pt x="7483" y="5412"/>
                    <a:pt x="7553" y="5073"/>
                    <a:pt x="7553" y="4711"/>
                  </a:cubicBezTo>
                  <a:cubicBezTo>
                    <a:pt x="7553" y="4360"/>
                    <a:pt x="7483" y="4021"/>
                    <a:pt x="7365" y="3704"/>
                  </a:cubicBezTo>
                  <a:close/>
                  <a:moveTo>
                    <a:pt x="4725" y="2688"/>
                  </a:moveTo>
                  <a:cubicBezTo>
                    <a:pt x="5833" y="2688"/>
                    <a:pt x="6745" y="3600"/>
                    <a:pt x="6745" y="4711"/>
                  </a:cubicBezTo>
                  <a:cubicBezTo>
                    <a:pt x="6745" y="5833"/>
                    <a:pt x="5833" y="6733"/>
                    <a:pt x="4725" y="6733"/>
                  </a:cubicBezTo>
                  <a:cubicBezTo>
                    <a:pt x="3603" y="6733"/>
                    <a:pt x="2702" y="5833"/>
                    <a:pt x="2702" y="4711"/>
                  </a:cubicBezTo>
                  <a:cubicBezTo>
                    <a:pt x="2702" y="3600"/>
                    <a:pt x="3603" y="2688"/>
                    <a:pt x="4725" y="2688"/>
                  </a:cubicBezTo>
                  <a:close/>
                  <a:moveTo>
                    <a:pt x="994" y="5892"/>
                  </a:moveTo>
                  <a:lnTo>
                    <a:pt x="994" y="5892"/>
                  </a:lnTo>
                  <a:cubicBezTo>
                    <a:pt x="1836" y="6638"/>
                    <a:pt x="3168" y="7550"/>
                    <a:pt x="4725" y="7550"/>
                  </a:cubicBezTo>
                  <a:cubicBezTo>
                    <a:pt x="6268" y="7550"/>
                    <a:pt x="7612" y="6638"/>
                    <a:pt x="8442" y="5892"/>
                  </a:cubicBezTo>
                  <a:lnTo>
                    <a:pt x="8442" y="5892"/>
                  </a:lnTo>
                  <a:cubicBezTo>
                    <a:pt x="8232" y="6557"/>
                    <a:pt x="7845" y="7165"/>
                    <a:pt x="7306" y="7631"/>
                  </a:cubicBezTo>
                  <a:cubicBezTo>
                    <a:pt x="6711" y="8170"/>
                    <a:pt x="6324" y="8908"/>
                    <a:pt x="6232" y="9701"/>
                  </a:cubicBezTo>
                  <a:lnTo>
                    <a:pt x="3216" y="9701"/>
                  </a:lnTo>
                  <a:cubicBezTo>
                    <a:pt x="3112" y="8908"/>
                    <a:pt x="2736" y="8170"/>
                    <a:pt x="2130" y="7631"/>
                  </a:cubicBezTo>
                  <a:cubicBezTo>
                    <a:pt x="1592" y="7165"/>
                    <a:pt x="1204" y="6557"/>
                    <a:pt x="994" y="5892"/>
                  </a:cubicBezTo>
                  <a:close/>
                  <a:moveTo>
                    <a:pt x="6209" y="10507"/>
                  </a:moveTo>
                  <a:lnTo>
                    <a:pt x="6209" y="11244"/>
                  </a:lnTo>
                  <a:cubicBezTo>
                    <a:pt x="6209" y="11315"/>
                    <a:pt x="6139" y="11373"/>
                    <a:pt x="6069" y="11373"/>
                  </a:cubicBezTo>
                  <a:lnTo>
                    <a:pt x="3367" y="11373"/>
                  </a:lnTo>
                  <a:cubicBezTo>
                    <a:pt x="3297" y="11373"/>
                    <a:pt x="3238" y="11315"/>
                    <a:pt x="3238" y="11244"/>
                  </a:cubicBezTo>
                  <a:lnTo>
                    <a:pt x="3238" y="10507"/>
                  </a:lnTo>
                  <a:close/>
                  <a:moveTo>
                    <a:pt x="5659" y="12179"/>
                  </a:moveTo>
                  <a:lnTo>
                    <a:pt x="5659" y="12588"/>
                  </a:lnTo>
                  <a:cubicBezTo>
                    <a:pt x="5659" y="12810"/>
                    <a:pt x="5482" y="12987"/>
                    <a:pt x="5261" y="12987"/>
                  </a:cubicBezTo>
                  <a:lnTo>
                    <a:pt x="4186" y="12987"/>
                  </a:lnTo>
                  <a:cubicBezTo>
                    <a:pt x="3965" y="12987"/>
                    <a:pt x="3777" y="12810"/>
                    <a:pt x="3777" y="12588"/>
                  </a:cubicBezTo>
                  <a:lnTo>
                    <a:pt x="3777" y="12179"/>
                  </a:lnTo>
                  <a:close/>
                  <a:moveTo>
                    <a:pt x="4725" y="1"/>
                  </a:moveTo>
                  <a:cubicBezTo>
                    <a:pt x="2116" y="1"/>
                    <a:pt x="1" y="2116"/>
                    <a:pt x="1" y="4711"/>
                  </a:cubicBezTo>
                  <a:cubicBezTo>
                    <a:pt x="1" y="6066"/>
                    <a:pt x="587" y="7351"/>
                    <a:pt x="1592" y="8240"/>
                  </a:cubicBezTo>
                  <a:cubicBezTo>
                    <a:pt x="2130" y="8708"/>
                    <a:pt x="2433" y="9399"/>
                    <a:pt x="2433" y="10111"/>
                  </a:cubicBezTo>
                  <a:lnTo>
                    <a:pt x="2433" y="11244"/>
                  </a:lnTo>
                  <a:cubicBezTo>
                    <a:pt x="2433" y="11618"/>
                    <a:pt x="2655" y="11935"/>
                    <a:pt x="2972" y="12086"/>
                  </a:cubicBezTo>
                  <a:lnTo>
                    <a:pt x="2972" y="12588"/>
                  </a:lnTo>
                  <a:cubicBezTo>
                    <a:pt x="2972" y="13256"/>
                    <a:pt x="3508" y="13803"/>
                    <a:pt x="4186" y="13803"/>
                  </a:cubicBezTo>
                  <a:lnTo>
                    <a:pt x="5261" y="13803"/>
                  </a:lnTo>
                  <a:cubicBezTo>
                    <a:pt x="5929" y="13803"/>
                    <a:pt x="6478" y="13256"/>
                    <a:pt x="6478" y="12588"/>
                  </a:cubicBezTo>
                  <a:lnTo>
                    <a:pt x="6478" y="12086"/>
                  </a:lnTo>
                  <a:cubicBezTo>
                    <a:pt x="6793" y="11935"/>
                    <a:pt x="7014" y="11618"/>
                    <a:pt x="7014" y="11244"/>
                  </a:cubicBezTo>
                  <a:lnTo>
                    <a:pt x="7014" y="10111"/>
                  </a:lnTo>
                  <a:cubicBezTo>
                    <a:pt x="7014" y="9399"/>
                    <a:pt x="7320" y="8708"/>
                    <a:pt x="7845" y="8240"/>
                  </a:cubicBezTo>
                  <a:cubicBezTo>
                    <a:pt x="8863" y="7351"/>
                    <a:pt x="9435" y="6066"/>
                    <a:pt x="9435" y="4711"/>
                  </a:cubicBezTo>
                  <a:cubicBezTo>
                    <a:pt x="9435" y="2116"/>
                    <a:pt x="7320" y="1"/>
                    <a:pt x="47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40" name="Google Shape;1440;p48"/>
            <p:cNvSpPr/>
            <p:nvPr/>
          </p:nvSpPr>
          <p:spPr>
            <a:xfrm>
              <a:off x="4341138" y="2225850"/>
              <a:ext cx="40350" cy="20225"/>
            </a:xfrm>
            <a:custGeom>
              <a:rect l="l" t="t" r="r" b="b"/>
              <a:pathLst>
                <a:path w="1613" h="809" extrusionOk="0">
                  <a:moveTo>
                    <a:pt x="399" y="0"/>
                  </a:moveTo>
                  <a:cubicBezTo>
                    <a:pt x="174" y="0"/>
                    <a:pt x="0" y="177"/>
                    <a:pt x="0" y="399"/>
                  </a:cubicBezTo>
                  <a:cubicBezTo>
                    <a:pt x="0" y="620"/>
                    <a:pt x="174" y="808"/>
                    <a:pt x="399" y="808"/>
                  </a:cubicBezTo>
                  <a:lnTo>
                    <a:pt x="1215" y="808"/>
                  </a:lnTo>
                  <a:cubicBezTo>
                    <a:pt x="1437" y="808"/>
                    <a:pt x="1614" y="620"/>
                    <a:pt x="1614" y="399"/>
                  </a:cubicBezTo>
                  <a:cubicBezTo>
                    <a:pt x="1614" y="177"/>
                    <a:pt x="1437" y="0"/>
                    <a:pt x="1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41" name="Google Shape;1441;p48"/>
            <p:cNvSpPr/>
            <p:nvPr/>
          </p:nvSpPr>
          <p:spPr>
            <a:xfrm>
              <a:off x="4332938" y="2158375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1166" y="1"/>
                  </a:moveTo>
                  <a:cubicBezTo>
                    <a:pt x="1097" y="1"/>
                    <a:pt x="1026" y="19"/>
                    <a:pt x="960" y="57"/>
                  </a:cubicBezTo>
                  <a:lnTo>
                    <a:pt x="258" y="455"/>
                  </a:lnTo>
                  <a:cubicBezTo>
                    <a:pt x="70" y="573"/>
                    <a:pt x="0" y="817"/>
                    <a:pt x="107" y="1016"/>
                  </a:cubicBezTo>
                  <a:cubicBezTo>
                    <a:pt x="183" y="1141"/>
                    <a:pt x="318" y="1214"/>
                    <a:pt x="459" y="1214"/>
                  </a:cubicBezTo>
                  <a:cubicBezTo>
                    <a:pt x="529" y="1214"/>
                    <a:pt x="601" y="1196"/>
                    <a:pt x="668" y="1157"/>
                  </a:cubicBezTo>
                  <a:lnTo>
                    <a:pt x="1369" y="758"/>
                  </a:lnTo>
                  <a:cubicBezTo>
                    <a:pt x="1554" y="643"/>
                    <a:pt x="1625" y="396"/>
                    <a:pt x="1510" y="197"/>
                  </a:cubicBezTo>
                  <a:cubicBezTo>
                    <a:pt x="1438" y="73"/>
                    <a:pt x="1306" y="1"/>
                    <a:pt x="11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42" name="Google Shape;1442;p48"/>
            <p:cNvSpPr/>
            <p:nvPr/>
          </p:nvSpPr>
          <p:spPr>
            <a:xfrm>
              <a:off x="4332938" y="2283075"/>
              <a:ext cx="40625" cy="30425"/>
            </a:xfrm>
            <a:custGeom>
              <a:rect l="l" t="t" r="r" b="b"/>
              <a:pathLst>
                <a:path w="1625" h="1217" extrusionOk="0">
                  <a:moveTo>
                    <a:pt x="472" y="0"/>
                  </a:moveTo>
                  <a:cubicBezTo>
                    <a:pt x="327" y="0"/>
                    <a:pt x="186" y="74"/>
                    <a:pt x="107" y="203"/>
                  </a:cubicBezTo>
                  <a:cubicBezTo>
                    <a:pt x="0" y="399"/>
                    <a:pt x="70" y="646"/>
                    <a:pt x="258" y="750"/>
                  </a:cubicBezTo>
                  <a:lnTo>
                    <a:pt x="960" y="1159"/>
                  </a:lnTo>
                  <a:cubicBezTo>
                    <a:pt x="1026" y="1198"/>
                    <a:pt x="1096" y="1217"/>
                    <a:pt x="1165" y="1217"/>
                  </a:cubicBezTo>
                  <a:cubicBezTo>
                    <a:pt x="1305" y="1217"/>
                    <a:pt x="1438" y="1141"/>
                    <a:pt x="1510" y="1008"/>
                  </a:cubicBezTo>
                  <a:cubicBezTo>
                    <a:pt x="1625" y="820"/>
                    <a:pt x="1554" y="576"/>
                    <a:pt x="1369" y="458"/>
                  </a:cubicBezTo>
                  <a:lnTo>
                    <a:pt x="668" y="48"/>
                  </a:lnTo>
                  <a:cubicBezTo>
                    <a:pt x="605" y="16"/>
                    <a:pt x="538" y="0"/>
                    <a:pt x="4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43" name="Google Shape;1443;p48"/>
            <p:cNvSpPr/>
            <p:nvPr/>
          </p:nvSpPr>
          <p:spPr>
            <a:xfrm>
              <a:off x="4036338" y="2225850"/>
              <a:ext cx="40625" cy="20225"/>
            </a:xfrm>
            <a:custGeom>
              <a:rect l="l" t="t" r="r" b="b"/>
              <a:pathLst>
                <a:path w="1625" h="809" extrusionOk="0">
                  <a:moveTo>
                    <a:pt x="410" y="0"/>
                  </a:moveTo>
                  <a:cubicBezTo>
                    <a:pt x="188" y="0"/>
                    <a:pt x="1" y="177"/>
                    <a:pt x="1" y="399"/>
                  </a:cubicBezTo>
                  <a:cubicBezTo>
                    <a:pt x="1" y="620"/>
                    <a:pt x="188" y="808"/>
                    <a:pt x="410" y="808"/>
                  </a:cubicBezTo>
                  <a:lnTo>
                    <a:pt x="1215" y="808"/>
                  </a:lnTo>
                  <a:cubicBezTo>
                    <a:pt x="1440" y="808"/>
                    <a:pt x="1625" y="620"/>
                    <a:pt x="1625" y="399"/>
                  </a:cubicBezTo>
                  <a:cubicBezTo>
                    <a:pt x="1625" y="177"/>
                    <a:pt x="1440" y="0"/>
                    <a:pt x="1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44" name="Google Shape;1444;p48"/>
            <p:cNvSpPr/>
            <p:nvPr/>
          </p:nvSpPr>
          <p:spPr>
            <a:xfrm>
              <a:off x="4044538" y="2158375"/>
              <a:ext cx="40650" cy="30375"/>
            </a:xfrm>
            <a:custGeom>
              <a:rect l="l" t="t" r="r" b="b"/>
              <a:pathLst>
                <a:path w="1626" h="1215" extrusionOk="0">
                  <a:moveTo>
                    <a:pt x="456" y="1"/>
                  </a:moveTo>
                  <a:cubicBezTo>
                    <a:pt x="319" y="1"/>
                    <a:pt x="183" y="73"/>
                    <a:pt x="105" y="197"/>
                  </a:cubicBezTo>
                  <a:cubicBezTo>
                    <a:pt x="1" y="396"/>
                    <a:pt x="60" y="643"/>
                    <a:pt x="256" y="758"/>
                  </a:cubicBezTo>
                  <a:lnTo>
                    <a:pt x="957" y="1157"/>
                  </a:lnTo>
                  <a:cubicBezTo>
                    <a:pt x="1020" y="1196"/>
                    <a:pt x="1091" y="1214"/>
                    <a:pt x="1161" y="1214"/>
                  </a:cubicBezTo>
                  <a:cubicBezTo>
                    <a:pt x="1301" y="1214"/>
                    <a:pt x="1438" y="1141"/>
                    <a:pt x="1507" y="1016"/>
                  </a:cubicBezTo>
                  <a:cubicBezTo>
                    <a:pt x="1625" y="817"/>
                    <a:pt x="1555" y="573"/>
                    <a:pt x="1356" y="455"/>
                  </a:cubicBezTo>
                  <a:lnTo>
                    <a:pt x="654" y="57"/>
                  </a:lnTo>
                  <a:cubicBezTo>
                    <a:pt x="592" y="19"/>
                    <a:pt x="524" y="1"/>
                    <a:pt x="4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45" name="Google Shape;1445;p48"/>
            <p:cNvSpPr/>
            <p:nvPr/>
          </p:nvSpPr>
          <p:spPr>
            <a:xfrm>
              <a:off x="4044538" y="2283075"/>
              <a:ext cx="40650" cy="30425"/>
            </a:xfrm>
            <a:custGeom>
              <a:rect l="l" t="t" r="r" b="b"/>
              <a:pathLst>
                <a:path w="1626" h="1217" extrusionOk="0">
                  <a:moveTo>
                    <a:pt x="1148" y="0"/>
                  </a:moveTo>
                  <a:cubicBezTo>
                    <a:pt x="1082" y="0"/>
                    <a:pt x="1016" y="16"/>
                    <a:pt x="957" y="48"/>
                  </a:cubicBezTo>
                  <a:lnTo>
                    <a:pt x="256" y="458"/>
                  </a:lnTo>
                  <a:cubicBezTo>
                    <a:pt x="60" y="576"/>
                    <a:pt x="1" y="820"/>
                    <a:pt x="105" y="1008"/>
                  </a:cubicBezTo>
                  <a:cubicBezTo>
                    <a:pt x="183" y="1141"/>
                    <a:pt x="319" y="1217"/>
                    <a:pt x="456" y="1217"/>
                  </a:cubicBezTo>
                  <a:cubicBezTo>
                    <a:pt x="524" y="1217"/>
                    <a:pt x="592" y="1198"/>
                    <a:pt x="654" y="1159"/>
                  </a:cubicBezTo>
                  <a:lnTo>
                    <a:pt x="1356" y="750"/>
                  </a:lnTo>
                  <a:cubicBezTo>
                    <a:pt x="1555" y="646"/>
                    <a:pt x="1625" y="399"/>
                    <a:pt x="1507" y="203"/>
                  </a:cubicBezTo>
                  <a:cubicBezTo>
                    <a:pt x="1436" y="74"/>
                    <a:pt x="1292" y="0"/>
                    <a:pt x="11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46" name="Google Shape;1446;p48"/>
            <p:cNvSpPr/>
            <p:nvPr/>
          </p:nvSpPr>
          <p:spPr>
            <a:xfrm>
              <a:off x="4178638" y="2205725"/>
              <a:ext cx="60825" cy="60475"/>
            </a:xfrm>
            <a:custGeom>
              <a:rect l="l" t="t" r="r" b="b"/>
              <a:pathLst>
                <a:path w="2433" h="2419" extrusionOk="0">
                  <a:moveTo>
                    <a:pt x="1218" y="805"/>
                  </a:moveTo>
                  <a:cubicBezTo>
                    <a:pt x="1440" y="805"/>
                    <a:pt x="1614" y="982"/>
                    <a:pt x="1614" y="1204"/>
                  </a:cubicBezTo>
                  <a:cubicBezTo>
                    <a:pt x="1614" y="1425"/>
                    <a:pt x="1440" y="1613"/>
                    <a:pt x="1218" y="1613"/>
                  </a:cubicBezTo>
                  <a:cubicBezTo>
                    <a:pt x="994" y="1613"/>
                    <a:pt x="808" y="1425"/>
                    <a:pt x="808" y="1204"/>
                  </a:cubicBezTo>
                  <a:cubicBezTo>
                    <a:pt x="808" y="982"/>
                    <a:pt x="994" y="805"/>
                    <a:pt x="1218" y="805"/>
                  </a:cubicBezTo>
                  <a:close/>
                  <a:moveTo>
                    <a:pt x="1218" y="0"/>
                  </a:moveTo>
                  <a:cubicBezTo>
                    <a:pt x="550" y="0"/>
                    <a:pt x="1" y="536"/>
                    <a:pt x="1" y="1204"/>
                  </a:cubicBezTo>
                  <a:cubicBezTo>
                    <a:pt x="1" y="1880"/>
                    <a:pt x="550" y="2419"/>
                    <a:pt x="1218" y="2419"/>
                  </a:cubicBezTo>
                  <a:cubicBezTo>
                    <a:pt x="1883" y="2419"/>
                    <a:pt x="2433" y="1880"/>
                    <a:pt x="2433" y="1204"/>
                  </a:cubicBezTo>
                  <a:cubicBezTo>
                    <a:pt x="2433" y="536"/>
                    <a:pt x="1883" y="0"/>
                    <a:pt x="1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447" name="Google Shape;1447;p48"/>
          <p:cNvGrpSpPr/>
          <p:nvPr/>
        </p:nvGrpSpPr>
        <p:grpSpPr>
          <a:xfrm>
            <a:off x="3253913" y="1965650"/>
            <a:ext cx="345150" cy="345075"/>
            <a:chOff x="3269563" y="2118050"/>
            <a:chExt cx="345150" cy="345075"/>
          </a:xfrm>
        </p:grpSpPr>
        <p:sp>
          <p:nvSpPr>
            <p:cNvPr id="1448" name="Google Shape;1448;p48"/>
            <p:cNvSpPr/>
            <p:nvPr/>
          </p:nvSpPr>
          <p:spPr>
            <a:xfrm>
              <a:off x="3324213" y="2118050"/>
              <a:ext cx="235800" cy="345075"/>
            </a:xfrm>
            <a:custGeom>
              <a:rect l="l" t="t" r="r" b="b"/>
              <a:pathLst>
                <a:path w="9432" h="13803" extrusionOk="0">
                  <a:moveTo>
                    <a:pt x="4710" y="806"/>
                  </a:moveTo>
                  <a:cubicBezTo>
                    <a:pt x="6873" y="806"/>
                    <a:pt x="8627" y="2559"/>
                    <a:pt x="8627" y="4711"/>
                  </a:cubicBezTo>
                  <a:cubicBezTo>
                    <a:pt x="8627" y="5833"/>
                    <a:pt x="8147" y="6896"/>
                    <a:pt x="7305" y="7631"/>
                  </a:cubicBezTo>
                  <a:cubicBezTo>
                    <a:pt x="6697" y="8170"/>
                    <a:pt x="6324" y="8908"/>
                    <a:pt x="6220" y="9701"/>
                  </a:cubicBezTo>
                  <a:lnTo>
                    <a:pt x="3204" y="9701"/>
                  </a:lnTo>
                  <a:cubicBezTo>
                    <a:pt x="3109" y="8908"/>
                    <a:pt x="2724" y="8170"/>
                    <a:pt x="2127" y="7631"/>
                  </a:cubicBezTo>
                  <a:cubicBezTo>
                    <a:pt x="1285" y="6896"/>
                    <a:pt x="805" y="5833"/>
                    <a:pt x="805" y="4711"/>
                  </a:cubicBezTo>
                  <a:cubicBezTo>
                    <a:pt x="805" y="2559"/>
                    <a:pt x="2559" y="806"/>
                    <a:pt x="4710" y="806"/>
                  </a:cubicBezTo>
                  <a:close/>
                  <a:moveTo>
                    <a:pt x="6194" y="10507"/>
                  </a:moveTo>
                  <a:lnTo>
                    <a:pt x="6194" y="11244"/>
                  </a:lnTo>
                  <a:cubicBezTo>
                    <a:pt x="6194" y="11315"/>
                    <a:pt x="6136" y="11373"/>
                    <a:pt x="6065" y="11373"/>
                  </a:cubicBezTo>
                  <a:lnTo>
                    <a:pt x="3367" y="11373"/>
                  </a:lnTo>
                  <a:cubicBezTo>
                    <a:pt x="3297" y="11373"/>
                    <a:pt x="3226" y="11315"/>
                    <a:pt x="3226" y="11244"/>
                  </a:cubicBezTo>
                  <a:lnTo>
                    <a:pt x="3226" y="10507"/>
                  </a:lnTo>
                  <a:close/>
                  <a:moveTo>
                    <a:pt x="5659" y="12179"/>
                  </a:moveTo>
                  <a:lnTo>
                    <a:pt x="5659" y="12588"/>
                  </a:lnTo>
                  <a:cubicBezTo>
                    <a:pt x="5659" y="12810"/>
                    <a:pt x="5471" y="12987"/>
                    <a:pt x="5249" y="12987"/>
                  </a:cubicBezTo>
                  <a:lnTo>
                    <a:pt x="4172" y="12987"/>
                  </a:lnTo>
                  <a:cubicBezTo>
                    <a:pt x="3950" y="12987"/>
                    <a:pt x="3776" y="12810"/>
                    <a:pt x="3776" y="12588"/>
                  </a:cubicBezTo>
                  <a:lnTo>
                    <a:pt x="3776" y="12179"/>
                  </a:lnTo>
                  <a:close/>
                  <a:moveTo>
                    <a:pt x="4710" y="1"/>
                  </a:moveTo>
                  <a:cubicBezTo>
                    <a:pt x="2116" y="1"/>
                    <a:pt x="0" y="2116"/>
                    <a:pt x="0" y="4711"/>
                  </a:cubicBezTo>
                  <a:cubicBezTo>
                    <a:pt x="0" y="6066"/>
                    <a:pt x="573" y="7351"/>
                    <a:pt x="1591" y="8240"/>
                  </a:cubicBezTo>
                  <a:cubicBezTo>
                    <a:pt x="2116" y="8708"/>
                    <a:pt x="2418" y="9399"/>
                    <a:pt x="2418" y="10111"/>
                  </a:cubicBezTo>
                  <a:lnTo>
                    <a:pt x="2418" y="11244"/>
                  </a:lnTo>
                  <a:cubicBezTo>
                    <a:pt x="2418" y="11618"/>
                    <a:pt x="2643" y="11935"/>
                    <a:pt x="2957" y="12086"/>
                  </a:cubicBezTo>
                  <a:lnTo>
                    <a:pt x="2957" y="12588"/>
                  </a:lnTo>
                  <a:cubicBezTo>
                    <a:pt x="2957" y="13256"/>
                    <a:pt x="3507" y="13803"/>
                    <a:pt x="4172" y="13803"/>
                  </a:cubicBezTo>
                  <a:lnTo>
                    <a:pt x="5249" y="13803"/>
                  </a:lnTo>
                  <a:cubicBezTo>
                    <a:pt x="5925" y="13803"/>
                    <a:pt x="6464" y="13256"/>
                    <a:pt x="6464" y="12588"/>
                  </a:cubicBezTo>
                  <a:lnTo>
                    <a:pt x="6464" y="12086"/>
                  </a:lnTo>
                  <a:cubicBezTo>
                    <a:pt x="6781" y="11935"/>
                    <a:pt x="7002" y="11618"/>
                    <a:pt x="7002" y="11244"/>
                  </a:cubicBezTo>
                  <a:lnTo>
                    <a:pt x="7002" y="10111"/>
                  </a:lnTo>
                  <a:cubicBezTo>
                    <a:pt x="7002" y="9399"/>
                    <a:pt x="7305" y="8708"/>
                    <a:pt x="7844" y="8240"/>
                  </a:cubicBezTo>
                  <a:cubicBezTo>
                    <a:pt x="8848" y="7351"/>
                    <a:pt x="9432" y="6066"/>
                    <a:pt x="9432" y="4711"/>
                  </a:cubicBezTo>
                  <a:cubicBezTo>
                    <a:pt x="9432" y="2116"/>
                    <a:pt x="7317" y="1"/>
                    <a:pt x="47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49" name="Google Shape;1449;p48"/>
            <p:cNvSpPr/>
            <p:nvPr/>
          </p:nvSpPr>
          <p:spPr>
            <a:xfrm>
              <a:off x="3574013" y="2225850"/>
              <a:ext cx="40700" cy="20225"/>
            </a:xfrm>
            <a:custGeom>
              <a:rect l="l" t="t" r="r" b="b"/>
              <a:pathLst>
                <a:path w="1628" h="809" extrusionOk="0">
                  <a:moveTo>
                    <a:pt x="410" y="0"/>
                  </a:moveTo>
                  <a:cubicBezTo>
                    <a:pt x="189" y="0"/>
                    <a:pt x="1" y="177"/>
                    <a:pt x="1" y="399"/>
                  </a:cubicBezTo>
                  <a:cubicBezTo>
                    <a:pt x="1" y="620"/>
                    <a:pt x="189" y="808"/>
                    <a:pt x="410" y="808"/>
                  </a:cubicBezTo>
                  <a:lnTo>
                    <a:pt x="1218" y="808"/>
                  </a:lnTo>
                  <a:cubicBezTo>
                    <a:pt x="1440" y="808"/>
                    <a:pt x="1628" y="620"/>
                    <a:pt x="1628" y="399"/>
                  </a:cubicBezTo>
                  <a:cubicBezTo>
                    <a:pt x="1628" y="177"/>
                    <a:pt x="1440" y="0"/>
                    <a:pt x="12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50" name="Google Shape;1450;p48"/>
            <p:cNvSpPr/>
            <p:nvPr/>
          </p:nvSpPr>
          <p:spPr>
            <a:xfrm>
              <a:off x="3565888" y="2158375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1168" y="1"/>
                  </a:moveTo>
                  <a:cubicBezTo>
                    <a:pt x="1101" y="1"/>
                    <a:pt x="1032" y="19"/>
                    <a:pt x="971" y="57"/>
                  </a:cubicBezTo>
                  <a:lnTo>
                    <a:pt x="270" y="455"/>
                  </a:lnTo>
                  <a:cubicBezTo>
                    <a:pt x="71" y="573"/>
                    <a:pt x="0" y="817"/>
                    <a:pt x="115" y="1016"/>
                  </a:cubicBezTo>
                  <a:cubicBezTo>
                    <a:pt x="186" y="1141"/>
                    <a:pt x="325" y="1214"/>
                    <a:pt x="464" y="1214"/>
                  </a:cubicBezTo>
                  <a:cubicBezTo>
                    <a:pt x="533" y="1214"/>
                    <a:pt x="603" y="1196"/>
                    <a:pt x="665" y="1157"/>
                  </a:cubicBezTo>
                  <a:lnTo>
                    <a:pt x="1367" y="758"/>
                  </a:lnTo>
                  <a:cubicBezTo>
                    <a:pt x="1566" y="643"/>
                    <a:pt x="1625" y="396"/>
                    <a:pt x="1518" y="197"/>
                  </a:cubicBezTo>
                  <a:cubicBezTo>
                    <a:pt x="1441" y="73"/>
                    <a:pt x="1305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51" name="Google Shape;1451;p48"/>
            <p:cNvSpPr/>
            <p:nvPr/>
          </p:nvSpPr>
          <p:spPr>
            <a:xfrm>
              <a:off x="3565888" y="2283075"/>
              <a:ext cx="40625" cy="30425"/>
            </a:xfrm>
            <a:custGeom>
              <a:rect l="l" t="t" r="r" b="b"/>
              <a:pathLst>
                <a:path w="1625" h="1217" extrusionOk="0">
                  <a:moveTo>
                    <a:pt x="476" y="0"/>
                  </a:moveTo>
                  <a:cubicBezTo>
                    <a:pt x="333" y="0"/>
                    <a:pt x="189" y="74"/>
                    <a:pt x="115" y="203"/>
                  </a:cubicBezTo>
                  <a:cubicBezTo>
                    <a:pt x="0" y="399"/>
                    <a:pt x="71" y="646"/>
                    <a:pt x="270" y="750"/>
                  </a:cubicBezTo>
                  <a:lnTo>
                    <a:pt x="971" y="1159"/>
                  </a:lnTo>
                  <a:cubicBezTo>
                    <a:pt x="1032" y="1198"/>
                    <a:pt x="1100" y="1217"/>
                    <a:pt x="1168" y="1217"/>
                  </a:cubicBezTo>
                  <a:cubicBezTo>
                    <a:pt x="1305" y="1217"/>
                    <a:pt x="1441" y="1141"/>
                    <a:pt x="1518" y="1008"/>
                  </a:cubicBezTo>
                  <a:cubicBezTo>
                    <a:pt x="1625" y="820"/>
                    <a:pt x="1566" y="576"/>
                    <a:pt x="1367" y="458"/>
                  </a:cubicBezTo>
                  <a:lnTo>
                    <a:pt x="665" y="48"/>
                  </a:lnTo>
                  <a:cubicBezTo>
                    <a:pt x="607" y="16"/>
                    <a:pt x="542" y="0"/>
                    <a:pt x="4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52" name="Google Shape;1452;p48"/>
            <p:cNvSpPr/>
            <p:nvPr/>
          </p:nvSpPr>
          <p:spPr>
            <a:xfrm>
              <a:off x="3269563" y="2225850"/>
              <a:ext cx="40375" cy="20225"/>
            </a:xfrm>
            <a:custGeom>
              <a:rect l="l" t="t" r="r" b="b"/>
              <a:pathLst>
                <a:path w="1615" h="809" extrusionOk="0">
                  <a:moveTo>
                    <a:pt x="397" y="0"/>
                  </a:moveTo>
                  <a:cubicBezTo>
                    <a:pt x="175" y="0"/>
                    <a:pt x="1" y="177"/>
                    <a:pt x="1" y="399"/>
                  </a:cubicBezTo>
                  <a:cubicBezTo>
                    <a:pt x="1" y="620"/>
                    <a:pt x="175" y="808"/>
                    <a:pt x="397" y="808"/>
                  </a:cubicBezTo>
                  <a:lnTo>
                    <a:pt x="1216" y="808"/>
                  </a:lnTo>
                  <a:cubicBezTo>
                    <a:pt x="1437" y="808"/>
                    <a:pt x="1614" y="620"/>
                    <a:pt x="1614" y="399"/>
                  </a:cubicBezTo>
                  <a:cubicBezTo>
                    <a:pt x="1614" y="177"/>
                    <a:pt x="1437" y="0"/>
                    <a:pt x="12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53" name="Google Shape;1453;p48"/>
            <p:cNvSpPr/>
            <p:nvPr/>
          </p:nvSpPr>
          <p:spPr>
            <a:xfrm>
              <a:off x="3277438" y="2158375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461" y="1"/>
                  </a:moveTo>
                  <a:cubicBezTo>
                    <a:pt x="321" y="1"/>
                    <a:pt x="187" y="73"/>
                    <a:pt x="118" y="197"/>
                  </a:cubicBezTo>
                  <a:cubicBezTo>
                    <a:pt x="0" y="396"/>
                    <a:pt x="70" y="643"/>
                    <a:pt x="258" y="758"/>
                  </a:cubicBezTo>
                  <a:lnTo>
                    <a:pt x="960" y="1157"/>
                  </a:lnTo>
                  <a:cubicBezTo>
                    <a:pt x="1026" y="1196"/>
                    <a:pt x="1098" y="1214"/>
                    <a:pt x="1168" y="1214"/>
                  </a:cubicBezTo>
                  <a:cubicBezTo>
                    <a:pt x="1308" y="1214"/>
                    <a:pt x="1442" y="1141"/>
                    <a:pt x="1521" y="1016"/>
                  </a:cubicBezTo>
                  <a:cubicBezTo>
                    <a:pt x="1624" y="817"/>
                    <a:pt x="1554" y="573"/>
                    <a:pt x="1369" y="455"/>
                  </a:cubicBezTo>
                  <a:lnTo>
                    <a:pt x="668" y="57"/>
                  </a:lnTo>
                  <a:cubicBezTo>
                    <a:pt x="602" y="19"/>
                    <a:pt x="531" y="1"/>
                    <a:pt x="4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54" name="Google Shape;1454;p48"/>
            <p:cNvSpPr/>
            <p:nvPr/>
          </p:nvSpPr>
          <p:spPr>
            <a:xfrm>
              <a:off x="3277438" y="2283075"/>
              <a:ext cx="40625" cy="30425"/>
            </a:xfrm>
            <a:custGeom>
              <a:rect l="l" t="t" r="r" b="b"/>
              <a:pathLst>
                <a:path w="1625" h="1217" extrusionOk="0">
                  <a:moveTo>
                    <a:pt x="1155" y="0"/>
                  </a:moveTo>
                  <a:cubicBezTo>
                    <a:pt x="1089" y="0"/>
                    <a:pt x="1022" y="16"/>
                    <a:pt x="960" y="48"/>
                  </a:cubicBezTo>
                  <a:lnTo>
                    <a:pt x="258" y="458"/>
                  </a:lnTo>
                  <a:cubicBezTo>
                    <a:pt x="70" y="576"/>
                    <a:pt x="0" y="820"/>
                    <a:pt x="118" y="1008"/>
                  </a:cubicBezTo>
                  <a:cubicBezTo>
                    <a:pt x="187" y="1141"/>
                    <a:pt x="321" y="1217"/>
                    <a:pt x="462" y="1217"/>
                  </a:cubicBezTo>
                  <a:cubicBezTo>
                    <a:pt x="531" y="1217"/>
                    <a:pt x="602" y="1198"/>
                    <a:pt x="668" y="1159"/>
                  </a:cubicBezTo>
                  <a:lnTo>
                    <a:pt x="1369" y="750"/>
                  </a:lnTo>
                  <a:cubicBezTo>
                    <a:pt x="1554" y="646"/>
                    <a:pt x="1624" y="399"/>
                    <a:pt x="1521" y="203"/>
                  </a:cubicBezTo>
                  <a:cubicBezTo>
                    <a:pt x="1440" y="74"/>
                    <a:pt x="1300" y="0"/>
                    <a:pt x="11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55" name="Google Shape;1455;p48"/>
            <p:cNvSpPr/>
            <p:nvPr/>
          </p:nvSpPr>
          <p:spPr>
            <a:xfrm>
              <a:off x="3363613" y="2158375"/>
              <a:ext cx="156700" cy="155175"/>
            </a:xfrm>
            <a:custGeom>
              <a:rect l="l" t="t" r="r" b="b"/>
              <a:pathLst>
                <a:path w="6268" h="6207" extrusionOk="0">
                  <a:moveTo>
                    <a:pt x="3426" y="806"/>
                  </a:moveTo>
                  <a:lnTo>
                    <a:pt x="3437" y="1086"/>
                  </a:lnTo>
                  <a:cubicBezTo>
                    <a:pt x="3451" y="1249"/>
                    <a:pt x="3555" y="1389"/>
                    <a:pt x="3707" y="1448"/>
                  </a:cubicBezTo>
                  <a:cubicBezTo>
                    <a:pt x="3917" y="1518"/>
                    <a:pt x="4116" y="1636"/>
                    <a:pt x="4279" y="1777"/>
                  </a:cubicBezTo>
                  <a:cubicBezTo>
                    <a:pt x="4359" y="1841"/>
                    <a:pt x="4457" y="1875"/>
                    <a:pt x="4556" y="1875"/>
                  </a:cubicBezTo>
                  <a:cubicBezTo>
                    <a:pt x="4617" y="1875"/>
                    <a:pt x="4679" y="1862"/>
                    <a:pt x="4736" y="1835"/>
                  </a:cubicBezTo>
                  <a:lnTo>
                    <a:pt x="4980" y="1706"/>
                  </a:lnTo>
                  <a:lnTo>
                    <a:pt x="5261" y="2209"/>
                  </a:lnTo>
                  <a:lnTo>
                    <a:pt x="5039" y="2360"/>
                  </a:lnTo>
                  <a:cubicBezTo>
                    <a:pt x="4899" y="2441"/>
                    <a:pt x="4829" y="2607"/>
                    <a:pt x="4854" y="2770"/>
                  </a:cubicBezTo>
                  <a:cubicBezTo>
                    <a:pt x="4877" y="2887"/>
                    <a:pt x="4888" y="2991"/>
                    <a:pt x="4888" y="3098"/>
                  </a:cubicBezTo>
                  <a:cubicBezTo>
                    <a:pt x="4888" y="3202"/>
                    <a:pt x="4877" y="3319"/>
                    <a:pt x="4854" y="3437"/>
                  </a:cubicBezTo>
                  <a:cubicBezTo>
                    <a:pt x="4829" y="3589"/>
                    <a:pt x="4899" y="3763"/>
                    <a:pt x="5039" y="3844"/>
                  </a:cubicBezTo>
                  <a:lnTo>
                    <a:pt x="5261" y="3998"/>
                  </a:lnTo>
                  <a:lnTo>
                    <a:pt x="4980" y="4500"/>
                  </a:lnTo>
                  <a:lnTo>
                    <a:pt x="4736" y="4371"/>
                  </a:lnTo>
                  <a:cubicBezTo>
                    <a:pt x="4675" y="4343"/>
                    <a:pt x="4609" y="4328"/>
                    <a:pt x="4544" y="4328"/>
                  </a:cubicBezTo>
                  <a:cubicBezTo>
                    <a:pt x="4449" y="4328"/>
                    <a:pt x="4356" y="4360"/>
                    <a:pt x="4279" y="4430"/>
                  </a:cubicBezTo>
                  <a:cubicBezTo>
                    <a:pt x="4116" y="4571"/>
                    <a:pt x="3917" y="4686"/>
                    <a:pt x="3707" y="4756"/>
                  </a:cubicBezTo>
                  <a:cubicBezTo>
                    <a:pt x="3555" y="4803"/>
                    <a:pt x="3451" y="4955"/>
                    <a:pt x="3437" y="5120"/>
                  </a:cubicBezTo>
                  <a:lnTo>
                    <a:pt x="3426" y="5387"/>
                  </a:lnTo>
                  <a:lnTo>
                    <a:pt x="2854" y="5387"/>
                  </a:lnTo>
                  <a:lnTo>
                    <a:pt x="2831" y="5120"/>
                  </a:lnTo>
                  <a:cubicBezTo>
                    <a:pt x="2831" y="4955"/>
                    <a:pt x="2714" y="4803"/>
                    <a:pt x="2562" y="4756"/>
                  </a:cubicBezTo>
                  <a:cubicBezTo>
                    <a:pt x="2352" y="4686"/>
                    <a:pt x="2164" y="4571"/>
                    <a:pt x="1990" y="4430"/>
                  </a:cubicBezTo>
                  <a:cubicBezTo>
                    <a:pt x="1920" y="4360"/>
                    <a:pt x="1825" y="4328"/>
                    <a:pt x="1730" y="4328"/>
                  </a:cubicBezTo>
                  <a:cubicBezTo>
                    <a:pt x="1665" y="4328"/>
                    <a:pt x="1601" y="4343"/>
                    <a:pt x="1544" y="4371"/>
                  </a:cubicBezTo>
                  <a:lnTo>
                    <a:pt x="1300" y="4500"/>
                  </a:lnTo>
                  <a:lnTo>
                    <a:pt x="1008" y="3998"/>
                  </a:lnTo>
                  <a:lnTo>
                    <a:pt x="1241" y="3844"/>
                  </a:lnTo>
                  <a:cubicBezTo>
                    <a:pt x="1381" y="3763"/>
                    <a:pt x="1451" y="3589"/>
                    <a:pt x="1418" y="3437"/>
                  </a:cubicBezTo>
                  <a:cubicBezTo>
                    <a:pt x="1392" y="3319"/>
                    <a:pt x="1381" y="3202"/>
                    <a:pt x="1381" y="3098"/>
                  </a:cubicBezTo>
                  <a:cubicBezTo>
                    <a:pt x="1381" y="2991"/>
                    <a:pt x="1392" y="2887"/>
                    <a:pt x="1418" y="2770"/>
                  </a:cubicBezTo>
                  <a:cubicBezTo>
                    <a:pt x="1451" y="2607"/>
                    <a:pt x="1381" y="2441"/>
                    <a:pt x="1241" y="2360"/>
                  </a:cubicBezTo>
                  <a:lnTo>
                    <a:pt x="1008" y="2209"/>
                  </a:lnTo>
                  <a:lnTo>
                    <a:pt x="1300" y="1706"/>
                  </a:lnTo>
                  <a:lnTo>
                    <a:pt x="1544" y="1835"/>
                  </a:lnTo>
                  <a:cubicBezTo>
                    <a:pt x="1597" y="1862"/>
                    <a:pt x="1657" y="1875"/>
                    <a:pt x="1718" y="1875"/>
                  </a:cubicBezTo>
                  <a:cubicBezTo>
                    <a:pt x="1817" y="1875"/>
                    <a:pt x="1917" y="1841"/>
                    <a:pt x="1990" y="1777"/>
                  </a:cubicBezTo>
                  <a:cubicBezTo>
                    <a:pt x="2164" y="1636"/>
                    <a:pt x="2352" y="1518"/>
                    <a:pt x="2562" y="1448"/>
                  </a:cubicBezTo>
                  <a:cubicBezTo>
                    <a:pt x="2714" y="1389"/>
                    <a:pt x="2831" y="1249"/>
                    <a:pt x="2831" y="1086"/>
                  </a:cubicBezTo>
                  <a:lnTo>
                    <a:pt x="2854" y="806"/>
                  </a:lnTo>
                  <a:close/>
                  <a:moveTo>
                    <a:pt x="2470" y="1"/>
                  </a:moveTo>
                  <a:cubicBezTo>
                    <a:pt x="2245" y="1"/>
                    <a:pt x="2071" y="175"/>
                    <a:pt x="2060" y="385"/>
                  </a:cubicBezTo>
                  <a:lnTo>
                    <a:pt x="2035" y="795"/>
                  </a:lnTo>
                  <a:cubicBezTo>
                    <a:pt x="1920" y="854"/>
                    <a:pt x="1802" y="913"/>
                    <a:pt x="1684" y="994"/>
                  </a:cubicBezTo>
                  <a:lnTo>
                    <a:pt x="1322" y="806"/>
                  </a:lnTo>
                  <a:cubicBezTo>
                    <a:pt x="1267" y="778"/>
                    <a:pt x="1208" y="765"/>
                    <a:pt x="1148" y="765"/>
                  </a:cubicBezTo>
                  <a:cubicBezTo>
                    <a:pt x="1008" y="765"/>
                    <a:pt x="867" y="839"/>
                    <a:pt x="786" y="969"/>
                  </a:cubicBezTo>
                  <a:lnTo>
                    <a:pt x="119" y="2138"/>
                  </a:lnTo>
                  <a:cubicBezTo>
                    <a:pt x="1" y="2326"/>
                    <a:pt x="60" y="2559"/>
                    <a:pt x="248" y="2677"/>
                  </a:cubicBezTo>
                  <a:lnTo>
                    <a:pt x="587" y="2899"/>
                  </a:lnTo>
                  <a:cubicBezTo>
                    <a:pt x="576" y="2969"/>
                    <a:pt x="576" y="3039"/>
                    <a:pt x="576" y="3098"/>
                  </a:cubicBezTo>
                  <a:cubicBezTo>
                    <a:pt x="576" y="3168"/>
                    <a:pt x="576" y="3238"/>
                    <a:pt x="587" y="3308"/>
                  </a:cubicBezTo>
                  <a:lnTo>
                    <a:pt x="248" y="3530"/>
                  </a:lnTo>
                  <a:cubicBezTo>
                    <a:pt x="60" y="3648"/>
                    <a:pt x="1" y="3881"/>
                    <a:pt x="119" y="4068"/>
                  </a:cubicBezTo>
                  <a:lnTo>
                    <a:pt x="786" y="5235"/>
                  </a:lnTo>
                  <a:cubicBezTo>
                    <a:pt x="865" y="5364"/>
                    <a:pt x="999" y="5437"/>
                    <a:pt x="1135" y="5437"/>
                  </a:cubicBezTo>
                  <a:cubicBezTo>
                    <a:pt x="1199" y="5437"/>
                    <a:pt x="1263" y="5421"/>
                    <a:pt x="1322" y="5387"/>
                  </a:cubicBezTo>
                  <a:lnTo>
                    <a:pt x="1684" y="5213"/>
                  </a:lnTo>
                  <a:cubicBezTo>
                    <a:pt x="1802" y="5283"/>
                    <a:pt x="1920" y="5353"/>
                    <a:pt x="2035" y="5412"/>
                  </a:cubicBezTo>
                  <a:lnTo>
                    <a:pt x="2060" y="5822"/>
                  </a:lnTo>
                  <a:cubicBezTo>
                    <a:pt x="2071" y="6032"/>
                    <a:pt x="2245" y="6206"/>
                    <a:pt x="2470" y="6206"/>
                  </a:cubicBezTo>
                  <a:lnTo>
                    <a:pt x="3813" y="6206"/>
                  </a:lnTo>
                  <a:cubicBezTo>
                    <a:pt x="4024" y="6206"/>
                    <a:pt x="4209" y="6032"/>
                    <a:pt x="4209" y="5822"/>
                  </a:cubicBezTo>
                  <a:lnTo>
                    <a:pt x="4234" y="5412"/>
                  </a:lnTo>
                  <a:cubicBezTo>
                    <a:pt x="4363" y="5353"/>
                    <a:pt x="4478" y="5283"/>
                    <a:pt x="4596" y="5213"/>
                  </a:cubicBezTo>
                  <a:lnTo>
                    <a:pt x="4947" y="5387"/>
                  </a:lnTo>
                  <a:cubicBezTo>
                    <a:pt x="5010" y="5421"/>
                    <a:pt x="5077" y="5437"/>
                    <a:pt x="5142" y="5437"/>
                  </a:cubicBezTo>
                  <a:cubicBezTo>
                    <a:pt x="5281" y="5437"/>
                    <a:pt x="5413" y="5364"/>
                    <a:pt x="5485" y="5235"/>
                  </a:cubicBezTo>
                  <a:lnTo>
                    <a:pt x="6161" y="4068"/>
                  </a:lnTo>
                  <a:cubicBezTo>
                    <a:pt x="6268" y="3881"/>
                    <a:pt x="6209" y="3648"/>
                    <a:pt x="6032" y="3530"/>
                  </a:cubicBezTo>
                  <a:lnTo>
                    <a:pt x="5696" y="3308"/>
                  </a:lnTo>
                  <a:lnTo>
                    <a:pt x="5696" y="3098"/>
                  </a:lnTo>
                  <a:lnTo>
                    <a:pt x="5696" y="2899"/>
                  </a:lnTo>
                  <a:lnTo>
                    <a:pt x="6032" y="2677"/>
                  </a:lnTo>
                  <a:cubicBezTo>
                    <a:pt x="6209" y="2559"/>
                    <a:pt x="6268" y="2326"/>
                    <a:pt x="6161" y="2138"/>
                  </a:cubicBezTo>
                  <a:lnTo>
                    <a:pt x="5485" y="969"/>
                  </a:lnTo>
                  <a:cubicBezTo>
                    <a:pt x="5410" y="839"/>
                    <a:pt x="5273" y="765"/>
                    <a:pt x="5129" y="765"/>
                  </a:cubicBezTo>
                  <a:cubicBezTo>
                    <a:pt x="5068" y="765"/>
                    <a:pt x="5006" y="778"/>
                    <a:pt x="4947" y="806"/>
                  </a:cubicBezTo>
                  <a:lnTo>
                    <a:pt x="4596" y="994"/>
                  </a:lnTo>
                  <a:cubicBezTo>
                    <a:pt x="4478" y="913"/>
                    <a:pt x="4363" y="854"/>
                    <a:pt x="4234" y="795"/>
                  </a:cubicBezTo>
                  <a:lnTo>
                    <a:pt x="4209" y="385"/>
                  </a:lnTo>
                  <a:cubicBezTo>
                    <a:pt x="4209" y="175"/>
                    <a:pt x="4024" y="1"/>
                    <a:pt x="38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56" name="Google Shape;1456;p48"/>
            <p:cNvSpPr/>
            <p:nvPr/>
          </p:nvSpPr>
          <p:spPr>
            <a:xfrm>
              <a:off x="3411588" y="2205725"/>
              <a:ext cx="60775" cy="60475"/>
            </a:xfrm>
            <a:custGeom>
              <a:rect l="l" t="t" r="r" b="b"/>
              <a:pathLst>
                <a:path w="2431" h="2419" extrusionOk="0">
                  <a:moveTo>
                    <a:pt x="1215" y="805"/>
                  </a:moveTo>
                  <a:cubicBezTo>
                    <a:pt x="1437" y="805"/>
                    <a:pt x="1625" y="982"/>
                    <a:pt x="1625" y="1204"/>
                  </a:cubicBezTo>
                  <a:cubicBezTo>
                    <a:pt x="1625" y="1425"/>
                    <a:pt x="1437" y="1613"/>
                    <a:pt x="1215" y="1613"/>
                  </a:cubicBezTo>
                  <a:cubicBezTo>
                    <a:pt x="994" y="1613"/>
                    <a:pt x="817" y="1425"/>
                    <a:pt x="817" y="1204"/>
                  </a:cubicBezTo>
                  <a:cubicBezTo>
                    <a:pt x="817" y="982"/>
                    <a:pt x="994" y="805"/>
                    <a:pt x="1215" y="805"/>
                  </a:cubicBezTo>
                  <a:close/>
                  <a:moveTo>
                    <a:pt x="1215" y="0"/>
                  </a:moveTo>
                  <a:cubicBezTo>
                    <a:pt x="551" y="0"/>
                    <a:pt x="1" y="536"/>
                    <a:pt x="1" y="1204"/>
                  </a:cubicBezTo>
                  <a:cubicBezTo>
                    <a:pt x="1" y="1880"/>
                    <a:pt x="551" y="2419"/>
                    <a:pt x="1215" y="2419"/>
                  </a:cubicBezTo>
                  <a:cubicBezTo>
                    <a:pt x="1883" y="2419"/>
                    <a:pt x="2430" y="1880"/>
                    <a:pt x="2430" y="1204"/>
                  </a:cubicBezTo>
                  <a:cubicBezTo>
                    <a:pt x="2430" y="536"/>
                    <a:pt x="1883" y="0"/>
                    <a:pt x="1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457" name="Google Shape;1457;p48"/>
          <p:cNvGrpSpPr/>
          <p:nvPr/>
        </p:nvGrpSpPr>
        <p:grpSpPr>
          <a:xfrm>
            <a:off x="1015938" y="1392675"/>
            <a:ext cx="317375" cy="345350"/>
            <a:chOff x="1011863" y="1545075"/>
            <a:chExt cx="317375" cy="345350"/>
          </a:xfrm>
        </p:grpSpPr>
        <p:sp>
          <p:nvSpPr>
            <p:cNvPr id="1458" name="Google Shape;1458;p48"/>
            <p:cNvSpPr/>
            <p:nvPr/>
          </p:nvSpPr>
          <p:spPr>
            <a:xfrm>
              <a:off x="1011863" y="1545075"/>
              <a:ext cx="317375" cy="345350"/>
            </a:xfrm>
            <a:custGeom>
              <a:rect l="l" t="t" r="r" b="b"/>
              <a:pathLst>
                <a:path w="12695" h="13814" extrusionOk="0">
                  <a:moveTo>
                    <a:pt x="5809" y="813"/>
                  </a:moveTo>
                  <a:cubicBezTo>
                    <a:pt x="5837" y="813"/>
                    <a:pt x="5864" y="813"/>
                    <a:pt x="5891" y="814"/>
                  </a:cubicBezTo>
                  <a:cubicBezTo>
                    <a:pt x="8593" y="862"/>
                    <a:pt x="10789" y="3154"/>
                    <a:pt x="10789" y="5841"/>
                  </a:cubicBezTo>
                  <a:lnTo>
                    <a:pt x="10789" y="6882"/>
                  </a:lnTo>
                  <a:cubicBezTo>
                    <a:pt x="10789" y="6963"/>
                    <a:pt x="10812" y="7033"/>
                    <a:pt x="10859" y="7103"/>
                  </a:cubicBezTo>
                  <a:lnTo>
                    <a:pt x="11679" y="8343"/>
                  </a:lnTo>
                  <a:lnTo>
                    <a:pt x="11011" y="8669"/>
                  </a:lnTo>
                  <a:cubicBezTo>
                    <a:pt x="10907" y="8728"/>
                    <a:pt x="10823" y="8834"/>
                    <a:pt x="10801" y="8963"/>
                  </a:cubicBezTo>
                  <a:lnTo>
                    <a:pt x="10649" y="9710"/>
                  </a:lnTo>
                  <a:lnTo>
                    <a:pt x="10122" y="9710"/>
                  </a:lnTo>
                  <a:cubicBezTo>
                    <a:pt x="9925" y="9710"/>
                    <a:pt x="9737" y="9861"/>
                    <a:pt x="9715" y="10071"/>
                  </a:cubicBezTo>
                  <a:cubicBezTo>
                    <a:pt x="9690" y="10318"/>
                    <a:pt x="9878" y="10517"/>
                    <a:pt x="10110" y="10517"/>
                  </a:cubicBezTo>
                  <a:lnTo>
                    <a:pt x="10498" y="10517"/>
                  </a:lnTo>
                  <a:lnTo>
                    <a:pt x="10402" y="11008"/>
                  </a:lnTo>
                  <a:cubicBezTo>
                    <a:pt x="10357" y="11194"/>
                    <a:pt x="10192" y="11323"/>
                    <a:pt x="10007" y="11323"/>
                  </a:cubicBezTo>
                  <a:lnTo>
                    <a:pt x="8183" y="11323"/>
                  </a:lnTo>
                  <a:cubicBezTo>
                    <a:pt x="7586" y="10492"/>
                    <a:pt x="6615" y="9979"/>
                    <a:pt x="5577" y="9979"/>
                  </a:cubicBezTo>
                  <a:lnTo>
                    <a:pt x="2702" y="9979"/>
                  </a:lnTo>
                  <a:cubicBezTo>
                    <a:pt x="1565" y="9067"/>
                    <a:pt x="819" y="7406"/>
                    <a:pt x="819" y="5807"/>
                  </a:cubicBezTo>
                  <a:cubicBezTo>
                    <a:pt x="819" y="3052"/>
                    <a:pt x="3053" y="813"/>
                    <a:pt x="5809" y="813"/>
                  </a:cubicBezTo>
                  <a:close/>
                  <a:moveTo>
                    <a:pt x="5577" y="10787"/>
                  </a:moveTo>
                  <a:cubicBezTo>
                    <a:pt x="6371" y="10787"/>
                    <a:pt x="7120" y="11194"/>
                    <a:pt x="7552" y="11850"/>
                  </a:cubicBezTo>
                  <a:lnTo>
                    <a:pt x="7552" y="12995"/>
                  </a:lnTo>
                  <a:lnTo>
                    <a:pt x="2968" y="12995"/>
                  </a:lnTo>
                  <a:lnTo>
                    <a:pt x="2968" y="10787"/>
                  </a:lnTo>
                  <a:close/>
                  <a:moveTo>
                    <a:pt x="5786" y="0"/>
                  </a:moveTo>
                  <a:cubicBezTo>
                    <a:pt x="5550" y="0"/>
                    <a:pt x="5312" y="14"/>
                    <a:pt x="5072" y="42"/>
                  </a:cubicBezTo>
                  <a:cubicBezTo>
                    <a:pt x="4045" y="171"/>
                    <a:pt x="3052" y="581"/>
                    <a:pt x="2233" y="1223"/>
                  </a:cubicBezTo>
                  <a:cubicBezTo>
                    <a:pt x="808" y="2357"/>
                    <a:pt x="0" y="4018"/>
                    <a:pt x="0" y="5807"/>
                  </a:cubicBezTo>
                  <a:cubicBezTo>
                    <a:pt x="0" y="6730"/>
                    <a:pt x="222" y="7676"/>
                    <a:pt x="631" y="8554"/>
                  </a:cubicBezTo>
                  <a:cubicBezTo>
                    <a:pt x="1018" y="9370"/>
                    <a:pt x="1543" y="10071"/>
                    <a:pt x="2163" y="10576"/>
                  </a:cubicBezTo>
                  <a:lnTo>
                    <a:pt x="2163" y="13404"/>
                  </a:lnTo>
                  <a:cubicBezTo>
                    <a:pt x="2163" y="13626"/>
                    <a:pt x="2337" y="13814"/>
                    <a:pt x="2573" y="13814"/>
                  </a:cubicBezTo>
                  <a:lnTo>
                    <a:pt x="7962" y="13814"/>
                  </a:lnTo>
                  <a:cubicBezTo>
                    <a:pt x="8183" y="13814"/>
                    <a:pt x="8357" y="13626"/>
                    <a:pt x="8357" y="13404"/>
                  </a:cubicBezTo>
                  <a:lnTo>
                    <a:pt x="8357" y="12142"/>
                  </a:lnTo>
                  <a:lnTo>
                    <a:pt x="9995" y="12142"/>
                  </a:lnTo>
                  <a:cubicBezTo>
                    <a:pt x="10568" y="12142"/>
                    <a:pt x="11070" y="11732"/>
                    <a:pt x="11188" y="11160"/>
                  </a:cubicBezTo>
                  <a:lnTo>
                    <a:pt x="11550" y="9314"/>
                  </a:lnTo>
                  <a:lnTo>
                    <a:pt x="12450" y="8857"/>
                  </a:lnTo>
                  <a:cubicBezTo>
                    <a:pt x="12554" y="8809"/>
                    <a:pt x="12635" y="8716"/>
                    <a:pt x="12660" y="8599"/>
                  </a:cubicBezTo>
                  <a:cubicBezTo>
                    <a:pt x="12694" y="8484"/>
                    <a:pt x="12672" y="8366"/>
                    <a:pt x="12613" y="8273"/>
                  </a:cubicBezTo>
                  <a:lnTo>
                    <a:pt x="11594" y="6753"/>
                  </a:lnTo>
                  <a:lnTo>
                    <a:pt x="11594" y="5841"/>
                  </a:lnTo>
                  <a:cubicBezTo>
                    <a:pt x="11594" y="4346"/>
                    <a:pt x="11033" y="2895"/>
                    <a:pt x="10007" y="1810"/>
                  </a:cubicBezTo>
                  <a:cubicBezTo>
                    <a:pt x="8896" y="648"/>
                    <a:pt x="7393" y="0"/>
                    <a:pt x="57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59" name="Google Shape;1459;p48"/>
            <p:cNvSpPr/>
            <p:nvPr/>
          </p:nvSpPr>
          <p:spPr>
            <a:xfrm>
              <a:off x="1065363" y="1592275"/>
              <a:ext cx="183225" cy="182200"/>
            </a:xfrm>
            <a:custGeom>
              <a:rect l="l" t="t" r="r" b="b"/>
              <a:pathLst>
                <a:path w="7329" h="7288" extrusionOk="0">
                  <a:moveTo>
                    <a:pt x="5317" y="1616"/>
                  </a:moveTo>
                  <a:lnTo>
                    <a:pt x="5681" y="1989"/>
                  </a:lnTo>
                  <a:lnTo>
                    <a:pt x="5681" y="5297"/>
                  </a:lnTo>
                  <a:lnTo>
                    <a:pt x="5317" y="5659"/>
                  </a:lnTo>
                  <a:lnTo>
                    <a:pt x="2009" y="5659"/>
                  </a:lnTo>
                  <a:lnTo>
                    <a:pt x="1636" y="5297"/>
                  </a:lnTo>
                  <a:lnTo>
                    <a:pt x="1636" y="1989"/>
                  </a:lnTo>
                  <a:lnTo>
                    <a:pt x="2009" y="1616"/>
                  </a:lnTo>
                  <a:close/>
                  <a:moveTo>
                    <a:pt x="2047" y="1"/>
                  </a:moveTo>
                  <a:cubicBezTo>
                    <a:pt x="1822" y="1"/>
                    <a:pt x="1636" y="181"/>
                    <a:pt x="1636" y="413"/>
                  </a:cubicBezTo>
                  <a:lnTo>
                    <a:pt x="1636" y="867"/>
                  </a:lnTo>
                  <a:cubicBezTo>
                    <a:pt x="1614" y="878"/>
                    <a:pt x="1577" y="904"/>
                    <a:pt x="1555" y="926"/>
                  </a:cubicBezTo>
                  <a:lnTo>
                    <a:pt x="946" y="1535"/>
                  </a:lnTo>
                  <a:cubicBezTo>
                    <a:pt x="923" y="1557"/>
                    <a:pt x="898" y="1591"/>
                    <a:pt x="887" y="1616"/>
                  </a:cubicBezTo>
                  <a:lnTo>
                    <a:pt x="433" y="1616"/>
                  </a:lnTo>
                  <a:cubicBezTo>
                    <a:pt x="233" y="1616"/>
                    <a:pt x="45" y="1779"/>
                    <a:pt x="23" y="1978"/>
                  </a:cubicBezTo>
                  <a:cubicBezTo>
                    <a:pt x="1" y="2222"/>
                    <a:pt x="186" y="2433"/>
                    <a:pt x="433" y="2433"/>
                  </a:cubicBezTo>
                  <a:lnTo>
                    <a:pt x="828" y="2433"/>
                  </a:lnTo>
                  <a:lnTo>
                    <a:pt x="828" y="3240"/>
                  </a:lnTo>
                  <a:lnTo>
                    <a:pt x="433" y="3240"/>
                  </a:lnTo>
                  <a:cubicBezTo>
                    <a:pt x="233" y="3240"/>
                    <a:pt x="45" y="3392"/>
                    <a:pt x="23" y="3602"/>
                  </a:cubicBezTo>
                  <a:cubicBezTo>
                    <a:pt x="1" y="3835"/>
                    <a:pt x="186" y="4046"/>
                    <a:pt x="433" y="4046"/>
                  </a:cubicBezTo>
                  <a:lnTo>
                    <a:pt x="828" y="4046"/>
                  </a:lnTo>
                  <a:lnTo>
                    <a:pt x="828" y="4854"/>
                  </a:lnTo>
                  <a:lnTo>
                    <a:pt x="433" y="4854"/>
                  </a:lnTo>
                  <a:cubicBezTo>
                    <a:pt x="233" y="4854"/>
                    <a:pt x="45" y="5005"/>
                    <a:pt x="23" y="5215"/>
                  </a:cubicBezTo>
                  <a:cubicBezTo>
                    <a:pt x="1" y="5462"/>
                    <a:pt x="186" y="5659"/>
                    <a:pt x="433" y="5659"/>
                  </a:cubicBezTo>
                  <a:lnTo>
                    <a:pt x="887" y="5659"/>
                  </a:lnTo>
                  <a:cubicBezTo>
                    <a:pt x="898" y="5695"/>
                    <a:pt x="923" y="5718"/>
                    <a:pt x="946" y="5754"/>
                  </a:cubicBezTo>
                  <a:lnTo>
                    <a:pt x="1555" y="6360"/>
                  </a:lnTo>
                  <a:cubicBezTo>
                    <a:pt x="1577" y="6385"/>
                    <a:pt x="1614" y="6408"/>
                    <a:pt x="1636" y="6419"/>
                  </a:cubicBezTo>
                  <a:lnTo>
                    <a:pt x="1636" y="6865"/>
                  </a:lnTo>
                  <a:cubicBezTo>
                    <a:pt x="1636" y="7075"/>
                    <a:pt x="1788" y="7260"/>
                    <a:pt x="1998" y="7286"/>
                  </a:cubicBezTo>
                  <a:cubicBezTo>
                    <a:pt x="2011" y="7287"/>
                    <a:pt x="2025" y="7288"/>
                    <a:pt x="2038" y="7288"/>
                  </a:cubicBezTo>
                  <a:cubicBezTo>
                    <a:pt x="2267" y="7288"/>
                    <a:pt x="2455" y="7107"/>
                    <a:pt x="2455" y="6876"/>
                  </a:cubicBezTo>
                  <a:lnTo>
                    <a:pt x="2455" y="6478"/>
                  </a:lnTo>
                  <a:lnTo>
                    <a:pt x="3260" y="6478"/>
                  </a:lnTo>
                  <a:lnTo>
                    <a:pt x="3260" y="6865"/>
                  </a:lnTo>
                  <a:cubicBezTo>
                    <a:pt x="3260" y="7075"/>
                    <a:pt x="3412" y="7260"/>
                    <a:pt x="3611" y="7286"/>
                  </a:cubicBezTo>
                  <a:cubicBezTo>
                    <a:pt x="3624" y="7287"/>
                    <a:pt x="3638" y="7288"/>
                    <a:pt x="3651" y="7288"/>
                  </a:cubicBezTo>
                  <a:cubicBezTo>
                    <a:pt x="3880" y="7288"/>
                    <a:pt x="4068" y="7107"/>
                    <a:pt x="4068" y="6876"/>
                  </a:cubicBezTo>
                  <a:lnTo>
                    <a:pt x="4068" y="6478"/>
                  </a:lnTo>
                  <a:lnTo>
                    <a:pt x="4873" y="6478"/>
                  </a:lnTo>
                  <a:lnTo>
                    <a:pt x="4873" y="6865"/>
                  </a:lnTo>
                  <a:cubicBezTo>
                    <a:pt x="4873" y="7075"/>
                    <a:pt x="5025" y="7260"/>
                    <a:pt x="5235" y="7286"/>
                  </a:cubicBezTo>
                  <a:cubicBezTo>
                    <a:pt x="5249" y="7287"/>
                    <a:pt x="5262" y="7288"/>
                    <a:pt x="5275" y="7288"/>
                  </a:cubicBezTo>
                  <a:cubicBezTo>
                    <a:pt x="5503" y="7288"/>
                    <a:pt x="5681" y="7107"/>
                    <a:pt x="5681" y="6876"/>
                  </a:cubicBezTo>
                  <a:lnTo>
                    <a:pt x="5681" y="6419"/>
                  </a:lnTo>
                  <a:cubicBezTo>
                    <a:pt x="5715" y="6408"/>
                    <a:pt x="5737" y="6385"/>
                    <a:pt x="5774" y="6360"/>
                  </a:cubicBezTo>
                  <a:lnTo>
                    <a:pt x="6369" y="5754"/>
                  </a:lnTo>
                  <a:cubicBezTo>
                    <a:pt x="6405" y="5718"/>
                    <a:pt x="6416" y="5695"/>
                    <a:pt x="6439" y="5659"/>
                  </a:cubicBezTo>
                  <a:lnTo>
                    <a:pt x="6885" y="5659"/>
                  </a:lnTo>
                  <a:cubicBezTo>
                    <a:pt x="7095" y="5659"/>
                    <a:pt x="7280" y="5507"/>
                    <a:pt x="7306" y="5308"/>
                  </a:cubicBezTo>
                  <a:cubicBezTo>
                    <a:pt x="7328" y="5064"/>
                    <a:pt x="7140" y="4854"/>
                    <a:pt x="6896" y="4854"/>
                  </a:cubicBezTo>
                  <a:lnTo>
                    <a:pt x="6498" y="4854"/>
                  </a:lnTo>
                  <a:lnTo>
                    <a:pt x="6498" y="4046"/>
                  </a:lnTo>
                  <a:lnTo>
                    <a:pt x="6885" y="4046"/>
                  </a:lnTo>
                  <a:cubicBezTo>
                    <a:pt x="7095" y="4046"/>
                    <a:pt x="7280" y="3894"/>
                    <a:pt x="7306" y="3684"/>
                  </a:cubicBezTo>
                  <a:cubicBezTo>
                    <a:pt x="7328" y="3451"/>
                    <a:pt x="7140" y="3240"/>
                    <a:pt x="6896" y="3240"/>
                  </a:cubicBezTo>
                  <a:lnTo>
                    <a:pt x="6498" y="3240"/>
                  </a:lnTo>
                  <a:lnTo>
                    <a:pt x="6498" y="2433"/>
                  </a:lnTo>
                  <a:lnTo>
                    <a:pt x="6896" y="2433"/>
                  </a:lnTo>
                  <a:cubicBezTo>
                    <a:pt x="7140" y="2433"/>
                    <a:pt x="7328" y="2222"/>
                    <a:pt x="7306" y="1978"/>
                  </a:cubicBezTo>
                  <a:cubicBezTo>
                    <a:pt x="7280" y="1779"/>
                    <a:pt x="7095" y="1616"/>
                    <a:pt x="6885" y="1616"/>
                  </a:cubicBezTo>
                  <a:lnTo>
                    <a:pt x="6439" y="1616"/>
                  </a:lnTo>
                  <a:cubicBezTo>
                    <a:pt x="6416" y="1591"/>
                    <a:pt x="6405" y="1557"/>
                    <a:pt x="6369" y="1535"/>
                  </a:cubicBezTo>
                  <a:lnTo>
                    <a:pt x="5774" y="926"/>
                  </a:lnTo>
                  <a:cubicBezTo>
                    <a:pt x="5737" y="904"/>
                    <a:pt x="5715" y="878"/>
                    <a:pt x="5681" y="867"/>
                  </a:cubicBezTo>
                  <a:lnTo>
                    <a:pt x="5681" y="424"/>
                  </a:lnTo>
                  <a:cubicBezTo>
                    <a:pt x="5681" y="214"/>
                    <a:pt x="5527" y="26"/>
                    <a:pt x="5331" y="3"/>
                  </a:cubicBezTo>
                  <a:cubicBezTo>
                    <a:pt x="5316" y="2"/>
                    <a:pt x="5301" y="1"/>
                    <a:pt x="5286" y="1"/>
                  </a:cubicBezTo>
                  <a:cubicBezTo>
                    <a:pt x="5059" y="1"/>
                    <a:pt x="4873" y="181"/>
                    <a:pt x="4873" y="413"/>
                  </a:cubicBezTo>
                  <a:lnTo>
                    <a:pt x="4873" y="808"/>
                  </a:lnTo>
                  <a:lnTo>
                    <a:pt x="4068" y="808"/>
                  </a:lnTo>
                  <a:lnTo>
                    <a:pt x="4068" y="424"/>
                  </a:lnTo>
                  <a:cubicBezTo>
                    <a:pt x="4068" y="214"/>
                    <a:pt x="3914" y="26"/>
                    <a:pt x="3704" y="3"/>
                  </a:cubicBezTo>
                  <a:cubicBezTo>
                    <a:pt x="3689" y="2"/>
                    <a:pt x="3674" y="1"/>
                    <a:pt x="3660" y="1"/>
                  </a:cubicBezTo>
                  <a:cubicBezTo>
                    <a:pt x="3436" y="1"/>
                    <a:pt x="3260" y="181"/>
                    <a:pt x="3260" y="413"/>
                  </a:cubicBezTo>
                  <a:lnTo>
                    <a:pt x="3260" y="808"/>
                  </a:lnTo>
                  <a:lnTo>
                    <a:pt x="2455" y="808"/>
                  </a:lnTo>
                  <a:lnTo>
                    <a:pt x="2455" y="424"/>
                  </a:lnTo>
                  <a:cubicBezTo>
                    <a:pt x="2455" y="214"/>
                    <a:pt x="2301" y="26"/>
                    <a:pt x="2090" y="3"/>
                  </a:cubicBezTo>
                  <a:cubicBezTo>
                    <a:pt x="2076" y="2"/>
                    <a:pt x="2061" y="1"/>
                    <a:pt x="20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60" name="Google Shape;1460;p48"/>
            <p:cNvSpPr/>
            <p:nvPr/>
          </p:nvSpPr>
          <p:spPr>
            <a:xfrm>
              <a:off x="1126738" y="1653075"/>
              <a:ext cx="60750" cy="60825"/>
            </a:xfrm>
            <a:custGeom>
              <a:rect l="l" t="t" r="r" b="b"/>
              <a:pathLst>
                <a:path w="2430" h="2433" extrusionOk="0">
                  <a:moveTo>
                    <a:pt x="1215" y="820"/>
                  </a:moveTo>
                  <a:cubicBezTo>
                    <a:pt x="1437" y="820"/>
                    <a:pt x="1624" y="996"/>
                    <a:pt x="1624" y="1218"/>
                  </a:cubicBezTo>
                  <a:cubicBezTo>
                    <a:pt x="1624" y="1440"/>
                    <a:pt x="1437" y="1628"/>
                    <a:pt x="1215" y="1628"/>
                  </a:cubicBezTo>
                  <a:cubicBezTo>
                    <a:pt x="993" y="1628"/>
                    <a:pt x="817" y="1440"/>
                    <a:pt x="817" y="1218"/>
                  </a:cubicBezTo>
                  <a:cubicBezTo>
                    <a:pt x="817" y="996"/>
                    <a:pt x="993" y="820"/>
                    <a:pt x="1215" y="820"/>
                  </a:cubicBezTo>
                  <a:close/>
                  <a:moveTo>
                    <a:pt x="1215" y="1"/>
                  </a:moveTo>
                  <a:cubicBezTo>
                    <a:pt x="547" y="1"/>
                    <a:pt x="0" y="550"/>
                    <a:pt x="0" y="1218"/>
                  </a:cubicBezTo>
                  <a:cubicBezTo>
                    <a:pt x="0" y="1883"/>
                    <a:pt x="547" y="2433"/>
                    <a:pt x="1215" y="2433"/>
                  </a:cubicBezTo>
                  <a:cubicBezTo>
                    <a:pt x="1880" y="2433"/>
                    <a:pt x="2430" y="1883"/>
                    <a:pt x="2430" y="1218"/>
                  </a:cubicBezTo>
                  <a:cubicBezTo>
                    <a:pt x="2430" y="550"/>
                    <a:pt x="1880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461" name="Google Shape;1461;p48"/>
          <p:cNvGrpSpPr/>
          <p:nvPr/>
        </p:nvGrpSpPr>
        <p:grpSpPr>
          <a:xfrm>
            <a:off x="7791525" y="1412175"/>
            <a:ext cx="345150" cy="345150"/>
            <a:chOff x="7783763" y="1564575"/>
            <a:chExt cx="345150" cy="345150"/>
          </a:xfrm>
        </p:grpSpPr>
        <p:sp>
          <p:nvSpPr>
            <p:cNvPr id="1462" name="Google Shape;1462;p48"/>
            <p:cNvSpPr/>
            <p:nvPr/>
          </p:nvSpPr>
          <p:spPr>
            <a:xfrm>
              <a:off x="7783763" y="1564575"/>
              <a:ext cx="345150" cy="345150"/>
            </a:xfrm>
            <a:custGeom>
              <a:rect l="l" t="t" r="r" b="b"/>
              <a:pathLst>
                <a:path w="13805" h="13805" extrusionOk="0">
                  <a:moveTo>
                    <a:pt x="5928" y="805"/>
                  </a:moveTo>
                  <a:lnTo>
                    <a:pt x="6899" y="2747"/>
                  </a:lnTo>
                  <a:cubicBezTo>
                    <a:pt x="6957" y="2876"/>
                    <a:pt x="7098" y="2968"/>
                    <a:pt x="7249" y="2968"/>
                  </a:cubicBezTo>
                  <a:lnTo>
                    <a:pt x="12989" y="2968"/>
                  </a:lnTo>
                  <a:lnTo>
                    <a:pt x="12989" y="3776"/>
                  </a:lnTo>
                  <a:lnTo>
                    <a:pt x="6500" y="3776"/>
                  </a:lnTo>
                  <a:lnTo>
                    <a:pt x="5541" y="1846"/>
                  </a:lnTo>
                  <a:cubicBezTo>
                    <a:pt x="5471" y="1706"/>
                    <a:pt x="5330" y="1613"/>
                    <a:pt x="5179" y="1613"/>
                  </a:cubicBezTo>
                  <a:lnTo>
                    <a:pt x="2691" y="1613"/>
                  </a:lnTo>
                  <a:lnTo>
                    <a:pt x="2691" y="805"/>
                  </a:lnTo>
                  <a:close/>
                  <a:moveTo>
                    <a:pt x="4924" y="2432"/>
                  </a:moveTo>
                  <a:lnTo>
                    <a:pt x="5891" y="4360"/>
                  </a:lnTo>
                  <a:cubicBezTo>
                    <a:pt x="5962" y="4500"/>
                    <a:pt x="6102" y="4581"/>
                    <a:pt x="6256" y="4581"/>
                  </a:cubicBezTo>
                  <a:lnTo>
                    <a:pt x="12989" y="4581"/>
                  </a:lnTo>
                  <a:lnTo>
                    <a:pt x="12989" y="5389"/>
                  </a:lnTo>
                  <a:lnTo>
                    <a:pt x="5507" y="5389"/>
                  </a:lnTo>
                  <a:lnTo>
                    <a:pt x="4536" y="3459"/>
                  </a:lnTo>
                  <a:cubicBezTo>
                    <a:pt x="4466" y="3319"/>
                    <a:pt x="4326" y="3238"/>
                    <a:pt x="4175" y="3238"/>
                  </a:cubicBezTo>
                  <a:lnTo>
                    <a:pt x="1613" y="3238"/>
                  </a:lnTo>
                  <a:lnTo>
                    <a:pt x="1613" y="2432"/>
                  </a:lnTo>
                  <a:close/>
                  <a:moveTo>
                    <a:pt x="4166" y="7876"/>
                  </a:moveTo>
                  <a:cubicBezTo>
                    <a:pt x="4839" y="7876"/>
                    <a:pt x="5389" y="8414"/>
                    <a:pt x="5389" y="9081"/>
                  </a:cubicBezTo>
                  <a:lnTo>
                    <a:pt x="5389" y="9760"/>
                  </a:lnTo>
                  <a:lnTo>
                    <a:pt x="2960" y="9760"/>
                  </a:lnTo>
                  <a:lnTo>
                    <a:pt x="2960" y="9106"/>
                  </a:lnTo>
                  <a:cubicBezTo>
                    <a:pt x="2960" y="8475"/>
                    <a:pt x="3473" y="7914"/>
                    <a:pt x="4104" y="7878"/>
                  </a:cubicBezTo>
                  <a:cubicBezTo>
                    <a:pt x="4125" y="7877"/>
                    <a:pt x="4145" y="7876"/>
                    <a:pt x="4166" y="7876"/>
                  </a:cubicBezTo>
                  <a:close/>
                  <a:moveTo>
                    <a:pt x="3928" y="4045"/>
                  </a:moveTo>
                  <a:lnTo>
                    <a:pt x="4887" y="5973"/>
                  </a:lnTo>
                  <a:cubicBezTo>
                    <a:pt x="4957" y="6113"/>
                    <a:pt x="5098" y="6206"/>
                    <a:pt x="5249" y="6206"/>
                  </a:cubicBezTo>
                  <a:lnTo>
                    <a:pt x="12989" y="6206"/>
                  </a:lnTo>
                  <a:lnTo>
                    <a:pt x="12989" y="10299"/>
                  </a:lnTo>
                  <a:lnTo>
                    <a:pt x="6733" y="10299"/>
                  </a:lnTo>
                  <a:lnTo>
                    <a:pt x="6733" y="10169"/>
                  </a:lnTo>
                  <a:cubicBezTo>
                    <a:pt x="6733" y="9948"/>
                    <a:pt x="6559" y="9760"/>
                    <a:pt x="6337" y="9760"/>
                  </a:cubicBezTo>
                  <a:lnTo>
                    <a:pt x="6197" y="9760"/>
                  </a:lnTo>
                  <a:lnTo>
                    <a:pt x="6197" y="9117"/>
                  </a:lnTo>
                  <a:cubicBezTo>
                    <a:pt x="6197" y="8018"/>
                    <a:pt x="5344" y="7106"/>
                    <a:pt x="4256" y="7072"/>
                  </a:cubicBezTo>
                  <a:cubicBezTo>
                    <a:pt x="4227" y="7071"/>
                    <a:pt x="4199" y="7071"/>
                    <a:pt x="4170" y="7071"/>
                  </a:cubicBezTo>
                  <a:cubicBezTo>
                    <a:pt x="3054" y="7071"/>
                    <a:pt x="2152" y="7976"/>
                    <a:pt x="2152" y="9081"/>
                  </a:cubicBezTo>
                  <a:lnTo>
                    <a:pt x="2152" y="9760"/>
                  </a:lnTo>
                  <a:lnTo>
                    <a:pt x="2023" y="9760"/>
                  </a:lnTo>
                  <a:cubicBezTo>
                    <a:pt x="1801" y="9760"/>
                    <a:pt x="1613" y="9948"/>
                    <a:pt x="1613" y="10169"/>
                  </a:cubicBezTo>
                  <a:lnTo>
                    <a:pt x="1613" y="10299"/>
                  </a:lnTo>
                  <a:lnTo>
                    <a:pt x="808" y="10299"/>
                  </a:lnTo>
                  <a:lnTo>
                    <a:pt x="808" y="4045"/>
                  </a:lnTo>
                  <a:close/>
                  <a:moveTo>
                    <a:pt x="1613" y="11104"/>
                  </a:moveTo>
                  <a:lnTo>
                    <a:pt x="1613" y="11923"/>
                  </a:lnTo>
                  <a:lnTo>
                    <a:pt x="808" y="11923"/>
                  </a:lnTo>
                  <a:lnTo>
                    <a:pt x="808" y="11104"/>
                  </a:lnTo>
                  <a:close/>
                  <a:moveTo>
                    <a:pt x="12989" y="11104"/>
                  </a:moveTo>
                  <a:lnTo>
                    <a:pt x="12989" y="11923"/>
                  </a:lnTo>
                  <a:lnTo>
                    <a:pt x="6733" y="11923"/>
                  </a:lnTo>
                  <a:lnTo>
                    <a:pt x="6733" y="11104"/>
                  </a:lnTo>
                  <a:close/>
                  <a:moveTo>
                    <a:pt x="5928" y="10568"/>
                  </a:moveTo>
                  <a:lnTo>
                    <a:pt x="5928" y="12997"/>
                  </a:lnTo>
                  <a:lnTo>
                    <a:pt x="2421" y="12997"/>
                  </a:lnTo>
                  <a:lnTo>
                    <a:pt x="2421" y="10568"/>
                  </a:lnTo>
                  <a:close/>
                  <a:moveTo>
                    <a:pt x="2292" y="0"/>
                  </a:moveTo>
                  <a:cubicBezTo>
                    <a:pt x="2071" y="0"/>
                    <a:pt x="1883" y="188"/>
                    <a:pt x="1883" y="410"/>
                  </a:cubicBezTo>
                  <a:lnTo>
                    <a:pt x="1883" y="1613"/>
                  </a:lnTo>
                  <a:lnTo>
                    <a:pt x="1207" y="1613"/>
                  </a:lnTo>
                  <a:cubicBezTo>
                    <a:pt x="982" y="1613"/>
                    <a:pt x="808" y="1801"/>
                    <a:pt x="808" y="2023"/>
                  </a:cubicBezTo>
                  <a:lnTo>
                    <a:pt x="808" y="3238"/>
                  </a:lnTo>
                  <a:lnTo>
                    <a:pt x="399" y="3238"/>
                  </a:lnTo>
                  <a:cubicBezTo>
                    <a:pt x="177" y="3238"/>
                    <a:pt x="0" y="3414"/>
                    <a:pt x="0" y="3636"/>
                  </a:cubicBezTo>
                  <a:lnTo>
                    <a:pt x="0" y="12321"/>
                  </a:lnTo>
                  <a:cubicBezTo>
                    <a:pt x="0" y="12543"/>
                    <a:pt x="177" y="12728"/>
                    <a:pt x="399" y="12728"/>
                  </a:cubicBezTo>
                  <a:lnTo>
                    <a:pt x="1613" y="12728"/>
                  </a:lnTo>
                  <a:lnTo>
                    <a:pt x="1613" y="13396"/>
                  </a:lnTo>
                  <a:cubicBezTo>
                    <a:pt x="1613" y="13628"/>
                    <a:pt x="1801" y="13805"/>
                    <a:pt x="2023" y="13805"/>
                  </a:cubicBezTo>
                  <a:lnTo>
                    <a:pt x="6337" y="13805"/>
                  </a:lnTo>
                  <a:cubicBezTo>
                    <a:pt x="6559" y="13805"/>
                    <a:pt x="6733" y="13628"/>
                    <a:pt x="6733" y="13396"/>
                  </a:cubicBezTo>
                  <a:lnTo>
                    <a:pt x="6733" y="12728"/>
                  </a:lnTo>
                  <a:lnTo>
                    <a:pt x="13396" y="12728"/>
                  </a:lnTo>
                  <a:cubicBezTo>
                    <a:pt x="13620" y="12728"/>
                    <a:pt x="13805" y="12543"/>
                    <a:pt x="13805" y="12321"/>
                  </a:cubicBezTo>
                  <a:lnTo>
                    <a:pt x="13805" y="2559"/>
                  </a:lnTo>
                  <a:cubicBezTo>
                    <a:pt x="13805" y="2337"/>
                    <a:pt x="13620" y="2163"/>
                    <a:pt x="13396" y="2163"/>
                  </a:cubicBezTo>
                  <a:lnTo>
                    <a:pt x="7505" y="2163"/>
                  </a:lnTo>
                  <a:lnTo>
                    <a:pt x="6537" y="222"/>
                  </a:lnTo>
                  <a:cubicBezTo>
                    <a:pt x="6467" y="82"/>
                    <a:pt x="6326" y="0"/>
                    <a:pt x="61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63" name="Google Shape;1463;p48"/>
            <p:cNvSpPr/>
            <p:nvPr/>
          </p:nvSpPr>
          <p:spPr>
            <a:xfrm>
              <a:off x="7867363" y="1848875"/>
              <a:ext cx="41525" cy="20525"/>
            </a:xfrm>
            <a:custGeom>
              <a:rect l="l" t="t" r="r" b="b"/>
              <a:pathLst>
                <a:path w="1661" h="821" extrusionOk="0">
                  <a:moveTo>
                    <a:pt x="432" y="1"/>
                  </a:moveTo>
                  <a:cubicBezTo>
                    <a:pt x="222" y="1"/>
                    <a:pt x="48" y="152"/>
                    <a:pt x="23" y="363"/>
                  </a:cubicBezTo>
                  <a:cubicBezTo>
                    <a:pt x="0" y="610"/>
                    <a:pt x="188" y="820"/>
                    <a:pt x="421" y="820"/>
                  </a:cubicBezTo>
                  <a:lnTo>
                    <a:pt x="1229" y="820"/>
                  </a:lnTo>
                  <a:cubicBezTo>
                    <a:pt x="1425" y="820"/>
                    <a:pt x="1613" y="669"/>
                    <a:pt x="1636" y="458"/>
                  </a:cubicBezTo>
                  <a:cubicBezTo>
                    <a:pt x="1661" y="211"/>
                    <a:pt x="1473" y="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64" name="Google Shape;1464;p48"/>
            <p:cNvSpPr/>
            <p:nvPr/>
          </p:nvSpPr>
          <p:spPr>
            <a:xfrm>
              <a:off x="7972263" y="1740450"/>
              <a:ext cx="116025" cy="60850"/>
            </a:xfrm>
            <a:custGeom>
              <a:rect l="l" t="t" r="r" b="b"/>
              <a:pathLst>
                <a:path w="4641" h="2434" extrusionOk="0">
                  <a:moveTo>
                    <a:pt x="3836" y="809"/>
                  </a:moveTo>
                  <a:lnTo>
                    <a:pt x="3836" y="1614"/>
                  </a:lnTo>
                  <a:lnTo>
                    <a:pt x="820" y="1614"/>
                  </a:lnTo>
                  <a:lnTo>
                    <a:pt x="820" y="809"/>
                  </a:lnTo>
                  <a:close/>
                  <a:moveTo>
                    <a:pt x="411" y="1"/>
                  </a:moveTo>
                  <a:cubicBezTo>
                    <a:pt x="189" y="1"/>
                    <a:pt x="1" y="189"/>
                    <a:pt x="1" y="411"/>
                  </a:cubicBezTo>
                  <a:lnTo>
                    <a:pt x="1" y="2024"/>
                  </a:lnTo>
                  <a:cubicBezTo>
                    <a:pt x="1" y="2245"/>
                    <a:pt x="189" y="2433"/>
                    <a:pt x="411" y="2433"/>
                  </a:cubicBezTo>
                  <a:lnTo>
                    <a:pt x="4243" y="2433"/>
                  </a:lnTo>
                  <a:cubicBezTo>
                    <a:pt x="4467" y="2433"/>
                    <a:pt x="4641" y="2245"/>
                    <a:pt x="4641" y="2024"/>
                  </a:cubicBezTo>
                  <a:lnTo>
                    <a:pt x="4641" y="411"/>
                  </a:lnTo>
                  <a:cubicBezTo>
                    <a:pt x="4641" y="189"/>
                    <a:pt x="4467" y="1"/>
                    <a:pt x="4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465" name="Google Shape;1465;p48"/>
          <p:cNvGrpSpPr/>
          <p:nvPr/>
        </p:nvGrpSpPr>
        <p:grpSpPr>
          <a:xfrm>
            <a:off x="7026013" y="1412175"/>
            <a:ext cx="348375" cy="345150"/>
            <a:chOff x="7007038" y="1564575"/>
            <a:chExt cx="348375" cy="345150"/>
          </a:xfrm>
        </p:grpSpPr>
        <p:sp>
          <p:nvSpPr>
            <p:cNvPr id="1466" name="Google Shape;1466;p48"/>
            <p:cNvSpPr/>
            <p:nvPr/>
          </p:nvSpPr>
          <p:spPr>
            <a:xfrm>
              <a:off x="7007038" y="1762000"/>
              <a:ext cx="348375" cy="147725"/>
            </a:xfrm>
            <a:custGeom>
              <a:rect l="l" t="t" r="r" b="b"/>
              <a:pathLst>
                <a:path w="13935" h="5909" extrusionOk="0">
                  <a:moveTo>
                    <a:pt x="1942" y="1058"/>
                  </a:moveTo>
                  <a:lnTo>
                    <a:pt x="1942" y="5100"/>
                  </a:lnTo>
                  <a:lnTo>
                    <a:pt x="808" y="5100"/>
                  </a:lnTo>
                  <a:lnTo>
                    <a:pt x="808" y="1058"/>
                  </a:lnTo>
                  <a:close/>
                  <a:moveTo>
                    <a:pt x="12525" y="807"/>
                  </a:moveTo>
                  <a:cubicBezTo>
                    <a:pt x="12673" y="807"/>
                    <a:pt x="12818" y="880"/>
                    <a:pt x="12905" y="1010"/>
                  </a:cubicBezTo>
                  <a:cubicBezTo>
                    <a:pt x="13045" y="1198"/>
                    <a:pt x="13011" y="1453"/>
                    <a:pt x="12849" y="1605"/>
                  </a:cubicBezTo>
                  <a:lnTo>
                    <a:pt x="10018" y="4318"/>
                  </a:lnTo>
                  <a:cubicBezTo>
                    <a:pt x="9494" y="4820"/>
                    <a:pt x="8792" y="5100"/>
                    <a:pt x="8066" y="5100"/>
                  </a:cubicBezTo>
                  <a:lnTo>
                    <a:pt x="2750" y="5100"/>
                  </a:lnTo>
                  <a:lnTo>
                    <a:pt x="2750" y="1815"/>
                  </a:lnTo>
                  <a:lnTo>
                    <a:pt x="3274" y="1571"/>
                  </a:lnTo>
                  <a:cubicBezTo>
                    <a:pt x="3537" y="1450"/>
                    <a:pt x="3818" y="1391"/>
                    <a:pt x="4099" y="1391"/>
                  </a:cubicBezTo>
                  <a:cubicBezTo>
                    <a:pt x="4442" y="1391"/>
                    <a:pt x="4784" y="1480"/>
                    <a:pt x="5086" y="1653"/>
                  </a:cubicBezTo>
                  <a:cubicBezTo>
                    <a:pt x="5507" y="1899"/>
                    <a:pt x="5987" y="2026"/>
                    <a:pt x="6478" y="2026"/>
                  </a:cubicBezTo>
                  <a:lnTo>
                    <a:pt x="8416" y="2026"/>
                  </a:lnTo>
                  <a:cubicBezTo>
                    <a:pt x="8615" y="2026"/>
                    <a:pt x="8803" y="2166"/>
                    <a:pt x="8826" y="2376"/>
                  </a:cubicBezTo>
                  <a:cubicBezTo>
                    <a:pt x="8851" y="2612"/>
                    <a:pt x="8663" y="2811"/>
                    <a:pt x="8416" y="2811"/>
                  </a:cubicBezTo>
                  <a:lnTo>
                    <a:pt x="5821" y="2834"/>
                  </a:lnTo>
                  <a:cubicBezTo>
                    <a:pt x="5589" y="2834"/>
                    <a:pt x="5401" y="3033"/>
                    <a:pt x="5415" y="3254"/>
                  </a:cubicBezTo>
                  <a:cubicBezTo>
                    <a:pt x="5426" y="3476"/>
                    <a:pt x="5611" y="3639"/>
                    <a:pt x="5835" y="3639"/>
                  </a:cubicBezTo>
                  <a:lnTo>
                    <a:pt x="8416" y="3639"/>
                  </a:lnTo>
                  <a:cubicBezTo>
                    <a:pt x="8966" y="3639"/>
                    <a:pt x="9435" y="3277"/>
                    <a:pt x="9586" y="2763"/>
                  </a:cubicBezTo>
                  <a:lnTo>
                    <a:pt x="12262" y="892"/>
                  </a:lnTo>
                  <a:cubicBezTo>
                    <a:pt x="12342" y="835"/>
                    <a:pt x="12434" y="807"/>
                    <a:pt x="12525" y="807"/>
                  </a:cubicBezTo>
                  <a:close/>
                  <a:moveTo>
                    <a:pt x="12521" y="1"/>
                  </a:moveTo>
                  <a:cubicBezTo>
                    <a:pt x="12269" y="1"/>
                    <a:pt x="12017" y="74"/>
                    <a:pt x="11797" y="227"/>
                  </a:cubicBezTo>
                  <a:lnTo>
                    <a:pt x="9482" y="1852"/>
                  </a:lnTo>
                  <a:cubicBezTo>
                    <a:pt x="9283" y="1479"/>
                    <a:pt x="8874" y="1220"/>
                    <a:pt x="8416" y="1220"/>
                  </a:cubicBezTo>
                  <a:lnTo>
                    <a:pt x="6467" y="1220"/>
                  </a:lnTo>
                  <a:cubicBezTo>
                    <a:pt x="6127" y="1220"/>
                    <a:pt x="5788" y="1114"/>
                    <a:pt x="5496" y="940"/>
                  </a:cubicBezTo>
                  <a:cubicBezTo>
                    <a:pt x="5068" y="684"/>
                    <a:pt x="4587" y="554"/>
                    <a:pt x="4103" y="554"/>
                  </a:cubicBezTo>
                  <a:cubicBezTo>
                    <a:pt x="3702" y="554"/>
                    <a:pt x="3300" y="643"/>
                    <a:pt x="2923" y="822"/>
                  </a:cubicBezTo>
                  <a:lnTo>
                    <a:pt x="2750" y="903"/>
                  </a:lnTo>
                  <a:lnTo>
                    <a:pt x="2750" y="648"/>
                  </a:lnTo>
                  <a:cubicBezTo>
                    <a:pt x="2750" y="427"/>
                    <a:pt x="2573" y="250"/>
                    <a:pt x="2351" y="250"/>
                  </a:cubicBezTo>
                  <a:lnTo>
                    <a:pt x="410" y="250"/>
                  </a:lnTo>
                  <a:cubicBezTo>
                    <a:pt x="177" y="250"/>
                    <a:pt x="0" y="427"/>
                    <a:pt x="0" y="648"/>
                  </a:cubicBezTo>
                  <a:lnTo>
                    <a:pt x="0" y="5499"/>
                  </a:lnTo>
                  <a:cubicBezTo>
                    <a:pt x="0" y="5731"/>
                    <a:pt x="177" y="5908"/>
                    <a:pt x="410" y="5908"/>
                  </a:cubicBezTo>
                  <a:lnTo>
                    <a:pt x="8066" y="5908"/>
                  </a:lnTo>
                  <a:cubicBezTo>
                    <a:pt x="9003" y="5908"/>
                    <a:pt x="9889" y="5546"/>
                    <a:pt x="10579" y="4901"/>
                  </a:cubicBezTo>
                  <a:lnTo>
                    <a:pt x="13410" y="2191"/>
                  </a:lnTo>
                  <a:cubicBezTo>
                    <a:pt x="13864" y="1759"/>
                    <a:pt x="13934" y="1069"/>
                    <a:pt x="13572" y="542"/>
                  </a:cubicBezTo>
                  <a:cubicBezTo>
                    <a:pt x="13320" y="189"/>
                    <a:pt x="12923" y="1"/>
                    <a:pt x="125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67" name="Google Shape;1467;p48"/>
            <p:cNvSpPr/>
            <p:nvPr/>
          </p:nvSpPr>
          <p:spPr>
            <a:xfrm>
              <a:off x="7115188" y="1564575"/>
              <a:ext cx="155775" cy="208950"/>
            </a:xfrm>
            <a:custGeom>
              <a:rect l="l" t="t" r="r" b="b"/>
              <a:pathLst>
                <a:path w="6231" h="8358" extrusionOk="0">
                  <a:moveTo>
                    <a:pt x="3122" y="805"/>
                  </a:moveTo>
                  <a:cubicBezTo>
                    <a:pt x="4385" y="805"/>
                    <a:pt x="5412" y="1835"/>
                    <a:pt x="5412" y="3097"/>
                  </a:cubicBezTo>
                  <a:cubicBezTo>
                    <a:pt x="5412" y="3787"/>
                    <a:pt x="5109" y="4430"/>
                    <a:pt x="4570" y="4862"/>
                  </a:cubicBezTo>
                  <a:cubicBezTo>
                    <a:pt x="4231" y="5154"/>
                    <a:pt x="4009" y="5530"/>
                    <a:pt x="3928" y="5939"/>
                  </a:cubicBezTo>
                  <a:lnTo>
                    <a:pt x="3518" y="5939"/>
                  </a:lnTo>
                  <a:lnTo>
                    <a:pt x="3518" y="3810"/>
                  </a:lnTo>
                  <a:lnTo>
                    <a:pt x="4208" y="3120"/>
                  </a:lnTo>
                  <a:cubicBezTo>
                    <a:pt x="4348" y="2979"/>
                    <a:pt x="4371" y="2747"/>
                    <a:pt x="4245" y="2584"/>
                  </a:cubicBezTo>
                  <a:cubicBezTo>
                    <a:pt x="4163" y="2478"/>
                    <a:pt x="4045" y="2425"/>
                    <a:pt x="3926" y="2425"/>
                  </a:cubicBezTo>
                  <a:cubicBezTo>
                    <a:pt x="3822" y="2425"/>
                    <a:pt x="3717" y="2466"/>
                    <a:pt x="3636" y="2547"/>
                  </a:cubicBezTo>
                  <a:lnTo>
                    <a:pt x="3122" y="3075"/>
                  </a:lnTo>
                  <a:lnTo>
                    <a:pt x="2595" y="2547"/>
                  </a:lnTo>
                  <a:cubicBezTo>
                    <a:pt x="2514" y="2466"/>
                    <a:pt x="2409" y="2425"/>
                    <a:pt x="2305" y="2425"/>
                  </a:cubicBezTo>
                  <a:cubicBezTo>
                    <a:pt x="2186" y="2425"/>
                    <a:pt x="2068" y="2478"/>
                    <a:pt x="1986" y="2584"/>
                  </a:cubicBezTo>
                  <a:cubicBezTo>
                    <a:pt x="1860" y="2747"/>
                    <a:pt x="1883" y="2979"/>
                    <a:pt x="2034" y="3120"/>
                  </a:cubicBezTo>
                  <a:lnTo>
                    <a:pt x="2713" y="3810"/>
                  </a:lnTo>
                  <a:lnTo>
                    <a:pt x="2713" y="5939"/>
                  </a:lnTo>
                  <a:lnTo>
                    <a:pt x="2315" y="5939"/>
                  </a:lnTo>
                  <a:cubicBezTo>
                    <a:pt x="2233" y="5530"/>
                    <a:pt x="2000" y="5154"/>
                    <a:pt x="1661" y="4862"/>
                  </a:cubicBezTo>
                  <a:cubicBezTo>
                    <a:pt x="1133" y="4430"/>
                    <a:pt x="831" y="3787"/>
                    <a:pt x="831" y="3097"/>
                  </a:cubicBezTo>
                  <a:cubicBezTo>
                    <a:pt x="831" y="1835"/>
                    <a:pt x="1846" y="805"/>
                    <a:pt x="3122" y="805"/>
                  </a:cubicBezTo>
                  <a:close/>
                  <a:moveTo>
                    <a:pt x="3894" y="6744"/>
                  </a:moveTo>
                  <a:lnTo>
                    <a:pt x="3894" y="7412"/>
                  </a:lnTo>
                  <a:cubicBezTo>
                    <a:pt x="3894" y="7493"/>
                    <a:pt x="3835" y="7552"/>
                    <a:pt x="3765" y="7552"/>
                  </a:cubicBezTo>
                  <a:lnTo>
                    <a:pt x="2466" y="7552"/>
                  </a:lnTo>
                  <a:cubicBezTo>
                    <a:pt x="2396" y="7552"/>
                    <a:pt x="2337" y="7493"/>
                    <a:pt x="2337" y="7412"/>
                  </a:cubicBezTo>
                  <a:lnTo>
                    <a:pt x="2337" y="6744"/>
                  </a:lnTo>
                  <a:close/>
                  <a:moveTo>
                    <a:pt x="3122" y="0"/>
                  </a:moveTo>
                  <a:cubicBezTo>
                    <a:pt x="1403" y="0"/>
                    <a:pt x="0" y="1392"/>
                    <a:pt x="0" y="3097"/>
                  </a:cubicBezTo>
                  <a:cubicBezTo>
                    <a:pt x="0" y="4031"/>
                    <a:pt x="421" y="4898"/>
                    <a:pt x="1133" y="5493"/>
                  </a:cubicBezTo>
                  <a:cubicBezTo>
                    <a:pt x="1380" y="5692"/>
                    <a:pt x="1532" y="5973"/>
                    <a:pt x="1532" y="6264"/>
                  </a:cubicBezTo>
                  <a:lnTo>
                    <a:pt x="1532" y="7412"/>
                  </a:lnTo>
                  <a:cubicBezTo>
                    <a:pt x="1532" y="7936"/>
                    <a:pt x="1953" y="8357"/>
                    <a:pt x="2466" y="8357"/>
                  </a:cubicBezTo>
                  <a:lnTo>
                    <a:pt x="3765" y="8357"/>
                  </a:lnTo>
                  <a:cubicBezTo>
                    <a:pt x="4289" y="8357"/>
                    <a:pt x="4710" y="7936"/>
                    <a:pt x="4710" y="7412"/>
                  </a:cubicBezTo>
                  <a:lnTo>
                    <a:pt x="4710" y="6264"/>
                  </a:lnTo>
                  <a:cubicBezTo>
                    <a:pt x="4710" y="5973"/>
                    <a:pt x="4851" y="5692"/>
                    <a:pt x="5097" y="5493"/>
                  </a:cubicBezTo>
                  <a:cubicBezTo>
                    <a:pt x="5821" y="4898"/>
                    <a:pt x="6231" y="4031"/>
                    <a:pt x="6231" y="3097"/>
                  </a:cubicBezTo>
                  <a:cubicBezTo>
                    <a:pt x="6231" y="1392"/>
                    <a:pt x="4828" y="0"/>
                    <a:pt x="31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68" name="Google Shape;1468;p48"/>
            <p:cNvSpPr/>
            <p:nvPr/>
          </p:nvSpPr>
          <p:spPr>
            <a:xfrm>
              <a:off x="7291063" y="1632025"/>
              <a:ext cx="40350" cy="20225"/>
            </a:xfrm>
            <a:custGeom>
              <a:rect l="l" t="t" r="r" b="b"/>
              <a:pathLst>
                <a:path w="1613" h="809" extrusionOk="0">
                  <a:moveTo>
                    <a:pt x="410" y="1"/>
                  </a:moveTo>
                  <a:cubicBezTo>
                    <a:pt x="178" y="1"/>
                    <a:pt x="1" y="178"/>
                    <a:pt x="1" y="399"/>
                  </a:cubicBezTo>
                  <a:cubicBezTo>
                    <a:pt x="1" y="621"/>
                    <a:pt x="178" y="809"/>
                    <a:pt x="410" y="809"/>
                  </a:cubicBezTo>
                  <a:lnTo>
                    <a:pt x="1218" y="809"/>
                  </a:lnTo>
                  <a:cubicBezTo>
                    <a:pt x="1440" y="809"/>
                    <a:pt x="1614" y="621"/>
                    <a:pt x="1614" y="399"/>
                  </a:cubicBezTo>
                  <a:cubicBezTo>
                    <a:pt x="1614" y="178"/>
                    <a:pt x="1440" y="1"/>
                    <a:pt x="1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69" name="Google Shape;1469;p48"/>
            <p:cNvSpPr/>
            <p:nvPr/>
          </p:nvSpPr>
          <p:spPr>
            <a:xfrm>
              <a:off x="7282938" y="1578050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1161" y="1"/>
                  </a:moveTo>
                  <a:cubicBezTo>
                    <a:pt x="1092" y="1"/>
                    <a:pt x="1022" y="18"/>
                    <a:pt x="957" y="56"/>
                  </a:cubicBezTo>
                  <a:lnTo>
                    <a:pt x="256" y="454"/>
                  </a:lnTo>
                  <a:cubicBezTo>
                    <a:pt x="71" y="572"/>
                    <a:pt x="0" y="816"/>
                    <a:pt x="115" y="1015"/>
                  </a:cubicBezTo>
                  <a:cubicBezTo>
                    <a:pt x="186" y="1141"/>
                    <a:pt x="318" y="1213"/>
                    <a:pt x="457" y="1213"/>
                  </a:cubicBezTo>
                  <a:cubicBezTo>
                    <a:pt x="527" y="1213"/>
                    <a:pt x="599" y="1195"/>
                    <a:pt x="665" y="1156"/>
                  </a:cubicBezTo>
                  <a:lnTo>
                    <a:pt x="1367" y="757"/>
                  </a:lnTo>
                  <a:cubicBezTo>
                    <a:pt x="1555" y="642"/>
                    <a:pt x="1625" y="395"/>
                    <a:pt x="1507" y="210"/>
                  </a:cubicBezTo>
                  <a:cubicBezTo>
                    <a:pt x="1437" y="76"/>
                    <a:pt x="1302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70" name="Google Shape;1470;p48"/>
            <p:cNvSpPr/>
            <p:nvPr/>
          </p:nvSpPr>
          <p:spPr>
            <a:xfrm>
              <a:off x="7282938" y="1675775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460" y="1"/>
                  </a:moveTo>
                  <a:cubicBezTo>
                    <a:pt x="320" y="1"/>
                    <a:pt x="187" y="70"/>
                    <a:pt x="115" y="203"/>
                  </a:cubicBezTo>
                  <a:cubicBezTo>
                    <a:pt x="0" y="403"/>
                    <a:pt x="71" y="649"/>
                    <a:pt x="256" y="753"/>
                  </a:cubicBezTo>
                  <a:lnTo>
                    <a:pt x="957" y="1163"/>
                  </a:lnTo>
                  <a:cubicBezTo>
                    <a:pt x="1023" y="1197"/>
                    <a:pt x="1094" y="1214"/>
                    <a:pt x="1163" y="1214"/>
                  </a:cubicBezTo>
                  <a:cubicBezTo>
                    <a:pt x="1304" y="1214"/>
                    <a:pt x="1437" y="1145"/>
                    <a:pt x="1507" y="1011"/>
                  </a:cubicBezTo>
                  <a:cubicBezTo>
                    <a:pt x="1625" y="823"/>
                    <a:pt x="1555" y="565"/>
                    <a:pt x="1367" y="462"/>
                  </a:cubicBezTo>
                  <a:lnTo>
                    <a:pt x="665" y="52"/>
                  </a:lnTo>
                  <a:cubicBezTo>
                    <a:pt x="600" y="18"/>
                    <a:pt x="529" y="1"/>
                    <a:pt x="4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71" name="Google Shape;1471;p48"/>
            <p:cNvSpPr/>
            <p:nvPr/>
          </p:nvSpPr>
          <p:spPr>
            <a:xfrm>
              <a:off x="7055288" y="1632025"/>
              <a:ext cx="40350" cy="20225"/>
            </a:xfrm>
            <a:custGeom>
              <a:rect l="l" t="t" r="r" b="b"/>
              <a:pathLst>
                <a:path w="1613" h="809" extrusionOk="0">
                  <a:moveTo>
                    <a:pt x="399" y="1"/>
                  </a:moveTo>
                  <a:cubicBezTo>
                    <a:pt x="174" y="1"/>
                    <a:pt x="0" y="178"/>
                    <a:pt x="0" y="399"/>
                  </a:cubicBezTo>
                  <a:cubicBezTo>
                    <a:pt x="0" y="621"/>
                    <a:pt x="174" y="809"/>
                    <a:pt x="399" y="809"/>
                  </a:cubicBezTo>
                  <a:lnTo>
                    <a:pt x="1204" y="809"/>
                  </a:lnTo>
                  <a:cubicBezTo>
                    <a:pt x="1437" y="809"/>
                    <a:pt x="1613" y="621"/>
                    <a:pt x="1613" y="399"/>
                  </a:cubicBezTo>
                  <a:cubicBezTo>
                    <a:pt x="1613" y="178"/>
                    <a:pt x="1437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72" name="Google Shape;1472;p48"/>
            <p:cNvSpPr/>
            <p:nvPr/>
          </p:nvSpPr>
          <p:spPr>
            <a:xfrm>
              <a:off x="7063138" y="1578050"/>
              <a:ext cx="40700" cy="30350"/>
            </a:xfrm>
            <a:custGeom>
              <a:rect l="l" t="t" r="r" b="b"/>
              <a:pathLst>
                <a:path w="1628" h="1214" extrusionOk="0">
                  <a:moveTo>
                    <a:pt x="465" y="1"/>
                  </a:moveTo>
                  <a:cubicBezTo>
                    <a:pt x="324" y="1"/>
                    <a:pt x="190" y="76"/>
                    <a:pt x="118" y="210"/>
                  </a:cubicBezTo>
                  <a:cubicBezTo>
                    <a:pt x="1" y="395"/>
                    <a:pt x="71" y="642"/>
                    <a:pt x="259" y="757"/>
                  </a:cubicBezTo>
                  <a:lnTo>
                    <a:pt x="960" y="1156"/>
                  </a:lnTo>
                  <a:cubicBezTo>
                    <a:pt x="1027" y="1195"/>
                    <a:pt x="1098" y="1213"/>
                    <a:pt x="1168" y="1213"/>
                  </a:cubicBezTo>
                  <a:cubicBezTo>
                    <a:pt x="1307" y="1213"/>
                    <a:pt x="1439" y="1141"/>
                    <a:pt x="1510" y="1015"/>
                  </a:cubicBezTo>
                  <a:cubicBezTo>
                    <a:pt x="1628" y="816"/>
                    <a:pt x="1558" y="572"/>
                    <a:pt x="1370" y="454"/>
                  </a:cubicBezTo>
                  <a:lnTo>
                    <a:pt x="668" y="56"/>
                  </a:lnTo>
                  <a:cubicBezTo>
                    <a:pt x="603" y="18"/>
                    <a:pt x="533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73" name="Google Shape;1473;p48"/>
            <p:cNvSpPr/>
            <p:nvPr/>
          </p:nvSpPr>
          <p:spPr>
            <a:xfrm>
              <a:off x="7063138" y="1675775"/>
              <a:ext cx="40700" cy="30350"/>
            </a:xfrm>
            <a:custGeom>
              <a:rect l="l" t="t" r="r" b="b"/>
              <a:pathLst>
                <a:path w="1628" h="1214" extrusionOk="0">
                  <a:moveTo>
                    <a:pt x="1165" y="1"/>
                  </a:moveTo>
                  <a:cubicBezTo>
                    <a:pt x="1096" y="1"/>
                    <a:pt x="1026" y="18"/>
                    <a:pt x="960" y="52"/>
                  </a:cubicBezTo>
                  <a:lnTo>
                    <a:pt x="259" y="462"/>
                  </a:lnTo>
                  <a:cubicBezTo>
                    <a:pt x="71" y="565"/>
                    <a:pt x="1" y="823"/>
                    <a:pt x="118" y="1011"/>
                  </a:cubicBezTo>
                  <a:cubicBezTo>
                    <a:pt x="190" y="1145"/>
                    <a:pt x="323" y="1214"/>
                    <a:pt x="463" y="1214"/>
                  </a:cubicBezTo>
                  <a:cubicBezTo>
                    <a:pt x="532" y="1214"/>
                    <a:pt x="602" y="1197"/>
                    <a:pt x="668" y="1163"/>
                  </a:cubicBezTo>
                  <a:lnTo>
                    <a:pt x="1370" y="753"/>
                  </a:lnTo>
                  <a:cubicBezTo>
                    <a:pt x="1558" y="649"/>
                    <a:pt x="1628" y="403"/>
                    <a:pt x="1510" y="203"/>
                  </a:cubicBezTo>
                  <a:cubicBezTo>
                    <a:pt x="1438" y="70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474" name="Google Shape;1474;p48"/>
          <p:cNvSpPr/>
          <p:nvPr/>
        </p:nvSpPr>
        <p:spPr>
          <a:xfrm>
            <a:off x="6277950" y="1409225"/>
            <a:ext cx="345150" cy="345150"/>
          </a:xfrm>
          <a:custGeom>
            <a:rect l="l" t="t" r="r" b="b"/>
            <a:pathLst>
              <a:path w="13805" h="13805" extrusionOk="0">
                <a:moveTo>
                  <a:pt x="2023" y="808"/>
                </a:moveTo>
                <a:cubicBezTo>
                  <a:pt x="2688" y="808"/>
                  <a:pt x="3238" y="1358"/>
                  <a:pt x="3238" y="2023"/>
                </a:cubicBezTo>
                <a:cubicBezTo>
                  <a:pt x="3238" y="2691"/>
                  <a:pt x="2688" y="3238"/>
                  <a:pt x="2023" y="3238"/>
                </a:cubicBezTo>
                <a:cubicBezTo>
                  <a:pt x="1355" y="3238"/>
                  <a:pt x="808" y="2691"/>
                  <a:pt x="808" y="2023"/>
                </a:cubicBezTo>
                <a:cubicBezTo>
                  <a:pt x="808" y="1358"/>
                  <a:pt x="1355" y="808"/>
                  <a:pt x="2023" y="808"/>
                </a:cubicBezTo>
                <a:close/>
                <a:moveTo>
                  <a:pt x="11783" y="808"/>
                </a:moveTo>
                <a:cubicBezTo>
                  <a:pt x="12450" y="808"/>
                  <a:pt x="12997" y="1358"/>
                  <a:pt x="12997" y="2023"/>
                </a:cubicBezTo>
                <a:cubicBezTo>
                  <a:pt x="12997" y="2691"/>
                  <a:pt x="12450" y="3238"/>
                  <a:pt x="11783" y="3238"/>
                </a:cubicBezTo>
                <a:cubicBezTo>
                  <a:pt x="11118" y="3238"/>
                  <a:pt x="10568" y="2691"/>
                  <a:pt x="10568" y="2023"/>
                </a:cubicBezTo>
                <a:cubicBezTo>
                  <a:pt x="10568" y="1358"/>
                  <a:pt x="11118" y="808"/>
                  <a:pt x="11783" y="808"/>
                </a:cubicBezTo>
                <a:close/>
                <a:moveTo>
                  <a:pt x="6896" y="5681"/>
                </a:moveTo>
                <a:cubicBezTo>
                  <a:pt x="7353" y="5681"/>
                  <a:pt x="7715" y="6043"/>
                  <a:pt x="7715" y="6500"/>
                </a:cubicBezTo>
                <a:cubicBezTo>
                  <a:pt x="7715" y="6944"/>
                  <a:pt x="7353" y="7305"/>
                  <a:pt x="6896" y="7305"/>
                </a:cubicBezTo>
                <a:cubicBezTo>
                  <a:pt x="6452" y="7305"/>
                  <a:pt x="6091" y="6944"/>
                  <a:pt x="6091" y="6500"/>
                </a:cubicBezTo>
                <a:cubicBezTo>
                  <a:pt x="6091" y="6043"/>
                  <a:pt x="6452" y="5681"/>
                  <a:pt x="6896" y="5681"/>
                </a:cubicBezTo>
                <a:close/>
                <a:moveTo>
                  <a:pt x="6896" y="4068"/>
                </a:moveTo>
                <a:cubicBezTo>
                  <a:pt x="8464" y="4068"/>
                  <a:pt x="9737" y="5342"/>
                  <a:pt x="9737" y="6899"/>
                </a:cubicBezTo>
                <a:cubicBezTo>
                  <a:pt x="9737" y="7471"/>
                  <a:pt x="9561" y="8007"/>
                  <a:pt x="9269" y="8453"/>
                </a:cubicBezTo>
                <a:cubicBezTo>
                  <a:pt x="9059" y="7996"/>
                  <a:pt x="8674" y="7634"/>
                  <a:pt x="8206" y="7446"/>
                </a:cubicBezTo>
                <a:cubicBezTo>
                  <a:pt x="8405" y="7179"/>
                  <a:pt x="8523" y="6851"/>
                  <a:pt x="8523" y="6500"/>
                </a:cubicBezTo>
                <a:cubicBezTo>
                  <a:pt x="8523" y="5600"/>
                  <a:pt x="7796" y="4876"/>
                  <a:pt x="6896" y="4876"/>
                </a:cubicBezTo>
                <a:cubicBezTo>
                  <a:pt x="6009" y="4876"/>
                  <a:pt x="5283" y="5600"/>
                  <a:pt x="5283" y="6500"/>
                </a:cubicBezTo>
                <a:cubicBezTo>
                  <a:pt x="5283" y="6851"/>
                  <a:pt x="5400" y="7179"/>
                  <a:pt x="5600" y="7446"/>
                </a:cubicBezTo>
                <a:cubicBezTo>
                  <a:pt x="5131" y="7634"/>
                  <a:pt x="4747" y="7996"/>
                  <a:pt x="4536" y="8453"/>
                </a:cubicBezTo>
                <a:cubicBezTo>
                  <a:pt x="4245" y="8007"/>
                  <a:pt x="4068" y="7471"/>
                  <a:pt x="4068" y="6899"/>
                </a:cubicBezTo>
                <a:cubicBezTo>
                  <a:pt x="4068" y="5342"/>
                  <a:pt x="5342" y="4068"/>
                  <a:pt x="6896" y="4068"/>
                </a:cubicBezTo>
                <a:close/>
                <a:moveTo>
                  <a:pt x="7457" y="8113"/>
                </a:moveTo>
                <a:cubicBezTo>
                  <a:pt x="8054" y="8113"/>
                  <a:pt x="8556" y="8557"/>
                  <a:pt x="8638" y="9129"/>
                </a:cubicBezTo>
                <a:cubicBezTo>
                  <a:pt x="8158" y="9505"/>
                  <a:pt x="7552" y="9726"/>
                  <a:pt x="6896" y="9726"/>
                </a:cubicBezTo>
                <a:cubicBezTo>
                  <a:pt x="6242" y="9726"/>
                  <a:pt x="5647" y="9505"/>
                  <a:pt x="5168" y="9129"/>
                </a:cubicBezTo>
                <a:cubicBezTo>
                  <a:pt x="5249" y="8557"/>
                  <a:pt x="5740" y="8113"/>
                  <a:pt x="6349" y="8113"/>
                </a:cubicBezTo>
                <a:close/>
                <a:moveTo>
                  <a:pt x="2023" y="10568"/>
                </a:moveTo>
                <a:cubicBezTo>
                  <a:pt x="2688" y="10568"/>
                  <a:pt x="3238" y="11107"/>
                  <a:pt x="3238" y="11783"/>
                </a:cubicBezTo>
                <a:cubicBezTo>
                  <a:pt x="3238" y="12450"/>
                  <a:pt x="2688" y="13000"/>
                  <a:pt x="2023" y="13000"/>
                </a:cubicBezTo>
                <a:cubicBezTo>
                  <a:pt x="1355" y="13000"/>
                  <a:pt x="808" y="12450"/>
                  <a:pt x="808" y="11783"/>
                </a:cubicBezTo>
                <a:cubicBezTo>
                  <a:pt x="808" y="11107"/>
                  <a:pt x="1355" y="10568"/>
                  <a:pt x="2023" y="10568"/>
                </a:cubicBezTo>
                <a:close/>
                <a:moveTo>
                  <a:pt x="11783" y="10568"/>
                </a:moveTo>
                <a:cubicBezTo>
                  <a:pt x="12450" y="10568"/>
                  <a:pt x="12997" y="11107"/>
                  <a:pt x="12997" y="11783"/>
                </a:cubicBezTo>
                <a:cubicBezTo>
                  <a:pt x="12997" y="12450"/>
                  <a:pt x="12450" y="13000"/>
                  <a:pt x="11783" y="13000"/>
                </a:cubicBezTo>
                <a:cubicBezTo>
                  <a:pt x="11118" y="13000"/>
                  <a:pt x="10568" y="12450"/>
                  <a:pt x="10568" y="11783"/>
                </a:cubicBezTo>
                <a:cubicBezTo>
                  <a:pt x="10568" y="11107"/>
                  <a:pt x="11118" y="10568"/>
                  <a:pt x="11783" y="10568"/>
                </a:cubicBezTo>
                <a:close/>
                <a:moveTo>
                  <a:pt x="2023" y="0"/>
                </a:moveTo>
                <a:cubicBezTo>
                  <a:pt x="912" y="0"/>
                  <a:pt x="0" y="901"/>
                  <a:pt x="0" y="2023"/>
                </a:cubicBezTo>
                <a:cubicBezTo>
                  <a:pt x="0" y="3134"/>
                  <a:pt x="912" y="4046"/>
                  <a:pt x="2023" y="4046"/>
                </a:cubicBezTo>
                <a:cubicBezTo>
                  <a:pt x="2432" y="4046"/>
                  <a:pt x="2817" y="3917"/>
                  <a:pt x="3134" y="3706"/>
                </a:cubicBezTo>
                <a:lnTo>
                  <a:pt x="4057" y="4629"/>
                </a:lnTo>
                <a:cubicBezTo>
                  <a:pt x="3566" y="5249"/>
                  <a:pt x="3263" y="6043"/>
                  <a:pt x="3263" y="6899"/>
                </a:cubicBezTo>
                <a:cubicBezTo>
                  <a:pt x="3263" y="7763"/>
                  <a:pt x="3566" y="8545"/>
                  <a:pt x="4057" y="9165"/>
                </a:cubicBezTo>
                <a:lnTo>
                  <a:pt x="3134" y="10088"/>
                </a:lnTo>
                <a:cubicBezTo>
                  <a:pt x="2817" y="9878"/>
                  <a:pt x="2432" y="9760"/>
                  <a:pt x="2023" y="9760"/>
                </a:cubicBezTo>
                <a:cubicBezTo>
                  <a:pt x="912" y="9760"/>
                  <a:pt x="0" y="10661"/>
                  <a:pt x="0" y="11783"/>
                </a:cubicBezTo>
                <a:cubicBezTo>
                  <a:pt x="0" y="12894"/>
                  <a:pt x="912" y="13805"/>
                  <a:pt x="2023" y="13805"/>
                </a:cubicBezTo>
                <a:cubicBezTo>
                  <a:pt x="3134" y="13805"/>
                  <a:pt x="4045" y="12894"/>
                  <a:pt x="4045" y="11783"/>
                </a:cubicBezTo>
                <a:cubicBezTo>
                  <a:pt x="4045" y="11373"/>
                  <a:pt x="3916" y="10989"/>
                  <a:pt x="3706" y="10661"/>
                </a:cubicBezTo>
                <a:lnTo>
                  <a:pt x="4629" y="9738"/>
                </a:lnTo>
                <a:cubicBezTo>
                  <a:pt x="5249" y="10240"/>
                  <a:pt x="6043" y="10546"/>
                  <a:pt x="6896" y="10546"/>
                </a:cubicBezTo>
                <a:cubicBezTo>
                  <a:pt x="7763" y="10546"/>
                  <a:pt x="8545" y="10240"/>
                  <a:pt x="9176" y="9738"/>
                </a:cubicBezTo>
                <a:lnTo>
                  <a:pt x="10099" y="10661"/>
                </a:lnTo>
                <a:cubicBezTo>
                  <a:pt x="9878" y="10989"/>
                  <a:pt x="9760" y="11373"/>
                  <a:pt x="9760" y="11783"/>
                </a:cubicBezTo>
                <a:cubicBezTo>
                  <a:pt x="9760" y="12894"/>
                  <a:pt x="10660" y="13805"/>
                  <a:pt x="11783" y="13805"/>
                </a:cubicBezTo>
                <a:cubicBezTo>
                  <a:pt x="12893" y="13805"/>
                  <a:pt x="13805" y="12894"/>
                  <a:pt x="13805" y="11783"/>
                </a:cubicBezTo>
                <a:cubicBezTo>
                  <a:pt x="13805" y="10661"/>
                  <a:pt x="12893" y="9760"/>
                  <a:pt x="11783" y="9760"/>
                </a:cubicBezTo>
                <a:cubicBezTo>
                  <a:pt x="11373" y="9760"/>
                  <a:pt x="10989" y="9878"/>
                  <a:pt x="10672" y="10088"/>
                </a:cubicBezTo>
                <a:lnTo>
                  <a:pt x="9749" y="9165"/>
                </a:lnTo>
                <a:cubicBezTo>
                  <a:pt x="10240" y="8545"/>
                  <a:pt x="10543" y="7763"/>
                  <a:pt x="10543" y="6899"/>
                </a:cubicBezTo>
                <a:cubicBezTo>
                  <a:pt x="10543" y="6043"/>
                  <a:pt x="10240" y="5249"/>
                  <a:pt x="9749" y="4629"/>
                </a:cubicBezTo>
                <a:lnTo>
                  <a:pt x="10672" y="3706"/>
                </a:lnTo>
                <a:cubicBezTo>
                  <a:pt x="10989" y="3917"/>
                  <a:pt x="11373" y="4046"/>
                  <a:pt x="11783" y="4046"/>
                </a:cubicBezTo>
                <a:cubicBezTo>
                  <a:pt x="12893" y="4046"/>
                  <a:pt x="13805" y="3134"/>
                  <a:pt x="13805" y="2023"/>
                </a:cubicBezTo>
                <a:cubicBezTo>
                  <a:pt x="13805" y="901"/>
                  <a:pt x="12893" y="0"/>
                  <a:pt x="11783" y="0"/>
                </a:cubicBezTo>
                <a:cubicBezTo>
                  <a:pt x="10660" y="0"/>
                  <a:pt x="9760" y="901"/>
                  <a:pt x="9760" y="2023"/>
                </a:cubicBezTo>
                <a:cubicBezTo>
                  <a:pt x="9760" y="2433"/>
                  <a:pt x="9878" y="2817"/>
                  <a:pt x="10099" y="3134"/>
                </a:cubicBezTo>
                <a:lnTo>
                  <a:pt x="9176" y="4057"/>
                </a:lnTo>
                <a:cubicBezTo>
                  <a:pt x="8545" y="3555"/>
                  <a:pt x="7763" y="3263"/>
                  <a:pt x="6896" y="3263"/>
                </a:cubicBezTo>
                <a:cubicBezTo>
                  <a:pt x="6043" y="3263"/>
                  <a:pt x="5249" y="3555"/>
                  <a:pt x="4629" y="4057"/>
                </a:cubicBezTo>
                <a:lnTo>
                  <a:pt x="3706" y="3134"/>
                </a:lnTo>
                <a:cubicBezTo>
                  <a:pt x="3916" y="2817"/>
                  <a:pt x="4045" y="2433"/>
                  <a:pt x="4045" y="2023"/>
                </a:cubicBezTo>
                <a:cubicBezTo>
                  <a:pt x="4045" y="901"/>
                  <a:pt x="3134" y="0"/>
                  <a:pt x="202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1475" name="Google Shape;1475;p48"/>
          <p:cNvGrpSpPr/>
          <p:nvPr/>
        </p:nvGrpSpPr>
        <p:grpSpPr>
          <a:xfrm>
            <a:off x="4757988" y="1412175"/>
            <a:ext cx="346275" cy="345150"/>
            <a:chOff x="4754363" y="1564575"/>
            <a:chExt cx="346275" cy="345150"/>
          </a:xfrm>
        </p:grpSpPr>
        <p:sp>
          <p:nvSpPr>
            <p:cNvPr id="1476" name="Google Shape;1476;p48"/>
            <p:cNvSpPr/>
            <p:nvPr/>
          </p:nvSpPr>
          <p:spPr>
            <a:xfrm>
              <a:off x="4849888" y="1604900"/>
              <a:ext cx="154875" cy="155150"/>
            </a:xfrm>
            <a:custGeom>
              <a:rect l="l" t="t" r="r" b="b"/>
              <a:pathLst>
                <a:path w="6195" h="6206" extrusionOk="0">
                  <a:moveTo>
                    <a:pt x="2045" y="1075"/>
                  </a:moveTo>
                  <a:lnTo>
                    <a:pt x="2045" y="1075"/>
                  </a:lnTo>
                  <a:cubicBezTo>
                    <a:pt x="1964" y="1322"/>
                    <a:pt x="1894" y="1602"/>
                    <a:pt x="1846" y="1894"/>
                  </a:cubicBezTo>
                  <a:lnTo>
                    <a:pt x="1159" y="1894"/>
                  </a:lnTo>
                  <a:cubicBezTo>
                    <a:pt x="1380" y="1543"/>
                    <a:pt x="1683" y="1263"/>
                    <a:pt x="2045" y="1075"/>
                  </a:cubicBezTo>
                  <a:close/>
                  <a:moveTo>
                    <a:pt x="3097" y="819"/>
                  </a:moveTo>
                  <a:cubicBezTo>
                    <a:pt x="3156" y="864"/>
                    <a:pt x="3297" y="1041"/>
                    <a:pt x="3426" y="1451"/>
                  </a:cubicBezTo>
                  <a:cubicBezTo>
                    <a:pt x="3459" y="1591"/>
                    <a:pt x="3496" y="1742"/>
                    <a:pt x="3529" y="1894"/>
                  </a:cubicBezTo>
                  <a:lnTo>
                    <a:pt x="2665" y="1894"/>
                  </a:lnTo>
                  <a:cubicBezTo>
                    <a:pt x="2702" y="1742"/>
                    <a:pt x="2735" y="1591"/>
                    <a:pt x="2772" y="1451"/>
                  </a:cubicBezTo>
                  <a:cubicBezTo>
                    <a:pt x="2898" y="1041"/>
                    <a:pt x="3038" y="864"/>
                    <a:pt x="3097" y="819"/>
                  </a:cubicBezTo>
                  <a:close/>
                  <a:moveTo>
                    <a:pt x="4149" y="1075"/>
                  </a:moveTo>
                  <a:lnTo>
                    <a:pt x="4149" y="1075"/>
                  </a:lnTo>
                  <a:cubicBezTo>
                    <a:pt x="4511" y="1263"/>
                    <a:pt x="4828" y="1543"/>
                    <a:pt x="5039" y="1894"/>
                  </a:cubicBezTo>
                  <a:lnTo>
                    <a:pt x="4349" y="1894"/>
                  </a:lnTo>
                  <a:cubicBezTo>
                    <a:pt x="4301" y="1602"/>
                    <a:pt x="4231" y="1322"/>
                    <a:pt x="4149" y="1075"/>
                  </a:cubicBezTo>
                  <a:close/>
                  <a:moveTo>
                    <a:pt x="1765" y="2699"/>
                  </a:moveTo>
                  <a:cubicBezTo>
                    <a:pt x="1754" y="2839"/>
                    <a:pt x="1754" y="2968"/>
                    <a:pt x="1754" y="3109"/>
                  </a:cubicBezTo>
                  <a:cubicBezTo>
                    <a:pt x="1754" y="3238"/>
                    <a:pt x="1754" y="3378"/>
                    <a:pt x="1765" y="3507"/>
                  </a:cubicBezTo>
                  <a:lnTo>
                    <a:pt x="842" y="3507"/>
                  </a:lnTo>
                  <a:cubicBezTo>
                    <a:pt x="819" y="3378"/>
                    <a:pt x="808" y="3249"/>
                    <a:pt x="808" y="3109"/>
                  </a:cubicBezTo>
                  <a:cubicBezTo>
                    <a:pt x="808" y="2968"/>
                    <a:pt x="819" y="2828"/>
                    <a:pt x="842" y="2699"/>
                  </a:cubicBezTo>
                  <a:close/>
                  <a:moveTo>
                    <a:pt x="3625" y="2699"/>
                  </a:moveTo>
                  <a:cubicBezTo>
                    <a:pt x="3636" y="2839"/>
                    <a:pt x="3636" y="2968"/>
                    <a:pt x="3636" y="3109"/>
                  </a:cubicBezTo>
                  <a:cubicBezTo>
                    <a:pt x="3636" y="3238"/>
                    <a:pt x="3636" y="3378"/>
                    <a:pt x="3625" y="3507"/>
                  </a:cubicBezTo>
                  <a:lnTo>
                    <a:pt x="2573" y="3507"/>
                  </a:lnTo>
                  <a:cubicBezTo>
                    <a:pt x="2562" y="3378"/>
                    <a:pt x="2562" y="3238"/>
                    <a:pt x="2562" y="3109"/>
                  </a:cubicBezTo>
                  <a:cubicBezTo>
                    <a:pt x="2562" y="2968"/>
                    <a:pt x="2562" y="2839"/>
                    <a:pt x="2573" y="2699"/>
                  </a:cubicBezTo>
                  <a:close/>
                  <a:moveTo>
                    <a:pt x="5353" y="2699"/>
                  </a:moveTo>
                  <a:cubicBezTo>
                    <a:pt x="5378" y="2828"/>
                    <a:pt x="5389" y="2968"/>
                    <a:pt x="5389" y="3109"/>
                  </a:cubicBezTo>
                  <a:cubicBezTo>
                    <a:pt x="5389" y="3249"/>
                    <a:pt x="5378" y="3378"/>
                    <a:pt x="5353" y="3507"/>
                  </a:cubicBezTo>
                  <a:lnTo>
                    <a:pt x="4441" y="3507"/>
                  </a:lnTo>
                  <a:lnTo>
                    <a:pt x="4441" y="3109"/>
                  </a:lnTo>
                  <a:lnTo>
                    <a:pt x="4441" y="2699"/>
                  </a:lnTo>
                  <a:close/>
                  <a:moveTo>
                    <a:pt x="1846" y="4326"/>
                  </a:moveTo>
                  <a:cubicBezTo>
                    <a:pt x="1894" y="4618"/>
                    <a:pt x="1964" y="4898"/>
                    <a:pt x="2045" y="5142"/>
                  </a:cubicBezTo>
                  <a:cubicBezTo>
                    <a:pt x="1683" y="4957"/>
                    <a:pt x="1380" y="4663"/>
                    <a:pt x="1159" y="4326"/>
                  </a:cubicBezTo>
                  <a:close/>
                  <a:moveTo>
                    <a:pt x="5039" y="4326"/>
                  </a:moveTo>
                  <a:cubicBezTo>
                    <a:pt x="4828" y="4663"/>
                    <a:pt x="4511" y="4957"/>
                    <a:pt x="4149" y="5142"/>
                  </a:cubicBezTo>
                  <a:cubicBezTo>
                    <a:pt x="4231" y="4898"/>
                    <a:pt x="4301" y="4618"/>
                    <a:pt x="4349" y="4326"/>
                  </a:cubicBezTo>
                  <a:close/>
                  <a:moveTo>
                    <a:pt x="3529" y="4326"/>
                  </a:moveTo>
                  <a:cubicBezTo>
                    <a:pt x="3496" y="4478"/>
                    <a:pt x="3459" y="4629"/>
                    <a:pt x="3426" y="4758"/>
                  </a:cubicBezTo>
                  <a:cubicBezTo>
                    <a:pt x="3297" y="5179"/>
                    <a:pt x="3156" y="5342"/>
                    <a:pt x="3097" y="5389"/>
                  </a:cubicBezTo>
                  <a:cubicBezTo>
                    <a:pt x="3038" y="5342"/>
                    <a:pt x="2898" y="5179"/>
                    <a:pt x="2772" y="4758"/>
                  </a:cubicBezTo>
                  <a:cubicBezTo>
                    <a:pt x="2735" y="4629"/>
                    <a:pt x="2702" y="4478"/>
                    <a:pt x="2665" y="4326"/>
                  </a:cubicBezTo>
                  <a:close/>
                  <a:moveTo>
                    <a:pt x="3097" y="0"/>
                  </a:moveTo>
                  <a:cubicBezTo>
                    <a:pt x="1392" y="0"/>
                    <a:pt x="0" y="1392"/>
                    <a:pt x="0" y="3109"/>
                  </a:cubicBezTo>
                  <a:cubicBezTo>
                    <a:pt x="0" y="4817"/>
                    <a:pt x="1392" y="6206"/>
                    <a:pt x="3097" y="6206"/>
                  </a:cubicBezTo>
                  <a:cubicBezTo>
                    <a:pt x="4806" y="6206"/>
                    <a:pt x="6194" y="4817"/>
                    <a:pt x="6194" y="3109"/>
                  </a:cubicBezTo>
                  <a:cubicBezTo>
                    <a:pt x="6194" y="1392"/>
                    <a:pt x="4806" y="0"/>
                    <a:pt x="30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77" name="Google Shape;1477;p48"/>
            <p:cNvSpPr/>
            <p:nvPr/>
          </p:nvSpPr>
          <p:spPr>
            <a:xfrm>
              <a:off x="4809263" y="1564575"/>
              <a:ext cx="236175" cy="345150"/>
            </a:xfrm>
            <a:custGeom>
              <a:rect l="l" t="t" r="r" b="b"/>
              <a:pathLst>
                <a:path w="9447" h="13805" extrusionOk="0">
                  <a:moveTo>
                    <a:pt x="4722" y="805"/>
                  </a:moveTo>
                  <a:cubicBezTo>
                    <a:pt x="6885" y="805"/>
                    <a:pt x="8639" y="2559"/>
                    <a:pt x="8639" y="4722"/>
                  </a:cubicBezTo>
                  <a:cubicBezTo>
                    <a:pt x="8639" y="5832"/>
                    <a:pt x="8148" y="6896"/>
                    <a:pt x="7317" y="7645"/>
                  </a:cubicBezTo>
                  <a:cubicBezTo>
                    <a:pt x="6711" y="8183"/>
                    <a:pt x="6324" y="8918"/>
                    <a:pt x="6232" y="9712"/>
                  </a:cubicBezTo>
                  <a:lnTo>
                    <a:pt x="3216" y="9712"/>
                  </a:lnTo>
                  <a:cubicBezTo>
                    <a:pt x="3121" y="8918"/>
                    <a:pt x="2736" y="8183"/>
                    <a:pt x="2127" y="7645"/>
                  </a:cubicBezTo>
                  <a:cubicBezTo>
                    <a:pt x="1297" y="6896"/>
                    <a:pt x="820" y="5832"/>
                    <a:pt x="820" y="4722"/>
                  </a:cubicBezTo>
                  <a:cubicBezTo>
                    <a:pt x="820" y="2559"/>
                    <a:pt x="2573" y="805"/>
                    <a:pt x="4722" y="805"/>
                  </a:cubicBezTo>
                  <a:close/>
                  <a:moveTo>
                    <a:pt x="6206" y="10520"/>
                  </a:moveTo>
                  <a:lnTo>
                    <a:pt x="6206" y="11244"/>
                  </a:lnTo>
                  <a:cubicBezTo>
                    <a:pt x="6206" y="11314"/>
                    <a:pt x="6150" y="11384"/>
                    <a:pt x="6066" y="11384"/>
                  </a:cubicBezTo>
                  <a:lnTo>
                    <a:pt x="3379" y="11384"/>
                  </a:lnTo>
                  <a:cubicBezTo>
                    <a:pt x="3297" y="11384"/>
                    <a:pt x="3238" y="11314"/>
                    <a:pt x="3238" y="11244"/>
                  </a:cubicBezTo>
                  <a:lnTo>
                    <a:pt x="3238" y="10520"/>
                  </a:lnTo>
                  <a:close/>
                  <a:moveTo>
                    <a:pt x="5671" y="12192"/>
                  </a:moveTo>
                  <a:lnTo>
                    <a:pt x="5671" y="12588"/>
                  </a:lnTo>
                  <a:cubicBezTo>
                    <a:pt x="5671" y="12812"/>
                    <a:pt x="5483" y="12997"/>
                    <a:pt x="5261" y="12997"/>
                  </a:cubicBezTo>
                  <a:lnTo>
                    <a:pt x="4187" y="12997"/>
                  </a:lnTo>
                  <a:cubicBezTo>
                    <a:pt x="3962" y="12997"/>
                    <a:pt x="3777" y="12812"/>
                    <a:pt x="3777" y="12588"/>
                  </a:cubicBezTo>
                  <a:lnTo>
                    <a:pt x="3777" y="12192"/>
                  </a:lnTo>
                  <a:close/>
                  <a:moveTo>
                    <a:pt x="4722" y="0"/>
                  </a:moveTo>
                  <a:cubicBezTo>
                    <a:pt x="2127" y="0"/>
                    <a:pt x="1" y="2115"/>
                    <a:pt x="1" y="4722"/>
                  </a:cubicBezTo>
                  <a:cubicBezTo>
                    <a:pt x="1" y="6065"/>
                    <a:pt x="584" y="7353"/>
                    <a:pt x="1603" y="8253"/>
                  </a:cubicBezTo>
                  <a:cubicBezTo>
                    <a:pt x="2127" y="8719"/>
                    <a:pt x="2433" y="9398"/>
                    <a:pt x="2433" y="10111"/>
                  </a:cubicBezTo>
                  <a:lnTo>
                    <a:pt x="2433" y="11244"/>
                  </a:lnTo>
                  <a:cubicBezTo>
                    <a:pt x="2433" y="11620"/>
                    <a:pt x="2655" y="11945"/>
                    <a:pt x="2969" y="12097"/>
                  </a:cubicBezTo>
                  <a:lnTo>
                    <a:pt x="2969" y="12588"/>
                  </a:lnTo>
                  <a:cubicBezTo>
                    <a:pt x="2969" y="13267"/>
                    <a:pt x="3519" y="13805"/>
                    <a:pt x="4187" y="13805"/>
                  </a:cubicBezTo>
                  <a:lnTo>
                    <a:pt x="5261" y="13805"/>
                  </a:lnTo>
                  <a:cubicBezTo>
                    <a:pt x="5940" y="13805"/>
                    <a:pt x="6476" y="13267"/>
                    <a:pt x="6476" y="12588"/>
                  </a:cubicBezTo>
                  <a:lnTo>
                    <a:pt x="6476" y="12097"/>
                  </a:lnTo>
                  <a:cubicBezTo>
                    <a:pt x="6793" y="11945"/>
                    <a:pt x="7014" y="11620"/>
                    <a:pt x="7014" y="11244"/>
                  </a:cubicBezTo>
                  <a:lnTo>
                    <a:pt x="7014" y="10111"/>
                  </a:lnTo>
                  <a:cubicBezTo>
                    <a:pt x="7014" y="9398"/>
                    <a:pt x="7317" y="8719"/>
                    <a:pt x="7856" y="8253"/>
                  </a:cubicBezTo>
                  <a:cubicBezTo>
                    <a:pt x="8860" y="7353"/>
                    <a:pt x="9447" y="6065"/>
                    <a:pt x="9447" y="4722"/>
                  </a:cubicBezTo>
                  <a:cubicBezTo>
                    <a:pt x="9447" y="2115"/>
                    <a:pt x="7328" y="0"/>
                    <a:pt x="47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78" name="Google Shape;1478;p48"/>
            <p:cNvSpPr/>
            <p:nvPr/>
          </p:nvSpPr>
          <p:spPr>
            <a:xfrm>
              <a:off x="5058813" y="1672375"/>
              <a:ext cx="41825" cy="20200"/>
            </a:xfrm>
            <a:custGeom>
              <a:rect l="l" t="t" r="r" b="b"/>
              <a:pathLst>
                <a:path w="1672" h="806" extrusionOk="0">
                  <a:moveTo>
                    <a:pt x="446" y="0"/>
                  </a:moveTo>
                  <a:cubicBezTo>
                    <a:pt x="236" y="0"/>
                    <a:pt x="48" y="154"/>
                    <a:pt x="26" y="365"/>
                  </a:cubicBezTo>
                  <a:cubicBezTo>
                    <a:pt x="0" y="609"/>
                    <a:pt x="188" y="808"/>
                    <a:pt x="432" y="808"/>
                  </a:cubicBezTo>
                  <a:lnTo>
                    <a:pt x="1229" y="808"/>
                  </a:lnTo>
                  <a:cubicBezTo>
                    <a:pt x="1439" y="808"/>
                    <a:pt x="1613" y="656"/>
                    <a:pt x="1639" y="457"/>
                  </a:cubicBezTo>
                  <a:cubicBezTo>
                    <a:pt x="1672" y="210"/>
                    <a:pt x="147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79" name="Google Shape;1479;p48"/>
            <p:cNvSpPr/>
            <p:nvPr/>
          </p:nvSpPr>
          <p:spPr>
            <a:xfrm>
              <a:off x="5051238" y="1604925"/>
              <a:ext cx="40625" cy="30450"/>
            </a:xfrm>
            <a:custGeom>
              <a:rect l="l" t="t" r="r" b="b"/>
              <a:pathLst>
                <a:path w="1625" h="1218" extrusionOk="0">
                  <a:moveTo>
                    <a:pt x="1165" y="1"/>
                  </a:moveTo>
                  <a:cubicBezTo>
                    <a:pt x="1095" y="1"/>
                    <a:pt x="1025" y="19"/>
                    <a:pt x="960" y="58"/>
                  </a:cubicBezTo>
                  <a:lnTo>
                    <a:pt x="258" y="468"/>
                  </a:lnTo>
                  <a:cubicBezTo>
                    <a:pt x="70" y="572"/>
                    <a:pt x="0" y="818"/>
                    <a:pt x="118" y="1015"/>
                  </a:cubicBezTo>
                  <a:cubicBezTo>
                    <a:pt x="189" y="1144"/>
                    <a:pt x="328" y="1217"/>
                    <a:pt x="471" y="1217"/>
                  </a:cubicBezTo>
                  <a:cubicBezTo>
                    <a:pt x="537" y="1217"/>
                    <a:pt x="603" y="1202"/>
                    <a:pt x="665" y="1169"/>
                  </a:cubicBezTo>
                  <a:lnTo>
                    <a:pt x="1367" y="760"/>
                  </a:lnTo>
                  <a:cubicBezTo>
                    <a:pt x="1554" y="642"/>
                    <a:pt x="1625" y="398"/>
                    <a:pt x="1521" y="210"/>
                  </a:cubicBezTo>
                  <a:cubicBezTo>
                    <a:pt x="1442" y="76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80" name="Google Shape;1480;p48"/>
            <p:cNvSpPr/>
            <p:nvPr/>
          </p:nvSpPr>
          <p:spPr>
            <a:xfrm>
              <a:off x="5051238" y="1729700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459" y="0"/>
                  </a:moveTo>
                  <a:cubicBezTo>
                    <a:pt x="320" y="0"/>
                    <a:pt x="187" y="73"/>
                    <a:pt x="118" y="198"/>
                  </a:cubicBezTo>
                  <a:cubicBezTo>
                    <a:pt x="0" y="397"/>
                    <a:pt x="70" y="641"/>
                    <a:pt x="258" y="759"/>
                  </a:cubicBezTo>
                  <a:lnTo>
                    <a:pt x="960" y="1158"/>
                  </a:lnTo>
                  <a:cubicBezTo>
                    <a:pt x="1025" y="1196"/>
                    <a:pt x="1095" y="1213"/>
                    <a:pt x="1165" y="1213"/>
                  </a:cubicBezTo>
                  <a:cubicBezTo>
                    <a:pt x="1306" y="1213"/>
                    <a:pt x="1442" y="1141"/>
                    <a:pt x="1521" y="1017"/>
                  </a:cubicBezTo>
                  <a:cubicBezTo>
                    <a:pt x="1625" y="818"/>
                    <a:pt x="1554" y="571"/>
                    <a:pt x="1367" y="456"/>
                  </a:cubicBezTo>
                  <a:lnTo>
                    <a:pt x="665" y="58"/>
                  </a:lnTo>
                  <a:cubicBezTo>
                    <a:pt x="600" y="18"/>
                    <a:pt x="528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81" name="Google Shape;1481;p48"/>
            <p:cNvSpPr/>
            <p:nvPr/>
          </p:nvSpPr>
          <p:spPr>
            <a:xfrm>
              <a:off x="4754363" y="1672375"/>
              <a:ext cx="41475" cy="20200"/>
            </a:xfrm>
            <a:custGeom>
              <a:rect l="l" t="t" r="r" b="b"/>
              <a:pathLst>
                <a:path w="1659" h="806" extrusionOk="0">
                  <a:moveTo>
                    <a:pt x="432" y="0"/>
                  </a:moveTo>
                  <a:cubicBezTo>
                    <a:pt x="222" y="0"/>
                    <a:pt x="45" y="154"/>
                    <a:pt x="23" y="365"/>
                  </a:cubicBezTo>
                  <a:cubicBezTo>
                    <a:pt x="0" y="609"/>
                    <a:pt x="186" y="808"/>
                    <a:pt x="421" y="808"/>
                  </a:cubicBezTo>
                  <a:lnTo>
                    <a:pt x="1226" y="808"/>
                  </a:lnTo>
                  <a:cubicBezTo>
                    <a:pt x="1473" y="808"/>
                    <a:pt x="1658" y="609"/>
                    <a:pt x="1636" y="365"/>
                  </a:cubicBezTo>
                  <a:cubicBezTo>
                    <a:pt x="1613" y="154"/>
                    <a:pt x="1426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82" name="Google Shape;1482;p48"/>
            <p:cNvSpPr/>
            <p:nvPr/>
          </p:nvSpPr>
          <p:spPr>
            <a:xfrm>
              <a:off x="4762788" y="1604925"/>
              <a:ext cx="40700" cy="30450"/>
            </a:xfrm>
            <a:custGeom>
              <a:rect l="l" t="t" r="r" b="b"/>
              <a:pathLst>
                <a:path w="1628" h="1218" extrusionOk="0">
                  <a:moveTo>
                    <a:pt x="462" y="1"/>
                  </a:moveTo>
                  <a:cubicBezTo>
                    <a:pt x="322" y="1"/>
                    <a:pt x="189" y="76"/>
                    <a:pt x="118" y="210"/>
                  </a:cubicBezTo>
                  <a:cubicBezTo>
                    <a:pt x="0" y="398"/>
                    <a:pt x="70" y="642"/>
                    <a:pt x="258" y="760"/>
                  </a:cubicBezTo>
                  <a:lnTo>
                    <a:pt x="959" y="1169"/>
                  </a:lnTo>
                  <a:cubicBezTo>
                    <a:pt x="1022" y="1202"/>
                    <a:pt x="1089" y="1217"/>
                    <a:pt x="1155" y="1217"/>
                  </a:cubicBezTo>
                  <a:cubicBezTo>
                    <a:pt x="1299" y="1217"/>
                    <a:pt x="1436" y="1144"/>
                    <a:pt x="1509" y="1015"/>
                  </a:cubicBezTo>
                  <a:cubicBezTo>
                    <a:pt x="1627" y="818"/>
                    <a:pt x="1557" y="572"/>
                    <a:pt x="1369" y="468"/>
                  </a:cubicBezTo>
                  <a:lnTo>
                    <a:pt x="668" y="58"/>
                  </a:lnTo>
                  <a:cubicBezTo>
                    <a:pt x="602" y="19"/>
                    <a:pt x="531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83" name="Google Shape;1483;p48"/>
            <p:cNvSpPr/>
            <p:nvPr/>
          </p:nvSpPr>
          <p:spPr>
            <a:xfrm>
              <a:off x="4762788" y="1729700"/>
              <a:ext cx="40700" cy="30350"/>
            </a:xfrm>
            <a:custGeom>
              <a:rect l="l" t="t" r="r" b="b"/>
              <a:pathLst>
                <a:path w="1628" h="1214" extrusionOk="0">
                  <a:moveTo>
                    <a:pt x="1167" y="0"/>
                  </a:moveTo>
                  <a:cubicBezTo>
                    <a:pt x="1098" y="0"/>
                    <a:pt x="1026" y="18"/>
                    <a:pt x="959" y="58"/>
                  </a:cubicBezTo>
                  <a:lnTo>
                    <a:pt x="258" y="456"/>
                  </a:lnTo>
                  <a:cubicBezTo>
                    <a:pt x="70" y="571"/>
                    <a:pt x="0" y="818"/>
                    <a:pt x="118" y="1017"/>
                  </a:cubicBezTo>
                  <a:cubicBezTo>
                    <a:pt x="189" y="1141"/>
                    <a:pt x="322" y="1213"/>
                    <a:pt x="462" y="1213"/>
                  </a:cubicBezTo>
                  <a:cubicBezTo>
                    <a:pt x="531" y="1213"/>
                    <a:pt x="602" y="1196"/>
                    <a:pt x="668" y="1158"/>
                  </a:cubicBezTo>
                  <a:lnTo>
                    <a:pt x="1369" y="759"/>
                  </a:lnTo>
                  <a:cubicBezTo>
                    <a:pt x="1557" y="641"/>
                    <a:pt x="1627" y="397"/>
                    <a:pt x="1509" y="198"/>
                  </a:cubicBezTo>
                  <a:cubicBezTo>
                    <a:pt x="1438" y="73"/>
                    <a:pt x="1306" y="0"/>
                    <a:pt x="1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484" name="Google Shape;1484;p48"/>
          <p:cNvSpPr/>
          <p:nvPr/>
        </p:nvSpPr>
        <p:spPr>
          <a:xfrm>
            <a:off x="4020138" y="1412150"/>
            <a:ext cx="346575" cy="345225"/>
          </a:xfrm>
          <a:custGeom>
            <a:rect l="l" t="t" r="r" b="b"/>
            <a:pathLst>
              <a:path w="13862" h="13809" extrusionOk="0">
                <a:moveTo>
                  <a:pt x="4582" y="795"/>
                </a:moveTo>
                <a:cubicBezTo>
                  <a:pt x="4804" y="795"/>
                  <a:pt x="4992" y="983"/>
                  <a:pt x="4992" y="1205"/>
                </a:cubicBezTo>
                <a:cubicBezTo>
                  <a:pt x="4992" y="1426"/>
                  <a:pt x="4804" y="1614"/>
                  <a:pt x="4582" y="1614"/>
                </a:cubicBezTo>
                <a:cubicBezTo>
                  <a:pt x="4360" y="1614"/>
                  <a:pt x="4184" y="1426"/>
                  <a:pt x="4184" y="1205"/>
                </a:cubicBezTo>
                <a:cubicBezTo>
                  <a:pt x="4184" y="983"/>
                  <a:pt x="4360" y="795"/>
                  <a:pt x="4582" y="795"/>
                </a:cubicBezTo>
                <a:close/>
                <a:moveTo>
                  <a:pt x="9303" y="795"/>
                </a:moveTo>
                <a:cubicBezTo>
                  <a:pt x="9525" y="795"/>
                  <a:pt x="9702" y="983"/>
                  <a:pt x="9702" y="1205"/>
                </a:cubicBezTo>
                <a:cubicBezTo>
                  <a:pt x="9702" y="1426"/>
                  <a:pt x="9525" y="1614"/>
                  <a:pt x="9303" y="1614"/>
                </a:cubicBezTo>
                <a:cubicBezTo>
                  <a:pt x="9071" y="1614"/>
                  <a:pt x="8894" y="1426"/>
                  <a:pt x="8894" y="1205"/>
                </a:cubicBezTo>
                <a:cubicBezTo>
                  <a:pt x="8894" y="983"/>
                  <a:pt x="9071" y="795"/>
                  <a:pt x="9303" y="795"/>
                </a:cubicBezTo>
                <a:close/>
                <a:moveTo>
                  <a:pt x="8159" y="1614"/>
                </a:moveTo>
                <a:cubicBezTo>
                  <a:pt x="8229" y="1813"/>
                  <a:pt x="8333" y="1987"/>
                  <a:pt x="8487" y="2116"/>
                </a:cubicBezTo>
                <a:lnTo>
                  <a:pt x="7328" y="4922"/>
                </a:lnTo>
                <a:cubicBezTo>
                  <a:pt x="7199" y="4899"/>
                  <a:pt x="7070" y="4888"/>
                  <a:pt x="6944" y="4888"/>
                </a:cubicBezTo>
                <a:cubicBezTo>
                  <a:pt x="6815" y="4888"/>
                  <a:pt x="6686" y="4899"/>
                  <a:pt x="6557" y="4922"/>
                </a:cubicBezTo>
                <a:lnTo>
                  <a:pt x="5401" y="2116"/>
                </a:lnTo>
                <a:cubicBezTo>
                  <a:pt x="5541" y="1987"/>
                  <a:pt x="5656" y="1813"/>
                  <a:pt x="5727" y="1614"/>
                </a:cubicBezTo>
                <a:close/>
                <a:moveTo>
                  <a:pt x="1249" y="4128"/>
                </a:moveTo>
                <a:cubicBezTo>
                  <a:pt x="1474" y="4128"/>
                  <a:pt x="1659" y="4313"/>
                  <a:pt x="1659" y="4537"/>
                </a:cubicBezTo>
                <a:cubicBezTo>
                  <a:pt x="1659" y="4759"/>
                  <a:pt x="1474" y="4944"/>
                  <a:pt x="1249" y="4944"/>
                </a:cubicBezTo>
                <a:cubicBezTo>
                  <a:pt x="1028" y="4944"/>
                  <a:pt x="854" y="4759"/>
                  <a:pt x="854" y="4537"/>
                </a:cubicBezTo>
                <a:cubicBezTo>
                  <a:pt x="854" y="4313"/>
                  <a:pt x="1028" y="4128"/>
                  <a:pt x="1249" y="4128"/>
                </a:cubicBezTo>
                <a:close/>
                <a:moveTo>
                  <a:pt x="12636" y="4128"/>
                </a:moveTo>
                <a:cubicBezTo>
                  <a:pt x="12858" y="4128"/>
                  <a:pt x="13032" y="4313"/>
                  <a:pt x="13032" y="4537"/>
                </a:cubicBezTo>
                <a:cubicBezTo>
                  <a:pt x="13032" y="4759"/>
                  <a:pt x="12858" y="4944"/>
                  <a:pt x="12636" y="4944"/>
                </a:cubicBezTo>
                <a:cubicBezTo>
                  <a:pt x="12414" y="4944"/>
                  <a:pt x="12227" y="4759"/>
                  <a:pt x="12227" y="4537"/>
                </a:cubicBezTo>
                <a:cubicBezTo>
                  <a:pt x="12227" y="4313"/>
                  <a:pt x="12414" y="4128"/>
                  <a:pt x="12636" y="4128"/>
                </a:cubicBezTo>
                <a:close/>
                <a:moveTo>
                  <a:pt x="4069" y="2304"/>
                </a:moveTo>
                <a:cubicBezTo>
                  <a:pt x="4220" y="2375"/>
                  <a:pt x="4394" y="2419"/>
                  <a:pt x="4582" y="2419"/>
                </a:cubicBezTo>
                <a:lnTo>
                  <a:pt x="4652" y="2419"/>
                </a:lnTo>
                <a:lnTo>
                  <a:pt x="5808" y="5214"/>
                </a:lnTo>
                <a:cubicBezTo>
                  <a:pt x="5598" y="5365"/>
                  <a:pt x="5412" y="5553"/>
                  <a:pt x="5272" y="5763"/>
                </a:cubicBezTo>
                <a:lnTo>
                  <a:pt x="2467" y="4608"/>
                </a:lnTo>
                <a:lnTo>
                  <a:pt x="2467" y="4537"/>
                </a:lnTo>
                <a:cubicBezTo>
                  <a:pt x="2467" y="4349"/>
                  <a:pt x="2419" y="4173"/>
                  <a:pt x="2349" y="4010"/>
                </a:cubicBezTo>
                <a:lnTo>
                  <a:pt x="4069" y="2304"/>
                </a:lnTo>
                <a:close/>
                <a:moveTo>
                  <a:pt x="9820" y="2304"/>
                </a:moveTo>
                <a:lnTo>
                  <a:pt x="11536" y="4010"/>
                </a:lnTo>
                <a:cubicBezTo>
                  <a:pt x="11455" y="4173"/>
                  <a:pt x="11419" y="4349"/>
                  <a:pt x="11419" y="4537"/>
                </a:cubicBezTo>
                <a:lnTo>
                  <a:pt x="11419" y="4608"/>
                </a:lnTo>
                <a:lnTo>
                  <a:pt x="8613" y="5763"/>
                </a:lnTo>
                <a:cubicBezTo>
                  <a:pt x="8473" y="5553"/>
                  <a:pt x="8288" y="5365"/>
                  <a:pt x="8077" y="5214"/>
                </a:cubicBezTo>
                <a:lnTo>
                  <a:pt x="9233" y="2419"/>
                </a:lnTo>
                <a:lnTo>
                  <a:pt x="9303" y="2419"/>
                </a:lnTo>
                <a:cubicBezTo>
                  <a:pt x="9491" y="2419"/>
                  <a:pt x="9665" y="2375"/>
                  <a:pt x="9820" y="2304"/>
                </a:cubicBezTo>
                <a:close/>
                <a:moveTo>
                  <a:pt x="6944" y="5682"/>
                </a:moveTo>
                <a:cubicBezTo>
                  <a:pt x="7609" y="5682"/>
                  <a:pt x="8159" y="6221"/>
                  <a:pt x="8159" y="6897"/>
                </a:cubicBezTo>
                <a:cubicBezTo>
                  <a:pt x="8159" y="7564"/>
                  <a:pt x="7609" y="8100"/>
                  <a:pt x="6944" y="8100"/>
                </a:cubicBezTo>
                <a:cubicBezTo>
                  <a:pt x="6276" y="8100"/>
                  <a:pt x="5727" y="7564"/>
                  <a:pt x="5727" y="6897"/>
                </a:cubicBezTo>
                <a:cubicBezTo>
                  <a:pt x="5727" y="6221"/>
                  <a:pt x="6276" y="5682"/>
                  <a:pt x="6944" y="5682"/>
                </a:cubicBezTo>
                <a:close/>
                <a:moveTo>
                  <a:pt x="2139" y="5343"/>
                </a:moveTo>
                <a:lnTo>
                  <a:pt x="4944" y="6512"/>
                </a:lnTo>
                <a:cubicBezTo>
                  <a:pt x="4921" y="6627"/>
                  <a:pt x="4910" y="6756"/>
                  <a:pt x="4910" y="6897"/>
                </a:cubicBezTo>
                <a:cubicBezTo>
                  <a:pt x="4910" y="7026"/>
                  <a:pt x="4921" y="7155"/>
                  <a:pt x="4944" y="7284"/>
                </a:cubicBezTo>
                <a:lnTo>
                  <a:pt x="2139" y="8440"/>
                </a:lnTo>
                <a:cubicBezTo>
                  <a:pt x="2010" y="8288"/>
                  <a:pt x="1836" y="8170"/>
                  <a:pt x="1648" y="8100"/>
                </a:cubicBezTo>
                <a:lnTo>
                  <a:pt x="1648" y="5682"/>
                </a:lnTo>
                <a:cubicBezTo>
                  <a:pt x="1836" y="5612"/>
                  <a:pt x="2010" y="5494"/>
                  <a:pt x="2139" y="5343"/>
                </a:cubicBezTo>
                <a:close/>
                <a:moveTo>
                  <a:pt x="11713" y="5343"/>
                </a:moveTo>
                <a:cubicBezTo>
                  <a:pt x="11853" y="5494"/>
                  <a:pt x="12016" y="5612"/>
                  <a:pt x="12215" y="5682"/>
                </a:cubicBezTo>
                <a:lnTo>
                  <a:pt x="12215" y="8100"/>
                </a:lnTo>
                <a:cubicBezTo>
                  <a:pt x="12016" y="8170"/>
                  <a:pt x="11853" y="8288"/>
                  <a:pt x="11713" y="8440"/>
                </a:cubicBezTo>
                <a:lnTo>
                  <a:pt x="8919" y="7284"/>
                </a:lnTo>
                <a:cubicBezTo>
                  <a:pt x="8942" y="7155"/>
                  <a:pt x="8953" y="7026"/>
                  <a:pt x="8953" y="6897"/>
                </a:cubicBezTo>
                <a:cubicBezTo>
                  <a:pt x="8953" y="6756"/>
                  <a:pt x="8942" y="6627"/>
                  <a:pt x="8919" y="6512"/>
                </a:cubicBezTo>
                <a:lnTo>
                  <a:pt x="11713" y="5343"/>
                </a:lnTo>
                <a:close/>
                <a:moveTo>
                  <a:pt x="1249" y="8849"/>
                </a:moveTo>
                <a:cubicBezTo>
                  <a:pt x="1474" y="8849"/>
                  <a:pt x="1659" y="9026"/>
                  <a:pt x="1659" y="9248"/>
                </a:cubicBezTo>
                <a:cubicBezTo>
                  <a:pt x="1659" y="9469"/>
                  <a:pt x="1474" y="9657"/>
                  <a:pt x="1249" y="9657"/>
                </a:cubicBezTo>
                <a:cubicBezTo>
                  <a:pt x="1028" y="9657"/>
                  <a:pt x="854" y="9469"/>
                  <a:pt x="854" y="9248"/>
                </a:cubicBezTo>
                <a:cubicBezTo>
                  <a:pt x="854" y="9026"/>
                  <a:pt x="1028" y="8849"/>
                  <a:pt x="1249" y="8849"/>
                </a:cubicBezTo>
                <a:close/>
                <a:moveTo>
                  <a:pt x="12636" y="8849"/>
                </a:moveTo>
                <a:cubicBezTo>
                  <a:pt x="12858" y="8849"/>
                  <a:pt x="13032" y="9026"/>
                  <a:pt x="13032" y="9248"/>
                </a:cubicBezTo>
                <a:cubicBezTo>
                  <a:pt x="13032" y="9469"/>
                  <a:pt x="12858" y="9657"/>
                  <a:pt x="12636" y="9657"/>
                </a:cubicBezTo>
                <a:cubicBezTo>
                  <a:pt x="12414" y="9657"/>
                  <a:pt x="12227" y="9469"/>
                  <a:pt x="12227" y="9248"/>
                </a:cubicBezTo>
                <a:cubicBezTo>
                  <a:pt x="12227" y="9026"/>
                  <a:pt x="12414" y="8849"/>
                  <a:pt x="12636" y="8849"/>
                </a:cubicBezTo>
                <a:close/>
                <a:moveTo>
                  <a:pt x="5272" y="8019"/>
                </a:moveTo>
                <a:cubicBezTo>
                  <a:pt x="5412" y="8240"/>
                  <a:pt x="5598" y="8428"/>
                  <a:pt x="5808" y="8569"/>
                </a:cubicBezTo>
                <a:lnTo>
                  <a:pt x="4652" y="11374"/>
                </a:lnTo>
                <a:lnTo>
                  <a:pt x="4582" y="11374"/>
                </a:lnTo>
                <a:cubicBezTo>
                  <a:pt x="4394" y="11374"/>
                  <a:pt x="4220" y="11410"/>
                  <a:pt x="4069" y="11492"/>
                </a:cubicBezTo>
                <a:lnTo>
                  <a:pt x="2349" y="9772"/>
                </a:lnTo>
                <a:cubicBezTo>
                  <a:pt x="2419" y="9609"/>
                  <a:pt x="2467" y="9433"/>
                  <a:pt x="2467" y="9248"/>
                </a:cubicBezTo>
                <a:lnTo>
                  <a:pt x="2467" y="9189"/>
                </a:lnTo>
                <a:lnTo>
                  <a:pt x="5272" y="8019"/>
                </a:lnTo>
                <a:close/>
                <a:moveTo>
                  <a:pt x="8613" y="8019"/>
                </a:moveTo>
                <a:lnTo>
                  <a:pt x="11419" y="9189"/>
                </a:lnTo>
                <a:lnTo>
                  <a:pt x="11419" y="9248"/>
                </a:lnTo>
                <a:cubicBezTo>
                  <a:pt x="11419" y="9433"/>
                  <a:pt x="11455" y="9609"/>
                  <a:pt x="11536" y="9772"/>
                </a:cubicBezTo>
                <a:lnTo>
                  <a:pt x="9820" y="11492"/>
                </a:lnTo>
                <a:cubicBezTo>
                  <a:pt x="9665" y="11410"/>
                  <a:pt x="9491" y="11374"/>
                  <a:pt x="9303" y="11374"/>
                </a:cubicBezTo>
                <a:lnTo>
                  <a:pt x="9233" y="11374"/>
                </a:lnTo>
                <a:lnTo>
                  <a:pt x="8077" y="8569"/>
                </a:lnTo>
                <a:cubicBezTo>
                  <a:pt x="8288" y="8428"/>
                  <a:pt x="8473" y="8240"/>
                  <a:pt x="8613" y="8019"/>
                </a:cubicBezTo>
                <a:close/>
                <a:moveTo>
                  <a:pt x="7328" y="8886"/>
                </a:moveTo>
                <a:lnTo>
                  <a:pt x="8487" y="11691"/>
                </a:lnTo>
                <a:cubicBezTo>
                  <a:pt x="8333" y="11831"/>
                  <a:pt x="8229" y="11994"/>
                  <a:pt x="8159" y="12193"/>
                </a:cubicBezTo>
                <a:lnTo>
                  <a:pt x="5727" y="12193"/>
                </a:lnTo>
                <a:cubicBezTo>
                  <a:pt x="5656" y="11994"/>
                  <a:pt x="5541" y="11831"/>
                  <a:pt x="5401" y="11691"/>
                </a:cubicBezTo>
                <a:lnTo>
                  <a:pt x="6557" y="8886"/>
                </a:lnTo>
                <a:cubicBezTo>
                  <a:pt x="6686" y="8908"/>
                  <a:pt x="6815" y="8931"/>
                  <a:pt x="6944" y="8931"/>
                </a:cubicBezTo>
                <a:cubicBezTo>
                  <a:pt x="7070" y="8931"/>
                  <a:pt x="7199" y="8908"/>
                  <a:pt x="7328" y="8886"/>
                </a:cubicBezTo>
                <a:close/>
                <a:moveTo>
                  <a:pt x="4582" y="12182"/>
                </a:moveTo>
                <a:cubicBezTo>
                  <a:pt x="4804" y="12182"/>
                  <a:pt x="4992" y="12356"/>
                  <a:pt x="4992" y="12577"/>
                </a:cubicBezTo>
                <a:cubicBezTo>
                  <a:pt x="4992" y="12799"/>
                  <a:pt x="4804" y="12987"/>
                  <a:pt x="4582" y="12987"/>
                </a:cubicBezTo>
                <a:cubicBezTo>
                  <a:pt x="4360" y="12987"/>
                  <a:pt x="4184" y="12799"/>
                  <a:pt x="4184" y="12577"/>
                </a:cubicBezTo>
                <a:cubicBezTo>
                  <a:pt x="4184" y="12356"/>
                  <a:pt x="4360" y="12182"/>
                  <a:pt x="4582" y="12182"/>
                </a:cubicBezTo>
                <a:close/>
                <a:moveTo>
                  <a:pt x="9303" y="12182"/>
                </a:moveTo>
                <a:cubicBezTo>
                  <a:pt x="9525" y="12182"/>
                  <a:pt x="9702" y="12356"/>
                  <a:pt x="9702" y="12577"/>
                </a:cubicBezTo>
                <a:cubicBezTo>
                  <a:pt x="9702" y="12799"/>
                  <a:pt x="9525" y="12987"/>
                  <a:pt x="9303" y="12987"/>
                </a:cubicBezTo>
                <a:cubicBezTo>
                  <a:pt x="9071" y="12987"/>
                  <a:pt x="8894" y="12799"/>
                  <a:pt x="8894" y="12577"/>
                </a:cubicBezTo>
                <a:cubicBezTo>
                  <a:pt x="8894" y="12356"/>
                  <a:pt x="9071" y="12182"/>
                  <a:pt x="9303" y="12182"/>
                </a:cubicBezTo>
                <a:close/>
                <a:moveTo>
                  <a:pt x="4554" y="0"/>
                </a:moveTo>
                <a:cubicBezTo>
                  <a:pt x="4536" y="0"/>
                  <a:pt x="4518" y="1"/>
                  <a:pt x="4501" y="1"/>
                </a:cubicBezTo>
                <a:cubicBezTo>
                  <a:pt x="3892" y="35"/>
                  <a:pt x="3390" y="540"/>
                  <a:pt x="3367" y="1157"/>
                </a:cubicBezTo>
                <a:cubicBezTo>
                  <a:pt x="3353" y="1367"/>
                  <a:pt x="3390" y="1567"/>
                  <a:pt x="3482" y="1743"/>
                </a:cubicBezTo>
                <a:lnTo>
                  <a:pt x="1765" y="3449"/>
                </a:lnTo>
                <a:cubicBezTo>
                  <a:pt x="1606" y="3376"/>
                  <a:pt x="1428" y="3330"/>
                  <a:pt x="1240" y="3330"/>
                </a:cubicBezTo>
                <a:cubicBezTo>
                  <a:pt x="1220" y="3330"/>
                  <a:pt x="1200" y="3330"/>
                  <a:pt x="1179" y="3331"/>
                </a:cubicBezTo>
                <a:cubicBezTo>
                  <a:pt x="562" y="3368"/>
                  <a:pt x="57" y="3859"/>
                  <a:pt x="35" y="4479"/>
                </a:cubicBezTo>
                <a:cubicBezTo>
                  <a:pt x="1" y="5040"/>
                  <a:pt x="352" y="5519"/>
                  <a:pt x="843" y="5693"/>
                </a:cubicBezTo>
                <a:lnTo>
                  <a:pt x="843" y="8114"/>
                </a:lnTo>
                <a:cubicBezTo>
                  <a:pt x="352" y="8288"/>
                  <a:pt x="1" y="8768"/>
                  <a:pt x="35" y="9329"/>
                </a:cubicBezTo>
                <a:cubicBezTo>
                  <a:pt x="57" y="9949"/>
                  <a:pt x="562" y="10440"/>
                  <a:pt x="1179" y="10473"/>
                </a:cubicBezTo>
                <a:cubicBezTo>
                  <a:pt x="1201" y="10475"/>
                  <a:pt x="1222" y="10475"/>
                  <a:pt x="1243" y="10475"/>
                </a:cubicBezTo>
                <a:cubicBezTo>
                  <a:pt x="1430" y="10475"/>
                  <a:pt x="1607" y="10432"/>
                  <a:pt x="1765" y="10358"/>
                </a:cubicBezTo>
                <a:lnTo>
                  <a:pt x="3482" y="12075"/>
                </a:lnTo>
                <a:cubicBezTo>
                  <a:pt x="3390" y="12238"/>
                  <a:pt x="3353" y="12437"/>
                  <a:pt x="3367" y="12648"/>
                </a:cubicBezTo>
                <a:cubicBezTo>
                  <a:pt x="3390" y="13268"/>
                  <a:pt x="3892" y="13770"/>
                  <a:pt x="4501" y="13806"/>
                </a:cubicBezTo>
                <a:cubicBezTo>
                  <a:pt x="4526" y="13808"/>
                  <a:pt x="4550" y="13808"/>
                  <a:pt x="4575" y="13808"/>
                </a:cubicBezTo>
                <a:cubicBezTo>
                  <a:pt x="5104" y="13808"/>
                  <a:pt x="5549" y="13467"/>
                  <a:pt x="5715" y="12998"/>
                </a:cubicBezTo>
                <a:lnTo>
                  <a:pt x="8148" y="12998"/>
                </a:lnTo>
                <a:cubicBezTo>
                  <a:pt x="8303" y="13467"/>
                  <a:pt x="8758" y="13808"/>
                  <a:pt x="9278" y="13808"/>
                </a:cubicBezTo>
                <a:cubicBezTo>
                  <a:pt x="9302" y="13808"/>
                  <a:pt x="9327" y="13808"/>
                  <a:pt x="9351" y="13806"/>
                </a:cubicBezTo>
                <a:cubicBezTo>
                  <a:pt x="9971" y="13770"/>
                  <a:pt x="10473" y="13268"/>
                  <a:pt x="10496" y="12648"/>
                </a:cubicBezTo>
                <a:cubicBezTo>
                  <a:pt x="10507" y="12437"/>
                  <a:pt x="10462" y="12238"/>
                  <a:pt x="10381" y="12075"/>
                </a:cubicBezTo>
                <a:lnTo>
                  <a:pt x="12097" y="10358"/>
                </a:lnTo>
                <a:cubicBezTo>
                  <a:pt x="12249" y="10429"/>
                  <a:pt x="12437" y="10473"/>
                  <a:pt x="12625" y="10473"/>
                </a:cubicBezTo>
                <a:cubicBezTo>
                  <a:pt x="13290" y="10473"/>
                  <a:pt x="13828" y="9924"/>
                  <a:pt x="13828" y="9259"/>
                </a:cubicBezTo>
                <a:cubicBezTo>
                  <a:pt x="13828" y="8731"/>
                  <a:pt x="13489" y="8288"/>
                  <a:pt x="13020" y="8114"/>
                </a:cubicBezTo>
                <a:lnTo>
                  <a:pt x="13020" y="5693"/>
                </a:lnTo>
                <a:cubicBezTo>
                  <a:pt x="13511" y="5519"/>
                  <a:pt x="13862" y="5040"/>
                  <a:pt x="13828" y="4479"/>
                </a:cubicBezTo>
                <a:cubicBezTo>
                  <a:pt x="13792" y="3859"/>
                  <a:pt x="13290" y="3368"/>
                  <a:pt x="12681" y="3331"/>
                </a:cubicBezTo>
                <a:cubicBezTo>
                  <a:pt x="12661" y="3330"/>
                  <a:pt x="12640" y="3330"/>
                  <a:pt x="12620" y="3330"/>
                </a:cubicBezTo>
                <a:cubicBezTo>
                  <a:pt x="12433" y="3330"/>
                  <a:pt x="12257" y="3376"/>
                  <a:pt x="12097" y="3449"/>
                </a:cubicBezTo>
                <a:lnTo>
                  <a:pt x="10381" y="1743"/>
                </a:lnTo>
                <a:cubicBezTo>
                  <a:pt x="10462" y="1567"/>
                  <a:pt x="10507" y="1367"/>
                  <a:pt x="10496" y="1157"/>
                </a:cubicBezTo>
                <a:cubicBezTo>
                  <a:pt x="10473" y="540"/>
                  <a:pt x="9971" y="35"/>
                  <a:pt x="9351" y="1"/>
                </a:cubicBezTo>
                <a:cubicBezTo>
                  <a:pt x="9334" y="1"/>
                  <a:pt x="9316" y="0"/>
                  <a:pt x="9299" y="0"/>
                </a:cubicBezTo>
                <a:cubicBezTo>
                  <a:pt x="8771" y="0"/>
                  <a:pt x="8316" y="331"/>
                  <a:pt x="8148" y="806"/>
                </a:cubicBezTo>
                <a:lnTo>
                  <a:pt x="5715" y="806"/>
                </a:lnTo>
                <a:cubicBezTo>
                  <a:pt x="5547" y="331"/>
                  <a:pt x="5092" y="0"/>
                  <a:pt x="455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1485" name="Google Shape;1485;p48"/>
          <p:cNvGrpSpPr/>
          <p:nvPr/>
        </p:nvGrpSpPr>
        <p:grpSpPr>
          <a:xfrm>
            <a:off x="5521388" y="1412175"/>
            <a:ext cx="345150" cy="345150"/>
            <a:chOff x="5521688" y="1564575"/>
            <a:chExt cx="345150" cy="345150"/>
          </a:xfrm>
        </p:grpSpPr>
        <p:sp>
          <p:nvSpPr>
            <p:cNvPr id="1486" name="Google Shape;1486;p48"/>
            <p:cNvSpPr/>
            <p:nvPr/>
          </p:nvSpPr>
          <p:spPr>
            <a:xfrm>
              <a:off x="5521688" y="1564575"/>
              <a:ext cx="345150" cy="345150"/>
            </a:xfrm>
            <a:custGeom>
              <a:rect l="l" t="t" r="r" b="b"/>
              <a:pathLst>
                <a:path w="13805" h="13805" extrusionOk="0">
                  <a:moveTo>
                    <a:pt x="9634" y="805"/>
                  </a:moveTo>
                  <a:cubicBezTo>
                    <a:pt x="11491" y="805"/>
                    <a:pt x="13000" y="2315"/>
                    <a:pt x="13000" y="4186"/>
                  </a:cubicBezTo>
                  <a:lnTo>
                    <a:pt x="13000" y="4382"/>
                  </a:lnTo>
                  <a:cubicBezTo>
                    <a:pt x="12871" y="4337"/>
                    <a:pt x="12731" y="4312"/>
                    <a:pt x="12591" y="4312"/>
                  </a:cubicBezTo>
                  <a:lnTo>
                    <a:pt x="12133" y="4312"/>
                  </a:lnTo>
                  <a:cubicBezTo>
                    <a:pt x="11934" y="3097"/>
                    <a:pt x="10871" y="2163"/>
                    <a:pt x="9597" y="2163"/>
                  </a:cubicBezTo>
                  <a:lnTo>
                    <a:pt x="4208" y="2163"/>
                  </a:lnTo>
                  <a:cubicBezTo>
                    <a:pt x="2935" y="2163"/>
                    <a:pt x="1872" y="3097"/>
                    <a:pt x="1684" y="4312"/>
                  </a:cubicBezTo>
                  <a:lnTo>
                    <a:pt x="1218" y="4312"/>
                  </a:lnTo>
                  <a:cubicBezTo>
                    <a:pt x="1078" y="4312"/>
                    <a:pt x="937" y="4337"/>
                    <a:pt x="808" y="4382"/>
                  </a:cubicBezTo>
                  <a:lnTo>
                    <a:pt x="808" y="4186"/>
                  </a:lnTo>
                  <a:cubicBezTo>
                    <a:pt x="808" y="2315"/>
                    <a:pt x="2315" y="805"/>
                    <a:pt x="4186" y="805"/>
                  </a:cubicBezTo>
                  <a:close/>
                  <a:moveTo>
                    <a:pt x="1650" y="5120"/>
                  </a:moveTo>
                  <a:lnTo>
                    <a:pt x="1650" y="7552"/>
                  </a:lnTo>
                  <a:lnTo>
                    <a:pt x="1218" y="7552"/>
                  </a:lnTo>
                  <a:cubicBezTo>
                    <a:pt x="994" y="7552"/>
                    <a:pt x="808" y="7364"/>
                    <a:pt x="808" y="7143"/>
                  </a:cubicBezTo>
                  <a:lnTo>
                    <a:pt x="808" y="5530"/>
                  </a:lnTo>
                  <a:cubicBezTo>
                    <a:pt x="808" y="5308"/>
                    <a:pt x="994" y="5120"/>
                    <a:pt x="1218" y="5120"/>
                  </a:cubicBezTo>
                  <a:close/>
                  <a:moveTo>
                    <a:pt x="12591" y="5120"/>
                  </a:moveTo>
                  <a:cubicBezTo>
                    <a:pt x="12812" y="5120"/>
                    <a:pt x="13000" y="5308"/>
                    <a:pt x="13000" y="5530"/>
                  </a:cubicBezTo>
                  <a:lnTo>
                    <a:pt x="13000" y="7143"/>
                  </a:lnTo>
                  <a:cubicBezTo>
                    <a:pt x="13000" y="7364"/>
                    <a:pt x="12812" y="7552"/>
                    <a:pt x="12591" y="7552"/>
                  </a:cubicBezTo>
                  <a:lnTo>
                    <a:pt x="12159" y="7552"/>
                  </a:lnTo>
                  <a:lnTo>
                    <a:pt x="12159" y="5120"/>
                  </a:lnTo>
                  <a:close/>
                  <a:moveTo>
                    <a:pt x="13000" y="8287"/>
                  </a:moveTo>
                  <a:lnTo>
                    <a:pt x="13000" y="8498"/>
                  </a:lnTo>
                  <a:cubicBezTo>
                    <a:pt x="13000" y="8871"/>
                    <a:pt x="12695" y="9165"/>
                    <a:pt x="12321" y="9165"/>
                  </a:cubicBezTo>
                  <a:lnTo>
                    <a:pt x="12159" y="9165"/>
                  </a:lnTo>
                  <a:lnTo>
                    <a:pt x="12159" y="8357"/>
                  </a:lnTo>
                  <a:lnTo>
                    <a:pt x="12591" y="8357"/>
                  </a:lnTo>
                  <a:cubicBezTo>
                    <a:pt x="12731" y="8357"/>
                    <a:pt x="12871" y="8335"/>
                    <a:pt x="13000" y="8287"/>
                  </a:cubicBezTo>
                  <a:close/>
                  <a:moveTo>
                    <a:pt x="6899" y="9165"/>
                  </a:moveTo>
                  <a:cubicBezTo>
                    <a:pt x="7120" y="9165"/>
                    <a:pt x="7305" y="9350"/>
                    <a:pt x="7305" y="9572"/>
                  </a:cubicBezTo>
                  <a:cubicBezTo>
                    <a:pt x="7305" y="9796"/>
                    <a:pt x="7120" y="9970"/>
                    <a:pt x="6899" y="9970"/>
                  </a:cubicBezTo>
                  <a:cubicBezTo>
                    <a:pt x="6674" y="9970"/>
                    <a:pt x="6489" y="9796"/>
                    <a:pt x="6489" y="9572"/>
                  </a:cubicBezTo>
                  <a:cubicBezTo>
                    <a:pt x="6489" y="9350"/>
                    <a:pt x="6674" y="9165"/>
                    <a:pt x="6899" y="9165"/>
                  </a:cubicBezTo>
                  <a:close/>
                  <a:moveTo>
                    <a:pt x="9597" y="2968"/>
                  </a:moveTo>
                  <a:cubicBezTo>
                    <a:pt x="10568" y="2968"/>
                    <a:pt x="11351" y="3751"/>
                    <a:pt x="11351" y="4722"/>
                  </a:cubicBezTo>
                  <a:lnTo>
                    <a:pt x="11351" y="9165"/>
                  </a:lnTo>
                  <a:lnTo>
                    <a:pt x="8043" y="9165"/>
                  </a:lnTo>
                  <a:cubicBezTo>
                    <a:pt x="7886" y="8690"/>
                    <a:pt x="7420" y="8356"/>
                    <a:pt x="6891" y="8356"/>
                  </a:cubicBezTo>
                  <a:cubicBezTo>
                    <a:pt x="6874" y="8356"/>
                    <a:pt x="6857" y="8357"/>
                    <a:pt x="6840" y="8357"/>
                  </a:cubicBezTo>
                  <a:cubicBezTo>
                    <a:pt x="6220" y="8394"/>
                    <a:pt x="5718" y="8907"/>
                    <a:pt x="5692" y="9527"/>
                  </a:cubicBezTo>
                  <a:cubicBezTo>
                    <a:pt x="5670" y="10217"/>
                    <a:pt x="6220" y="10789"/>
                    <a:pt x="6910" y="10789"/>
                  </a:cubicBezTo>
                  <a:cubicBezTo>
                    <a:pt x="7435" y="10789"/>
                    <a:pt x="7881" y="10450"/>
                    <a:pt x="8043" y="9982"/>
                  </a:cubicBezTo>
                  <a:lnTo>
                    <a:pt x="11340" y="9982"/>
                  </a:lnTo>
                  <a:cubicBezTo>
                    <a:pt x="11269" y="10882"/>
                    <a:pt x="10509" y="11595"/>
                    <a:pt x="9597" y="11595"/>
                  </a:cubicBezTo>
                  <a:lnTo>
                    <a:pt x="4887" y="11595"/>
                  </a:lnTo>
                  <a:lnTo>
                    <a:pt x="4887" y="10111"/>
                  </a:lnTo>
                  <a:cubicBezTo>
                    <a:pt x="4887" y="9959"/>
                    <a:pt x="4795" y="9819"/>
                    <a:pt x="4654" y="9749"/>
                  </a:cubicBezTo>
                  <a:cubicBezTo>
                    <a:pt x="4599" y="9721"/>
                    <a:pt x="4540" y="9708"/>
                    <a:pt x="4480" y="9708"/>
                  </a:cubicBezTo>
                  <a:cubicBezTo>
                    <a:pt x="4389" y="9708"/>
                    <a:pt x="4298" y="9739"/>
                    <a:pt x="4220" y="9796"/>
                  </a:cubicBezTo>
                  <a:lnTo>
                    <a:pt x="2994" y="10789"/>
                  </a:lnTo>
                  <a:lnTo>
                    <a:pt x="2736" y="10789"/>
                  </a:lnTo>
                  <a:cubicBezTo>
                    <a:pt x="2550" y="10509"/>
                    <a:pt x="2455" y="10181"/>
                    <a:pt x="2455" y="9841"/>
                  </a:cubicBezTo>
                  <a:lnTo>
                    <a:pt x="2455" y="4722"/>
                  </a:lnTo>
                  <a:cubicBezTo>
                    <a:pt x="2455" y="3751"/>
                    <a:pt x="3238" y="2968"/>
                    <a:pt x="4208" y="2968"/>
                  </a:cubicBezTo>
                  <a:close/>
                  <a:moveTo>
                    <a:pt x="4068" y="10952"/>
                  </a:moveTo>
                  <a:lnTo>
                    <a:pt x="4068" y="12997"/>
                  </a:lnTo>
                  <a:lnTo>
                    <a:pt x="842" y="12997"/>
                  </a:lnTo>
                  <a:lnTo>
                    <a:pt x="842" y="11595"/>
                  </a:lnTo>
                  <a:lnTo>
                    <a:pt x="3134" y="11595"/>
                  </a:lnTo>
                  <a:cubicBezTo>
                    <a:pt x="3227" y="11595"/>
                    <a:pt x="3308" y="11561"/>
                    <a:pt x="3378" y="11502"/>
                  </a:cubicBezTo>
                  <a:lnTo>
                    <a:pt x="4068" y="10952"/>
                  </a:lnTo>
                  <a:close/>
                  <a:moveTo>
                    <a:pt x="4186" y="0"/>
                  </a:moveTo>
                  <a:cubicBezTo>
                    <a:pt x="1872" y="0"/>
                    <a:pt x="0" y="1871"/>
                    <a:pt x="0" y="4186"/>
                  </a:cubicBezTo>
                  <a:lnTo>
                    <a:pt x="0" y="7143"/>
                  </a:lnTo>
                  <a:cubicBezTo>
                    <a:pt x="0" y="7819"/>
                    <a:pt x="550" y="8357"/>
                    <a:pt x="1218" y="8357"/>
                  </a:cubicBezTo>
                  <a:lnTo>
                    <a:pt x="1650" y="8357"/>
                  </a:lnTo>
                  <a:lnTo>
                    <a:pt x="1650" y="9841"/>
                  </a:lnTo>
                  <a:cubicBezTo>
                    <a:pt x="1650" y="10169"/>
                    <a:pt x="1709" y="10484"/>
                    <a:pt x="1824" y="10789"/>
                  </a:cubicBezTo>
                  <a:lnTo>
                    <a:pt x="432" y="10789"/>
                  </a:lnTo>
                  <a:cubicBezTo>
                    <a:pt x="211" y="10789"/>
                    <a:pt x="26" y="10963"/>
                    <a:pt x="26" y="11185"/>
                  </a:cubicBezTo>
                  <a:lnTo>
                    <a:pt x="26" y="13396"/>
                  </a:lnTo>
                  <a:cubicBezTo>
                    <a:pt x="26" y="13628"/>
                    <a:pt x="211" y="13805"/>
                    <a:pt x="432" y="13805"/>
                  </a:cubicBezTo>
                  <a:lnTo>
                    <a:pt x="4478" y="13805"/>
                  </a:lnTo>
                  <a:cubicBezTo>
                    <a:pt x="4699" y="13805"/>
                    <a:pt x="4887" y="13628"/>
                    <a:pt x="4887" y="13396"/>
                  </a:cubicBezTo>
                  <a:lnTo>
                    <a:pt x="4887" y="12403"/>
                  </a:lnTo>
                  <a:lnTo>
                    <a:pt x="9597" y="12403"/>
                  </a:lnTo>
                  <a:cubicBezTo>
                    <a:pt x="10966" y="12403"/>
                    <a:pt x="12089" y="11325"/>
                    <a:pt x="12159" y="9982"/>
                  </a:cubicBezTo>
                  <a:lnTo>
                    <a:pt x="12321" y="9982"/>
                  </a:lnTo>
                  <a:cubicBezTo>
                    <a:pt x="13141" y="9982"/>
                    <a:pt x="13805" y="9317"/>
                    <a:pt x="13805" y="8498"/>
                  </a:cubicBezTo>
                  <a:lnTo>
                    <a:pt x="13805" y="4186"/>
                  </a:lnTo>
                  <a:cubicBezTo>
                    <a:pt x="13805" y="1871"/>
                    <a:pt x="11934" y="0"/>
                    <a:pt x="96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87" name="Google Shape;1487;p48"/>
            <p:cNvSpPr/>
            <p:nvPr/>
          </p:nvSpPr>
          <p:spPr>
            <a:xfrm>
              <a:off x="5603263" y="1672375"/>
              <a:ext cx="74225" cy="74275"/>
            </a:xfrm>
            <a:custGeom>
              <a:rect l="l" t="t" r="r" b="b"/>
              <a:pathLst>
                <a:path w="2969" h="2971" extrusionOk="0">
                  <a:moveTo>
                    <a:pt x="2023" y="808"/>
                  </a:moveTo>
                  <a:cubicBezTo>
                    <a:pt x="2104" y="808"/>
                    <a:pt x="2163" y="867"/>
                    <a:pt x="2163" y="948"/>
                  </a:cubicBezTo>
                  <a:lnTo>
                    <a:pt x="2163" y="2023"/>
                  </a:lnTo>
                  <a:cubicBezTo>
                    <a:pt x="2163" y="2093"/>
                    <a:pt x="2104" y="2163"/>
                    <a:pt x="2023" y="2163"/>
                  </a:cubicBezTo>
                  <a:lnTo>
                    <a:pt x="945" y="2163"/>
                  </a:lnTo>
                  <a:cubicBezTo>
                    <a:pt x="875" y="2163"/>
                    <a:pt x="805" y="2093"/>
                    <a:pt x="805" y="2023"/>
                  </a:cubicBezTo>
                  <a:lnTo>
                    <a:pt x="805" y="948"/>
                  </a:lnTo>
                  <a:cubicBezTo>
                    <a:pt x="805" y="867"/>
                    <a:pt x="875" y="808"/>
                    <a:pt x="945" y="808"/>
                  </a:cubicBezTo>
                  <a:close/>
                  <a:moveTo>
                    <a:pt x="945" y="0"/>
                  </a:moveTo>
                  <a:cubicBezTo>
                    <a:pt x="421" y="0"/>
                    <a:pt x="0" y="421"/>
                    <a:pt x="0" y="948"/>
                  </a:cubicBezTo>
                  <a:lnTo>
                    <a:pt x="0" y="2023"/>
                  </a:lnTo>
                  <a:cubicBezTo>
                    <a:pt x="0" y="2550"/>
                    <a:pt x="421" y="2971"/>
                    <a:pt x="945" y="2971"/>
                  </a:cubicBezTo>
                  <a:lnTo>
                    <a:pt x="2023" y="2971"/>
                  </a:lnTo>
                  <a:cubicBezTo>
                    <a:pt x="2547" y="2971"/>
                    <a:pt x="2968" y="2550"/>
                    <a:pt x="2968" y="2023"/>
                  </a:cubicBezTo>
                  <a:lnTo>
                    <a:pt x="2968" y="948"/>
                  </a:lnTo>
                  <a:cubicBezTo>
                    <a:pt x="2968" y="421"/>
                    <a:pt x="2547" y="0"/>
                    <a:pt x="20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88" name="Google Shape;1488;p48"/>
            <p:cNvSpPr/>
            <p:nvPr/>
          </p:nvSpPr>
          <p:spPr>
            <a:xfrm>
              <a:off x="5711038" y="1672375"/>
              <a:ext cx="74300" cy="74275"/>
            </a:xfrm>
            <a:custGeom>
              <a:rect l="l" t="t" r="r" b="b"/>
              <a:pathLst>
                <a:path w="2972" h="2971" extrusionOk="0">
                  <a:moveTo>
                    <a:pt x="2023" y="808"/>
                  </a:moveTo>
                  <a:cubicBezTo>
                    <a:pt x="2105" y="808"/>
                    <a:pt x="2164" y="867"/>
                    <a:pt x="2164" y="948"/>
                  </a:cubicBezTo>
                  <a:lnTo>
                    <a:pt x="2164" y="2023"/>
                  </a:lnTo>
                  <a:cubicBezTo>
                    <a:pt x="2164" y="2093"/>
                    <a:pt x="2105" y="2163"/>
                    <a:pt x="2023" y="2163"/>
                  </a:cubicBezTo>
                  <a:lnTo>
                    <a:pt x="949" y="2163"/>
                  </a:lnTo>
                  <a:cubicBezTo>
                    <a:pt x="879" y="2163"/>
                    <a:pt x="809" y="2093"/>
                    <a:pt x="809" y="2023"/>
                  </a:cubicBezTo>
                  <a:lnTo>
                    <a:pt x="809" y="948"/>
                  </a:lnTo>
                  <a:cubicBezTo>
                    <a:pt x="809" y="867"/>
                    <a:pt x="879" y="808"/>
                    <a:pt x="949" y="808"/>
                  </a:cubicBezTo>
                  <a:close/>
                  <a:moveTo>
                    <a:pt x="949" y="0"/>
                  </a:moveTo>
                  <a:cubicBezTo>
                    <a:pt x="422" y="0"/>
                    <a:pt x="1" y="421"/>
                    <a:pt x="1" y="948"/>
                  </a:cubicBezTo>
                  <a:lnTo>
                    <a:pt x="1" y="2023"/>
                  </a:lnTo>
                  <a:cubicBezTo>
                    <a:pt x="1" y="2550"/>
                    <a:pt x="422" y="2971"/>
                    <a:pt x="949" y="2971"/>
                  </a:cubicBezTo>
                  <a:lnTo>
                    <a:pt x="2023" y="2971"/>
                  </a:lnTo>
                  <a:cubicBezTo>
                    <a:pt x="2551" y="2971"/>
                    <a:pt x="2972" y="2550"/>
                    <a:pt x="2972" y="2023"/>
                  </a:cubicBezTo>
                  <a:lnTo>
                    <a:pt x="2972" y="948"/>
                  </a:lnTo>
                  <a:cubicBezTo>
                    <a:pt x="2972" y="421"/>
                    <a:pt x="2551" y="0"/>
                    <a:pt x="20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489" name="Google Shape;1489;p48"/>
          <p:cNvGrpSpPr/>
          <p:nvPr/>
        </p:nvGrpSpPr>
        <p:grpSpPr>
          <a:xfrm>
            <a:off x="3253950" y="1412175"/>
            <a:ext cx="345075" cy="345200"/>
            <a:chOff x="3250013" y="1564575"/>
            <a:chExt cx="345075" cy="345200"/>
          </a:xfrm>
        </p:grpSpPr>
        <p:sp>
          <p:nvSpPr>
            <p:cNvPr id="1490" name="Google Shape;1490;p48"/>
            <p:cNvSpPr/>
            <p:nvPr/>
          </p:nvSpPr>
          <p:spPr>
            <a:xfrm>
              <a:off x="3372113" y="1604900"/>
              <a:ext cx="101150" cy="101150"/>
            </a:xfrm>
            <a:custGeom>
              <a:rect l="l" t="t" r="r" b="b"/>
              <a:pathLst>
                <a:path w="4046" h="4046" extrusionOk="0">
                  <a:moveTo>
                    <a:pt x="2023" y="819"/>
                  </a:moveTo>
                  <a:cubicBezTo>
                    <a:pt x="2691" y="819"/>
                    <a:pt x="3238" y="1355"/>
                    <a:pt x="3238" y="2023"/>
                  </a:cubicBezTo>
                  <a:cubicBezTo>
                    <a:pt x="3238" y="2699"/>
                    <a:pt x="2691" y="3238"/>
                    <a:pt x="2023" y="3238"/>
                  </a:cubicBezTo>
                  <a:cubicBezTo>
                    <a:pt x="1358" y="3238"/>
                    <a:pt x="808" y="2699"/>
                    <a:pt x="808" y="2023"/>
                  </a:cubicBezTo>
                  <a:cubicBezTo>
                    <a:pt x="808" y="1355"/>
                    <a:pt x="1358" y="819"/>
                    <a:pt x="2023" y="819"/>
                  </a:cubicBezTo>
                  <a:close/>
                  <a:moveTo>
                    <a:pt x="2023" y="0"/>
                  </a:moveTo>
                  <a:cubicBezTo>
                    <a:pt x="901" y="0"/>
                    <a:pt x="0" y="912"/>
                    <a:pt x="0" y="2023"/>
                  </a:cubicBezTo>
                  <a:cubicBezTo>
                    <a:pt x="0" y="3145"/>
                    <a:pt x="901" y="4046"/>
                    <a:pt x="2023" y="4046"/>
                  </a:cubicBezTo>
                  <a:cubicBezTo>
                    <a:pt x="3134" y="4046"/>
                    <a:pt x="4046" y="3145"/>
                    <a:pt x="4046" y="2023"/>
                  </a:cubicBezTo>
                  <a:cubicBezTo>
                    <a:pt x="4046" y="912"/>
                    <a:pt x="3134" y="0"/>
                    <a:pt x="20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91" name="Google Shape;1491;p48"/>
            <p:cNvSpPr/>
            <p:nvPr/>
          </p:nvSpPr>
          <p:spPr>
            <a:xfrm>
              <a:off x="3412438" y="1645500"/>
              <a:ext cx="20225" cy="20225"/>
            </a:xfrm>
            <a:custGeom>
              <a:rect l="l" t="t" r="r" b="b"/>
              <a:pathLst>
                <a:path w="809" h="809" extrusionOk="0">
                  <a:moveTo>
                    <a:pt x="410" y="1"/>
                  </a:moveTo>
                  <a:cubicBezTo>
                    <a:pt x="188" y="1"/>
                    <a:pt x="0" y="177"/>
                    <a:pt x="0" y="399"/>
                  </a:cubicBezTo>
                  <a:cubicBezTo>
                    <a:pt x="0" y="621"/>
                    <a:pt x="188" y="808"/>
                    <a:pt x="410" y="808"/>
                  </a:cubicBezTo>
                  <a:cubicBezTo>
                    <a:pt x="632" y="808"/>
                    <a:pt x="808" y="621"/>
                    <a:pt x="808" y="399"/>
                  </a:cubicBezTo>
                  <a:cubicBezTo>
                    <a:pt x="808" y="177"/>
                    <a:pt x="632" y="1"/>
                    <a:pt x="4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92" name="Google Shape;1492;p48"/>
            <p:cNvSpPr/>
            <p:nvPr/>
          </p:nvSpPr>
          <p:spPr>
            <a:xfrm>
              <a:off x="3250013" y="1564575"/>
              <a:ext cx="345075" cy="345200"/>
            </a:xfrm>
            <a:custGeom>
              <a:rect l="l" t="t" r="r" b="b"/>
              <a:pathLst>
                <a:path w="13803" h="13808" extrusionOk="0">
                  <a:moveTo>
                    <a:pt x="7446" y="805"/>
                  </a:moveTo>
                  <a:cubicBezTo>
                    <a:pt x="8708" y="805"/>
                    <a:pt x="9735" y="1835"/>
                    <a:pt x="9735" y="3097"/>
                  </a:cubicBezTo>
                  <a:lnTo>
                    <a:pt x="9735" y="6475"/>
                  </a:lnTo>
                  <a:lnTo>
                    <a:pt x="4079" y="6475"/>
                  </a:lnTo>
                  <a:lnTo>
                    <a:pt x="4079" y="3097"/>
                  </a:lnTo>
                  <a:cubicBezTo>
                    <a:pt x="4079" y="1835"/>
                    <a:pt x="5095" y="805"/>
                    <a:pt x="6368" y="805"/>
                  </a:cubicBezTo>
                  <a:close/>
                  <a:moveTo>
                    <a:pt x="10543" y="7283"/>
                  </a:moveTo>
                  <a:lnTo>
                    <a:pt x="10543" y="8088"/>
                  </a:lnTo>
                  <a:lnTo>
                    <a:pt x="3260" y="8088"/>
                  </a:lnTo>
                  <a:lnTo>
                    <a:pt x="3260" y="7283"/>
                  </a:lnTo>
                  <a:close/>
                  <a:moveTo>
                    <a:pt x="9735" y="8896"/>
                  </a:moveTo>
                  <a:lnTo>
                    <a:pt x="9735" y="9701"/>
                  </a:lnTo>
                  <a:lnTo>
                    <a:pt x="4079" y="9701"/>
                  </a:lnTo>
                  <a:lnTo>
                    <a:pt x="4079" y="8896"/>
                  </a:lnTo>
                  <a:close/>
                  <a:moveTo>
                    <a:pt x="3400" y="12192"/>
                  </a:moveTo>
                  <a:cubicBezTo>
                    <a:pt x="3622" y="12192"/>
                    <a:pt x="3810" y="12366"/>
                    <a:pt x="3810" y="12588"/>
                  </a:cubicBezTo>
                  <a:cubicBezTo>
                    <a:pt x="3810" y="12812"/>
                    <a:pt x="3622" y="12997"/>
                    <a:pt x="3400" y="12997"/>
                  </a:cubicBezTo>
                  <a:cubicBezTo>
                    <a:pt x="3179" y="12997"/>
                    <a:pt x="2991" y="12812"/>
                    <a:pt x="2991" y="12588"/>
                  </a:cubicBezTo>
                  <a:cubicBezTo>
                    <a:pt x="2991" y="12366"/>
                    <a:pt x="3179" y="12192"/>
                    <a:pt x="3400" y="12192"/>
                  </a:cubicBezTo>
                  <a:close/>
                  <a:moveTo>
                    <a:pt x="6907" y="12192"/>
                  </a:moveTo>
                  <a:cubicBezTo>
                    <a:pt x="7129" y="12192"/>
                    <a:pt x="7305" y="12366"/>
                    <a:pt x="7305" y="12588"/>
                  </a:cubicBezTo>
                  <a:cubicBezTo>
                    <a:pt x="7305" y="12812"/>
                    <a:pt x="7129" y="12997"/>
                    <a:pt x="6907" y="12997"/>
                  </a:cubicBezTo>
                  <a:cubicBezTo>
                    <a:pt x="6685" y="12997"/>
                    <a:pt x="6497" y="12812"/>
                    <a:pt x="6497" y="12588"/>
                  </a:cubicBezTo>
                  <a:cubicBezTo>
                    <a:pt x="6497" y="12366"/>
                    <a:pt x="6685" y="12192"/>
                    <a:pt x="6907" y="12192"/>
                  </a:cubicBezTo>
                  <a:close/>
                  <a:moveTo>
                    <a:pt x="10414" y="12192"/>
                  </a:moveTo>
                  <a:cubicBezTo>
                    <a:pt x="10635" y="12192"/>
                    <a:pt x="10812" y="12366"/>
                    <a:pt x="10812" y="12588"/>
                  </a:cubicBezTo>
                  <a:cubicBezTo>
                    <a:pt x="10812" y="12812"/>
                    <a:pt x="10635" y="12997"/>
                    <a:pt x="10414" y="12997"/>
                  </a:cubicBezTo>
                  <a:cubicBezTo>
                    <a:pt x="10192" y="12997"/>
                    <a:pt x="10004" y="12812"/>
                    <a:pt x="10004" y="12588"/>
                  </a:cubicBezTo>
                  <a:cubicBezTo>
                    <a:pt x="10004" y="12366"/>
                    <a:pt x="10192" y="12192"/>
                    <a:pt x="10414" y="12192"/>
                  </a:cubicBezTo>
                  <a:close/>
                  <a:moveTo>
                    <a:pt x="6368" y="0"/>
                  </a:moveTo>
                  <a:cubicBezTo>
                    <a:pt x="4652" y="0"/>
                    <a:pt x="3260" y="1392"/>
                    <a:pt x="3260" y="3097"/>
                  </a:cubicBezTo>
                  <a:lnTo>
                    <a:pt x="3260" y="6475"/>
                  </a:lnTo>
                  <a:lnTo>
                    <a:pt x="2862" y="6475"/>
                  </a:lnTo>
                  <a:cubicBezTo>
                    <a:pt x="2640" y="6475"/>
                    <a:pt x="2455" y="6652"/>
                    <a:pt x="2455" y="6873"/>
                  </a:cubicBezTo>
                  <a:lnTo>
                    <a:pt x="2455" y="7283"/>
                  </a:lnTo>
                  <a:lnTo>
                    <a:pt x="2020" y="7283"/>
                  </a:lnTo>
                  <a:cubicBezTo>
                    <a:pt x="1798" y="7283"/>
                    <a:pt x="1625" y="7095"/>
                    <a:pt x="1625" y="6873"/>
                  </a:cubicBezTo>
                  <a:lnTo>
                    <a:pt x="1625" y="4511"/>
                  </a:lnTo>
                  <a:cubicBezTo>
                    <a:pt x="2090" y="4348"/>
                    <a:pt x="2430" y="3905"/>
                    <a:pt x="2430" y="3367"/>
                  </a:cubicBezTo>
                  <a:lnTo>
                    <a:pt x="2430" y="3109"/>
                  </a:lnTo>
                  <a:cubicBezTo>
                    <a:pt x="2430" y="2898"/>
                    <a:pt x="2278" y="2724"/>
                    <a:pt x="2068" y="2699"/>
                  </a:cubicBezTo>
                  <a:cubicBezTo>
                    <a:pt x="2054" y="2698"/>
                    <a:pt x="2041" y="2697"/>
                    <a:pt x="2028" y="2697"/>
                  </a:cubicBezTo>
                  <a:cubicBezTo>
                    <a:pt x="1803" y="2697"/>
                    <a:pt x="1625" y="2877"/>
                    <a:pt x="1625" y="3097"/>
                  </a:cubicBezTo>
                  <a:lnTo>
                    <a:pt x="1625" y="3355"/>
                  </a:lnTo>
                  <a:cubicBezTo>
                    <a:pt x="1625" y="3566"/>
                    <a:pt x="1473" y="3751"/>
                    <a:pt x="1263" y="3776"/>
                  </a:cubicBezTo>
                  <a:cubicBezTo>
                    <a:pt x="1249" y="3777"/>
                    <a:pt x="1236" y="3778"/>
                    <a:pt x="1223" y="3778"/>
                  </a:cubicBezTo>
                  <a:cubicBezTo>
                    <a:pt x="995" y="3778"/>
                    <a:pt x="817" y="3597"/>
                    <a:pt x="817" y="3367"/>
                  </a:cubicBezTo>
                  <a:lnTo>
                    <a:pt x="817" y="3109"/>
                  </a:lnTo>
                  <a:cubicBezTo>
                    <a:pt x="817" y="2898"/>
                    <a:pt x="665" y="2724"/>
                    <a:pt x="455" y="2699"/>
                  </a:cubicBezTo>
                  <a:cubicBezTo>
                    <a:pt x="441" y="2698"/>
                    <a:pt x="428" y="2697"/>
                    <a:pt x="415" y="2697"/>
                  </a:cubicBezTo>
                  <a:cubicBezTo>
                    <a:pt x="188" y="2697"/>
                    <a:pt x="0" y="2877"/>
                    <a:pt x="0" y="3097"/>
                  </a:cubicBezTo>
                  <a:lnTo>
                    <a:pt x="0" y="3367"/>
                  </a:lnTo>
                  <a:cubicBezTo>
                    <a:pt x="0" y="3891"/>
                    <a:pt x="337" y="4348"/>
                    <a:pt x="817" y="4511"/>
                  </a:cubicBezTo>
                  <a:lnTo>
                    <a:pt x="817" y="6873"/>
                  </a:lnTo>
                  <a:cubicBezTo>
                    <a:pt x="817" y="7552"/>
                    <a:pt x="1355" y="8088"/>
                    <a:pt x="2020" y="8088"/>
                  </a:cubicBezTo>
                  <a:lnTo>
                    <a:pt x="2455" y="8088"/>
                  </a:lnTo>
                  <a:lnTo>
                    <a:pt x="2455" y="8498"/>
                  </a:lnTo>
                  <a:cubicBezTo>
                    <a:pt x="2455" y="8719"/>
                    <a:pt x="2640" y="8896"/>
                    <a:pt x="2862" y="8896"/>
                  </a:cubicBezTo>
                  <a:lnTo>
                    <a:pt x="3260" y="8896"/>
                  </a:lnTo>
                  <a:lnTo>
                    <a:pt x="3260" y="10111"/>
                  </a:lnTo>
                  <a:cubicBezTo>
                    <a:pt x="3260" y="10332"/>
                    <a:pt x="3448" y="10520"/>
                    <a:pt x="3670" y="10520"/>
                  </a:cubicBezTo>
                  <a:lnTo>
                    <a:pt x="4068" y="10520"/>
                  </a:lnTo>
                  <a:lnTo>
                    <a:pt x="3600" y="11395"/>
                  </a:lnTo>
                  <a:cubicBezTo>
                    <a:pt x="3529" y="11384"/>
                    <a:pt x="3470" y="11373"/>
                    <a:pt x="3400" y="11373"/>
                  </a:cubicBezTo>
                  <a:cubicBezTo>
                    <a:pt x="2699" y="11373"/>
                    <a:pt x="2138" y="11970"/>
                    <a:pt x="2186" y="12683"/>
                  </a:cubicBezTo>
                  <a:cubicBezTo>
                    <a:pt x="2231" y="13278"/>
                    <a:pt x="2710" y="13757"/>
                    <a:pt x="3308" y="13805"/>
                  </a:cubicBezTo>
                  <a:cubicBezTo>
                    <a:pt x="3335" y="13807"/>
                    <a:pt x="3361" y="13808"/>
                    <a:pt x="3388" y="13808"/>
                  </a:cubicBezTo>
                  <a:cubicBezTo>
                    <a:pt x="4064" y="13808"/>
                    <a:pt x="4615" y="13263"/>
                    <a:pt x="4615" y="12588"/>
                  </a:cubicBezTo>
                  <a:cubicBezTo>
                    <a:pt x="4615" y="12285"/>
                    <a:pt x="4500" y="12004"/>
                    <a:pt x="4301" y="11783"/>
                  </a:cubicBezTo>
                  <a:lnTo>
                    <a:pt x="4991" y="10520"/>
                  </a:lnTo>
                  <a:lnTo>
                    <a:pt x="6497" y="10520"/>
                  </a:lnTo>
                  <a:lnTo>
                    <a:pt x="6497" y="11443"/>
                  </a:lnTo>
                  <a:cubicBezTo>
                    <a:pt x="6006" y="11620"/>
                    <a:pt x="5667" y="12111"/>
                    <a:pt x="5692" y="12658"/>
                  </a:cubicBezTo>
                  <a:cubicBezTo>
                    <a:pt x="5726" y="13278"/>
                    <a:pt x="6242" y="13780"/>
                    <a:pt x="6859" y="13805"/>
                  </a:cubicBezTo>
                  <a:cubicBezTo>
                    <a:pt x="6873" y="13806"/>
                    <a:pt x="6887" y="13806"/>
                    <a:pt x="6900" y="13806"/>
                  </a:cubicBezTo>
                  <a:cubicBezTo>
                    <a:pt x="7572" y="13806"/>
                    <a:pt x="8122" y="13264"/>
                    <a:pt x="8122" y="12588"/>
                  </a:cubicBezTo>
                  <a:cubicBezTo>
                    <a:pt x="8122" y="12063"/>
                    <a:pt x="7785" y="11620"/>
                    <a:pt x="7305" y="11443"/>
                  </a:cubicBezTo>
                  <a:lnTo>
                    <a:pt x="7305" y="10520"/>
                  </a:lnTo>
                  <a:lnTo>
                    <a:pt x="8823" y="10520"/>
                  </a:lnTo>
                  <a:lnTo>
                    <a:pt x="9502" y="11783"/>
                  </a:lnTo>
                  <a:cubicBezTo>
                    <a:pt x="9292" y="12027"/>
                    <a:pt x="9174" y="12344"/>
                    <a:pt x="9199" y="12683"/>
                  </a:cubicBezTo>
                  <a:cubicBezTo>
                    <a:pt x="9244" y="13278"/>
                    <a:pt x="9724" y="13757"/>
                    <a:pt x="10321" y="13805"/>
                  </a:cubicBezTo>
                  <a:cubicBezTo>
                    <a:pt x="10348" y="13807"/>
                    <a:pt x="10374" y="13808"/>
                    <a:pt x="10401" y="13808"/>
                  </a:cubicBezTo>
                  <a:cubicBezTo>
                    <a:pt x="11077" y="13808"/>
                    <a:pt x="11617" y="13263"/>
                    <a:pt x="11617" y="12588"/>
                  </a:cubicBezTo>
                  <a:cubicBezTo>
                    <a:pt x="11617" y="11923"/>
                    <a:pt x="11081" y="11373"/>
                    <a:pt x="10414" y="11373"/>
                  </a:cubicBezTo>
                  <a:cubicBezTo>
                    <a:pt x="10343" y="11373"/>
                    <a:pt x="10273" y="11384"/>
                    <a:pt x="10214" y="11395"/>
                  </a:cubicBezTo>
                  <a:lnTo>
                    <a:pt x="9735" y="10520"/>
                  </a:lnTo>
                  <a:lnTo>
                    <a:pt x="10144" y="10520"/>
                  </a:lnTo>
                  <a:cubicBezTo>
                    <a:pt x="10366" y="10520"/>
                    <a:pt x="10543" y="10332"/>
                    <a:pt x="10543" y="10111"/>
                  </a:cubicBezTo>
                  <a:lnTo>
                    <a:pt x="10543" y="8896"/>
                  </a:lnTo>
                  <a:lnTo>
                    <a:pt x="10952" y="8896"/>
                  </a:lnTo>
                  <a:cubicBezTo>
                    <a:pt x="11174" y="8896"/>
                    <a:pt x="11348" y="8719"/>
                    <a:pt x="11348" y="8498"/>
                  </a:cubicBezTo>
                  <a:lnTo>
                    <a:pt x="11348" y="8088"/>
                  </a:lnTo>
                  <a:lnTo>
                    <a:pt x="11783" y="8088"/>
                  </a:lnTo>
                  <a:cubicBezTo>
                    <a:pt x="12459" y="8088"/>
                    <a:pt x="12997" y="7552"/>
                    <a:pt x="12997" y="6873"/>
                  </a:cubicBezTo>
                  <a:lnTo>
                    <a:pt x="12997" y="4511"/>
                  </a:lnTo>
                  <a:cubicBezTo>
                    <a:pt x="13466" y="4348"/>
                    <a:pt x="13802" y="3905"/>
                    <a:pt x="13802" y="3367"/>
                  </a:cubicBezTo>
                  <a:lnTo>
                    <a:pt x="13802" y="3097"/>
                  </a:lnTo>
                  <a:cubicBezTo>
                    <a:pt x="13802" y="2876"/>
                    <a:pt x="13629" y="2699"/>
                    <a:pt x="13407" y="2699"/>
                  </a:cubicBezTo>
                  <a:cubicBezTo>
                    <a:pt x="13185" y="2699"/>
                    <a:pt x="12997" y="2876"/>
                    <a:pt x="12997" y="3097"/>
                  </a:cubicBezTo>
                  <a:lnTo>
                    <a:pt x="12997" y="3355"/>
                  </a:lnTo>
                  <a:cubicBezTo>
                    <a:pt x="12997" y="3566"/>
                    <a:pt x="12846" y="3751"/>
                    <a:pt x="12647" y="3776"/>
                  </a:cubicBezTo>
                  <a:cubicBezTo>
                    <a:pt x="12633" y="3777"/>
                    <a:pt x="12620" y="3778"/>
                    <a:pt x="12607" y="3778"/>
                  </a:cubicBezTo>
                  <a:cubicBezTo>
                    <a:pt x="12378" y="3778"/>
                    <a:pt x="12189" y="3597"/>
                    <a:pt x="12189" y="3367"/>
                  </a:cubicBezTo>
                  <a:lnTo>
                    <a:pt x="12189" y="3109"/>
                  </a:lnTo>
                  <a:cubicBezTo>
                    <a:pt x="12189" y="2898"/>
                    <a:pt x="12038" y="2724"/>
                    <a:pt x="11828" y="2699"/>
                  </a:cubicBezTo>
                  <a:cubicBezTo>
                    <a:pt x="11814" y="2698"/>
                    <a:pt x="11801" y="2697"/>
                    <a:pt x="11788" y="2697"/>
                  </a:cubicBezTo>
                  <a:cubicBezTo>
                    <a:pt x="11562" y="2697"/>
                    <a:pt x="11384" y="2877"/>
                    <a:pt x="11384" y="3097"/>
                  </a:cubicBezTo>
                  <a:lnTo>
                    <a:pt x="11384" y="3367"/>
                  </a:lnTo>
                  <a:cubicBezTo>
                    <a:pt x="11384" y="3891"/>
                    <a:pt x="11724" y="4348"/>
                    <a:pt x="12189" y="4511"/>
                  </a:cubicBezTo>
                  <a:lnTo>
                    <a:pt x="12189" y="6873"/>
                  </a:lnTo>
                  <a:cubicBezTo>
                    <a:pt x="12189" y="7095"/>
                    <a:pt x="12004" y="7283"/>
                    <a:pt x="11783" y="7283"/>
                  </a:cubicBezTo>
                  <a:lnTo>
                    <a:pt x="11348" y="7283"/>
                  </a:lnTo>
                  <a:lnTo>
                    <a:pt x="11348" y="6873"/>
                  </a:lnTo>
                  <a:cubicBezTo>
                    <a:pt x="11348" y="6652"/>
                    <a:pt x="11174" y="6475"/>
                    <a:pt x="10952" y="6475"/>
                  </a:cubicBezTo>
                  <a:lnTo>
                    <a:pt x="10543" y="6475"/>
                  </a:lnTo>
                  <a:lnTo>
                    <a:pt x="10543" y="3097"/>
                  </a:lnTo>
                  <a:cubicBezTo>
                    <a:pt x="10543" y="1392"/>
                    <a:pt x="9151" y="0"/>
                    <a:pt x="74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1493" name="Google Shape;1493;p48"/>
          <p:cNvGrpSpPr/>
          <p:nvPr/>
        </p:nvGrpSpPr>
        <p:grpSpPr>
          <a:xfrm>
            <a:off x="2516913" y="1412175"/>
            <a:ext cx="345150" cy="345150"/>
            <a:chOff x="2492863" y="1564575"/>
            <a:chExt cx="345150" cy="345150"/>
          </a:xfrm>
        </p:grpSpPr>
        <p:sp>
          <p:nvSpPr>
            <p:cNvPr id="1494" name="Google Shape;1494;p48"/>
            <p:cNvSpPr/>
            <p:nvPr/>
          </p:nvSpPr>
          <p:spPr>
            <a:xfrm>
              <a:off x="2492863" y="1739900"/>
              <a:ext cx="345150" cy="169825"/>
            </a:xfrm>
            <a:custGeom>
              <a:rect l="l" t="t" r="r" b="b"/>
              <a:pathLst>
                <a:path w="13805" h="6792" extrusionOk="0">
                  <a:moveTo>
                    <a:pt x="7198" y="2969"/>
                  </a:moveTo>
                  <a:cubicBezTo>
                    <a:pt x="7423" y="2969"/>
                    <a:pt x="7608" y="3145"/>
                    <a:pt x="7608" y="3367"/>
                  </a:cubicBezTo>
                  <a:cubicBezTo>
                    <a:pt x="7608" y="3589"/>
                    <a:pt x="7423" y="3776"/>
                    <a:pt x="7198" y="3776"/>
                  </a:cubicBezTo>
                  <a:cubicBezTo>
                    <a:pt x="6977" y="3776"/>
                    <a:pt x="6792" y="3589"/>
                    <a:pt x="6792" y="3367"/>
                  </a:cubicBezTo>
                  <a:cubicBezTo>
                    <a:pt x="6792" y="3145"/>
                    <a:pt x="6977" y="2969"/>
                    <a:pt x="7198" y="2969"/>
                  </a:cubicBezTo>
                  <a:close/>
                  <a:moveTo>
                    <a:pt x="9221" y="1883"/>
                  </a:moveTo>
                  <a:lnTo>
                    <a:pt x="9221" y="4851"/>
                  </a:lnTo>
                  <a:lnTo>
                    <a:pt x="7608" y="4851"/>
                  </a:lnTo>
                  <a:lnTo>
                    <a:pt x="7608" y="4511"/>
                  </a:lnTo>
                  <a:cubicBezTo>
                    <a:pt x="8077" y="4349"/>
                    <a:pt x="8416" y="3891"/>
                    <a:pt x="8416" y="3367"/>
                  </a:cubicBezTo>
                  <a:cubicBezTo>
                    <a:pt x="8416" y="2839"/>
                    <a:pt x="8077" y="2396"/>
                    <a:pt x="7608" y="2222"/>
                  </a:cubicBezTo>
                  <a:lnTo>
                    <a:pt x="7608" y="1883"/>
                  </a:lnTo>
                  <a:close/>
                  <a:moveTo>
                    <a:pt x="12997" y="1344"/>
                  </a:moveTo>
                  <a:lnTo>
                    <a:pt x="12997" y="5390"/>
                  </a:lnTo>
                  <a:lnTo>
                    <a:pt x="10029" y="5390"/>
                  </a:lnTo>
                  <a:lnTo>
                    <a:pt x="10029" y="1344"/>
                  </a:lnTo>
                  <a:close/>
                  <a:moveTo>
                    <a:pt x="3857" y="806"/>
                  </a:moveTo>
                  <a:cubicBezTo>
                    <a:pt x="3986" y="806"/>
                    <a:pt x="4113" y="842"/>
                    <a:pt x="4230" y="923"/>
                  </a:cubicBezTo>
                  <a:lnTo>
                    <a:pt x="5574" y="1813"/>
                  </a:lnTo>
                  <a:cubicBezTo>
                    <a:pt x="5633" y="1858"/>
                    <a:pt x="5714" y="1883"/>
                    <a:pt x="5796" y="1883"/>
                  </a:cubicBezTo>
                  <a:lnTo>
                    <a:pt x="6792" y="1883"/>
                  </a:lnTo>
                  <a:lnTo>
                    <a:pt x="6792" y="2222"/>
                  </a:lnTo>
                  <a:cubicBezTo>
                    <a:pt x="6323" y="2396"/>
                    <a:pt x="5984" y="2839"/>
                    <a:pt x="5984" y="3367"/>
                  </a:cubicBezTo>
                  <a:cubicBezTo>
                    <a:pt x="5984" y="3891"/>
                    <a:pt x="6323" y="4349"/>
                    <a:pt x="6792" y="4511"/>
                  </a:cubicBezTo>
                  <a:lnTo>
                    <a:pt x="6792" y="4851"/>
                  </a:lnTo>
                  <a:lnTo>
                    <a:pt x="5796" y="4851"/>
                  </a:lnTo>
                  <a:cubicBezTo>
                    <a:pt x="5692" y="4851"/>
                    <a:pt x="5599" y="4887"/>
                    <a:pt x="5515" y="4969"/>
                  </a:cubicBezTo>
                  <a:lnTo>
                    <a:pt x="4721" y="5715"/>
                  </a:lnTo>
                  <a:cubicBezTo>
                    <a:pt x="4547" y="5892"/>
                    <a:pt x="4312" y="5984"/>
                    <a:pt x="4068" y="5984"/>
                  </a:cubicBezTo>
                  <a:cubicBezTo>
                    <a:pt x="3798" y="5984"/>
                    <a:pt x="3529" y="5869"/>
                    <a:pt x="3355" y="5659"/>
                  </a:cubicBezTo>
                  <a:lnTo>
                    <a:pt x="3798" y="5659"/>
                  </a:lnTo>
                  <a:cubicBezTo>
                    <a:pt x="4020" y="5659"/>
                    <a:pt x="4208" y="5482"/>
                    <a:pt x="4208" y="5260"/>
                  </a:cubicBezTo>
                  <a:cubicBezTo>
                    <a:pt x="4208" y="5028"/>
                    <a:pt x="4020" y="4851"/>
                    <a:pt x="3798" y="4851"/>
                  </a:cubicBezTo>
                  <a:lnTo>
                    <a:pt x="1484" y="4851"/>
                  </a:lnTo>
                  <a:cubicBezTo>
                    <a:pt x="1111" y="4851"/>
                    <a:pt x="805" y="4548"/>
                    <a:pt x="805" y="4172"/>
                  </a:cubicBezTo>
                  <a:lnTo>
                    <a:pt x="805" y="4046"/>
                  </a:lnTo>
                  <a:lnTo>
                    <a:pt x="2023" y="4046"/>
                  </a:lnTo>
                  <a:cubicBezTo>
                    <a:pt x="2244" y="4046"/>
                    <a:pt x="2429" y="3858"/>
                    <a:pt x="2429" y="3636"/>
                  </a:cubicBezTo>
                  <a:cubicBezTo>
                    <a:pt x="2429" y="3415"/>
                    <a:pt x="2244" y="3238"/>
                    <a:pt x="2023" y="3238"/>
                  </a:cubicBezTo>
                  <a:lnTo>
                    <a:pt x="805" y="3238"/>
                  </a:lnTo>
                  <a:lnTo>
                    <a:pt x="805" y="2419"/>
                  </a:lnTo>
                  <a:lnTo>
                    <a:pt x="2023" y="2419"/>
                  </a:lnTo>
                  <a:cubicBezTo>
                    <a:pt x="2244" y="2419"/>
                    <a:pt x="2429" y="2245"/>
                    <a:pt x="2429" y="2023"/>
                  </a:cubicBezTo>
                  <a:cubicBezTo>
                    <a:pt x="2429" y="1802"/>
                    <a:pt x="2244" y="1614"/>
                    <a:pt x="2023" y="1614"/>
                  </a:cubicBezTo>
                  <a:lnTo>
                    <a:pt x="805" y="1614"/>
                  </a:lnTo>
                  <a:lnTo>
                    <a:pt x="805" y="1485"/>
                  </a:lnTo>
                  <a:cubicBezTo>
                    <a:pt x="805" y="1111"/>
                    <a:pt x="1111" y="806"/>
                    <a:pt x="1484" y="806"/>
                  </a:cubicBezTo>
                  <a:close/>
                  <a:moveTo>
                    <a:pt x="1484" y="1"/>
                  </a:moveTo>
                  <a:cubicBezTo>
                    <a:pt x="665" y="1"/>
                    <a:pt x="0" y="665"/>
                    <a:pt x="0" y="1485"/>
                  </a:cubicBezTo>
                  <a:lnTo>
                    <a:pt x="0" y="4172"/>
                  </a:lnTo>
                  <a:cubicBezTo>
                    <a:pt x="0" y="4991"/>
                    <a:pt x="665" y="5659"/>
                    <a:pt x="1484" y="5659"/>
                  </a:cubicBezTo>
                  <a:lnTo>
                    <a:pt x="2348" y="5659"/>
                  </a:lnTo>
                  <a:lnTo>
                    <a:pt x="2640" y="6054"/>
                  </a:lnTo>
                  <a:cubicBezTo>
                    <a:pt x="2968" y="6512"/>
                    <a:pt x="3507" y="6792"/>
                    <a:pt x="4068" y="6792"/>
                  </a:cubicBezTo>
                  <a:cubicBezTo>
                    <a:pt x="4522" y="6792"/>
                    <a:pt x="4954" y="6615"/>
                    <a:pt x="5282" y="6301"/>
                  </a:cubicBezTo>
                  <a:lnTo>
                    <a:pt x="5961" y="5659"/>
                  </a:lnTo>
                  <a:lnTo>
                    <a:pt x="9221" y="5659"/>
                  </a:lnTo>
                  <a:lnTo>
                    <a:pt x="9221" y="5799"/>
                  </a:lnTo>
                  <a:cubicBezTo>
                    <a:pt x="9221" y="6021"/>
                    <a:pt x="9398" y="6195"/>
                    <a:pt x="9631" y="6195"/>
                  </a:cubicBezTo>
                  <a:lnTo>
                    <a:pt x="13395" y="6195"/>
                  </a:lnTo>
                  <a:cubicBezTo>
                    <a:pt x="13628" y="6195"/>
                    <a:pt x="13805" y="6021"/>
                    <a:pt x="13805" y="5799"/>
                  </a:cubicBezTo>
                  <a:lnTo>
                    <a:pt x="13805" y="946"/>
                  </a:lnTo>
                  <a:cubicBezTo>
                    <a:pt x="13805" y="713"/>
                    <a:pt x="13628" y="539"/>
                    <a:pt x="13395" y="539"/>
                  </a:cubicBezTo>
                  <a:lnTo>
                    <a:pt x="9631" y="539"/>
                  </a:lnTo>
                  <a:cubicBezTo>
                    <a:pt x="9398" y="539"/>
                    <a:pt x="9221" y="713"/>
                    <a:pt x="9221" y="946"/>
                  </a:cubicBezTo>
                  <a:lnTo>
                    <a:pt x="9221" y="1075"/>
                  </a:lnTo>
                  <a:lnTo>
                    <a:pt x="5914" y="1075"/>
                  </a:lnTo>
                  <a:lnTo>
                    <a:pt x="4674" y="245"/>
                  </a:lnTo>
                  <a:cubicBezTo>
                    <a:pt x="4430" y="82"/>
                    <a:pt x="4149" y="1"/>
                    <a:pt x="38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495" name="Google Shape;1495;p48"/>
            <p:cNvSpPr/>
            <p:nvPr/>
          </p:nvSpPr>
          <p:spPr>
            <a:xfrm>
              <a:off x="2547213" y="1564575"/>
              <a:ext cx="236425" cy="182075"/>
            </a:xfrm>
            <a:custGeom>
              <a:rect l="l" t="t" r="r" b="b"/>
              <a:pathLst>
                <a:path w="9457" h="7283" extrusionOk="0">
                  <a:moveTo>
                    <a:pt x="6393" y="805"/>
                  </a:moveTo>
                  <a:cubicBezTo>
                    <a:pt x="7187" y="805"/>
                    <a:pt x="7830" y="1532"/>
                    <a:pt x="7830" y="2418"/>
                  </a:cubicBezTo>
                  <a:cubicBezTo>
                    <a:pt x="7830" y="2769"/>
                    <a:pt x="7704" y="3134"/>
                    <a:pt x="7504" y="3507"/>
                  </a:cubicBezTo>
                  <a:lnTo>
                    <a:pt x="5810" y="3507"/>
                  </a:lnTo>
                  <a:cubicBezTo>
                    <a:pt x="5670" y="3507"/>
                    <a:pt x="5541" y="3577"/>
                    <a:pt x="5471" y="3681"/>
                  </a:cubicBezTo>
                  <a:lnTo>
                    <a:pt x="5283" y="3975"/>
                  </a:lnTo>
                  <a:lnTo>
                    <a:pt x="4419" y="2618"/>
                  </a:lnTo>
                  <a:cubicBezTo>
                    <a:pt x="4342" y="2489"/>
                    <a:pt x="4211" y="2425"/>
                    <a:pt x="4079" y="2425"/>
                  </a:cubicBezTo>
                  <a:cubicBezTo>
                    <a:pt x="3950" y="2425"/>
                    <a:pt x="3820" y="2486"/>
                    <a:pt x="3740" y="2606"/>
                  </a:cubicBezTo>
                  <a:lnTo>
                    <a:pt x="3156" y="3507"/>
                  </a:lnTo>
                  <a:lnTo>
                    <a:pt x="1953" y="3507"/>
                  </a:lnTo>
                  <a:cubicBezTo>
                    <a:pt x="1753" y="3134"/>
                    <a:pt x="1624" y="2769"/>
                    <a:pt x="1624" y="2418"/>
                  </a:cubicBezTo>
                  <a:cubicBezTo>
                    <a:pt x="1624" y="1532"/>
                    <a:pt x="2278" y="805"/>
                    <a:pt x="3075" y="805"/>
                  </a:cubicBezTo>
                  <a:cubicBezTo>
                    <a:pt x="3622" y="805"/>
                    <a:pt x="4113" y="1156"/>
                    <a:pt x="4360" y="1717"/>
                  </a:cubicBezTo>
                  <a:cubicBezTo>
                    <a:pt x="4419" y="1871"/>
                    <a:pt x="4570" y="1964"/>
                    <a:pt x="4733" y="1964"/>
                  </a:cubicBezTo>
                  <a:cubicBezTo>
                    <a:pt x="4884" y="1964"/>
                    <a:pt x="5039" y="1871"/>
                    <a:pt x="5095" y="1717"/>
                  </a:cubicBezTo>
                  <a:cubicBezTo>
                    <a:pt x="5341" y="1156"/>
                    <a:pt x="5844" y="805"/>
                    <a:pt x="6393" y="805"/>
                  </a:cubicBezTo>
                  <a:close/>
                  <a:moveTo>
                    <a:pt x="4079" y="3588"/>
                  </a:moveTo>
                  <a:lnTo>
                    <a:pt x="4921" y="4932"/>
                  </a:lnTo>
                  <a:cubicBezTo>
                    <a:pt x="5004" y="5058"/>
                    <a:pt x="5139" y="5123"/>
                    <a:pt x="5272" y="5123"/>
                  </a:cubicBezTo>
                  <a:cubicBezTo>
                    <a:pt x="5399" y="5123"/>
                    <a:pt x="5524" y="5064"/>
                    <a:pt x="5600" y="4943"/>
                  </a:cubicBezTo>
                  <a:lnTo>
                    <a:pt x="6020" y="4312"/>
                  </a:lnTo>
                  <a:lnTo>
                    <a:pt x="6966" y="4312"/>
                  </a:lnTo>
                  <a:cubicBezTo>
                    <a:pt x="6276" y="5179"/>
                    <a:pt x="5330" y="5950"/>
                    <a:pt x="4733" y="6382"/>
                  </a:cubicBezTo>
                  <a:cubicBezTo>
                    <a:pt x="4127" y="5950"/>
                    <a:pt x="3179" y="5179"/>
                    <a:pt x="2488" y="4312"/>
                  </a:cubicBezTo>
                  <a:lnTo>
                    <a:pt x="3378" y="4312"/>
                  </a:lnTo>
                  <a:cubicBezTo>
                    <a:pt x="3518" y="4312"/>
                    <a:pt x="3647" y="4242"/>
                    <a:pt x="3717" y="4127"/>
                  </a:cubicBezTo>
                  <a:lnTo>
                    <a:pt x="4079" y="3588"/>
                  </a:lnTo>
                  <a:close/>
                  <a:moveTo>
                    <a:pt x="3075" y="0"/>
                  </a:moveTo>
                  <a:cubicBezTo>
                    <a:pt x="1824" y="0"/>
                    <a:pt x="817" y="1086"/>
                    <a:pt x="817" y="2418"/>
                  </a:cubicBezTo>
                  <a:cubicBezTo>
                    <a:pt x="817" y="2769"/>
                    <a:pt x="901" y="3134"/>
                    <a:pt x="1052" y="3507"/>
                  </a:cubicBezTo>
                  <a:lnTo>
                    <a:pt x="421" y="3507"/>
                  </a:lnTo>
                  <a:cubicBezTo>
                    <a:pt x="185" y="3507"/>
                    <a:pt x="0" y="3695"/>
                    <a:pt x="11" y="3928"/>
                  </a:cubicBezTo>
                  <a:cubicBezTo>
                    <a:pt x="23" y="4149"/>
                    <a:pt x="211" y="4312"/>
                    <a:pt x="421" y="4312"/>
                  </a:cubicBezTo>
                  <a:lnTo>
                    <a:pt x="1484" y="4312"/>
                  </a:lnTo>
                  <a:cubicBezTo>
                    <a:pt x="1787" y="4769"/>
                    <a:pt x="2197" y="5238"/>
                    <a:pt x="2699" y="5729"/>
                  </a:cubicBezTo>
                  <a:cubicBezTo>
                    <a:pt x="3588" y="6593"/>
                    <a:pt x="4463" y="7187"/>
                    <a:pt x="4500" y="7213"/>
                  </a:cubicBezTo>
                  <a:cubicBezTo>
                    <a:pt x="4570" y="7258"/>
                    <a:pt x="4651" y="7283"/>
                    <a:pt x="4733" y="7283"/>
                  </a:cubicBezTo>
                  <a:cubicBezTo>
                    <a:pt x="4803" y="7283"/>
                    <a:pt x="4884" y="7258"/>
                    <a:pt x="4954" y="7213"/>
                  </a:cubicBezTo>
                  <a:cubicBezTo>
                    <a:pt x="4991" y="7187"/>
                    <a:pt x="5866" y="6593"/>
                    <a:pt x="6767" y="5729"/>
                  </a:cubicBezTo>
                  <a:cubicBezTo>
                    <a:pt x="7269" y="5238"/>
                    <a:pt x="7667" y="4769"/>
                    <a:pt x="7970" y="4312"/>
                  </a:cubicBezTo>
                  <a:lnTo>
                    <a:pt x="9047" y="4312"/>
                  </a:lnTo>
                  <a:cubicBezTo>
                    <a:pt x="9269" y="4312"/>
                    <a:pt x="9457" y="4127"/>
                    <a:pt x="9443" y="3891"/>
                  </a:cubicBezTo>
                  <a:cubicBezTo>
                    <a:pt x="9432" y="3670"/>
                    <a:pt x="9246" y="3507"/>
                    <a:pt x="9036" y="3507"/>
                  </a:cubicBezTo>
                  <a:lnTo>
                    <a:pt x="8405" y="3507"/>
                  </a:lnTo>
                  <a:cubicBezTo>
                    <a:pt x="8556" y="3134"/>
                    <a:pt x="8638" y="2769"/>
                    <a:pt x="8638" y="2418"/>
                  </a:cubicBezTo>
                  <a:cubicBezTo>
                    <a:pt x="8638" y="1086"/>
                    <a:pt x="7633" y="0"/>
                    <a:pt x="6393" y="0"/>
                  </a:cubicBezTo>
                  <a:cubicBezTo>
                    <a:pt x="5751" y="0"/>
                    <a:pt x="5154" y="303"/>
                    <a:pt x="4733" y="794"/>
                  </a:cubicBezTo>
                  <a:cubicBezTo>
                    <a:pt x="4312" y="303"/>
                    <a:pt x="3706" y="0"/>
                    <a:pt x="30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496" name="Google Shape;1496;p48"/>
          <p:cNvSpPr/>
          <p:nvPr/>
        </p:nvSpPr>
        <p:spPr>
          <a:xfrm>
            <a:off x="1728800" y="1412175"/>
            <a:ext cx="345150" cy="345150"/>
          </a:xfrm>
          <a:custGeom>
            <a:rect l="l" t="t" r="r" b="b"/>
            <a:pathLst>
              <a:path w="13805" h="13805" extrusionOk="0">
                <a:moveTo>
                  <a:pt x="12858" y="805"/>
                </a:moveTo>
                <a:cubicBezTo>
                  <a:pt x="12928" y="805"/>
                  <a:pt x="12998" y="864"/>
                  <a:pt x="12998" y="946"/>
                </a:cubicBezTo>
                <a:lnTo>
                  <a:pt x="12998" y="2432"/>
                </a:lnTo>
                <a:lnTo>
                  <a:pt x="806" y="2432"/>
                </a:lnTo>
                <a:lnTo>
                  <a:pt x="806" y="946"/>
                </a:lnTo>
                <a:cubicBezTo>
                  <a:pt x="806" y="864"/>
                  <a:pt x="865" y="805"/>
                  <a:pt x="946" y="805"/>
                </a:cubicBezTo>
                <a:lnTo>
                  <a:pt x="1648" y="805"/>
                </a:lnTo>
                <a:lnTo>
                  <a:pt x="1648" y="1204"/>
                </a:lnTo>
                <a:cubicBezTo>
                  <a:pt x="1648" y="1414"/>
                  <a:pt x="1802" y="1591"/>
                  <a:pt x="1998" y="1613"/>
                </a:cubicBezTo>
                <a:cubicBezTo>
                  <a:pt x="2017" y="1616"/>
                  <a:pt x="2035" y="1617"/>
                  <a:pt x="2053" y="1617"/>
                </a:cubicBezTo>
                <a:cubicBezTo>
                  <a:pt x="2276" y="1617"/>
                  <a:pt x="2455" y="1433"/>
                  <a:pt x="2455" y="1215"/>
                </a:cubicBezTo>
                <a:lnTo>
                  <a:pt x="2455" y="805"/>
                </a:lnTo>
                <a:lnTo>
                  <a:pt x="3261" y="805"/>
                </a:lnTo>
                <a:lnTo>
                  <a:pt x="3261" y="1204"/>
                </a:lnTo>
                <a:cubicBezTo>
                  <a:pt x="3261" y="1414"/>
                  <a:pt x="3415" y="1591"/>
                  <a:pt x="3625" y="1613"/>
                </a:cubicBezTo>
                <a:cubicBezTo>
                  <a:pt x="3643" y="1616"/>
                  <a:pt x="3660" y="1617"/>
                  <a:pt x="3678" y="1617"/>
                </a:cubicBezTo>
                <a:cubicBezTo>
                  <a:pt x="3889" y="1617"/>
                  <a:pt x="4068" y="1433"/>
                  <a:pt x="4068" y="1215"/>
                </a:cubicBezTo>
                <a:lnTo>
                  <a:pt x="4068" y="805"/>
                </a:lnTo>
                <a:lnTo>
                  <a:pt x="4874" y="805"/>
                </a:lnTo>
                <a:lnTo>
                  <a:pt x="4874" y="1204"/>
                </a:lnTo>
                <a:cubicBezTo>
                  <a:pt x="4874" y="1414"/>
                  <a:pt x="5028" y="1591"/>
                  <a:pt x="5238" y="1613"/>
                </a:cubicBezTo>
                <a:cubicBezTo>
                  <a:pt x="5257" y="1616"/>
                  <a:pt x="5275" y="1617"/>
                  <a:pt x="5293" y="1617"/>
                </a:cubicBezTo>
                <a:cubicBezTo>
                  <a:pt x="5513" y="1617"/>
                  <a:pt x="5693" y="1433"/>
                  <a:pt x="5693" y="1215"/>
                </a:cubicBezTo>
                <a:lnTo>
                  <a:pt x="5693" y="805"/>
                </a:lnTo>
                <a:close/>
                <a:moveTo>
                  <a:pt x="8007" y="3238"/>
                </a:moveTo>
                <a:lnTo>
                  <a:pt x="7668" y="4581"/>
                </a:lnTo>
                <a:lnTo>
                  <a:pt x="6150" y="4581"/>
                </a:lnTo>
                <a:lnTo>
                  <a:pt x="5811" y="3238"/>
                </a:lnTo>
                <a:close/>
                <a:moveTo>
                  <a:pt x="8218" y="7061"/>
                </a:moveTo>
                <a:cubicBezTo>
                  <a:pt x="8801" y="7061"/>
                  <a:pt x="9281" y="7597"/>
                  <a:pt x="9281" y="8253"/>
                </a:cubicBezTo>
                <a:cubicBezTo>
                  <a:pt x="9281" y="9339"/>
                  <a:pt x="7727" y="10683"/>
                  <a:pt x="6907" y="11292"/>
                </a:cubicBezTo>
                <a:cubicBezTo>
                  <a:pt x="6080" y="10683"/>
                  <a:pt x="4537" y="9339"/>
                  <a:pt x="4537" y="8253"/>
                </a:cubicBezTo>
                <a:cubicBezTo>
                  <a:pt x="4537" y="7597"/>
                  <a:pt x="5014" y="7061"/>
                  <a:pt x="5589" y="7061"/>
                </a:cubicBezTo>
                <a:cubicBezTo>
                  <a:pt x="5996" y="7061"/>
                  <a:pt x="6360" y="7316"/>
                  <a:pt x="6534" y="7737"/>
                </a:cubicBezTo>
                <a:cubicBezTo>
                  <a:pt x="6605" y="7878"/>
                  <a:pt x="6745" y="7973"/>
                  <a:pt x="6907" y="7973"/>
                </a:cubicBezTo>
                <a:cubicBezTo>
                  <a:pt x="7073" y="7973"/>
                  <a:pt x="7213" y="7878"/>
                  <a:pt x="7283" y="7737"/>
                </a:cubicBezTo>
                <a:cubicBezTo>
                  <a:pt x="7457" y="7316"/>
                  <a:pt x="7819" y="7061"/>
                  <a:pt x="8218" y="7061"/>
                </a:cubicBezTo>
                <a:close/>
                <a:moveTo>
                  <a:pt x="4969" y="3238"/>
                </a:moveTo>
                <a:lnTo>
                  <a:pt x="5423" y="5083"/>
                </a:lnTo>
                <a:cubicBezTo>
                  <a:pt x="5471" y="5271"/>
                  <a:pt x="5634" y="5389"/>
                  <a:pt x="5822" y="5389"/>
                </a:cubicBezTo>
                <a:lnTo>
                  <a:pt x="6501" y="5389"/>
                </a:lnTo>
                <a:lnTo>
                  <a:pt x="6501" y="6511"/>
                </a:lnTo>
                <a:cubicBezTo>
                  <a:pt x="6220" y="6346"/>
                  <a:pt x="5914" y="6253"/>
                  <a:pt x="5589" y="6253"/>
                </a:cubicBezTo>
                <a:cubicBezTo>
                  <a:pt x="4559" y="6253"/>
                  <a:pt x="3718" y="7154"/>
                  <a:pt x="3718" y="8253"/>
                </a:cubicBezTo>
                <a:cubicBezTo>
                  <a:pt x="3718" y="9059"/>
                  <a:pt x="4231" y="9959"/>
                  <a:pt x="5238" y="10941"/>
                </a:cubicBezTo>
                <a:cubicBezTo>
                  <a:pt x="5401" y="11092"/>
                  <a:pt x="5564" y="11244"/>
                  <a:pt x="5715" y="11373"/>
                </a:cubicBezTo>
                <a:lnTo>
                  <a:pt x="806" y="11373"/>
                </a:lnTo>
                <a:lnTo>
                  <a:pt x="806" y="3238"/>
                </a:lnTo>
                <a:close/>
                <a:moveTo>
                  <a:pt x="12998" y="3238"/>
                </a:moveTo>
                <a:lnTo>
                  <a:pt x="12998" y="11373"/>
                </a:lnTo>
                <a:lnTo>
                  <a:pt x="8077" y="11373"/>
                </a:lnTo>
                <a:cubicBezTo>
                  <a:pt x="8240" y="11244"/>
                  <a:pt x="8406" y="11092"/>
                  <a:pt x="8568" y="10941"/>
                </a:cubicBezTo>
                <a:cubicBezTo>
                  <a:pt x="9573" y="9959"/>
                  <a:pt x="10077" y="9059"/>
                  <a:pt x="10077" y="8253"/>
                </a:cubicBezTo>
                <a:cubicBezTo>
                  <a:pt x="10077" y="7154"/>
                  <a:pt x="9247" y="6253"/>
                  <a:pt x="8218" y="6253"/>
                </a:cubicBezTo>
                <a:cubicBezTo>
                  <a:pt x="7889" y="6253"/>
                  <a:pt x="7575" y="6346"/>
                  <a:pt x="7306" y="6511"/>
                </a:cubicBezTo>
                <a:lnTo>
                  <a:pt x="7306" y="5389"/>
                </a:lnTo>
                <a:lnTo>
                  <a:pt x="7985" y="5389"/>
                </a:lnTo>
                <a:cubicBezTo>
                  <a:pt x="8159" y="5389"/>
                  <a:pt x="8324" y="5271"/>
                  <a:pt x="8369" y="5083"/>
                </a:cubicBezTo>
                <a:lnTo>
                  <a:pt x="8838" y="3238"/>
                </a:lnTo>
                <a:close/>
                <a:moveTo>
                  <a:pt x="12998" y="12192"/>
                </a:moveTo>
                <a:lnTo>
                  <a:pt x="12998" y="12857"/>
                </a:lnTo>
                <a:cubicBezTo>
                  <a:pt x="12998" y="12938"/>
                  <a:pt x="12928" y="12997"/>
                  <a:pt x="12858" y="12997"/>
                </a:cubicBezTo>
                <a:lnTo>
                  <a:pt x="946" y="12997"/>
                </a:lnTo>
                <a:cubicBezTo>
                  <a:pt x="865" y="12997"/>
                  <a:pt x="806" y="12938"/>
                  <a:pt x="806" y="12857"/>
                </a:cubicBezTo>
                <a:lnTo>
                  <a:pt x="806" y="12192"/>
                </a:lnTo>
                <a:close/>
                <a:moveTo>
                  <a:pt x="946" y="0"/>
                </a:moveTo>
                <a:cubicBezTo>
                  <a:pt x="422" y="0"/>
                  <a:pt x="1" y="421"/>
                  <a:pt x="1" y="946"/>
                </a:cubicBezTo>
                <a:lnTo>
                  <a:pt x="1" y="12857"/>
                </a:lnTo>
                <a:cubicBezTo>
                  <a:pt x="1" y="13384"/>
                  <a:pt x="422" y="13805"/>
                  <a:pt x="946" y="13805"/>
                </a:cubicBezTo>
                <a:lnTo>
                  <a:pt x="12858" y="13805"/>
                </a:lnTo>
                <a:cubicBezTo>
                  <a:pt x="13385" y="13805"/>
                  <a:pt x="13806" y="13384"/>
                  <a:pt x="13806" y="12857"/>
                </a:cubicBezTo>
                <a:lnTo>
                  <a:pt x="13806" y="946"/>
                </a:lnTo>
                <a:cubicBezTo>
                  <a:pt x="13806" y="421"/>
                  <a:pt x="13385" y="0"/>
                  <a:pt x="1285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E8127B-E194-4955-7E98-83F257329F75}"/>
              </a:ext>
            </a:extLst>
          </p:cNvPr>
          <p:cNvSpPr txBox="1"/>
          <p:nvPr/>
        </p:nvSpPr>
        <p:spPr>
          <a:xfrm>
            <a:off x="746362" y="503261"/>
            <a:ext cx="267837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b="1">
                <a:solidFill>
                  <a:schemeClr val="tx1"/>
                </a:solidFill>
              </a:rPr>
              <a:t>НАБОР ИКОНОК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9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2026-08-02T20:29:45.569</cp:lastPrinted>
  <dcterms:created xsi:type="dcterms:W3CDTF">2026-08-02T20:29:45Z</dcterms:created>
  <dcterms:modified xsi:type="dcterms:W3CDTF">2026-08-02T20:29:45Z</dcterms:modified>
</cp:coreProperties>
</file>