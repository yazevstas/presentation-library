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embedTrueTypeFonts="1" saveSubsetFonts="1">
  <p:sldMasterIdLst>
    <p:sldMasterId id="2147483648" r:id="rId1"/>
    <p:sldMasterId id="2147483683" r:id="rId2"/>
  </p:sldMasterIdLst>
  <p:notesMasterIdLst>
    <p:notesMasterId r:id="rId3"/>
  </p:notesMasterIdLst>
  <p:sldIdLst>
    <p:sldId id="259" r:id="rId4"/>
  </p:sldIdLst>
  <p:sldSz cx="9144000" cy="5143500"/>
  <p:notesSz cx="6858000" cy="9144000"/>
  <p:embeddedFontLst>
    <p:embeddedFont>
      <p:font typeface="Amatic SC" panose="00000500000000000000" pitchFamily="2" charset="-79"/>
      <p:regular r:id="rId6"/>
      <p:bold r:id="rId7"/>
    </p:embeddedFont>
    <p:embeddedFont>
      <p:font typeface="Anaheim" panose="020B0604020202020204" charset="0"/>
      <p:regular r:id="rId8"/>
      <p:bold r:id="rId9"/>
    </p:embeddedFont>
    <p:embeddedFont>
      <p:font typeface="Hanken Grotesk" panose="020B0604020202020204" charset="0"/>
      <p:regular r:id="rId10"/>
      <p:bold r:id="rId11"/>
      <p:italic r:id="rId12"/>
      <p:boldItalic r:id="rId13"/>
    </p:embeddedFont>
    <p:embeddedFont>
      <p:font typeface="Raleway" pitchFamily="2" charset="0"/>
      <p:regular r:id="rId14"/>
      <p:bold r:id="rId15"/>
      <p:italic r:id="rId16"/>
      <p:boldItalic r:id="rId17"/>
    </p:embeddedFont>
    <p:embeddedFont>
      <p:font typeface="Raleway Black" pitchFamily="2" charset="0"/>
      <p:bold r:id="rId18"/>
      <p:boldItalic r:id="rId19"/>
    </p:embeddedFont>
    <p:embeddedFont>
      <p:font typeface="Raleway ExtraBold" pitchFamily="2" charset="0"/>
      <p:bold r:id="rId20"/>
      <p:boldItalic r:id="rId21"/>
    </p:embeddedFont>
    <p:embeddedFont>
      <p:font typeface="Roboto Medium" panose="02000000000000000000" pitchFamily="2" charset="0"/>
      <p:regular r:id="rId22"/>
      <p:italic r:id="rId23"/>
    </p:embeddedFont>
    <p:embeddedFont>
      <p:font typeface="Roboto" panose="02000000000000000000" pitchFamily="2"/>
      <p:bold r:id="rId24"/>
      <p:boldItalic r:id="rId25"/>
    </p:embeddedFont>
  </p:embeddedFontLst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5.fntdata" /><Relationship Id="rId11" Type="http://schemas.openxmlformats.org/officeDocument/2006/relationships/font" Target="fonts/font6.fntdata" /><Relationship Id="rId12" Type="http://schemas.openxmlformats.org/officeDocument/2006/relationships/font" Target="fonts/font7.fntdata" /><Relationship Id="rId13" Type="http://schemas.openxmlformats.org/officeDocument/2006/relationships/font" Target="fonts/font8.fntdata" /><Relationship Id="rId14" Type="http://schemas.openxmlformats.org/officeDocument/2006/relationships/font" Target="fonts/font9.fntdata" /><Relationship Id="rId15" Type="http://schemas.openxmlformats.org/officeDocument/2006/relationships/font" Target="fonts/font10.fntdata" /><Relationship Id="rId16" Type="http://schemas.openxmlformats.org/officeDocument/2006/relationships/font" Target="fonts/font11.fntdata" /><Relationship Id="rId17" Type="http://schemas.openxmlformats.org/officeDocument/2006/relationships/font" Target="fonts/font12.fntdata" /><Relationship Id="rId18" Type="http://schemas.openxmlformats.org/officeDocument/2006/relationships/font" Target="fonts/font13.fntdata" /><Relationship Id="rId19" Type="http://schemas.openxmlformats.org/officeDocument/2006/relationships/font" Target="fonts/font14.fntdata" /><Relationship Id="rId2" Type="http://schemas.openxmlformats.org/officeDocument/2006/relationships/slideMaster" Target="slideMasters/slideMaster2.xml" /><Relationship Id="rId20" Type="http://schemas.openxmlformats.org/officeDocument/2006/relationships/font" Target="fonts/font15.fntdata" /><Relationship Id="rId21" Type="http://schemas.openxmlformats.org/officeDocument/2006/relationships/font" Target="fonts/font16.fntdata" /><Relationship Id="rId22" Type="http://schemas.openxmlformats.org/officeDocument/2006/relationships/font" Target="fonts/font17.fntdata" /><Relationship Id="rId23" Type="http://schemas.openxmlformats.org/officeDocument/2006/relationships/font" Target="fonts/font18.fntdata" /><Relationship Id="rId24" Type="http://schemas.openxmlformats.org/officeDocument/2006/relationships/font" Target="fonts/font19.fntdata" /><Relationship Id="rId25" Type="http://schemas.openxmlformats.org/officeDocument/2006/relationships/font" Target="fonts/font20.fntdata" /><Relationship Id="rId26" Type="http://schemas.openxmlformats.org/officeDocument/2006/relationships/presProps" Target="presProps.xml" /><Relationship Id="rId27" Type="http://schemas.openxmlformats.org/officeDocument/2006/relationships/viewProps" Target="viewProps.xml" /><Relationship Id="rId28" Type="http://schemas.openxmlformats.org/officeDocument/2006/relationships/theme" Target="theme/theme1.xml" /><Relationship Id="rId29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tags" Target="tags/tag1.xml" /><Relationship Id="rId6" Type="http://schemas.openxmlformats.org/officeDocument/2006/relationships/font" Target="fonts/font1.fntdata" /><Relationship Id="rId7" Type="http://schemas.openxmlformats.org/officeDocument/2006/relationships/font" Target="fonts/font2.fntdata" /><Relationship Id="rId8" Type="http://schemas.openxmlformats.org/officeDocument/2006/relationships/font" Target="fonts/font3.fntdata" /><Relationship Id="rId9" Type="http://schemas.openxmlformats.org/officeDocument/2006/relationships/font" Target="fonts/font4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790"/>
        <p:cNvGrpSpPr/>
        <p:nvPr/>
      </p:nvGrpSpPr>
      <p:grpSpPr>
        <a:xfrm>
          <a:off x="0" y="0"/>
          <a:ext cx="0" cy="0"/>
        </a:xfrm>
      </p:grpSpPr>
      <p:sp>
        <p:nvSpPr>
          <p:cNvPr id="791" name="Google Shape;791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hyperlink" Target="https://bit.ly/3A1uf1Q" TargetMode="External" /><Relationship Id="rId2" Type="http://schemas.openxmlformats.org/officeDocument/2006/relationships/hyperlink" Target="http://bit.ly/2TyoMsr" TargetMode="External" /><Relationship Id="rId3" Type="http://schemas.openxmlformats.org/officeDocument/2006/relationships/hyperlink" Target="http://bit.ly/2TtBDfr" TargetMode="External" /><Relationship Id="rId4" Type="http://schemas.openxmlformats.org/officeDocument/2006/relationships/slideMaster" Target="../slideMasters/slideMaster2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DBF7E6A-1128-43ED-8203-3902CC6092C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C2BF3D2-4FD3-4DDB-883A-E0089E7E098E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102D677-5DF0-4E1B-88E4-FB6E8028443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B3EBE181-509E-4BC1-96D4-596CADB18F8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0121CCBC-1453-4EA1-BAC9-3E821E36CF2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254CFD2E-B766-437A-BCF9-FDA09725BD2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59FBEAB7-86B8-4A96-8573-9A1B509D45B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6D6B6DAD-114E-4437-924F-2FF50B630FC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E89A9F14-E2CF-42CF-B282-2253C69E9C3B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25DC660B-1523-4B61-85C5-6DD2077194E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1F413BF8-18FC-488C-99AB-4A5457F25DD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36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2pPr>
            <a:lvl3pPr lvl="2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3pPr>
            <a:lvl4pPr lvl="3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4pPr>
            <a:lvl5pPr lvl="4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5pPr>
            <a:lvl6pPr lvl="5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6pPr>
            <a:lvl7pPr lvl="6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7pPr>
            <a:lvl8pPr lvl="7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8pPr>
            <a:lvl9pPr lvl="8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7" name="Google Shape;27;p3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3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" name="Google Shape;38;p3"/>
          <p:cNvGrpSpPr/>
          <p:nvPr/>
        </p:nvGrpSpPr>
        <p:grpSpPr>
          <a:xfrm>
            <a:off x="-415272" y="538801"/>
            <a:ext cx="7636891" cy="5144942"/>
            <a:chOff x="-415272" y="538801"/>
            <a:chExt cx="7636891" cy="5144942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42;p3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43" name="Google Shape;43;p3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6"/>
          <p:cNvGrpSpPr/>
          <p:nvPr/>
        </p:nvGrpSpPr>
        <p:grpSpPr>
          <a:xfrm>
            <a:off x="713236" y="-1192757"/>
            <a:ext cx="8217269" cy="9624966"/>
            <a:chOff x="713236" y="-1192757"/>
            <a:chExt cx="8217269" cy="9624966"/>
          </a:xfrm>
        </p:grpSpPr>
        <p:grpSp>
          <p:nvGrpSpPr>
            <p:cNvPr id="110" name="Google Shape;110;p6"/>
            <p:cNvGrpSpPr/>
            <p:nvPr/>
          </p:nvGrpSpPr>
          <p:grpSpPr>
            <a:xfrm rot="5400000" flipH="1">
              <a:off x="-917001" y="6234248"/>
              <a:ext cx="3828199" cy="567724"/>
              <a:chOff x="-1181972" y="3591337"/>
              <a:chExt cx="3497989" cy="518706"/>
            </a:xfrm>
          </p:grpSpPr>
          <p:cxnSp>
            <p:nvCxnSpPr>
              <p:cNvPr id="111" name="Google Shape;111;p6"/>
              <p:cNvCxnSpPr/>
              <p:nvPr/>
            </p:nvCxnSpPr>
            <p:spPr>
              <a:xfrm flipH="1">
                <a:off x="308728" y="2619343"/>
                <a:ext cx="0" cy="298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6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" name="Google Shape;113;p6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6"/>
            <p:cNvGrpSpPr/>
            <p:nvPr/>
          </p:nvGrpSpPr>
          <p:grpSpPr>
            <a:xfrm>
              <a:off x="6549025" y="-95200"/>
              <a:ext cx="2381480" cy="750487"/>
              <a:chOff x="6549025" y="-95200"/>
              <a:chExt cx="2381480" cy="750487"/>
            </a:xfrm>
          </p:grpSpPr>
          <p:grpSp>
            <p:nvGrpSpPr>
              <p:cNvPr id="115" name="Google Shape;115;p6"/>
              <p:cNvGrpSpPr/>
              <p:nvPr/>
            </p:nvGrpSpPr>
            <p:grpSpPr>
              <a:xfrm rot="-5400000">
                <a:off x="8505189" y="229971"/>
                <a:ext cx="493321" cy="357312"/>
                <a:chOff x="1722354" y="229144"/>
                <a:chExt cx="1748744" cy="1266614"/>
              </a:xfrm>
            </p:grpSpPr>
            <p:sp>
              <p:nvSpPr>
                <p:cNvPr id="116" name="Google Shape;116;p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8" name="Google Shape;118;p6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rect l="l" t="t" r="r" b="b"/>
                <a:pathLst>
                  <a:path w="95259" h="17185" extrusionOk="0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  <p:grpSp>
          <p:nvGrpSpPr>
            <p:cNvPr id="119" name="Google Shape;119;p6"/>
            <p:cNvGrpSpPr/>
            <p:nvPr/>
          </p:nvGrpSpPr>
          <p:grpSpPr>
            <a:xfrm rot="5400000">
              <a:off x="6896426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120" name="Google Shape;120;p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" name="Google Shape;122;p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" name="Google Shape;123;p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" name="Google Shape;124;p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5" name="Google Shape;125;p6"/>
          <p:cNvGrpSpPr/>
          <p:nvPr/>
        </p:nvGrpSpPr>
        <p:grpSpPr>
          <a:xfrm>
            <a:off x="302564" y="1262596"/>
            <a:ext cx="9110252" cy="3563617"/>
            <a:chOff x="302564" y="1262596"/>
            <a:chExt cx="9110252" cy="3563617"/>
          </a:xfrm>
        </p:grpSpPr>
        <p:grpSp>
          <p:nvGrpSpPr>
            <p:cNvPr id="126" name="Google Shape;126;p6"/>
            <p:cNvGrpSpPr/>
            <p:nvPr/>
          </p:nvGrpSpPr>
          <p:grpSpPr>
            <a:xfrm rot="5400000">
              <a:off x="-153827" y="4122544"/>
              <a:ext cx="1160062" cy="247278"/>
              <a:chOff x="8000023" y="2164544"/>
              <a:chExt cx="1160062" cy="247278"/>
            </a:xfrm>
          </p:grpSpPr>
          <p:sp>
            <p:nvSpPr>
              <p:cNvPr id="127" name="Google Shape;127;p6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" name="Google Shape;129;p6"/>
            <p:cNvGrpSpPr/>
            <p:nvPr/>
          </p:nvGrpSpPr>
          <p:grpSpPr>
            <a:xfrm>
              <a:off x="8578108" y="1262596"/>
              <a:ext cx="834709" cy="226938"/>
              <a:chOff x="8541258" y="2281496"/>
              <a:chExt cx="834709" cy="226938"/>
            </a:xfrm>
          </p:grpSpPr>
          <p:sp>
            <p:nvSpPr>
              <p:cNvPr id="130" name="Google Shape;130;p6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2" name="Google Shape;132;p6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133" name="Google Shape;133;p6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5" name="Google Shape;135;p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40" name="Google Shape;140;p7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141" name="Google Shape;141;p7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142" name="Google Shape;142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" name="Google Shape;144;p7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145" name="Google Shape;145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7" name="Google Shape;147;p7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148" name="Google Shape;148;p7"/>
            <p:cNvSpPr/>
            <p:nvPr/>
          </p:nvSpPr>
          <p:spPr>
            <a:xfrm>
              <a:off x="6756300" y="4613375"/>
              <a:ext cx="2474700" cy="312375"/>
            </a:xfrm>
            <a:custGeom>
              <a:rect l="l" t="t" r="r" b="b"/>
              <a:pathLst>
                <a:path w="98988" h="12495" extrusionOk="0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49" name="Google Shape;149;p7"/>
            <p:cNvGrpSpPr/>
            <p:nvPr/>
          </p:nvGrpSpPr>
          <p:grpSpPr>
            <a:xfrm rot="-5400000" flipH="1">
              <a:off x="8430782" y="4500446"/>
              <a:ext cx="493321" cy="357312"/>
              <a:chOff x="1722354" y="229144"/>
              <a:chExt cx="1748744" cy="1266614"/>
            </a:xfrm>
          </p:grpSpPr>
          <p:sp>
            <p:nvSpPr>
              <p:cNvPr id="150" name="Google Shape;150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152" name="Google Shape;152;p7"/>
            <p:cNvSpPr/>
            <p:nvPr/>
          </p:nvSpPr>
          <p:spPr>
            <a:xfrm>
              <a:off x="-174975" y="-315450"/>
              <a:ext cx="1914059" cy="4400511"/>
            </a:xfrm>
            <a:custGeom>
              <a:rect l="l" t="t" r="r" b="b"/>
              <a:pathLst>
                <a:path w="55192" h="126889" extrusionOk="0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53" name="Google Shape;153;p7"/>
            <p:cNvGrpSpPr/>
            <p:nvPr/>
          </p:nvGrpSpPr>
          <p:grpSpPr>
            <a:xfrm rot="10800000">
              <a:off x="662657" y="2962921"/>
              <a:ext cx="493321" cy="357312"/>
              <a:chOff x="1722354" y="229144"/>
              <a:chExt cx="1748744" cy="1266614"/>
            </a:xfrm>
          </p:grpSpPr>
          <p:sp>
            <p:nvSpPr>
              <p:cNvPr id="154" name="Google Shape;154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" name="Google Shape;156;p7"/>
            <p:cNvGrpSpPr/>
            <p:nvPr/>
          </p:nvGrpSpPr>
          <p:grpSpPr>
            <a:xfrm>
              <a:off x="-867949" y="1748040"/>
              <a:ext cx="1530153" cy="273510"/>
              <a:chOff x="-6675" y="2881558"/>
              <a:chExt cx="9140700" cy="2059567"/>
            </a:xfrm>
          </p:grpSpPr>
          <p:cxnSp>
            <p:nvCxnSpPr>
              <p:cNvPr id="157" name="Google Shape;157;p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" name="Google Shape;160;p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" name="Google Shape;161;p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2" name="Google Shape;162;p7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163" name="Google Shape;163;p7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SzPts val="6000"/>
              <a:buNone/>
              <a:defRPr sz="6000"/>
            </a:lvl1pPr>
            <a:lvl2pPr lvl="1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2pPr>
            <a:lvl3pPr lvl="2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3pPr>
            <a:lvl4pPr lvl="3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4pPr>
            <a:lvl5pPr lvl="4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5pPr>
            <a:lvl6pPr lvl="5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6pPr>
            <a:lvl7pPr lvl="6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7pPr>
            <a:lvl8pPr lvl="7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8pPr>
            <a:lvl9pPr lvl="8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7000"/>
              <a:buNone/>
              <a:defRPr sz="70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ig number">
  <p:cSld name="BIG_NUMBER">
    <p:spTree>
      <p:nvGrpSpPr>
        <p:cNvPr id="1" name="Shape 286"/>
        <p:cNvGrpSpPr/>
        <p:nvPr/>
      </p:nvGrpSpPr>
      <p:grpSpPr>
        <a:xfrm>
          <a:off x="0" y="0"/>
          <a:ext cx="0" cy="0"/>
        </a:xfrm>
      </p:grpSpPr>
      <p:sp>
        <p:nvSpPr>
          <p:cNvPr id="287" name="Google Shape;287;p11"/>
          <p:cNvSpPr txBox="1">
            <a:spLocks noGrp="1"/>
          </p:cNvSpPr>
          <p:nvPr>
            <p:ph type="title" hasCustomPrompt="1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2pPr>
            <a:lvl3pPr lvl="2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3pPr>
            <a:lvl4pPr lvl="3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4pPr>
            <a:lvl5pPr lvl="4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5pPr>
            <a:lvl6pPr lvl="5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6pPr>
            <a:lvl7pPr lvl="6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7pPr>
            <a:lvl8pPr lvl="7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8pPr>
            <a:lvl9pPr lvl="8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8" name="Google Shape;288;p11"/>
          <p:cNvSpPr txBox="1">
            <a:spLocks noGrp="1"/>
          </p:cNvSpPr>
          <p:nvPr>
            <p:ph type="subTitle" idx="1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89" name="Google Shape;289;p11"/>
          <p:cNvGrpSpPr/>
          <p:nvPr/>
        </p:nvGrpSpPr>
        <p:grpSpPr>
          <a:xfrm>
            <a:off x="320869" y="892488"/>
            <a:ext cx="5247943" cy="4005530"/>
            <a:chOff x="320869" y="892488"/>
            <a:chExt cx="5247943" cy="4005530"/>
          </a:xfrm>
        </p:grpSpPr>
        <p:sp>
          <p:nvSpPr>
            <p:cNvPr id="290" name="Google Shape;290;p11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1123153" y="-134519"/>
            <a:ext cx="5670106" cy="5849863"/>
            <a:chOff x="1123153" y="-134519"/>
            <a:chExt cx="5670106" cy="5849863"/>
          </a:xfrm>
        </p:grpSpPr>
        <p:grpSp>
          <p:nvGrpSpPr>
            <p:cNvPr id="293" name="Google Shape;293;p11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294" name="Google Shape;294;p11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grpSp>
            <p:nvGrpSpPr>
              <p:cNvPr id="295" name="Google Shape;295;p11"/>
              <p:cNvGrpSpPr/>
              <p:nvPr/>
            </p:nvGrpSpPr>
            <p:grpSpPr>
              <a:xfrm>
                <a:off x="5633198" y="4650744"/>
                <a:ext cx="1160062" cy="247278"/>
                <a:chOff x="8208698" y="2109319"/>
                <a:chExt cx="1160062" cy="247278"/>
              </a:xfrm>
            </p:grpSpPr>
            <p:sp>
              <p:nvSpPr>
                <p:cNvPr id="296" name="Google Shape;296;p11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" name="Google Shape;297;p11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98" name="Google Shape;298;p11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299" name="Google Shape;299;p1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1" name="Google Shape;301;p11"/>
          <p:cNvGrpSpPr/>
          <p:nvPr/>
        </p:nvGrpSpPr>
        <p:grpSpPr>
          <a:xfrm>
            <a:off x="575287" y="-1805003"/>
            <a:ext cx="8258546" cy="9711728"/>
            <a:chOff x="575287" y="-1805003"/>
            <a:chExt cx="8258546" cy="9711728"/>
          </a:xfrm>
        </p:grpSpPr>
        <p:grpSp>
          <p:nvGrpSpPr>
            <p:cNvPr id="302" name="Google Shape;302;p11"/>
            <p:cNvGrpSpPr/>
            <p:nvPr/>
          </p:nvGrpSpPr>
          <p:grpSpPr>
            <a:xfrm>
              <a:off x="575287" y="-1805003"/>
              <a:ext cx="8258546" cy="9711728"/>
              <a:chOff x="575287" y="-1805003"/>
              <a:chExt cx="8258546" cy="9711728"/>
            </a:xfrm>
          </p:grpSpPr>
          <p:grpSp>
            <p:nvGrpSpPr>
              <p:cNvPr id="303" name="Google Shape;303;p11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7" cy="7390555"/>
              </a:xfrm>
            </p:grpSpPr>
            <p:cxnSp>
              <p:nvCxnSpPr>
                <p:cNvPr id="304" name="Google Shape;304;p11"/>
                <p:cNvCxnSpPr/>
                <p:nvPr/>
              </p:nvCxnSpPr>
              <p:spPr>
                <a:xfrm rot="10800000" flipH="1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5" name="Google Shape;305;p11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6" name="Google Shape;306;p11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7" name="Google Shape;307;p11"/>
              <p:cNvGrpSpPr/>
              <p:nvPr/>
            </p:nvGrpSpPr>
            <p:grpSpPr>
              <a:xfrm rot="5400000" flipH="1">
                <a:off x="6277862" y="5350755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308" name="Google Shape;308;p11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11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10" name="Google Shape;310;p11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1" name="Google Shape;311;p11"/>
              <p:cNvGrpSpPr/>
              <p:nvPr/>
            </p:nvGrpSpPr>
            <p:grpSpPr>
              <a:xfrm rot="-5400000">
                <a:off x="8362764" y="67996"/>
                <a:ext cx="493321" cy="357312"/>
                <a:chOff x="1722354" y="229144"/>
                <a:chExt cx="1748744" cy="1266614"/>
              </a:xfrm>
            </p:grpSpPr>
            <p:sp>
              <p:nvSpPr>
                <p:cNvPr id="312" name="Google Shape;312;p11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11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4" name="Google Shape;314;p11"/>
            <p:cNvGrpSpPr/>
            <p:nvPr/>
          </p:nvGrpSpPr>
          <p:grpSpPr>
            <a:xfrm rot="10800000">
              <a:off x="7090737" y="4224472"/>
              <a:ext cx="681217" cy="3360485"/>
              <a:chOff x="1337800" y="-2525590"/>
              <a:chExt cx="1498167" cy="7390555"/>
            </a:xfrm>
          </p:grpSpPr>
          <p:cxnSp>
            <p:nvCxnSpPr>
              <p:cNvPr id="315" name="Google Shape;315;p11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1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7" name="Google Shape;317;p1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ble of contents">
  <p:cSld name="BLANK_1_1_1_1_1_1">
    <p:spTree>
      <p:nvGrpSpPr>
        <p:cNvPr id="1" name="Shape 319"/>
        <p:cNvGrpSpPr/>
        <p:nvPr/>
      </p:nvGrpSpPr>
      <p:grpSpPr>
        <a:xfrm>
          <a:off x="0" y="0"/>
          <a: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title" idx="2" hasCustomPrompt="1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>
            <a:spLocks noGrp="1"/>
          </p:cNvSpPr>
          <p:nvPr>
            <p:ph type="title" idx="3" hasCustomPrompt="1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>
            <a:spLocks noGrp="1"/>
          </p:cNvSpPr>
          <p:nvPr>
            <p:ph type="title" idx="4" hasCustomPrompt="1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 idx="5" hasCustomPrompt="1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>
            <a:spLocks noGrp="1"/>
          </p:cNvSpPr>
          <p:nvPr>
            <p:ph type="title" idx="6" hasCustomPrompt="1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>
            <a:spLocks noGrp="1"/>
          </p:cNvSpPr>
          <p:nvPr>
            <p:ph type="title" idx="7" hasCustomPrompt="1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333" name="Google Shape;333;p13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597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">
  <p:cSld name="CUSTOM_12">
    <p:spTree>
      <p:nvGrpSpPr>
        <p:cNvPr id="1" name="Shape 364"/>
        <p:cNvGrpSpPr/>
        <p:nvPr/>
      </p:nvGrpSpPr>
      <p:grpSpPr>
        <a:xfrm>
          <a:off x="0" y="0"/>
          <a:ext cx="0" cy="0"/>
        </a:xfrm>
      </p:grpSpPr>
      <p:sp>
        <p:nvSpPr>
          <p:cNvPr id="365" name="Google Shape;36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4"/>
          <p:cNvSpPr txBox="1">
            <a:spLocks noGrp="1"/>
          </p:cNvSpPr>
          <p:nvPr>
            <p:ph type="subTitle" idx="1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367" name="Google Shape;367;p14"/>
          <p:cNvGrpSpPr/>
          <p:nvPr/>
        </p:nvGrpSpPr>
        <p:grpSpPr>
          <a:xfrm>
            <a:off x="248963" y="1017730"/>
            <a:ext cx="8980467" cy="3860780"/>
            <a:chOff x="248963" y="1017730"/>
            <a:chExt cx="8980467" cy="3860780"/>
          </a:xfrm>
        </p:grpSpPr>
        <p:sp>
          <p:nvSpPr>
            <p:cNvPr id="368" name="Google Shape;368;p14"/>
            <p:cNvSpPr/>
            <p:nvPr/>
          </p:nvSpPr>
          <p:spPr>
            <a:xfrm>
              <a:off x="422688" y="131788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248963" y="101773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370" name="Google Shape;370;p14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371" name="Google Shape;371;p1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3" name="Google Shape;373;p14"/>
          <p:cNvGrpSpPr/>
          <p:nvPr/>
        </p:nvGrpSpPr>
        <p:grpSpPr>
          <a:xfrm>
            <a:off x="250498" y="1721188"/>
            <a:ext cx="8259948" cy="2990484"/>
            <a:chOff x="250498" y="1721188"/>
            <a:chExt cx="8259948" cy="2990484"/>
          </a:xfrm>
        </p:grpSpPr>
        <p:sp>
          <p:nvSpPr>
            <p:cNvPr id="374" name="Google Shape;374;p14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14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377" name="Google Shape;377;p14"/>
            <p:cNvSpPr/>
            <p:nvPr/>
          </p:nvSpPr>
          <p:spPr>
            <a:xfrm>
              <a:off x="-2218609" y="-174950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78" name="Google Shape;378;p14"/>
            <p:cNvGrpSpPr/>
            <p:nvPr/>
          </p:nvGrpSpPr>
          <p:grpSpPr>
            <a:xfrm rot="-5400000" flipH="1">
              <a:off x="7449713" y="4739627"/>
              <a:ext cx="493321" cy="357312"/>
              <a:chOff x="1722354" y="229144"/>
              <a:chExt cx="1748744" cy="1266614"/>
            </a:xfrm>
          </p:grpSpPr>
          <p:sp>
            <p:nvSpPr>
              <p:cNvPr id="379" name="Google Shape;379;p1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81" name="Google Shape;381;p14"/>
            <p:cNvSpPr/>
            <p:nvPr/>
          </p:nvSpPr>
          <p:spPr>
            <a:xfrm rot="10800000" flipH="1">
              <a:off x="8147148" y="2028637"/>
              <a:ext cx="1521858" cy="631929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82" name="Google Shape;382;p14"/>
            <p:cNvGrpSpPr/>
            <p:nvPr/>
          </p:nvGrpSpPr>
          <p:grpSpPr>
            <a:xfrm flipH="1">
              <a:off x="8820653" y="3237867"/>
              <a:ext cx="965258" cy="273510"/>
              <a:chOff x="-6675" y="2881558"/>
              <a:chExt cx="9140700" cy="2059567"/>
            </a:xfrm>
          </p:grpSpPr>
          <p:cxnSp>
            <p:nvCxnSpPr>
              <p:cNvPr id="383" name="Google Shape;383;p1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1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5" name="Google Shape;385;p1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6" name="Google Shape;386;p1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1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88" name="Google Shape;388;p1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 1">
  <p:cSld name="CUSTOM_12_1">
    <p:spTree>
      <p:nvGrpSpPr>
        <p:cNvPr id="1" name="Shape 389"/>
        <p:cNvGrpSpPr/>
        <p:nvPr/>
      </p:nvGrpSpPr>
      <p:grpSpPr>
        <a:xfrm>
          <a:off x="0" y="0"/>
          <a:ext cx="0" cy="0"/>
        </a:xfrm>
      </p:grpSpPr>
      <p:sp>
        <p:nvSpPr>
          <p:cNvPr id="390" name="Google Shape;39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15"/>
          <p:cNvSpPr txBox="1">
            <a:spLocks noGrp="1"/>
          </p:cNvSpPr>
          <p:nvPr>
            <p:ph type="subTitle" idx="1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92" name="Google Shape;392;p15"/>
          <p:cNvGrpSpPr/>
          <p:nvPr/>
        </p:nvGrpSpPr>
        <p:grpSpPr>
          <a:xfrm>
            <a:off x="8393651" y="-1627766"/>
            <a:ext cx="614899" cy="2881846"/>
            <a:chOff x="1337784" y="-2525559"/>
            <a:chExt cx="1352318" cy="6337907"/>
          </a:xfrm>
        </p:grpSpPr>
        <p:cxnSp>
          <p:nvCxnSpPr>
            <p:cNvPr id="393" name="Google Shape;393;p15"/>
            <p:cNvCxnSpPr/>
            <p:nvPr/>
          </p:nvCxnSpPr>
          <p:spPr>
            <a:xfrm rot="10800000" flipH="1">
              <a:off x="1337784" y="-2525559"/>
              <a:ext cx="0" cy="49905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15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5" name="Google Shape;395;p15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15"/>
          <p:cNvGrpSpPr/>
          <p:nvPr/>
        </p:nvGrpSpPr>
        <p:grpSpPr>
          <a:xfrm>
            <a:off x="6485555" y="4129788"/>
            <a:ext cx="269696" cy="1209440"/>
            <a:chOff x="6933883" y="3613321"/>
            <a:chExt cx="269696" cy="1209440"/>
          </a:xfrm>
        </p:grpSpPr>
        <p:sp>
          <p:nvSpPr>
            <p:cNvPr id="397" name="Google Shape;397;p15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99" name="Google Shape;399;p1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hree columns">
  <p:cSld name="CUSTOM_6">
    <p:spTree>
      <p:nvGrpSpPr>
        <p:cNvPr id="1" name="Shape 400"/>
        <p:cNvGrpSpPr/>
        <p:nvPr/>
      </p:nvGrpSpPr>
      <p:grpSpPr>
        <a:xfrm>
          <a:off x="0" y="0"/>
          <a:ext cx="0" cy="0"/>
        </a:xfrm>
      </p:grpSpPr>
      <p:sp>
        <p:nvSpPr>
          <p:cNvPr id="401" name="Google Shape;40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1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16"/>
          <p:cNvSpPr txBox="1">
            <a:spLocks noGrp="1"/>
          </p:cNvSpPr>
          <p:nvPr>
            <p:ph type="subTitle" idx="2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6"/>
          <p:cNvSpPr txBox="1">
            <a:spLocks noGrp="1"/>
          </p:cNvSpPr>
          <p:nvPr>
            <p:ph type="subTitle" idx="3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6"/>
          <p:cNvSpPr txBox="1">
            <a:spLocks noGrp="1"/>
          </p:cNvSpPr>
          <p:nvPr>
            <p:ph type="subTitle" idx="4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6" name="Google Shape;406;p16"/>
          <p:cNvSpPr txBox="1">
            <a:spLocks noGrp="1"/>
          </p:cNvSpPr>
          <p:nvPr>
            <p:ph type="subTitle" idx="5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7" name="Google Shape;407;p16"/>
          <p:cNvSpPr txBox="1">
            <a:spLocks noGrp="1"/>
          </p:cNvSpPr>
          <p:nvPr>
            <p:ph type="subTitle" idx="6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08" name="Google Shape;408;p16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409" name="Google Shape;409;p1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11" name="Google Shape;411;p1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412" name="Google Shape;412;p1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4" name="Google Shape;414;p16"/>
          <p:cNvGrpSpPr/>
          <p:nvPr/>
        </p:nvGrpSpPr>
        <p:grpSpPr>
          <a:xfrm>
            <a:off x="478250" y="1380581"/>
            <a:ext cx="8298985" cy="1930684"/>
            <a:chOff x="478250" y="1380581"/>
            <a:chExt cx="8298985" cy="1930684"/>
          </a:xfrm>
        </p:grpSpPr>
        <p:sp>
          <p:nvSpPr>
            <p:cNvPr id="415" name="Google Shape;415;p1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16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418" name="Google Shape;418;p16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419" name="Google Shape;419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24" name="Google Shape;424;p16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425" name="Google Shape;425;p16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426" name="Google Shape;426;p16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427" name="Google Shape;427;p1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1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9" name="Google Shape;429;p16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rect l="l" t="t" r="r" b="b"/>
                <a:pathLst>
                  <a:path w="19046" h="92923" extrusionOk="0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</p:grpSp>
      <p:sp>
        <p:nvSpPr>
          <p:cNvPr id="430" name="Google Shape;430;p1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four columns">
  <p:cSld name="CUSTOM_5">
    <p:spTree>
      <p:nvGrpSpPr>
        <p:cNvPr id="1" name="Shape 431"/>
        <p:cNvGrpSpPr/>
        <p:nvPr/>
      </p:nvGrpSpPr>
      <p:grpSpPr>
        <a:xfrm>
          <a:off x="0" y="0"/>
          <a:ext cx="0" cy="0"/>
        </a:xfrm>
      </p:grpSpPr>
      <p:sp>
        <p:nvSpPr>
          <p:cNvPr id="432" name="Google Shape;43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3" name="Google Shape;433;p17"/>
          <p:cNvSpPr txBox="1">
            <a:spLocks noGrp="1"/>
          </p:cNvSpPr>
          <p:nvPr>
            <p:ph type="subTitle" idx="1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7"/>
          <p:cNvSpPr txBox="1">
            <a:spLocks noGrp="1"/>
          </p:cNvSpPr>
          <p:nvPr>
            <p:ph type="subTitle" idx="2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7"/>
          <p:cNvSpPr txBox="1">
            <a:spLocks noGrp="1"/>
          </p:cNvSpPr>
          <p:nvPr>
            <p:ph type="subTitle" idx="3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17"/>
          <p:cNvSpPr txBox="1">
            <a:spLocks noGrp="1"/>
          </p:cNvSpPr>
          <p:nvPr>
            <p:ph type="subTitle" idx="4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subTitle" idx="5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6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9" name="Google Shape;439;p17"/>
          <p:cNvSpPr txBox="1">
            <a:spLocks noGrp="1"/>
          </p:cNvSpPr>
          <p:nvPr>
            <p:ph type="subTitle" idx="7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40" name="Google Shape;440;p17"/>
          <p:cNvSpPr txBox="1">
            <a:spLocks noGrp="1"/>
          </p:cNvSpPr>
          <p:nvPr>
            <p:ph type="subTitle" idx="8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41" name="Google Shape;441;p17"/>
          <p:cNvGrpSpPr/>
          <p:nvPr/>
        </p:nvGrpSpPr>
        <p:grpSpPr>
          <a:xfrm>
            <a:off x="487075" y="3743425"/>
            <a:ext cx="8733034" cy="1098995"/>
            <a:chOff x="487075" y="3743425"/>
            <a:chExt cx="8733034" cy="1098995"/>
          </a:xfrm>
        </p:grpSpPr>
        <p:sp>
          <p:nvSpPr>
            <p:cNvPr id="442" name="Google Shape;442;p17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44" name="Google Shape;444;p17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445" name="Google Shape;445;p1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7" name="Google Shape;447;p17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448" name="Google Shape;448;p17"/>
            <p:cNvSpPr/>
            <p:nvPr/>
          </p:nvSpPr>
          <p:spPr>
            <a:xfrm>
              <a:off x="8847104" y="10031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17"/>
          <p:cNvGrpSpPr/>
          <p:nvPr/>
        </p:nvGrpSpPr>
        <p:grpSpPr>
          <a:xfrm>
            <a:off x="-30950" y="-166792"/>
            <a:ext cx="9501942" cy="5231667"/>
            <a:chOff x="-30950" y="-166792"/>
            <a:chExt cx="9501942" cy="5231667"/>
          </a:xfrm>
        </p:grpSpPr>
        <p:grpSp>
          <p:nvGrpSpPr>
            <p:cNvPr id="451" name="Google Shape;451;p17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4" cy="1266614"/>
            </a:xfrm>
          </p:grpSpPr>
          <p:sp>
            <p:nvSpPr>
              <p:cNvPr id="452" name="Google Shape;452;p1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54" name="Google Shape;454;p17"/>
            <p:cNvGrpSpPr/>
            <p:nvPr/>
          </p:nvGrpSpPr>
          <p:grpSpPr>
            <a:xfrm rot="10800000" flipH="1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455" name="Google Shape;455;p1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1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1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1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1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60" name="Google Shape;460;p17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61" name="Google Shape;461;p17"/>
            <p:cNvSpPr/>
            <p:nvPr/>
          </p:nvSpPr>
          <p:spPr>
            <a:xfrm>
              <a:off x="-30950" y="2650075"/>
              <a:ext cx="581550" cy="241480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62" name="Google Shape;462;p1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six columns">
  <p:cSld name="CUSTOM_7">
    <p:spTree>
      <p:nvGrpSpPr>
        <p:cNvPr id="1" name="Shape 463"/>
        <p:cNvGrpSpPr/>
        <p:nvPr/>
      </p:nvGrpSpPr>
      <p:grpSpPr>
        <a:xfrm>
          <a:off x="0" y="0"/>
          <a:ext cx="0" cy="0"/>
        </a:xfrm>
      </p:grpSpPr>
      <p:sp>
        <p:nvSpPr>
          <p:cNvPr id="464" name="Google Shape;46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65" name="Google Shape;465;p18"/>
          <p:cNvSpPr txBox="1">
            <a:spLocks noGrp="1"/>
          </p:cNvSpPr>
          <p:nvPr>
            <p:ph type="subTitle" idx="1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8"/>
          <p:cNvSpPr txBox="1">
            <a:spLocks noGrp="1"/>
          </p:cNvSpPr>
          <p:nvPr>
            <p:ph type="subTitle" idx="2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18"/>
          <p:cNvSpPr txBox="1">
            <a:spLocks noGrp="1"/>
          </p:cNvSpPr>
          <p:nvPr>
            <p:ph type="subTitle" idx="3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8"/>
          <p:cNvSpPr txBox="1">
            <a:spLocks noGrp="1"/>
          </p:cNvSpPr>
          <p:nvPr>
            <p:ph type="subTitle" idx="4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18"/>
          <p:cNvSpPr txBox="1">
            <a:spLocks noGrp="1"/>
          </p:cNvSpPr>
          <p:nvPr>
            <p:ph type="subTitle" idx="5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8"/>
          <p:cNvSpPr txBox="1">
            <a:spLocks noGrp="1"/>
          </p:cNvSpPr>
          <p:nvPr>
            <p:ph type="subTitle" idx="6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18"/>
          <p:cNvSpPr txBox="1">
            <a:spLocks noGrp="1"/>
          </p:cNvSpPr>
          <p:nvPr>
            <p:ph type="subTitle" idx="7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2" name="Google Shape;472;p18"/>
          <p:cNvSpPr txBox="1">
            <a:spLocks noGrp="1"/>
          </p:cNvSpPr>
          <p:nvPr>
            <p:ph type="subTitle" idx="8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3" name="Google Shape;473;p18"/>
          <p:cNvSpPr txBox="1">
            <a:spLocks noGrp="1"/>
          </p:cNvSpPr>
          <p:nvPr>
            <p:ph type="subTitle" idx="9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4" name="Google Shape;474;p18"/>
          <p:cNvSpPr txBox="1">
            <a:spLocks noGrp="1"/>
          </p:cNvSpPr>
          <p:nvPr>
            <p:ph type="subTitle" idx="13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5" name="Google Shape;475;p18"/>
          <p:cNvSpPr txBox="1">
            <a:spLocks noGrp="1"/>
          </p:cNvSpPr>
          <p:nvPr>
            <p:ph type="subTitle" idx="14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6" name="Google Shape;476;p18"/>
          <p:cNvSpPr txBox="1">
            <a:spLocks noGrp="1"/>
          </p:cNvSpPr>
          <p:nvPr>
            <p:ph type="subTitle" idx="15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77" name="Google Shape;477;p18"/>
          <p:cNvGrpSpPr/>
          <p:nvPr/>
        </p:nvGrpSpPr>
        <p:grpSpPr>
          <a:xfrm>
            <a:off x="-173589" y="2054902"/>
            <a:ext cx="8977956" cy="875138"/>
            <a:chOff x="-173589" y="2054902"/>
            <a:chExt cx="8977956" cy="875138"/>
          </a:xfrm>
        </p:grpSpPr>
        <p:sp>
          <p:nvSpPr>
            <p:cNvPr id="478" name="Google Shape;478;p18"/>
            <p:cNvSpPr/>
            <p:nvPr/>
          </p:nvSpPr>
          <p:spPr>
            <a:xfrm rot="-5400000" flipH="1">
              <a:off x="157300" y="26709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79" name="Google Shape;479;p18"/>
            <p:cNvSpPr/>
            <p:nvPr/>
          </p:nvSpPr>
          <p:spPr>
            <a:xfrm rot="-5400000" flipH="1">
              <a:off x="42350" y="24235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80" name="Google Shape;480;p18"/>
            <p:cNvGrpSpPr/>
            <p:nvPr/>
          </p:nvGrpSpPr>
          <p:grpSpPr>
            <a:xfrm rot="10800000" flipH="1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481" name="Google Shape;481;p18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8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3" name="Google Shape;483;p18"/>
          <p:cNvGrpSpPr/>
          <p:nvPr/>
        </p:nvGrpSpPr>
        <p:grpSpPr>
          <a:xfrm>
            <a:off x="756786" y="700836"/>
            <a:ext cx="8183234" cy="4589198"/>
            <a:chOff x="756786" y="700836"/>
            <a:chExt cx="8183234" cy="4589198"/>
          </a:xfrm>
        </p:grpSpPr>
        <p:sp>
          <p:nvSpPr>
            <p:cNvPr id="484" name="Google Shape;484;p18"/>
            <p:cNvSpPr/>
            <p:nvPr/>
          </p:nvSpPr>
          <p:spPr>
            <a:xfrm flipH="1">
              <a:off x="756786" y="484915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 rot="10800000" flipH="1">
              <a:off x="8899964" y="700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18"/>
          <p:cNvGrpSpPr/>
          <p:nvPr/>
        </p:nvGrpSpPr>
        <p:grpSpPr>
          <a:xfrm>
            <a:off x="-418722" y="-549400"/>
            <a:ext cx="9906875" cy="5811597"/>
            <a:chOff x="-418722" y="-549400"/>
            <a:chExt cx="9906875" cy="5811597"/>
          </a:xfrm>
        </p:grpSpPr>
        <p:grpSp>
          <p:nvGrpSpPr>
            <p:cNvPr id="487" name="Google Shape;487;p18"/>
            <p:cNvGrpSpPr/>
            <p:nvPr/>
          </p:nvGrpSpPr>
          <p:grpSpPr>
            <a:xfrm rot="10800000" flipH="1">
              <a:off x="8269288" y="182196"/>
              <a:ext cx="493321" cy="357312"/>
              <a:chOff x="1722354" y="229144"/>
              <a:chExt cx="1748744" cy="1266614"/>
            </a:xfrm>
          </p:grpSpPr>
          <p:sp>
            <p:nvSpPr>
              <p:cNvPr id="488" name="Google Shape;488;p1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90" name="Google Shape;490;p18"/>
            <p:cNvGrpSpPr/>
            <p:nvPr/>
          </p:nvGrpSpPr>
          <p:grpSpPr>
            <a:xfrm rot="10800000">
              <a:off x="-418722" y="3973294"/>
              <a:ext cx="965258" cy="273510"/>
              <a:chOff x="-6675" y="2881558"/>
              <a:chExt cx="9140700" cy="2059567"/>
            </a:xfrm>
          </p:grpSpPr>
          <p:cxnSp>
            <p:nvCxnSpPr>
              <p:cNvPr id="491" name="Google Shape;491;p1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1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1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4" name="Google Shape;494;p1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495;p1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96" name="Google Shape;496;p18"/>
            <p:cNvSpPr/>
            <p:nvPr/>
          </p:nvSpPr>
          <p:spPr>
            <a:xfrm rot="-5400000" flipH="1">
              <a:off x="-642564" y="4073091"/>
              <a:ext cx="2068124" cy="310088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97" name="Google Shape;497;p18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98" name="Google Shape;498;p18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Numbers and text">
  <p:cSld name="CUSTOM_8">
    <p:spTree>
      <p:nvGrpSpPr>
        <p:cNvPr id="1" name="Shape 499"/>
        <p:cNvGrpSpPr/>
        <p:nvPr/>
      </p:nvGrpSpPr>
      <p:grpSpPr>
        <a:xfrm>
          <a:off x="0" y="0"/>
          <a:ext cx="0" cy="0"/>
        </a:xfrm>
      </p:grpSpPr>
      <p:sp>
        <p:nvSpPr>
          <p:cNvPr id="500" name="Google Shape;500;p19"/>
          <p:cNvSpPr txBox="1">
            <a:spLocks noGrp="1"/>
          </p:cNvSpPr>
          <p:nvPr>
            <p:ph type="title" hasCustomPrompt="1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9"/>
          <p:cNvSpPr txBox="1">
            <a:spLocks noGrp="1"/>
          </p:cNvSpPr>
          <p:nvPr>
            <p:ph type="subTitle" idx="1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2" name="Google Shape;502;p19"/>
          <p:cNvSpPr txBox="1">
            <a:spLocks noGrp="1"/>
          </p:cNvSpPr>
          <p:nvPr>
            <p:ph type="title" idx="2" hasCustomPrompt="1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9"/>
          <p:cNvSpPr txBox="1">
            <a:spLocks noGrp="1"/>
          </p:cNvSpPr>
          <p:nvPr>
            <p:ph type="subTitle" idx="3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4" name="Google Shape;504;p19"/>
          <p:cNvSpPr txBox="1">
            <a:spLocks noGrp="1"/>
          </p:cNvSpPr>
          <p:nvPr>
            <p:ph type="title" idx="4" hasCustomPrompt="1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5" name="Google Shape;505;p19"/>
          <p:cNvSpPr txBox="1">
            <a:spLocks noGrp="1"/>
          </p:cNvSpPr>
          <p:nvPr>
            <p:ph type="subTitle" idx="5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6" name="Google Shape;506;p19"/>
          <p:cNvSpPr/>
          <p:nvPr/>
        </p:nvSpPr>
        <p:spPr>
          <a:xfrm rot="5400000">
            <a:off x="9120511" y="6970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07" name="Google Shape;507;p19"/>
          <p:cNvGrpSpPr/>
          <p:nvPr/>
        </p:nvGrpSpPr>
        <p:grpSpPr>
          <a:xfrm>
            <a:off x="-739800" y="415860"/>
            <a:ext cx="10142602" cy="2150259"/>
            <a:chOff x="-739800" y="415860"/>
            <a:chExt cx="10142602" cy="2150259"/>
          </a:xfrm>
        </p:grpSpPr>
        <p:grpSp>
          <p:nvGrpSpPr>
            <p:cNvPr id="508" name="Google Shape;508;p19"/>
            <p:cNvGrpSpPr/>
            <p:nvPr/>
          </p:nvGrpSpPr>
          <p:grpSpPr>
            <a:xfrm rot="5400000">
              <a:off x="8699132" y="-40532"/>
              <a:ext cx="247278" cy="1160062"/>
              <a:chOff x="1463894" y="1434556"/>
              <a:chExt cx="247278" cy="1160062"/>
            </a:xfrm>
          </p:grpSpPr>
          <p:sp>
            <p:nvSpPr>
              <p:cNvPr id="509" name="Google Shape;509;p1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11" name="Google Shape;511;p19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512" name="Google Shape;512;p1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4" name="Google Shape;514;p19"/>
          <p:cNvGrpSpPr/>
          <p:nvPr/>
        </p:nvGrpSpPr>
        <p:grpSpPr>
          <a:xfrm>
            <a:off x="-1340979" y="-3183303"/>
            <a:ext cx="10223939" cy="12189165"/>
            <a:chOff x="-1340979" y="-3183303"/>
            <a:chExt cx="10223939" cy="12189165"/>
          </a:xfrm>
        </p:grpSpPr>
        <p:grpSp>
          <p:nvGrpSpPr>
            <p:cNvPr id="515" name="Google Shape;515;p19"/>
            <p:cNvGrpSpPr/>
            <p:nvPr/>
          </p:nvGrpSpPr>
          <p:grpSpPr>
            <a:xfrm>
              <a:off x="3772273" y="2152995"/>
              <a:ext cx="5110686" cy="6852868"/>
              <a:chOff x="3772273" y="2152995"/>
              <a:chExt cx="5110686" cy="6852868"/>
            </a:xfrm>
          </p:grpSpPr>
          <p:grpSp>
            <p:nvGrpSpPr>
              <p:cNvPr id="516" name="Google Shape;516;p19"/>
              <p:cNvGrpSpPr/>
              <p:nvPr/>
            </p:nvGrpSpPr>
            <p:grpSpPr>
              <a:xfrm rot="10800000">
                <a:off x="8201743" y="2152995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517" name="Google Shape;517;p19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19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19" name="Google Shape;519;p19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0" name="Google Shape;520;p19"/>
              <p:cNvGrpSpPr/>
              <p:nvPr/>
            </p:nvGrpSpPr>
            <p:grpSpPr>
              <a:xfrm rot="5400000" flipH="1">
                <a:off x="1841424" y="6449892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521" name="Google Shape;521;p19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19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23" name="Google Shape;523;p19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4" name="Google Shape;524;p19"/>
            <p:cNvSpPr/>
            <p:nvPr/>
          </p:nvSpPr>
          <p:spPr>
            <a:xfrm rot="-5400000" flipH="1">
              <a:off x="229850" y="-2095662"/>
              <a:ext cx="1197198" cy="4338856"/>
            </a:xfrm>
            <a:custGeom>
              <a:rect l="l" t="t" r="r" b="b"/>
              <a:pathLst>
                <a:path w="18075" h="65505" extrusionOk="0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25" name="Google Shape;525;p19"/>
            <p:cNvGrpSpPr/>
            <p:nvPr/>
          </p:nvGrpSpPr>
          <p:grpSpPr>
            <a:xfrm rot="-5400000">
              <a:off x="1113139" y="743908"/>
              <a:ext cx="493321" cy="357312"/>
              <a:chOff x="1722354" y="229144"/>
              <a:chExt cx="1748744" cy="1266614"/>
            </a:xfrm>
          </p:grpSpPr>
          <p:sp>
            <p:nvSpPr>
              <p:cNvPr id="526" name="Google Shape;526;p1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28" name="Google Shape;528;p19"/>
            <p:cNvGrpSpPr/>
            <p:nvPr/>
          </p:nvGrpSpPr>
          <p:grpSpPr>
            <a:xfrm rot="5400000">
              <a:off x="-1009100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529" name="Google Shape;529;p1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0" name="Google Shape;530;p1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1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2" name="Google Shape;532;p1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Google Shape;533;p1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4" name="Google Shape;534;p1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5" name="Google Shape;535;p1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6" name="Google Shape;536;p1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7" name="Google Shape;537;p1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8" name="Google Shape;538;p1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1">
  <p:cSld name="CUSTOM_10">
    <p:spTree>
      <p:nvGrpSpPr>
        <p:cNvPr id="1" name="Shape 539"/>
        <p:cNvGrpSpPr/>
        <p:nvPr/>
      </p:nvGrpSpPr>
      <p:grpSpPr>
        <a:xfrm>
          <a:off x="0" y="0"/>
          <a:ext cx="0" cy="0"/>
        </a:xfrm>
      </p:grpSpPr>
      <p:sp>
        <p:nvSpPr>
          <p:cNvPr id="540" name="Google Shape;54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41" name="Google Shape;541;p20"/>
          <p:cNvGrpSpPr/>
          <p:nvPr/>
        </p:nvGrpSpPr>
        <p:grpSpPr>
          <a:xfrm>
            <a:off x="998300" y="1868336"/>
            <a:ext cx="7850818" cy="2922793"/>
            <a:chOff x="998300" y="1868336"/>
            <a:chExt cx="7850818" cy="2922793"/>
          </a:xfrm>
        </p:grpSpPr>
        <p:sp>
          <p:nvSpPr>
            <p:cNvPr id="542" name="Google Shape;542;p20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44" name="Google Shape;544;p20"/>
          <p:cNvGrpSpPr/>
          <p:nvPr/>
        </p:nvGrpSpPr>
        <p:grpSpPr>
          <a:xfrm>
            <a:off x="1588038" y="2433589"/>
            <a:ext cx="7438817" cy="2528055"/>
            <a:chOff x="1588038" y="2433589"/>
            <a:chExt cx="7438817" cy="2528055"/>
          </a:xfrm>
        </p:grpSpPr>
        <p:grpSp>
          <p:nvGrpSpPr>
            <p:cNvPr id="545" name="Google Shape;545;p20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546" name="Google Shape;546;p20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0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48" name="Google Shape;548;p20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549" name="Google Shape;549;p20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0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1" name="Google Shape;551;p2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52" name="Google Shape;552;p20"/>
          <p:cNvGrpSpPr/>
          <p:nvPr/>
        </p:nvGrpSpPr>
        <p:grpSpPr>
          <a:xfrm>
            <a:off x="-1189524" y="-111325"/>
            <a:ext cx="10408499" cy="5362150"/>
            <a:chOff x="-1189524" y="-111325"/>
            <a:chExt cx="10408499" cy="5362150"/>
          </a:xfrm>
        </p:grpSpPr>
        <p:grpSp>
          <p:nvGrpSpPr>
            <p:cNvPr id="553" name="Google Shape;553;p20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554" name="Google Shape;554;p20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rect l="l" t="t" r="r" b="b"/>
                <a:pathLst>
                  <a:path w="43210" h="145742" extrusionOk="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sp>
            <p:nvSpPr>
              <p:cNvPr id="555" name="Google Shape;555;p20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rect l="l" t="t" r="r" b="b"/>
                <a:pathLst>
                  <a:path w="13625" h="103852" extrusionOk="0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grpSp>
            <p:nvGrpSpPr>
              <p:cNvPr id="556" name="Google Shape;556;p20"/>
              <p:cNvGrpSpPr/>
              <p:nvPr/>
            </p:nvGrpSpPr>
            <p:grpSpPr>
              <a:xfrm>
                <a:off x="-1189524" y="3454365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557" name="Google Shape;557;p20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8" name="Google Shape;558;p20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20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20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20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62" name="Google Shape;562;p20"/>
            <p:cNvGrpSpPr/>
            <p:nvPr/>
          </p:nvGrpSpPr>
          <p:grpSpPr>
            <a:xfrm rot="5400000">
              <a:off x="2331732" y="4765921"/>
              <a:ext cx="493321" cy="357312"/>
              <a:chOff x="1722354" y="229144"/>
              <a:chExt cx="1748744" cy="1266614"/>
            </a:xfrm>
          </p:grpSpPr>
          <p:sp>
            <p:nvSpPr>
              <p:cNvPr id="563" name="Google Shape;563;p2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2">
  <p:cSld name="CUSTOM_10_1">
    <p:spTree>
      <p:nvGrpSpPr>
        <p:cNvPr id="1" name="Shape 565"/>
        <p:cNvGrpSpPr/>
        <p:nvPr/>
      </p:nvGrpSpPr>
      <p:grpSpPr>
        <a:xfrm>
          <a:off x="0" y="0"/>
          <a:ext cx="0" cy="0"/>
        </a:xfrm>
      </p:grpSpPr>
      <p:sp>
        <p:nvSpPr>
          <p:cNvPr id="566" name="Google Shape;56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67" name="Google Shape;567;p21"/>
          <p:cNvGrpSpPr/>
          <p:nvPr/>
        </p:nvGrpSpPr>
        <p:grpSpPr>
          <a:xfrm>
            <a:off x="-116589" y="2639527"/>
            <a:ext cx="8996156" cy="1843388"/>
            <a:chOff x="-116589" y="2639527"/>
            <a:chExt cx="8996156" cy="1843388"/>
          </a:xfrm>
        </p:grpSpPr>
        <p:sp>
          <p:nvSpPr>
            <p:cNvPr id="568" name="Google Shape;568;p21"/>
            <p:cNvSpPr/>
            <p:nvPr/>
          </p:nvSpPr>
          <p:spPr>
            <a:xfrm rot="-5400000" flipH="1">
              <a:off x="399500" y="42238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69" name="Google Shape;569;p21"/>
            <p:cNvSpPr/>
            <p:nvPr/>
          </p:nvSpPr>
          <p:spPr>
            <a:xfrm rot="-5400000" flipH="1">
              <a:off x="99350" y="405013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70" name="Google Shape;570;p21"/>
            <p:cNvGrpSpPr/>
            <p:nvPr/>
          </p:nvGrpSpPr>
          <p:grpSpPr>
            <a:xfrm rot="10800000" flipH="1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571" name="Google Shape;571;p2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73" name="Google Shape;573;p21"/>
          <p:cNvGrpSpPr/>
          <p:nvPr/>
        </p:nvGrpSpPr>
        <p:grpSpPr>
          <a:xfrm>
            <a:off x="2729174" y="3358511"/>
            <a:ext cx="6150396" cy="1485586"/>
            <a:chOff x="2729174" y="3358511"/>
            <a:chExt cx="6150396" cy="1485586"/>
          </a:xfrm>
        </p:grpSpPr>
        <p:sp>
          <p:nvSpPr>
            <p:cNvPr id="574" name="Google Shape;574;p21"/>
            <p:cNvSpPr/>
            <p:nvPr/>
          </p:nvSpPr>
          <p:spPr>
            <a:xfrm rot="5400000" flipH="1">
              <a:off x="2929586" y="46036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75" name="Google Shape;575;p21"/>
            <p:cNvSpPr/>
            <p:nvPr/>
          </p:nvSpPr>
          <p:spPr>
            <a:xfrm rot="10800000" flipH="1">
              <a:off x="8839514" y="33585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21"/>
          <p:cNvGrpSpPr/>
          <p:nvPr/>
        </p:nvGrpSpPr>
        <p:grpSpPr>
          <a:xfrm>
            <a:off x="-1381309" y="-1875175"/>
            <a:ext cx="10981145" cy="7138447"/>
            <a:chOff x="-1381309" y="-1875175"/>
            <a:chExt cx="10981145" cy="7138447"/>
          </a:xfrm>
        </p:grpSpPr>
        <p:sp>
          <p:nvSpPr>
            <p:cNvPr id="577" name="Google Shape;577;p21"/>
            <p:cNvSpPr/>
            <p:nvPr/>
          </p:nvSpPr>
          <p:spPr>
            <a:xfrm rot="10800000" flipH="1">
              <a:off x="-1381309" y="4693337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78" name="Google Shape;578;p21"/>
            <p:cNvGrpSpPr/>
            <p:nvPr/>
          </p:nvGrpSpPr>
          <p:grpSpPr>
            <a:xfrm>
              <a:off x="8229051" y="-1875175"/>
              <a:ext cx="1370785" cy="4060574"/>
              <a:chOff x="8229051" y="-1875175"/>
              <a:chExt cx="1370785" cy="4060574"/>
            </a:xfrm>
          </p:grpSpPr>
          <p:grpSp>
            <p:nvGrpSpPr>
              <p:cNvPr id="579" name="Google Shape;579;p21"/>
              <p:cNvGrpSpPr/>
              <p:nvPr/>
            </p:nvGrpSpPr>
            <p:grpSpPr>
              <a:xfrm>
                <a:off x="8229051" y="-1875175"/>
                <a:ext cx="914953" cy="4060574"/>
                <a:chOff x="8229051" y="-1875175"/>
                <a:chExt cx="914953" cy="4060574"/>
              </a:xfrm>
            </p:grpSpPr>
            <p:grpSp>
              <p:nvGrpSpPr>
                <p:cNvPr id="580" name="Google Shape;580;p21"/>
                <p:cNvGrpSpPr/>
                <p:nvPr/>
              </p:nvGrpSpPr>
              <p:grpSpPr>
                <a:xfrm rot="-5400000">
                  <a:off x="8480363" y="1760083"/>
                  <a:ext cx="493321" cy="357312"/>
                  <a:chOff x="1722354" y="229144"/>
                  <a:chExt cx="1748744" cy="1266614"/>
                </a:xfrm>
              </p:grpSpPr>
              <p:sp>
                <p:nvSpPr>
                  <p:cNvPr id="581" name="Google Shape;581;p21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rect l="l" t="t" r="r" b="b"/>
                    <a:pathLst>
                      <a:path w="4864" h="2777" fill="none" extrusionOk="0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21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rect l="l" t="t" r="r" b="b"/>
                    <a:pathLst>
                      <a:path w="2748" h="2719" fill="none" extrusionOk="0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chemeClr val="lt1"/>
                    </a:solidFill>
                    <a:prstDash val="solid"/>
                    <a:miter lim="724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3" name="Google Shape;583;p21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rect l="l" t="t" r="r" b="b"/>
                  <a:pathLst>
                    <a:path w="23262" h="96592" extrusionOk="0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/>
              </p:txBody>
            </p:sp>
          </p:grpSp>
          <p:grpSp>
            <p:nvGrpSpPr>
              <p:cNvPr id="584" name="Google Shape;584;p21"/>
              <p:cNvGrpSpPr/>
              <p:nvPr/>
            </p:nvGrpSpPr>
            <p:grpSpPr>
              <a:xfrm rot="10800000">
                <a:off x="8634578" y="861419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585" name="Google Shape;585;p21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6" name="Google Shape;586;p21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7" name="Google Shape;587;p21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8" name="Google Shape;588;p21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9" name="Google Shape;589;p21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90" name="Google Shape;590;p2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hanks">
  <p:cSld name="CUSTOM_3_1">
    <p:spTree>
      <p:nvGrpSpPr>
        <p:cNvPr id="1" name="Shape 591"/>
        <p:cNvGrpSpPr/>
        <p:nvPr/>
      </p:nvGrpSpPr>
      <p:grpSpPr>
        <a:xfrm>
          <a:off x="0" y="0"/>
          <a:ext cx="0" cy="0"/>
        </a:xfrm>
      </p:grpSpPr>
      <p:sp>
        <p:nvSpPr>
          <p:cNvPr id="592" name="Google Shape;592;p22"/>
          <p:cNvSpPr txBox="1">
            <a:spLocks noGrp="1"/>
          </p:cNvSpPr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45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22"/>
          <p:cNvSpPr txBox="1">
            <a:spLocks noGrp="1"/>
          </p:cNvSpPr>
          <p:nvPr>
            <p:ph type="subTitle" idx="1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22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300"/>
              </a:spcBef>
              <a:spcAft>
                <a:spcPct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sz="1200" b="1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95" name="Google Shape;595;p22"/>
          <p:cNvSpPr/>
          <p:nvPr/>
        </p:nvSpPr>
        <p:spPr>
          <a:xfrm rot="5400000">
            <a:off x="8249111" y="1753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96" name="Google Shape;596;p22"/>
          <p:cNvGrpSpPr/>
          <p:nvPr/>
        </p:nvGrpSpPr>
        <p:grpSpPr>
          <a:xfrm>
            <a:off x="-563925" y="0"/>
            <a:ext cx="7843827" cy="1111343"/>
            <a:chOff x="-563925" y="0"/>
            <a:chExt cx="7843827" cy="1111343"/>
          </a:xfrm>
        </p:grpSpPr>
        <p:grpSp>
          <p:nvGrpSpPr>
            <p:cNvPr id="597" name="Google Shape;597;p22"/>
            <p:cNvGrpSpPr/>
            <p:nvPr/>
          </p:nvGrpSpPr>
          <p:grpSpPr>
            <a:xfrm rot="5400000">
              <a:off x="6576232" y="-80607"/>
              <a:ext cx="247278" cy="1160062"/>
              <a:chOff x="1463894" y="1434556"/>
              <a:chExt cx="247278" cy="1160062"/>
            </a:xfrm>
          </p:grpSpPr>
          <p:sp>
            <p:nvSpPr>
              <p:cNvPr id="598" name="Google Shape;598;p22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2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00" name="Google Shape;600;p22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601" name="Google Shape;601;p22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2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slideLayout" Target="../slideLayouts/slideLayout23.xml" /><Relationship Id="rId13" Type="http://schemas.openxmlformats.org/officeDocument/2006/relationships/slideLayout" Target="../slideLayouts/slideLayout24.xml" /><Relationship Id="rId14" Type="http://schemas.openxmlformats.org/officeDocument/2006/relationships/slideLayout" Target="../slideLayouts/slideLayout25.xml" /><Relationship Id="rId15" Type="http://schemas.openxmlformats.org/officeDocument/2006/relationships/slideLayout" Target="../slideLayouts/slideLayout26.xml" /><Relationship Id="rId16" Type="http://schemas.openxmlformats.org/officeDocument/2006/relationships/slideLayout" Target="../slideLayouts/slideLayout27.xml" /><Relationship Id="rId17" Type="http://schemas.openxmlformats.org/officeDocument/2006/relationships/slideLayout" Target="../slideLayouts/slideLayout28.xml" /><Relationship Id="rId18" Type="http://schemas.openxmlformats.org/officeDocument/2006/relationships/slideLayout" Target="../slideLayouts/slideLayout29.xml" /><Relationship Id="rId19" Type="http://schemas.openxmlformats.org/officeDocument/2006/relationships/slideLayout" Target="../slideLayouts/slideLayout30.xml" /><Relationship Id="rId2" Type="http://schemas.openxmlformats.org/officeDocument/2006/relationships/slideLayout" Target="../slideLayouts/slideLayout13.xml" /><Relationship Id="rId20" Type="http://schemas.openxmlformats.org/officeDocument/2006/relationships/slideLayout" Target="../slideLayouts/slideLayout31.xml" /><Relationship Id="rId21" Type="http://schemas.openxmlformats.org/officeDocument/2006/relationships/slideLayout" Target="../slideLayouts/slideLayout32.xml" /><Relationship Id="rId22" Type="http://schemas.openxmlformats.org/officeDocument/2006/relationships/slideLayout" Target="../slideLayouts/slideLayout33.xml" /><Relationship Id="rId23" Type="http://schemas.openxmlformats.org/officeDocument/2006/relationships/slideLayout" Target="../slideLayouts/slideLayout34.xml" /><Relationship Id="rId24" Type="http://schemas.openxmlformats.org/officeDocument/2006/relationships/theme" Target="../theme/theme2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7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Shape 793"/>
        <p:cNvGrpSpPr/>
        <p:nvPr/>
      </p:nvGrpSpPr>
      <p:grpSpPr>
        <a:xfrm>
          <a:off x="0" y="0"/>
          <a:ext cx="0" cy="0"/>
        </a:xfrm>
      </p:grpSpPr>
      <p:grpSp>
        <p:nvGrpSpPr>
          <p:cNvPr id="803" name="Google Shape;803;p35"/>
          <p:cNvGrpSpPr/>
          <p:nvPr/>
        </p:nvGrpSpPr>
        <p:grpSpPr>
          <a:xfrm>
            <a:off x="4628575" y="1401781"/>
            <a:ext cx="345125" cy="345150"/>
            <a:chOff x="997838" y="3797375"/>
            <a:chExt cx="345125" cy="345150"/>
          </a:xfrm>
        </p:grpSpPr>
        <p:sp>
          <p:nvSpPr>
            <p:cNvPr id="804" name="Google Shape;804;p35"/>
            <p:cNvSpPr/>
            <p:nvPr/>
          </p:nvSpPr>
          <p:spPr>
            <a:xfrm>
              <a:off x="997838" y="3797375"/>
              <a:ext cx="345125" cy="345150"/>
            </a:xfrm>
            <a:custGeom>
              <a:rect l="l" t="t" r="r" b="b"/>
              <a:pathLst>
                <a:path w="13805" h="13805" extrusionOk="0">
                  <a:moveTo>
                    <a:pt x="6895" y="809"/>
                  </a:moveTo>
                  <a:cubicBezTo>
                    <a:pt x="8172" y="809"/>
                    <a:pt x="9199" y="1838"/>
                    <a:pt x="9199" y="3101"/>
                  </a:cubicBezTo>
                  <a:cubicBezTo>
                    <a:pt x="9199" y="3788"/>
                    <a:pt x="8896" y="4433"/>
                    <a:pt x="8357" y="4865"/>
                  </a:cubicBezTo>
                  <a:cubicBezTo>
                    <a:pt x="8018" y="5157"/>
                    <a:pt x="7785" y="5530"/>
                    <a:pt x="7715" y="5928"/>
                  </a:cubicBezTo>
                  <a:lnTo>
                    <a:pt x="7305" y="5928"/>
                  </a:lnTo>
                  <a:lnTo>
                    <a:pt x="7305" y="3813"/>
                  </a:lnTo>
                  <a:lnTo>
                    <a:pt x="7995" y="3123"/>
                  </a:lnTo>
                  <a:cubicBezTo>
                    <a:pt x="8158" y="2960"/>
                    <a:pt x="8158" y="2702"/>
                    <a:pt x="7995" y="2551"/>
                  </a:cubicBezTo>
                  <a:cubicBezTo>
                    <a:pt x="7919" y="2468"/>
                    <a:pt x="7817" y="2427"/>
                    <a:pt x="7713" y="2427"/>
                  </a:cubicBezTo>
                  <a:cubicBezTo>
                    <a:pt x="7609" y="2427"/>
                    <a:pt x="7504" y="2468"/>
                    <a:pt x="7423" y="2551"/>
                  </a:cubicBezTo>
                  <a:lnTo>
                    <a:pt x="6895" y="3064"/>
                  </a:lnTo>
                  <a:lnTo>
                    <a:pt x="6382" y="2551"/>
                  </a:lnTo>
                  <a:cubicBezTo>
                    <a:pt x="6304" y="2473"/>
                    <a:pt x="6197" y="2430"/>
                    <a:pt x="6089" y="2430"/>
                  </a:cubicBezTo>
                  <a:cubicBezTo>
                    <a:pt x="6003" y="2430"/>
                    <a:pt x="5917" y="2457"/>
                    <a:pt x="5843" y="2514"/>
                  </a:cubicBezTo>
                  <a:cubicBezTo>
                    <a:pt x="5647" y="2666"/>
                    <a:pt x="5633" y="2946"/>
                    <a:pt x="5810" y="3123"/>
                  </a:cubicBezTo>
                  <a:lnTo>
                    <a:pt x="6500" y="3813"/>
                  </a:lnTo>
                  <a:lnTo>
                    <a:pt x="6500" y="5928"/>
                  </a:lnTo>
                  <a:lnTo>
                    <a:pt x="6090" y="5928"/>
                  </a:lnTo>
                  <a:cubicBezTo>
                    <a:pt x="6020" y="5530"/>
                    <a:pt x="5787" y="5157"/>
                    <a:pt x="5448" y="4865"/>
                  </a:cubicBezTo>
                  <a:cubicBezTo>
                    <a:pt x="4909" y="4433"/>
                    <a:pt x="4606" y="3788"/>
                    <a:pt x="4606" y="3101"/>
                  </a:cubicBezTo>
                  <a:cubicBezTo>
                    <a:pt x="4606" y="1838"/>
                    <a:pt x="5633" y="809"/>
                    <a:pt x="6895" y="809"/>
                  </a:cubicBezTo>
                  <a:close/>
                  <a:moveTo>
                    <a:pt x="7681" y="6748"/>
                  </a:moveTo>
                  <a:lnTo>
                    <a:pt x="7681" y="7412"/>
                  </a:lnTo>
                  <a:cubicBezTo>
                    <a:pt x="7681" y="7494"/>
                    <a:pt x="7622" y="7553"/>
                    <a:pt x="7552" y="7553"/>
                  </a:cubicBezTo>
                  <a:lnTo>
                    <a:pt x="6253" y="7553"/>
                  </a:lnTo>
                  <a:cubicBezTo>
                    <a:pt x="6183" y="7553"/>
                    <a:pt x="6124" y="7494"/>
                    <a:pt x="6124" y="7412"/>
                  </a:cubicBezTo>
                  <a:lnTo>
                    <a:pt x="6124" y="6748"/>
                  </a:lnTo>
                  <a:close/>
                  <a:moveTo>
                    <a:pt x="12857" y="3507"/>
                  </a:moveTo>
                  <a:cubicBezTo>
                    <a:pt x="12941" y="3507"/>
                    <a:pt x="12997" y="3566"/>
                    <a:pt x="12997" y="3637"/>
                  </a:cubicBezTo>
                  <a:lnTo>
                    <a:pt x="12997" y="9166"/>
                  </a:lnTo>
                  <a:lnTo>
                    <a:pt x="808" y="9166"/>
                  </a:lnTo>
                  <a:lnTo>
                    <a:pt x="808" y="3637"/>
                  </a:lnTo>
                  <a:cubicBezTo>
                    <a:pt x="808" y="3566"/>
                    <a:pt x="864" y="3507"/>
                    <a:pt x="948" y="3507"/>
                  </a:cubicBezTo>
                  <a:lnTo>
                    <a:pt x="3824" y="3507"/>
                  </a:lnTo>
                  <a:cubicBezTo>
                    <a:pt x="3927" y="4279"/>
                    <a:pt x="4315" y="4994"/>
                    <a:pt x="4921" y="5496"/>
                  </a:cubicBezTo>
                  <a:cubicBezTo>
                    <a:pt x="5167" y="5696"/>
                    <a:pt x="5308" y="5976"/>
                    <a:pt x="5308" y="6257"/>
                  </a:cubicBezTo>
                  <a:lnTo>
                    <a:pt x="5308" y="7412"/>
                  </a:lnTo>
                  <a:cubicBezTo>
                    <a:pt x="5308" y="7940"/>
                    <a:pt x="5740" y="8361"/>
                    <a:pt x="6253" y="8361"/>
                  </a:cubicBezTo>
                  <a:lnTo>
                    <a:pt x="7527" y="8361"/>
                  </a:lnTo>
                  <a:cubicBezTo>
                    <a:pt x="8043" y="8361"/>
                    <a:pt x="8464" y="7940"/>
                    <a:pt x="8464" y="7412"/>
                  </a:cubicBezTo>
                  <a:lnTo>
                    <a:pt x="8464" y="6257"/>
                  </a:lnTo>
                  <a:cubicBezTo>
                    <a:pt x="8464" y="5976"/>
                    <a:pt x="8604" y="5696"/>
                    <a:pt x="8848" y="5496"/>
                  </a:cubicBezTo>
                  <a:cubicBezTo>
                    <a:pt x="9457" y="4994"/>
                    <a:pt x="9855" y="4279"/>
                    <a:pt x="9948" y="3507"/>
                  </a:cubicBezTo>
                  <a:close/>
                  <a:moveTo>
                    <a:pt x="12997" y="9974"/>
                  </a:moveTo>
                  <a:lnTo>
                    <a:pt x="12997" y="10650"/>
                  </a:lnTo>
                  <a:cubicBezTo>
                    <a:pt x="12997" y="10720"/>
                    <a:pt x="12941" y="10790"/>
                    <a:pt x="12857" y="10790"/>
                  </a:cubicBezTo>
                  <a:lnTo>
                    <a:pt x="948" y="10790"/>
                  </a:lnTo>
                  <a:cubicBezTo>
                    <a:pt x="864" y="10790"/>
                    <a:pt x="808" y="10720"/>
                    <a:pt x="808" y="10650"/>
                  </a:cubicBezTo>
                  <a:lnTo>
                    <a:pt x="808" y="9974"/>
                  </a:lnTo>
                  <a:close/>
                  <a:moveTo>
                    <a:pt x="8194" y="11598"/>
                  </a:moveTo>
                  <a:lnTo>
                    <a:pt x="8534" y="13001"/>
                  </a:lnTo>
                  <a:lnTo>
                    <a:pt x="5249" y="13001"/>
                  </a:lnTo>
                  <a:lnTo>
                    <a:pt x="5588" y="11598"/>
                  </a:lnTo>
                  <a:close/>
                  <a:moveTo>
                    <a:pt x="6895" y="1"/>
                  </a:moveTo>
                  <a:cubicBezTo>
                    <a:pt x="5330" y="1"/>
                    <a:pt x="4020" y="1182"/>
                    <a:pt x="3824" y="2702"/>
                  </a:cubicBezTo>
                  <a:lnTo>
                    <a:pt x="948" y="2702"/>
                  </a:lnTo>
                  <a:cubicBezTo>
                    <a:pt x="421" y="2702"/>
                    <a:pt x="0" y="3123"/>
                    <a:pt x="0" y="3637"/>
                  </a:cubicBezTo>
                  <a:lnTo>
                    <a:pt x="0" y="10650"/>
                  </a:lnTo>
                  <a:cubicBezTo>
                    <a:pt x="0" y="11177"/>
                    <a:pt x="421" y="11598"/>
                    <a:pt x="948" y="11598"/>
                  </a:cubicBezTo>
                  <a:lnTo>
                    <a:pt x="4769" y="11598"/>
                  </a:lnTo>
                  <a:lnTo>
                    <a:pt x="4430" y="13001"/>
                  </a:lnTo>
                  <a:lnTo>
                    <a:pt x="3669" y="13001"/>
                  </a:lnTo>
                  <a:cubicBezTo>
                    <a:pt x="3459" y="13001"/>
                    <a:pt x="3274" y="13152"/>
                    <a:pt x="3249" y="13351"/>
                  </a:cubicBezTo>
                  <a:cubicBezTo>
                    <a:pt x="3226" y="13595"/>
                    <a:pt x="3414" y="13806"/>
                    <a:pt x="3658" y="13806"/>
                  </a:cubicBezTo>
                  <a:lnTo>
                    <a:pt x="10110" y="13806"/>
                  </a:lnTo>
                  <a:cubicBezTo>
                    <a:pt x="10321" y="13806"/>
                    <a:pt x="10509" y="13654"/>
                    <a:pt x="10531" y="13444"/>
                  </a:cubicBezTo>
                  <a:cubicBezTo>
                    <a:pt x="10556" y="13200"/>
                    <a:pt x="10368" y="13001"/>
                    <a:pt x="10122" y="13001"/>
                  </a:cubicBezTo>
                  <a:lnTo>
                    <a:pt x="9364" y="13001"/>
                  </a:lnTo>
                  <a:lnTo>
                    <a:pt x="9025" y="11598"/>
                  </a:lnTo>
                  <a:lnTo>
                    <a:pt x="12857" y="11598"/>
                  </a:lnTo>
                  <a:cubicBezTo>
                    <a:pt x="13384" y="11598"/>
                    <a:pt x="13805" y="11177"/>
                    <a:pt x="13805" y="10650"/>
                  </a:cubicBezTo>
                  <a:lnTo>
                    <a:pt x="13805" y="3637"/>
                  </a:lnTo>
                  <a:cubicBezTo>
                    <a:pt x="13805" y="3123"/>
                    <a:pt x="13384" y="2702"/>
                    <a:pt x="12857" y="2702"/>
                  </a:cubicBezTo>
                  <a:lnTo>
                    <a:pt x="9970" y="2702"/>
                  </a:lnTo>
                  <a:cubicBezTo>
                    <a:pt x="9771" y="1182"/>
                    <a:pt x="8475" y="1"/>
                    <a:pt x="68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05" name="Google Shape;805;p35"/>
            <p:cNvSpPr/>
            <p:nvPr/>
          </p:nvSpPr>
          <p:spPr>
            <a:xfrm>
              <a:off x="1259638" y="3810725"/>
              <a:ext cx="40700" cy="30375"/>
            </a:xfrm>
            <a:custGeom>
              <a:rect l="l" t="t" r="r" b="b"/>
              <a:pathLst>
                <a:path w="1628" h="1215" extrusionOk="0">
                  <a:moveTo>
                    <a:pt x="1165" y="1"/>
                  </a:moveTo>
                  <a:cubicBezTo>
                    <a:pt x="1096" y="1"/>
                    <a:pt x="1025" y="18"/>
                    <a:pt x="960" y="53"/>
                  </a:cubicBezTo>
                  <a:lnTo>
                    <a:pt x="258" y="463"/>
                  </a:lnTo>
                  <a:cubicBezTo>
                    <a:pt x="70" y="567"/>
                    <a:pt x="0" y="825"/>
                    <a:pt x="118" y="1010"/>
                  </a:cubicBezTo>
                  <a:cubicBezTo>
                    <a:pt x="190" y="1144"/>
                    <a:pt x="324" y="1214"/>
                    <a:pt x="465" y="1214"/>
                  </a:cubicBezTo>
                  <a:cubicBezTo>
                    <a:pt x="533" y="1214"/>
                    <a:pt x="603" y="1198"/>
                    <a:pt x="668" y="1164"/>
                  </a:cubicBezTo>
                  <a:lnTo>
                    <a:pt x="1369" y="754"/>
                  </a:lnTo>
                  <a:cubicBezTo>
                    <a:pt x="1557" y="648"/>
                    <a:pt x="1627" y="393"/>
                    <a:pt x="1510" y="205"/>
                  </a:cubicBezTo>
                  <a:cubicBezTo>
                    <a:pt x="1438" y="71"/>
                    <a:pt x="1305" y="1"/>
                    <a:pt x="11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06" name="Google Shape;806;p35"/>
            <p:cNvSpPr/>
            <p:nvPr/>
          </p:nvSpPr>
          <p:spPr>
            <a:xfrm>
              <a:off x="1259638" y="3908500"/>
              <a:ext cx="40700" cy="30325"/>
            </a:xfrm>
            <a:custGeom>
              <a:rect l="l" t="t" r="r" b="b"/>
              <a:pathLst>
                <a:path w="1628" h="1213" extrusionOk="0">
                  <a:moveTo>
                    <a:pt x="460" y="1"/>
                  </a:moveTo>
                  <a:cubicBezTo>
                    <a:pt x="321" y="1"/>
                    <a:pt x="189" y="73"/>
                    <a:pt x="118" y="199"/>
                  </a:cubicBezTo>
                  <a:cubicBezTo>
                    <a:pt x="0" y="395"/>
                    <a:pt x="70" y="642"/>
                    <a:pt x="258" y="760"/>
                  </a:cubicBezTo>
                  <a:lnTo>
                    <a:pt x="960" y="1155"/>
                  </a:lnTo>
                  <a:cubicBezTo>
                    <a:pt x="1026" y="1195"/>
                    <a:pt x="1098" y="1213"/>
                    <a:pt x="1168" y="1213"/>
                  </a:cubicBezTo>
                  <a:cubicBezTo>
                    <a:pt x="1307" y="1213"/>
                    <a:pt x="1439" y="1140"/>
                    <a:pt x="1510" y="1015"/>
                  </a:cubicBezTo>
                  <a:cubicBezTo>
                    <a:pt x="1627" y="816"/>
                    <a:pt x="1557" y="572"/>
                    <a:pt x="1369" y="454"/>
                  </a:cubicBezTo>
                  <a:lnTo>
                    <a:pt x="668" y="58"/>
                  </a:lnTo>
                  <a:cubicBezTo>
                    <a:pt x="601" y="19"/>
                    <a:pt x="530" y="1"/>
                    <a:pt x="4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07" name="Google Shape;807;p35"/>
            <p:cNvSpPr/>
            <p:nvPr/>
          </p:nvSpPr>
          <p:spPr>
            <a:xfrm>
              <a:off x="1039913" y="3810725"/>
              <a:ext cx="40625" cy="30375"/>
            </a:xfrm>
            <a:custGeom>
              <a:rect l="l" t="t" r="r" b="b"/>
              <a:pathLst>
                <a:path w="1625" h="1215" extrusionOk="0">
                  <a:moveTo>
                    <a:pt x="462" y="1"/>
                  </a:moveTo>
                  <a:cubicBezTo>
                    <a:pt x="321" y="1"/>
                    <a:pt x="188" y="71"/>
                    <a:pt x="118" y="205"/>
                  </a:cubicBezTo>
                  <a:cubicBezTo>
                    <a:pt x="0" y="393"/>
                    <a:pt x="70" y="648"/>
                    <a:pt x="258" y="754"/>
                  </a:cubicBezTo>
                  <a:lnTo>
                    <a:pt x="960" y="1164"/>
                  </a:lnTo>
                  <a:cubicBezTo>
                    <a:pt x="1025" y="1198"/>
                    <a:pt x="1094" y="1214"/>
                    <a:pt x="1163" y="1214"/>
                  </a:cubicBezTo>
                  <a:cubicBezTo>
                    <a:pt x="1303" y="1214"/>
                    <a:pt x="1438" y="1144"/>
                    <a:pt x="1509" y="1010"/>
                  </a:cubicBezTo>
                  <a:cubicBezTo>
                    <a:pt x="1624" y="825"/>
                    <a:pt x="1554" y="567"/>
                    <a:pt x="1369" y="463"/>
                  </a:cubicBezTo>
                  <a:lnTo>
                    <a:pt x="668" y="53"/>
                  </a:lnTo>
                  <a:cubicBezTo>
                    <a:pt x="602" y="18"/>
                    <a:pt x="531" y="1"/>
                    <a:pt x="4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08" name="Google Shape;808;p35"/>
            <p:cNvSpPr/>
            <p:nvPr/>
          </p:nvSpPr>
          <p:spPr>
            <a:xfrm>
              <a:off x="1039913" y="3908500"/>
              <a:ext cx="40625" cy="30325"/>
            </a:xfrm>
            <a:custGeom>
              <a:rect l="l" t="t" r="r" b="b"/>
              <a:pathLst>
                <a:path w="1625" h="1213" extrusionOk="0">
                  <a:moveTo>
                    <a:pt x="1168" y="1"/>
                  </a:moveTo>
                  <a:cubicBezTo>
                    <a:pt x="1098" y="1"/>
                    <a:pt x="1026" y="19"/>
                    <a:pt x="960" y="58"/>
                  </a:cubicBezTo>
                  <a:lnTo>
                    <a:pt x="258" y="454"/>
                  </a:lnTo>
                  <a:cubicBezTo>
                    <a:pt x="70" y="572"/>
                    <a:pt x="0" y="816"/>
                    <a:pt x="118" y="1015"/>
                  </a:cubicBezTo>
                  <a:cubicBezTo>
                    <a:pt x="187" y="1140"/>
                    <a:pt x="320" y="1213"/>
                    <a:pt x="459" y="1213"/>
                  </a:cubicBezTo>
                  <a:cubicBezTo>
                    <a:pt x="529" y="1213"/>
                    <a:pt x="601" y="1195"/>
                    <a:pt x="668" y="1155"/>
                  </a:cubicBezTo>
                  <a:lnTo>
                    <a:pt x="1369" y="760"/>
                  </a:lnTo>
                  <a:cubicBezTo>
                    <a:pt x="1554" y="642"/>
                    <a:pt x="1624" y="395"/>
                    <a:pt x="1509" y="199"/>
                  </a:cubicBezTo>
                  <a:cubicBezTo>
                    <a:pt x="1438" y="73"/>
                    <a:pt x="1307" y="1"/>
                    <a:pt x="11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809" name="Google Shape;809;p35"/>
          <p:cNvGrpSpPr/>
          <p:nvPr/>
        </p:nvGrpSpPr>
        <p:grpSpPr>
          <a:xfrm>
            <a:off x="4628575" y="2913438"/>
            <a:ext cx="345150" cy="345150"/>
            <a:chOff x="1696838" y="3797375"/>
            <a:chExt cx="345150" cy="345150"/>
          </a:xfrm>
        </p:grpSpPr>
        <p:sp>
          <p:nvSpPr>
            <p:cNvPr id="810" name="Google Shape;810;p35"/>
            <p:cNvSpPr/>
            <p:nvPr/>
          </p:nvSpPr>
          <p:spPr>
            <a:xfrm>
              <a:off x="1696838" y="3797375"/>
              <a:ext cx="345150" cy="345150"/>
            </a:xfrm>
            <a:custGeom>
              <a:rect l="l" t="t" r="r" b="b"/>
              <a:pathLst>
                <a:path w="13805" h="13805" extrusionOk="0">
                  <a:moveTo>
                    <a:pt x="5283" y="3241"/>
                  </a:moveTo>
                  <a:cubicBezTo>
                    <a:pt x="5951" y="3241"/>
                    <a:pt x="6498" y="3777"/>
                    <a:pt x="6498" y="4456"/>
                  </a:cubicBezTo>
                  <a:lnTo>
                    <a:pt x="6498" y="4585"/>
                  </a:lnTo>
                  <a:lnTo>
                    <a:pt x="6357" y="4585"/>
                  </a:lnTo>
                  <a:cubicBezTo>
                    <a:pt x="5693" y="4585"/>
                    <a:pt x="5143" y="4046"/>
                    <a:pt x="5143" y="3367"/>
                  </a:cubicBezTo>
                  <a:lnTo>
                    <a:pt x="5143" y="3241"/>
                  </a:lnTo>
                  <a:close/>
                  <a:moveTo>
                    <a:pt x="8649" y="3241"/>
                  </a:moveTo>
                  <a:lnTo>
                    <a:pt x="8649" y="3367"/>
                  </a:lnTo>
                  <a:cubicBezTo>
                    <a:pt x="8649" y="4046"/>
                    <a:pt x="8111" y="4585"/>
                    <a:pt x="7446" y="4585"/>
                  </a:cubicBezTo>
                  <a:lnTo>
                    <a:pt x="7306" y="4585"/>
                  </a:lnTo>
                  <a:lnTo>
                    <a:pt x="7306" y="4456"/>
                  </a:lnTo>
                  <a:cubicBezTo>
                    <a:pt x="7306" y="3777"/>
                    <a:pt x="7844" y="3241"/>
                    <a:pt x="8520" y="3241"/>
                  </a:cubicBezTo>
                  <a:close/>
                  <a:moveTo>
                    <a:pt x="8299" y="7283"/>
                  </a:moveTo>
                  <a:lnTo>
                    <a:pt x="7914" y="9166"/>
                  </a:lnTo>
                  <a:lnTo>
                    <a:pt x="5881" y="9166"/>
                  </a:lnTo>
                  <a:lnTo>
                    <a:pt x="5505" y="7283"/>
                  </a:lnTo>
                  <a:close/>
                  <a:moveTo>
                    <a:pt x="12857" y="809"/>
                  </a:moveTo>
                  <a:cubicBezTo>
                    <a:pt x="12939" y="809"/>
                    <a:pt x="12998" y="868"/>
                    <a:pt x="12998" y="949"/>
                  </a:cubicBezTo>
                  <a:lnTo>
                    <a:pt x="12998" y="9166"/>
                  </a:lnTo>
                  <a:lnTo>
                    <a:pt x="8742" y="9166"/>
                  </a:lnTo>
                  <a:lnTo>
                    <a:pt x="9118" y="7283"/>
                  </a:lnTo>
                  <a:lnTo>
                    <a:pt x="9317" y="7283"/>
                  </a:lnTo>
                  <a:cubicBezTo>
                    <a:pt x="9528" y="7283"/>
                    <a:pt x="9701" y="7132"/>
                    <a:pt x="9724" y="6922"/>
                  </a:cubicBezTo>
                  <a:cubicBezTo>
                    <a:pt x="9760" y="6677"/>
                    <a:pt x="9561" y="6478"/>
                    <a:pt x="9328" y="6478"/>
                  </a:cubicBezTo>
                  <a:lnTo>
                    <a:pt x="7306" y="6478"/>
                  </a:lnTo>
                  <a:lnTo>
                    <a:pt x="7306" y="5390"/>
                  </a:lnTo>
                  <a:lnTo>
                    <a:pt x="7446" y="5390"/>
                  </a:lnTo>
                  <a:cubicBezTo>
                    <a:pt x="8557" y="5390"/>
                    <a:pt x="9469" y="4489"/>
                    <a:pt x="9469" y="3367"/>
                  </a:cubicBezTo>
                  <a:lnTo>
                    <a:pt x="9469" y="2831"/>
                  </a:lnTo>
                  <a:cubicBezTo>
                    <a:pt x="9469" y="2610"/>
                    <a:pt x="9281" y="2433"/>
                    <a:pt x="9059" y="2433"/>
                  </a:cubicBezTo>
                  <a:lnTo>
                    <a:pt x="8520" y="2433"/>
                  </a:lnTo>
                  <a:cubicBezTo>
                    <a:pt x="7856" y="2433"/>
                    <a:pt x="7269" y="2750"/>
                    <a:pt x="6896" y="3241"/>
                  </a:cubicBezTo>
                  <a:cubicBezTo>
                    <a:pt x="6534" y="2750"/>
                    <a:pt x="5951" y="2433"/>
                    <a:pt x="5283" y="2433"/>
                  </a:cubicBezTo>
                  <a:lnTo>
                    <a:pt x="4744" y="2433"/>
                  </a:lnTo>
                  <a:cubicBezTo>
                    <a:pt x="4523" y="2433"/>
                    <a:pt x="4338" y="2610"/>
                    <a:pt x="4338" y="2831"/>
                  </a:cubicBezTo>
                  <a:lnTo>
                    <a:pt x="4338" y="3367"/>
                  </a:lnTo>
                  <a:cubicBezTo>
                    <a:pt x="4338" y="4489"/>
                    <a:pt x="5249" y="5390"/>
                    <a:pt x="6357" y="5390"/>
                  </a:cubicBezTo>
                  <a:lnTo>
                    <a:pt x="6498" y="5390"/>
                  </a:lnTo>
                  <a:lnTo>
                    <a:pt x="6498" y="6478"/>
                  </a:lnTo>
                  <a:lnTo>
                    <a:pt x="4489" y="6478"/>
                  </a:lnTo>
                  <a:cubicBezTo>
                    <a:pt x="4279" y="6478"/>
                    <a:pt x="4091" y="6630"/>
                    <a:pt x="4068" y="6829"/>
                  </a:cubicBezTo>
                  <a:cubicBezTo>
                    <a:pt x="4043" y="7073"/>
                    <a:pt x="4231" y="7283"/>
                    <a:pt x="4478" y="7283"/>
                  </a:cubicBezTo>
                  <a:lnTo>
                    <a:pt x="4688" y="7283"/>
                  </a:lnTo>
                  <a:lnTo>
                    <a:pt x="5061" y="9166"/>
                  </a:lnTo>
                  <a:lnTo>
                    <a:pt x="806" y="9166"/>
                  </a:lnTo>
                  <a:lnTo>
                    <a:pt x="806" y="949"/>
                  </a:lnTo>
                  <a:cubicBezTo>
                    <a:pt x="806" y="868"/>
                    <a:pt x="865" y="809"/>
                    <a:pt x="946" y="809"/>
                  </a:cubicBezTo>
                  <a:close/>
                  <a:moveTo>
                    <a:pt x="12998" y="9974"/>
                  </a:moveTo>
                  <a:lnTo>
                    <a:pt x="12998" y="10650"/>
                  </a:lnTo>
                  <a:cubicBezTo>
                    <a:pt x="12998" y="10720"/>
                    <a:pt x="12939" y="10790"/>
                    <a:pt x="12857" y="10790"/>
                  </a:cubicBezTo>
                  <a:lnTo>
                    <a:pt x="946" y="10790"/>
                  </a:lnTo>
                  <a:cubicBezTo>
                    <a:pt x="865" y="10790"/>
                    <a:pt x="806" y="10720"/>
                    <a:pt x="806" y="10650"/>
                  </a:cubicBezTo>
                  <a:lnTo>
                    <a:pt x="806" y="9974"/>
                  </a:lnTo>
                  <a:close/>
                  <a:moveTo>
                    <a:pt x="8206" y="11598"/>
                  </a:moveTo>
                  <a:lnTo>
                    <a:pt x="8546" y="13001"/>
                  </a:lnTo>
                  <a:lnTo>
                    <a:pt x="5261" y="13001"/>
                  </a:lnTo>
                  <a:lnTo>
                    <a:pt x="5600" y="11598"/>
                  </a:lnTo>
                  <a:close/>
                  <a:moveTo>
                    <a:pt x="946" y="1"/>
                  </a:moveTo>
                  <a:cubicBezTo>
                    <a:pt x="421" y="1"/>
                    <a:pt x="1" y="422"/>
                    <a:pt x="1" y="949"/>
                  </a:cubicBezTo>
                  <a:lnTo>
                    <a:pt x="1" y="10650"/>
                  </a:lnTo>
                  <a:cubicBezTo>
                    <a:pt x="1" y="11177"/>
                    <a:pt x="421" y="11598"/>
                    <a:pt x="946" y="11598"/>
                  </a:cubicBezTo>
                  <a:lnTo>
                    <a:pt x="4770" y="11598"/>
                  </a:lnTo>
                  <a:lnTo>
                    <a:pt x="4430" y="13001"/>
                  </a:lnTo>
                  <a:lnTo>
                    <a:pt x="3681" y="13001"/>
                  </a:lnTo>
                  <a:cubicBezTo>
                    <a:pt x="3471" y="13001"/>
                    <a:pt x="3286" y="13152"/>
                    <a:pt x="3260" y="13351"/>
                  </a:cubicBezTo>
                  <a:cubicBezTo>
                    <a:pt x="3238" y="13595"/>
                    <a:pt x="3426" y="13806"/>
                    <a:pt x="3670" y="13806"/>
                  </a:cubicBezTo>
                  <a:lnTo>
                    <a:pt x="10122" y="13806"/>
                  </a:lnTo>
                  <a:cubicBezTo>
                    <a:pt x="10333" y="13806"/>
                    <a:pt x="10521" y="13654"/>
                    <a:pt x="10543" y="13444"/>
                  </a:cubicBezTo>
                  <a:cubicBezTo>
                    <a:pt x="10565" y="13200"/>
                    <a:pt x="10380" y="13001"/>
                    <a:pt x="10133" y="13001"/>
                  </a:cubicBezTo>
                  <a:lnTo>
                    <a:pt x="9373" y="13001"/>
                  </a:lnTo>
                  <a:lnTo>
                    <a:pt x="9037" y="11598"/>
                  </a:lnTo>
                  <a:lnTo>
                    <a:pt x="12857" y="11598"/>
                  </a:lnTo>
                  <a:cubicBezTo>
                    <a:pt x="13385" y="11598"/>
                    <a:pt x="13806" y="11177"/>
                    <a:pt x="13806" y="10650"/>
                  </a:cubicBezTo>
                  <a:lnTo>
                    <a:pt x="13806" y="949"/>
                  </a:lnTo>
                  <a:cubicBezTo>
                    <a:pt x="13806" y="422"/>
                    <a:pt x="13385" y="1"/>
                    <a:pt x="128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11" name="Google Shape;811;p35"/>
            <p:cNvSpPr/>
            <p:nvPr/>
          </p:nvSpPr>
          <p:spPr>
            <a:xfrm>
              <a:off x="1959838" y="3891775"/>
              <a:ext cx="41475" cy="20225"/>
            </a:xfrm>
            <a:custGeom>
              <a:rect l="l" t="t" r="r" b="b"/>
              <a:pathLst>
                <a:path w="1659" h="809" extrusionOk="0">
                  <a:moveTo>
                    <a:pt x="433" y="1"/>
                  </a:moveTo>
                  <a:cubicBezTo>
                    <a:pt x="233" y="1"/>
                    <a:pt x="45" y="152"/>
                    <a:pt x="23" y="363"/>
                  </a:cubicBezTo>
                  <a:cubicBezTo>
                    <a:pt x="1" y="598"/>
                    <a:pt x="186" y="809"/>
                    <a:pt x="421" y="809"/>
                  </a:cubicBezTo>
                  <a:lnTo>
                    <a:pt x="1227" y="809"/>
                  </a:lnTo>
                  <a:cubicBezTo>
                    <a:pt x="1426" y="809"/>
                    <a:pt x="1614" y="657"/>
                    <a:pt x="1636" y="447"/>
                  </a:cubicBezTo>
                  <a:cubicBezTo>
                    <a:pt x="1659" y="211"/>
                    <a:pt x="1473" y="1"/>
                    <a:pt x="123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12" name="Google Shape;812;p35"/>
            <p:cNvSpPr/>
            <p:nvPr/>
          </p:nvSpPr>
          <p:spPr>
            <a:xfrm>
              <a:off x="1952188" y="3838075"/>
              <a:ext cx="40700" cy="30350"/>
            </a:xfrm>
            <a:custGeom>
              <a:rect l="l" t="t" r="r" b="b"/>
              <a:pathLst>
                <a:path w="1628" h="1214" extrusionOk="0">
                  <a:moveTo>
                    <a:pt x="1166" y="0"/>
                  </a:moveTo>
                  <a:cubicBezTo>
                    <a:pt x="1097" y="0"/>
                    <a:pt x="1026" y="18"/>
                    <a:pt x="960" y="56"/>
                  </a:cubicBezTo>
                  <a:lnTo>
                    <a:pt x="259" y="454"/>
                  </a:lnTo>
                  <a:cubicBezTo>
                    <a:pt x="60" y="572"/>
                    <a:pt x="1" y="816"/>
                    <a:pt x="107" y="1004"/>
                  </a:cubicBezTo>
                  <a:cubicBezTo>
                    <a:pt x="186" y="1138"/>
                    <a:pt x="322" y="1213"/>
                    <a:pt x="462" y="1213"/>
                  </a:cubicBezTo>
                  <a:cubicBezTo>
                    <a:pt x="532" y="1213"/>
                    <a:pt x="603" y="1195"/>
                    <a:pt x="668" y="1156"/>
                  </a:cubicBezTo>
                  <a:lnTo>
                    <a:pt x="1370" y="757"/>
                  </a:lnTo>
                  <a:cubicBezTo>
                    <a:pt x="1558" y="642"/>
                    <a:pt x="1628" y="395"/>
                    <a:pt x="1510" y="196"/>
                  </a:cubicBezTo>
                  <a:cubicBezTo>
                    <a:pt x="1439" y="72"/>
                    <a:pt x="1306" y="0"/>
                    <a:pt x="116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13" name="Google Shape;813;p35"/>
            <p:cNvSpPr/>
            <p:nvPr/>
          </p:nvSpPr>
          <p:spPr>
            <a:xfrm>
              <a:off x="1952188" y="3935650"/>
              <a:ext cx="40700" cy="30450"/>
            </a:xfrm>
            <a:custGeom>
              <a:rect l="l" t="t" r="r" b="b"/>
              <a:pathLst>
                <a:path w="1628" h="1218" extrusionOk="0">
                  <a:moveTo>
                    <a:pt x="462" y="1"/>
                  </a:moveTo>
                  <a:cubicBezTo>
                    <a:pt x="322" y="1"/>
                    <a:pt x="186" y="76"/>
                    <a:pt x="107" y="209"/>
                  </a:cubicBezTo>
                  <a:cubicBezTo>
                    <a:pt x="1" y="397"/>
                    <a:pt x="60" y="642"/>
                    <a:pt x="259" y="759"/>
                  </a:cubicBezTo>
                  <a:lnTo>
                    <a:pt x="960" y="1169"/>
                  </a:lnTo>
                  <a:cubicBezTo>
                    <a:pt x="1023" y="1202"/>
                    <a:pt x="1090" y="1217"/>
                    <a:pt x="1156" y="1217"/>
                  </a:cubicBezTo>
                  <a:cubicBezTo>
                    <a:pt x="1300" y="1217"/>
                    <a:pt x="1437" y="1144"/>
                    <a:pt x="1510" y="1017"/>
                  </a:cubicBezTo>
                  <a:cubicBezTo>
                    <a:pt x="1628" y="818"/>
                    <a:pt x="1558" y="571"/>
                    <a:pt x="1370" y="468"/>
                  </a:cubicBezTo>
                  <a:lnTo>
                    <a:pt x="668" y="58"/>
                  </a:lnTo>
                  <a:cubicBezTo>
                    <a:pt x="603" y="19"/>
                    <a:pt x="532" y="1"/>
                    <a:pt x="4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14" name="Google Shape;814;p35"/>
            <p:cNvSpPr/>
            <p:nvPr/>
          </p:nvSpPr>
          <p:spPr>
            <a:xfrm>
              <a:off x="1737438" y="3891775"/>
              <a:ext cx="41550" cy="20225"/>
            </a:xfrm>
            <a:custGeom>
              <a:rect l="l" t="t" r="r" b="b"/>
              <a:pathLst>
                <a:path w="1662" h="809" extrusionOk="0">
                  <a:moveTo>
                    <a:pt x="433" y="1"/>
                  </a:moveTo>
                  <a:cubicBezTo>
                    <a:pt x="223" y="1"/>
                    <a:pt x="49" y="152"/>
                    <a:pt x="23" y="363"/>
                  </a:cubicBezTo>
                  <a:cubicBezTo>
                    <a:pt x="1" y="598"/>
                    <a:pt x="189" y="809"/>
                    <a:pt x="422" y="809"/>
                  </a:cubicBezTo>
                  <a:lnTo>
                    <a:pt x="1227" y="809"/>
                  </a:lnTo>
                  <a:cubicBezTo>
                    <a:pt x="1474" y="809"/>
                    <a:pt x="1662" y="598"/>
                    <a:pt x="1636" y="363"/>
                  </a:cubicBezTo>
                  <a:cubicBezTo>
                    <a:pt x="1614" y="152"/>
                    <a:pt x="1426" y="1"/>
                    <a:pt x="122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15" name="Google Shape;815;p35"/>
            <p:cNvSpPr/>
            <p:nvPr/>
          </p:nvSpPr>
          <p:spPr>
            <a:xfrm>
              <a:off x="1745938" y="3838075"/>
              <a:ext cx="40625" cy="30350"/>
            </a:xfrm>
            <a:custGeom>
              <a:rect l="l" t="t" r="r" b="b"/>
              <a:pathLst>
                <a:path w="1625" h="1214" extrusionOk="0">
                  <a:moveTo>
                    <a:pt x="459" y="0"/>
                  </a:moveTo>
                  <a:cubicBezTo>
                    <a:pt x="319" y="0"/>
                    <a:pt x="187" y="72"/>
                    <a:pt x="115" y="196"/>
                  </a:cubicBezTo>
                  <a:cubicBezTo>
                    <a:pt x="0" y="395"/>
                    <a:pt x="70" y="642"/>
                    <a:pt x="256" y="757"/>
                  </a:cubicBezTo>
                  <a:lnTo>
                    <a:pt x="957" y="1156"/>
                  </a:lnTo>
                  <a:cubicBezTo>
                    <a:pt x="1023" y="1195"/>
                    <a:pt x="1094" y="1213"/>
                    <a:pt x="1163" y="1213"/>
                  </a:cubicBezTo>
                  <a:cubicBezTo>
                    <a:pt x="1304" y="1213"/>
                    <a:pt x="1437" y="1138"/>
                    <a:pt x="1507" y="1004"/>
                  </a:cubicBezTo>
                  <a:cubicBezTo>
                    <a:pt x="1625" y="816"/>
                    <a:pt x="1555" y="572"/>
                    <a:pt x="1367" y="454"/>
                  </a:cubicBezTo>
                  <a:lnTo>
                    <a:pt x="665" y="56"/>
                  </a:lnTo>
                  <a:cubicBezTo>
                    <a:pt x="599" y="18"/>
                    <a:pt x="528" y="0"/>
                    <a:pt x="45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16" name="Google Shape;816;p35"/>
            <p:cNvSpPr/>
            <p:nvPr/>
          </p:nvSpPr>
          <p:spPr>
            <a:xfrm>
              <a:off x="1745938" y="3935650"/>
              <a:ext cx="40625" cy="30450"/>
            </a:xfrm>
            <a:custGeom>
              <a:rect l="l" t="t" r="r" b="b"/>
              <a:pathLst>
                <a:path w="1625" h="1218" extrusionOk="0">
                  <a:moveTo>
                    <a:pt x="1163" y="1"/>
                  </a:moveTo>
                  <a:cubicBezTo>
                    <a:pt x="1094" y="1"/>
                    <a:pt x="1023" y="19"/>
                    <a:pt x="957" y="58"/>
                  </a:cubicBezTo>
                  <a:lnTo>
                    <a:pt x="256" y="468"/>
                  </a:lnTo>
                  <a:cubicBezTo>
                    <a:pt x="70" y="571"/>
                    <a:pt x="0" y="818"/>
                    <a:pt x="115" y="1017"/>
                  </a:cubicBezTo>
                  <a:cubicBezTo>
                    <a:pt x="188" y="1144"/>
                    <a:pt x="326" y="1217"/>
                    <a:pt x="469" y="1217"/>
                  </a:cubicBezTo>
                  <a:cubicBezTo>
                    <a:pt x="535" y="1217"/>
                    <a:pt x="602" y="1202"/>
                    <a:pt x="665" y="1169"/>
                  </a:cubicBezTo>
                  <a:lnTo>
                    <a:pt x="1367" y="759"/>
                  </a:lnTo>
                  <a:cubicBezTo>
                    <a:pt x="1555" y="642"/>
                    <a:pt x="1625" y="397"/>
                    <a:pt x="1507" y="209"/>
                  </a:cubicBezTo>
                  <a:cubicBezTo>
                    <a:pt x="1437" y="76"/>
                    <a:pt x="1304" y="1"/>
                    <a:pt x="11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817" name="Google Shape;817;p35"/>
          <p:cNvGrpSpPr/>
          <p:nvPr/>
        </p:nvGrpSpPr>
        <p:grpSpPr>
          <a:xfrm>
            <a:off x="838188" y="2913425"/>
            <a:ext cx="305475" cy="345175"/>
            <a:chOff x="1017663" y="3243950"/>
            <a:chExt cx="305475" cy="345175"/>
          </a:xfrm>
        </p:grpSpPr>
        <p:sp>
          <p:nvSpPr>
            <p:cNvPr id="818" name="Google Shape;818;p35"/>
            <p:cNvSpPr/>
            <p:nvPr/>
          </p:nvSpPr>
          <p:spPr>
            <a:xfrm>
              <a:off x="1234238" y="3487950"/>
              <a:ext cx="40350" cy="20500"/>
            </a:xfrm>
            <a:custGeom>
              <a:rect l="l" t="t" r="r" b="b"/>
              <a:pathLst>
                <a:path w="1613" h="820" extrusionOk="0">
                  <a:moveTo>
                    <a:pt x="399" y="1"/>
                  </a:moveTo>
                  <a:cubicBezTo>
                    <a:pt x="175" y="1"/>
                    <a:pt x="1" y="189"/>
                    <a:pt x="1" y="410"/>
                  </a:cubicBezTo>
                  <a:cubicBezTo>
                    <a:pt x="1" y="632"/>
                    <a:pt x="175" y="820"/>
                    <a:pt x="399" y="820"/>
                  </a:cubicBezTo>
                  <a:lnTo>
                    <a:pt x="1204" y="820"/>
                  </a:lnTo>
                  <a:cubicBezTo>
                    <a:pt x="1437" y="820"/>
                    <a:pt x="1614" y="632"/>
                    <a:pt x="1614" y="410"/>
                  </a:cubicBezTo>
                  <a:cubicBezTo>
                    <a:pt x="1614" y="189"/>
                    <a:pt x="1437" y="1"/>
                    <a:pt x="12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19" name="Google Shape;819;p35"/>
            <p:cNvSpPr/>
            <p:nvPr/>
          </p:nvSpPr>
          <p:spPr>
            <a:xfrm>
              <a:off x="1065638" y="3487950"/>
              <a:ext cx="40350" cy="20500"/>
            </a:xfrm>
            <a:custGeom>
              <a:rect l="l" t="t" r="r" b="b"/>
              <a:pathLst>
                <a:path w="1613" h="820" extrusionOk="0">
                  <a:moveTo>
                    <a:pt x="410" y="1"/>
                  </a:moveTo>
                  <a:cubicBezTo>
                    <a:pt x="175" y="1"/>
                    <a:pt x="1" y="189"/>
                    <a:pt x="1" y="410"/>
                  </a:cubicBezTo>
                  <a:cubicBezTo>
                    <a:pt x="1" y="632"/>
                    <a:pt x="175" y="820"/>
                    <a:pt x="410" y="820"/>
                  </a:cubicBezTo>
                  <a:lnTo>
                    <a:pt x="1215" y="820"/>
                  </a:lnTo>
                  <a:cubicBezTo>
                    <a:pt x="1437" y="820"/>
                    <a:pt x="1614" y="632"/>
                    <a:pt x="1614" y="410"/>
                  </a:cubicBezTo>
                  <a:cubicBezTo>
                    <a:pt x="1614" y="189"/>
                    <a:pt x="1437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20" name="Google Shape;820;p35"/>
            <p:cNvSpPr/>
            <p:nvPr/>
          </p:nvSpPr>
          <p:spPr>
            <a:xfrm>
              <a:off x="1017663" y="3243950"/>
              <a:ext cx="305475" cy="345175"/>
            </a:xfrm>
            <a:custGeom>
              <a:rect l="l" t="t" r="r" b="b"/>
              <a:pathLst>
                <a:path w="12219" h="13807" extrusionOk="0">
                  <a:moveTo>
                    <a:pt x="2329" y="817"/>
                  </a:moveTo>
                  <a:cubicBezTo>
                    <a:pt x="2551" y="817"/>
                    <a:pt x="2725" y="994"/>
                    <a:pt x="2725" y="1216"/>
                  </a:cubicBezTo>
                  <a:cubicBezTo>
                    <a:pt x="2725" y="1437"/>
                    <a:pt x="2551" y="1625"/>
                    <a:pt x="2329" y="1625"/>
                  </a:cubicBezTo>
                  <a:cubicBezTo>
                    <a:pt x="2105" y="1625"/>
                    <a:pt x="1920" y="1437"/>
                    <a:pt x="1920" y="1216"/>
                  </a:cubicBezTo>
                  <a:cubicBezTo>
                    <a:pt x="1920" y="994"/>
                    <a:pt x="2105" y="817"/>
                    <a:pt x="2329" y="817"/>
                  </a:cubicBezTo>
                  <a:close/>
                  <a:moveTo>
                    <a:pt x="6102" y="817"/>
                  </a:moveTo>
                  <a:cubicBezTo>
                    <a:pt x="6327" y="817"/>
                    <a:pt x="6501" y="994"/>
                    <a:pt x="6501" y="1216"/>
                  </a:cubicBezTo>
                  <a:cubicBezTo>
                    <a:pt x="6501" y="1437"/>
                    <a:pt x="6327" y="1625"/>
                    <a:pt x="6102" y="1625"/>
                  </a:cubicBezTo>
                  <a:cubicBezTo>
                    <a:pt x="5870" y="1625"/>
                    <a:pt x="5696" y="1437"/>
                    <a:pt x="5696" y="1216"/>
                  </a:cubicBezTo>
                  <a:cubicBezTo>
                    <a:pt x="5696" y="994"/>
                    <a:pt x="5870" y="817"/>
                    <a:pt x="6102" y="817"/>
                  </a:cubicBezTo>
                  <a:close/>
                  <a:moveTo>
                    <a:pt x="9867" y="817"/>
                  </a:moveTo>
                  <a:cubicBezTo>
                    <a:pt x="10100" y="817"/>
                    <a:pt x="10277" y="994"/>
                    <a:pt x="10277" y="1216"/>
                  </a:cubicBezTo>
                  <a:cubicBezTo>
                    <a:pt x="10277" y="1437"/>
                    <a:pt x="10100" y="1625"/>
                    <a:pt x="9867" y="1625"/>
                  </a:cubicBezTo>
                  <a:cubicBezTo>
                    <a:pt x="9646" y="1625"/>
                    <a:pt x="9469" y="1437"/>
                    <a:pt x="9469" y="1216"/>
                  </a:cubicBezTo>
                  <a:cubicBezTo>
                    <a:pt x="9469" y="994"/>
                    <a:pt x="9646" y="817"/>
                    <a:pt x="9867" y="817"/>
                  </a:cubicBezTo>
                  <a:close/>
                  <a:moveTo>
                    <a:pt x="1813" y="6804"/>
                  </a:moveTo>
                  <a:lnTo>
                    <a:pt x="1709" y="7609"/>
                  </a:lnTo>
                  <a:lnTo>
                    <a:pt x="1241" y="7609"/>
                  </a:lnTo>
                  <a:cubicBezTo>
                    <a:pt x="1019" y="7609"/>
                    <a:pt x="843" y="7424"/>
                    <a:pt x="843" y="7200"/>
                  </a:cubicBezTo>
                  <a:cubicBezTo>
                    <a:pt x="843" y="6978"/>
                    <a:pt x="1019" y="6804"/>
                    <a:pt x="1241" y="6804"/>
                  </a:cubicBezTo>
                  <a:close/>
                  <a:moveTo>
                    <a:pt x="8195" y="4641"/>
                  </a:moveTo>
                  <a:cubicBezTo>
                    <a:pt x="8804" y="4641"/>
                    <a:pt x="9317" y="5084"/>
                    <a:pt x="9399" y="5682"/>
                  </a:cubicBezTo>
                  <a:lnTo>
                    <a:pt x="9679" y="7609"/>
                  </a:lnTo>
                  <a:lnTo>
                    <a:pt x="2514" y="7609"/>
                  </a:lnTo>
                  <a:lnTo>
                    <a:pt x="2795" y="5682"/>
                  </a:lnTo>
                  <a:cubicBezTo>
                    <a:pt x="2876" y="5084"/>
                    <a:pt x="3393" y="4641"/>
                    <a:pt x="3998" y="4641"/>
                  </a:cubicBezTo>
                  <a:close/>
                  <a:moveTo>
                    <a:pt x="10956" y="6804"/>
                  </a:moveTo>
                  <a:cubicBezTo>
                    <a:pt x="11177" y="6804"/>
                    <a:pt x="11351" y="6978"/>
                    <a:pt x="11351" y="7200"/>
                  </a:cubicBezTo>
                  <a:cubicBezTo>
                    <a:pt x="11351" y="7424"/>
                    <a:pt x="11177" y="7609"/>
                    <a:pt x="10956" y="7609"/>
                  </a:cubicBezTo>
                  <a:lnTo>
                    <a:pt x="10498" y="7609"/>
                  </a:lnTo>
                  <a:lnTo>
                    <a:pt x="10381" y="6804"/>
                  </a:lnTo>
                  <a:close/>
                  <a:moveTo>
                    <a:pt x="7154" y="10580"/>
                  </a:moveTo>
                  <a:lnTo>
                    <a:pt x="7424" y="11385"/>
                  </a:lnTo>
                  <a:lnTo>
                    <a:pt x="4770" y="11385"/>
                  </a:lnTo>
                  <a:lnTo>
                    <a:pt x="5039" y="10580"/>
                  </a:lnTo>
                  <a:close/>
                  <a:moveTo>
                    <a:pt x="10044" y="8417"/>
                  </a:moveTo>
                  <a:lnTo>
                    <a:pt x="10639" y="8779"/>
                  </a:lnTo>
                  <a:cubicBezTo>
                    <a:pt x="10919" y="8942"/>
                    <a:pt x="11096" y="9259"/>
                    <a:pt x="11096" y="9584"/>
                  </a:cubicBezTo>
                  <a:lnTo>
                    <a:pt x="11096" y="11385"/>
                  </a:lnTo>
                  <a:lnTo>
                    <a:pt x="8277" y="11385"/>
                  </a:lnTo>
                  <a:lnTo>
                    <a:pt x="7833" y="10041"/>
                  </a:lnTo>
                  <a:cubicBezTo>
                    <a:pt x="7774" y="9879"/>
                    <a:pt x="7623" y="9761"/>
                    <a:pt x="7449" y="9761"/>
                  </a:cubicBezTo>
                  <a:lnTo>
                    <a:pt x="4748" y="9761"/>
                  </a:lnTo>
                  <a:cubicBezTo>
                    <a:pt x="4574" y="9761"/>
                    <a:pt x="4419" y="9879"/>
                    <a:pt x="4363" y="10041"/>
                  </a:cubicBezTo>
                  <a:lnTo>
                    <a:pt x="3917" y="11385"/>
                  </a:lnTo>
                  <a:lnTo>
                    <a:pt x="1123" y="11385"/>
                  </a:lnTo>
                  <a:lnTo>
                    <a:pt x="1123" y="9584"/>
                  </a:lnTo>
                  <a:cubicBezTo>
                    <a:pt x="1123" y="9259"/>
                    <a:pt x="1300" y="8942"/>
                    <a:pt x="1580" y="8779"/>
                  </a:cubicBezTo>
                  <a:lnTo>
                    <a:pt x="2175" y="8417"/>
                  </a:lnTo>
                  <a:close/>
                  <a:moveTo>
                    <a:pt x="3005" y="12193"/>
                  </a:moveTo>
                  <a:lnTo>
                    <a:pt x="3005" y="12869"/>
                  </a:lnTo>
                  <a:cubicBezTo>
                    <a:pt x="3005" y="12939"/>
                    <a:pt x="2946" y="12998"/>
                    <a:pt x="2876" y="12998"/>
                  </a:cubicBezTo>
                  <a:lnTo>
                    <a:pt x="2071" y="12998"/>
                  </a:lnTo>
                  <a:cubicBezTo>
                    <a:pt x="1990" y="12998"/>
                    <a:pt x="1931" y="12939"/>
                    <a:pt x="1931" y="12869"/>
                  </a:cubicBezTo>
                  <a:lnTo>
                    <a:pt x="1931" y="12193"/>
                  </a:lnTo>
                  <a:close/>
                  <a:moveTo>
                    <a:pt x="10288" y="12193"/>
                  </a:moveTo>
                  <a:lnTo>
                    <a:pt x="10288" y="12869"/>
                  </a:lnTo>
                  <a:cubicBezTo>
                    <a:pt x="10288" y="12939"/>
                    <a:pt x="10229" y="12998"/>
                    <a:pt x="10148" y="12998"/>
                  </a:cubicBezTo>
                  <a:lnTo>
                    <a:pt x="9343" y="12998"/>
                  </a:lnTo>
                  <a:cubicBezTo>
                    <a:pt x="9272" y="12998"/>
                    <a:pt x="9214" y="12939"/>
                    <a:pt x="9214" y="12869"/>
                  </a:cubicBezTo>
                  <a:lnTo>
                    <a:pt x="9214" y="12193"/>
                  </a:lnTo>
                  <a:close/>
                  <a:moveTo>
                    <a:pt x="6117" y="0"/>
                  </a:moveTo>
                  <a:cubicBezTo>
                    <a:pt x="5447" y="0"/>
                    <a:pt x="4899" y="552"/>
                    <a:pt x="4899" y="1216"/>
                  </a:cubicBezTo>
                  <a:cubicBezTo>
                    <a:pt x="4899" y="1743"/>
                    <a:pt x="5238" y="2198"/>
                    <a:pt x="5707" y="2360"/>
                  </a:cubicBezTo>
                  <a:lnTo>
                    <a:pt x="5707" y="3833"/>
                  </a:lnTo>
                  <a:lnTo>
                    <a:pt x="4630" y="3833"/>
                  </a:lnTo>
                  <a:lnTo>
                    <a:pt x="4630" y="2560"/>
                  </a:lnTo>
                  <a:cubicBezTo>
                    <a:pt x="4630" y="2431"/>
                    <a:pt x="4560" y="2316"/>
                    <a:pt x="4456" y="2234"/>
                  </a:cubicBezTo>
                  <a:lnTo>
                    <a:pt x="3496" y="1555"/>
                  </a:lnTo>
                  <a:cubicBezTo>
                    <a:pt x="3533" y="1449"/>
                    <a:pt x="3544" y="1334"/>
                    <a:pt x="3544" y="1216"/>
                  </a:cubicBezTo>
                  <a:cubicBezTo>
                    <a:pt x="3544" y="548"/>
                    <a:pt x="3003" y="8"/>
                    <a:pt x="2346" y="8"/>
                  </a:cubicBezTo>
                  <a:cubicBezTo>
                    <a:pt x="2313" y="8"/>
                    <a:pt x="2279" y="10"/>
                    <a:pt x="2245" y="12"/>
                  </a:cubicBezTo>
                  <a:cubicBezTo>
                    <a:pt x="1650" y="46"/>
                    <a:pt x="1171" y="526"/>
                    <a:pt x="1123" y="1123"/>
                  </a:cubicBezTo>
                  <a:cubicBezTo>
                    <a:pt x="1078" y="1836"/>
                    <a:pt x="1639" y="2431"/>
                    <a:pt x="2341" y="2431"/>
                  </a:cubicBezTo>
                  <a:cubicBezTo>
                    <a:pt x="2596" y="2431"/>
                    <a:pt x="2831" y="2349"/>
                    <a:pt x="3031" y="2209"/>
                  </a:cubicBezTo>
                  <a:lnTo>
                    <a:pt x="3813" y="2770"/>
                  </a:lnTo>
                  <a:lnTo>
                    <a:pt x="3813" y="3847"/>
                  </a:lnTo>
                  <a:cubicBezTo>
                    <a:pt x="3404" y="3881"/>
                    <a:pt x="3005" y="4044"/>
                    <a:pt x="2680" y="4324"/>
                  </a:cubicBezTo>
                  <a:cubicBezTo>
                    <a:pt x="2315" y="4641"/>
                    <a:pt x="2071" y="5084"/>
                    <a:pt x="2001" y="5564"/>
                  </a:cubicBezTo>
                  <a:lnTo>
                    <a:pt x="1942" y="5985"/>
                  </a:lnTo>
                  <a:lnTo>
                    <a:pt x="1277" y="5985"/>
                  </a:lnTo>
                  <a:cubicBezTo>
                    <a:pt x="657" y="5985"/>
                    <a:pt x="96" y="6487"/>
                    <a:pt x="49" y="7107"/>
                  </a:cubicBezTo>
                  <a:cubicBezTo>
                    <a:pt x="1" y="7668"/>
                    <a:pt x="340" y="8159"/>
                    <a:pt x="831" y="8336"/>
                  </a:cubicBezTo>
                  <a:cubicBezTo>
                    <a:pt x="506" y="8661"/>
                    <a:pt x="318" y="9118"/>
                    <a:pt x="318" y="9584"/>
                  </a:cubicBezTo>
                  <a:lnTo>
                    <a:pt x="318" y="11783"/>
                  </a:lnTo>
                  <a:cubicBezTo>
                    <a:pt x="318" y="12005"/>
                    <a:pt x="492" y="12193"/>
                    <a:pt x="716" y="12193"/>
                  </a:cubicBezTo>
                  <a:lnTo>
                    <a:pt x="1123" y="12193"/>
                  </a:lnTo>
                  <a:lnTo>
                    <a:pt x="1123" y="12869"/>
                  </a:lnTo>
                  <a:cubicBezTo>
                    <a:pt x="1123" y="13385"/>
                    <a:pt x="1544" y="13806"/>
                    <a:pt x="2071" y="13806"/>
                  </a:cubicBezTo>
                  <a:lnTo>
                    <a:pt x="2876" y="13806"/>
                  </a:lnTo>
                  <a:cubicBezTo>
                    <a:pt x="3393" y="13806"/>
                    <a:pt x="3813" y="13385"/>
                    <a:pt x="3813" y="12869"/>
                  </a:cubicBezTo>
                  <a:lnTo>
                    <a:pt x="3813" y="12193"/>
                  </a:lnTo>
                  <a:lnTo>
                    <a:pt x="8406" y="12193"/>
                  </a:lnTo>
                  <a:lnTo>
                    <a:pt x="8406" y="12869"/>
                  </a:lnTo>
                  <a:cubicBezTo>
                    <a:pt x="8406" y="13385"/>
                    <a:pt x="8826" y="13806"/>
                    <a:pt x="9343" y="13806"/>
                  </a:cubicBezTo>
                  <a:lnTo>
                    <a:pt x="10148" y="13806"/>
                  </a:lnTo>
                  <a:cubicBezTo>
                    <a:pt x="10675" y="13806"/>
                    <a:pt x="11096" y="13385"/>
                    <a:pt x="11096" y="12869"/>
                  </a:cubicBezTo>
                  <a:lnTo>
                    <a:pt x="11096" y="12193"/>
                  </a:lnTo>
                  <a:lnTo>
                    <a:pt x="11503" y="12193"/>
                  </a:lnTo>
                  <a:cubicBezTo>
                    <a:pt x="11727" y="12193"/>
                    <a:pt x="11901" y="12005"/>
                    <a:pt x="11901" y="11783"/>
                  </a:cubicBezTo>
                  <a:lnTo>
                    <a:pt x="11901" y="9584"/>
                  </a:lnTo>
                  <a:cubicBezTo>
                    <a:pt x="11901" y="9118"/>
                    <a:pt x="11713" y="8661"/>
                    <a:pt x="11388" y="8336"/>
                  </a:cubicBezTo>
                  <a:cubicBezTo>
                    <a:pt x="11879" y="8159"/>
                    <a:pt x="12218" y="7668"/>
                    <a:pt x="12170" y="7107"/>
                  </a:cubicBezTo>
                  <a:cubicBezTo>
                    <a:pt x="12123" y="6487"/>
                    <a:pt x="11562" y="5985"/>
                    <a:pt x="10942" y="5985"/>
                  </a:cubicBezTo>
                  <a:lnTo>
                    <a:pt x="10277" y="5985"/>
                  </a:lnTo>
                  <a:lnTo>
                    <a:pt x="10218" y="5564"/>
                  </a:lnTo>
                  <a:cubicBezTo>
                    <a:pt x="10148" y="5084"/>
                    <a:pt x="9904" y="4641"/>
                    <a:pt x="9539" y="4324"/>
                  </a:cubicBezTo>
                  <a:cubicBezTo>
                    <a:pt x="9214" y="4044"/>
                    <a:pt x="8815" y="3881"/>
                    <a:pt x="8406" y="3847"/>
                  </a:cubicBezTo>
                  <a:lnTo>
                    <a:pt x="8406" y="2770"/>
                  </a:lnTo>
                  <a:lnTo>
                    <a:pt x="9188" y="2209"/>
                  </a:lnTo>
                  <a:cubicBezTo>
                    <a:pt x="9397" y="2349"/>
                    <a:pt x="9641" y="2432"/>
                    <a:pt x="9910" y="2432"/>
                  </a:cubicBezTo>
                  <a:cubicBezTo>
                    <a:pt x="9931" y="2432"/>
                    <a:pt x="9953" y="2432"/>
                    <a:pt x="9974" y="2431"/>
                  </a:cubicBezTo>
                  <a:cubicBezTo>
                    <a:pt x="10580" y="2386"/>
                    <a:pt x="11071" y="1884"/>
                    <a:pt x="11096" y="1264"/>
                  </a:cubicBezTo>
                  <a:cubicBezTo>
                    <a:pt x="11118" y="573"/>
                    <a:pt x="10569" y="1"/>
                    <a:pt x="9878" y="1"/>
                  </a:cubicBezTo>
                  <a:cubicBezTo>
                    <a:pt x="9214" y="1"/>
                    <a:pt x="8675" y="551"/>
                    <a:pt x="8675" y="1216"/>
                  </a:cubicBezTo>
                  <a:cubicBezTo>
                    <a:pt x="8675" y="1334"/>
                    <a:pt x="8686" y="1449"/>
                    <a:pt x="8723" y="1555"/>
                  </a:cubicBezTo>
                  <a:lnTo>
                    <a:pt x="7763" y="2234"/>
                  </a:lnTo>
                  <a:cubicBezTo>
                    <a:pt x="7659" y="2316"/>
                    <a:pt x="7589" y="2431"/>
                    <a:pt x="7589" y="2560"/>
                  </a:cubicBezTo>
                  <a:lnTo>
                    <a:pt x="7589" y="3833"/>
                  </a:lnTo>
                  <a:lnTo>
                    <a:pt x="6512" y="3833"/>
                  </a:lnTo>
                  <a:lnTo>
                    <a:pt x="6512" y="2360"/>
                  </a:lnTo>
                  <a:cubicBezTo>
                    <a:pt x="7003" y="2186"/>
                    <a:pt x="7354" y="1707"/>
                    <a:pt x="7320" y="1146"/>
                  </a:cubicBezTo>
                  <a:cubicBezTo>
                    <a:pt x="7284" y="526"/>
                    <a:pt x="6781" y="35"/>
                    <a:pt x="6161" y="1"/>
                  </a:cubicBezTo>
                  <a:cubicBezTo>
                    <a:pt x="6146" y="1"/>
                    <a:pt x="6131" y="0"/>
                    <a:pt x="61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821" name="Google Shape;821;p35"/>
          <p:cNvGrpSpPr/>
          <p:nvPr/>
        </p:nvGrpSpPr>
        <p:grpSpPr>
          <a:xfrm>
            <a:off x="818363" y="1401644"/>
            <a:ext cx="345125" cy="345425"/>
            <a:chOff x="997838" y="2690475"/>
            <a:chExt cx="345125" cy="345425"/>
          </a:xfrm>
        </p:grpSpPr>
        <p:sp>
          <p:nvSpPr>
            <p:cNvPr id="822" name="Google Shape;822;p35"/>
            <p:cNvSpPr/>
            <p:nvPr/>
          </p:nvSpPr>
          <p:spPr>
            <a:xfrm>
              <a:off x="1267563" y="2758300"/>
              <a:ext cx="41550" cy="20150"/>
            </a:xfrm>
            <a:custGeom>
              <a:rect l="l" t="t" r="r" b="b"/>
              <a:pathLst>
                <a:path w="1662" h="805" extrusionOk="0">
                  <a:moveTo>
                    <a:pt x="432" y="0"/>
                  </a:moveTo>
                  <a:cubicBezTo>
                    <a:pt x="188" y="0"/>
                    <a:pt x="0" y="200"/>
                    <a:pt x="23" y="444"/>
                  </a:cubicBezTo>
                  <a:cubicBezTo>
                    <a:pt x="48" y="654"/>
                    <a:pt x="233" y="806"/>
                    <a:pt x="432" y="806"/>
                  </a:cubicBezTo>
                  <a:lnTo>
                    <a:pt x="1226" y="806"/>
                  </a:lnTo>
                  <a:cubicBezTo>
                    <a:pt x="1437" y="806"/>
                    <a:pt x="1613" y="654"/>
                    <a:pt x="1636" y="444"/>
                  </a:cubicBezTo>
                  <a:cubicBezTo>
                    <a:pt x="1661" y="200"/>
                    <a:pt x="147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23" name="Google Shape;823;p35"/>
            <p:cNvSpPr/>
            <p:nvPr/>
          </p:nvSpPr>
          <p:spPr>
            <a:xfrm>
              <a:off x="1259988" y="2704400"/>
              <a:ext cx="40625" cy="30350"/>
            </a:xfrm>
            <a:custGeom>
              <a:rect l="l" t="t" r="r" b="b"/>
              <a:pathLst>
                <a:path w="1625" h="1214" extrusionOk="0">
                  <a:moveTo>
                    <a:pt x="1163" y="0"/>
                  </a:moveTo>
                  <a:cubicBezTo>
                    <a:pt x="1094" y="0"/>
                    <a:pt x="1023" y="17"/>
                    <a:pt x="957" y="52"/>
                  </a:cubicBezTo>
                  <a:lnTo>
                    <a:pt x="256" y="462"/>
                  </a:lnTo>
                  <a:cubicBezTo>
                    <a:pt x="70" y="577"/>
                    <a:pt x="0" y="824"/>
                    <a:pt x="115" y="1009"/>
                  </a:cubicBezTo>
                  <a:cubicBezTo>
                    <a:pt x="187" y="1143"/>
                    <a:pt x="321" y="1214"/>
                    <a:pt x="462" y="1214"/>
                  </a:cubicBezTo>
                  <a:cubicBezTo>
                    <a:pt x="530" y="1214"/>
                    <a:pt x="600" y="1197"/>
                    <a:pt x="665" y="1163"/>
                  </a:cubicBezTo>
                  <a:lnTo>
                    <a:pt x="1366" y="754"/>
                  </a:lnTo>
                  <a:cubicBezTo>
                    <a:pt x="1554" y="647"/>
                    <a:pt x="1625" y="403"/>
                    <a:pt x="1507" y="204"/>
                  </a:cubicBezTo>
                  <a:cubicBezTo>
                    <a:pt x="1437" y="71"/>
                    <a:pt x="1304" y="0"/>
                    <a:pt x="11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24" name="Google Shape;824;p35"/>
            <p:cNvSpPr/>
            <p:nvPr/>
          </p:nvSpPr>
          <p:spPr>
            <a:xfrm>
              <a:off x="1259988" y="2802150"/>
              <a:ext cx="40625" cy="30350"/>
            </a:xfrm>
            <a:custGeom>
              <a:rect l="l" t="t" r="r" b="b"/>
              <a:pathLst>
                <a:path w="1625" h="1214" extrusionOk="0">
                  <a:moveTo>
                    <a:pt x="457" y="1"/>
                  </a:moveTo>
                  <a:cubicBezTo>
                    <a:pt x="318" y="1"/>
                    <a:pt x="186" y="74"/>
                    <a:pt x="115" y="199"/>
                  </a:cubicBezTo>
                  <a:cubicBezTo>
                    <a:pt x="0" y="395"/>
                    <a:pt x="70" y="642"/>
                    <a:pt x="256" y="760"/>
                  </a:cubicBezTo>
                  <a:lnTo>
                    <a:pt x="957" y="1155"/>
                  </a:lnTo>
                  <a:cubicBezTo>
                    <a:pt x="1023" y="1195"/>
                    <a:pt x="1095" y="1213"/>
                    <a:pt x="1166" y="1213"/>
                  </a:cubicBezTo>
                  <a:cubicBezTo>
                    <a:pt x="1305" y="1213"/>
                    <a:pt x="1438" y="1140"/>
                    <a:pt x="1507" y="1015"/>
                  </a:cubicBezTo>
                  <a:cubicBezTo>
                    <a:pt x="1625" y="816"/>
                    <a:pt x="1554" y="572"/>
                    <a:pt x="1366" y="454"/>
                  </a:cubicBezTo>
                  <a:lnTo>
                    <a:pt x="665" y="59"/>
                  </a:lnTo>
                  <a:cubicBezTo>
                    <a:pt x="599" y="19"/>
                    <a:pt x="527" y="1"/>
                    <a:pt x="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25" name="Google Shape;825;p35"/>
            <p:cNvSpPr/>
            <p:nvPr/>
          </p:nvSpPr>
          <p:spPr>
            <a:xfrm>
              <a:off x="1031688" y="2758300"/>
              <a:ext cx="41550" cy="20150"/>
            </a:xfrm>
            <a:custGeom>
              <a:rect l="l" t="t" r="r" b="b"/>
              <a:pathLst>
                <a:path w="1662" h="805" extrusionOk="0">
                  <a:moveTo>
                    <a:pt x="436" y="0"/>
                  </a:moveTo>
                  <a:cubicBezTo>
                    <a:pt x="225" y="0"/>
                    <a:pt x="49" y="152"/>
                    <a:pt x="26" y="351"/>
                  </a:cubicBezTo>
                  <a:cubicBezTo>
                    <a:pt x="1" y="595"/>
                    <a:pt x="189" y="806"/>
                    <a:pt x="422" y="806"/>
                  </a:cubicBezTo>
                  <a:lnTo>
                    <a:pt x="1230" y="806"/>
                  </a:lnTo>
                  <a:cubicBezTo>
                    <a:pt x="1429" y="806"/>
                    <a:pt x="1614" y="654"/>
                    <a:pt x="1639" y="444"/>
                  </a:cubicBezTo>
                  <a:cubicBezTo>
                    <a:pt x="1662" y="200"/>
                    <a:pt x="1474" y="0"/>
                    <a:pt x="12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26" name="Google Shape;826;p35"/>
            <p:cNvSpPr/>
            <p:nvPr/>
          </p:nvSpPr>
          <p:spPr>
            <a:xfrm>
              <a:off x="1040188" y="2704400"/>
              <a:ext cx="40625" cy="30350"/>
            </a:xfrm>
            <a:custGeom>
              <a:rect l="l" t="t" r="r" b="b"/>
              <a:pathLst>
                <a:path w="1625" h="1214" extrusionOk="0">
                  <a:moveTo>
                    <a:pt x="462" y="0"/>
                  </a:moveTo>
                  <a:cubicBezTo>
                    <a:pt x="321" y="0"/>
                    <a:pt x="188" y="71"/>
                    <a:pt x="118" y="204"/>
                  </a:cubicBezTo>
                  <a:cubicBezTo>
                    <a:pt x="0" y="403"/>
                    <a:pt x="71" y="647"/>
                    <a:pt x="259" y="754"/>
                  </a:cubicBezTo>
                  <a:lnTo>
                    <a:pt x="960" y="1163"/>
                  </a:lnTo>
                  <a:cubicBezTo>
                    <a:pt x="1025" y="1197"/>
                    <a:pt x="1095" y="1214"/>
                    <a:pt x="1163" y="1214"/>
                  </a:cubicBezTo>
                  <a:cubicBezTo>
                    <a:pt x="1304" y="1214"/>
                    <a:pt x="1438" y="1143"/>
                    <a:pt x="1510" y="1009"/>
                  </a:cubicBezTo>
                  <a:cubicBezTo>
                    <a:pt x="1625" y="824"/>
                    <a:pt x="1555" y="577"/>
                    <a:pt x="1369" y="462"/>
                  </a:cubicBezTo>
                  <a:lnTo>
                    <a:pt x="668" y="52"/>
                  </a:lnTo>
                  <a:cubicBezTo>
                    <a:pt x="602" y="17"/>
                    <a:pt x="531" y="0"/>
                    <a:pt x="4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27" name="Google Shape;827;p35"/>
            <p:cNvSpPr/>
            <p:nvPr/>
          </p:nvSpPr>
          <p:spPr>
            <a:xfrm>
              <a:off x="1040188" y="2802150"/>
              <a:ext cx="40625" cy="30350"/>
            </a:xfrm>
            <a:custGeom>
              <a:rect l="l" t="t" r="r" b="b"/>
              <a:pathLst>
                <a:path w="1625" h="1214" extrusionOk="0">
                  <a:moveTo>
                    <a:pt x="1168" y="1"/>
                  </a:moveTo>
                  <a:cubicBezTo>
                    <a:pt x="1098" y="1"/>
                    <a:pt x="1026" y="19"/>
                    <a:pt x="960" y="59"/>
                  </a:cubicBezTo>
                  <a:lnTo>
                    <a:pt x="259" y="454"/>
                  </a:lnTo>
                  <a:cubicBezTo>
                    <a:pt x="71" y="572"/>
                    <a:pt x="0" y="816"/>
                    <a:pt x="118" y="1015"/>
                  </a:cubicBezTo>
                  <a:cubicBezTo>
                    <a:pt x="187" y="1140"/>
                    <a:pt x="320" y="1213"/>
                    <a:pt x="459" y="1213"/>
                  </a:cubicBezTo>
                  <a:cubicBezTo>
                    <a:pt x="530" y="1213"/>
                    <a:pt x="601" y="1195"/>
                    <a:pt x="668" y="1155"/>
                  </a:cubicBezTo>
                  <a:lnTo>
                    <a:pt x="1369" y="760"/>
                  </a:lnTo>
                  <a:cubicBezTo>
                    <a:pt x="1555" y="642"/>
                    <a:pt x="1625" y="395"/>
                    <a:pt x="1510" y="199"/>
                  </a:cubicBezTo>
                  <a:cubicBezTo>
                    <a:pt x="1439" y="74"/>
                    <a:pt x="1307" y="1"/>
                    <a:pt x="11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28" name="Google Shape;828;p35"/>
            <p:cNvSpPr/>
            <p:nvPr/>
          </p:nvSpPr>
          <p:spPr>
            <a:xfrm>
              <a:off x="997838" y="2690475"/>
              <a:ext cx="345125" cy="345425"/>
            </a:xfrm>
            <a:custGeom>
              <a:rect l="l" t="t" r="r" b="b"/>
              <a:pathLst>
                <a:path w="13805" h="13817" extrusionOk="0">
                  <a:moveTo>
                    <a:pt x="6895" y="820"/>
                  </a:moveTo>
                  <a:cubicBezTo>
                    <a:pt x="8172" y="820"/>
                    <a:pt x="9199" y="1847"/>
                    <a:pt x="9199" y="3109"/>
                  </a:cubicBezTo>
                  <a:cubicBezTo>
                    <a:pt x="9199" y="3799"/>
                    <a:pt x="8896" y="4441"/>
                    <a:pt x="8357" y="4876"/>
                  </a:cubicBezTo>
                  <a:cubicBezTo>
                    <a:pt x="8018" y="5168"/>
                    <a:pt x="7785" y="5541"/>
                    <a:pt x="7715" y="5939"/>
                  </a:cubicBezTo>
                  <a:lnTo>
                    <a:pt x="7305" y="5939"/>
                  </a:lnTo>
                  <a:lnTo>
                    <a:pt x="7305" y="3824"/>
                  </a:lnTo>
                  <a:lnTo>
                    <a:pt x="7995" y="3134"/>
                  </a:lnTo>
                  <a:cubicBezTo>
                    <a:pt x="8135" y="2994"/>
                    <a:pt x="8158" y="2758"/>
                    <a:pt x="8032" y="2596"/>
                  </a:cubicBezTo>
                  <a:cubicBezTo>
                    <a:pt x="7950" y="2490"/>
                    <a:pt x="7833" y="2437"/>
                    <a:pt x="7715" y="2437"/>
                  </a:cubicBezTo>
                  <a:cubicBezTo>
                    <a:pt x="7610" y="2437"/>
                    <a:pt x="7505" y="2479"/>
                    <a:pt x="7423" y="2562"/>
                  </a:cubicBezTo>
                  <a:lnTo>
                    <a:pt x="6895" y="3075"/>
                  </a:lnTo>
                  <a:lnTo>
                    <a:pt x="6382" y="2562"/>
                  </a:lnTo>
                  <a:cubicBezTo>
                    <a:pt x="6300" y="2479"/>
                    <a:pt x="6195" y="2437"/>
                    <a:pt x="6090" y="2437"/>
                  </a:cubicBezTo>
                  <a:cubicBezTo>
                    <a:pt x="5972" y="2437"/>
                    <a:pt x="5855" y="2490"/>
                    <a:pt x="5773" y="2596"/>
                  </a:cubicBezTo>
                  <a:cubicBezTo>
                    <a:pt x="5647" y="2758"/>
                    <a:pt x="5670" y="2994"/>
                    <a:pt x="5810" y="3134"/>
                  </a:cubicBezTo>
                  <a:lnTo>
                    <a:pt x="6500" y="3824"/>
                  </a:lnTo>
                  <a:lnTo>
                    <a:pt x="6500" y="5939"/>
                  </a:lnTo>
                  <a:lnTo>
                    <a:pt x="6090" y="5939"/>
                  </a:lnTo>
                  <a:cubicBezTo>
                    <a:pt x="6020" y="5541"/>
                    <a:pt x="5787" y="5168"/>
                    <a:pt x="5448" y="4876"/>
                  </a:cubicBezTo>
                  <a:cubicBezTo>
                    <a:pt x="4909" y="4441"/>
                    <a:pt x="4606" y="3799"/>
                    <a:pt x="4606" y="3109"/>
                  </a:cubicBezTo>
                  <a:cubicBezTo>
                    <a:pt x="4606" y="1847"/>
                    <a:pt x="5633" y="820"/>
                    <a:pt x="6895" y="820"/>
                  </a:cubicBezTo>
                  <a:close/>
                  <a:moveTo>
                    <a:pt x="7681" y="6756"/>
                  </a:moveTo>
                  <a:lnTo>
                    <a:pt x="7681" y="7424"/>
                  </a:lnTo>
                  <a:cubicBezTo>
                    <a:pt x="7681" y="7505"/>
                    <a:pt x="7622" y="7564"/>
                    <a:pt x="7552" y="7564"/>
                  </a:cubicBezTo>
                  <a:lnTo>
                    <a:pt x="6253" y="7564"/>
                  </a:lnTo>
                  <a:cubicBezTo>
                    <a:pt x="6183" y="7564"/>
                    <a:pt x="6124" y="7505"/>
                    <a:pt x="6124" y="7424"/>
                  </a:cubicBezTo>
                  <a:lnTo>
                    <a:pt x="6124" y="6756"/>
                  </a:lnTo>
                  <a:close/>
                  <a:moveTo>
                    <a:pt x="2561" y="8383"/>
                  </a:moveTo>
                  <a:cubicBezTo>
                    <a:pt x="3004" y="8383"/>
                    <a:pt x="3366" y="8745"/>
                    <a:pt x="3366" y="9188"/>
                  </a:cubicBezTo>
                  <a:cubicBezTo>
                    <a:pt x="3366" y="9631"/>
                    <a:pt x="3004" y="9996"/>
                    <a:pt x="2561" y="9996"/>
                  </a:cubicBezTo>
                  <a:cubicBezTo>
                    <a:pt x="2115" y="9996"/>
                    <a:pt x="1753" y="9631"/>
                    <a:pt x="1753" y="9188"/>
                  </a:cubicBezTo>
                  <a:cubicBezTo>
                    <a:pt x="1753" y="8745"/>
                    <a:pt x="2115" y="8383"/>
                    <a:pt x="2561" y="8383"/>
                  </a:cubicBezTo>
                  <a:close/>
                  <a:moveTo>
                    <a:pt x="11244" y="8383"/>
                  </a:moveTo>
                  <a:cubicBezTo>
                    <a:pt x="11690" y="8383"/>
                    <a:pt x="12052" y="8745"/>
                    <a:pt x="12052" y="9188"/>
                  </a:cubicBezTo>
                  <a:cubicBezTo>
                    <a:pt x="12052" y="9631"/>
                    <a:pt x="11690" y="9996"/>
                    <a:pt x="11244" y="9996"/>
                  </a:cubicBezTo>
                  <a:cubicBezTo>
                    <a:pt x="10800" y="9996"/>
                    <a:pt x="10439" y="9631"/>
                    <a:pt x="10439" y="9188"/>
                  </a:cubicBezTo>
                  <a:cubicBezTo>
                    <a:pt x="10439" y="8745"/>
                    <a:pt x="10800" y="8383"/>
                    <a:pt x="11244" y="8383"/>
                  </a:cubicBezTo>
                  <a:close/>
                  <a:moveTo>
                    <a:pt x="6500" y="8369"/>
                  </a:moveTo>
                  <a:lnTo>
                    <a:pt x="6500" y="9830"/>
                  </a:lnTo>
                  <a:cubicBezTo>
                    <a:pt x="6500" y="10812"/>
                    <a:pt x="5703" y="11609"/>
                    <a:pt x="4721" y="11609"/>
                  </a:cubicBezTo>
                  <a:cubicBezTo>
                    <a:pt x="4500" y="11609"/>
                    <a:pt x="4315" y="11783"/>
                    <a:pt x="4315" y="12005"/>
                  </a:cubicBezTo>
                  <a:lnTo>
                    <a:pt x="4315" y="13012"/>
                  </a:lnTo>
                  <a:lnTo>
                    <a:pt x="808" y="13012"/>
                  </a:lnTo>
                  <a:lnTo>
                    <a:pt x="808" y="12005"/>
                  </a:lnTo>
                  <a:cubicBezTo>
                    <a:pt x="808" y="11340"/>
                    <a:pt x="1355" y="10801"/>
                    <a:pt x="2023" y="10801"/>
                  </a:cubicBezTo>
                  <a:lnTo>
                    <a:pt x="4721" y="10801"/>
                  </a:lnTo>
                  <a:cubicBezTo>
                    <a:pt x="5260" y="10801"/>
                    <a:pt x="5692" y="10358"/>
                    <a:pt x="5692" y="9830"/>
                  </a:cubicBezTo>
                  <a:lnTo>
                    <a:pt x="5692" y="8778"/>
                  </a:lnTo>
                  <a:cubicBezTo>
                    <a:pt x="5692" y="8557"/>
                    <a:pt x="5869" y="8369"/>
                    <a:pt x="6090" y="8369"/>
                  </a:cubicBezTo>
                  <a:close/>
                  <a:moveTo>
                    <a:pt x="7715" y="8369"/>
                  </a:moveTo>
                  <a:cubicBezTo>
                    <a:pt x="7936" y="8369"/>
                    <a:pt x="8113" y="8557"/>
                    <a:pt x="8113" y="8778"/>
                  </a:cubicBezTo>
                  <a:lnTo>
                    <a:pt x="8113" y="9830"/>
                  </a:lnTo>
                  <a:cubicBezTo>
                    <a:pt x="8113" y="10358"/>
                    <a:pt x="8545" y="10801"/>
                    <a:pt x="9084" y="10801"/>
                  </a:cubicBezTo>
                  <a:lnTo>
                    <a:pt x="11782" y="10801"/>
                  </a:lnTo>
                  <a:cubicBezTo>
                    <a:pt x="12450" y="10801"/>
                    <a:pt x="12997" y="11340"/>
                    <a:pt x="12997" y="12005"/>
                  </a:cubicBezTo>
                  <a:lnTo>
                    <a:pt x="12997" y="13012"/>
                  </a:lnTo>
                  <a:lnTo>
                    <a:pt x="9490" y="13012"/>
                  </a:lnTo>
                  <a:lnTo>
                    <a:pt x="9490" y="12005"/>
                  </a:lnTo>
                  <a:cubicBezTo>
                    <a:pt x="9490" y="11783"/>
                    <a:pt x="9305" y="11609"/>
                    <a:pt x="9084" y="11609"/>
                  </a:cubicBezTo>
                  <a:cubicBezTo>
                    <a:pt x="8102" y="11609"/>
                    <a:pt x="7305" y="10812"/>
                    <a:pt x="7305" y="9830"/>
                  </a:cubicBezTo>
                  <a:lnTo>
                    <a:pt x="7305" y="8369"/>
                  </a:lnTo>
                  <a:close/>
                  <a:moveTo>
                    <a:pt x="6895" y="1"/>
                  </a:moveTo>
                  <a:cubicBezTo>
                    <a:pt x="5190" y="1"/>
                    <a:pt x="3787" y="1403"/>
                    <a:pt x="3787" y="3123"/>
                  </a:cubicBezTo>
                  <a:cubicBezTo>
                    <a:pt x="3787" y="4057"/>
                    <a:pt x="4197" y="4921"/>
                    <a:pt x="4921" y="5519"/>
                  </a:cubicBezTo>
                  <a:cubicBezTo>
                    <a:pt x="5167" y="5729"/>
                    <a:pt x="5308" y="6010"/>
                    <a:pt x="5308" y="6290"/>
                  </a:cubicBezTo>
                  <a:lnTo>
                    <a:pt x="5308" y="7446"/>
                  </a:lnTo>
                  <a:cubicBezTo>
                    <a:pt x="5308" y="7575"/>
                    <a:pt x="5341" y="7693"/>
                    <a:pt x="5378" y="7797"/>
                  </a:cubicBezTo>
                  <a:cubicBezTo>
                    <a:pt x="5072" y="8018"/>
                    <a:pt x="4876" y="8369"/>
                    <a:pt x="4876" y="8767"/>
                  </a:cubicBezTo>
                  <a:lnTo>
                    <a:pt x="4876" y="9830"/>
                  </a:lnTo>
                  <a:cubicBezTo>
                    <a:pt x="4876" y="9912"/>
                    <a:pt x="4806" y="9982"/>
                    <a:pt x="4721" y="9982"/>
                  </a:cubicBezTo>
                  <a:lnTo>
                    <a:pt x="3964" y="9982"/>
                  </a:lnTo>
                  <a:cubicBezTo>
                    <a:pt x="4115" y="9727"/>
                    <a:pt x="4197" y="9435"/>
                    <a:pt x="4174" y="9107"/>
                  </a:cubicBezTo>
                  <a:cubicBezTo>
                    <a:pt x="4138" y="8276"/>
                    <a:pt x="3473" y="7597"/>
                    <a:pt x="2643" y="7564"/>
                  </a:cubicBezTo>
                  <a:cubicBezTo>
                    <a:pt x="2614" y="7562"/>
                    <a:pt x="2586" y="7562"/>
                    <a:pt x="2558" y="7562"/>
                  </a:cubicBezTo>
                  <a:cubicBezTo>
                    <a:pt x="1660" y="7562"/>
                    <a:pt x="948" y="8293"/>
                    <a:pt x="948" y="9177"/>
                  </a:cubicBezTo>
                  <a:cubicBezTo>
                    <a:pt x="948" y="9539"/>
                    <a:pt x="1063" y="9867"/>
                    <a:pt x="1262" y="10136"/>
                  </a:cubicBezTo>
                  <a:cubicBezTo>
                    <a:pt x="527" y="10439"/>
                    <a:pt x="0" y="11163"/>
                    <a:pt x="0" y="12005"/>
                  </a:cubicBezTo>
                  <a:lnTo>
                    <a:pt x="0" y="13407"/>
                  </a:lnTo>
                  <a:cubicBezTo>
                    <a:pt x="0" y="13629"/>
                    <a:pt x="177" y="13817"/>
                    <a:pt x="410" y="13817"/>
                  </a:cubicBezTo>
                  <a:lnTo>
                    <a:pt x="4721" y="13817"/>
                  </a:lnTo>
                  <a:cubicBezTo>
                    <a:pt x="4946" y="13817"/>
                    <a:pt x="5120" y="13629"/>
                    <a:pt x="5120" y="13407"/>
                  </a:cubicBezTo>
                  <a:lnTo>
                    <a:pt x="5120" y="12380"/>
                  </a:lnTo>
                  <a:cubicBezTo>
                    <a:pt x="5869" y="12263"/>
                    <a:pt x="6511" y="11831"/>
                    <a:pt x="6895" y="11211"/>
                  </a:cubicBezTo>
                  <a:cubicBezTo>
                    <a:pt x="7294" y="11831"/>
                    <a:pt x="7936" y="12263"/>
                    <a:pt x="8685" y="12380"/>
                  </a:cubicBezTo>
                  <a:lnTo>
                    <a:pt x="8685" y="13407"/>
                  </a:lnTo>
                  <a:cubicBezTo>
                    <a:pt x="8685" y="13629"/>
                    <a:pt x="8859" y="13817"/>
                    <a:pt x="9084" y="13817"/>
                  </a:cubicBezTo>
                  <a:lnTo>
                    <a:pt x="13395" y="13817"/>
                  </a:lnTo>
                  <a:cubicBezTo>
                    <a:pt x="13617" y="13817"/>
                    <a:pt x="13805" y="13629"/>
                    <a:pt x="13805" y="13407"/>
                  </a:cubicBezTo>
                  <a:lnTo>
                    <a:pt x="13805" y="12005"/>
                  </a:lnTo>
                  <a:cubicBezTo>
                    <a:pt x="13805" y="11163"/>
                    <a:pt x="13278" y="10439"/>
                    <a:pt x="12543" y="10136"/>
                  </a:cubicBezTo>
                  <a:cubicBezTo>
                    <a:pt x="12764" y="9842"/>
                    <a:pt x="12882" y="9480"/>
                    <a:pt x="12857" y="9095"/>
                  </a:cubicBezTo>
                  <a:cubicBezTo>
                    <a:pt x="12812" y="8254"/>
                    <a:pt x="12111" y="7575"/>
                    <a:pt x="11269" y="7564"/>
                  </a:cubicBezTo>
                  <a:cubicBezTo>
                    <a:pt x="11262" y="7564"/>
                    <a:pt x="11255" y="7564"/>
                    <a:pt x="11248" y="7564"/>
                  </a:cubicBezTo>
                  <a:cubicBezTo>
                    <a:pt x="10357" y="7564"/>
                    <a:pt x="9619" y="8283"/>
                    <a:pt x="9619" y="9177"/>
                  </a:cubicBezTo>
                  <a:cubicBezTo>
                    <a:pt x="9619" y="9469"/>
                    <a:pt x="9701" y="9749"/>
                    <a:pt x="9841" y="9982"/>
                  </a:cubicBezTo>
                  <a:lnTo>
                    <a:pt x="9084" y="9982"/>
                  </a:lnTo>
                  <a:cubicBezTo>
                    <a:pt x="8999" y="9982"/>
                    <a:pt x="8918" y="9912"/>
                    <a:pt x="8918" y="9830"/>
                  </a:cubicBezTo>
                  <a:lnTo>
                    <a:pt x="8918" y="8778"/>
                  </a:lnTo>
                  <a:cubicBezTo>
                    <a:pt x="8918" y="8369"/>
                    <a:pt x="8733" y="8007"/>
                    <a:pt x="8427" y="7785"/>
                  </a:cubicBezTo>
                  <a:cubicBezTo>
                    <a:pt x="8464" y="7682"/>
                    <a:pt x="8497" y="7553"/>
                    <a:pt x="8497" y="7424"/>
                  </a:cubicBezTo>
                  <a:lnTo>
                    <a:pt x="8497" y="6290"/>
                  </a:lnTo>
                  <a:cubicBezTo>
                    <a:pt x="8497" y="6010"/>
                    <a:pt x="8638" y="5729"/>
                    <a:pt x="8884" y="5519"/>
                  </a:cubicBezTo>
                  <a:cubicBezTo>
                    <a:pt x="9608" y="4921"/>
                    <a:pt x="10018" y="4057"/>
                    <a:pt x="10018" y="3123"/>
                  </a:cubicBezTo>
                  <a:cubicBezTo>
                    <a:pt x="10018" y="1403"/>
                    <a:pt x="8615" y="1"/>
                    <a:pt x="68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D836276-EBBE-5F82-7AEA-EB9C587A7249}"/>
              </a:ext>
            </a:extLst>
          </p:cNvPr>
          <p:cNvSpPr txBox="1"/>
          <p:nvPr/>
        </p:nvSpPr>
        <p:spPr>
          <a:xfrm>
            <a:off x="827161" y="539027"/>
            <a:ext cx="4965018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2400" b="1">
                <a:solidFill>
                  <a:schemeClr val="tx1"/>
                </a:solidFill>
              </a:rPr>
              <a:t>КЛЮЧЕВЫЕ ИДЕИ ДЛЯ РЫНКА</a:t>
            </a:r>
            <a:r>
              <a:rPr lang="en" sz="2400"/>
              <a:t> </a:t>
            </a:r>
            <a:endParaRPr lang="ru-RU" sz="2400"/>
          </a:p>
          <a:p>
            <a:pPr algn="l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55967D-D84C-3CBB-27F4-62FCBA30234E}"/>
              </a:ext>
            </a:extLst>
          </p:cNvPr>
          <p:cNvSpPr txBox="1"/>
          <p:nvPr/>
        </p:nvSpPr>
        <p:spPr>
          <a:xfrm>
            <a:off x="1252947" y="1215179"/>
            <a:ext cx="2422947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600" b="1">
                <a:solidFill>
                  <a:schemeClr val="tx1"/>
                </a:solidFill>
              </a:rPr>
              <a:t>ИССЛЕДЙТЕ НОВЫЕ РЫНКИ</a:t>
            </a:r>
            <a:endParaRPr lang="ru-RU" sz="1600">
              <a:solidFill>
                <a:schemeClr val="tx1"/>
              </a:solidFill>
            </a:endParaRPr>
          </a:p>
          <a:p>
            <a:pPr algn="l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7DF436-3B28-5A66-0706-13D289EB3F62}"/>
              </a:ext>
            </a:extLst>
          </p:cNvPr>
          <p:cNvSpPr txBox="1"/>
          <p:nvPr/>
        </p:nvSpPr>
        <p:spPr>
          <a:xfrm>
            <a:off x="1251828" y="1830565"/>
            <a:ext cx="2427831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200" err="1">
                <a:solidFill>
                  <a:schemeClr val="tx1"/>
                </a:solidFill>
              </a:rPr>
              <a:t>Анализ существующих потребностей клиентов и выявление пробелов на рынке для поиска новых возможностей</a:t>
            </a:r>
            <a:endParaRPr lang="ru-RU" sz="1200">
              <a:solidFill>
                <a:schemeClr val="tx1"/>
              </a:solidFill>
            </a:endParaRPr>
          </a:p>
          <a:p>
            <a:pPr algn="l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B9636DF-8E9B-E38D-6465-FC9DAF0B682A}"/>
              </a:ext>
            </a:extLst>
          </p:cNvPr>
          <p:cNvSpPr txBox="1"/>
          <p:nvPr/>
        </p:nvSpPr>
        <p:spPr>
          <a:xfrm>
            <a:off x="5078202" y="1216003"/>
            <a:ext cx="2286000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600" b="1">
                <a:solidFill>
                  <a:schemeClr val="tx1"/>
                </a:solidFill>
              </a:rPr>
              <a:t>ИННОВАЦИОННЫЕ РЕШЕНИЯ</a:t>
            </a:r>
            <a:endParaRPr lang="ru-RU" sz="1600">
              <a:solidFill>
                <a:schemeClr val="tx1"/>
              </a:solidFill>
            </a:endParaRPr>
          </a:p>
          <a:p>
            <a:pPr algn="l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B1B69F-75E2-092D-B38E-A79661123CAD}"/>
              </a:ext>
            </a:extLst>
          </p:cNvPr>
          <p:cNvSpPr txBox="1"/>
          <p:nvPr/>
        </p:nvSpPr>
        <p:spPr>
          <a:xfrm>
            <a:off x="5078555" y="1829210"/>
            <a:ext cx="2251880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200">
                <a:solidFill>
                  <a:schemeClr val="tx1"/>
                </a:solidFill>
              </a:rPr>
              <a:t>Используйте технологии и отзывы клиентов для разработки новых решений, которые отвечают запросам или нуждам ваших клиентов</a:t>
            </a:r>
            <a:endParaRPr lang="ru-RU" sz="1200">
              <a:solidFill>
                <a:schemeClr val="tx1"/>
              </a:solidFill>
            </a:endParaRPr>
          </a:p>
          <a:p>
            <a:pPr algn="l"/>
            <a:endParaRPr lang="ru-R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1E3811-A40F-C7B6-CB7F-087C4F8A54AC}"/>
              </a:ext>
            </a:extLst>
          </p:cNvPr>
          <p:cNvSpPr txBox="1"/>
          <p:nvPr/>
        </p:nvSpPr>
        <p:spPr>
          <a:xfrm>
            <a:off x="1253123" y="2826027"/>
            <a:ext cx="1661968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600" b="1">
                <a:solidFill>
                  <a:schemeClr val="tx1"/>
                </a:solidFill>
              </a:rPr>
              <a:t>ОПЕРЕЖАЙТЕ ТЕНДЕНЦИИ</a:t>
            </a:r>
            <a:endParaRPr lang="ru-RU" sz="1600">
              <a:solidFill>
                <a:schemeClr val="tx1"/>
              </a:solidFill>
            </a:endParaRPr>
          </a:p>
          <a:p>
            <a:pPr algn="l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9A7DA5-CAE2-0D98-D95C-DADF7D865D69}"/>
              </a:ext>
            </a:extLst>
          </p:cNvPr>
          <p:cNvSpPr txBox="1"/>
          <p:nvPr/>
        </p:nvSpPr>
        <p:spPr>
          <a:xfrm>
            <a:off x="1250299" y="3346996"/>
            <a:ext cx="2785553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200" err="1">
                <a:solidFill>
                  <a:schemeClr val="tx1"/>
                </a:solidFill>
              </a:rPr>
              <a:t>Следите за изменениями на рынке, такими как изменения в поведении потребителей или появление новых технологий, чтобы оставаться конкурентоспособными и извлекать выгоду из новых возможностей и тенденций</a:t>
            </a:r>
            <a:endParaRPr lang="ru-RU" sz="1200">
              <a:solidFill>
                <a:schemeClr val="tx1"/>
              </a:solidFill>
            </a:endParaRPr>
          </a:p>
          <a:p>
            <a:pPr algn="l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489E9CD-5FAB-AC69-5282-CD840D02A29A}"/>
              </a:ext>
            </a:extLst>
          </p:cNvPr>
          <p:cNvSpPr txBox="1"/>
          <p:nvPr/>
        </p:nvSpPr>
        <p:spPr>
          <a:xfrm>
            <a:off x="5078202" y="2827146"/>
            <a:ext cx="1501253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600" b="1">
                <a:solidFill>
                  <a:schemeClr val="tx1"/>
                </a:solidFill>
              </a:rPr>
              <a:t>СЕЗОННЫЕ ВСПЛЕСКИ</a:t>
            </a:r>
            <a:endParaRPr lang="ru-RU" sz="1600">
              <a:solidFill>
                <a:schemeClr val="tx1"/>
              </a:solidFill>
            </a:endParaRPr>
          </a:p>
          <a:p>
            <a:pPr algn="l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25CB0E-B999-0BD2-B3F7-71B79AA8FF95}"/>
              </a:ext>
            </a:extLst>
          </p:cNvPr>
          <p:cNvSpPr txBox="1"/>
          <p:nvPr/>
        </p:nvSpPr>
        <p:spPr>
          <a:xfrm>
            <a:off x="5077555" y="3345289"/>
            <a:ext cx="2602898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1200">
                <a:solidFill>
                  <a:schemeClr val="tx1"/>
                </a:solidFill>
              </a:rPr>
              <a:t>Определите время года, когда спрос на определенные товары может резко возрасти, например, в праздничные дни или по особым случаям, и используйте это время для привлечения клиентов или увеличения продаж</a:t>
            </a:r>
            <a:endParaRPr lang="ru-RU" sz="1200">
              <a:solidFill>
                <a:schemeClr val="tx1"/>
              </a:solidFill>
            </a:endParaRPr>
          </a:p>
          <a:p>
            <a:pPr algn="l"/>
            <a:endParaRPr lang="ru-RU"/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4.0.216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9</Paragraphs>
  <Slides>1</Slides>
  <Notes>1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9">
      <vt:lpstr>Arial</vt:lpstr>
      <vt:lpstr>Calibri</vt:lpstr>
      <vt:lpstr>Raleway Black</vt:lpstr>
      <vt:lpstr>Raleway</vt:lpstr>
      <vt:lpstr>Hanken Grotesk</vt:lpstr>
      <vt:lpstr>Raleway ExtraBold</vt:lpstr>
      <vt:lpstr>Nunito Light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2026-08-02T20:29:34.810</cp:lastPrinted>
  <dcterms:created xsi:type="dcterms:W3CDTF">2026-08-02T20:29:34Z</dcterms:created>
  <dcterms:modified xsi:type="dcterms:W3CDTF">2026-08-02T20:29:35Z</dcterms:modified>
</cp:coreProperties>
</file>