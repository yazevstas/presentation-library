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90"/>
        <p:cNvGrpSpPr/>
        <p:nvPr/>
      </p:nvGrpSpPr>
      <p:grpSpPr>
        <a:xfrm>
          <a:off x="0" y="0"/>
          <a:ext cx="0" cy="0"/>
        </a:xfrm>
      </p:grpSpPr>
      <p:sp>
        <p:nvSpPr>
          <p:cNvPr id="791" name="Google Shape;791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AA4D6B-6872-4288-B15F-438A905124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45CA17F-87E9-4464-9059-73FEAABCFA8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D5FD35-894F-401F-8F82-5EAD1245390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7202975-3A80-4D09-8FC6-A1F95D3B40F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575C201-DC8C-49C5-93DE-99F99821CD2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15191E28-559D-4E76-89C5-552F6BEC74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5BAED49-D05F-47D7-BE28-59836ECC042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A917123-E341-49AD-9CD0-BF4E86D4B8B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6772CA8-8D8A-4F05-BF57-A388B3156A2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266800D-0FDC-4A9A-BF81-C1ECF6FB73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C8200DA-9B98-404F-BBD6-9D6167DF035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93"/>
        <p:cNvGrpSpPr/>
        <p:nvPr/>
      </p:nvGrpSpPr>
      <p:grpSpPr>
        <a:xfrm>
          <a:off x="0" y="0"/>
          <a:ext cx="0" cy="0"/>
        </a:xfrm>
      </p:grpSpPr>
      <p:sp>
        <p:nvSpPr>
          <p:cNvPr id="794" name="Google Shape;794;p35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ОПЕРЕЖАЙТЕ ТЕНДЕНЦИИ</a:t>
            </a:r>
          </a:p>
        </p:txBody>
      </p:sp>
      <p:sp>
        <p:nvSpPr>
          <p:cNvPr id="795" name="Google Shape;795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КЛЮЧЕВЫЕ ИДЕИ ДЛЯ РЫНКА</a:t>
            </a:r>
            <a:r>
              <a:rPr lang="en">
                <a:latin typeface="Arial"/>
                <a:cs typeface="Arial"/>
              </a:rPr>
              <a:t> </a:t>
            </a:r>
          </a:p>
        </p:txBody>
      </p:sp>
      <p:sp>
        <p:nvSpPr>
          <p:cNvPr id="796" name="Google Shape;796;p35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Анализ существующих потребностей клиентов и выявление пробелов на рынке для поиска новых возможностей</a:t>
            </a:r>
            <a:endParaRPr lang="ru-RU" err="1">
              <a:latin typeface="Arial"/>
              <a:cs typeface="Arial"/>
            </a:endParaRPr>
          </a:p>
          <a:p>
            <a:pPr marL="0" indent="0"/>
            <a:endParaRPr lang="en"/>
          </a:p>
        </p:txBody>
      </p:sp>
      <p:sp>
        <p:nvSpPr>
          <p:cNvPr id="797" name="Google Shape;797;p35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Используйте технологии и отзывы клиентов для разработки новых решений, которые отвечают запросам или нуждам ваших клиентов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798" name="Google Shape;798;p35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Следите за изменениями на рынке, такими как изменения в поведении потребителей или появление новых технологий, чтобы оставаться конкурентоспособными и извлекать выгоду из новых возможностей и тенденций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99" name="Google Shape;799;p35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Определите время года, когда спрос на определенные товары может резко возрасти, например, в праздничные дни или по особым случаям, и используйте это время для привлечения клиентов или увеличения продаж</a:t>
            </a:r>
            <a:endParaRPr lang="en">
              <a:latin typeface="Arial"/>
              <a:cs typeface="Arial"/>
            </a:endParaRPr>
          </a:p>
        </p:txBody>
      </p:sp>
      <p:sp>
        <p:nvSpPr>
          <p:cNvPr id="800" name="Google Shape;800;p35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ИССЛЕДЙТЕ НОВЫЕ РЫНКИ</a:t>
            </a:r>
          </a:p>
        </p:txBody>
      </p:sp>
      <p:sp>
        <p:nvSpPr>
          <p:cNvPr id="801" name="Google Shape;801;p35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ИННОВАЦИОННЫЕ РЕШЕНИЯ</a:t>
            </a:r>
          </a:p>
        </p:txBody>
      </p:sp>
      <p:sp>
        <p:nvSpPr>
          <p:cNvPr id="802" name="Google Shape;802;p35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СЕЗОННЫЕ ВСПЛЕСКИ</a:t>
            </a:r>
          </a:p>
        </p:txBody>
      </p:sp>
      <p:grpSp>
        <p:nvGrpSpPr>
          <p:cNvPr id="803" name="Google Shape;803;p35"/>
          <p:cNvGrpSpPr/>
          <p:nvPr/>
        </p:nvGrpSpPr>
        <p:grpSpPr>
          <a:xfrm>
            <a:off x="4628575" y="1401781"/>
            <a:ext cx="345125" cy="345150"/>
            <a:chOff x="997838" y="3797375"/>
            <a:chExt cx="345125" cy="345150"/>
          </a:xfrm>
        </p:grpSpPr>
        <p:sp>
          <p:nvSpPr>
            <p:cNvPr id="804" name="Google Shape;804;p35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6" name="Google Shape;806;p35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7" name="Google Shape;807;p35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09" name="Google Shape;809;p35"/>
          <p:cNvGrpSpPr/>
          <p:nvPr/>
        </p:nvGrpSpPr>
        <p:grpSpPr>
          <a:xfrm>
            <a:off x="4628575" y="2913438"/>
            <a:ext cx="345150" cy="345150"/>
            <a:chOff x="1696838" y="3797375"/>
            <a:chExt cx="345150" cy="345150"/>
          </a:xfrm>
        </p:grpSpPr>
        <p:sp>
          <p:nvSpPr>
            <p:cNvPr id="810" name="Google Shape;810;p35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3" name="Google Shape;813;p35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4" name="Google Shape;814;p35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17" name="Google Shape;817;p35"/>
          <p:cNvGrpSpPr/>
          <p:nvPr/>
        </p:nvGrpSpPr>
        <p:grpSpPr>
          <a:xfrm>
            <a:off x="838188" y="2913425"/>
            <a:ext cx="305475" cy="345175"/>
            <a:chOff x="1017663" y="3243950"/>
            <a:chExt cx="305475" cy="345175"/>
          </a:xfrm>
        </p:grpSpPr>
        <p:sp>
          <p:nvSpPr>
            <p:cNvPr id="818" name="Google Shape;818;p35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0" name="Google Shape;820;p35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21" name="Google Shape;821;p35"/>
          <p:cNvGrpSpPr/>
          <p:nvPr/>
        </p:nvGrpSpPr>
        <p:grpSpPr>
          <a:xfrm>
            <a:off x="818363" y="1401644"/>
            <a:ext cx="345125" cy="345425"/>
            <a:chOff x="997838" y="2690475"/>
            <a:chExt cx="345125" cy="345425"/>
          </a:xfrm>
        </p:grpSpPr>
        <p:sp>
          <p:nvSpPr>
            <p:cNvPr id="822" name="Google Shape;822;p35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7" name="Google Shape;827;p35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8" name="Google Shape;828;p35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КЛЮЧЕВЫЕ ИДЕИ ДЛЯ РЫНКА 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2026-07-14T10:08:17.209</cp:lastPrinted>
  <dcterms:created xsi:type="dcterms:W3CDTF">2026-07-14T17:08:17Z</dcterms:created>
  <dcterms:modified xsi:type="dcterms:W3CDTF">2026-07-14T17:08:17Z</dcterms:modified>
</cp:coreProperties>
</file>