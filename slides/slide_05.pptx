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90"/>
        <p:cNvGrpSpPr/>
        <p:nvPr/>
      </p:nvGrpSpPr>
      <p:grpSpPr>
        <a:xfrm>
          <a:off x="0" y="0"/>
          <a:ext cx="0" cy="0"/>
        </a:xfrm>
      </p:grpSpPr>
      <p:sp>
        <p:nvSpPr>
          <p:cNvPr id="791" name="Google Shape;791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3AFA368-5FDC-4B7B-8309-3DB2B32979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362F47D-A2B4-454B-8C07-FB9917D4E4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5D99D83-ECA8-400A-A825-188F8B3668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8A9AE23-EB22-4DE5-8243-239979ED228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5CAEE060-7193-44D7-A65A-5458854FFD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A8CDAAB-93BE-4904-BA15-D8C823EC485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6213416-64B3-4C40-A392-9703A604342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CD7BA4D-149D-4FA1-9A1B-6F0824F2CF5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DDD9728-FBC5-4D00-B4D8-37F7442B0BE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81D3DE0-B8A7-434A-8B80-5B4F95D040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946CB2E-B035-4F51-96AD-A1A184A45EB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93"/>
        <p:cNvGrpSpPr/>
        <p:nvPr/>
      </p:nvGrpSpPr>
      <p:grpSpPr>
        <a:xfrm>
          <a:off x="0" y="0"/>
          <a:ext cx="0" cy="0"/>
        </a:xfrm>
      </p:grpSpPr>
      <p:sp>
        <p:nvSpPr>
          <p:cNvPr id="794" name="Google Shape;794;p35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ОПЕРЕЖАЙТЕ ТЕНДЕНЦИИ</a:t>
            </a:r>
            <a:endParaRPr lang="en"/>
          </a:p>
        </p:txBody>
      </p:sp>
      <p:sp>
        <p:nvSpPr>
          <p:cNvPr id="795" name="Google Shape;795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КЛЮЧЕВЫЕ ИДЕИ ДЛЯ РЫНКА </a:t>
            </a:r>
            <a:endParaRPr lang="en"/>
          </a:p>
        </p:txBody>
      </p:sp>
      <p:sp>
        <p:nvSpPr>
          <p:cNvPr id="796" name="Google Shape;796;p35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/>
              <a:t>Анализ существующих потребностей клиентов и выявление пробелов на рынке для поиска новых возможностей</a:t>
            </a:r>
            <a:endParaRPr lang="ru-RU" err="1"/>
          </a:p>
          <a:p>
            <a:pPr marL="0" indent="0"/>
            <a:endParaRPr lang="en"/>
          </a:p>
        </p:txBody>
      </p:sp>
      <p:sp>
        <p:nvSpPr>
          <p:cNvPr id="797" name="Google Shape;797;p35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Используйте технологии и отзывы клиентов для разработки новых решений, которые отвечают запросам или нуждам ваших клиентов</a:t>
            </a:r>
            <a:endParaRPr lang="ru-RU" err="1"/>
          </a:p>
        </p:txBody>
      </p:sp>
      <p:sp>
        <p:nvSpPr>
          <p:cNvPr id="798" name="Google Shape;798;p35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/>
              <a:t>Следите за изменениями на рынке, такими как изменения в поведении потребителей или появление новых технологий, чтобы оставаться конкурентоспособными и извлекать выгоду из новых возможностей и тенденций</a:t>
            </a:r>
            <a:endParaRPr lang="ru-RU" err="1"/>
          </a:p>
        </p:txBody>
      </p:sp>
      <p:sp>
        <p:nvSpPr>
          <p:cNvPr id="799" name="Google Shape;799;p35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Определите время года, когда спрос на определенные товары может резко возрасти, например, в праздничные дни или по особым случаям, и используйте это время для привлечения клиентов или увеличения продаж</a:t>
            </a:r>
          </a:p>
        </p:txBody>
      </p:sp>
      <p:sp>
        <p:nvSpPr>
          <p:cNvPr id="800" name="Google Shape;800;p35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ИССЛЕДЙТЕ НОВЫЕ РЫНКИ</a:t>
            </a:r>
            <a:endParaRPr lang="en"/>
          </a:p>
        </p:txBody>
      </p:sp>
      <p:sp>
        <p:nvSpPr>
          <p:cNvPr id="801" name="Google Shape;801;p35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ИННОВАЦИОННЫЕ РЕШЕНИЯ</a:t>
            </a:r>
            <a:endParaRPr lang="en"/>
          </a:p>
        </p:txBody>
      </p:sp>
      <p:sp>
        <p:nvSpPr>
          <p:cNvPr id="802" name="Google Shape;802;p35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СЕЗОННЫЕ ВСПЛЕСКИ</a:t>
            </a:r>
            <a:endParaRPr lang="en"/>
          </a:p>
        </p:txBody>
      </p:sp>
      <p:grpSp>
        <p:nvGrpSpPr>
          <p:cNvPr id="803" name="Google Shape;803;p35"/>
          <p:cNvGrpSpPr/>
          <p:nvPr/>
        </p:nvGrpSpPr>
        <p:grpSpPr>
          <a:xfrm>
            <a:off x="4628575" y="1401781"/>
            <a:ext cx="345125" cy="345150"/>
            <a:chOff x="997838" y="3797375"/>
            <a:chExt cx="345125" cy="345150"/>
          </a:xfrm>
        </p:grpSpPr>
        <p:sp>
          <p:nvSpPr>
            <p:cNvPr id="804" name="Google Shape;804;p35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6" name="Google Shape;806;p35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09" name="Google Shape;809;p35"/>
          <p:cNvGrpSpPr/>
          <p:nvPr/>
        </p:nvGrpSpPr>
        <p:grpSpPr>
          <a:xfrm>
            <a:off x="4628575" y="2913438"/>
            <a:ext cx="345150" cy="345150"/>
            <a:chOff x="1696838" y="3797375"/>
            <a:chExt cx="345150" cy="345150"/>
          </a:xfrm>
        </p:grpSpPr>
        <p:sp>
          <p:nvSpPr>
            <p:cNvPr id="810" name="Google Shape;810;p35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4" name="Google Shape;814;p35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17" name="Google Shape;817;p35"/>
          <p:cNvGrpSpPr/>
          <p:nvPr/>
        </p:nvGrpSpPr>
        <p:grpSpPr>
          <a:xfrm>
            <a:off x="838188" y="2913425"/>
            <a:ext cx="305475" cy="345175"/>
            <a:chOff x="1017663" y="3243950"/>
            <a:chExt cx="305475" cy="345175"/>
          </a:xfrm>
        </p:grpSpPr>
        <p:sp>
          <p:nvSpPr>
            <p:cNvPr id="818" name="Google Shape;818;p35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0" name="Google Shape;820;p35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21" name="Google Shape;821;p35"/>
          <p:cNvGrpSpPr/>
          <p:nvPr/>
        </p:nvGrpSpPr>
        <p:grpSpPr>
          <a:xfrm>
            <a:off x="818363" y="1401644"/>
            <a:ext cx="345125" cy="345425"/>
            <a:chOff x="997838" y="2690475"/>
            <a:chExt cx="345125" cy="345425"/>
          </a:xfrm>
        </p:grpSpPr>
        <p:sp>
          <p:nvSpPr>
            <p:cNvPr id="822" name="Google Shape;822;p35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7" name="Google Shape;827;p35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8" name="Google Shape;828;p35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КЛЮЧЕВЫЕ ИДЕИ ДЛЯ РЫНКА 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2026-07-08T12:42:47.891</cp:lastPrinted>
  <dcterms:created xsi:type="dcterms:W3CDTF">2026-07-08T19:42:47Z</dcterms:created>
  <dcterms:modified xsi:type="dcterms:W3CDTF">2026-07-08T19:42:48Z</dcterms:modified>
</cp:coreProperties>
</file>