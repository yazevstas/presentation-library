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0962"/>
        <p:cNvGrpSpPr/>
        <p:nvPr/>
      </p:nvGrpSpPr>
      <p:grpSpPr>
        <a:xfrm>
          <a:off x="0" y="0"/>
          <a:ext cx="0" cy="0"/>
        </a:xfrm>
      </p:grpSpPr>
      <p:sp>
        <p:nvSpPr>
          <p:cNvPr id="10963" name="Google Shape;10963;g2574187ba63_7_9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4" name="Google Shape;10964;g2574187ba63_7_9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268A616-E7DE-4EF3-87C8-2F6297C2859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1E32BE1-FBE2-4446-9452-AD1BAA91482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D39E181-46F1-417C-BDC4-8B4A0BE5C46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09796D3-80D9-409B-B0CA-B57E0435A6D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39233A83-3076-4FD6-81CC-A4F56A9E825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4796DF60-60C4-4C06-889F-E4E2BCB5EC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F7B797D-DFE8-4D3C-A5DD-1B158A8822D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1D72268-52B3-4E66-A11B-F47A34CF0BD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851CE63-4889-436C-8244-DB4AD3A2CC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511076-3E18-465B-9546-CBB20180B14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0EBCE5C-3AC7-4A05-9C3B-DB8F31563E2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E2A47"/>
        </a:solidFill>
        <a:effectLst/>
      </p:bgPr>
    </p:bg>
    <p:spTree>
      <p:nvGrpSpPr>
        <p:cNvPr id="1" name="Shape 10965"/>
        <p:cNvGrpSpPr/>
        <p:nvPr/>
      </p:nvGrpSpPr>
      <p:grpSpPr>
        <a:xfrm>
          <a:off x="0" y="0"/>
          <a:ext cx="0" cy="0"/>
        </a:xfrm>
      </p:grpSpPr>
      <p:sp>
        <p:nvSpPr>
          <p:cNvPr id="10966" name="Google Shape;10966;p66"/>
          <p:cNvSpPr/>
          <p:nvPr/>
        </p:nvSpPr>
        <p:spPr>
          <a:xfrm>
            <a:off x="885480" y="1688459"/>
            <a:ext cx="361250" cy="473920"/>
          </a:xfrm>
          <a:custGeom>
            <a:rect l="l" t="t" r="r" b="b"/>
            <a:pathLst>
              <a:path w="9295" h="12194" extrusionOk="0">
                <a:moveTo>
                  <a:pt x="4568" y="662"/>
                </a:moveTo>
                <a:cubicBezTo>
                  <a:pt x="5167" y="662"/>
                  <a:pt x="5639" y="1135"/>
                  <a:pt x="5639" y="1734"/>
                </a:cubicBezTo>
                <a:cubicBezTo>
                  <a:pt x="5639" y="2301"/>
                  <a:pt x="5167" y="2773"/>
                  <a:pt x="4568" y="2773"/>
                </a:cubicBezTo>
                <a:cubicBezTo>
                  <a:pt x="3970" y="2773"/>
                  <a:pt x="3497" y="2301"/>
                  <a:pt x="3497" y="1734"/>
                </a:cubicBezTo>
                <a:cubicBezTo>
                  <a:pt x="3497" y="1135"/>
                  <a:pt x="3970" y="662"/>
                  <a:pt x="4568" y="662"/>
                </a:cubicBezTo>
                <a:close/>
                <a:moveTo>
                  <a:pt x="7750" y="3529"/>
                </a:moveTo>
                <a:cubicBezTo>
                  <a:pt x="8160" y="3529"/>
                  <a:pt x="8475" y="3844"/>
                  <a:pt x="8475" y="4254"/>
                </a:cubicBezTo>
                <a:cubicBezTo>
                  <a:pt x="8475" y="4632"/>
                  <a:pt x="8160" y="4947"/>
                  <a:pt x="7750" y="4947"/>
                </a:cubicBezTo>
                <a:cubicBezTo>
                  <a:pt x="7372" y="4947"/>
                  <a:pt x="7057" y="4632"/>
                  <a:pt x="7057" y="4254"/>
                </a:cubicBezTo>
                <a:cubicBezTo>
                  <a:pt x="7057" y="3876"/>
                  <a:pt x="7372" y="3529"/>
                  <a:pt x="7750" y="3529"/>
                </a:cubicBezTo>
                <a:close/>
                <a:moveTo>
                  <a:pt x="1733" y="4254"/>
                </a:moveTo>
                <a:cubicBezTo>
                  <a:pt x="2836" y="4254"/>
                  <a:pt x="3812" y="4979"/>
                  <a:pt x="4127" y="6018"/>
                </a:cubicBezTo>
                <a:lnTo>
                  <a:pt x="2678" y="5042"/>
                </a:lnTo>
                <a:cubicBezTo>
                  <a:pt x="2615" y="4991"/>
                  <a:pt x="2537" y="4966"/>
                  <a:pt x="2460" y="4966"/>
                </a:cubicBezTo>
                <a:cubicBezTo>
                  <a:pt x="2344" y="4966"/>
                  <a:pt x="2231" y="5023"/>
                  <a:pt x="2174" y="5136"/>
                </a:cubicBezTo>
                <a:cubicBezTo>
                  <a:pt x="2048" y="5294"/>
                  <a:pt x="2079" y="5546"/>
                  <a:pt x="2268" y="5672"/>
                </a:cubicBezTo>
                <a:lnTo>
                  <a:pt x="3434" y="6459"/>
                </a:lnTo>
                <a:lnTo>
                  <a:pt x="3182" y="6459"/>
                </a:lnTo>
                <a:cubicBezTo>
                  <a:pt x="1890" y="6396"/>
                  <a:pt x="819" y="5451"/>
                  <a:pt x="662" y="4254"/>
                </a:cubicBezTo>
                <a:close/>
                <a:moveTo>
                  <a:pt x="1355" y="7814"/>
                </a:moveTo>
                <a:cubicBezTo>
                  <a:pt x="1733" y="7814"/>
                  <a:pt x="2048" y="8129"/>
                  <a:pt x="2048" y="8539"/>
                </a:cubicBezTo>
                <a:cubicBezTo>
                  <a:pt x="2048" y="8917"/>
                  <a:pt x="1733" y="9232"/>
                  <a:pt x="1355" y="9232"/>
                </a:cubicBezTo>
                <a:cubicBezTo>
                  <a:pt x="945" y="9232"/>
                  <a:pt x="630" y="8917"/>
                  <a:pt x="630" y="8539"/>
                </a:cubicBezTo>
                <a:cubicBezTo>
                  <a:pt x="630" y="8129"/>
                  <a:pt x="945" y="7814"/>
                  <a:pt x="1355" y="7814"/>
                </a:cubicBezTo>
                <a:close/>
                <a:moveTo>
                  <a:pt x="8506" y="8476"/>
                </a:moveTo>
                <a:cubicBezTo>
                  <a:pt x="8317" y="9767"/>
                  <a:pt x="7246" y="10681"/>
                  <a:pt x="5986" y="10681"/>
                </a:cubicBezTo>
                <a:lnTo>
                  <a:pt x="5734" y="10681"/>
                </a:lnTo>
                <a:lnTo>
                  <a:pt x="6900" y="9893"/>
                </a:lnTo>
                <a:cubicBezTo>
                  <a:pt x="7057" y="9799"/>
                  <a:pt x="7089" y="9578"/>
                  <a:pt x="7026" y="9389"/>
                </a:cubicBezTo>
                <a:cubicBezTo>
                  <a:pt x="6940" y="9282"/>
                  <a:pt x="6809" y="9233"/>
                  <a:pt x="6675" y="9233"/>
                </a:cubicBezTo>
                <a:cubicBezTo>
                  <a:pt x="6613" y="9233"/>
                  <a:pt x="6550" y="9243"/>
                  <a:pt x="6490" y="9263"/>
                </a:cubicBezTo>
                <a:lnTo>
                  <a:pt x="5041" y="10271"/>
                </a:lnTo>
                <a:cubicBezTo>
                  <a:pt x="5356" y="9232"/>
                  <a:pt x="6301" y="8476"/>
                  <a:pt x="7435" y="8476"/>
                </a:cubicBezTo>
                <a:close/>
                <a:moveTo>
                  <a:pt x="4600" y="1"/>
                </a:moveTo>
                <a:cubicBezTo>
                  <a:pt x="3623" y="1"/>
                  <a:pt x="2836" y="788"/>
                  <a:pt x="2836" y="1765"/>
                </a:cubicBezTo>
                <a:cubicBezTo>
                  <a:pt x="2836" y="2616"/>
                  <a:pt x="3466" y="3340"/>
                  <a:pt x="4253" y="3498"/>
                </a:cubicBezTo>
                <a:lnTo>
                  <a:pt x="4253" y="4758"/>
                </a:lnTo>
                <a:cubicBezTo>
                  <a:pt x="3655" y="4033"/>
                  <a:pt x="2741" y="3561"/>
                  <a:pt x="1764" y="3561"/>
                </a:cubicBezTo>
                <a:lnTo>
                  <a:pt x="347" y="3561"/>
                </a:lnTo>
                <a:cubicBezTo>
                  <a:pt x="158" y="3561"/>
                  <a:pt x="0" y="3718"/>
                  <a:pt x="0" y="3939"/>
                </a:cubicBezTo>
                <a:cubicBezTo>
                  <a:pt x="0" y="5703"/>
                  <a:pt x="1449" y="7152"/>
                  <a:pt x="3214" y="7152"/>
                </a:cubicBezTo>
                <a:lnTo>
                  <a:pt x="4285" y="7152"/>
                </a:lnTo>
                <a:lnTo>
                  <a:pt x="4285" y="9988"/>
                </a:lnTo>
                <a:cubicBezTo>
                  <a:pt x="3844" y="9547"/>
                  <a:pt x="3340" y="9232"/>
                  <a:pt x="2804" y="9074"/>
                </a:cubicBezTo>
                <a:cubicBezTo>
                  <a:pt x="2836" y="8917"/>
                  <a:pt x="2867" y="8759"/>
                  <a:pt x="2867" y="8602"/>
                </a:cubicBezTo>
                <a:cubicBezTo>
                  <a:pt x="2867" y="7814"/>
                  <a:pt x="2237" y="7184"/>
                  <a:pt x="1449" y="7184"/>
                </a:cubicBezTo>
                <a:cubicBezTo>
                  <a:pt x="662" y="7184"/>
                  <a:pt x="32" y="7814"/>
                  <a:pt x="32" y="8602"/>
                </a:cubicBezTo>
                <a:cubicBezTo>
                  <a:pt x="32" y="9389"/>
                  <a:pt x="662" y="10019"/>
                  <a:pt x="1449" y="10019"/>
                </a:cubicBezTo>
                <a:cubicBezTo>
                  <a:pt x="1796" y="10019"/>
                  <a:pt x="2111" y="9893"/>
                  <a:pt x="2363" y="9673"/>
                </a:cubicBezTo>
                <a:cubicBezTo>
                  <a:pt x="3182" y="9862"/>
                  <a:pt x="3907" y="10429"/>
                  <a:pt x="4285" y="11153"/>
                </a:cubicBezTo>
                <a:lnTo>
                  <a:pt x="4285" y="11847"/>
                </a:lnTo>
                <a:cubicBezTo>
                  <a:pt x="4285" y="12036"/>
                  <a:pt x="4442" y="12193"/>
                  <a:pt x="4631" y="12193"/>
                </a:cubicBezTo>
                <a:cubicBezTo>
                  <a:pt x="4852" y="12193"/>
                  <a:pt x="5009" y="12036"/>
                  <a:pt x="5009" y="11847"/>
                </a:cubicBezTo>
                <a:lnTo>
                  <a:pt x="5009" y="11437"/>
                </a:lnTo>
                <a:lnTo>
                  <a:pt x="6049" y="11437"/>
                </a:lnTo>
                <a:cubicBezTo>
                  <a:pt x="7845" y="11437"/>
                  <a:pt x="9294" y="9988"/>
                  <a:pt x="9294" y="8224"/>
                </a:cubicBezTo>
                <a:cubicBezTo>
                  <a:pt x="9231" y="7971"/>
                  <a:pt x="9042" y="7814"/>
                  <a:pt x="8853" y="7814"/>
                </a:cubicBezTo>
                <a:lnTo>
                  <a:pt x="7435" y="7814"/>
                </a:lnTo>
                <a:cubicBezTo>
                  <a:pt x="6427" y="7814"/>
                  <a:pt x="5545" y="8287"/>
                  <a:pt x="4946" y="9011"/>
                </a:cubicBezTo>
                <a:lnTo>
                  <a:pt x="4946" y="6837"/>
                </a:lnTo>
                <a:cubicBezTo>
                  <a:pt x="5356" y="6081"/>
                  <a:pt x="6081" y="5546"/>
                  <a:pt x="6900" y="5357"/>
                </a:cubicBezTo>
                <a:cubicBezTo>
                  <a:pt x="7120" y="5546"/>
                  <a:pt x="7467" y="5703"/>
                  <a:pt x="7813" y="5703"/>
                </a:cubicBezTo>
                <a:cubicBezTo>
                  <a:pt x="8601" y="5703"/>
                  <a:pt x="9231" y="5073"/>
                  <a:pt x="9231" y="4285"/>
                </a:cubicBezTo>
                <a:cubicBezTo>
                  <a:pt x="9231" y="3498"/>
                  <a:pt x="8601" y="2868"/>
                  <a:pt x="7813" y="2868"/>
                </a:cubicBezTo>
                <a:cubicBezTo>
                  <a:pt x="7026" y="2868"/>
                  <a:pt x="6396" y="3498"/>
                  <a:pt x="6396" y="4285"/>
                </a:cubicBezTo>
                <a:cubicBezTo>
                  <a:pt x="6396" y="4443"/>
                  <a:pt x="6427" y="4600"/>
                  <a:pt x="6459" y="4758"/>
                </a:cubicBezTo>
                <a:cubicBezTo>
                  <a:pt x="5860" y="4947"/>
                  <a:pt x="5356" y="5262"/>
                  <a:pt x="4946" y="5672"/>
                </a:cubicBezTo>
                <a:lnTo>
                  <a:pt x="4946" y="3498"/>
                </a:lnTo>
                <a:cubicBezTo>
                  <a:pt x="5797" y="3340"/>
                  <a:pt x="6364" y="2584"/>
                  <a:pt x="6364" y="1765"/>
                </a:cubicBezTo>
                <a:cubicBezTo>
                  <a:pt x="6364" y="788"/>
                  <a:pt x="5576" y="1"/>
                  <a:pt x="46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67" name="Google Shape;10967;p66"/>
          <p:cNvGrpSpPr/>
          <p:nvPr/>
        </p:nvGrpSpPr>
        <p:grpSpPr>
          <a:xfrm>
            <a:off x="829227" y="2273195"/>
            <a:ext cx="476329" cy="476213"/>
            <a:chOff x="-21298675" y="2414425"/>
            <a:chExt cx="306400" cy="306325"/>
          </a:xfrm>
        </p:grpSpPr>
        <p:sp>
          <p:nvSpPr>
            <p:cNvPr id="10968" name="Google Shape;10968;p66"/>
            <p:cNvSpPr/>
            <p:nvPr/>
          </p:nvSpPr>
          <p:spPr>
            <a:xfrm>
              <a:off x="-21083650" y="2444575"/>
              <a:ext cx="20500" cy="18525"/>
            </a:xfrm>
            <a:custGeom>
              <a:rect l="l" t="t" r="r" b="b"/>
              <a:pathLst>
                <a:path w="820" h="74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5"/>
                    <a:pt x="158" y="623"/>
                  </a:cubicBezTo>
                  <a:cubicBezTo>
                    <a:pt x="237" y="702"/>
                    <a:pt x="331" y="741"/>
                    <a:pt x="422" y="741"/>
                  </a:cubicBezTo>
                  <a:cubicBezTo>
                    <a:pt x="512" y="741"/>
                    <a:pt x="599" y="702"/>
                    <a:pt x="662" y="623"/>
                  </a:cubicBezTo>
                  <a:cubicBezTo>
                    <a:pt x="819" y="465"/>
                    <a:pt x="819" y="276"/>
                    <a:pt x="662" y="119"/>
                  </a:cubicBezTo>
                  <a:cubicBezTo>
                    <a:pt x="583" y="40"/>
                    <a:pt x="496" y="1"/>
                    <a:pt x="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69" name="Google Shape;10969;p66"/>
            <p:cNvSpPr/>
            <p:nvPr/>
          </p:nvSpPr>
          <p:spPr>
            <a:xfrm>
              <a:off x="-21298675" y="2414425"/>
              <a:ext cx="306400" cy="306325"/>
            </a:xfrm>
            <a:custGeom>
              <a:rect l="l" t="t" r="r" b="b"/>
              <a:pathLst>
                <a:path w="12256" h="12253" extrusionOk="0">
                  <a:moveTo>
                    <a:pt x="9420" y="695"/>
                  </a:moveTo>
                  <a:cubicBezTo>
                    <a:pt x="9704" y="695"/>
                    <a:pt x="9924" y="695"/>
                    <a:pt x="10176" y="726"/>
                  </a:cubicBezTo>
                  <a:cubicBezTo>
                    <a:pt x="10429" y="789"/>
                    <a:pt x="10555" y="1136"/>
                    <a:pt x="10365" y="1325"/>
                  </a:cubicBezTo>
                  <a:cubicBezTo>
                    <a:pt x="10208" y="1482"/>
                    <a:pt x="10208" y="1671"/>
                    <a:pt x="10365" y="1829"/>
                  </a:cubicBezTo>
                  <a:cubicBezTo>
                    <a:pt x="10444" y="1908"/>
                    <a:pt x="10531" y="1947"/>
                    <a:pt x="10618" y="1947"/>
                  </a:cubicBezTo>
                  <a:cubicBezTo>
                    <a:pt x="10704" y="1947"/>
                    <a:pt x="10791" y="1908"/>
                    <a:pt x="10870" y="1829"/>
                  </a:cubicBezTo>
                  <a:cubicBezTo>
                    <a:pt x="10942" y="1767"/>
                    <a:pt x="11027" y="1739"/>
                    <a:pt x="11111" y="1739"/>
                  </a:cubicBezTo>
                  <a:cubicBezTo>
                    <a:pt x="11283" y="1739"/>
                    <a:pt x="11447" y="1858"/>
                    <a:pt x="11468" y="2049"/>
                  </a:cubicBezTo>
                  <a:cubicBezTo>
                    <a:pt x="11594" y="2711"/>
                    <a:pt x="11563" y="3719"/>
                    <a:pt x="11248" y="4727"/>
                  </a:cubicBezTo>
                  <a:cubicBezTo>
                    <a:pt x="11060" y="4761"/>
                    <a:pt x="10872" y="4778"/>
                    <a:pt x="10684" y="4778"/>
                  </a:cubicBezTo>
                  <a:cubicBezTo>
                    <a:pt x="9833" y="4778"/>
                    <a:pt x="9006" y="4433"/>
                    <a:pt x="8412" y="3814"/>
                  </a:cubicBezTo>
                  <a:cubicBezTo>
                    <a:pt x="7656" y="3058"/>
                    <a:pt x="7341" y="1986"/>
                    <a:pt x="7499" y="978"/>
                  </a:cubicBezTo>
                  <a:cubicBezTo>
                    <a:pt x="8129" y="789"/>
                    <a:pt x="8822" y="695"/>
                    <a:pt x="9420" y="695"/>
                  </a:cubicBezTo>
                  <a:close/>
                  <a:moveTo>
                    <a:pt x="5102" y="1271"/>
                  </a:moveTo>
                  <a:cubicBezTo>
                    <a:pt x="5187" y="1271"/>
                    <a:pt x="5273" y="1278"/>
                    <a:pt x="5356" y="1293"/>
                  </a:cubicBezTo>
                  <a:cubicBezTo>
                    <a:pt x="5293" y="1356"/>
                    <a:pt x="5167" y="1451"/>
                    <a:pt x="5104" y="1514"/>
                  </a:cubicBezTo>
                  <a:cubicBezTo>
                    <a:pt x="4348" y="2270"/>
                    <a:pt x="3781" y="3373"/>
                    <a:pt x="3466" y="4822"/>
                  </a:cubicBezTo>
                  <a:cubicBezTo>
                    <a:pt x="3182" y="4475"/>
                    <a:pt x="3088" y="4034"/>
                    <a:pt x="3088" y="3562"/>
                  </a:cubicBezTo>
                  <a:cubicBezTo>
                    <a:pt x="3088" y="2900"/>
                    <a:pt x="3340" y="2270"/>
                    <a:pt x="3844" y="1797"/>
                  </a:cubicBezTo>
                  <a:cubicBezTo>
                    <a:pt x="4163" y="1478"/>
                    <a:pt x="4639" y="1271"/>
                    <a:pt x="5102" y="1271"/>
                  </a:cubicBezTo>
                  <a:close/>
                  <a:moveTo>
                    <a:pt x="6711" y="1293"/>
                  </a:moveTo>
                  <a:lnTo>
                    <a:pt x="6711" y="1293"/>
                  </a:lnTo>
                  <a:cubicBezTo>
                    <a:pt x="6616" y="2427"/>
                    <a:pt x="7026" y="3530"/>
                    <a:pt x="7845" y="4318"/>
                  </a:cubicBezTo>
                  <a:cubicBezTo>
                    <a:pt x="8562" y="5035"/>
                    <a:pt x="9540" y="5465"/>
                    <a:pt x="10565" y="5465"/>
                  </a:cubicBezTo>
                  <a:cubicBezTo>
                    <a:pt x="10666" y="5465"/>
                    <a:pt x="10768" y="5460"/>
                    <a:pt x="10870" y="5452"/>
                  </a:cubicBezTo>
                  <a:lnTo>
                    <a:pt x="10870" y="5452"/>
                  </a:lnTo>
                  <a:cubicBezTo>
                    <a:pt x="10681" y="5893"/>
                    <a:pt x="10429" y="6303"/>
                    <a:pt x="10082" y="6618"/>
                  </a:cubicBezTo>
                  <a:cubicBezTo>
                    <a:pt x="8444" y="8256"/>
                    <a:pt x="4852" y="8413"/>
                    <a:pt x="3749" y="8413"/>
                  </a:cubicBezTo>
                  <a:cubicBezTo>
                    <a:pt x="3749" y="7311"/>
                    <a:pt x="3907" y="3719"/>
                    <a:pt x="5545" y="2081"/>
                  </a:cubicBezTo>
                  <a:cubicBezTo>
                    <a:pt x="5860" y="1766"/>
                    <a:pt x="6270" y="1482"/>
                    <a:pt x="6711" y="1293"/>
                  </a:cubicBezTo>
                  <a:close/>
                  <a:moveTo>
                    <a:pt x="10838" y="6838"/>
                  </a:moveTo>
                  <a:cubicBezTo>
                    <a:pt x="10964" y="7405"/>
                    <a:pt x="10775" y="7941"/>
                    <a:pt x="10365" y="8382"/>
                  </a:cubicBezTo>
                  <a:cubicBezTo>
                    <a:pt x="9888" y="8860"/>
                    <a:pt x="9239" y="9101"/>
                    <a:pt x="8593" y="9101"/>
                  </a:cubicBezTo>
                  <a:cubicBezTo>
                    <a:pt x="8132" y="9101"/>
                    <a:pt x="7672" y="8978"/>
                    <a:pt x="7278" y="8728"/>
                  </a:cubicBezTo>
                  <a:cubicBezTo>
                    <a:pt x="8759" y="8382"/>
                    <a:pt x="9893" y="7878"/>
                    <a:pt x="10586" y="7122"/>
                  </a:cubicBezTo>
                  <a:cubicBezTo>
                    <a:pt x="10681" y="7027"/>
                    <a:pt x="10775" y="6933"/>
                    <a:pt x="10838" y="6838"/>
                  </a:cubicBezTo>
                  <a:close/>
                  <a:moveTo>
                    <a:pt x="1902" y="8486"/>
                  </a:moveTo>
                  <a:cubicBezTo>
                    <a:pt x="2355" y="8486"/>
                    <a:pt x="2810" y="8652"/>
                    <a:pt x="3151" y="9012"/>
                  </a:cubicBezTo>
                  <a:cubicBezTo>
                    <a:pt x="3718" y="9611"/>
                    <a:pt x="3812" y="10461"/>
                    <a:pt x="3466" y="11123"/>
                  </a:cubicBezTo>
                  <a:cubicBezTo>
                    <a:pt x="3151" y="10619"/>
                    <a:pt x="2804" y="10178"/>
                    <a:pt x="2426" y="9768"/>
                  </a:cubicBezTo>
                  <a:cubicBezTo>
                    <a:pt x="2017" y="9358"/>
                    <a:pt x="1544" y="9012"/>
                    <a:pt x="1040" y="8697"/>
                  </a:cubicBezTo>
                  <a:cubicBezTo>
                    <a:pt x="1304" y="8559"/>
                    <a:pt x="1603" y="8486"/>
                    <a:pt x="1902" y="8486"/>
                  </a:cubicBezTo>
                  <a:close/>
                  <a:moveTo>
                    <a:pt x="9468" y="0"/>
                  </a:moveTo>
                  <a:cubicBezTo>
                    <a:pt x="8905" y="0"/>
                    <a:pt x="8299" y="77"/>
                    <a:pt x="7719" y="222"/>
                  </a:cubicBezTo>
                  <a:cubicBezTo>
                    <a:pt x="7247" y="348"/>
                    <a:pt x="6711" y="537"/>
                    <a:pt x="6112" y="852"/>
                  </a:cubicBezTo>
                  <a:cubicBezTo>
                    <a:pt x="5784" y="699"/>
                    <a:pt x="5436" y="625"/>
                    <a:pt x="5090" y="625"/>
                  </a:cubicBezTo>
                  <a:cubicBezTo>
                    <a:pt x="4442" y="625"/>
                    <a:pt x="3802" y="884"/>
                    <a:pt x="3308" y="1356"/>
                  </a:cubicBezTo>
                  <a:cubicBezTo>
                    <a:pt x="2741" y="1955"/>
                    <a:pt x="2363" y="2774"/>
                    <a:pt x="2363" y="3656"/>
                  </a:cubicBezTo>
                  <a:cubicBezTo>
                    <a:pt x="2363" y="4475"/>
                    <a:pt x="2678" y="5263"/>
                    <a:pt x="3277" y="5893"/>
                  </a:cubicBezTo>
                  <a:cubicBezTo>
                    <a:pt x="3151" y="6649"/>
                    <a:pt x="3088" y="7405"/>
                    <a:pt x="3088" y="8130"/>
                  </a:cubicBezTo>
                  <a:cubicBezTo>
                    <a:pt x="2722" y="7947"/>
                    <a:pt x="2319" y="7854"/>
                    <a:pt x="1916" y="7854"/>
                  </a:cubicBezTo>
                  <a:cubicBezTo>
                    <a:pt x="1278" y="7854"/>
                    <a:pt x="641" y="8088"/>
                    <a:pt x="158" y="8571"/>
                  </a:cubicBezTo>
                  <a:cubicBezTo>
                    <a:pt x="0" y="8728"/>
                    <a:pt x="63" y="9043"/>
                    <a:pt x="252" y="9169"/>
                  </a:cubicBezTo>
                  <a:cubicBezTo>
                    <a:pt x="1481" y="9800"/>
                    <a:pt x="2489" y="10808"/>
                    <a:pt x="3119" y="12036"/>
                  </a:cubicBezTo>
                  <a:cubicBezTo>
                    <a:pt x="3191" y="12180"/>
                    <a:pt x="3315" y="12252"/>
                    <a:pt x="3443" y="12252"/>
                  </a:cubicBezTo>
                  <a:cubicBezTo>
                    <a:pt x="3539" y="12252"/>
                    <a:pt x="3637" y="12212"/>
                    <a:pt x="3718" y="12131"/>
                  </a:cubicBezTo>
                  <a:cubicBezTo>
                    <a:pt x="4506" y="11343"/>
                    <a:pt x="4663" y="10146"/>
                    <a:pt x="4159" y="9201"/>
                  </a:cubicBezTo>
                  <a:cubicBezTo>
                    <a:pt x="4884" y="9201"/>
                    <a:pt x="5671" y="9138"/>
                    <a:pt x="6396" y="9012"/>
                  </a:cubicBezTo>
                  <a:cubicBezTo>
                    <a:pt x="7026" y="9611"/>
                    <a:pt x="7814" y="9926"/>
                    <a:pt x="8633" y="9926"/>
                  </a:cubicBezTo>
                  <a:cubicBezTo>
                    <a:pt x="9452" y="9926"/>
                    <a:pt x="10271" y="9611"/>
                    <a:pt x="10933" y="8980"/>
                  </a:cubicBezTo>
                  <a:cubicBezTo>
                    <a:pt x="11657" y="8224"/>
                    <a:pt x="11878" y="7122"/>
                    <a:pt x="11437" y="6176"/>
                  </a:cubicBezTo>
                  <a:cubicBezTo>
                    <a:pt x="11752" y="5609"/>
                    <a:pt x="11941" y="5042"/>
                    <a:pt x="12067" y="4570"/>
                  </a:cubicBezTo>
                  <a:cubicBezTo>
                    <a:pt x="12224" y="3625"/>
                    <a:pt x="12256" y="2616"/>
                    <a:pt x="12130" y="1923"/>
                  </a:cubicBezTo>
                  <a:cubicBezTo>
                    <a:pt x="12067" y="1419"/>
                    <a:pt x="11626" y="1041"/>
                    <a:pt x="11153" y="1041"/>
                  </a:cubicBezTo>
                  <a:cubicBezTo>
                    <a:pt x="11122" y="537"/>
                    <a:pt x="10775" y="159"/>
                    <a:pt x="10302" y="65"/>
                  </a:cubicBezTo>
                  <a:cubicBezTo>
                    <a:pt x="10043" y="21"/>
                    <a:pt x="9761" y="0"/>
                    <a:pt x="94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0" name="Google Shape;10970;p66"/>
            <p:cNvSpPr/>
            <p:nvPr/>
          </p:nvSpPr>
          <p:spPr>
            <a:xfrm>
              <a:off x="-21171875" y="2521375"/>
              <a:ext cx="73275" cy="66100"/>
            </a:xfrm>
            <a:custGeom>
              <a:rect l="l" t="t" r="r" b="b"/>
              <a:pathLst>
                <a:path w="2931" h="2644" extrusionOk="0">
                  <a:moveTo>
                    <a:pt x="1499" y="0"/>
                  </a:moveTo>
                  <a:cubicBezTo>
                    <a:pt x="1471" y="0"/>
                    <a:pt x="1444" y="3"/>
                    <a:pt x="1418" y="8"/>
                  </a:cubicBezTo>
                  <a:lnTo>
                    <a:pt x="1009" y="166"/>
                  </a:lnTo>
                  <a:cubicBezTo>
                    <a:pt x="253" y="386"/>
                    <a:pt x="1" y="1394"/>
                    <a:pt x="568" y="1930"/>
                  </a:cubicBezTo>
                  <a:lnTo>
                    <a:pt x="977" y="2340"/>
                  </a:lnTo>
                  <a:cubicBezTo>
                    <a:pt x="1182" y="2544"/>
                    <a:pt x="1451" y="2643"/>
                    <a:pt x="1720" y="2643"/>
                  </a:cubicBezTo>
                  <a:cubicBezTo>
                    <a:pt x="2154" y="2643"/>
                    <a:pt x="2586" y="2385"/>
                    <a:pt x="2742" y="1898"/>
                  </a:cubicBezTo>
                  <a:lnTo>
                    <a:pt x="2899" y="1457"/>
                  </a:lnTo>
                  <a:cubicBezTo>
                    <a:pt x="2931" y="1268"/>
                    <a:pt x="2805" y="1016"/>
                    <a:pt x="2616" y="985"/>
                  </a:cubicBezTo>
                  <a:cubicBezTo>
                    <a:pt x="2577" y="972"/>
                    <a:pt x="2537" y="966"/>
                    <a:pt x="2498" y="966"/>
                  </a:cubicBezTo>
                  <a:cubicBezTo>
                    <a:pt x="2344" y="966"/>
                    <a:pt x="2200" y="1061"/>
                    <a:pt x="2175" y="1237"/>
                  </a:cubicBezTo>
                  <a:lnTo>
                    <a:pt x="2017" y="1646"/>
                  </a:lnTo>
                  <a:cubicBezTo>
                    <a:pt x="1977" y="1806"/>
                    <a:pt x="1836" y="1890"/>
                    <a:pt x="1682" y="1890"/>
                  </a:cubicBezTo>
                  <a:cubicBezTo>
                    <a:pt x="1593" y="1890"/>
                    <a:pt x="1499" y="1862"/>
                    <a:pt x="1418" y="1804"/>
                  </a:cubicBezTo>
                  <a:lnTo>
                    <a:pt x="1040" y="1426"/>
                  </a:lnTo>
                  <a:cubicBezTo>
                    <a:pt x="851" y="1237"/>
                    <a:pt x="914" y="922"/>
                    <a:pt x="1198" y="827"/>
                  </a:cubicBezTo>
                  <a:lnTo>
                    <a:pt x="1639" y="670"/>
                  </a:lnTo>
                  <a:cubicBezTo>
                    <a:pt x="1828" y="607"/>
                    <a:pt x="1891" y="386"/>
                    <a:pt x="1859" y="229"/>
                  </a:cubicBezTo>
                  <a:cubicBezTo>
                    <a:pt x="1807" y="70"/>
                    <a:pt x="1643" y="0"/>
                    <a:pt x="14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971" name="Google Shape;10971;p66"/>
          <p:cNvGrpSpPr/>
          <p:nvPr/>
        </p:nvGrpSpPr>
        <p:grpSpPr>
          <a:xfrm>
            <a:off x="828605" y="2865128"/>
            <a:ext cx="477573" cy="445432"/>
            <a:chOff x="-21299475" y="2798025"/>
            <a:chExt cx="307200" cy="286525"/>
          </a:xfrm>
        </p:grpSpPr>
        <p:sp>
          <p:nvSpPr>
            <p:cNvPr id="10972" name="Google Shape;10972;p66"/>
            <p:cNvSpPr/>
            <p:nvPr/>
          </p:nvSpPr>
          <p:spPr>
            <a:xfrm>
              <a:off x="-21153751" y="2798025"/>
              <a:ext cx="17350" cy="53575"/>
            </a:xfrm>
            <a:custGeom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985"/>
                    <a:pt x="158" y="2143"/>
                    <a:pt x="347" y="2143"/>
                  </a:cubicBezTo>
                  <a:cubicBezTo>
                    <a:pt x="536" y="2143"/>
                    <a:pt x="693" y="1985"/>
                    <a:pt x="693" y="176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3" name="Google Shape;10973;p66"/>
            <p:cNvSpPr/>
            <p:nvPr/>
          </p:nvSpPr>
          <p:spPr>
            <a:xfrm>
              <a:off x="-21256926" y="2838400"/>
              <a:ext cx="45700" cy="44525"/>
            </a:xfrm>
            <a:custGeom>
              <a:rect l="l" t="t" r="r" b="b"/>
              <a:pathLst>
                <a:path w="1828" h="1781" extrusionOk="0">
                  <a:moveTo>
                    <a:pt x="410" y="0"/>
                  </a:moveTo>
                  <a:cubicBezTo>
                    <a:pt x="323" y="0"/>
                    <a:pt x="236" y="39"/>
                    <a:pt x="158" y="118"/>
                  </a:cubicBezTo>
                  <a:cubicBezTo>
                    <a:pt x="0" y="276"/>
                    <a:pt x="0" y="465"/>
                    <a:pt x="158" y="622"/>
                  </a:cubicBezTo>
                  <a:lnTo>
                    <a:pt x="1166" y="1662"/>
                  </a:lnTo>
                  <a:cubicBezTo>
                    <a:pt x="1245" y="1741"/>
                    <a:pt x="1331" y="1780"/>
                    <a:pt x="1418" y="1780"/>
                  </a:cubicBezTo>
                  <a:cubicBezTo>
                    <a:pt x="1504" y="1780"/>
                    <a:pt x="1591" y="1741"/>
                    <a:pt x="1670" y="1662"/>
                  </a:cubicBezTo>
                  <a:cubicBezTo>
                    <a:pt x="1827" y="1504"/>
                    <a:pt x="1827" y="1315"/>
                    <a:pt x="1670" y="1158"/>
                  </a:cubicBezTo>
                  <a:lnTo>
                    <a:pt x="662" y="118"/>
                  </a:lnTo>
                  <a:cubicBezTo>
                    <a:pt x="583" y="39"/>
                    <a:pt x="496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4" name="Google Shape;10974;p66"/>
            <p:cNvSpPr/>
            <p:nvPr/>
          </p:nvSpPr>
          <p:spPr>
            <a:xfrm>
              <a:off x="-21079726" y="2838400"/>
              <a:ext cx="45700" cy="44525"/>
            </a:xfrm>
            <a:custGeom>
              <a:rect l="l" t="t" r="r" b="b"/>
              <a:pathLst>
                <a:path w="1828" h="1781" extrusionOk="0">
                  <a:moveTo>
                    <a:pt x="1418" y="0"/>
                  </a:moveTo>
                  <a:cubicBezTo>
                    <a:pt x="1332" y="0"/>
                    <a:pt x="1245" y="39"/>
                    <a:pt x="1166" y="118"/>
                  </a:cubicBezTo>
                  <a:lnTo>
                    <a:pt x="158" y="1158"/>
                  </a:lnTo>
                  <a:cubicBezTo>
                    <a:pt x="1" y="1315"/>
                    <a:pt x="1" y="1504"/>
                    <a:pt x="158" y="1662"/>
                  </a:cubicBezTo>
                  <a:cubicBezTo>
                    <a:pt x="237" y="1741"/>
                    <a:pt x="324" y="1780"/>
                    <a:pt x="410" y="1780"/>
                  </a:cubicBezTo>
                  <a:cubicBezTo>
                    <a:pt x="497" y="1780"/>
                    <a:pt x="584" y="1741"/>
                    <a:pt x="662" y="1662"/>
                  </a:cubicBezTo>
                  <a:lnTo>
                    <a:pt x="1671" y="622"/>
                  </a:lnTo>
                  <a:cubicBezTo>
                    <a:pt x="1828" y="465"/>
                    <a:pt x="1828" y="276"/>
                    <a:pt x="1671" y="118"/>
                  </a:cubicBezTo>
                  <a:cubicBezTo>
                    <a:pt x="1592" y="39"/>
                    <a:pt x="1505" y="0"/>
                    <a:pt x="14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5" name="Google Shape;10975;p66"/>
            <p:cNvSpPr/>
            <p:nvPr/>
          </p:nvSpPr>
          <p:spPr>
            <a:xfrm>
              <a:off x="-21113575" y="2825000"/>
              <a:ext cx="26800" cy="35050"/>
            </a:xfrm>
            <a:custGeom>
              <a:rect l="l" t="t" r="r" b="b"/>
              <a:pathLst>
                <a:path w="1072" h="1402" extrusionOk="0">
                  <a:moveTo>
                    <a:pt x="647" y="0"/>
                  </a:moveTo>
                  <a:cubicBezTo>
                    <a:pt x="510" y="0"/>
                    <a:pt x="386" y="71"/>
                    <a:pt x="315" y="213"/>
                  </a:cubicBezTo>
                  <a:lnTo>
                    <a:pt x="32" y="906"/>
                  </a:lnTo>
                  <a:cubicBezTo>
                    <a:pt x="0" y="1095"/>
                    <a:pt x="95" y="1284"/>
                    <a:pt x="252" y="1379"/>
                  </a:cubicBezTo>
                  <a:cubicBezTo>
                    <a:pt x="298" y="1394"/>
                    <a:pt x="344" y="1402"/>
                    <a:pt x="388" y="1402"/>
                  </a:cubicBezTo>
                  <a:cubicBezTo>
                    <a:pt x="527" y="1402"/>
                    <a:pt x="653" y="1325"/>
                    <a:pt x="725" y="1158"/>
                  </a:cubicBezTo>
                  <a:lnTo>
                    <a:pt x="977" y="497"/>
                  </a:lnTo>
                  <a:cubicBezTo>
                    <a:pt x="1071" y="308"/>
                    <a:pt x="977" y="119"/>
                    <a:pt x="788" y="24"/>
                  </a:cubicBezTo>
                  <a:cubicBezTo>
                    <a:pt x="740" y="8"/>
                    <a:pt x="693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6" name="Google Shape;10976;p66"/>
            <p:cNvSpPr/>
            <p:nvPr/>
          </p:nvSpPr>
          <p:spPr>
            <a:xfrm>
              <a:off x="-21204175" y="2825000"/>
              <a:ext cx="27600" cy="35050"/>
            </a:xfrm>
            <a:custGeom>
              <a:rect l="l" t="t" r="r" b="b"/>
              <a:pathLst>
                <a:path w="1104" h="1402" extrusionOk="0">
                  <a:moveTo>
                    <a:pt x="429" y="0"/>
                  </a:moveTo>
                  <a:cubicBezTo>
                    <a:pt x="381" y="0"/>
                    <a:pt x="332" y="8"/>
                    <a:pt x="285" y="24"/>
                  </a:cubicBezTo>
                  <a:cubicBezTo>
                    <a:pt x="95" y="119"/>
                    <a:pt x="1" y="308"/>
                    <a:pt x="95" y="497"/>
                  </a:cubicBezTo>
                  <a:lnTo>
                    <a:pt x="348" y="1158"/>
                  </a:lnTo>
                  <a:cubicBezTo>
                    <a:pt x="419" y="1325"/>
                    <a:pt x="545" y="1402"/>
                    <a:pt x="684" y="1402"/>
                  </a:cubicBezTo>
                  <a:cubicBezTo>
                    <a:pt x="728" y="1402"/>
                    <a:pt x="774" y="1394"/>
                    <a:pt x="820" y="1379"/>
                  </a:cubicBezTo>
                  <a:cubicBezTo>
                    <a:pt x="1041" y="1284"/>
                    <a:pt x="1104" y="1095"/>
                    <a:pt x="1041" y="906"/>
                  </a:cubicBezTo>
                  <a:lnTo>
                    <a:pt x="757" y="213"/>
                  </a:lnTo>
                  <a:cubicBezTo>
                    <a:pt x="710" y="71"/>
                    <a:pt x="574" y="0"/>
                    <a:pt x="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7" name="Google Shape;10977;p66"/>
            <p:cNvSpPr/>
            <p:nvPr/>
          </p:nvSpPr>
          <p:spPr>
            <a:xfrm>
              <a:off x="-21297900" y="2940575"/>
              <a:ext cx="54375" cy="18150"/>
            </a:xfrm>
            <a:custGeom>
              <a:rect l="l" t="t" r="r" b="b"/>
              <a:pathLst>
                <a:path w="2175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79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8" name="Google Shape;10978;p66"/>
            <p:cNvSpPr/>
            <p:nvPr/>
          </p:nvSpPr>
          <p:spPr>
            <a:xfrm>
              <a:off x="-21047425" y="2940575"/>
              <a:ext cx="54375" cy="18150"/>
            </a:xfrm>
            <a:custGeom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796" y="725"/>
                  </a:lnTo>
                  <a:cubicBezTo>
                    <a:pt x="2017" y="725"/>
                    <a:pt x="2174" y="568"/>
                    <a:pt x="2174" y="379"/>
                  </a:cubicBezTo>
                  <a:cubicBezTo>
                    <a:pt x="2174" y="158"/>
                    <a:pt x="2017" y="1"/>
                    <a:pt x="17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79" name="Google Shape;10979;p66"/>
            <p:cNvSpPr/>
            <p:nvPr/>
          </p:nvSpPr>
          <p:spPr>
            <a:xfrm>
              <a:off x="-21056099" y="2892750"/>
              <a:ext cx="37050" cy="25150"/>
            </a:xfrm>
            <a:custGeom>
              <a:rect l="l" t="t" r="r" b="b"/>
              <a:pathLst>
                <a:path w="1482" h="1004" extrusionOk="0">
                  <a:moveTo>
                    <a:pt x="1082" y="0"/>
                  </a:moveTo>
                  <a:cubicBezTo>
                    <a:pt x="1038" y="0"/>
                    <a:pt x="992" y="8"/>
                    <a:pt x="946" y="23"/>
                  </a:cubicBezTo>
                  <a:lnTo>
                    <a:pt x="284" y="307"/>
                  </a:lnTo>
                  <a:cubicBezTo>
                    <a:pt x="64" y="433"/>
                    <a:pt x="1" y="622"/>
                    <a:pt x="64" y="780"/>
                  </a:cubicBezTo>
                  <a:cubicBezTo>
                    <a:pt x="133" y="918"/>
                    <a:pt x="253" y="1006"/>
                    <a:pt x="386" y="1006"/>
                  </a:cubicBezTo>
                  <a:cubicBezTo>
                    <a:pt x="435" y="1006"/>
                    <a:pt x="486" y="994"/>
                    <a:pt x="536" y="969"/>
                  </a:cubicBezTo>
                  <a:lnTo>
                    <a:pt x="1198" y="717"/>
                  </a:lnTo>
                  <a:cubicBezTo>
                    <a:pt x="1419" y="622"/>
                    <a:pt x="1482" y="433"/>
                    <a:pt x="1419" y="244"/>
                  </a:cubicBezTo>
                  <a:cubicBezTo>
                    <a:pt x="1347" y="77"/>
                    <a:pt x="1221" y="0"/>
                    <a:pt x="10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80" name="Google Shape;10980;p66"/>
            <p:cNvSpPr/>
            <p:nvPr/>
          </p:nvSpPr>
          <p:spPr>
            <a:xfrm>
              <a:off x="-21271100" y="2893975"/>
              <a:ext cx="37825" cy="25150"/>
            </a:xfrm>
            <a:custGeom>
              <a:rect l="l" t="t" r="r" b="b"/>
              <a:pathLst>
                <a:path w="1513" h="1004" extrusionOk="0">
                  <a:moveTo>
                    <a:pt x="398" y="0"/>
                  </a:moveTo>
                  <a:cubicBezTo>
                    <a:pt x="254" y="0"/>
                    <a:pt x="141" y="88"/>
                    <a:pt x="95" y="227"/>
                  </a:cubicBezTo>
                  <a:cubicBezTo>
                    <a:pt x="0" y="416"/>
                    <a:pt x="95" y="605"/>
                    <a:pt x="284" y="699"/>
                  </a:cubicBezTo>
                  <a:lnTo>
                    <a:pt x="945" y="983"/>
                  </a:lnTo>
                  <a:cubicBezTo>
                    <a:pt x="991" y="998"/>
                    <a:pt x="1039" y="1006"/>
                    <a:pt x="1086" y="1006"/>
                  </a:cubicBezTo>
                  <a:cubicBezTo>
                    <a:pt x="1232" y="1006"/>
                    <a:pt x="1370" y="929"/>
                    <a:pt x="1418" y="762"/>
                  </a:cubicBezTo>
                  <a:cubicBezTo>
                    <a:pt x="1512" y="573"/>
                    <a:pt x="1418" y="384"/>
                    <a:pt x="1229" y="290"/>
                  </a:cubicBezTo>
                  <a:lnTo>
                    <a:pt x="567" y="37"/>
                  </a:lnTo>
                  <a:cubicBezTo>
                    <a:pt x="508" y="12"/>
                    <a:pt x="451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81" name="Google Shape;10981;p66"/>
            <p:cNvSpPr/>
            <p:nvPr/>
          </p:nvSpPr>
          <p:spPr>
            <a:xfrm>
              <a:off x="-21298675" y="3049275"/>
              <a:ext cx="306400" cy="35275"/>
            </a:xfrm>
            <a:custGeom>
              <a:rect l="l" t="t" r="r" b="b"/>
              <a:pathLst>
                <a:path w="12256" h="1411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41"/>
                    <a:pt x="347" y="505"/>
                    <a:pt x="284" y="536"/>
                  </a:cubicBezTo>
                  <a:cubicBezTo>
                    <a:pt x="95" y="631"/>
                    <a:pt x="0" y="820"/>
                    <a:pt x="95" y="1009"/>
                  </a:cubicBezTo>
                  <a:cubicBezTo>
                    <a:pt x="143" y="1176"/>
                    <a:pt x="263" y="1252"/>
                    <a:pt x="414" y="1252"/>
                  </a:cubicBezTo>
                  <a:cubicBezTo>
                    <a:pt x="462" y="1252"/>
                    <a:pt x="514" y="1244"/>
                    <a:pt x="567" y="1229"/>
                  </a:cubicBezTo>
                  <a:cubicBezTo>
                    <a:pt x="725" y="1166"/>
                    <a:pt x="819" y="1103"/>
                    <a:pt x="946" y="1009"/>
                  </a:cubicBezTo>
                  <a:cubicBezTo>
                    <a:pt x="1198" y="835"/>
                    <a:pt x="1505" y="749"/>
                    <a:pt x="1816" y="749"/>
                  </a:cubicBezTo>
                  <a:cubicBezTo>
                    <a:pt x="2127" y="749"/>
                    <a:pt x="2442" y="835"/>
                    <a:pt x="2710" y="1009"/>
                  </a:cubicBezTo>
                  <a:cubicBezTo>
                    <a:pt x="3104" y="1276"/>
                    <a:pt x="3553" y="1410"/>
                    <a:pt x="3994" y="1410"/>
                  </a:cubicBezTo>
                  <a:cubicBezTo>
                    <a:pt x="4435" y="1410"/>
                    <a:pt x="4868" y="1276"/>
                    <a:pt x="5230" y="1009"/>
                  </a:cubicBezTo>
                  <a:cubicBezTo>
                    <a:pt x="5498" y="835"/>
                    <a:pt x="5805" y="749"/>
                    <a:pt x="6108" y="749"/>
                  </a:cubicBezTo>
                  <a:cubicBezTo>
                    <a:pt x="6412" y="749"/>
                    <a:pt x="6711" y="835"/>
                    <a:pt x="6963" y="1009"/>
                  </a:cubicBezTo>
                  <a:cubicBezTo>
                    <a:pt x="7357" y="1276"/>
                    <a:pt x="7806" y="1410"/>
                    <a:pt x="8247" y="1410"/>
                  </a:cubicBezTo>
                  <a:cubicBezTo>
                    <a:pt x="8688" y="1410"/>
                    <a:pt x="9121" y="1276"/>
                    <a:pt x="9483" y="1009"/>
                  </a:cubicBezTo>
                  <a:cubicBezTo>
                    <a:pt x="9751" y="835"/>
                    <a:pt x="10058" y="749"/>
                    <a:pt x="10369" y="749"/>
                  </a:cubicBezTo>
                  <a:cubicBezTo>
                    <a:pt x="10681" y="749"/>
                    <a:pt x="10996" y="835"/>
                    <a:pt x="11279" y="1009"/>
                  </a:cubicBezTo>
                  <a:cubicBezTo>
                    <a:pt x="11437" y="1103"/>
                    <a:pt x="11531" y="1166"/>
                    <a:pt x="11689" y="1261"/>
                  </a:cubicBezTo>
                  <a:cubicBezTo>
                    <a:pt x="11736" y="1274"/>
                    <a:pt x="11782" y="1280"/>
                    <a:pt x="11825" y="1280"/>
                  </a:cubicBezTo>
                  <a:cubicBezTo>
                    <a:pt x="11984" y="1280"/>
                    <a:pt x="12112" y="1195"/>
                    <a:pt x="12161" y="1072"/>
                  </a:cubicBezTo>
                  <a:cubicBezTo>
                    <a:pt x="12256" y="820"/>
                    <a:pt x="12161" y="599"/>
                    <a:pt x="11972" y="536"/>
                  </a:cubicBezTo>
                  <a:cubicBezTo>
                    <a:pt x="11846" y="505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68"/>
                    <a:pt x="8546" y="662"/>
                    <a:pt x="8239" y="662"/>
                  </a:cubicBezTo>
                  <a:cubicBezTo>
                    <a:pt x="7932" y="662"/>
                    <a:pt x="7625" y="568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68"/>
                    <a:pt x="4293" y="662"/>
                    <a:pt x="3986" y="662"/>
                  </a:cubicBezTo>
                  <a:cubicBezTo>
                    <a:pt x="3679" y="662"/>
                    <a:pt x="3371" y="568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82" name="Google Shape;10982;p66"/>
            <p:cNvSpPr/>
            <p:nvPr/>
          </p:nvSpPr>
          <p:spPr>
            <a:xfrm>
              <a:off x="-21298675" y="3013050"/>
              <a:ext cx="306400" cy="34675"/>
            </a:xfrm>
            <a:custGeom>
              <a:rect l="l" t="t" r="r" b="b"/>
              <a:pathLst>
                <a:path w="12256" h="1387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10"/>
                    <a:pt x="347" y="504"/>
                    <a:pt x="284" y="536"/>
                  </a:cubicBezTo>
                  <a:cubicBezTo>
                    <a:pt x="95" y="599"/>
                    <a:pt x="0" y="819"/>
                    <a:pt x="95" y="1008"/>
                  </a:cubicBezTo>
                  <a:cubicBezTo>
                    <a:pt x="141" y="1147"/>
                    <a:pt x="255" y="1234"/>
                    <a:pt x="399" y="1234"/>
                  </a:cubicBezTo>
                  <a:cubicBezTo>
                    <a:pt x="452" y="1234"/>
                    <a:pt x="508" y="1223"/>
                    <a:pt x="567" y="1197"/>
                  </a:cubicBezTo>
                  <a:cubicBezTo>
                    <a:pt x="725" y="1166"/>
                    <a:pt x="819" y="1071"/>
                    <a:pt x="946" y="1008"/>
                  </a:cubicBezTo>
                  <a:cubicBezTo>
                    <a:pt x="1198" y="835"/>
                    <a:pt x="1505" y="748"/>
                    <a:pt x="1816" y="748"/>
                  </a:cubicBezTo>
                  <a:cubicBezTo>
                    <a:pt x="2127" y="748"/>
                    <a:pt x="2442" y="835"/>
                    <a:pt x="2710" y="1008"/>
                  </a:cubicBezTo>
                  <a:cubicBezTo>
                    <a:pt x="3104" y="1260"/>
                    <a:pt x="3553" y="1386"/>
                    <a:pt x="3994" y="1386"/>
                  </a:cubicBezTo>
                  <a:cubicBezTo>
                    <a:pt x="4435" y="1386"/>
                    <a:pt x="4868" y="1260"/>
                    <a:pt x="5230" y="1008"/>
                  </a:cubicBezTo>
                  <a:cubicBezTo>
                    <a:pt x="5498" y="835"/>
                    <a:pt x="5805" y="748"/>
                    <a:pt x="6108" y="748"/>
                  </a:cubicBezTo>
                  <a:cubicBezTo>
                    <a:pt x="6412" y="748"/>
                    <a:pt x="6711" y="835"/>
                    <a:pt x="6963" y="1008"/>
                  </a:cubicBezTo>
                  <a:cubicBezTo>
                    <a:pt x="7357" y="1260"/>
                    <a:pt x="7806" y="1386"/>
                    <a:pt x="8247" y="1386"/>
                  </a:cubicBezTo>
                  <a:cubicBezTo>
                    <a:pt x="8688" y="1386"/>
                    <a:pt x="9121" y="1260"/>
                    <a:pt x="9483" y="1008"/>
                  </a:cubicBezTo>
                  <a:cubicBezTo>
                    <a:pt x="9751" y="835"/>
                    <a:pt x="10058" y="748"/>
                    <a:pt x="10369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31" y="1166"/>
                    <a:pt x="11689" y="1229"/>
                  </a:cubicBezTo>
                  <a:cubicBezTo>
                    <a:pt x="11741" y="1251"/>
                    <a:pt x="11792" y="1261"/>
                    <a:pt x="11840" y="1261"/>
                  </a:cubicBezTo>
                  <a:cubicBezTo>
                    <a:pt x="11992" y="1261"/>
                    <a:pt x="12113" y="1160"/>
                    <a:pt x="12161" y="1040"/>
                  </a:cubicBezTo>
                  <a:cubicBezTo>
                    <a:pt x="12256" y="819"/>
                    <a:pt x="12161" y="630"/>
                    <a:pt x="11972" y="536"/>
                  </a:cubicBezTo>
                  <a:cubicBezTo>
                    <a:pt x="11846" y="504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1" y="552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83" name="Google Shape;10983;p66"/>
            <p:cNvSpPr/>
            <p:nvPr/>
          </p:nvSpPr>
          <p:spPr>
            <a:xfrm>
              <a:off x="-21299475" y="2868125"/>
              <a:ext cx="307200" cy="143375"/>
            </a:xfrm>
            <a:custGeom>
              <a:rect l="l" t="t" r="r" b="b"/>
              <a:pathLst>
                <a:path w="12288" h="5735" extrusionOk="0">
                  <a:moveTo>
                    <a:pt x="6144" y="788"/>
                  </a:moveTo>
                  <a:cubicBezTo>
                    <a:pt x="7531" y="788"/>
                    <a:pt x="8633" y="1891"/>
                    <a:pt x="8633" y="3245"/>
                  </a:cubicBezTo>
                  <a:cubicBezTo>
                    <a:pt x="8633" y="3938"/>
                    <a:pt x="8350" y="4506"/>
                    <a:pt x="7909" y="5010"/>
                  </a:cubicBezTo>
                  <a:cubicBezTo>
                    <a:pt x="7720" y="4947"/>
                    <a:pt x="7562" y="4884"/>
                    <a:pt x="7373" y="4758"/>
                  </a:cubicBezTo>
                  <a:cubicBezTo>
                    <a:pt x="7011" y="4506"/>
                    <a:pt x="6578" y="4379"/>
                    <a:pt x="6140" y="4379"/>
                  </a:cubicBezTo>
                  <a:cubicBezTo>
                    <a:pt x="5703" y="4379"/>
                    <a:pt x="5262" y="4506"/>
                    <a:pt x="4884" y="4758"/>
                  </a:cubicBezTo>
                  <a:cubicBezTo>
                    <a:pt x="4727" y="4884"/>
                    <a:pt x="4569" y="4947"/>
                    <a:pt x="4380" y="5010"/>
                  </a:cubicBezTo>
                  <a:cubicBezTo>
                    <a:pt x="3939" y="4537"/>
                    <a:pt x="3655" y="3875"/>
                    <a:pt x="3655" y="3245"/>
                  </a:cubicBezTo>
                  <a:cubicBezTo>
                    <a:pt x="3655" y="1891"/>
                    <a:pt x="4758" y="788"/>
                    <a:pt x="6144" y="788"/>
                  </a:cubicBezTo>
                  <a:close/>
                  <a:moveTo>
                    <a:pt x="6144" y="0"/>
                  </a:moveTo>
                  <a:cubicBezTo>
                    <a:pt x="4380" y="0"/>
                    <a:pt x="2931" y="1450"/>
                    <a:pt x="2931" y="3214"/>
                  </a:cubicBezTo>
                  <a:cubicBezTo>
                    <a:pt x="2931" y="3812"/>
                    <a:pt x="3088" y="4411"/>
                    <a:pt x="3372" y="4884"/>
                  </a:cubicBezTo>
                  <a:cubicBezTo>
                    <a:pt x="3277" y="4852"/>
                    <a:pt x="3183" y="4789"/>
                    <a:pt x="3120" y="4726"/>
                  </a:cubicBezTo>
                  <a:cubicBezTo>
                    <a:pt x="2742" y="4474"/>
                    <a:pt x="2285" y="4348"/>
                    <a:pt x="1832" y="4348"/>
                  </a:cubicBezTo>
                  <a:cubicBezTo>
                    <a:pt x="1379" y="4348"/>
                    <a:pt x="930" y="4474"/>
                    <a:pt x="568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1" y="5167"/>
                    <a:pt x="95" y="5356"/>
                  </a:cubicBezTo>
                  <a:cubicBezTo>
                    <a:pt x="143" y="5498"/>
                    <a:pt x="261" y="5569"/>
                    <a:pt x="410" y="5569"/>
                  </a:cubicBezTo>
                  <a:cubicBezTo>
                    <a:pt x="460" y="5569"/>
                    <a:pt x="513" y="5561"/>
                    <a:pt x="568" y="5545"/>
                  </a:cubicBezTo>
                  <a:cubicBezTo>
                    <a:pt x="725" y="5514"/>
                    <a:pt x="820" y="5419"/>
                    <a:pt x="946" y="5356"/>
                  </a:cubicBezTo>
                  <a:cubicBezTo>
                    <a:pt x="1198" y="5183"/>
                    <a:pt x="1505" y="5096"/>
                    <a:pt x="1816" y="5096"/>
                  </a:cubicBezTo>
                  <a:cubicBezTo>
                    <a:pt x="2127" y="5096"/>
                    <a:pt x="2442" y="5183"/>
                    <a:pt x="2710" y="5356"/>
                  </a:cubicBezTo>
                  <a:cubicBezTo>
                    <a:pt x="3104" y="5608"/>
                    <a:pt x="3553" y="5734"/>
                    <a:pt x="3994" y="5734"/>
                  </a:cubicBezTo>
                  <a:cubicBezTo>
                    <a:pt x="4435" y="5734"/>
                    <a:pt x="4868" y="5608"/>
                    <a:pt x="5231" y="5356"/>
                  </a:cubicBezTo>
                  <a:cubicBezTo>
                    <a:pt x="5498" y="5183"/>
                    <a:pt x="5806" y="5096"/>
                    <a:pt x="6109" y="5096"/>
                  </a:cubicBezTo>
                  <a:cubicBezTo>
                    <a:pt x="6412" y="5096"/>
                    <a:pt x="6711" y="5183"/>
                    <a:pt x="6963" y="5356"/>
                  </a:cubicBezTo>
                  <a:cubicBezTo>
                    <a:pt x="7357" y="5608"/>
                    <a:pt x="7806" y="5734"/>
                    <a:pt x="8247" y="5734"/>
                  </a:cubicBezTo>
                  <a:cubicBezTo>
                    <a:pt x="8688" y="5734"/>
                    <a:pt x="9122" y="5608"/>
                    <a:pt x="9484" y="5356"/>
                  </a:cubicBezTo>
                  <a:cubicBezTo>
                    <a:pt x="9752" y="5183"/>
                    <a:pt x="10059" y="5096"/>
                    <a:pt x="10370" y="5096"/>
                  </a:cubicBezTo>
                  <a:cubicBezTo>
                    <a:pt x="10681" y="5096"/>
                    <a:pt x="10996" y="5183"/>
                    <a:pt x="11280" y="5356"/>
                  </a:cubicBezTo>
                  <a:cubicBezTo>
                    <a:pt x="11437" y="5419"/>
                    <a:pt x="11532" y="5514"/>
                    <a:pt x="11689" y="5577"/>
                  </a:cubicBezTo>
                  <a:cubicBezTo>
                    <a:pt x="11742" y="5599"/>
                    <a:pt x="11793" y="5609"/>
                    <a:pt x="11840" y="5609"/>
                  </a:cubicBezTo>
                  <a:cubicBezTo>
                    <a:pt x="11993" y="5609"/>
                    <a:pt x="12114" y="5508"/>
                    <a:pt x="12162" y="5388"/>
                  </a:cubicBezTo>
                  <a:cubicBezTo>
                    <a:pt x="12288" y="5199"/>
                    <a:pt x="12193" y="5010"/>
                    <a:pt x="12004" y="4915"/>
                  </a:cubicBezTo>
                  <a:cubicBezTo>
                    <a:pt x="11878" y="4884"/>
                    <a:pt x="11815" y="4852"/>
                    <a:pt x="11689" y="4758"/>
                  </a:cubicBezTo>
                  <a:cubicBezTo>
                    <a:pt x="11311" y="4506"/>
                    <a:pt x="10862" y="4379"/>
                    <a:pt x="10413" y="4379"/>
                  </a:cubicBezTo>
                  <a:cubicBezTo>
                    <a:pt x="9964" y="4379"/>
                    <a:pt x="9515" y="4506"/>
                    <a:pt x="9137" y="4758"/>
                  </a:cubicBezTo>
                  <a:lnTo>
                    <a:pt x="8885" y="4884"/>
                  </a:lnTo>
                  <a:cubicBezTo>
                    <a:pt x="9169" y="4379"/>
                    <a:pt x="9358" y="3812"/>
                    <a:pt x="9358" y="3214"/>
                  </a:cubicBezTo>
                  <a:cubicBezTo>
                    <a:pt x="9358" y="1450"/>
                    <a:pt x="7909" y="0"/>
                    <a:pt x="6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84" name="Google Shape;10984;p66"/>
          <p:cNvSpPr/>
          <p:nvPr/>
        </p:nvSpPr>
        <p:spPr>
          <a:xfrm>
            <a:off x="3750162" y="1689838"/>
            <a:ext cx="472676" cy="471160"/>
          </a:xfrm>
          <a:custGeom>
            <a:rect l="l" t="t" r="r" b="b"/>
            <a:pathLst>
              <a:path w="12162" h="12123" extrusionOk="0">
                <a:moveTo>
                  <a:pt x="8192" y="3616"/>
                </a:moveTo>
                <a:cubicBezTo>
                  <a:pt x="8381" y="3616"/>
                  <a:pt x="8539" y="3805"/>
                  <a:pt x="8539" y="3994"/>
                </a:cubicBezTo>
                <a:cubicBezTo>
                  <a:pt x="8539" y="4183"/>
                  <a:pt x="8381" y="4341"/>
                  <a:pt x="8192" y="4341"/>
                </a:cubicBezTo>
                <a:lnTo>
                  <a:pt x="3907" y="4341"/>
                </a:lnTo>
                <a:cubicBezTo>
                  <a:pt x="3687" y="4341"/>
                  <a:pt x="3529" y="4183"/>
                  <a:pt x="3529" y="3994"/>
                </a:cubicBezTo>
                <a:cubicBezTo>
                  <a:pt x="3529" y="3805"/>
                  <a:pt x="3687" y="3616"/>
                  <a:pt x="3907" y="3616"/>
                </a:cubicBezTo>
                <a:close/>
                <a:moveTo>
                  <a:pt x="8948" y="5097"/>
                </a:moveTo>
                <a:cubicBezTo>
                  <a:pt x="9137" y="5097"/>
                  <a:pt x="9295" y="5254"/>
                  <a:pt x="9295" y="5443"/>
                </a:cubicBezTo>
                <a:cubicBezTo>
                  <a:pt x="9295" y="5632"/>
                  <a:pt x="9137" y="5790"/>
                  <a:pt x="8948" y="5790"/>
                </a:cubicBezTo>
                <a:lnTo>
                  <a:pt x="3214" y="5790"/>
                </a:lnTo>
                <a:cubicBezTo>
                  <a:pt x="3025" y="5790"/>
                  <a:pt x="2868" y="5632"/>
                  <a:pt x="2868" y="5443"/>
                </a:cubicBezTo>
                <a:cubicBezTo>
                  <a:pt x="2868" y="5254"/>
                  <a:pt x="3025" y="5097"/>
                  <a:pt x="3214" y="5097"/>
                </a:cubicBezTo>
                <a:close/>
                <a:moveTo>
                  <a:pt x="4600" y="6514"/>
                </a:moveTo>
                <a:cubicBezTo>
                  <a:pt x="4443" y="6703"/>
                  <a:pt x="4317" y="6987"/>
                  <a:pt x="4285" y="7207"/>
                </a:cubicBezTo>
                <a:lnTo>
                  <a:pt x="2490" y="7207"/>
                </a:lnTo>
                <a:cubicBezTo>
                  <a:pt x="2269" y="7207"/>
                  <a:pt x="2112" y="7050"/>
                  <a:pt x="2112" y="6861"/>
                </a:cubicBezTo>
                <a:cubicBezTo>
                  <a:pt x="2112" y="6672"/>
                  <a:pt x="2269" y="6514"/>
                  <a:pt x="2490" y="6514"/>
                </a:cubicBezTo>
                <a:close/>
                <a:moveTo>
                  <a:pt x="9641" y="6514"/>
                </a:moveTo>
                <a:cubicBezTo>
                  <a:pt x="9830" y="6514"/>
                  <a:pt x="9988" y="6672"/>
                  <a:pt x="9988" y="6861"/>
                </a:cubicBezTo>
                <a:cubicBezTo>
                  <a:pt x="9988" y="7050"/>
                  <a:pt x="9830" y="7207"/>
                  <a:pt x="9641" y="7207"/>
                </a:cubicBezTo>
                <a:lnTo>
                  <a:pt x="7845" y="7207"/>
                </a:lnTo>
                <a:cubicBezTo>
                  <a:pt x="7782" y="6955"/>
                  <a:pt x="7688" y="6703"/>
                  <a:pt x="7530" y="6514"/>
                </a:cubicBezTo>
                <a:close/>
                <a:moveTo>
                  <a:pt x="4317" y="7932"/>
                </a:moveTo>
                <a:cubicBezTo>
                  <a:pt x="4380" y="8184"/>
                  <a:pt x="4506" y="8436"/>
                  <a:pt x="4632" y="8625"/>
                </a:cubicBezTo>
                <a:lnTo>
                  <a:pt x="3246" y="8625"/>
                </a:lnTo>
                <a:cubicBezTo>
                  <a:pt x="3025" y="8625"/>
                  <a:pt x="2868" y="8468"/>
                  <a:pt x="2868" y="8279"/>
                </a:cubicBezTo>
                <a:cubicBezTo>
                  <a:pt x="2868" y="8090"/>
                  <a:pt x="3025" y="7932"/>
                  <a:pt x="3246" y="7932"/>
                </a:cubicBezTo>
                <a:close/>
                <a:moveTo>
                  <a:pt x="6050" y="6514"/>
                </a:moveTo>
                <a:cubicBezTo>
                  <a:pt x="6648" y="6514"/>
                  <a:pt x="7121" y="6987"/>
                  <a:pt x="7121" y="7554"/>
                </a:cubicBezTo>
                <a:cubicBezTo>
                  <a:pt x="7121" y="8153"/>
                  <a:pt x="6648" y="8625"/>
                  <a:pt x="6050" y="8625"/>
                </a:cubicBezTo>
                <a:cubicBezTo>
                  <a:pt x="5483" y="8625"/>
                  <a:pt x="5010" y="8153"/>
                  <a:pt x="5010" y="7554"/>
                </a:cubicBezTo>
                <a:cubicBezTo>
                  <a:pt x="5010" y="6987"/>
                  <a:pt x="5483" y="6514"/>
                  <a:pt x="6050" y="6514"/>
                </a:cubicBezTo>
                <a:close/>
                <a:moveTo>
                  <a:pt x="8948" y="7932"/>
                </a:moveTo>
                <a:cubicBezTo>
                  <a:pt x="9137" y="7932"/>
                  <a:pt x="9295" y="8090"/>
                  <a:pt x="9295" y="8279"/>
                </a:cubicBezTo>
                <a:cubicBezTo>
                  <a:pt x="9295" y="8468"/>
                  <a:pt x="9137" y="8625"/>
                  <a:pt x="8948" y="8625"/>
                </a:cubicBezTo>
                <a:lnTo>
                  <a:pt x="7530" y="8625"/>
                </a:lnTo>
                <a:cubicBezTo>
                  <a:pt x="7688" y="8436"/>
                  <a:pt x="7782" y="8216"/>
                  <a:pt x="7845" y="7932"/>
                </a:cubicBezTo>
                <a:close/>
                <a:moveTo>
                  <a:pt x="8192" y="9350"/>
                </a:moveTo>
                <a:cubicBezTo>
                  <a:pt x="8381" y="9350"/>
                  <a:pt x="8539" y="9507"/>
                  <a:pt x="8539" y="9696"/>
                </a:cubicBezTo>
                <a:cubicBezTo>
                  <a:pt x="8539" y="9885"/>
                  <a:pt x="8381" y="10043"/>
                  <a:pt x="8192" y="10043"/>
                </a:cubicBezTo>
                <a:lnTo>
                  <a:pt x="3907" y="10043"/>
                </a:lnTo>
                <a:cubicBezTo>
                  <a:pt x="3687" y="10043"/>
                  <a:pt x="3529" y="9885"/>
                  <a:pt x="3529" y="9696"/>
                </a:cubicBezTo>
                <a:cubicBezTo>
                  <a:pt x="3529" y="9507"/>
                  <a:pt x="3687" y="9350"/>
                  <a:pt x="3907" y="9350"/>
                </a:cubicBezTo>
                <a:close/>
                <a:moveTo>
                  <a:pt x="7467" y="10799"/>
                </a:moveTo>
                <a:cubicBezTo>
                  <a:pt x="7688" y="10799"/>
                  <a:pt x="7845" y="10957"/>
                  <a:pt x="7845" y="11146"/>
                </a:cubicBezTo>
                <a:cubicBezTo>
                  <a:pt x="7845" y="11366"/>
                  <a:pt x="7688" y="11492"/>
                  <a:pt x="7467" y="11492"/>
                </a:cubicBezTo>
                <a:lnTo>
                  <a:pt x="4632" y="11492"/>
                </a:lnTo>
                <a:cubicBezTo>
                  <a:pt x="4443" y="11492"/>
                  <a:pt x="4285" y="11335"/>
                  <a:pt x="4285" y="11146"/>
                </a:cubicBezTo>
                <a:cubicBezTo>
                  <a:pt x="4285" y="10957"/>
                  <a:pt x="4443" y="10799"/>
                  <a:pt x="4632" y="10799"/>
                </a:cubicBezTo>
                <a:close/>
                <a:moveTo>
                  <a:pt x="8917" y="1"/>
                </a:moveTo>
                <a:cubicBezTo>
                  <a:pt x="8830" y="1"/>
                  <a:pt x="8743" y="40"/>
                  <a:pt x="8665" y="119"/>
                </a:cubicBezTo>
                <a:cubicBezTo>
                  <a:pt x="8507" y="276"/>
                  <a:pt x="8507" y="497"/>
                  <a:pt x="8665" y="654"/>
                </a:cubicBezTo>
                <a:lnTo>
                  <a:pt x="9484" y="1474"/>
                </a:lnTo>
                <a:lnTo>
                  <a:pt x="347" y="1474"/>
                </a:lnTo>
                <a:cubicBezTo>
                  <a:pt x="158" y="1474"/>
                  <a:pt x="1" y="1631"/>
                  <a:pt x="1" y="1820"/>
                </a:cubicBezTo>
                <a:cubicBezTo>
                  <a:pt x="1" y="2009"/>
                  <a:pt x="158" y="2167"/>
                  <a:pt x="347" y="2167"/>
                </a:cubicBezTo>
                <a:lnTo>
                  <a:pt x="1639" y="2167"/>
                </a:lnTo>
                <a:lnTo>
                  <a:pt x="820" y="3017"/>
                </a:lnTo>
                <a:cubicBezTo>
                  <a:pt x="662" y="3175"/>
                  <a:pt x="662" y="3364"/>
                  <a:pt x="820" y="3521"/>
                </a:cubicBezTo>
                <a:cubicBezTo>
                  <a:pt x="899" y="3600"/>
                  <a:pt x="985" y="3640"/>
                  <a:pt x="1072" y="3640"/>
                </a:cubicBezTo>
                <a:cubicBezTo>
                  <a:pt x="1159" y="3640"/>
                  <a:pt x="1245" y="3600"/>
                  <a:pt x="1324" y="3521"/>
                </a:cubicBezTo>
                <a:lnTo>
                  <a:pt x="2679" y="2167"/>
                </a:lnTo>
                <a:lnTo>
                  <a:pt x="5735" y="2167"/>
                </a:lnTo>
                <a:lnTo>
                  <a:pt x="5735" y="2923"/>
                </a:lnTo>
                <a:lnTo>
                  <a:pt x="3970" y="2923"/>
                </a:lnTo>
                <a:cubicBezTo>
                  <a:pt x="3372" y="2923"/>
                  <a:pt x="2899" y="3395"/>
                  <a:pt x="2899" y="3994"/>
                </a:cubicBezTo>
                <a:cubicBezTo>
                  <a:pt x="2899" y="4152"/>
                  <a:pt x="2962" y="4246"/>
                  <a:pt x="2994" y="4372"/>
                </a:cubicBezTo>
                <a:cubicBezTo>
                  <a:pt x="2521" y="4498"/>
                  <a:pt x="2206" y="4939"/>
                  <a:pt x="2206" y="5412"/>
                </a:cubicBezTo>
                <a:cubicBezTo>
                  <a:pt x="2206" y="5569"/>
                  <a:pt x="2238" y="5664"/>
                  <a:pt x="2269" y="5790"/>
                </a:cubicBezTo>
                <a:cubicBezTo>
                  <a:pt x="1797" y="5916"/>
                  <a:pt x="1481" y="6357"/>
                  <a:pt x="1481" y="6829"/>
                </a:cubicBezTo>
                <a:cubicBezTo>
                  <a:pt x="1481" y="7334"/>
                  <a:pt x="1797" y="7743"/>
                  <a:pt x="2269" y="7838"/>
                </a:cubicBezTo>
                <a:cubicBezTo>
                  <a:pt x="2238" y="7964"/>
                  <a:pt x="2206" y="8090"/>
                  <a:pt x="2206" y="8247"/>
                </a:cubicBezTo>
                <a:cubicBezTo>
                  <a:pt x="2206" y="8751"/>
                  <a:pt x="2553" y="9129"/>
                  <a:pt x="2994" y="9255"/>
                </a:cubicBezTo>
                <a:cubicBezTo>
                  <a:pt x="2962" y="9381"/>
                  <a:pt x="2899" y="9507"/>
                  <a:pt x="2899" y="9665"/>
                </a:cubicBezTo>
                <a:cubicBezTo>
                  <a:pt x="2899" y="10169"/>
                  <a:pt x="3277" y="10547"/>
                  <a:pt x="3687" y="10673"/>
                </a:cubicBezTo>
                <a:cubicBezTo>
                  <a:pt x="3655" y="10799"/>
                  <a:pt x="3624" y="10925"/>
                  <a:pt x="3624" y="11083"/>
                </a:cubicBezTo>
                <a:cubicBezTo>
                  <a:pt x="3624" y="11650"/>
                  <a:pt x="4096" y="12122"/>
                  <a:pt x="4695" y="12122"/>
                </a:cubicBezTo>
                <a:lnTo>
                  <a:pt x="7530" y="12122"/>
                </a:lnTo>
                <a:cubicBezTo>
                  <a:pt x="8097" y="12122"/>
                  <a:pt x="8570" y="11650"/>
                  <a:pt x="8570" y="11083"/>
                </a:cubicBezTo>
                <a:cubicBezTo>
                  <a:pt x="8570" y="10925"/>
                  <a:pt x="8539" y="10799"/>
                  <a:pt x="8507" y="10673"/>
                </a:cubicBezTo>
                <a:cubicBezTo>
                  <a:pt x="8980" y="10547"/>
                  <a:pt x="9295" y="10137"/>
                  <a:pt x="9295" y="9665"/>
                </a:cubicBezTo>
                <a:cubicBezTo>
                  <a:pt x="9295" y="9507"/>
                  <a:pt x="9263" y="9381"/>
                  <a:pt x="9200" y="9255"/>
                </a:cubicBezTo>
                <a:cubicBezTo>
                  <a:pt x="9673" y="9129"/>
                  <a:pt x="9988" y="8720"/>
                  <a:pt x="9988" y="8247"/>
                </a:cubicBezTo>
                <a:cubicBezTo>
                  <a:pt x="9988" y="8090"/>
                  <a:pt x="9956" y="7964"/>
                  <a:pt x="9925" y="7838"/>
                </a:cubicBezTo>
                <a:cubicBezTo>
                  <a:pt x="10397" y="7712"/>
                  <a:pt x="10712" y="7302"/>
                  <a:pt x="10712" y="6829"/>
                </a:cubicBezTo>
                <a:cubicBezTo>
                  <a:pt x="10712" y="6294"/>
                  <a:pt x="10366" y="5916"/>
                  <a:pt x="9925" y="5790"/>
                </a:cubicBezTo>
                <a:cubicBezTo>
                  <a:pt x="9956" y="5664"/>
                  <a:pt x="9988" y="5569"/>
                  <a:pt x="9988" y="5412"/>
                </a:cubicBezTo>
                <a:cubicBezTo>
                  <a:pt x="9988" y="4876"/>
                  <a:pt x="9641" y="4498"/>
                  <a:pt x="9200" y="4372"/>
                </a:cubicBezTo>
                <a:cubicBezTo>
                  <a:pt x="9263" y="4246"/>
                  <a:pt x="9295" y="4152"/>
                  <a:pt x="9295" y="3994"/>
                </a:cubicBezTo>
                <a:cubicBezTo>
                  <a:pt x="9295" y="3395"/>
                  <a:pt x="8822" y="2923"/>
                  <a:pt x="8224" y="2923"/>
                </a:cubicBezTo>
                <a:lnTo>
                  <a:pt x="6459" y="2923"/>
                </a:lnTo>
                <a:lnTo>
                  <a:pt x="6459" y="2167"/>
                </a:lnTo>
                <a:lnTo>
                  <a:pt x="11815" y="2167"/>
                </a:lnTo>
                <a:cubicBezTo>
                  <a:pt x="12004" y="2167"/>
                  <a:pt x="12162" y="2009"/>
                  <a:pt x="12162" y="1820"/>
                </a:cubicBezTo>
                <a:cubicBezTo>
                  <a:pt x="12162" y="1631"/>
                  <a:pt x="12004" y="1474"/>
                  <a:pt x="11815" y="1474"/>
                </a:cubicBezTo>
                <a:lnTo>
                  <a:pt x="10523" y="1474"/>
                </a:lnTo>
                <a:lnTo>
                  <a:pt x="9169" y="119"/>
                </a:lnTo>
                <a:cubicBezTo>
                  <a:pt x="9090" y="40"/>
                  <a:pt x="9003" y="1"/>
                  <a:pt x="89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85" name="Google Shape;10985;p66"/>
          <p:cNvSpPr/>
          <p:nvPr/>
        </p:nvSpPr>
        <p:spPr>
          <a:xfrm>
            <a:off x="3749560" y="2273932"/>
            <a:ext cx="473881" cy="475125"/>
          </a:xfrm>
          <a:custGeom>
            <a:rect l="l" t="t" r="r" b="b"/>
            <a:pathLst>
              <a:path w="12193" h="12225" extrusionOk="0">
                <a:moveTo>
                  <a:pt x="8601" y="694"/>
                </a:moveTo>
                <a:cubicBezTo>
                  <a:pt x="9011" y="694"/>
                  <a:pt x="9326" y="1009"/>
                  <a:pt x="9326" y="1418"/>
                </a:cubicBezTo>
                <a:cubicBezTo>
                  <a:pt x="9326" y="1796"/>
                  <a:pt x="9011" y="2111"/>
                  <a:pt x="8601" y="2111"/>
                </a:cubicBezTo>
                <a:cubicBezTo>
                  <a:pt x="8223" y="2111"/>
                  <a:pt x="7908" y="1796"/>
                  <a:pt x="7908" y="1418"/>
                </a:cubicBezTo>
                <a:cubicBezTo>
                  <a:pt x="7908" y="1009"/>
                  <a:pt x="8223" y="694"/>
                  <a:pt x="8601" y="694"/>
                </a:cubicBezTo>
                <a:close/>
                <a:moveTo>
                  <a:pt x="10428" y="1418"/>
                </a:moveTo>
                <a:cubicBezTo>
                  <a:pt x="11027" y="1418"/>
                  <a:pt x="11500" y="1891"/>
                  <a:pt x="11500" y="2458"/>
                </a:cubicBezTo>
                <a:cubicBezTo>
                  <a:pt x="11058" y="2238"/>
                  <a:pt x="10586" y="2111"/>
                  <a:pt x="10113" y="2111"/>
                </a:cubicBezTo>
                <a:lnTo>
                  <a:pt x="9861" y="2111"/>
                </a:lnTo>
                <a:cubicBezTo>
                  <a:pt x="9987" y="1922"/>
                  <a:pt x="10082" y="1639"/>
                  <a:pt x="10082" y="1418"/>
                </a:cubicBezTo>
                <a:close/>
                <a:moveTo>
                  <a:pt x="7624" y="2427"/>
                </a:moveTo>
                <a:lnTo>
                  <a:pt x="7624" y="2427"/>
                </a:lnTo>
                <a:cubicBezTo>
                  <a:pt x="7782" y="2616"/>
                  <a:pt x="8034" y="2742"/>
                  <a:pt x="8255" y="2836"/>
                </a:cubicBezTo>
                <a:cubicBezTo>
                  <a:pt x="8223" y="3088"/>
                  <a:pt x="8286" y="3340"/>
                  <a:pt x="8412" y="3466"/>
                </a:cubicBezTo>
                <a:lnTo>
                  <a:pt x="9704" y="4915"/>
                </a:lnTo>
                <a:cubicBezTo>
                  <a:pt x="10239" y="5483"/>
                  <a:pt x="10334" y="6270"/>
                  <a:pt x="9987" y="6932"/>
                </a:cubicBezTo>
                <a:cubicBezTo>
                  <a:pt x="9672" y="7530"/>
                  <a:pt x="9074" y="7877"/>
                  <a:pt x="8412" y="7877"/>
                </a:cubicBezTo>
                <a:lnTo>
                  <a:pt x="7750" y="7877"/>
                </a:lnTo>
                <a:cubicBezTo>
                  <a:pt x="7813" y="7688"/>
                  <a:pt x="7908" y="7467"/>
                  <a:pt x="7908" y="7278"/>
                </a:cubicBezTo>
                <a:lnTo>
                  <a:pt x="7908" y="7152"/>
                </a:lnTo>
                <a:lnTo>
                  <a:pt x="8475" y="7152"/>
                </a:lnTo>
                <a:cubicBezTo>
                  <a:pt x="8853" y="7152"/>
                  <a:pt x="9200" y="6963"/>
                  <a:pt x="9420" y="6617"/>
                </a:cubicBezTo>
                <a:cubicBezTo>
                  <a:pt x="9672" y="6144"/>
                  <a:pt x="9483" y="5609"/>
                  <a:pt x="9326" y="5451"/>
                </a:cubicBezTo>
                <a:lnTo>
                  <a:pt x="7908" y="3970"/>
                </a:lnTo>
                <a:cubicBezTo>
                  <a:pt x="7530" y="3561"/>
                  <a:pt x="7435" y="2931"/>
                  <a:pt x="7624" y="2427"/>
                </a:cubicBezTo>
                <a:close/>
                <a:moveTo>
                  <a:pt x="4398" y="4298"/>
                </a:moveTo>
                <a:cubicBezTo>
                  <a:pt x="4581" y="4298"/>
                  <a:pt x="4764" y="4315"/>
                  <a:pt x="4946" y="4348"/>
                </a:cubicBezTo>
                <a:cubicBezTo>
                  <a:pt x="6238" y="4632"/>
                  <a:pt x="7183" y="5861"/>
                  <a:pt x="7183" y="7278"/>
                </a:cubicBezTo>
                <a:cubicBezTo>
                  <a:pt x="7183" y="7593"/>
                  <a:pt x="6931" y="7877"/>
                  <a:pt x="6616" y="7877"/>
                </a:cubicBezTo>
                <a:lnTo>
                  <a:pt x="2143" y="7877"/>
                </a:lnTo>
                <a:cubicBezTo>
                  <a:pt x="1607" y="7877"/>
                  <a:pt x="1134" y="8003"/>
                  <a:pt x="725" y="8223"/>
                </a:cubicBezTo>
                <a:cubicBezTo>
                  <a:pt x="725" y="7625"/>
                  <a:pt x="1197" y="7152"/>
                  <a:pt x="1796" y="7152"/>
                </a:cubicBezTo>
                <a:lnTo>
                  <a:pt x="5388" y="7152"/>
                </a:lnTo>
                <a:cubicBezTo>
                  <a:pt x="5577" y="7152"/>
                  <a:pt x="5734" y="6995"/>
                  <a:pt x="5734" y="6806"/>
                </a:cubicBezTo>
                <a:cubicBezTo>
                  <a:pt x="5734" y="6617"/>
                  <a:pt x="5577" y="6459"/>
                  <a:pt x="5388" y="6459"/>
                </a:cubicBezTo>
                <a:lnTo>
                  <a:pt x="2930" y="6459"/>
                </a:lnTo>
                <a:cubicBezTo>
                  <a:pt x="3088" y="6018"/>
                  <a:pt x="3497" y="5735"/>
                  <a:pt x="3970" y="5735"/>
                </a:cubicBezTo>
                <a:lnTo>
                  <a:pt x="4663" y="5735"/>
                </a:lnTo>
                <a:cubicBezTo>
                  <a:pt x="4883" y="5735"/>
                  <a:pt x="5041" y="5577"/>
                  <a:pt x="5041" y="5388"/>
                </a:cubicBezTo>
                <a:cubicBezTo>
                  <a:pt x="5041" y="5199"/>
                  <a:pt x="4883" y="5041"/>
                  <a:pt x="4663" y="5041"/>
                </a:cubicBezTo>
                <a:lnTo>
                  <a:pt x="3970" y="5041"/>
                </a:lnTo>
                <a:cubicBezTo>
                  <a:pt x="3088" y="5041"/>
                  <a:pt x="2395" y="5672"/>
                  <a:pt x="2237" y="6459"/>
                </a:cubicBezTo>
                <a:lnTo>
                  <a:pt x="1796" y="6459"/>
                </a:lnTo>
                <a:cubicBezTo>
                  <a:pt x="1733" y="6459"/>
                  <a:pt x="1607" y="6459"/>
                  <a:pt x="1512" y="6491"/>
                </a:cubicBezTo>
                <a:cubicBezTo>
                  <a:pt x="1670" y="5861"/>
                  <a:pt x="2048" y="5293"/>
                  <a:pt x="2552" y="4915"/>
                </a:cubicBezTo>
                <a:cubicBezTo>
                  <a:pt x="3072" y="4519"/>
                  <a:pt x="3728" y="4298"/>
                  <a:pt x="4398" y="4298"/>
                </a:cubicBezTo>
                <a:close/>
                <a:moveTo>
                  <a:pt x="5041" y="8728"/>
                </a:moveTo>
                <a:lnTo>
                  <a:pt x="5041" y="9295"/>
                </a:lnTo>
                <a:lnTo>
                  <a:pt x="4316" y="9295"/>
                </a:lnTo>
                <a:lnTo>
                  <a:pt x="5041" y="8728"/>
                </a:lnTo>
                <a:close/>
                <a:moveTo>
                  <a:pt x="8601" y="1"/>
                </a:moveTo>
                <a:cubicBezTo>
                  <a:pt x="7750" y="1"/>
                  <a:pt x="7089" y="757"/>
                  <a:pt x="7215" y="1607"/>
                </a:cubicBezTo>
                <a:cubicBezTo>
                  <a:pt x="6585" y="2458"/>
                  <a:pt x="6616" y="3655"/>
                  <a:pt x="7309" y="4443"/>
                </a:cubicBezTo>
                <a:lnTo>
                  <a:pt x="8727" y="5955"/>
                </a:lnTo>
                <a:cubicBezTo>
                  <a:pt x="8853" y="6176"/>
                  <a:pt x="8696" y="6491"/>
                  <a:pt x="8412" y="6491"/>
                </a:cubicBezTo>
                <a:lnTo>
                  <a:pt x="7782" y="6491"/>
                </a:lnTo>
                <a:cubicBezTo>
                  <a:pt x="7467" y="5104"/>
                  <a:pt x="6459" y="4002"/>
                  <a:pt x="5073" y="3750"/>
                </a:cubicBezTo>
                <a:cubicBezTo>
                  <a:pt x="4809" y="3688"/>
                  <a:pt x="4546" y="3658"/>
                  <a:pt x="4286" y="3658"/>
                </a:cubicBezTo>
                <a:cubicBezTo>
                  <a:pt x="3490" y="3658"/>
                  <a:pt x="2729" y="3936"/>
                  <a:pt x="2111" y="4411"/>
                </a:cubicBezTo>
                <a:cubicBezTo>
                  <a:pt x="1323" y="5010"/>
                  <a:pt x="851" y="5892"/>
                  <a:pt x="725" y="6837"/>
                </a:cubicBezTo>
                <a:cubicBezTo>
                  <a:pt x="315" y="7152"/>
                  <a:pt x="0" y="7719"/>
                  <a:pt x="0" y="8286"/>
                </a:cubicBezTo>
                <a:lnTo>
                  <a:pt x="0" y="9011"/>
                </a:lnTo>
                <a:cubicBezTo>
                  <a:pt x="0" y="9218"/>
                  <a:pt x="163" y="9357"/>
                  <a:pt x="328" y="9357"/>
                </a:cubicBezTo>
                <a:cubicBezTo>
                  <a:pt x="415" y="9357"/>
                  <a:pt x="502" y="9318"/>
                  <a:pt x="567" y="9232"/>
                </a:cubicBezTo>
                <a:cubicBezTo>
                  <a:pt x="977" y="8854"/>
                  <a:pt x="1512" y="8664"/>
                  <a:pt x="2080" y="8664"/>
                </a:cubicBezTo>
                <a:lnTo>
                  <a:pt x="4033" y="8664"/>
                </a:lnTo>
                <a:lnTo>
                  <a:pt x="2993" y="9452"/>
                </a:lnTo>
                <a:cubicBezTo>
                  <a:pt x="2710" y="9641"/>
                  <a:pt x="2867" y="10082"/>
                  <a:pt x="3182" y="10082"/>
                </a:cubicBezTo>
                <a:lnTo>
                  <a:pt x="4946" y="10082"/>
                </a:lnTo>
                <a:lnTo>
                  <a:pt x="4946" y="11878"/>
                </a:lnTo>
                <a:cubicBezTo>
                  <a:pt x="4946" y="12067"/>
                  <a:pt x="5104" y="12225"/>
                  <a:pt x="5293" y="12225"/>
                </a:cubicBezTo>
                <a:cubicBezTo>
                  <a:pt x="5514" y="12225"/>
                  <a:pt x="5671" y="12067"/>
                  <a:pt x="5671" y="11878"/>
                </a:cubicBezTo>
                <a:lnTo>
                  <a:pt x="5671" y="10082"/>
                </a:lnTo>
                <a:lnTo>
                  <a:pt x="6364" y="10082"/>
                </a:lnTo>
                <a:lnTo>
                  <a:pt x="6364" y="10429"/>
                </a:lnTo>
                <a:cubicBezTo>
                  <a:pt x="6364" y="10618"/>
                  <a:pt x="6522" y="10775"/>
                  <a:pt x="6711" y="10775"/>
                </a:cubicBezTo>
                <a:cubicBezTo>
                  <a:pt x="6931" y="10775"/>
                  <a:pt x="7089" y="10618"/>
                  <a:pt x="7089" y="10429"/>
                </a:cubicBezTo>
                <a:lnTo>
                  <a:pt x="7089" y="9704"/>
                </a:lnTo>
                <a:cubicBezTo>
                  <a:pt x="7089" y="9515"/>
                  <a:pt x="6931" y="9358"/>
                  <a:pt x="6711" y="9358"/>
                </a:cubicBezTo>
                <a:lnTo>
                  <a:pt x="5671" y="9358"/>
                </a:lnTo>
                <a:lnTo>
                  <a:pt x="5671" y="8664"/>
                </a:lnTo>
                <a:lnTo>
                  <a:pt x="8349" y="8664"/>
                </a:lnTo>
                <a:cubicBezTo>
                  <a:pt x="9231" y="8664"/>
                  <a:pt x="10113" y="8129"/>
                  <a:pt x="10554" y="7341"/>
                </a:cubicBezTo>
                <a:cubicBezTo>
                  <a:pt x="11027" y="6396"/>
                  <a:pt x="10901" y="5293"/>
                  <a:pt x="10145" y="4506"/>
                </a:cubicBezTo>
                <a:lnTo>
                  <a:pt x="8822" y="3057"/>
                </a:lnTo>
                <a:lnTo>
                  <a:pt x="8822" y="2994"/>
                </a:lnTo>
                <a:cubicBezTo>
                  <a:pt x="8853" y="2931"/>
                  <a:pt x="8759" y="2931"/>
                  <a:pt x="9987" y="2931"/>
                </a:cubicBezTo>
                <a:cubicBezTo>
                  <a:pt x="10554" y="2931"/>
                  <a:pt x="11058" y="3151"/>
                  <a:pt x="11437" y="3529"/>
                </a:cubicBezTo>
                <a:cubicBezTo>
                  <a:pt x="11523" y="3616"/>
                  <a:pt x="11621" y="3654"/>
                  <a:pt x="11712" y="3654"/>
                </a:cubicBezTo>
                <a:cubicBezTo>
                  <a:pt x="11886" y="3654"/>
                  <a:pt x="12035" y="3515"/>
                  <a:pt x="12035" y="3309"/>
                </a:cubicBezTo>
                <a:lnTo>
                  <a:pt x="12035" y="2584"/>
                </a:lnTo>
                <a:cubicBezTo>
                  <a:pt x="12193" y="1481"/>
                  <a:pt x="11374" y="694"/>
                  <a:pt x="10397" y="694"/>
                </a:cubicBezTo>
                <a:lnTo>
                  <a:pt x="9830" y="694"/>
                </a:lnTo>
                <a:cubicBezTo>
                  <a:pt x="9609" y="284"/>
                  <a:pt x="9137" y="1"/>
                  <a:pt x="86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86" name="Google Shape;10986;p66"/>
          <p:cNvSpPr/>
          <p:nvPr/>
        </p:nvSpPr>
        <p:spPr>
          <a:xfrm>
            <a:off x="3741592" y="2851126"/>
            <a:ext cx="489816" cy="473881"/>
          </a:xfrm>
          <a:custGeom>
            <a:rect l="l" t="t" r="r" b="b"/>
            <a:pathLst>
              <a:path w="12603" h="12193" extrusionOk="0">
                <a:moveTo>
                  <a:pt x="9547" y="5986"/>
                </a:moveTo>
                <a:cubicBezTo>
                  <a:pt x="9767" y="6364"/>
                  <a:pt x="9925" y="6742"/>
                  <a:pt x="10019" y="7152"/>
                </a:cubicBezTo>
                <a:lnTo>
                  <a:pt x="8381" y="7152"/>
                </a:lnTo>
                <a:lnTo>
                  <a:pt x="9547" y="5986"/>
                </a:lnTo>
                <a:close/>
                <a:moveTo>
                  <a:pt x="9988" y="7845"/>
                </a:moveTo>
                <a:cubicBezTo>
                  <a:pt x="9925" y="8255"/>
                  <a:pt x="9767" y="8633"/>
                  <a:pt x="9515" y="8979"/>
                </a:cubicBezTo>
                <a:lnTo>
                  <a:pt x="8381" y="7845"/>
                </a:lnTo>
                <a:close/>
                <a:moveTo>
                  <a:pt x="7152" y="8349"/>
                </a:moveTo>
                <a:lnTo>
                  <a:pt x="7152" y="9987"/>
                </a:lnTo>
                <a:cubicBezTo>
                  <a:pt x="6774" y="9924"/>
                  <a:pt x="6365" y="9767"/>
                  <a:pt x="6018" y="9515"/>
                </a:cubicBezTo>
                <a:lnTo>
                  <a:pt x="7152" y="8349"/>
                </a:lnTo>
                <a:close/>
                <a:moveTo>
                  <a:pt x="7877" y="8349"/>
                </a:moveTo>
                <a:lnTo>
                  <a:pt x="9011" y="9515"/>
                </a:lnTo>
                <a:cubicBezTo>
                  <a:pt x="8665" y="9735"/>
                  <a:pt x="8255" y="9893"/>
                  <a:pt x="7877" y="9987"/>
                </a:cubicBezTo>
                <a:lnTo>
                  <a:pt x="7877" y="8349"/>
                </a:lnTo>
                <a:close/>
                <a:moveTo>
                  <a:pt x="10555" y="4947"/>
                </a:moveTo>
                <a:cubicBezTo>
                  <a:pt x="11815" y="6522"/>
                  <a:pt x="11721" y="8790"/>
                  <a:pt x="10271" y="10240"/>
                </a:cubicBezTo>
                <a:cubicBezTo>
                  <a:pt x="9506" y="11022"/>
                  <a:pt x="8502" y="11409"/>
                  <a:pt x="7503" y="11409"/>
                </a:cubicBezTo>
                <a:cubicBezTo>
                  <a:pt x="6611" y="11409"/>
                  <a:pt x="5723" y="11101"/>
                  <a:pt x="5010" y="10492"/>
                </a:cubicBezTo>
                <a:lnTo>
                  <a:pt x="5514" y="9987"/>
                </a:lnTo>
                <a:cubicBezTo>
                  <a:pt x="6089" y="10447"/>
                  <a:pt x="6788" y="10671"/>
                  <a:pt x="7489" y="10671"/>
                </a:cubicBezTo>
                <a:cubicBezTo>
                  <a:pt x="8325" y="10671"/>
                  <a:pt x="9165" y="10352"/>
                  <a:pt x="9799" y="9735"/>
                </a:cubicBezTo>
                <a:cubicBezTo>
                  <a:pt x="10996" y="8570"/>
                  <a:pt x="11059" y="6711"/>
                  <a:pt x="10051" y="5451"/>
                </a:cubicBezTo>
                <a:lnTo>
                  <a:pt x="10555" y="4947"/>
                </a:lnTo>
                <a:close/>
                <a:moveTo>
                  <a:pt x="5703" y="2143"/>
                </a:moveTo>
                <a:cubicBezTo>
                  <a:pt x="7404" y="2269"/>
                  <a:pt x="8948" y="3371"/>
                  <a:pt x="9641" y="4947"/>
                </a:cubicBezTo>
                <a:lnTo>
                  <a:pt x="4254" y="10334"/>
                </a:lnTo>
                <a:cubicBezTo>
                  <a:pt x="4096" y="10492"/>
                  <a:pt x="4096" y="10681"/>
                  <a:pt x="4254" y="10838"/>
                </a:cubicBezTo>
                <a:cubicBezTo>
                  <a:pt x="4506" y="11090"/>
                  <a:pt x="4758" y="11279"/>
                  <a:pt x="5042" y="11468"/>
                </a:cubicBezTo>
                <a:cubicBezTo>
                  <a:pt x="2584" y="11185"/>
                  <a:pt x="694" y="9137"/>
                  <a:pt x="694" y="6742"/>
                </a:cubicBezTo>
                <a:cubicBezTo>
                  <a:pt x="694" y="4317"/>
                  <a:pt x="2584" y="2300"/>
                  <a:pt x="5010" y="2143"/>
                </a:cubicBezTo>
                <a:lnTo>
                  <a:pt x="5010" y="3056"/>
                </a:lnTo>
                <a:cubicBezTo>
                  <a:pt x="4979" y="2993"/>
                  <a:pt x="4915" y="2993"/>
                  <a:pt x="4884" y="2962"/>
                </a:cubicBezTo>
                <a:cubicBezTo>
                  <a:pt x="4805" y="2883"/>
                  <a:pt x="4719" y="2844"/>
                  <a:pt x="4632" y="2844"/>
                </a:cubicBezTo>
                <a:cubicBezTo>
                  <a:pt x="4545" y="2844"/>
                  <a:pt x="4459" y="2883"/>
                  <a:pt x="4380" y="2962"/>
                </a:cubicBezTo>
                <a:cubicBezTo>
                  <a:pt x="4222" y="3119"/>
                  <a:pt x="4222" y="3308"/>
                  <a:pt x="4380" y="3466"/>
                </a:cubicBezTo>
                <a:cubicBezTo>
                  <a:pt x="4663" y="3750"/>
                  <a:pt x="4979" y="3876"/>
                  <a:pt x="5357" y="3876"/>
                </a:cubicBezTo>
                <a:cubicBezTo>
                  <a:pt x="5766" y="3876"/>
                  <a:pt x="6081" y="3718"/>
                  <a:pt x="6333" y="3466"/>
                </a:cubicBezTo>
                <a:cubicBezTo>
                  <a:pt x="6491" y="3308"/>
                  <a:pt x="6491" y="3119"/>
                  <a:pt x="6333" y="2962"/>
                </a:cubicBezTo>
                <a:cubicBezTo>
                  <a:pt x="6254" y="2883"/>
                  <a:pt x="6168" y="2844"/>
                  <a:pt x="6081" y="2844"/>
                </a:cubicBezTo>
                <a:cubicBezTo>
                  <a:pt x="5995" y="2844"/>
                  <a:pt x="5908" y="2883"/>
                  <a:pt x="5829" y="2962"/>
                </a:cubicBezTo>
                <a:cubicBezTo>
                  <a:pt x="5798" y="2993"/>
                  <a:pt x="5766" y="3056"/>
                  <a:pt x="5703" y="3056"/>
                </a:cubicBezTo>
                <a:lnTo>
                  <a:pt x="5703" y="2143"/>
                </a:lnTo>
                <a:close/>
                <a:moveTo>
                  <a:pt x="3907" y="0"/>
                </a:moveTo>
                <a:cubicBezTo>
                  <a:pt x="3687" y="0"/>
                  <a:pt x="3529" y="158"/>
                  <a:pt x="3529" y="379"/>
                </a:cubicBezTo>
                <a:cubicBezTo>
                  <a:pt x="3529" y="568"/>
                  <a:pt x="3687" y="725"/>
                  <a:pt x="3907" y="725"/>
                </a:cubicBezTo>
                <a:cubicBezTo>
                  <a:pt x="4380" y="725"/>
                  <a:pt x="4758" y="1040"/>
                  <a:pt x="4915" y="1481"/>
                </a:cubicBezTo>
                <a:cubicBezTo>
                  <a:pt x="2175" y="1670"/>
                  <a:pt x="1" y="4002"/>
                  <a:pt x="1" y="6774"/>
                </a:cubicBezTo>
                <a:cubicBezTo>
                  <a:pt x="1" y="9735"/>
                  <a:pt x="2427" y="12193"/>
                  <a:pt x="5420" y="12193"/>
                </a:cubicBezTo>
                <a:cubicBezTo>
                  <a:pt x="5798" y="12193"/>
                  <a:pt x="6144" y="12130"/>
                  <a:pt x="6522" y="12067"/>
                </a:cubicBezTo>
                <a:cubicBezTo>
                  <a:pt x="6858" y="12144"/>
                  <a:pt x="7200" y="12182"/>
                  <a:pt x="7541" y="12182"/>
                </a:cubicBezTo>
                <a:cubicBezTo>
                  <a:pt x="8738" y="12182"/>
                  <a:pt x="9931" y="11714"/>
                  <a:pt x="10838" y="10807"/>
                </a:cubicBezTo>
                <a:cubicBezTo>
                  <a:pt x="12603" y="8948"/>
                  <a:pt x="12603" y="6049"/>
                  <a:pt x="10775" y="4222"/>
                </a:cubicBezTo>
                <a:cubicBezTo>
                  <a:pt x="10697" y="4143"/>
                  <a:pt x="10610" y="4104"/>
                  <a:pt x="10523" y="4104"/>
                </a:cubicBezTo>
                <a:cubicBezTo>
                  <a:pt x="10437" y="4104"/>
                  <a:pt x="10350" y="4143"/>
                  <a:pt x="10271" y="4222"/>
                </a:cubicBezTo>
                <a:lnTo>
                  <a:pt x="10114" y="4380"/>
                </a:lnTo>
                <a:cubicBezTo>
                  <a:pt x="9295" y="2741"/>
                  <a:pt x="7593" y="1544"/>
                  <a:pt x="5640" y="1418"/>
                </a:cubicBezTo>
                <a:cubicBezTo>
                  <a:pt x="5483" y="599"/>
                  <a:pt x="4758" y="0"/>
                  <a:pt x="390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87" name="Google Shape;10987;p66"/>
          <p:cNvGrpSpPr/>
          <p:nvPr/>
        </p:nvGrpSpPr>
        <p:grpSpPr>
          <a:xfrm>
            <a:off x="6697960" y="1688917"/>
            <a:ext cx="413912" cy="472676"/>
            <a:chOff x="-17545650" y="2051350"/>
            <a:chExt cx="266250" cy="304050"/>
          </a:xfrm>
        </p:grpSpPr>
        <p:sp>
          <p:nvSpPr>
            <p:cNvPr id="10988" name="Google Shape;10988;p66"/>
            <p:cNvSpPr/>
            <p:nvPr/>
          </p:nvSpPr>
          <p:spPr>
            <a:xfrm>
              <a:off x="-17475550" y="223015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89" name="Google Shape;10989;p66"/>
            <p:cNvSpPr/>
            <p:nvPr/>
          </p:nvSpPr>
          <p:spPr>
            <a:xfrm>
              <a:off x="-17458224" y="2212025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90" name="Google Shape;10990;p66"/>
            <p:cNvSpPr/>
            <p:nvPr/>
          </p:nvSpPr>
          <p:spPr>
            <a:xfrm>
              <a:off x="-17493675" y="2212025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91" name="Google Shape;10991;p66"/>
            <p:cNvSpPr/>
            <p:nvPr/>
          </p:nvSpPr>
          <p:spPr>
            <a:xfrm>
              <a:off x="-17545650" y="2051350"/>
              <a:ext cx="266250" cy="304050"/>
            </a:xfrm>
            <a:custGeom>
              <a:rect l="l" t="t" r="r" b="b"/>
              <a:pathLst>
                <a:path w="10650" h="12162" extrusionOk="0">
                  <a:moveTo>
                    <a:pt x="5640" y="694"/>
                  </a:moveTo>
                  <a:lnTo>
                    <a:pt x="5640" y="1072"/>
                  </a:lnTo>
                  <a:cubicBezTo>
                    <a:pt x="5640" y="1387"/>
                    <a:pt x="5797" y="1671"/>
                    <a:pt x="5986" y="1860"/>
                  </a:cubicBezTo>
                  <a:cubicBezTo>
                    <a:pt x="5797" y="2017"/>
                    <a:pt x="5577" y="2143"/>
                    <a:pt x="5293" y="2143"/>
                  </a:cubicBezTo>
                  <a:cubicBezTo>
                    <a:pt x="5010" y="2143"/>
                    <a:pt x="4789" y="2017"/>
                    <a:pt x="4569" y="1860"/>
                  </a:cubicBezTo>
                  <a:cubicBezTo>
                    <a:pt x="4821" y="1702"/>
                    <a:pt x="4915" y="1387"/>
                    <a:pt x="4915" y="1072"/>
                  </a:cubicBezTo>
                  <a:lnTo>
                    <a:pt x="4915" y="694"/>
                  </a:lnTo>
                  <a:close/>
                  <a:moveTo>
                    <a:pt x="7404" y="2143"/>
                  </a:moveTo>
                  <a:cubicBezTo>
                    <a:pt x="8507" y="2143"/>
                    <a:pt x="9452" y="2868"/>
                    <a:pt x="9799" y="3844"/>
                  </a:cubicBezTo>
                  <a:cubicBezTo>
                    <a:pt x="9893" y="4065"/>
                    <a:pt x="9704" y="4285"/>
                    <a:pt x="9452" y="4285"/>
                  </a:cubicBezTo>
                  <a:lnTo>
                    <a:pt x="8475" y="4285"/>
                  </a:lnTo>
                  <a:cubicBezTo>
                    <a:pt x="8381" y="3403"/>
                    <a:pt x="7971" y="2647"/>
                    <a:pt x="7278" y="2143"/>
                  </a:cubicBezTo>
                  <a:close/>
                  <a:moveTo>
                    <a:pt x="3277" y="2143"/>
                  </a:moveTo>
                  <a:cubicBezTo>
                    <a:pt x="2615" y="2647"/>
                    <a:pt x="2206" y="3435"/>
                    <a:pt x="2080" y="4285"/>
                  </a:cubicBezTo>
                  <a:lnTo>
                    <a:pt x="1103" y="4285"/>
                  </a:lnTo>
                  <a:cubicBezTo>
                    <a:pt x="1092" y="4287"/>
                    <a:pt x="1081" y="4288"/>
                    <a:pt x="1071" y="4288"/>
                  </a:cubicBezTo>
                  <a:cubicBezTo>
                    <a:pt x="893" y="4288"/>
                    <a:pt x="729" y="4052"/>
                    <a:pt x="788" y="3844"/>
                  </a:cubicBezTo>
                  <a:cubicBezTo>
                    <a:pt x="1135" y="2805"/>
                    <a:pt x="2080" y="2143"/>
                    <a:pt x="3151" y="2143"/>
                  </a:cubicBezTo>
                  <a:close/>
                  <a:moveTo>
                    <a:pt x="6428" y="2458"/>
                  </a:moveTo>
                  <a:cubicBezTo>
                    <a:pt x="7152" y="2805"/>
                    <a:pt x="7625" y="3529"/>
                    <a:pt x="7719" y="4317"/>
                  </a:cubicBezTo>
                  <a:lnTo>
                    <a:pt x="2773" y="4317"/>
                  </a:lnTo>
                  <a:cubicBezTo>
                    <a:pt x="2962" y="3529"/>
                    <a:pt x="3435" y="2805"/>
                    <a:pt x="4128" y="2458"/>
                  </a:cubicBezTo>
                  <a:cubicBezTo>
                    <a:pt x="4443" y="2742"/>
                    <a:pt x="4852" y="2899"/>
                    <a:pt x="5293" y="2899"/>
                  </a:cubicBezTo>
                  <a:cubicBezTo>
                    <a:pt x="5734" y="2899"/>
                    <a:pt x="6112" y="2742"/>
                    <a:pt x="6428" y="2458"/>
                  </a:cubicBezTo>
                  <a:close/>
                  <a:moveTo>
                    <a:pt x="9168" y="5010"/>
                  </a:moveTo>
                  <a:lnTo>
                    <a:pt x="9168" y="5861"/>
                  </a:lnTo>
                  <a:lnTo>
                    <a:pt x="9231" y="5861"/>
                  </a:lnTo>
                  <a:cubicBezTo>
                    <a:pt x="9231" y="8381"/>
                    <a:pt x="7656" y="10618"/>
                    <a:pt x="5293" y="11437"/>
                  </a:cubicBezTo>
                  <a:cubicBezTo>
                    <a:pt x="2930" y="10618"/>
                    <a:pt x="1355" y="8350"/>
                    <a:pt x="1355" y="5861"/>
                  </a:cubicBezTo>
                  <a:lnTo>
                    <a:pt x="1355" y="5010"/>
                  </a:lnTo>
                  <a:close/>
                  <a:moveTo>
                    <a:pt x="4600" y="1"/>
                  </a:moveTo>
                  <a:cubicBezTo>
                    <a:pt x="4411" y="1"/>
                    <a:pt x="4254" y="190"/>
                    <a:pt x="4254" y="379"/>
                  </a:cubicBezTo>
                  <a:lnTo>
                    <a:pt x="4254" y="1135"/>
                  </a:lnTo>
                  <a:cubicBezTo>
                    <a:pt x="4254" y="1324"/>
                    <a:pt x="4096" y="1482"/>
                    <a:pt x="3907" y="1482"/>
                  </a:cubicBezTo>
                  <a:lnTo>
                    <a:pt x="3183" y="1482"/>
                  </a:lnTo>
                  <a:cubicBezTo>
                    <a:pt x="1828" y="1482"/>
                    <a:pt x="599" y="2332"/>
                    <a:pt x="158" y="3655"/>
                  </a:cubicBezTo>
                  <a:cubicBezTo>
                    <a:pt x="1" y="4159"/>
                    <a:pt x="253" y="4695"/>
                    <a:pt x="725" y="4916"/>
                  </a:cubicBezTo>
                  <a:lnTo>
                    <a:pt x="725" y="5861"/>
                  </a:lnTo>
                  <a:cubicBezTo>
                    <a:pt x="725" y="7278"/>
                    <a:pt x="1135" y="8602"/>
                    <a:pt x="1985" y="9736"/>
                  </a:cubicBezTo>
                  <a:cubicBezTo>
                    <a:pt x="2804" y="10901"/>
                    <a:pt x="3939" y="11721"/>
                    <a:pt x="5230" y="12162"/>
                  </a:cubicBezTo>
                  <a:lnTo>
                    <a:pt x="5482" y="12162"/>
                  </a:lnTo>
                  <a:cubicBezTo>
                    <a:pt x="6806" y="11721"/>
                    <a:pt x="7908" y="10901"/>
                    <a:pt x="8759" y="9736"/>
                  </a:cubicBezTo>
                  <a:cubicBezTo>
                    <a:pt x="9578" y="8602"/>
                    <a:pt x="10019" y="7278"/>
                    <a:pt x="10019" y="5861"/>
                  </a:cubicBezTo>
                  <a:lnTo>
                    <a:pt x="10019" y="4916"/>
                  </a:lnTo>
                  <a:cubicBezTo>
                    <a:pt x="10397" y="4664"/>
                    <a:pt x="10649" y="4159"/>
                    <a:pt x="10492" y="3655"/>
                  </a:cubicBezTo>
                  <a:cubicBezTo>
                    <a:pt x="10051" y="2332"/>
                    <a:pt x="8822" y="1482"/>
                    <a:pt x="7436" y="1482"/>
                  </a:cubicBezTo>
                  <a:lnTo>
                    <a:pt x="6743" y="1482"/>
                  </a:lnTo>
                  <a:cubicBezTo>
                    <a:pt x="6554" y="1482"/>
                    <a:pt x="6396" y="1324"/>
                    <a:pt x="6396" y="1135"/>
                  </a:cubicBezTo>
                  <a:lnTo>
                    <a:pt x="6396" y="379"/>
                  </a:lnTo>
                  <a:cubicBezTo>
                    <a:pt x="6396" y="190"/>
                    <a:pt x="6238" y="1"/>
                    <a:pt x="60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92" name="Google Shape;10992;p66"/>
          <p:cNvSpPr/>
          <p:nvPr/>
        </p:nvSpPr>
        <p:spPr>
          <a:xfrm>
            <a:off x="6666913" y="2273951"/>
            <a:ext cx="473881" cy="475086"/>
          </a:xfrm>
          <a:custGeom>
            <a:rect l="l" t="t" r="r" b="b"/>
            <a:pathLst>
              <a:path w="12193" h="12224" extrusionOk="0">
                <a:moveTo>
                  <a:pt x="6144" y="788"/>
                </a:moveTo>
                <a:cubicBezTo>
                  <a:pt x="6805" y="788"/>
                  <a:pt x="7467" y="914"/>
                  <a:pt x="8097" y="1229"/>
                </a:cubicBezTo>
                <a:cubicBezTo>
                  <a:pt x="7625" y="1859"/>
                  <a:pt x="6931" y="2205"/>
                  <a:pt x="6144" y="2205"/>
                </a:cubicBezTo>
                <a:cubicBezTo>
                  <a:pt x="5356" y="2205"/>
                  <a:pt x="4632" y="1859"/>
                  <a:pt x="4159" y="1229"/>
                </a:cubicBezTo>
                <a:cubicBezTo>
                  <a:pt x="4758" y="945"/>
                  <a:pt x="5482" y="788"/>
                  <a:pt x="6144" y="788"/>
                </a:cubicBezTo>
                <a:close/>
                <a:moveTo>
                  <a:pt x="8727" y="1544"/>
                </a:moveTo>
                <a:cubicBezTo>
                  <a:pt x="9767" y="2268"/>
                  <a:pt x="10523" y="3371"/>
                  <a:pt x="10744" y="4663"/>
                </a:cubicBezTo>
                <a:cubicBezTo>
                  <a:pt x="10775" y="4852"/>
                  <a:pt x="10586" y="5041"/>
                  <a:pt x="10397" y="5041"/>
                </a:cubicBezTo>
                <a:lnTo>
                  <a:pt x="1922" y="5041"/>
                </a:lnTo>
                <a:cubicBezTo>
                  <a:pt x="1639" y="5041"/>
                  <a:pt x="1481" y="4883"/>
                  <a:pt x="1544" y="4663"/>
                </a:cubicBezTo>
                <a:cubicBezTo>
                  <a:pt x="1733" y="3371"/>
                  <a:pt x="2489" y="2268"/>
                  <a:pt x="3529" y="1544"/>
                </a:cubicBezTo>
                <a:cubicBezTo>
                  <a:pt x="4128" y="2363"/>
                  <a:pt x="5104" y="2899"/>
                  <a:pt x="6144" y="2899"/>
                </a:cubicBezTo>
                <a:cubicBezTo>
                  <a:pt x="7152" y="2899"/>
                  <a:pt x="8160" y="2426"/>
                  <a:pt x="8727" y="1544"/>
                </a:cubicBezTo>
                <a:close/>
                <a:moveTo>
                  <a:pt x="10082" y="5765"/>
                </a:moveTo>
                <a:lnTo>
                  <a:pt x="10082" y="6144"/>
                </a:lnTo>
                <a:cubicBezTo>
                  <a:pt x="10082" y="6364"/>
                  <a:pt x="9924" y="6522"/>
                  <a:pt x="9735" y="6522"/>
                </a:cubicBezTo>
                <a:lnTo>
                  <a:pt x="2552" y="6522"/>
                </a:lnTo>
                <a:cubicBezTo>
                  <a:pt x="2363" y="6522"/>
                  <a:pt x="2206" y="6364"/>
                  <a:pt x="2206" y="6144"/>
                </a:cubicBezTo>
                <a:lnTo>
                  <a:pt x="2206" y="5765"/>
                </a:lnTo>
                <a:close/>
                <a:moveTo>
                  <a:pt x="6112" y="0"/>
                </a:moveTo>
                <a:cubicBezTo>
                  <a:pt x="3466" y="0"/>
                  <a:pt x="1229" y="1985"/>
                  <a:pt x="788" y="4505"/>
                </a:cubicBezTo>
                <a:cubicBezTo>
                  <a:pt x="693" y="4978"/>
                  <a:pt x="977" y="5450"/>
                  <a:pt x="1418" y="5639"/>
                </a:cubicBezTo>
                <a:lnTo>
                  <a:pt x="1418" y="6112"/>
                </a:lnTo>
                <a:cubicBezTo>
                  <a:pt x="1418" y="6585"/>
                  <a:pt x="1733" y="6994"/>
                  <a:pt x="2111" y="7152"/>
                </a:cubicBezTo>
                <a:lnTo>
                  <a:pt x="2111" y="7939"/>
                </a:lnTo>
                <a:cubicBezTo>
                  <a:pt x="2111" y="8317"/>
                  <a:pt x="1796" y="8632"/>
                  <a:pt x="1418" y="8632"/>
                </a:cubicBezTo>
                <a:cubicBezTo>
                  <a:pt x="1009" y="8632"/>
                  <a:pt x="693" y="8317"/>
                  <a:pt x="693" y="7939"/>
                </a:cubicBezTo>
                <a:lnTo>
                  <a:pt x="693" y="7561"/>
                </a:lnTo>
                <a:cubicBezTo>
                  <a:pt x="693" y="7372"/>
                  <a:pt x="536" y="7215"/>
                  <a:pt x="347" y="7215"/>
                </a:cubicBezTo>
                <a:cubicBezTo>
                  <a:pt x="158" y="7215"/>
                  <a:pt x="0" y="7372"/>
                  <a:pt x="0" y="7561"/>
                </a:cubicBezTo>
                <a:lnTo>
                  <a:pt x="0" y="7939"/>
                </a:lnTo>
                <a:cubicBezTo>
                  <a:pt x="0" y="8727"/>
                  <a:pt x="630" y="9357"/>
                  <a:pt x="1418" y="9357"/>
                </a:cubicBezTo>
                <a:cubicBezTo>
                  <a:pt x="2206" y="9357"/>
                  <a:pt x="2836" y="8727"/>
                  <a:pt x="2836" y="7939"/>
                </a:cubicBezTo>
                <a:lnTo>
                  <a:pt x="2836" y="7215"/>
                </a:lnTo>
                <a:lnTo>
                  <a:pt x="4285" y="7215"/>
                </a:lnTo>
                <a:lnTo>
                  <a:pt x="4285" y="10806"/>
                </a:lnTo>
                <a:cubicBezTo>
                  <a:pt x="4285" y="11184"/>
                  <a:pt x="3970" y="11499"/>
                  <a:pt x="3592" y="11499"/>
                </a:cubicBezTo>
                <a:cubicBezTo>
                  <a:pt x="3182" y="11499"/>
                  <a:pt x="2867" y="11184"/>
                  <a:pt x="2867" y="10806"/>
                </a:cubicBezTo>
                <a:lnTo>
                  <a:pt x="2867" y="10460"/>
                </a:lnTo>
                <a:cubicBezTo>
                  <a:pt x="2867" y="10239"/>
                  <a:pt x="2710" y="10082"/>
                  <a:pt x="2521" y="10082"/>
                </a:cubicBezTo>
                <a:cubicBezTo>
                  <a:pt x="2332" y="10082"/>
                  <a:pt x="2174" y="10239"/>
                  <a:pt x="2174" y="10460"/>
                </a:cubicBezTo>
                <a:lnTo>
                  <a:pt x="2174" y="10806"/>
                </a:lnTo>
                <a:cubicBezTo>
                  <a:pt x="2174" y="11594"/>
                  <a:pt x="2804" y="12224"/>
                  <a:pt x="3592" y="12224"/>
                </a:cubicBezTo>
                <a:cubicBezTo>
                  <a:pt x="4380" y="12224"/>
                  <a:pt x="5010" y="11594"/>
                  <a:pt x="5010" y="10806"/>
                </a:cubicBezTo>
                <a:lnTo>
                  <a:pt x="5010" y="7215"/>
                </a:lnTo>
                <a:lnTo>
                  <a:pt x="7120" y="7215"/>
                </a:lnTo>
                <a:lnTo>
                  <a:pt x="7120" y="10806"/>
                </a:lnTo>
                <a:cubicBezTo>
                  <a:pt x="7120" y="11594"/>
                  <a:pt x="7751" y="12224"/>
                  <a:pt x="8538" y="12224"/>
                </a:cubicBezTo>
                <a:cubicBezTo>
                  <a:pt x="9326" y="12224"/>
                  <a:pt x="9956" y="11594"/>
                  <a:pt x="9956" y="10806"/>
                </a:cubicBezTo>
                <a:lnTo>
                  <a:pt x="9956" y="10460"/>
                </a:lnTo>
                <a:cubicBezTo>
                  <a:pt x="9956" y="10239"/>
                  <a:pt x="9798" y="10082"/>
                  <a:pt x="9609" y="10082"/>
                </a:cubicBezTo>
                <a:cubicBezTo>
                  <a:pt x="9420" y="10082"/>
                  <a:pt x="9263" y="10239"/>
                  <a:pt x="9263" y="10460"/>
                </a:cubicBezTo>
                <a:lnTo>
                  <a:pt x="9263" y="10806"/>
                </a:lnTo>
                <a:cubicBezTo>
                  <a:pt x="9263" y="11184"/>
                  <a:pt x="8948" y="11499"/>
                  <a:pt x="8538" y="11499"/>
                </a:cubicBezTo>
                <a:cubicBezTo>
                  <a:pt x="8160" y="11499"/>
                  <a:pt x="7845" y="11184"/>
                  <a:pt x="7845" y="10806"/>
                </a:cubicBezTo>
                <a:lnTo>
                  <a:pt x="7845" y="7215"/>
                </a:lnTo>
                <a:lnTo>
                  <a:pt x="9294" y="7215"/>
                </a:lnTo>
                <a:lnTo>
                  <a:pt x="9294" y="7939"/>
                </a:lnTo>
                <a:cubicBezTo>
                  <a:pt x="9294" y="8727"/>
                  <a:pt x="9924" y="9357"/>
                  <a:pt x="10712" y="9357"/>
                </a:cubicBezTo>
                <a:cubicBezTo>
                  <a:pt x="11500" y="9357"/>
                  <a:pt x="12130" y="8727"/>
                  <a:pt x="12130" y="7939"/>
                </a:cubicBezTo>
                <a:lnTo>
                  <a:pt x="12130" y="7561"/>
                </a:lnTo>
                <a:cubicBezTo>
                  <a:pt x="12193" y="7372"/>
                  <a:pt x="12035" y="7215"/>
                  <a:pt x="11846" y="7215"/>
                </a:cubicBezTo>
                <a:cubicBezTo>
                  <a:pt x="11657" y="7215"/>
                  <a:pt x="11500" y="7372"/>
                  <a:pt x="11500" y="7561"/>
                </a:cubicBezTo>
                <a:lnTo>
                  <a:pt x="11500" y="7939"/>
                </a:lnTo>
                <a:cubicBezTo>
                  <a:pt x="11500" y="8317"/>
                  <a:pt x="11185" y="8632"/>
                  <a:pt x="10775" y="8632"/>
                </a:cubicBezTo>
                <a:cubicBezTo>
                  <a:pt x="10397" y="8632"/>
                  <a:pt x="10082" y="8317"/>
                  <a:pt x="10082" y="7939"/>
                </a:cubicBezTo>
                <a:lnTo>
                  <a:pt x="10082" y="7152"/>
                </a:lnTo>
                <a:cubicBezTo>
                  <a:pt x="10523" y="6994"/>
                  <a:pt x="10775" y="6585"/>
                  <a:pt x="10775" y="6112"/>
                </a:cubicBezTo>
                <a:lnTo>
                  <a:pt x="10775" y="5639"/>
                </a:lnTo>
                <a:cubicBezTo>
                  <a:pt x="11216" y="5450"/>
                  <a:pt x="11500" y="4978"/>
                  <a:pt x="11405" y="4505"/>
                </a:cubicBezTo>
                <a:cubicBezTo>
                  <a:pt x="10996" y="1953"/>
                  <a:pt x="8727" y="0"/>
                  <a:pt x="61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93" name="Google Shape;10993;p66"/>
          <p:cNvGrpSpPr/>
          <p:nvPr/>
        </p:nvGrpSpPr>
        <p:grpSpPr>
          <a:xfrm>
            <a:off x="6668578" y="2865574"/>
            <a:ext cx="472676" cy="444538"/>
            <a:chOff x="-17565350" y="2809825"/>
            <a:chExt cx="304050" cy="285950"/>
          </a:xfrm>
        </p:grpSpPr>
        <p:sp>
          <p:nvSpPr>
            <p:cNvPr id="10994" name="Google Shape;10994;p66"/>
            <p:cNvSpPr/>
            <p:nvPr/>
          </p:nvSpPr>
          <p:spPr>
            <a:xfrm>
              <a:off x="-17458224" y="2970500"/>
              <a:ext cx="18150" cy="17375"/>
            </a:xfrm>
            <a:custGeom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95" name="Google Shape;10995;p66"/>
            <p:cNvSpPr/>
            <p:nvPr/>
          </p:nvSpPr>
          <p:spPr>
            <a:xfrm>
              <a:off x="-17385750" y="2970500"/>
              <a:ext cx="17350" cy="17375"/>
            </a:xfrm>
            <a:custGeom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96" name="Google Shape;10996;p66"/>
            <p:cNvSpPr/>
            <p:nvPr/>
          </p:nvSpPr>
          <p:spPr>
            <a:xfrm>
              <a:off x="-17565350" y="2809825"/>
              <a:ext cx="304050" cy="285950"/>
            </a:xfrm>
            <a:custGeom>
              <a:rect l="l" t="t" r="r" b="b"/>
              <a:pathLst>
                <a:path w="12162" h="11438" extrusionOk="0">
                  <a:moveTo>
                    <a:pt x="3183" y="726"/>
                  </a:moveTo>
                  <a:cubicBezTo>
                    <a:pt x="4191" y="726"/>
                    <a:pt x="4979" y="1513"/>
                    <a:pt x="4979" y="2490"/>
                  </a:cubicBezTo>
                  <a:cubicBezTo>
                    <a:pt x="4979" y="3466"/>
                    <a:pt x="4191" y="4254"/>
                    <a:pt x="3183" y="4254"/>
                  </a:cubicBezTo>
                  <a:cubicBezTo>
                    <a:pt x="2206" y="4254"/>
                    <a:pt x="1419" y="3466"/>
                    <a:pt x="1419" y="2490"/>
                  </a:cubicBezTo>
                  <a:cubicBezTo>
                    <a:pt x="1419" y="1545"/>
                    <a:pt x="2206" y="726"/>
                    <a:pt x="3183" y="726"/>
                  </a:cubicBezTo>
                  <a:close/>
                  <a:moveTo>
                    <a:pt x="8980" y="726"/>
                  </a:moveTo>
                  <a:cubicBezTo>
                    <a:pt x="9956" y="726"/>
                    <a:pt x="10744" y="1513"/>
                    <a:pt x="10744" y="2490"/>
                  </a:cubicBezTo>
                  <a:cubicBezTo>
                    <a:pt x="10744" y="3466"/>
                    <a:pt x="9956" y="4254"/>
                    <a:pt x="8980" y="4254"/>
                  </a:cubicBezTo>
                  <a:cubicBezTo>
                    <a:pt x="8003" y="4254"/>
                    <a:pt x="7216" y="3466"/>
                    <a:pt x="7216" y="2490"/>
                  </a:cubicBezTo>
                  <a:cubicBezTo>
                    <a:pt x="7184" y="1545"/>
                    <a:pt x="8003" y="726"/>
                    <a:pt x="8980" y="726"/>
                  </a:cubicBezTo>
                  <a:close/>
                  <a:moveTo>
                    <a:pt x="6491" y="2868"/>
                  </a:moveTo>
                  <a:cubicBezTo>
                    <a:pt x="6648" y="4097"/>
                    <a:pt x="7720" y="5010"/>
                    <a:pt x="8980" y="5010"/>
                  </a:cubicBezTo>
                  <a:cubicBezTo>
                    <a:pt x="9610" y="5010"/>
                    <a:pt x="10208" y="4758"/>
                    <a:pt x="10650" y="4380"/>
                  </a:cubicBezTo>
                  <a:cubicBezTo>
                    <a:pt x="11185" y="5042"/>
                    <a:pt x="11469" y="5924"/>
                    <a:pt x="11469" y="6774"/>
                  </a:cubicBezTo>
                  <a:cubicBezTo>
                    <a:pt x="11469" y="6964"/>
                    <a:pt x="11311" y="7121"/>
                    <a:pt x="11122" y="7121"/>
                  </a:cubicBezTo>
                  <a:lnTo>
                    <a:pt x="10965" y="7121"/>
                  </a:lnTo>
                  <a:cubicBezTo>
                    <a:pt x="10051" y="7121"/>
                    <a:pt x="9137" y="7405"/>
                    <a:pt x="8381" y="7909"/>
                  </a:cubicBezTo>
                  <a:cubicBezTo>
                    <a:pt x="7751" y="8350"/>
                    <a:pt x="7026" y="8602"/>
                    <a:pt x="6239" y="8602"/>
                  </a:cubicBezTo>
                  <a:lnTo>
                    <a:pt x="5955" y="8602"/>
                  </a:lnTo>
                  <a:cubicBezTo>
                    <a:pt x="5168" y="8602"/>
                    <a:pt x="4412" y="8350"/>
                    <a:pt x="3781" y="7909"/>
                  </a:cubicBezTo>
                  <a:cubicBezTo>
                    <a:pt x="2962" y="7373"/>
                    <a:pt x="2049" y="7121"/>
                    <a:pt x="1072" y="7121"/>
                  </a:cubicBezTo>
                  <a:cubicBezTo>
                    <a:pt x="883" y="7121"/>
                    <a:pt x="725" y="6964"/>
                    <a:pt x="725" y="6774"/>
                  </a:cubicBezTo>
                  <a:cubicBezTo>
                    <a:pt x="725" y="5924"/>
                    <a:pt x="978" y="5042"/>
                    <a:pt x="1545" y="4380"/>
                  </a:cubicBezTo>
                  <a:cubicBezTo>
                    <a:pt x="1986" y="4758"/>
                    <a:pt x="2553" y="5010"/>
                    <a:pt x="3183" y="5010"/>
                  </a:cubicBezTo>
                  <a:cubicBezTo>
                    <a:pt x="4443" y="5010"/>
                    <a:pt x="5483" y="4065"/>
                    <a:pt x="5672" y="2868"/>
                  </a:cubicBezTo>
                  <a:close/>
                  <a:moveTo>
                    <a:pt x="1356" y="7877"/>
                  </a:moveTo>
                  <a:cubicBezTo>
                    <a:pt x="2112" y="7909"/>
                    <a:pt x="2805" y="8129"/>
                    <a:pt x="3403" y="8539"/>
                  </a:cubicBezTo>
                  <a:cubicBezTo>
                    <a:pt x="4160" y="9074"/>
                    <a:pt x="5042" y="9326"/>
                    <a:pt x="5955" y="9326"/>
                  </a:cubicBezTo>
                  <a:lnTo>
                    <a:pt x="6239" y="9326"/>
                  </a:lnTo>
                  <a:cubicBezTo>
                    <a:pt x="7153" y="9326"/>
                    <a:pt x="8035" y="9074"/>
                    <a:pt x="8791" y="8539"/>
                  </a:cubicBezTo>
                  <a:cubicBezTo>
                    <a:pt x="9389" y="8161"/>
                    <a:pt x="10145" y="7909"/>
                    <a:pt x="10839" y="7877"/>
                  </a:cubicBezTo>
                  <a:lnTo>
                    <a:pt x="10839" y="7877"/>
                  </a:lnTo>
                  <a:cubicBezTo>
                    <a:pt x="9925" y="9578"/>
                    <a:pt x="8066" y="10713"/>
                    <a:pt x="6113" y="10713"/>
                  </a:cubicBezTo>
                  <a:cubicBezTo>
                    <a:pt x="4097" y="10713"/>
                    <a:pt x="2301" y="9578"/>
                    <a:pt x="1356" y="7877"/>
                  </a:cubicBezTo>
                  <a:close/>
                  <a:moveTo>
                    <a:pt x="3214" y="1"/>
                  </a:moveTo>
                  <a:cubicBezTo>
                    <a:pt x="1828" y="1"/>
                    <a:pt x="725" y="1104"/>
                    <a:pt x="725" y="2490"/>
                  </a:cubicBezTo>
                  <a:cubicBezTo>
                    <a:pt x="725" y="2962"/>
                    <a:pt x="852" y="3403"/>
                    <a:pt x="1072" y="3782"/>
                  </a:cubicBezTo>
                  <a:cubicBezTo>
                    <a:pt x="379" y="4601"/>
                    <a:pt x="1" y="5672"/>
                    <a:pt x="1" y="6774"/>
                  </a:cubicBezTo>
                  <a:cubicBezTo>
                    <a:pt x="1" y="7121"/>
                    <a:pt x="221" y="7436"/>
                    <a:pt x="442" y="7657"/>
                  </a:cubicBezTo>
                  <a:cubicBezTo>
                    <a:pt x="1356" y="9862"/>
                    <a:pt x="3498" y="11437"/>
                    <a:pt x="6081" y="11437"/>
                  </a:cubicBezTo>
                  <a:cubicBezTo>
                    <a:pt x="8633" y="11437"/>
                    <a:pt x="10807" y="9862"/>
                    <a:pt x="11689" y="7657"/>
                  </a:cubicBezTo>
                  <a:cubicBezTo>
                    <a:pt x="12004" y="7436"/>
                    <a:pt x="12162" y="7121"/>
                    <a:pt x="12162" y="6774"/>
                  </a:cubicBezTo>
                  <a:cubicBezTo>
                    <a:pt x="12162" y="5672"/>
                    <a:pt x="11784" y="4664"/>
                    <a:pt x="11122" y="3782"/>
                  </a:cubicBezTo>
                  <a:cubicBezTo>
                    <a:pt x="11343" y="3403"/>
                    <a:pt x="11469" y="2962"/>
                    <a:pt x="11469" y="2490"/>
                  </a:cubicBezTo>
                  <a:cubicBezTo>
                    <a:pt x="11469" y="1104"/>
                    <a:pt x="10366" y="1"/>
                    <a:pt x="8980" y="1"/>
                  </a:cubicBezTo>
                  <a:cubicBezTo>
                    <a:pt x="7720" y="1"/>
                    <a:pt x="6711" y="946"/>
                    <a:pt x="6491" y="2143"/>
                  </a:cubicBezTo>
                  <a:lnTo>
                    <a:pt x="5672" y="2143"/>
                  </a:lnTo>
                  <a:cubicBezTo>
                    <a:pt x="5514" y="915"/>
                    <a:pt x="4475" y="1"/>
                    <a:pt x="3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97" name="Google Shape;10997;p66"/>
            <p:cNvSpPr/>
            <p:nvPr/>
          </p:nvSpPr>
          <p:spPr>
            <a:xfrm>
              <a:off x="-17368425" y="2846075"/>
              <a:ext cx="54350" cy="53575"/>
            </a:xfrm>
            <a:custGeom>
              <a:rect l="l" t="t" r="r" b="b"/>
              <a:pathLst>
                <a:path w="2174" h="2143" extrusionOk="0">
                  <a:moveTo>
                    <a:pt x="1103" y="693"/>
                  </a:moveTo>
                  <a:cubicBezTo>
                    <a:pt x="1292" y="693"/>
                    <a:pt x="1449" y="851"/>
                    <a:pt x="1449" y="1040"/>
                  </a:cubicBezTo>
                  <a:cubicBezTo>
                    <a:pt x="1449" y="1229"/>
                    <a:pt x="1292" y="1386"/>
                    <a:pt x="1103" y="1386"/>
                  </a:cubicBezTo>
                  <a:cubicBezTo>
                    <a:pt x="914" y="1386"/>
                    <a:pt x="756" y="1229"/>
                    <a:pt x="756" y="1040"/>
                  </a:cubicBezTo>
                  <a:cubicBezTo>
                    <a:pt x="756" y="851"/>
                    <a:pt x="914" y="693"/>
                    <a:pt x="1103" y="693"/>
                  </a:cubicBezTo>
                  <a:close/>
                  <a:moveTo>
                    <a:pt x="1103" y="0"/>
                  </a:moveTo>
                  <a:cubicBezTo>
                    <a:pt x="504" y="0"/>
                    <a:pt x="32" y="473"/>
                    <a:pt x="32" y="1071"/>
                  </a:cubicBezTo>
                  <a:cubicBezTo>
                    <a:pt x="0" y="1638"/>
                    <a:pt x="504" y="2143"/>
                    <a:pt x="1103" y="2143"/>
                  </a:cubicBezTo>
                  <a:cubicBezTo>
                    <a:pt x="1701" y="2143"/>
                    <a:pt x="2174" y="1670"/>
                    <a:pt x="2174" y="1071"/>
                  </a:cubicBezTo>
                  <a:cubicBezTo>
                    <a:pt x="2174" y="473"/>
                    <a:pt x="1701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98" name="Google Shape;10998;p66"/>
            <p:cNvSpPr/>
            <p:nvPr/>
          </p:nvSpPr>
          <p:spPr>
            <a:xfrm>
              <a:off x="-17511775" y="2846075"/>
              <a:ext cx="52775" cy="53575"/>
            </a:xfrm>
            <a:custGeom>
              <a:rect l="l" t="t" r="r" b="b"/>
              <a:pathLst>
                <a:path w="2111" h="2143" extrusionOk="0">
                  <a:moveTo>
                    <a:pt x="1040" y="693"/>
                  </a:moveTo>
                  <a:cubicBezTo>
                    <a:pt x="1260" y="693"/>
                    <a:pt x="1418" y="851"/>
                    <a:pt x="1418" y="1040"/>
                  </a:cubicBezTo>
                  <a:cubicBezTo>
                    <a:pt x="1418" y="1229"/>
                    <a:pt x="1260" y="1386"/>
                    <a:pt x="1040" y="1386"/>
                  </a:cubicBezTo>
                  <a:cubicBezTo>
                    <a:pt x="851" y="1386"/>
                    <a:pt x="693" y="1229"/>
                    <a:pt x="693" y="1040"/>
                  </a:cubicBezTo>
                  <a:cubicBezTo>
                    <a:pt x="693" y="851"/>
                    <a:pt x="851" y="693"/>
                    <a:pt x="1040" y="693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38"/>
                    <a:pt x="473" y="2143"/>
                    <a:pt x="1040" y="2143"/>
                  </a:cubicBezTo>
                  <a:cubicBezTo>
                    <a:pt x="1638" y="2143"/>
                    <a:pt x="2111" y="1670"/>
                    <a:pt x="2111" y="1071"/>
                  </a:cubicBezTo>
                  <a:cubicBezTo>
                    <a:pt x="2111" y="473"/>
                    <a:pt x="1638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99" name="Google Shape;10999;p66"/>
          <p:cNvSpPr/>
          <p:nvPr/>
        </p:nvSpPr>
        <p:spPr>
          <a:xfrm>
            <a:off x="2664509" y="3446569"/>
            <a:ext cx="360006" cy="471471"/>
          </a:xfrm>
          <a:custGeom>
            <a:rect l="l" t="t" r="r" b="b"/>
            <a:pathLst>
              <a:path w="9263" h="12131" extrusionOk="0">
                <a:moveTo>
                  <a:pt x="6207" y="694"/>
                </a:moveTo>
                <a:lnTo>
                  <a:pt x="5829" y="1419"/>
                </a:lnTo>
                <a:lnTo>
                  <a:pt x="3434" y="1419"/>
                </a:lnTo>
                <a:lnTo>
                  <a:pt x="3088" y="694"/>
                </a:lnTo>
                <a:close/>
                <a:moveTo>
                  <a:pt x="2363" y="946"/>
                </a:moveTo>
                <a:lnTo>
                  <a:pt x="2773" y="1671"/>
                </a:lnTo>
                <a:lnTo>
                  <a:pt x="1702" y="2742"/>
                </a:lnTo>
                <a:lnTo>
                  <a:pt x="945" y="2364"/>
                </a:lnTo>
                <a:lnTo>
                  <a:pt x="2363" y="946"/>
                </a:lnTo>
                <a:close/>
                <a:moveTo>
                  <a:pt x="6900" y="946"/>
                </a:moveTo>
                <a:lnTo>
                  <a:pt x="8318" y="2364"/>
                </a:lnTo>
                <a:lnTo>
                  <a:pt x="7561" y="2742"/>
                </a:lnTo>
                <a:lnTo>
                  <a:pt x="6522" y="1671"/>
                </a:lnTo>
                <a:lnTo>
                  <a:pt x="6900" y="946"/>
                </a:lnTo>
                <a:close/>
                <a:moveTo>
                  <a:pt x="725" y="3025"/>
                </a:moveTo>
                <a:lnTo>
                  <a:pt x="1418" y="3372"/>
                </a:lnTo>
                <a:lnTo>
                  <a:pt x="1418" y="8696"/>
                </a:lnTo>
                <a:lnTo>
                  <a:pt x="725" y="9043"/>
                </a:lnTo>
                <a:lnTo>
                  <a:pt x="725" y="3025"/>
                </a:lnTo>
                <a:close/>
                <a:moveTo>
                  <a:pt x="8570" y="3025"/>
                </a:moveTo>
                <a:lnTo>
                  <a:pt x="8570" y="9043"/>
                </a:lnTo>
                <a:lnTo>
                  <a:pt x="7845" y="8696"/>
                </a:lnTo>
                <a:lnTo>
                  <a:pt x="7845" y="3372"/>
                </a:lnTo>
                <a:lnTo>
                  <a:pt x="8570" y="3025"/>
                </a:lnTo>
                <a:close/>
                <a:moveTo>
                  <a:pt x="5923" y="2080"/>
                </a:moveTo>
                <a:lnTo>
                  <a:pt x="7152" y="3277"/>
                </a:lnTo>
                <a:lnTo>
                  <a:pt x="7152" y="8759"/>
                </a:lnTo>
                <a:lnTo>
                  <a:pt x="5923" y="9988"/>
                </a:lnTo>
                <a:lnTo>
                  <a:pt x="3371" y="9988"/>
                </a:lnTo>
                <a:lnTo>
                  <a:pt x="2143" y="8759"/>
                </a:lnTo>
                <a:lnTo>
                  <a:pt x="2143" y="3277"/>
                </a:lnTo>
                <a:lnTo>
                  <a:pt x="3371" y="2080"/>
                </a:lnTo>
                <a:close/>
                <a:moveTo>
                  <a:pt x="1702" y="9358"/>
                </a:moveTo>
                <a:lnTo>
                  <a:pt x="2773" y="10429"/>
                </a:lnTo>
                <a:lnTo>
                  <a:pt x="2395" y="11154"/>
                </a:lnTo>
                <a:lnTo>
                  <a:pt x="945" y="9736"/>
                </a:lnTo>
                <a:lnTo>
                  <a:pt x="1702" y="9358"/>
                </a:lnTo>
                <a:close/>
                <a:moveTo>
                  <a:pt x="7530" y="9358"/>
                </a:moveTo>
                <a:lnTo>
                  <a:pt x="8286" y="9767"/>
                </a:lnTo>
                <a:lnTo>
                  <a:pt x="6868" y="11185"/>
                </a:lnTo>
                <a:lnTo>
                  <a:pt x="6459" y="10429"/>
                </a:lnTo>
                <a:lnTo>
                  <a:pt x="7530" y="9358"/>
                </a:lnTo>
                <a:close/>
                <a:moveTo>
                  <a:pt x="5829" y="10713"/>
                </a:moveTo>
                <a:lnTo>
                  <a:pt x="6207" y="11406"/>
                </a:lnTo>
                <a:lnTo>
                  <a:pt x="3088" y="11406"/>
                </a:lnTo>
                <a:lnTo>
                  <a:pt x="3434" y="10713"/>
                </a:lnTo>
                <a:close/>
                <a:moveTo>
                  <a:pt x="2489" y="1"/>
                </a:moveTo>
                <a:cubicBezTo>
                  <a:pt x="2426" y="1"/>
                  <a:pt x="2300" y="32"/>
                  <a:pt x="2269" y="95"/>
                </a:cubicBezTo>
                <a:lnTo>
                  <a:pt x="126" y="2238"/>
                </a:lnTo>
                <a:cubicBezTo>
                  <a:pt x="63" y="2301"/>
                  <a:pt x="0" y="2395"/>
                  <a:pt x="0" y="2458"/>
                </a:cubicBezTo>
                <a:lnTo>
                  <a:pt x="0" y="9641"/>
                </a:lnTo>
                <a:cubicBezTo>
                  <a:pt x="0" y="9704"/>
                  <a:pt x="63" y="9830"/>
                  <a:pt x="126" y="9862"/>
                </a:cubicBezTo>
                <a:lnTo>
                  <a:pt x="2269" y="12004"/>
                </a:lnTo>
                <a:cubicBezTo>
                  <a:pt x="2332" y="12067"/>
                  <a:pt x="2426" y="12130"/>
                  <a:pt x="2489" y="12130"/>
                </a:cubicBezTo>
                <a:lnTo>
                  <a:pt x="6774" y="12130"/>
                </a:lnTo>
                <a:cubicBezTo>
                  <a:pt x="6868" y="12130"/>
                  <a:pt x="6994" y="12067"/>
                  <a:pt x="7026" y="12004"/>
                </a:cubicBezTo>
                <a:lnTo>
                  <a:pt x="9137" y="9862"/>
                </a:lnTo>
                <a:cubicBezTo>
                  <a:pt x="9231" y="9830"/>
                  <a:pt x="9263" y="9736"/>
                  <a:pt x="9263" y="9641"/>
                </a:cubicBezTo>
                <a:lnTo>
                  <a:pt x="9263" y="2458"/>
                </a:lnTo>
                <a:cubicBezTo>
                  <a:pt x="9263" y="2395"/>
                  <a:pt x="9231" y="2269"/>
                  <a:pt x="9137" y="2238"/>
                </a:cubicBezTo>
                <a:lnTo>
                  <a:pt x="7026" y="95"/>
                </a:lnTo>
                <a:cubicBezTo>
                  <a:pt x="6931" y="32"/>
                  <a:pt x="6868" y="1"/>
                  <a:pt x="6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00" name="Google Shape;11000;p66"/>
          <p:cNvSpPr/>
          <p:nvPr/>
        </p:nvSpPr>
        <p:spPr>
          <a:xfrm>
            <a:off x="1412627" y="1688459"/>
            <a:ext cx="471471" cy="473920"/>
          </a:xfrm>
          <a:custGeom>
            <a:rect l="l" t="t" r="r" b="b"/>
            <a:pathLst>
              <a:path w="12131" h="12194" extrusionOk="0">
                <a:moveTo>
                  <a:pt x="4632" y="725"/>
                </a:moveTo>
                <a:cubicBezTo>
                  <a:pt x="5609" y="725"/>
                  <a:pt x="6396" y="1513"/>
                  <a:pt x="6396" y="2490"/>
                </a:cubicBezTo>
                <a:cubicBezTo>
                  <a:pt x="6365" y="2679"/>
                  <a:pt x="6522" y="2836"/>
                  <a:pt x="6680" y="2899"/>
                </a:cubicBezTo>
                <a:cubicBezTo>
                  <a:pt x="7341" y="2994"/>
                  <a:pt x="7814" y="3592"/>
                  <a:pt x="7814" y="4317"/>
                </a:cubicBezTo>
                <a:cubicBezTo>
                  <a:pt x="7814" y="4695"/>
                  <a:pt x="7656" y="5042"/>
                  <a:pt x="7404" y="5325"/>
                </a:cubicBezTo>
                <a:cubicBezTo>
                  <a:pt x="7184" y="5483"/>
                  <a:pt x="7278" y="5798"/>
                  <a:pt x="7530" y="5924"/>
                </a:cubicBezTo>
                <a:cubicBezTo>
                  <a:pt x="8129" y="6207"/>
                  <a:pt x="8539" y="6869"/>
                  <a:pt x="8539" y="7530"/>
                </a:cubicBezTo>
                <a:cubicBezTo>
                  <a:pt x="8539" y="8507"/>
                  <a:pt x="7751" y="9295"/>
                  <a:pt x="6774" y="9295"/>
                </a:cubicBezTo>
                <a:lnTo>
                  <a:pt x="4979" y="9295"/>
                </a:lnTo>
                <a:lnTo>
                  <a:pt x="4979" y="6932"/>
                </a:lnTo>
                <a:lnTo>
                  <a:pt x="6333" y="5609"/>
                </a:lnTo>
                <a:cubicBezTo>
                  <a:pt x="6491" y="5451"/>
                  <a:pt x="6491" y="5231"/>
                  <a:pt x="6333" y="5073"/>
                </a:cubicBezTo>
                <a:cubicBezTo>
                  <a:pt x="6254" y="4994"/>
                  <a:pt x="6168" y="4955"/>
                  <a:pt x="6081" y="4955"/>
                </a:cubicBezTo>
                <a:cubicBezTo>
                  <a:pt x="5995" y="4955"/>
                  <a:pt x="5908" y="4994"/>
                  <a:pt x="5829" y="5073"/>
                </a:cubicBezTo>
                <a:lnTo>
                  <a:pt x="4979" y="5924"/>
                </a:lnTo>
                <a:lnTo>
                  <a:pt x="4979" y="2490"/>
                </a:lnTo>
                <a:cubicBezTo>
                  <a:pt x="4979" y="2301"/>
                  <a:pt x="4821" y="2143"/>
                  <a:pt x="4632" y="2143"/>
                </a:cubicBezTo>
                <a:cubicBezTo>
                  <a:pt x="4443" y="2143"/>
                  <a:pt x="4285" y="2301"/>
                  <a:pt x="4285" y="2490"/>
                </a:cubicBezTo>
                <a:lnTo>
                  <a:pt x="4285" y="4506"/>
                </a:lnTo>
                <a:lnTo>
                  <a:pt x="3466" y="3655"/>
                </a:lnTo>
                <a:cubicBezTo>
                  <a:pt x="3388" y="3577"/>
                  <a:pt x="3293" y="3537"/>
                  <a:pt x="3198" y="3537"/>
                </a:cubicBezTo>
                <a:cubicBezTo>
                  <a:pt x="3104" y="3537"/>
                  <a:pt x="3009" y="3577"/>
                  <a:pt x="2931" y="3655"/>
                </a:cubicBezTo>
                <a:cubicBezTo>
                  <a:pt x="2773" y="3844"/>
                  <a:pt x="2773" y="4033"/>
                  <a:pt x="2931" y="4191"/>
                </a:cubicBezTo>
                <a:lnTo>
                  <a:pt x="4285" y="5514"/>
                </a:lnTo>
                <a:lnTo>
                  <a:pt x="4285" y="7373"/>
                </a:lnTo>
                <a:lnTo>
                  <a:pt x="3466" y="6554"/>
                </a:lnTo>
                <a:cubicBezTo>
                  <a:pt x="3388" y="6475"/>
                  <a:pt x="3293" y="6436"/>
                  <a:pt x="3198" y="6436"/>
                </a:cubicBezTo>
                <a:cubicBezTo>
                  <a:pt x="3104" y="6436"/>
                  <a:pt x="3009" y="6475"/>
                  <a:pt x="2931" y="6554"/>
                </a:cubicBezTo>
                <a:cubicBezTo>
                  <a:pt x="2773" y="6711"/>
                  <a:pt x="2773" y="6900"/>
                  <a:pt x="2931" y="7058"/>
                </a:cubicBezTo>
                <a:lnTo>
                  <a:pt x="4285" y="8413"/>
                </a:lnTo>
                <a:lnTo>
                  <a:pt x="4285" y="9295"/>
                </a:lnTo>
                <a:lnTo>
                  <a:pt x="2521" y="9295"/>
                </a:lnTo>
                <a:cubicBezTo>
                  <a:pt x="1513" y="9295"/>
                  <a:pt x="694" y="8507"/>
                  <a:pt x="694" y="7530"/>
                </a:cubicBezTo>
                <a:cubicBezTo>
                  <a:pt x="694" y="6837"/>
                  <a:pt x="1103" y="6207"/>
                  <a:pt x="1734" y="5924"/>
                </a:cubicBezTo>
                <a:cubicBezTo>
                  <a:pt x="1954" y="5798"/>
                  <a:pt x="1986" y="5514"/>
                  <a:pt x="1828" y="5325"/>
                </a:cubicBezTo>
                <a:cubicBezTo>
                  <a:pt x="1576" y="5042"/>
                  <a:pt x="1418" y="4695"/>
                  <a:pt x="1418" y="4317"/>
                </a:cubicBezTo>
                <a:cubicBezTo>
                  <a:pt x="1418" y="3624"/>
                  <a:pt x="1891" y="3057"/>
                  <a:pt x="2584" y="2899"/>
                </a:cubicBezTo>
                <a:cubicBezTo>
                  <a:pt x="2742" y="2836"/>
                  <a:pt x="2899" y="2679"/>
                  <a:pt x="2868" y="2490"/>
                </a:cubicBezTo>
                <a:cubicBezTo>
                  <a:pt x="2868" y="1513"/>
                  <a:pt x="3655" y="725"/>
                  <a:pt x="4632" y="725"/>
                </a:cubicBezTo>
                <a:close/>
                <a:moveTo>
                  <a:pt x="7467" y="725"/>
                </a:moveTo>
                <a:cubicBezTo>
                  <a:pt x="8444" y="725"/>
                  <a:pt x="9295" y="1513"/>
                  <a:pt x="9232" y="2584"/>
                </a:cubicBezTo>
                <a:cubicBezTo>
                  <a:pt x="9232" y="2742"/>
                  <a:pt x="9358" y="2899"/>
                  <a:pt x="9515" y="2931"/>
                </a:cubicBezTo>
                <a:cubicBezTo>
                  <a:pt x="10177" y="3057"/>
                  <a:pt x="10712" y="3624"/>
                  <a:pt x="10712" y="4348"/>
                </a:cubicBezTo>
                <a:cubicBezTo>
                  <a:pt x="10712" y="4726"/>
                  <a:pt x="10555" y="5105"/>
                  <a:pt x="10271" y="5357"/>
                </a:cubicBezTo>
                <a:cubicBezTo>
                  <a:pt x="10082" y="5514"/>
                  <a:pt x="10145" y="5829"/>
                  <a:pt x="10397" y="5955"/>
                </a:cubicBezTo>
                <a:cubicBezTo>
                  <a:pt x="11027" y="6239"/>
                  <a:pt x="11406" y="6900"/>
                  <a:pt x="11406" y="7562"/>
                </a:cubicBezTo>
                <a:cubicBezTo>
                  <a:pt x="11406" y="8570"/>
                  <a:pt x="10586" y="9358"/>
                  <a:pt x="9610" y="9358"/>
                </a:cubicBezTo>
                <a:lnTo>
                  <a:pt x="8507" y="9358"/>
                </a:lnTo>
                <a:cubicBezTo>
                  <a:pt x="8980" y="8885"/>
                  <a:pt x="9232" y="8224"/>
                  <a:pt x="9232" y="7562"/>
                </a:cubicBezTo>
                <a:cubicBezTo>
                  <a:pt x="9232" y="6743"/>
                  <a:pt x="8854" y="5987"/>
                  <a:pt x="8192" y="5514"/>
                </a:cubicBezTo>
                <a:cubicBezTo>
                  <a:pt x="8413" y="5168"/>
                  <a:pt x="8539" y="4789"/>
                  <a:pt x="8539" y="4348"/>
                </a:cubicBezTo>
                <a:cubicBezTo>
                  <a:pt x="8539" y="3435"/>
                  <a:pt x="7940" y="2616"/>
                  <a:pt x="7089" y="2332"/>
                </a:cubicBezTo>
                <a:cubicBezTo>
                  <a:pt x="7058" y="1828"/>
                  <a:pt x="6837" y="1387"/>
                  <a:pt x="6554" y="1009"/>
                </a:cubicBezTo>
                <a:cubicBezTo>
                  <a:pt x="6837" y="788"/>
                  <a:pt x="7152" y="725"/>
                  <a:pt x="7467" y="725"/>
                </a:cubicBezTo>
                <a:close/>
                <a:moveTo>
                  <a:pt x="7121" y="10019"/>
                </a:moveTo>
                <a:lnTo>
                  <a:pt x="7121" y="11469"/>
                </a:lnTo>
                <a:lnTo>
                  <a:pt x="4979" y="11469"/>
                </a:lnTo>
                <a:lnTo>
                  <a:pt x="4979" y="10019"/>
                </a:lnTo>
                <a:close/>
                <a:moveTo>
                  <a:pt x="4632" y="1"/>
                </a:moveTo>
                <a:cubicBezTo>
                  <a:pt x="3340" y="1"/>
                  <a:pt x="2269" y="1009"/>
                  <a:pt x="2175" y="2301"/>
                </a:cubicBezTo>
                <a:cubicBezTo>
                  <a:pt x="1292" y="2616"/>
                  <a:pt x="694" y="3403"/>
                  <a:pt x="694" y="4317"/>
                </a:cubicBezTo>
                <a:cubicBezTo>
                  <a:pt x="694" y="4726"/>
                  <a:pt x="820" y="5136"/>
                  <a:pt x="1072" y="5483"/>
                </a:cubicBezTo>
                <a:cubicBezTo>
                  <a:pt x="379" y="5955"/>
                  <a:pt x="1" y="6711"/>
                  <a:pt x="1" y="7530"/>
                </a:cubicBezTo>
                <a:cubicBezTo>
                  <a:pt x="1" y="8917"/>
                  <a:pt x="1135" y="10019"/>
                  <a:pt x="2521" y="10019"/>
                </a:cubicBezTo>
                <a:lnTo>
                  <a:pt x="4285" y="10019"/>
                </a:lnTo>
                <a:lnTo>
                  <a:pt x="4285" y="11469"/>
                </a:lnTo>
                <a:lnTo>
                  <a:pt x="2521" y="11469"/>
                </a:lnTo>
                <a:cubicBezTo>
                  <a:pt x="2332" y="11469"/>
                  <a:pt x="2175" y="11626"/>
                  <a:pt x="2175" y="11815"/>
                </a:cubicBezTo>
                <a:cubicBezTo>
                  <a:pt x="2175" y="12036"/>
                  <a:pt x="2332" y="12193"/>
                  <a:pt x="2521" y="12193"/>
                </a:cubicBezTo>
                <a:lnTo>
                  <a:pt x="9641" y="12193"/>
                </a:lnTo>
                <a:cubicBezTo>
                  <a:pt x="9830" y="12193"/>
                  <a:pt x="9988" y="12036"/>
                  <a:pt x="9988" y="11815"/>
                </a:cubicBezTo>
                <a:cubicBezTo>
                  <a:pt x="9988" y="11626"/>
                  <a:pt x="9830" y="11469"/>
                  <a:pt x="9641" y="11469"/>
                </a:cubicBezTo>
                <a:lnTo>
                  <a:pt x="7877" y="11469"/>
                </a:lnTo>
                <a:lnTo>
                  <a:pt x="7877" y="10019"/>
                </a:lnTo>
                <a:lnTo>
                  <a:pt x="9610" y="10019"/>
                </a:lnTo>
                <a:cubicBezTo>
                  <a:pt x="10964" y="10019"/>
                  <a:pt x="12130" y="8917"/>
                  <a:pt x="12130" y="7530"/>
                </a:cubicBezTo>
                <a:cubicBezTo>
                  <a:pt x="12130" y="6711"/>
                  <a:pt x="11721" y="5955"/>
                  <a:pt x="11059" y="5483"/>
                </a:cubicBezTo>
                <a:cubicBezTo>
                  <a:pt x="11280" y="5136"/>
                  <a:pt x="11406" y="4726"/>
                  <a:pt x="11406" y="4317"/>
                </a:cubicBezTo>
                <a:cubicBezTo>
                  <a:pt x="11406" y="3403"/>
                  <a:pt x="10838" y="2584"/>
                  <a:pt x="9956" y="2301"/>
                </a:cubicBezTo>
                <a:cubicBezTo>
                  <a:pt x="9830" y="1040"/>
                  <a:pt x="8791" y="1"/>
                  <a:pt x="7467" y="1"/>
                </a:cubicBezTo>
                <a:cubicBezTo>
                  <a:pt x="6963" y="1"/>
                  <a:pt x="6459" y="158"/>
                  <a:pt x="6050" y="442"/>
                </a:cubicBezTo>
                <a:cubicBezTo>
                  <a:pt x="5672" y="158"/>
                  <a:pt x="5168" y="1"/>
                  <a:pt x="46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01" name="Google Shape;11001;p66"/>
          <p:cNvSpPr/>
          <p:nvPr/>
        </p:nvSpPr>
        <p:spPr>
          <a:xfrm>
            <a:off x="1412627" y="2274689"/>
            <a:ext cx="471471" cy="473609"/>
          </a:xfrm>
          <a:custGeom>
            <a:rect l="l" t="t" r="r" b="b"/>
            <a:pathLst>
              <a:path w="12131" h="12186" extrusionOk="0">
                <a:moveTo>
                  <a:pt x="6050" y="1442"/>
                </a:moveTo>
                <a:cubicBezTo>
                  <a:pt x="6396" y="1442"/>
                  <a:pt x="6774" y="1757"/>
                  <a:pt x="6774" y="2167"/>
                </a:cubicBezTo>
                <a:cubicBezTo>
                  <a:pt x="6774" y="2576"/>
                  <a:pt x="6459" y="2891"/>
                  <a:pt x="6050" y="2891"/>
                </a:cubicBezTo>
                <a:cubicBezTo>
                  <a:pt x="5672" y="2891"/>
                  <a:pt x="5357" y="2576"/>
                  <a:pt x="5357" y="2167"/>
                </a:cubicBezTo>
                <a:cubicBezTo>
                  <a:pt x="5357" y="1789"/>
                  <a:pt x="5672" y="1442"/>
                  <a:pt x="6050" y="1442"/>
                </a:cubicBezTo>
                <a:close/>
                <a:moveTo>
                  <a:pt x="6018" y="3585"/>
                </a:moveTo>
                <a:cubicBezTo>
                  <a:pt x="6207" y="3585"/>
                  <a:pt x="6365" y="3742"/>
                  <a:pt x="6365" y="3963"/>
                </a:cubicBezTo>
                <a:lnTo>
                  <a:pt x="6365" y="4309"/>
                </a:lnTo>
                <a:cubicBezTo>
                  <a:pt x="6239" y="4467"/>
                  <a:pt x="6176" y="4593"/>
                  <a:pt x="6018" y="4782"/>
                </a:cubicBezTo>
                <a:cubicBezTo>
                  <a:pt x="5861" y="4593"/>
                  <a:pt x="5766" y="4467"/>
                  <a:pt x="5672" y="4309"/>
                </a:cubicBezTo>
                <a:lnTo>
                  <a:pt x="5672" y="3963"/>
                </a:lnTo>
                <a:cubicBezTo>
                  <a:pt x="5672" y="3742"/>
                  <a:pt x="5829" y="3585"/>
                  <a:pt x="6018" y="3585"/>
                </a:cubicBezTo>
                <a:close/>
                <a:moveTo>
                  <a:pt x="1009" y="2891"/>
                </a:moveTo>
                <a:cubicBezTo>
                  <a:pt x="2710" y="2891"/>
                  <a:pt x="4317" y="3679"/>
                  <a:pt x="5325" y="5002"/>
                </a:cubicBezTo>
                <a:lnTo>
                  <a:pt x="1544" y="5002"/>
                </a:lnTo>
                <a:cubicBezTo>
                  <a:pt x="1040" y="5002"/>
                  <a:pt x="662" y="4624"/>
                  <a:pt x="662" y="4152"/>
                </a:cubicBezTo>
                <a:lnTo>
                  <a:pt x="662" y="3238"/>
                </a:lnTo>
                <a:cubicBezTo>
                  <a:pt x="662" y="3049"/>
                  <a:pt x="820" y="2891"/>
                  <a:pt x="1009" y="2891"/>
                </a:cubicBezTo>
                <a:close/>
                <a:moveTo>
                  <a:pt x="11059" y="2891"/>
                </a:moveTo>
                <a:cubicBezTo>
                  <a:pt x="11248" y="2891"/>
                  <a:pt x="11406" y="3049"/>
                  <a:pt x="11406" y="3238"/>
                </a:cubicBezTo>
                <a:lnTo>
                  <a:pt x="11406" y="4152"/>
                </a:lnTo>
                <a:cubicBezTo>
                  <a:pt x="11406" y="4624"/>
                  <a:pt x="11027" y="5002"/>
                  <a:pt x="10555" y="5002"/>
                </a:cubicBezTo>
                <a:lnTo>
                  <a:pt x="6774" y="5002"/>
                </a:lnTo>
                <a:cubicBezTo>
                  <a:pt x="7782" y="3679"/>
                  <a:pt x="9358" y="2891"/>
                  <a:pt x="11059" y="2891"/>
                </a:cubicBezTo>
                <a:close/>
                <a:moveTo>
                  <a:pt x="6018" y="5884"/>
                </a:moveTo>
                <a:lnTo>
                  <a:pt x="6365" y="6231"/>
                </a:lnTo>
                <a:lnTo>
                  <a:pt x="6365" y="6798"/>
                </a:lnTo>
                <a:cubicBezTo>
                  <a:pt x="6365" y="6987"/>
                  <a:pt x="6207" y="7145"/>
                  <a:pt x="6018" y="7145"/>
                </a:cubicBezTo>
                <a:cubicBezTo>
                  <a:pt x="5829" y="7145"/>
                  <a:pt x="5672" y="6987"/>
                  <a:pt x="5672" y="6798"/>
                </a:cubicBezTo>
                <a:lnTo>
                  <a:pt x="5672" y="6231"/>
                </a:lnTo>
                <a:lnTo>
                  <a:pt x="6018" y="5884"/>
                </a:lnTo>
                <a:close/>
                <a:moveTo>
                  <a:pt x="9893" y="5727"/>
                </a:moveTo>
                <a:cubicBezTo>
                  <a:pt x="10334" y="5727"/>
                  <a:pt x="10744" y="6105"/>
                  <a:pt x="10744" y="6578"/>
                </a:cubicBezTo>
                <a:lnTo>
                  <a:pt x="10744" y="6798"/>
                </a:lnTo>
                <a:lnTo>
                  <a:pt x="10712" y="6798"/>
                </a:lnTo>
                <a:cubicBezTo>
                  <a:pt x="10712" y="6987"/>
                  <a:pt x="10555" y="7145"/>
                  <a:pt x="10334" y="7145"/>
                </a:cubicBezTo>
                <a:cubicBezTo>
                  <a:pt x="9043" y="7145"/>
                  <a:pt x="7814" y="6641"/>
                  <a:pt x="6932" y="5727"/>
                </a:cubicBezTo>
                <a:close/>
                <a:moveTo>
                  <a:pt x="5136" y="5758"/>
                </a:moveTo>
                <a:cubicBezTo>
                  <a:pt x="4254" y="6672"/>
                  <a:pt x="3025" y="7176"/>
                  <a:pt x="1734" y="7176"/>
                </a:cubicBezTo>
                <a:cubicBezTo>
                  <a:pt x="1513" y="7145"/>
                  <a:pt x="1355" y="6987"/>
                  <a:pt x="1355" y="6798"/>
                </a:cubicBezTo>
                <a:lnTo>
                  <a:pt x="1355" y="6578"/>
                </a:lnTo>
                <a:cubicBezTo>
                  <a:pt x="1355" y="6357"/>
                  <a:pt x="1450" y="6168"/>
                  <a:pt x="1607" y="6010"/>
                </a:cubicBezTo>
                <a:cubicBezTo>
                  <a:pt x="1765" y="5853"/>
                  <a:pt x="1986" y="5758"/>
                  <a:pt x="2206" y="5758"/>
                </a:cubicBezTo>
                <a:close/>
                <a:moveTo>
                  <a:pt x="4616" y="1"/>
                </a:moveTo>
                <a:cubicBezTo>
                  <a:pt x="4522" y="1"/>
                  <a:pt x="4427" y="40"/>
                  <a:pt x="4348" y="119"/>
                </a:cubicBezTo>
                <a:cubicBezTo>
                  <a:pt x="4191" y="277"/>
                  <a:pt x="4191" y="466"/>
                  <a:pt x="4348" y="655"/>
                </a:cubicBezTo>
                <a:lnTo>
                  <a:pt x="4947" y="1222"/>
                </a:lnTo>
                <a:cubicBezTo>
                  <a:pt x="4726" y="1505"/>
                  <a:pt x="4600" y="1820"/>
                  <a:pt x="4600" y="2167"/>
                </a:cubicBezTo>
                <a:cubicBezTo>
                  <a:pt x="4600" y="2639"/>
                  <a:pt x="4821" y="3049"/>
                  <a:pt x="5199" y="3333"/>
                </a:cubicBezTo>
                <a:cubicBezTo>
                  <a:pt x="5105" y="3427"/>
                  <a:pt x="5073" y="3522"/>
                  <a:pt x="5042" y="3679"/>
                </a:cubicBezTo>
                <a:cubicBezTo>
                  <a:pt x="3939" y="2734"/>
                  <a:pt x="2521" y="2167"/>
                  <a:pt x="1040" y="2167"/>
                </a:cubicBezTo>
                <a:cubicBezTo>
                  <a:pt x="473" y="2167"/>
                  <a:pt x="1" y="2639"/>
                  <a:pt x="1" y="3238"/>
                </a:cubicBezTo>
                <a:lnTo>
                  <a:pt x="1" y="4152"/>
                </a:lnTo>
                <a:cubicBezTo>
                  <a:pt x="1" y="4845"/>
                  <a:pt x="410" y="5412"/>
                  <a:pt x="1009" y="5632"/>
                </a:cubicBezTo>
                <a:cubicBezTo>
                  <a:pt x="820" y="5916"/>
                  <a:pt x="694" y="6231"/>
                  <a:pt x="694" y="6578"/>
                </a:cubicBezTo>
                <a:lnTo>
                  <a:pt x="694" y="6798"/>
                </a:lnTo>
                <a:cubicBezTo>
                  <a:pt x="694" y="7365"/>
                  <a:pt x="1166" y="7838"/>
                  <a:pt x="1765" y="7838"/>
                </a:cubicBezTo>
                <a:cubicBezTo>
                  <a:pt x="2931" y="7838"/>
                  <a:pt x="4033" y="7491"/>
                  <a:pt x="4979" y="6830"/>
                </a:cubicBezTo>
                <a:cubicBezTo>
                  <a:pt x="4979" y="7271"/>
                  <a:pt x="5294" y="7649"/>
                  <a:pt x="5703" y="7806"/>
                </a:cubicBezTo>
                <a:lnTo>
                  <a:pt x="5703" y="11839"/>
                </a:lnTo>
                <a:cubicBezTo>
                  <a:pt x="5703" y="12028"/>
                  <a:pt x="5861" y="12185"/>
                  <a:pt x="6050" y="12185"/>
                </a:cubicBezTo>
                <a:cubicBezTo>
                  <a:pt x="6239" y="12185"/>
                  <a:pt x="6396" y="12028"/>
                  <a:pt x="6396" y="11839"/>
                </a:cubicBezTo>
                <a:lnTo>
                  <a:pt x="6396" y="7806"/>
                </a:lnTo>
                <a:cubicBezTo>
                  <a:pt x="6806" y="7649"/>
                  <a:pt x="7121" y="7302"/>
                  <a:pt x="7121" y="6830"/>
                </a:cubicBezTo>
                <a:cubicBezTo>
                  <a:pt x="8066" y="7491"/>
                  <a:pt x="9200" y="7838"/>
                  <a:pt x="10334" y="7838"/>
                </a:cubicBezTo>
                <a:cubicBezTo>
                  <a:pt x="10933" y="7838"/>
                  <a:pt x="11406" y="7365"/>
                  <a:pt x="11406" y="6798"/>
                </a:cubicBezTo>
                <a:lnTo>
                  <a:pt x="11406" y="6578"/>
                </a:lnTo>
                <a:cubicBezTo>
                  <a:pt x="11406" y="6231"/>
                  <a:pt x="11280" y="5916"/>
                  <a:pt x="11090" y="5632"/>
                </a:cubicBezTo>
                <a:cubicBezTo>
                  <a:pt x="11689" y="5443"/>
                  <a:pt x="12130" y="4845"/>
                  <a:pt x="12130" y="4152"/>
                </a:cubicBezTo>
                <a:lnTo>
                  <a:pt x="12130" y="3238"/>
                </a:lnTo>
                <a:cubicBezTo>
                  <a:pt x="12130" y="2639"/>
                  <a:pt x="11658" y="2167"/>
                  <a:pt x="11059" y="2167"/>
                </a:cubicBezTo>
                <a:cubicBezTo>
                  <a:pt x="9610" y="2167"/>
                  <a:pt x="8129" y="2734"/>
                  <a:pt x="7089" y="3679"/>
                </a:cubicBezTo>
                <a:cubicBezTo>
                  <a:pt x="7058" y="3553"/>
                  <a:pt x="6995" y="3427"/>
                  <a:pt x="6932" y="3333"/>
                </a:cubicBezTo>
                <a:cubicBezTo>
                  <a:pt x="7278" y="3049"/>
                  <a:pt x="7530" y="2639"/>
                  <a:pt x="7530" y="2167"/>
                </a:cubicBezTo>
                <a:cubicBezTo>
                  <a:pt x="7530" y="1820"/>
                  <a:pt x="7404" y="1505"/>
                  <a:pt x="7152" y="1222"/>
                </a:cubicBezTo>
                <a:lnTo>
                  <a:pt x="7751" y="655"/>
                </a:lnTo>
                <a:cubicBezTo>
                  <a:pt x="7908" y="466"/>
                  <a:pt x="7908" y="277"/>
                  <a:pt x="7751" y="119"/>
                </a:cubicBezTo>
                <a:cubicBezTo>
                  <a:pt x="7672" y="40"/>
                  <a:pt x="7586" y="1"/>
                  <a:pt x="7499" y="1"/>
                </a:cubicBezTo>
                <a:cubicBezTo>
                  <a:pt x="7412" y="1"/>
                  <a:pt x="7326" y="40"/>
                  <a:pt x="7247" y="119"/>
                </a:cubicBezTo>
                <a:lnTo>
                  <a:pt x="6522" y="844"/>
                </a:lnTo>
                <a:cubicBezTo>
                  <a:pt x="6365" y="812"/>
                  <a:pt x="6207" y="749"/>
                  <a:pt x="6050" y="749"/>
                </a:cubicBezTo>
                <a:cubicBezTo>
                  <a:pt x="5892" y="749"/>
                  <a:pt x="5735" y="812"/>
                  <a:pt x="5577" y="844"/>
                </a:cubicBezTo>
                <a:lnTo>
                  <a:pt x="4884" y="119"/>
                </a:lnTo>
                <a:cubicBezTo>
                  <a:pt x="4805" y="40"/>
                  <a:pt x="4711" y="1"/>
                  <a:pt x="46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002" name="Google Shape;11002;p66"/>
          <p:cNvGrpSpPr/>
          <p:nvPr/>
        </p:nvGrpSpPr>
        <p:grpSpPr>
          <a:xfrm>
            <a:off x="1441487" y="2850904"/>
            <a:ext cx="416283" cy="473881"/>
            <a:chOff x="-20904874" y="2788575"/>
            <a:chExt cx="267775" cy="304825"/>
          </a:xfrm>
        </p:grpSpPr>
        <p:sp>
          <p:nvSpPr>
            <p:cNvPr id="11003" name="Google Shape;11003;p66"/>
            <p:cNvSpPr/>
            <p:nvPr/>
          </p:nvSpPr>
          <p:spPr>
            <a:xfrm>
              <a:off x="-20904874" y="2788575"/>
              <a:ext cx="267775" cy="304825"/>
            </a:xfrm>
            <a:custGeom>
              <a:rect l="l" t="t" r="r" b="b"/>
              <a:pathLst>
                <a:path w="10711" h="12193" extrusionOk="0">
                  <a:moveTo>
                    <a:pt x="5294" y="725"/>
                  </a:moveTo>
                  <a:cubicBezTo>
                    <a:pt x="5483" y="725"/>
                    <a:pt x="5640" y="882"/>
                    <a:pt x="5640" y="1103"/>
                  </a:cubicBezTo>
                  <a:lnTo>
                    <a:pt x="5640" y="1166"/>
                  </a:lnTo>
                  <a:cubicBezTo>
                    <a:pt x="5640" y="1373"/>
                    <a:pt x="5803" y="1512"/>
                    <a:pt x="5977" y="1512"/>
                  </a:cubicBezTo>
                  <a:cubicBezTo>
                    <a:pt x="6068" y="1512"/>
                    <a:pt x="6163" y="1473"/>
                    <a:pt x="6239" y="1387"/>
                  </a:cubicBezTo>
                  <a:lnTo>
                    <a:pt x="6270" y="1355"/>
                  </a:lnTo>
                  <a:cubicBezTo>
                    <a:pt x="6341" y="1284"/>
                    <a:pt x="6429" y="1252"/>
                    <a:pt x="6514" y="1252"/>
                  </a:cubicBezTo>
                  <a:cubicBezTo>
                    <a:pt x="6695" y="1252"/>
                    <a:pt x="6869" y="1393"/>
                    <a:pt x="6869" y="1607"/>
                  </a:cubicBezTo>
                  <a:cubicBezTo>
                    <a:pt x="6869" y="1765"/>
                    <a:pt x="6774" y="1828"/>
                    <a:pt x="6711" y="1922"/>
                  </a:cubicBezTo>
                  <a:cubicBezTo>
                    <a:pt x="6459" y="2143"/>
                    <a:pt x="6617" y="2489"/>
                    <a:pt x="6932" y="2489"/>
                  </a:cubicBezTo>
                  <a:lnTo>
                    <a:pt x="7026" y="2489"/>
                  </a:lnTo>
                  <a:cubicBezTo>
                    <a:pt x="7215" y="2489"/>
                    <a:pt x="7373" y="2678"/>
                    <a:pt x="7373" y="2867"/>
                  </a:cubicBezTo>
                  <a:cubicBezTo>
                    <a:pt x="7373" y="3056"/>
                    <a:pt x="7215" y="3214"/>
                    <a:pt x="7026" y="3214"/>
                  </a:cubicBezTo>
                  <a:lnTo>
                    <a:pt x="6932" y="3214"/>
                  </a:lnTo>
                  <a:cubicBezTo>
                    <a:pt x="6774" y="3214"/>
                    <a:pt x="6648" y="3277"/>
                    <a:pt x="6617" y="3466"/>
                  </a:cubicBezTo>
                  <a:cubicBezTo>
                    <a:pt x="6585" y="3560"/>
                    <a:pt x="6585" y="3718"/>
                    <a:pt x="6711" y="3844"/>
                  </a:cubicBezTo>
                  <a:lnTo>
                    <a:pt x="6743" y="3875"/>
                  </a:lnTo>
                  <a:cubicBezTo>
                    <a:pt x="6806" y="3970"/>
                    <a:pt x="6869" y="4033"/>
                    <a:pt x="6869" y="4127"/>
                  </a:cubicBezTo>
                  <a:cubicBezTo>
                    <a:pt x="6869" y="4334"/>
                    <a:pt x="6693" y="4473"/>
                    <a:pt x="6518" y="4473"/>
                  </a:cubicBezTo>
                  <a:cubicBezTo>
                    <a:pt x="6427" y="4473"/>
                    <a:pt x="6335" y="4435"/>
                    <a:pt x="6270" y="4348"/>
                  </a:cubicBezTo>
                  <a:lnTo>
                    <a:pt x="6239" y="4316"/>
                  </a:lnTo>
                  <a:cubicBezTo>
                    <a:pt x="6156" y="4234"/>
                    <a:pt x="6063" y="4199"/>
                    <a:pt x="5976" y="4199"/>
                  </a:cubicBezTo>
                  <a:cubicBezTo>
                    <a:pt x="5797" y="4199"/>
                    <a:pt x="5640" y="4346"/>
                    <a:pt x="5640" y="4537"/>
                  </a:cubicBezTo>
                  <a:lnTo>
                    <a:pt x="5640" y="4632"/>
                  </a:lnTo>
                  <a:cubicBezTo>
                    <a:pt x="5640" y="4821"/>
                    <a:pt x="5483" y="4978"/>
                    <a:pt x="5294" y="4978"/>
                  </a:cubicBezTo>
                  <a:cubicBezTo>
                    <a:pt x="5073" y="4978"/>
                    <a:pt x="4916" y="4821"/>
                    <a:pt x="4916" y="4632"/>
                  </a:cubicBezTo>
                  <a:lnTo>
                    <a:pt x="4916" y="4537"/>
                  </a:lnTo>
                  <a:cubicBezTo>
                    <a:pt x="4958" y="4346"/>
                    <a:pt x="4801" y="4213"/>
                    <a:pt x="4626" y="4213"/>
                  </a:cubicBezTo>
                  <a:cubicBezTo>
                    <a:pt x="4541" y="4213"/>
                    <a:pt x="4452" y="4244"/>
                    <a:pt x="4380" y="4316"/>
                  </a:cubicBezTo>
                  <a:lnTo>
                    <a:pt x="4349" y="4348"/>
                  </a:lnTo>
                  <a:cubicBezTo>
                    <a:pt x="4270" y="4427"/>
                    <a:pt x="4175" y="4466"/>
                    <a:pt x="4081" y="4466"/>
                  </a:cubicBezTo>
                  <a:cubicBezTo>
                    <a:pt x="3986" y="4466"/>
                    <a:pt x="3892" y="4427"/>
                    <a:pt x="3813" y="4348"/>
                  </a:cubicBezTo>
                  <a:cubicBezTo>
                    <a:pt x="3655" y="4190"/>
                    <a:pt x="3655" y="4001"/>
                    <a:pt x="3813" y="3844"/>
                  </a:cubicBezTo>
                  <a:lnTo>
                    <a:pt x="3876" y="3812"/>
                  </a:lnTo>
                  <a:cubicBezTo>
                    <a:pt x="4096" y="3560"/>
                    <a:pt x="3939" y="3214"/>
                    <a:pt x="3624" y="3214"/>
                  </a:cubicBezTo>
                  <a:lnTo>
                    <a:pt x="3561" y="3214"/>
                  </a:lnTo>
                  <a:cubicBezTo>
                    <a:pt x="3340" y="3214"/>
                    <a:pt x="3183" y="3056"/>
                    <a:pt x="3183" y="2867"/>
                  </a:cubicBezTo>
                  <a:cubicBezTo>
                    <a:pt x="3183" y="2678"/>
                    <a:pt x="3340" y="2489"/>
                    <a:pt x="3561" y="2489"/>
                  </a:cubicBezTo>
                  <a:lnTo>
                    <a:pt x="3624" y="2489"/>
                  </a:lnTo>
                  <a:cubicBezTo>
                    <a:pt x="3939" y="2489"/>
                    <a:pt x="4096" y="2111"/>
                    <a:pt x="3876" y="1922"/>
                  </a:cubicBezTo>
                  <a:cubicBezTo>
                    <a:pt x="3813" y="1891"/>
                    <a:pt x="3718" y="1796"/>
                    <a:pt x="3718" y="1607"/>
                  </a:cubicBezTo>
                  <a:cubicBezTo>
                    <a:pt x="3718" y="1393"/>
                    <a:pt x="3892" y="1252"/>
                    <a:pt x="4063" y="1252"/>
                  </a:cubicBezTo>
                  <a:cubicBezTo>
                    <a:pt x="4144" y="1252"/>
                    <a:pt x="4225" y="1284"/>
                    <a:pt x="4286" y="1355"/>
                  </a:cubicBezTo>
                  <a:lnTo>
                    <a:pt x="4349" y="1387"/>
                  </a:lnTo>
                  <a:cubicBezTo>
                    <a:pt x="4424" y="1473"/>
                    <a:pt x="4515" y="1512"/>
                    <a:pt x="4602" y="1512"/>
                  </a:cubicBezTo>
                  <a:cubicBezTo>
                    <a:pt x="4767" y="1512"/>
                    <a:pt x="4916" y="1373"/>
                    <a:pt x="4916" y="1166"/>
                  </a:cubicBezTo>
                  <a:lnTo>
                    <a:pt x="4916" y="1103"/>
                  </a:lnTo>
                  <a:cubicBezTo>
                    <a:pt x="4916" y="882"/>
                    <a:pt x="5073" y="725"/>
                    <a:pt x="5294" y="725"/>
                  </a:cubicBezTo>
                  <a:close/>
                  <a:moveTo>
                    <a:pt x="757" y="5766"/>
                  </a:moveTo>
                  <a:lnTo>
                    <a:pt x="757" y="5766"/>
                  </a:lnTo>
                  <a:cubicBezTo>
                    <a:pt x="1482" y="5892"/>
                    <a:pt x="2647" y="6144"/>
                    <a:pt x="3120" y="6648"/>
                  </a:cubicBezTo>
                  <a:cubicBezTo>
                    <a:pt x="3624" y="7152"/>
                    <a:pt x="3624" y="7498"/>
                    <a:pt x="3340" y="7908"/>
                  </a:cubicBezTo>
                  <a:lnTo>
                    <a:pt x="2616" y="7152"/>
                  </a:lnTo>
                  <a:cubicBezTo>
                    <a:pt x="2537" y="7073"/>
                    <a:pt x="2442" y="7034"/>
                    <a:pt x="2348" y="7034"/>
                  </a:cubicBezTo>
                  <a:cubicBezTo>
                    <a:pt x="2253" y="7034"/>
                    <a:pt x="2159" y="7073"/>
                    <a:pt x="2080" y="7152"/>
                  </a:cubicBezTo>
                  <a:cubicBezTo>
                    <a:pt x="1923" y="7309"/>
                    <a:pt x="1923" y="7498"/>
                    <a:pt x="2080" y="7656"/>
                  </a:cubicBezTo>
                  <a:lnTo>
                    <a:pt x="2836" y="8412"/>
                  </a:lnTo>
                  <a:cubicBezTo>
                    <a:pt x="2695" y="8515"/>
                    <a:pt x="2554" y="8575"/>
                    <a:pt x="2401" y="8575"/>
                  </a:cubicBezTo>
                  <a:cubicBezTo>
                    <a:pt x="2176" y="8575"/>
                    <a:pt x="1925" y="8446"/>
                    <a:pt x="1608" y="8129"/>
                  </a:cubicBezTo>
                  <a:cubicBezTo>
                    <a:pt x="1135" y="7656"/>
                    <a:pt x="883" y="6490"/>
                    <a:pt x="757" y="5766"/>
                  </a:cubicBezTo>
                  <a:close/>
                  <a:moveTo>
                    <a:pt x="9893" y="6459"/>
                  </a:moveTo>
                  <a:cubicBezTo>
                    <a:pt x="9799" y="7183"/>
                    <a:pt x="9578" y="8381"/>
                    <a:pt x="9074" y="8853"/>
                  </a:cubicBezTo>
                  <a:cubicBezTo>
                    <a:pt x="8805" y="9123"/>
                    <a:pt x="8570" y="9287"/>
                    <a:pt x="8321" y="9287"/>
                  </a:cubicBezTo>
                  <a:cubicBezTo>
                    <a:pt x="8162" y="9287"/>
                    <a:pt x="7998" y="9221"/>
                    <a:pt x="7814" y="9074"/>
                  </a:cubicBezTo>
                  <a:lnTo>
                    <a:pt x="8570" y="8349"/>
                  </a:lnTo>
                  <a:cubicBezTo>
                    <a:pt x="8728" y="8192"/>
                    <a:pt x="8728" y="7971"/>
                    <a:pt x="8570" y="7814"/>
                  </a:cubicBezTo>
                  <a:cubicBezTo>
                    <a:pt x="8491" y="7735"/>
                    <a:pt x="8397" y="7695"/>
                    <a:pt x="8302" y="7695"/>
                  </a:cubicBezTo>
                  <a:cubicBezTo>
                    <a:pt x="8208" y="7695"/>
                    <a:pt x="8113" y="7735"/>
                    <a:pt x="8035" y="7814"/>
                  </a:cubicBezTo>
                  <a:lnTo>
                    <a:pt x="7278" y="8570"/>
                  </a:lnTo>
                  <a:cubicBezTo>
                    <a:pt x="7026" y="8192"/>
                    <a:pt x="7026" y="7814"/>
                    <a:pt x="7531" y="7309"/>
                  </a:cubicBezTo>
                  <a:cubicBezTo>
                    <a:pt x="8003" y="6837"/>
                    <a:pt x="9169" y="6553"/>
                    <a:pt x="9893" y="6459"/>
                  </a:cubicBezTo>
                  <a:close/>
                  <a:moveTo>
                    <a:pt x="5357" y="0"/>
                  </a:moveTo>
                  <a:cubicBezTo>
                    <a:pt x="4979" y="0"/>
                    <a:pt x="4601" y="221"/>
                    <a:pt x="4412" y="536"/>
                  </a:cubicBezTo>
                  <a:cubicBezTo>
                    <a:pt x="4313" y="500"/>
                    <a:pt x="4206" y="482"/>
                    <a:pt x="4097" y="482"/>
                  </a:cubicBezTo>
                  <a:cubicBezTo>
                    <a:pt x="3826" y="482"/>
                    <a:pt x="3543" y="594"/>
                    <a:pt x="3340" y="819"/>
                  </a:cubicBezTo>
                  <a:cubicBezTo>
                    <a:pt x="3088" y="1103"/>
                    <a:pt x="2962" y="1513"/>
                    <a:pt x="3088" y="1891"/>
                  </a:cubicBezTo>
                  <a:cubicBezTo>
                    <a:pt x="2710" y="2080"/>
                    <a:pt x="2521" y="2426"/>
                    <a:pt x="2521" y="2836"/>
                  </a:cubicBezTo>
                  <a:cubicBezTo>
                    <a:pt x="2521" y="3214"/>
                    <a:pt x="2773" y="3560"/>
                    <a:pt x="3088" y="3781"/>
                  </a:cubicBezTo>
                  <a:cubicBezTo>
                    <a:pt x="2962" y="4127"/>
                    <a:pt x="3057" y="4569"/>
                    <a:pt x="3340" y="4821"/>
                  </a:cubicBezTo>
                  <a:cubicBezTo>
                    <a:pt x="3549" y="5030"/>
                    <a:pt x="3844" y="5153"/>
                    <a:pt x="4123" y="5153"/>
                  </a:cubicBezTo>
                  <a:cubicBezTo>
                    <a:pt x="4223" y="5153"/>
                    <a:pt x="4320" y="5137"/>
                    <a:pt x="4412" y="5104"/>
                  </a:cubicBezTo>
                  <a:cubicBezTo>
                    <a:pt x="4538" y="5325"/>
                    <a:pt x="4758" y="5545"/>
                    <a:pt x="5010" y="5608"/>
                  </a:cubicBezTo>
                  <a:lnTo>
                    <a:pt x="5010" y="9483"/>
                  </a:lnTo>
                  <a:lnTo>
                    <a:pt x="3907" y="8381"/>
                  </a:lnTo>
                  <a:cubicBezTo>
                    <a:pt x="4538" y="7593"/>
                    <a:pt x="4380" y="6837"/>
                    <a:pt x="3655" y="6144"/>
                  </a:cubicBezTo>
                  <a:cubicBezTo>
                    <a:pt x="2773" y="5230"/>
                    <a:pt x="505" y="5041"/>
                    <a:pt x="410" y="5041"/>
                  </a:cubicBezTo>
                  <a:cubicBezTo>
                    <a:pt x="158" y="5041"/>
                    <a:pt x="1" y="5199"/>
                    <a:pt x="1" y="5419"/>
                  </a:cubicBezTo>
                  <a:cubicBezTo>
                    <a:pt x="1" y="5482"/>
                    <a:pt x="190" y="7751"/>
                    <a:pt x="1104" y="8696"/>
                  </a:cubicBezTo>
                  <a:cubicBezTo>
                    <a:pt x="1517" y="9091"/>
                    <a:pt x="1951" y="9312"/>
                    <a:pt x="2382" y="9312"/>
                  </a:cubicBezTo>
                  <a:cubicBezTo>
                    <a:pt x="2706" y="9312"/>
                    <a:pt x="3029" y="9187"/>
                    <a:pt x="3340" y="8916"/>
                  </a:cubicBezTo>
                  <a:lnTo>
                    <a:pt x="4979" y="10554"/>
                  </a:lnTo>
                  <a:lnTo>
                    <a:pt x="4979" y="11500"/>
                  </a:lnTo>
                  <a:lnTo>
                    <a:pt x="2490" y="11500"/>
                  </a:lnTo>
                  <a:cubicBezTo>
                    <a:pt x="2301" y="11500"/>
                    <a:pt x="2143" y="11657"/>
                    <a:pt x="2143" y="11846"/>
                  </a:cubicBezTo>
                  <a:cubicBezTo>
                    <a:pt x="2143" y="12035"/>
                    <a:pt x="2301" y="12193"/>
                    <a:pt x="2490" y="12193"/>
                  </a:cubicBezTo>
                  <a:lnTo>
                    <a:pt x="8192" y="12193"/>
                  </a:lnTo>
                  <a:cubicBezTo>
                    <a:pt x="8381" y="12193"/>
                    <a:pt x="8539" y="12035"/>
                    <a:pt x="8539" y="11846"/>
                  </a:cubicBezTo>
                  <a:cubicBezTo>
                    <a:pt x="8539" y="11657"/>
                    <a:pt x="8381" y="11500"/>
                    <a:pt x="8192" y="11500"/>
                  </a:cubicBezTo>
                  <a:lnTo>
                    <a:pt x="5703" y="11500"/>
                  </a:lnTo>
                  <a:lnTo>
                    <a:pt x="5703" y="11248"/>
                  </a:lnTo>
                  <a:lnTo>
                    <a:pt x="7342" y="9641"/>
                  </a:lnTo>
                  <a:cubicBezTo>
                    <a:pt x="7677" y="9909"/>
                    <a:pt x="8000" y="10034"/>
                    <a:pt x="8317" y="10034"/>
                  </a:cubicBezTo>
                  <a:cubicBezTo>
                    <a:pt x="8746" y="10034"/>
                    <a:pt x="9162" y="9805"/>
                    <a:pt x="9578" y="9389"/>
                  </a:cubicBezTo>
                  <a:cubicBezTo>
                    <a:pt x="10492" y="8507"/>
                    <a:pt x="10681" y="6238"/>
                    <a:pt x="10681" y="6144"/>
                  </a:cubicBezTo>
                  <a:cubicBezTo>
                    <a:pt x="10710" y="5910"/>
                    <a:pt x="10550" y="5731"/>
                    <a:pt x="10376" y="5731"/>
                  </a:cubicBezTo>
                  <a:cubicBezTo>
                    <a:pt x="10362" y="5731"/>
                    <a:pt x="10348" y="5732"/>
                    <a:pt x="10334" y="5734"/>
                  </a:cubicBezTo>
                  <a:cubicBezTo>
                    <a:pt x="10240" y="5734"/>
                    <a:pt x="8003" y="5923"/>
                    <a:pt x="7058" y="6837"/>
                  </a:cubicBezTo>
                  <a:cubicBezTo>
                    <a:pt x="6333" y="7561"/>
                    <a:pt x="6176" y="8286"/>
                    <a:pt x="6806" y="9074"/>
                  </a:cubicBezTo>
                  <a:lnTo>
                    <a:pt x="5703" y="10176"/>
                  </a:lnTo>
                  <a:lnTo>
                    <a:pt x="5703" y="5608"/>
                  </a:lnTo>
                  <a:cubicBezTo>
                    <a:pt x="5955" y="5545"/>
                    <a:pt x="6176" y="5356"/>
                    <a:pt x="6302" y="5104"/>
                  </a:cubicBezTo>
                  <a:cubicBezTo>
                    <a:pt x="6401" y="5140"/>
                    <a:pt x="6508" y="5158"/>
                    <a:pt x="6616" y="5158"/>
                  </a:cubicBezTo>
                  <a:cubicBezTo>
                    <a:pt x="6888" y="5158"/>
                    <a:pt x="7170" y="5046"/>
                    <a:pt x="7373" y="4821"/>
                  </a:cubicBezTo>
                  <a:cubicBezTo>
                    <a:pt x="7562" y="4632"/>
                    <a:pt x="7688" y="4348"/>
                    <a:pt x="7688" y="4096"/>
                  </a:cubicBezTo>
                  <a:cubicBezTo>
                    <a:pt x="7688" y="3970"/>
                    <a:pt x="7688" y="3875"/>
                    <a:pt x="7657" y="3781"/>
                  </a:cubicBezTo>
                  <a:cubicBezTo>
                    <a:pt x="8003" y="3560"/>
                    <a:pt x="8192" y="3214"/>
                    <a:pt x="8192" y="2836"/>
                  </a:cubicBezTo>
                  <a:cubicBezTo>
                    <a:pt x="8192" y="2426"/>
                    <a:pt x="7972" y="2080"/>
                    <a:pt x="7657" y="1891"/>
                  </a:cubicBezTo>
                  <a:cubicBezTo>
                    <a:pt x="7751" y="1513"/>
                    <a:pt x="7688" y="1103"/>
                    <a:pt x="7373" y="819"/>
                  </a:cubicBezTo>
                  <a:cubicBezTo>
                    <a:pt x="7164" y="610"/>
                    <a:pt x="6869" y="487"/>
                    <a:pt x="6590" y="487"/>
                  </a:cubicBezTo>
                  <a:cubicBezTo>
                    <a:pt x="6491" y="487"/>
                    <a:pt x="6393" y="503"/>
                    <a:pt x="6302" y="536"/>
                  </a:cubicBezTo>
                  <a:cubicBezTo>
                    <a:pt x="6113" y="189"/>
                    <a:pt x="5766" y="0"/>
                    <a:pt x="53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04" name="Google Shape;11004;p66"/>
            <p:cNvSpPr/>
            <p:nvPr/>
          </p:nvSpPr>
          <p:spPr>
            <a:xfrm>
              <a:off x="-20788300" y="2842125"/>
              <a:ext cx="35475" cy="35475"/>
            </a:xfrm>
            <a:custGeom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040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05" name="Google Shape;11005;p66"/>
          <p:cNvGrpSpPr/>
          <p:nvPr/>
        </p:nvGrpSpPr>
        <p:grpSpPr>
          <a:xfrm>
            <a:off x="4381902" y="2275564"/>
            <a:ext cx="360045" cy="471471"/>
            <a:chOff x="-19006700" y="2434925"/>
            <a:chExt cx="231600" cy="303275"/>
          </a:xfrm>
        </p:grpSpPr>
        <p:sp>
          <p:nvSpPr>
            <p:cNvPr id="11006" name="Google Shape;11006;p66"/>
            <p:cNvSpPr/>
            <p:nvPr/>
          </p:nvSpPr>
          <p:spPr>
            <a:xfrm>
              <a:off x="-18906675" y="2552275"/>
              <a:ext cx="36275" cy="44150"/>
            </a:xfrm>
            <a:custGeom>
              <a:rect l="l" t="t" r="r" b="b"/>
              <a:pathLst>
                <a:path w="1451" h="1766" extrusionOk="0">
                  <a:moveTo>
                    <a:pt x="1000" y="0"/>
                  </a:moveTo>
                  <a:cubicBezTo>
                    <a:pt x="853" y="0"/>
                    <a:pt x="718" y="108"/>
                    <a:pt x="694" y="253"/>
                  </a:cubicBezTo>
                  <a:cubicBezTo>
                    <a:pt x="641" y="95"/>
                    <a:pt x="478" y="25"/>
                    <a:pt x="334" y="25"/>
                  </a:cubicBezTo>
                  <a:cubicBezTo>
                    <a:pt x="306" y="25"/>
                    <a:pt x="279" y="27"/>
                    <a:pt x="253" y="32"/>
                  </a:cubicBezTo>
                  <a:cubicBezTo>
                    <a:pt x="64" y="95"/>
                    <a:pt x="1" y="316"/>
                    <a:pt x="32" y="473"/>
                  </a:cubicBezTo>
                  <a:lnTo>
                    <a:pt x="284" y="1513"/>
                  </a:lnTo>
                  <a:cubicBezTo>
                    <a:pt x="347" y="1671"/>
                    <a:pt x="505" y="1765"/>
                    <a:pt x="663" y="1765"/>
                  </a:cubicBezTo>
                  <a:cubicBezTo>
                    <a:pt x="820" y="1765"/>
                    <a:pt x="946" y="1671"/>
                    <a:pt x="1009" y="1513"/>
                  </a:cubicBezTo>
                  <a:lnTo>
                    <a:pt x="1356" y="473"/>
                  </a:lnTo>
                  <a:cubicBezTo>
                    <a:pt x="1450" y="253"/>
                    <a:pt x="1324" y="64"/>
                    <a:pt x="1135" y="32"/>
                  </a:cubicBezTo>
                  <a:cubicBezTo>
                    <a:pt x="1091" y="10"/>
                    <a:pt x="1045" y="0"/>
                    <a:pt x="10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07" name="Google Shape;11007;p66"/>
            <p:cNvSpPr/>
            <p:nvPr/>
          </p:nvSpPr>
          <p:spPr>
            <a:xfrm>
              <a:off x="-18935801" y="252550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08" name="Google Shape;11008;p66"/>
            <p:cNvSpPr/>
            <p:nvPr/>
          </p:nvSpPr>
          <p:spPr>
            <a:xfrm>
              <a:off x="-18864125" y="252550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09" name="Google Shape;11009;p66"/>
            <p:cNvSpPr/>
            <p:nvPr/>
          </p:nvSpPr>
          <p:spPr>
            <a:xfrm>
              <a:off x="-19006700" y="2434925"/>
              <a:ext cx="231600" cy="303275"/>
            </a:xfrm>
            <a:custGeom>
              <a:rect l="l" t="t" r="r" b="b"/>
              <a:pathLst>
                <a:path w="9264" h="12131" extrusionOk="0">
                  <a:moveTo>
                    <a:pt x="6302" y="757"/>
                  </a:moveTo>
                  <a:cubicBezTo>
                    <a:pt x="6774" y="851"/>
                    <a:pt x="7089" y="1292"/>
                    <a:pt x="7089" y="1765"/>
                  </a:cubicBezTo>
                  <a:lnTo>
                    <a:pt x="7089" y="2521"/>
                  </a:lnTo>
                  <a:cubicBezTo>
                    <a:pt x="6774" y="2269"/>
                    <a:pt x="6428" y="2175"/>
                    <a:pt x="6018" y="2175"/>
                  </a:cubicBezTo>
                  <a:cubicBezTo>
                    <a:pt x="5451" y="2175"/>
                    <a:pt x="4916" y="2427"/>
                    <a:pt x="4601" y="2868"/>
                  </a:cubicBezTo>
                  <a:cubicBezTo>
                    <a:pt x="4285" y="2427"/>
                    <a:pt x="3781" y="2175"/>
                    <a:pt x="3183" y="2175"/>
                  </a:cubicBezTo>
                  <a:cubicBezTo>
                    <a:pt x="2805" y="2175"/>
                    <a:pt x="2395" y="2269"/>
                    <a:pt x="2143" y="2521"/>
                  </a:cubicBezTo>
                  <a:lnTo>
                    <a:pt x="2143" y="1765"/>
                  </a:lnTo>
                  <a:cubicBezTo>
                    <a:pt x="2143" y="1261"/>
                    <a:pt x="2458" y="851"/>
                    <a:pt x="2931" y="757"/>
                  </a:cubicBezTo>
                  <a:cubicBezTo>
                    <a:pt x="3088" y="1135"/>
                    <a:pt x="3466" y="1418"/>
                    <a:pt x="3907" y="1418"/>
                  </a:cubicBezTo>
                  <a:lnTo>
                    <a:pt x="5325" y="1418"/>
                  </a:lnTo>
                  <a:cubicBezTo>
                    <a:pt x="5766" y="1418"/>
                    <a:pt x="6144" y="1135"/>
                    <a:pt x="6302" y="757"/>
                  </a:cubicBezTo>
                  <a:close/>
                  <a:moveTo>
                    <a:pt x="6050" y="2899"/>
                  </a:moveTo>
                  <a:cubicBezTo>
                    <a:pt x="6617" y="2899"/>
                    <a:pt x="7089" y="3372"/>
                    <a:pt x="7089" y="3970"/>
                  </a:cubicBezTo>
                  <a:lnTo>
                    <a:pt x="7089" y="4695"/>
                  </a:lnTo>
                  <a:cubicBezTo>
                    <a:pt x="7089" y="6050"/>
                    <a:pt x="5987" y="7152"/>
                    <a:pt x="4632" y="7152"/>
                  </a:cubicBezTo>
                  <a:cubicBezTo>
                    <a:pt x="3246" y="7152"/>
                    <a:pt x="2143" y="6050"/>
                    <a:pt x="2143" y="4695"/>
                  </a:cubicBezTo>
                  <a:lnTo>
                    <a:pt x="2143" y="3970"/>
                  </a:lnTo>
                  <a:cubicBezTo>
                    <a:pt x="2143" y="3372"/>
                    <a:pt x="2616" y="2899"/>
                    <a:pt x="3183" y="2899"/>
                  </a:cubicBezTo>
                  <a:cubicBezTo>
                    <a:pt x="3781" y="2899"/>
                    <a:pt x="4254" y="3372"/>
                    <a:pt x="4254" y="3970"/>
                  </a:cubicBezTo>
                  <a:cubicBezTo>
                    <a:pt x="4254" y="4159"/>
                    <a:pt x="4411" y="4317"/>
                    <a:pt x="4632" y="4317"/>
                  </a:cubicBezTo>
                  <a:cubicBezTo>
                    <a:pt x="4821" y="4317"/>
                    <a:pt x="4979" y="4159"/>
                    <a:pt x="4979" y="3970"/>
                  </a:cubicBezTo>
                  <a:cubicBezTo>
                    <a:pt x="4979" y="3372"/>
                    <a:pt x="5451" y="2899"/>
                    <a:pt x="6050" y="2899"/>
                  </a:cubicBezTo>
                  <a:close/>
                  <a:moveTo>
                    <a:pt x="7121" y="7152"/>
                  </a:moveTo>
                  <a:cubicBezTo>
                    <a:pt x="7909" y="7152"/>
                    <a:pt x="8539" y="7782"/>
                    <a:pt x="8539" y="8570"/>
                  </a:cubicBezTo>
                  <a:lnTo>
                    <a:pt x="8539" y="9956"/>
                  </a:lnTo>
                  <a:cubicBezTo>
                    <a:pt x="8129" y="9799"/>
                    <a:pt x="7846" y="9421"/>
                    <a:pt x="7846" y="8948"/>
                  </a:cubicBezTo>
                  <a:cubicBezTo>
                    <a:pt x="7846" y="8728"/>
                    <a:pt x="7688" y="8570"/>
                    <a:pt x="7499" y="8570"/>
                  </a:cubicBezTo>
                  <a:cubicBezTo>
                    <a:pt x="7278" y="8570"/>
                    <a:pt x="7121" y="8728"/>
                    <a:pt x="7121" y="8948"/>
                  </a:cubicBezTo>
                  <a:cubicBezTo>
                    <a:pt x="7121" y="9799"/>
                    <a:pt x="7751" y="10523"/>
                    <a:pt x="8539" y="10681"/>
                  </a:cubicBezTo>
                  <a:lnTo>
                    <a:pt x="8539" y="11405"/>
                  </a:lnTo>
                  <a:cubicBezTo>
                    <a:pt x="6963" y="11405"/>
                    <a:pt x="5703" y="10114"/>
                    <a:pt x="5703" y="8570"/>
                  </a:cubicBezTo>
                  <a:cubicBezTo>
                    <a:pt x="5703" y="7782"/>
                    <a:pt x="6333" y="7152"/>
                    <a:pt x="7121" y="7152"/>
                  </a:cubicBezTo>
                  <a:close/>
                  <a:moveTo>
                    <a:pt x="2868" y="7373"/>
                  </a:moveTo>
                  <a:cubicBezTo>
                    <a:pt x="3435" y="7719"/>
                    <a:pt x="4033" y="7908"/>
                    <a:pt x="4664" y="7908"/>
                  </a:cubicBezTo>
                  <a:cubicBezTo>
                    <a:pt x="4821" y="7908"/>
                    <a:pt x="4979" y="7908"/>
                    <a:pt x="5168" y="7877"/>
                  </a:cubicBezTo>
                  <a:lnTo>
                    <a:pt x="5168" y="7877"/>
                  </a:lnTo>
                  <a:cubicBezTo>
                    <a:pt x="5073" y="8097"/>
                    <a:pt x="5042" y="8349"/>
                    <a:pt x="5042" y="8633"/>
                  </a:cubicBezTo>
                  <a:cubicBezTo>
                    <a:pt x="5042" y="9799"/>
                    <a:pt x="5609" y="10838"/>
                    <a:pt x="6459" y="11468"/>
                  </a:cubicBezTo>
                  <a:lnTo>
                    <a:pt x="5357" y="11468"/>
                  </a:lnTo>
                  <a:cubicBezTo>
                    <a:pt x="3970" y="11468"/>
                    <a:pt x="2868" y="10334"/>
                    <a:pt x="2868" y="8980"/>
                  </a:cubicBezTo>
                  <a:lnTo>
                    <a:pt x="2868" y="7373"/>
                  </a:lnTo>
                  <a:close/>
                  <a:moveTo>
                    <a:pt x="3246" y="1"/>
                  </a:moveTo>
                  <a:cubicBezTo>
                    <a:pt x="2238" y="1"/>
                    <a:pt x="1450" y="788"/>
                    <a:pt x="1450" y="1765"/>
                  </a:cubicBezTo>
                  <a:lnTo>
                    <a:pt x="1450" y="4695"/>
                  </a:lnTo>
                  <a:cubicBezTo>
                    <a:pt x="1450" y="5420"/>
                    <a:pt x="1734" y="6144"/>
                    <a:pt x="2175" y="6680"/>
                  </a:cubicBezTo>
                  <a:lnTo>
                    <a:pt x="2175" y="8948"/>
                  </a:lnTo>
                  <a:cubicBezTo>
                    <a:pt x="2175" y="9956"/>
                    <a:pt x="2647" y="10838"/>
                    <a:pt x="3340" y="11405"/>
                  </a:cubicBezTo>
                  <a:lnTo>
                    <a:pt x="2017" y="11405"/>
                  </a:lnTo>
                  <a:lnTo>
                    <a:pt x="1387" y="10208"/>
                  </a:lnTo>
                  <a:cubicBezTo>
                    <a:pt x="1319" y="10094"/>
                    <a:pt x="1184" y="10013"/>
                    <a:pt x="1055" y="10013"/>
                  </a:cubicBezTo>
                  <a:cubicBezTo>
                    <a:pt x="1006" y="10013"/>
                    <a:pt x="958" y="10025"/>
                    <a:pt x="914" y="10051"/>
                  </a:cubicBezTo>
                  <a:cubicBezTo>
                    <a:pt x="757" y="10114"/>
                    <a:pt x="662" y="10366"/>
                    <a:pt x="757" y="10523"/>
                  </a:cubicBezTo>
                  <a:lnTo>
                    <a:pt x="1229" y="11405"/>
                  </a:lnTo>
                  <a:lnTo>
                    <a:pt x="347" y="11405"/>
                  </a:lnTo>
                  <a:cubicBezTo>
                    <a:pt x="158" y="11405"/>
                    <a:pt x="1" y="11563"/>
                    <a:pt x="1" y="11783"/>
                  </a:cubicBezTo>
                  <a:cubicBezTo>
                    <a:pt x="1" y="11973"/>
                    <a:pt x="158" y="12130"/>
                    <a:pt x="347" y="12130"/>
                  </a:cubicBezTo>
                  <a:lnTo>
                    <a:pt x="8917" y="12130"/>
                  </a:lnTo>
                  <a:cubicBezTo>
                    <a:pt x="9106" y="12130"/>
                    <a:pt x="9263" y="11973"/>
                    <a:pt x="9263" y="11783"/>
                  </a:cubicBezTo>
                  <a:lnTo>
                    <a:pt x="9263" y="8633"/>
                  </a:lnTo>
                  <a:cubicBezTo>
                    <a:pt x="9263" y="7467"/>
                    <a:pt x="8381" y="6585"/>
                    <a:pt x="7278" y="6459"/>
                  </a:cubicBezTo>
                  <a:cubicBezTo>
                    <a:pt x="7657" y="5955"/>
                    <a:pt x="7846" y="5325"/>
                    <a:pt x="7846" y="4695"/>
                  </a:cubicBezTo>
                  <a:lnTo>
                    <a:pt x="7846" y="1765"/>
                  </a:lnTo>
                  <a:cubicBezTo>
                    <a:pt x="7846" y="788"/>
                    <a:pt x="7058" y="1"/>
                    <a:pt x="6081" y="1"/>
                  </a:cubicBezTo>
                  <a:cubicBezTo>
                    <a:pt x="5861" y="1"/>
                    <a:pt x="5703" y="158"/>
                    <a:pt x="5703" y="347"/>
                  </a:cubicBezTo>
                  <a:cubicBezTo>
                    <a:pt x="5703" y="536"/>
                    <a:pt x="5546" y="694"/>
                    <a:pt x="5357" y="694"/>
                  </a:cubicBezTo>
                  <a:lnTo>
                    <a:pt x="3939" y="694"/>
                  </a:lnTo>
                  <a:cubicBezTo>
                    <a:pt x="3750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10" name="Google Shape;11010;p66"/>
          <p:cNvSpPr/>
          <p:nvPr/>
        </p:nvSpPr>
        <p:spPr>
          <a:xfrm>
            <a:off x="4324435" y="2851728"/>
            <a:ext cx="472676" cy="472676"/>
          </a:xfrm>
          <a:custGeom>
            <a:rect l="l" t="t" r="r" b="b"/>
            <a:pathLst>
              <a:path w="12162" h="12162" extrusionOk="0">
                <a:moveTo>
                  <a:pt x="1072" y="3561"/>
                </a:moveTo>
                <a:cubicBezTo>
                  <a:pt x="1229" y="3561"/>
                  <a:pt x="1418" y="3813"/>
                  <a:pt x="1418" y="4254"/>
                </a:cubicBezTo>
                <a:cubicBezTo>
                  <a:pt x="1418" y="4695"/>
                  <a:pt x="1229" y="4979"/>
                  <a:pt x="1072" y="4979"/>
                </a:cubicBezTo>
                <a:cubicBezTo>
                  <a:pt x="914" y="4979"/>
                  <a:pt x="694" y="4695"/>
                  <a:pt x="694" y="4254"/>
                </a:cubicBezTo>
                <a:cubicBezTo>
                  <a:pt x="694" y="3813"/>
                  <a:pt x="914" y="3561"/>
                  <a:pt x="1072" y="3561"/>
                </a:cubicBezTo>
                <a:close/>
                <a:moveTo>
                  <a:pt x="4632" y="3561"/>
                </a:moveTo>
                <a:cubicBezTo>
                  <a:pt x="4821" y="3561"/>
                  <a:pt x="5010" y="3813"/>
                  <a:pt x="5010" y="4254"/>
                </a:cubicBezTo>
                <a:cubicBezTo>
                  <a:pt x="5010" y="4695"/>
                  <a:pt x="4758" y="4979"/>
                  <a:pt x="4632" y="4979"/>
                </a:cubicBezTo>
                <a:cubicBezTo>
                  <a:pt x="4474" y="4979"/>
                  <a:pt x="4285" y="4695"/>
                  <a:pt x="4285" y="4254"/>
                </a:cubicBezTo>
                <a:cubicBezTo>
                  <a:pt x="4285" y="3813"/>
                  <a:pt x="4474" y="3561"/>
                  <a:pt x="4632" y="3561"/>
                </a:cubicBezTo>
                <a:close/>
                <a:moveTo>
                  <a:pt x="2836" y="2080"/>
                </a:moveTo>
                <a:cubicBezTo>
                  <a:pt x="3466" y="2080"/>
                  <a:pt x="4065" y="2395"/>
                  <a:pt x="4443" y="2836"/>
                </a:cubicBezTo>
                <a:cubicBezTo>
                  <a:pt x="3939" y="2962"/>
                  <a:pt x="3529" y="3498"/>
                  <a:pt x="3529" y="4254"/>
                </a:cubicBezTo>
                <a:cubicBezTo>
                  <a:pt x="3529" y="4979"/>
                  <a:pt x="3939" y="5546"/>
                  <a:pt x="4443" y="5672"/>
                </a:cubicBezTo>
                <a:cubicBezTo>
                  <a:pt x="4065" y="6113"/>
                  <a:pt x="3466" y="6428"/>
                  <a:pt x="2836" y="6428"/>
                </a:cubicBezTo>
                <a:cubicBezTo>
                  <a:pt x="2206" y="6428"/>
                  <a:pt x="1607" y="6144"/>
                  <a:pt x="1229" y="5672"/>
                </a:cubicBezTo>
                <a:cubicBezTo>
                  <a:pt x="1733" y="5546"/>
                  <a:pt x="2143" y="5010"/>
                  <a:pt x="2143" y="4254"/>
                </a:cubicBezTo>
                <a:cubicBezTo>
                  <a:pt x="2143" y="3561"/>
                  <a:pt x="1733" y="2962"/>
                  <a:pt x="1229" y="2836"/>
                </a:cubicBezTo>
                <a:cubicBezTo>
                  <a:pt x="1607" y="2395"/>
                  <a:pt x="2206" y="2080"/>
                  <a:pt x="2836" y="2080"/>
                </a:cubicBezTo>
                <a:close/>
                <a:moveTo>
                  <a:pt x="11090" y="6459"/>
                </a:moveTo>
                <a:cubicBezTo>
                  <a:pt x="11311" y="6459"/>
                  <a:pt x="11468" y="6617"/>
                  <a:pt x="11468" y="6806"/>
                </a:cubicBezTo>
                <a:cubicBezTo>
                  <a:pt x="11468" y="7027"/>
                  <a:pt x="11311" y="7184"/>
                  <a:pt x="11090" y="7184"/>
                </a:cubicBezTo>
                <a:cubicBezTo>
                  <a:pt x="10901" y="7184"/>
                  <a:pt x="10744" y="7027"/>
                  <a:pt x="10744" y="6806"/>
                </a:cubicBezTo>
                <a:cubicBezTo>
                  <a:pt x="10744" y="6617"/>
                  <a:pt x="10901" y="6459"/>
                  <a:pt x="11090" y="6459"/>
                </a:cubicBezTo>
                <a:close/>
                <a:moveTo>
                  <a:pt x="4222" y="6774"/>
                </a:moveTo>
                <a:cubicBezTo>
                  <a:pt x="4254" y="6901"/>
                  <a:pt x="4285" y="7058"/>
                  <a:pt x="4285" y="7184"/>
                </a:cubicBezTo>
                <a:cubicBezTo>
                  <a:pt x="4285" y="7972"/>
                  <a:pt x="3655" y="8602"/>
                  <a:pt x="2868" y="8602"/>
                </a:cubicBezTo>
                <a:cubicBezTo>
                  <a:pt x="2080" y="8539"/>
                  <a:pt x="1418" y="7909"/>
                  <a:pt x="1418" y="7121"/>
                </a:cubicBezTo>
                <a:cubicBezTo>
                  <a:pt x="1418" y="7027"/>
                  <a:pt x="1418" y="6901"/>
                  <a:pt x="1450" y="6774"/>
                </a:cubicBezTo>
                <a:cubicBezTo>
                  <a:pt x="1859" y="7027"/>
                  <a:pt x="2332" y="7121"/>
                  <a:pt x="2836" y="7121"/>
                </a:cubicBezTo>
                <a:cubicBezTo>
                  <a:pt x="3340" y="7121"/>
                  <a:pt x="3813" y="7027"/>
                  <a:pt x="4222" y="6774"/>
                </a:cubicBezTo>
                <a:close/>
                <a:moveTo>
                  <a:pt x="10744" y="7877"/>
                </a:moveTo>
                <a:cubicBezTo>
                  <a:pt x="11153" y="7877"/>
                  <a:pt x="11468" y="8192"/>
                  <a:pt x="11468" y="8602"/>
                </a:cubicBezTo>
                <a:cubicBezTo>
                  <a:pt x="11468" y="8980"/>
                  <a:pt x="11153" y="9295"/>
                  <a:pt x="10744" y="9295"/>
                </a:cubicBezTo>
                <a:cubicBezTo>
                  <a:pt x="10618" y="8917"/>
                  <a:pt x="10397" y="8539"/>
                  <a:pt x="10114" y="8287"/>
                </a:cubicBezTo>
                <a:cubicBezTo>
                  <a:pt x="10240" y="8035"/>
                  <a:pt x="10492" y="7877"/>
                  <a:pt x="10744" y="7877"/>
                </a:cubicBezTo>
                <a:close/>
                <a:moveTo>
                  <a:pt x="8979" y="8539"/>
                </a:moveTo>
                <a:cubicBezTo>
                  <a:pt x="9578" y="8539"/>
                  <a:pt x="10051" y="9011"/>
                  <a:pt x="10051" y="9610"/>
                </a:cubicBezTo>
                <a:cubicBezTo>
                  <a:pt x="10051" y="10240"/>
                  <a:pt x="9578" y="10713"/>
                  <a:pt x="8979" y="10713"/>
                </a:cubicBezTo>
                <a:cubicBezTo>
                  <a:pt x="8822" y="10713"/>
                  <a:pt x="8664" y="10681"/>
                  <a:pt x="8538" y="10650"/>
                </a:cubicBezTo>
                <a:cubicBezTo>
                  <a:pt x="8570" y="10429"/>
                  <a:pt x="8633" y="10240"/>
                  <a:pt x="8633" y="10019"/>
                </a:cubicBezTo>
                <a:cubicBezTo>
                  <a:pt x="8633" y="9578"/>
                  <a:pt x="8507" y="9169"/>
                  <a:pt x="8255" y="8822"/>
                </a:cubicBezTo>
                <a:cubicBezTo>
                  <a:pt x="8475" y="8665"/>
                  <a:pt x="8696" y="8539"/>
                  <a:pt x="8979" y="8539"/>
                </a:cubicBezTo>
                <a:close/>
                <a:moveTo>
                  <a:pt x="4852" y="8003"/>
                </a:moveTo>
                <a:cubicBezTo>
                  <a:pt x="5356" y="8224"/>
                  <a:pt x="5734" y="8759"/>
                  <a:pt x="5734" y="9326"/>
                </a:cubicBezTo>
                <a:cubicBezTo>
                  <a:pt x="5734" y="10114"/>
                  <a:pt x="5104" y="10744"/>
                  <a:pt x="4317" y="10744"/>
                </a:cubicBezTo>
                <a:cubicBezTo>
                  <a:pt x="3529" y="10713"/>
                  <a:pt x="2868" y="10083"/>
                  <a:pt x="2868" y="9295"/>
                </a:cubicBezTo>
                <a:cubicBezTo>
                  <a:pt x="3781" y="9295"/>
                  <a:pt x="4537" y="8759"/>
                  <a:pt x="4852" y="8003"/>
                </a:cubicBezTo>
                <a:close/>
                <a:moveTo>
                  <a:pt x="6459" y="8633"/>
                </a:moveTo>
                <a:cubicBezTo>
                  <a:pt x="7247" y="8633"/>
                  <a:pt x="7877" y="9263"/>
                  <a:pt x="7877" y="10051"/>
                </a:cubicBezTo>
                <a:cubicBezTo>
                  <a:pt x="7877" y="10807"/>
                  <a:pt x="7247" y="11469"/>
                  <a:pt x="6459" y="11469"/>
                </a:cubicBezTo>
                <a:cubicBezTo>
                  <a:pt x="6113" y="11469"/>
                  <a:pt x="5734" y="11343"/>
                  <a:pt x="5514" y="11122"/>
                </a:cubicBezTo>
                <a:cubicBezTo>
                  <a:pt x="6113" y="10713"/>
                  <a:pt x="6459" y="10083"/>
                  <a:pt x="6459" y="9326"/>
                </a:cubicBezTo>
                <a:cubicBezTo>
                  <a:pt x="6459" y="9106"/>
                  <a:pt x="6428" y="8854"/>
                  <a:pt x="6333" y="8633"/>
                </a:cubicBezTo>
                <a:close/>
                <a:moveTo>
                  <a:pt x="1418" y="1"/>
                </a:moveTo>
                <a:cubicBezTo>
                  <a:pt x="631" y="1"/>
                  <a:pt x="1" y="631"/>
                  <a:pt x="1" y="1419"/>
                </a:cubicBezTo>
                <a:cubicBezTo>
                  <a:pt x="1" y="1891"/>
                  <a:pt x="221" y="2269"/>
                  <a:pt x="599" y="2553"/>
                </a:cubicBezTo>
                <a:cubicBezTo>
                  <a:pt x="221" y="3025"/>
                  <a:pt x="1" y="3624"/>
                  <a:pt x="1" y="4254"/>
                </a:cubicBezTo>
                <a:cubicBezTo>
                  <a:pt x="1" y="5042"/>
                  <a:pt x="316" y="5798"/>
                  <a:pt x="851" y="6302"/>
                </a:cubicBezTo>
                <a:cubicBezTo>
                  <a:pt x="757" y="6554"/>
                  <a:pt x="694" y="6806"/>
                  <a:pt x="694" y="7090"/>
                </a:cubicBezTo>
                <a:cubicBezTo>
                  <a:pt x="694" y="8035"/>
                  <a:pt x="1324" y="8822"/>
                  <a:pt x="2174" y="9137"/>
                </a:cubicBezTo>
                <a:lnTo>
                  <a:pt x="2174" y="9263"/>
                </a:lnTo>
                <a:cubicBezTo>
                  <a:pt x="2174" y="10429"/>
                  <a:pt x="3151" y="11437"/>
                  <a:pt x="4317" y="11437"/>
                </a:cubicBezTo>
                <a:cubicBezTo>
                  <a:pt x="4474" y="11437"/>
                  <a:pt x="4695" y="11374"/>
                  <a:pt x="4852" y="11374"/>
                </a:cubicBezTo>
                <a:cubicBezTo>
                  <a:pt x="5230" y="11847"/>
                  <a:pt x="5829" y="12162"/>
                  <a:pt x="6491" y="12162"/>
                </a:cubicBezTo>
                <a:cubicBezTo>
                  <a:pt x="7215" y="12162"/>
                  <a:pt x="7845" y="11815"/>
                  <a:pt x="8223" y="11311"/>
                </a:cubicBezTo>
                <a:cubicBezTo>
                  <a:pt x="8475" y="11437"/>
                  <a:pt x="8727" y="11469"/>
                  <a:pt x="8979" y="11469"/>
                </a:cubicBezTo>
                <a:cubicBezTo>
                  <a:pt x="9830" y="11469"/>
                  <a:pt x="10555" y="10839"/>
                  <a:pt x="10712" y="10051"/>
                </a:cubicBezTo>
                <a:lnTo>
                  <a:pt x="10744" y="10051"/>
                </a:lnTo>
                <a:cubicBezTo>
                  <a:pt x="11531" y="10051"/>
                  <a:pt x="12161" y="9421"/>
                  <a:pt x="12161" y="8633"/>
                </a:cubicBezTo>
                <a:cubicBezTo>
                  <a:pt x="12161" y="8287"/>
                  <a:pt x="12004" y="7909"/>
                  <a:pt x="11783" y="7657"/>
                </a:cubicBezTo>
                <a:cubicBezTo>
                  <a:pt x="12004" y="7436"/>
                  <a:pt x="12161" y="7121"/>
                  <a:pt x="12161" y="6806"/>
                </a:cubicBezTo>
                <a:cubicBezTo>
                  <a:pt x="12161" y="6239"/>
                  <a:pt x="11689" y="5766"/>
                  <a:pt x="11090" y="5766"/>
                </a:cubicBezTo>
                <a:cubicBezTo>
                  <a:pt x="10523" y="5766"/>
                  <a:pt x="10051" y="6239"/>
                  <a:pt x="10051" y="6806"/>
                </a:cubicBezTo>
                <a:cubicBezTo>
                  <a:pt x="10051" y="6964"/>
                  <a:pt x="10082" y="7184"/>
                  <a:pt x="10145" y="7279"/>
                </a:cubicBezTo>
                <a:cubicBezTo>
                  <a:pt x="10051" y="7342"/>
                  <a:pt x="9925" y="7405"/>
                  <a:pt x="9799" y="7531"/>
                </a:cubicBezTo>
                <a:cubicBezTo>
                  <a:pt x="9641" y="7657"/>
                  <a:pt x="9515" y="7783"/>
                  <a:pt x="9452" y="7940"/>
                </a:cubicBezTo>
                <a:cubicBezTo>
                  <a:pt x="9295" y="7909"/>
                  <a:pt x="9137" y="7877"/>
                  <a:pt x="8948" y="7877"/>
                </a:cubicBezTo>
                <a:cubicBezTo>
                  <a:pt x="8507" y="7877"/>
                  <a:pt x="8066" y="8035"/>
                  <a:pt x="7751" y="8318"/>
                </a:cubicBezTo>
                <a:cubicBezTo>
                  <a:pt x="7404" y="8035"/>
                  <a:pt x="6932" y="7877"/>
                  <a:pt x="6459" y="7877"/>
                </a:cubicBezTo>
                <a:cubicBezTo>
                  <a:pt x="6302" y="7877"/>
                  <a:pt x="6113" y="7909"/>
                  <a:pt x="5955" y="7909"/>
                </a:cubicBezTo>
                <a:cubicBezTo>
                  <a:pt x="5703" y="7594"/>
                  <a:pt x="5356" y="7373"/>
                  <a:pt x="5010" y="7247"/>
                </a:cubicBezTo>
                <a:lnTo>
                  <a:pt x="5010" y="7121"/>
                </a:lnTo>
                <a:cubicBezTo>
                  <a:pt x="5010" y="6869"/>
                  <a:pt x="4915" y="6585"/>
                  <a:pt x="4789" y="6302"/>
                </a:cubicBezTo>
                <a:cubicBezTo>
                  <a:pt x="5356" y="5798"/>
                  <a:pt x="5671" y="5042"/>
                  <a:pt x="5671" y="4254"/>
                </a:cubicBezTo>
                <a:cubicBezTo>
                  <a:pt x="5671" y="3624"/>
                  <a:pt x="5482" y="3025"/>
                  <a:pt x="5073" y="2553"/>
                </a:cubicBezTo>
                <a:cubicBezTo>
                  <a:pt x="5419" y="2301"/>
                  <a:pt x="5671" y="1891"/>
                  <a:pt x="5671" y="1419"/>
                </a:cubicBezTo>
                <a:cubicBezTo>
                  <a:pt x="5671" y="631"/>
                  <a:pt x="5041" y="1"/>
                  <a:pt x="4254" y="1"/>
                </a:cubicBezTo>
                <a:cubicBezTo>
                  <a:pt x="4065" y="1"/>
                  <a:pt x="3907" y="158"/>
                  <a:pt x="3907" y="348"/>
                </a:cubicBezTo>
                <a:cubicBezTo>
                  <a:pt x="3907" y="568"/>
                  <a:pt x="4065" y="726"/>
                  <a:pt x="4254" y="726"/>
                </a:cubicBezTo>
                <a:cubicBezTo>
                  <a:pt x="4632" y="726"/>
                  <a:pt x="4947" y="1041"/>
                  <a:pt x="4947" y="1419"/>
                </a:cubicBezTo>
                <a:cubicBezTo>
                  <a:pt x="4947" y="1702"/>
                  <a:pt x="4789" y="1923"/>
                  <a:pt x="4600" y="2049"/>
                </a:cubicBezTo>
                <a:cubicBezTo>
                  <a:pt x="4128" y="1671"/>
                  <a:pt x="3498" y="1419"/>
                  <a:pt x="2836" y="1419"/>
                </a:cubicBezTo>
                <a:cubicBezTo>
                  <a:pt x="2174" y="1419"/>
                  <a:pt x="1544" y="1671"/>
                  <a:pt x="1072" y="2049"/>
                </a:cubicBezTo>
                <a:cubicBezTo>
                  <a:pt x="820" y="1923"/>
                  <a:pt x="694" y="1702"/>
                  <a:pt x="694" y="1419"/>
                </a:cubicBezTo>
                <a:cubicBezTo>
                  <a:pt x="694" y="1041"/>
                  <a:pt x="1009" y="726"/>
                  <a:pt x="1418" y="726"/>
                </a:cubicBezTo>
                <a:cubicBezTo>
                  <a:pt x="1607" y="726"/>
                  <a:pt x="1765" y="568"/>
                  <a:pt x="1765" y="348"/>
                </a:cubicBezTo>
                <a:cubicBezTo>
                  <a:pt x="1765" y="158"/>
                  <a:pt x="1607" y="1"/>
                  <a:pt x="141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11" name="Google Shape;11011;p66"/>
          <p:cNvSpPr/>
          <p:nvPr/>
        </p:nvSpPr>
        <p:spPr>
          <a:xfrm>
            <a:off x="7288844" y="1688478"/>
            <a:ext cx="415117" cy="473881"/>
          </a:xfrm>
          <a:custGeom>
            <a:rect l="l" t="t" r="r" b="b"/>
            <a:pathLst>
              <a:path w="10681" h="12193" extrusionOk="0">
                <a:moveTo>
                  <a:pt x="8475" y="693"/>
                </a:moveTo>
                <a:cubicBezTo>
                  <a:pt x="8318" y="1513"/>
                  <a:pt x="7562" y="2111"/>
                  <a:pt x="6742" y="2111"/>
                </a:cubicBezTo>
                <a:cubicBezTo>
                  <a:pt x="6333" y="2111"/>
                  <a:pt x="5986" y="2237"/>
                  <a:pt x="5671" y="2426"/>
                </a:cubicBezTo>
                <a:lnTo>
                  <a:pt x="5671" y="1765"/>
                </a:lnTo>
                <a:cubicBezTo>
                  <a:pt x="5671" y="1166"/>
                  <a:pt x="6144" y="693"/>
                  <a:pt x="6742" y="693"/>
                </a:cubicBezTo>
                <a:close/>
                <a:moveTo>
                  <a:pt x="7089" y="4285"/>
                </a:moveTo>
                <a:cubicBezTo>
                  <a:pt x="8853" y="4285"/>
                  <a:pt x="9924" y="5356"/>
                  <a:pt x="9924" y="7120"/>
                </a:cubicBezTo>
                <a:cubicBezTo>
                  <a:pt x="9956" y="8129"/>
                  <a:pt x="9609" y="9231"/>
                  <a:pt x="9074" y="10082"/>
                </a:cubicBezTo>
                <a:cubicBezTo>
                  <a:pt x="8507" y="10933"/>
                  <a:pt x="7814" y="11405"/>
                  <a:pt x="7089" y="11405"/>
                </a:cubicBezTo>
                <a:cubicBezTo>
                  <a:pt x="6931" y="11405"/>
                  <a:pt x="6774" y="11374"/>
                  <a:pt x="6648" y="11342"/>
                </a:cubicBezTo>
                <a:cubicBezTo>
                  <a:pt x="6238" y="11216"/>
                  <a:pt x="5766" y="11122"/>
                  <a:pt x="5325" y="11122"/>
                </a:cubicBezTo>
                <a:cubicBezTo>
                  <a:pt x="4884" y="11122"/>
                  <a:pt x="4411" y="11216"/>
                  <a:pt x="3970" y="11342"/>
                </a:cubicBezTo>
                <a:cubicBezTo>
                  <a:pt x="3812" y="11374"/>
                  <a:pt x="3655" y="11405"/>
                  <a:pt x="3560" y="11405"/>
                </a:cubicBezTo>
                <a:cubicBezTo>
                  <a:pt x="2836" y="11405"/>
                  <a:pt x="2143" y="10901"/>
                  <a:pt x="1576" y="10082"/>
                </a:cubicBezTo>
                <a:cubicBezTo>
                  <a:pt x="1040" y="9200"/>
                  <a:pt x="725" y="8097"/>
                  <a:pt x="725" y="7120"/>
                </a:cubicBezTo>
                <a:cubicBezTo>
                  <a:pt x="725" y="5356"/>
                  <a:pt x="1765" y="4285"/>
                  <a:pt x="3560" y="4285"/>
                </a:cubicBezTo>
                <a:cubicBezTo>
                  <a:pt x="3970" y="4285"/>
                  <a:pt x="4380" y="4348"/>
                  <a:pt x="4726" y="4474"/>
                </a:cubicBezTo>
                <a:cubicBezTo>
                  <a:pt x="4821" y="4506"/>
                  <a:pt x="4884" y="4506"/>
                  <a:pt x="4978" y="4569"/>
                </a:cubicBezTo>
                <a:lnTo>
                  <a:pt x="4978" y="5293"/>
                </a:lnTo>
                <a:cubicBezTo>
                  <a:pt x="4663" y="5262"/>
                  <a:pt x="4348" y="5199"/>
                  <a:pt x="4065" y="5041"/>
                </a:cubicBezTo>
                <a:cubicBezTo>
                  <a:pt x="4021" y="5015"/>
                  <a:pt x="3971" y="5003"/>
                  <a:pt x="3919" y="5003"/>
                </a:cubicBezTo>
                <a:cubicBezTo>
                  <a:pt x="3783" y="5003"/>
                  <a:pt x="3638" y="5084"/>
                  <a:pt x="3592" y="5199"/>
                </a:cubicBezTo>
                <a:cubicBezTo>
                  <a:pt x="3497" y="5356"/>
                  <a:pt x="3592" y="5577"/>
                  <a:pt x="3749" y="5671"/>
                </a:cubicBezTo>
                <a:cubicBezTo>
                  <a:pt x="4254" y="5892"/>
                  <a:pt x="4758" y="6018"/>
                  <a:pt x="5325" y="6018"/>
                </a:cubicBezTo>
                <a:cubicBezTo>
                  <a:pt x="5860" y="6018"/>
                  <a:pt x="6427" y="5892"/>
                  <a:pt x="6900" y="5671"/>
                </a:cubicBezTo>
                <a:cubicBezTo>
                  <a:pt x="7057" y="5577"/>
                  <a:pt x="7120" y="5356"/>
                  <a:pt x="7057" y="5199"/>
                </a:cubicBezTo>
                <a:cubicBezTo>
                  <a:pt x="6989" y="5084"/>
                  <a:pt x="6854" y="5003"/>
                  <a:pt x="6725" y="5003"/>
                </a:cubicBezTo>
                <a:cubicBezTo>
                  <a:pt x="6676" y="5003"/>
                  <a:pt x="6628" y="5015"/>
                  <a:pt x="6585" y="5041"/>
                </a:cubicBezTo>
                <a:cubicBezTo>
                  <a:pt x="6301" y="5199"/>
                  <a:pt x="5986" y="5262"/>
                  <a:pt x="5671" y="5293"/>
                </a:cubicBezTo>
                <a:lnTo>
                  <a:pt x="5671" y="4569"/>
                </a:lnTo>
                <a:cubicBezTo>
                  <a:pt x="5766" y="4569"/>
                  <a:pt x="5829" y="4506"/>
                  <a:pt x="5923" y="4474"/>
                </a:cubicBezTo>
                <a:cubicBezTo>
                  <a:pt x="6270" y="4348"/>
                  <a:pt x="6648" y="4285"/>
                  <a:pt x="7089" y="4285"/>
                </a:cubicBezTo>
                <a:close/>
                <a:moveTo>
                  <a:pt x="6774" y="0"/>
                </a:moveTo>
                <a:cubicBezTo>
                  <a:pt x="5797" y="0"/>
                  <a:pt x="5010" y="788"/>
                  <a:pt x="5010" y="1765"/>
                </a:cubicBezTo>
                <a:cubicBezTo>
                  <a:pt x="4695" y="1513"/>
                  <a:pt x="4348" y="1418"/>
                  <a:pt x="3938" y="1418"/>
                </a:cubicBezTo>
                <a:cubicBezTo>
                  <a:pt x="3749" y="1418"/>
                  <a:pt x="3592" y="1576"/>
                  <a:pt x="3592" y="1765"/>
                </a:cubicBezTo>
                <a:cubicBezTo>
                  <a:pt x="3592" y="1954"/>
                  <a:pt x="3749" y="2111"/>
                  <a:pt x="3938" y="2111"/>
                </a:cubicBezTo>
                <a:cubicBezTo>
                  <a:pt x="4537" y="2111"/>
                  <a:pt x="5010" y="2584"/>
                  <a:pt x="5010" y="3182"/>
                </a:cubicBezTo>
                <a:lnTo>
                  <a:pt x="5010" y="3812"/>
                </a:lnTo>
                <a:cubicBezTo>
                  <a:pt x="4569" y="3655"/>
                  <a:pt x="4096" y="3560"/>
                  <a:pt x="3592" y="3560"/>
                </a:cubicBezTo>
                <a:cubicBezTo>
                  <a:pt x="1513" y="3560"/>
                  <a:pt x="0" y="4884"/>
                  <a:pt x="0" y="7152"/>
                </a:cubicBezTo>
                <a:cubicBezTo>
                  <a:pt x="0" y="8286"/>
                  <a:pt x="347" y="9515"/>
                  <a:pt x="977" y="10491"/>
                </a:cubicBezTo>
                <a:cubicBezTo>
                  <a:pt x="1702" y="11594"/>
                  <a:pt x="2615" y="12193"/>
                  <a:pt x="3560" y="12193"/>
                </a:cubicBezTo>
                <a:cubicBezTo>
                  <a:pt x="3781" y="12193"/>
                  <a:pt x="3970" y="12161"/>
                  <a:pt x="4222" y="12130"/>
                </a:cubicBezTo>
                <a:cubicBezTo>
                  <a:pt x="4600" y="12004"/>
                  <a:pt x="4970" y="11941"/>
                  <a:pt x="5340" y="11941"/>
                </a:cubicBezTo>
                <a:cubicBezTo>
                  <a:pt x="5711" y="11941"/>
                  <a:pt x="6081" y="12004"/>
                  <a:pt x="6459" y="12130"/>
                </a:cubicBezTo>
                <a:cubicBezTo>
                  <a:pt x="6648" y="12193"/>
                  <a:pt x="6900" y="12193"/>
                  <a:pt x="7152" y="12193"/>
                </a:cubicBezTo>
                <a:cubicBezTo>
                  <a:pt x="8097" y="12193"/>
                  <a:pt x="8979" y="11594"/>
                  <a:pt x="9704" y="10491"/>
                </a:cubicBezTo>
                <a:cubicBezTo>
                  <a:pt x="10334" y="9546"/>
                  <a:pt x="10681" y="8286"/>
                  <a:pt x="10681" y="7152"/>
                </a:cubicBezTo>
                <a:cubicBezTo>
                  <a:pt x="10681" y="4884"/>
                  <a:pt x="9168" y="3560"/>
                  <a:pt x="7089" y="3560"/>
                </a:cubicBezTo>
                <a:cubicBezTo>
                  <a:pt x="6585" y="3560"/>
                  <a:pt x="6112" y="3655"/>
                  <a:pt x="5671" y="3812"/>
                </a:cubicBezTo>
                <a:lnTo>
                  <a:pt x="5671" y="3340"/>
                </a:lnTo>
                <a:lnTo>
                  <a:pt x="5797" y="3214"/>
                </a:lnTo>
                <a:cubicBezTo>
                  <a:pt x="6081" y="2930"/>
                  <a:pt x="6396" y="2836"/>
                  <a:pt x="6774" y="2836"/>
                </a:cubicBezTo>
                <a:cubicBezTo>
                  <a:pt x="8160" y="2836"/>
                  <a:pt x="9263" y="1733"/>
                  <a:pt x="9263" y="347"/>
                </a:cubicBezTo>
                <a:cubicBezTo>
                  <a:pt x="9263" y="158"/>
                  <a:pt x="9105" y="0"/>
                  <a:pt x="89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012" name="Google Shape;11012;p66"/>
          <p:cNvGrpSpPr/>
          <p:nvPr/>
        </p:nvGrpSpPr>
        <p:grpSpPr>
          <a:xfrm>
            <a:off x="7260501" y="2289051"/>
            <a:ext cx="473881" cy="444499"/>
            <a:chOff x="-17190425" y="2435725"/>
            <a:chExt cx="304825" cy="285925"/>
          </a:xfrm>
        </p:grpSpPr>
        <p:sp>
          <p:nvSpPr>
            <p:cNvPr id="11013" name="Google Shape;11013;p66"/>
            <p:cNvSpPr/>
            <p:nvPr/>
          </p:nvSpPr>
          <p:spPr>
            <a:xfrm>
              <a:off x="-16994325" y="25964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9" y="0"/>
                    <a:pt x="1" y="158"/>
                    <a:pt x="1" y="347"/>
                  </a:cubicBezTo>
                  <a:cubicBezTo>
                    <a:pt x="1" y="536"/>
                    <a:pt x="159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14" name="Google Shape;11014;p66"/>
            <p:cNvSpPr/>
            <p:nvPr/>
          </p:nvSpPr>
          <p:spPr>
            <a:xfrm>
              <a:off x="-17100651" y="25964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15" name="Google Shape;11015;p66"/>
            <p:cNvSpPr/>
            <p:nvPr/>
          </p:nvSpPr>
          <p:spPr>
            <a:xfrm>
              <a:off x="-17190425" y="2435725"/>
              <a:ext cx="304825" cy="285925"/>
            </a:xfrm>
            <a:custGeom>
              <a:rect l="l" t="t" r="r" b="b"/>
              <a:pathLst>
                <a:path w="12193" h="11437" extrusionOk="0">
                  <a:moveTo>
                    <a:pt x="2111" y="725"/>
                  </a:moveTo>
                  <a:cubicBezTo>
                    <a:pt x="2836" y="725"/>
                    <a:pt x="3434" y="1292"/>
                    <a:pt x="3529" y="2016"/>
                  </a:cubicBezTo>
                  <a:cubicBezTo>
                    <a:pt x="2804" y="2363"/>
                    <a:pt x="2174" y="2867"/>
                    <a:pt x="1702" y="3497"/>
                  </a:cubicBezTo>
                  <a:cubicBezTo>
                    <a:pt x="1103" y="3308"/>
                    <a:pt x="693" y="2773"/>
                    <a:pt x="693" y="2143"/>
                  </a:cubicBezTo>
                  <a:cubicBezTo>
                    <a:pt x="693" y="1355"/>
                    <a:pt x="1323" y="725"/>
                    <a:pt x="2111" y="725"/>
                  </a:cubicBezTo>
                  <a:close/>
                  <a:moveTo>
                    <a:pt x="10019" y="693"/>
                  </a:moveTo>
                  <a:cubicBezTo>
                    <a:pt x="10806" y="693"/>
                    <a:pt x="11437" y="1323"/>
                    <a:pt x="11437" y="2111"/>
                  </a:cubicBezTo>
                  <a:cubicBezTo>
                    <a:pt x="11437" y="2773"/>
                    <a:pt x="11027" y="3308"/>
                    <a:pt x="10397" y="3497"/>
                  </a:cubicBezTo>
                  <a:cubicBezTo>
                    <a:pt x="9924" y="2867"/>
                    <a:pt x="9294" y="2363"/>
                    <a:pt x="8601" y="2016"/>
                  </a:cubicBezTo>
                  <a:cubicBezTo>
                    <a:pt x="8696" y="1260"/>
                    <a:pt x="9263" y="693"/>
                    <a:pt x="10019" y="693"/>
                  </a:cubicBezTo>
                  <a:close/>
                  <a:moveTo>
                    <a:pt x="7959" y="4997"/>
                  </a:moveTo>
                  <a:cubicBezTo>
                    <a:pt x="8453" y="4997"/>
                    <a:pt x="8961" y="5407"/>
                    <a:pt x="9200" y="6018"/>
                  </a:cubicBezTo>
                  <a:cubicBezTo>
                    <a:pt x="9452" y="6774"/>
                    <a:pt x="9231" y="7530"/>
                    <a:pt x="8664" y="7719"/>
                  </a:cubicBezTo>
                  <a:cubicBezTo>
                    <a:pt x="8555" y="7741"/>
                    <a:pt x="8447" y="7777"/>
                    <a:pt x="8338" y="7777"/>
                  </a:cubicBezTo>
                  <a:cubicBezTo>
                    <a:pt x="8289" y="7777"/>
                    <a:pt x="8240" y="7770"/>
                    <a:pt x="8192" y="7750"/>
                  </a:cubicBezTo>
                  <a:cubicBezTo>
                    <a:pt x="8003" y="7372"/>
                    <a:pt x="7624" y="6900"/>
                    <a:pt x="7183" y="6711"/>
                  </a:cubicBezTo>
                  <a:cubicBezTo>
                    <a:pt x="6900" y="5955"/>
                    <a:pt x="7152" y="5230"/>
                    <a:pt x="7687" y="5041"/>
                  </a:cubicBezTo>
                  <a:cubicBezTo>
                    <a:pt x="7776" y="5011"/>
                    <a:pt x="7868" y="4997"/>
                    <a:pt x="7959" y="4997"/>
                  </a:cubicBezTo>
                  <a:close/>
                  <a:moveTo>
                    <a:pt x="4107" y="4995"/>
                  </a:moveTo>
                  <a:cubicBezTo>
                    <a:pt x="4200" y="4995"/>
                    <a:pt x="4292" y="5010"/>
                    <a:pt x="4379" y="5041"/>
                  </a:cubicBezTo>
                  <a:cubicBezTo>
                    <a:pt x="4947" y="5230"/>
                    <a:pt x="5167" y="6081"/>
                    <a:pt x="4852" y="6805"/>
                  </a:cubicBezTo>
                  <a:cubicBezTo>
                    <a:pt x="4568" y="7026"/>
                    <a:pt x="4222" y="7404"/>
                    <a:pt x="4064" y="7687"/>
                  </a:cubicBezTo>
                  <a:cubicBezTo>
                    <a:pt x="3946" y="7755"/>
                    <a:pt x="3819" y="7786"/>
                    <a:pt x="3697" y="7786"/>
                  </a:cubicBezTo>
                  <a:cubicBezTo>
                    <a:pt x="3592" y="7786"/>
                    <a:pt x="3491" y="7763"/>
                    <a:pt x="3403" y="7719"/>
                  </a:cubicBezTo>
                  <a:cubicBezTo>
                    <a:pt x="2836" y="7530"/>
                    <a:pt x="2615" y="6742"/>
                    <a:pt x="2899" y="6018"/>
                  </a:cubicBezTo>
                  <a:cubicBezTo>
                    <a:pt x="3110" y="5385"/>
                    <a:pt x="3629" y="4995"/>
                    <a:pt x="4107" y="4995"/>
                  </a:cubicBezTo>
                  <a:close/>
                  <a:moveTo>
                    <a:pt x="6081" y="8538"/>
                  </a:moveTo>
                  <a:cubicBezTo>
                    <a:pt x="6207" y="8538"/>
                    <a:pt x="6364" y="8632"/>
                    <a:pt x="6396" y="8790"/>
                  </a:cubicBezTo>
                  <a:lnTo>
                    <a:pt x="6081" y="9105"/>
                  </a:lnTo>
                  <a:lnTo>
                    <a:pt x="5766" y="8790"/>
                  </a:lnTo>
                  <a:cubicBezTo>
                    <a:pt x="5797" y="8664"/>
                    <a:pt x="5955" y="8538"/>
                    <a:pt x="6081" y="8538"/>
                  </a:cubicBezTo>
                  <a:close/>
                  <a:moveTo>
                    <a:pt x="6144" y="2111"/>
                  </a:moveTo>
                  <a:cubicBezTo>
                    <a:pt x="8727" y="2111"/>
                    <a:pt x="10806" y="4064"/>
                    <a:pt x="10806" y="6427"/>
                  </a:cubicBezTo>
                  <a:cubicBezTo>
                    <a:pt x="10712" y="7908"/>
                    <a:pt x="9893" y="9263"/>
                    <a:pt x="8570" y="10050"/>
                  </a:cubicBezTo>
                  <a:cubicBezTo>
                    <a:pt x="8570" y="9924"/>
                    <a:pt x="8601" y="9767"/>
                    <a:pt x="8601" y="9609"/>
                  </a:cubicBezTo>
                  <a:cubicBezTo>
                    <a:pt x="8601" y="9168"/>
                    <a:pt x="8570" y="8790"/>
                    <a:pt x="8475" y="8475"/>
                  </a:cubicBezTo>
                  <a:cubicBezTo>
                    <a:pt x="8633" y="8475"/>
                    <a:pt x="8790" y="8443"/>
                    <a:pt x="8916" y="8380"/>
                  </a:cubicBezTo>
                  <a:cubicBezTo>
                    <a:pt x="9861" y="8034"/>
                    <a:pt x="10239" y="6868"/>
                    <a:pt x="9861" y="5766"/>
                  </a:cubicBezTo>
                  <a:cubicBezTo>
                    <a:pt x="9523" y="4855"/>
                    <a:pt x="8755" y="4267"/>
                    <a:pt x="7966" y="4267"/>
                  </a:cubicBezTo>
                  <a:cubicBezTo>
                    <a:pt x="7799" y="4267"/>
                    <a:pt x="7632" y="4293"/>
                    <a:pt x="7467" y="4348"/>
                  </a:cubicBezTo>
                  <a:cubicBezTo>
                    <a:pt x="6679" y="4600"/>
                    <a:pt x="6270" y="5514"/>
                    <a:pt x="6396" y="6396"/>
                  </a:cubicBezTo>
                  <a:cubicBezTo>
                    <a:pt x="6337" y="6376"/>
                    <a:pt x="6272" y="6369"/>
                    <a:pt x="6205" y="6369"/>
                  </a:cubicBezTo>
                  <a:cubicBezTo>
                    <a:pt x="6053" y="6369"/>
                    <a:pt x="5886" y="6405"/>
                    <a:pt x="5734" y="6427"/>
                  </a:cubicBezTo>
                  <a:cubicBezTo>
                    <a:pt x="5829" y="5514"/>
                    <a:pt x="5451" y="4600"/>
                    <a:pt x="4663" y="4348"/>
                  </a:cubicBezTo>
                  <a:cubicBezTo>
                    <a:pt x="4486" y="4277"/>
                    <a:pt x="4304" y="4244"/>
                    <a:pt x="4124" y="4244"/>
                  </a:cubicBezTo>
                  <a:cubicBezTo>
                    <a:pt x="3341" y="4244"/>
                    <a:pt x="2576" y="4869"/>
                    <a:pt x="2269" y="5766"/>
                  </a:cubicBezTo>
                  <a:cubicBezTo>
                    <a:pt x="1859" y="6868"/>
                    <a:pt x="2269" y="8034"/>
                    <a:pt x="3214" y="8380"/>
                  </a:cubicBezTo>
                  <a:cubicBezTo>
                    <a:pt x="3371" y="8475"/>
                    <a:pt x="3560" y="8475"/>
                    <a:pt x="3718" y="8475"/>
                  </a:cubicBezTo>
                  <a:lnTo>
                    <a:pt x="3749" y="8475"/>
                  </a:lnTo>
                  <a:cubicBezTo>
                    <a:pt x="3686" y="8790"/>
                    <a:pt x="3623" y="9137"/>
                    <a:pt x="3623" y="9609"/>
                  </a:cubicBezTo>
                  <a:cubicBezTo>
                    <a:pt x="3623" y="9767"/>
                    <a:pt x="3623" y="9893"/>
                    <a:pt x="3686" y="10050"/>
                  </a:cubicBezTo>
                  <a:cubicBezTo>
                    <a:pt x="2332" y="9263"/>
                    <a:pt x="1512" y="7908"/>
                    <a:pt x="1512" y="6427"/>
                  </a:cubicBezTo>
                  <a:cubicBezTo>
                    <a:pt x="1512" y="4064"/>
                    <a:pt x="3592" y="2111"/>
                    <a:pt x="6144" y="2111"/>
                  </a:cubicBezTo>
                  <a:close/>
                  <a:moveTo>
                    <a:pt x="6127" y="7151"/>
                  </a:moveTo>
                  <a:cubicBezTo>
                    <a:pt x="6481" y="7151"/>
                    <a:pt x="6828" y="7269"/>
                    <a:pt x="7057" y="7498"/>
                  </a:cubicBezTo>
                  <a:cubicBezTo>
                    <a:pt x="7656" y="8065"/>
                    <a:pt x="7845" y="8601"/>
                    <a:pt x="7845" y="9609"/>
                  </a:cubicBezTo>
                  <a:cubicBezTo>
                    <a:pt x="7845" y="10050"/>
                    <a:pt x="7782" y="10334"/>
                    <a:pt x="7624" y="10491"/>
                  </a:cubicBezTo>
                  <a:cubicBezTo>
                    <a:pt x="7451" y="10640"/>
                    <a:pt x="7123" y="10691"/>
                    <a:pt x="6746" y="10691"/>
                  </a:cubicBezTo>
                  <a:cubicBezTo>
                    <a:pt x="6643" y="10691"/>
                    <a:pt x="6536" y="10687"/>
                    <a:pt x="6427" y="10680"/>
                  </a:cubicBezTo>
                  <a:lnTo>
                    <a:pt x="6427" y="9767"/>
                  </a:lnTo>
                  <a:lnTo>
                    <a:pt x="7026" y="9168"/>
                  </a:lnTo>
                  <a:cubicBezTo>
                    <a:pt x="7089" y="9105"/>
                    <a:pt x="7152" y="9011"/>
                    <a:pt x="7152" y="8948"/>
                  </a:cubicBezTo>
                  <a:cubicBezTo>
                    <a:pt x="7152" y="8349"/>
                    <a:pt x="6679" y="7876"/>
                    <a:pt x="6081" y="7876"/>
                  </a:cubicBezTo>
                  <a:cubicBezTo>
                    <a:pt x="5482" y="7876"/>
                    <a:pt x="5010" y="8349"/>
                    <a:pt x="5010" y="8948"/>
                  </a:cubicBezTo>
                  <a:cubicBezTo>
                    <a:pt x="5010" y="9011"/>
                    <a:pt x="5041" y="9137"/>
                    <a:pt x="5136" y="9168"/>
                  </a:cubicBezTo>
                  <a:lnTo>
                    <a:pt x="5734" y="9767"/>
                  </a:lnTo>
                  <a:lnTo>
                    <a:pt x="5734" y="10680"/>
                  </a:lnTo>
                  <a:lnTo>
                    <a:pt x="5356" y="10680"/>
                  </a:lnTo>
                  <a:cubicBezTo>
                    <a:pt x="4631" y="10680"/>
                    <a:pt x="4316" y="10554"/>
                    <a:pt x="4316" y="9609"/>
                  </a:cubicBezTo>
                  <a:cubicBezTo>
                    <a:pt x="4316" y="8601"/>
                    <a:pt x="4537" y="8160"/>
                    <a:pt x="5104" y="7561"/>
                  </a:cubicBezTo>
                  <a:cubicBezTo>
                    <a:pt x="5364" y="7285"/>
                    <a:pt x="5750" y="7151"/>
                    <a:pt x="6127" y="7151"/>
                  </a:cubicBezTo>
                  <a:close/>
                  <a:moveTo>
                    <a:pt x="2143" y="0"/>
                  </a:moveTo>
                  <a:cubicBezTo>
                    <a:pt x="945" y="0"/>
                    <a:pt x="0" y="945"/>
                    <a:pt x="0" y="2143"/>
                  </a:cubicBezTo>
                  <a:cubicBezTo>
                    <a:pt x="0" y="2647"/>
                    <a:pt x="221" y="3151"/>
                    <a:pt x="536" y="3560"/>
                  </a:cubicBezTo>
                  <a:cubicBezTo>
                    <a:pt x="756" y="3812"/>
                    <a:pt x="1040" y="4001"/>
                    <a:pt x="1355" y="4127"/>
                  </a:cubicBezTo>
                  <a:cubicBezTo>
                    <a:pt x="945" y="4852"/>
                    <a:pt x="756" y="5640"/>
                    <a:pt x="756" y="6427"/>
                  </a:cubicBezTo>
                  <a:cubicBezTo>
                    <a:pt x="756" y="8506"/>
                    <a:pt x="2143" y="10334"/>
                    <a:pt x="4096" y="11058"/>
                  </a:cubicBezTo>
                  <a:cubicBezTo>
                    <a:pt x="4474" y="11373"/>
                    <a:pt x="4947" y="11436"/>
                    <a:pt x="5356" y="11436"/>
                  </a:cubicBezTo>
                  <a:lnTo>
                    <a:pt x="6364" y="11436"/>
                  </a:lnTo>
                  <a:cubicBezTo>
                    <a:pt x="7026" y="11436"/>
                    <a:pt x="7656" y="11436"/>
                    <a:pt x="8097" y="11058"/>
                  </a:cubicBezTo>
                  <a:cubicBezTo>
                    <a:pt x="10050" y="10334"/>
                    <a:pt x="11437" y="8506"/>
                    <a:pt x="11437" y="6427"/>
                  </a:cubicBezTo>
                  <a:cubicBezTo>
                    <a:pt x="11437" y="5608"/>
                    <a:pt x="11248" y="4820"/>
                    <a:pt x="10838" y="4127"/>
                  </a:cubicBezTo>
                  <a:cubicBezTo>
                    <a:pt x="11153" y="4001"/>
                    <a:pt x="11437" y="3812"/>
                    <a:pt x="11657" y="3560"/>
                  </a:cubicBezTo>
                  <a:cubicBezTo>
                    <a:pt x="12035" y="3151"/>
                    <a:pt x="12193" y="2647"/>
                    <a:pt x="12193" y="2143"/>
                  </a:cubicBezTo>
                  <a:cubicBezTo>
                    <a:pt x="12193" y="945"/>
                    <a:pt x="11185" y="0"/>
                    <a:pt x="10019" y="0"/>
                  </a:cubicBezTo>
                  <a:cubicBezTo>
                    <a:pt x="8979" y="0"/>
                    <a:pt x="8129" y="756"/>
                    <a:pt x="7939" y="1733"/>
                  </a:cubicBezTo>
                  <a:cubicBezTo>
                    <a:pt x="7341" y="1544"/>
                    <a:pt x="6711" y="1418"/>
                    <a:pt x="6081" y="1418"/>
                  </a:cubicBezTo>
                  <a:cubicBezTo>
                    <a:pt x="5451" y="1418"/>
                    <a:pt x="4821" y="1544"/>
                    <a:pt x="4222" y="1733"/>
                  </a:cubicBezTo>
                  <a:cubicBezTo>
                    <a:pt x="4033" y="756"/>
                    <a:pt x="3151" y="0"/>
                    <a:pt x="2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16" name="Google Shape;11016;p66"/>
          <p:cNvSpPr/>
          <p:nvPr/>
        </p:nvSpPr>
        <p:spPr>
          <a:xfrm>
            <a:off x="7261910" y="2853555"/>
            <a:ext cx="468984" cy="469023"/>
          </a:xfrm>
          <a:custGeom>
            <a:rect l="l" t="t" r="r" b="b"/>
            <a:pathLst>
              <a:path w="12067" h="12068" extrusionOk="0">
                <a:moveTo>
                  <a:pt x="5955" y="1104"/>
                </a:moveTo>
                <a:lnTo>
                  <a:pt x="6270" y="1734"/>
                </a:lnTo>
                <a:lnTo>
                  <a:pt x="5955" y="2364"/>
                </a:lnTo>
                <a:lnTo>
                  <a:pt x="5640" y="1734"/>
                </a:lnTo>
                <a:lnTo>
                  <a:pt x="5955" y="1104"/>
                </a:lnTo>
                <a:close/>
                <a:moveTo>
                  <a:pt x="9420" y="2521"/>
                </a:moveTo>
                <a:lnTo>
                  <a:pt x="9168" y="3183"/>
                </a:lnTo>
                <a:lnTo>
                  <a:pt x="8507" y="3435"/>
                </a:lnTo>
                <a:lnTo>
                  <a:pt x="8759" y="2773"/>
                </a:lnTo>
                <a:lnTo>
                  <a:pt x="9420" y="2521"/>
                </a:lnTo>
                <a:close/>
                <a:moveTo>
                  <a:pt x="2489" y="2553"/>
                </a:moveTo>
                <a:lnTo>
                  <a:pt x="3151" y="2805"/>
                </a:lnTo>
                <a:lnTo>
                  <a:pt x="3403" y="3466"/>
                </a:lnTo>
                <a:lnTo>
                  <a:pt x="2710" y="3246"/>
                </a:lnTo>
                <a:lnTo>
                  <a:pt x="2489" y="2553"/>
                </a:lnTo>
                <a:close/>
                <a:moveTo>
                  <a:pt x="4663" y="2931"/>
                </a:moveTo>
                <a:lnTo>
                  <a:pt x="5608" y="3403"/>
                </a:lnTo>
                <a:lnTo>
                  <a:pt x="5608" y="4254"/>
                </a:lnTo>
                <a:cubicBezTo>
                  <a:pt x="5356" y="4286"/>
                  <a:pt x="5167" y="4380"/>
                  <a:pt x="4978" y="4538"/>
                </a:cubicBezTo>
                <a:lnTo>
                  <a:pt x="4348" y="3908"/>
                </a:lnTo>
                <a:lnTo>
                  <a:pt x="4663" y="2931"/>
                </a:lnTo>
                <a:close/>
                <a:moveTo>
                  <a:pt x="7246" y="2931"/>
                </a:moveTo>
                <a:lnTo>
                  <a:pt x="7561" y="3908"/>
                </a:lnTo>
                <a:lnTo>
                  <a:pt x="6931" y="4538"/>
                </a:lnTo>
                <a:cubicBezTo>
                  <a:pt x="6742" y="4412"/>
                  <a:pt x="6553" y="4349"/>
                  <a:pt x="6301" y="4254"/>
                </a:cubicBezTo>
                <a:lnTo>
                  <a:pt x="6301" y="3403"/>
                </a:lnTo>
                <a:lnTo>
                  <a:pt x="7246" y="2931"/>
                </a:lnTo>
                <a:close/>
                <a:moveTo>
                  <a:pt x="3812" y="4412"/>
                </a:moveTo>
                <a:lnTo>
                  <a:pt x="4442" y="5042"/>
                </a:lnTo>
                <a:cubicBezTo>
                  <a:pt x="4348" y="5231"/>
                  <a:pt x="4253" y="5451"/>
                  <a:pt x="4190" y="5672"/>
                </a:cubicBezTo>
                <a:lnTo>
                  <a:pt x="3308" y="5672"/>
                </a:lnTo>
                <a:lnTo>
                  <a:pt x="2836" y="4727"/>
                </a:lnTo>
                <a:lnTo>
                  <a:pt x="3812" y="4412"/>
                </a:lnTo>
                <a:close/>
                <a:moveTo>
                  <a:pt x="8034" y="4412"/>
                </a:moveTo>
                <a:lnTo>
                  <a:pt x="9011" y="4727"/>
                </a:lnTo>
                <a:lnTo>
                  <a:pt x="8538" y="5672"/>
                </a:lnTo>
                <a:lnTo>
                  <a:pt x="7687" y="5672"/>
                </a:lnTo>
                <a:cubicBezTo>
                  <a:pt x="7656" y="5451"/>
                  <a:pt x="7561" y="5231"/>
                  <a:pt x="7404" y="5042"/>
                </a:cubicBezTo>
                <a:lnTo>
                  <a:pt x="8034" y="4412"/>
                </a:lnTo>
                <a:close/>
                <a:moveTo>
                  <a:pt x="1670" y="5703"/>
                </a:moveTo>
                <a:lnTo>
                  <a:pt x="2300" y="6018"/>
                </a:lnTo>
                <a:lnTo>
                  <a:pt x="1670" y="6333"/>
                </a:lnTo>
                <a:lnTo>
                  <a:pt x="1040" y="6018"/>
                </a:lnTo>
                <a:lnTo>
                  <a:pt x="1670" y="5703"/>
                </a:lnTo>
                <a:close/>
                <a:moveTo>
                  <a:pt x="10239" y="5703"/>
                </a:moveTo>
                <a:lnTo>
                  <a:pt x="10869" y="6018"/>
                </a:lnTo>
                <a:lnTo>
                  <a:pt x="10239" y="6333"/>
                </a:lnTo>
                <a:lnTo>
                  <a:pt x="9609" y="6018"/>
                </a:lnTo>
                <a:lnTo>
                  <a:pt x="10239" y="5703"/>
                </a:lnTo>
                <a:close/>
                <a:moveTo>
                  <a:pt x="5955" y="4979"/>
                </a:moveTo>
                <a:cubicBezTo>
                  <a:pt x="6553" y="4979"/>
                  <a:pt x="7026" y="5451"/>
                  <a:pt x="7026" y="6018"/>
                </a:cubicBezTo>
                <a:cubicBezTo>
                  <a:pt x="7026" y="6617"/>
                  <a:pt x="6553" y="7089"/>
                  <a:pt x="5955" y="7089"/>
                </a:cubicBezTo>
                <a:cubicBezTo>
                  <a:pt x="5356" y="7089"/>
                  <a:pt x="4884" y="6617"/>
                  <a:pt x="4884" y="6018"/>
                </a:cubicBezTo>
                <a:cubicBezTo>
                  <a:pt x="4884" y="5451"/>
                  <a:pt x="5356" y="4979"/>
                  <a:pt x="5955" y="4979"/>
                </a:cubicBezTo>
                <a:close/>
                <a:moveTo>
                  <a:pt x="4222" y="6365"/>
                </a:moveTo>
                <a:lnTo>
                  <a:pt x="4222" y="6396"/>
                </a:lnTo>
                <a:cubicBezTo>
                  <a:pt x="4253" y="6617"/>
                  <a:pt x="4348" y="6806"/>
                  <a:pt x="4505" y="7026"/>
                </a:cubicBezTo>
                <a:lnTo>
                  <a:pt x="3875" y="7657"/>
                </a:lnTo>
                <a:lnTo>
                  <a:pt x="2867" y="7310"/>
                </a:lnTo>
                <a:lnTo>
                  <a:pt x="3340" y="6365"/>
                </a:lnTo>
                <a:close/>
                <a:moveTo>
                  <a:pt x="8601" y="6396"/>
                </a:moveTo>
                <a:lnTo>
                  <a:pt x="9074" y="7342"/>
                </a:lnTo>
                <a:lnTo>
                  <a:pt x="8066" y="7657"/>
                </a:lnTo>
                <a:lnTo>
                  <a:pt x="7435" y="7026"/>
                </a:lnTo>
                <a:cubicBezTo>
                  <a:pt x="7561" y="6806"/>
                  <a:pt x="7656" y="6617"/>
                  <a:pt x="7719" y="6396"/>
                </a:cubicBezTo>
                <a:close/>
                <a:moveTo>
                  <a:pt x="4978" y="7531"/>
                </a:moveTo>
                <a:cubicBezTo>
                  <a:pt x="5167" y="7657"/>
                  <a:pt x="5356" y="7720"/>
                  <a:pt x="5608" y="7814"/>
                </a:cubicBezTo>
                <a:lnTo>
                  <a:pt x="5608" y="8665"/>
                </a:lnTo>
                <a:lnTo>
                  <a:pt x="4663" y="9137"/>
                </a:lnTo>
                <a:lnTo>
                  <a:pt x="4348" y="8161"/>
                </a:lnTo>
                <a:lnTo>
                  <a:pt x="4978" y="7531"/>
                </a:lnTo>
                <a:close/>
                <a:moveTo>
                  <a:pt x="6931" y="7531"/>
                </a:moveTo>
                <a:lnTo>
                  <a:pt x="7561" y="8161"/>
                </a:lnTo>
                <a:lnTo>
                  <a:pt x="7246" y="9137"/>
                </a:lnTo>
                <a:lnTo>
                  <a:pt x="6301" y="8665"/>
                </a:lnTo>
                <a:lnTo>
                  <a:pt x="6301" y="7814"/>
                </a:lnTo>
                <a:cubicBezTo>
                  <a:pt x="6553" y="7751"/>
                  <a:pt x="6742" y="7688"/>
                  <a:pt x="6931" y="7531"/>
                </a:cubicBezTo>
                <a:close/>
                <a:moveTo>
                  <a:pt x="8507" y="8602"/>
                </a:moveTo>
                <a:lnTo>
                  <a:pt x="9168" y="8822"/>
                </a:lnTo>
                <a:lnTo>
                  <a:pt x="9420" y="9484"/>
                </a:lnTo>
                <a:lnTo>
                  <a:pt x="8759" y="9263"/>
                </a:lnTo>
                <a:lnTo>
                  <a:pt x="8507" y="8602"/>
                </a:lnTo>
                <a:close/>
                <a:moveTo>
                  <a:pt x="3403" y="8633"/>
                </a:moveTo>
                <a:lnTo>
                  <a:pt x="3151" y="9295"/>
                </a:lnTo>
                <a:lnTo>
                  <a:pt x="2489" y="9547"/>
                </a:lnTo>
                <a:lnTo>
                  <a:pt x="2710" y="8854"/>
                </a:lnTo>
                <a:lnTo>
                  <a:pt x="3403" y="8633"/>
                </a:lnTo>
                <a:close/>
                <a:moveTo>
                  <a:pt x="5955" y="9704"/>
                </a:moveTo>
                <a:lnTo>
                  <a:pt x="6270" y="10334"/>
                </a:lnTo>
                <a:lnTo>
                  <a:pt x="5955" y="10965"/>
                </a:lnTo>
                <a:lnTo>
                  <a:pt x="5640" y="10334"/>
                </a:lnTo>
                <a:lnTo>
                  <a:pt x="5955" y="9704"/>
                </a:lnTo>
                <a:close/>
                <a:moveTo>
                  <a:pt x="6018" y="1"/>
                </a:moveTo>
                <a:cubicBezTo>
                  <a:pt x="5923" y="1"/>
                  <a:pt x="5766" y="95"/>
                  <a:pt x="5703" y="190"/>
                </a:cubicBezTo>
                <a:lnTo>
                  <a:pt x="5010" y="1671"/>
                </a:lnTo>
                <a:cubicBezTo>
                  <a:pt x="4978" y="1765"/>
                  <a:pt x="4978" y="1891"/>
                  <a:pt x="5010" y="1986"/>
                </a:cubicBezTo>
                <a:lnTo>
                  <a:pt x="5230" y="2458"/>
                </a:lnTo>
                <a:lnTo>
                  <a:pt x="4758" y="2206"/>
                </a:lnTo>
                <a:cubicBezTo>
                  <a:pt x="4710" y="2190"/>
                  <a:pt x="4655" y="2183"/>
                  <a:pt x="4596" y="2183"/>
                </a:cubicBezTo>
                <a:cubicBezTo>
                  <a:pt x="4537" y="2183"/>
                  <a:pt x="4474" y="2190"/>
                  <a:pt x="4411" y="2206"/>
                </a:cubicBezTo>
                <a:cubicBezTo>
                  <a:pt x="4285" y="2238"/>
                  <a:pt x="4222" y="2332"/>
                  <a:pt x="4190" y="2458"/>
                </a:cubicBezTo>
                <a:lnTo>
                  <a:pt x="4033" y="2962"/>
                </a:lnTo>
                <a:lnTo>
                  <a:pt x="3875" y="2458"/>
                </a:lnTo>
                <a:cubicBezTo>
                  <a:pt x="3812" y="2332"/>
                  <a:pt x="3749" y="2238"/>
                  <a:pt x="3623" y="2206"/>
                </a:cubicBezTo>
                <a:lnTo>
                  <a:pt x="2143" y="1702"/>
                </a:lnTo>
                <a:cubicBezTo>
                  <a:pt x="2109" y="1694"/>
                  <a:pt x="2073" y="1690"/>
                  <a:pt x="2036" y="1690"/>
                </a:cubicBezTo>
                <a:cubicBezTo>
                  <a:pt x="1937" y="1690"/>
                  <a:pt x="1834" y="1719"/>
                  <a:pt x="1765" y="1765"/>
                </a:cubicBezTo>
                <a:cubicBezTo>
                  <a:pt x="1702" y="1860"/>
                  <a:pt x="1670" y="2017"/>
                  <a:pt x="1702" y="2143"/>
                </a:cubicBezTo>
                <a:lnTo>
                  <a:pt x="2206" y="3624"/>
                </a:lnTo>
                <a:cubicBezTo>
                  <a:pt x="2237" y="3750"/>
                  <a:pt x="2332" y="3813"/>
                  <a:pt x="2458" y="3876"/>
                </a:cubicBezTo>
                <a:lnTo>
                  <a:pt x="2962" y="4034"/>
                </a:lnTo>
                <a:lnTo>
                  <a:pt x="2458" y="4191"/>
                </a:lnTo>
                <a:cubicBezTo>
                  <a:pt x="2332" y="4223"/>
                  <a:pt x="2237" y="4286"/>
                  <a:pt x="2206" y="4412"/>
                </a:cubicBezTo>
                <a:cubicBezTo>
                  <a:pt x="2174" y="4538"/>
                  <a:pt x="2143" y="4664"/>
                  <a:pt x="2206" y="4758"/>
                </a:cubicBezTo>
                <a:lnTo>
                  <a:pt x="2458" y="5231"/>
                </a:lnTo>
                <a:lnTo>
                  <a:pt x="1985" y="5010"/>
                </a:lnTo>
                <a:cubicBezTo>
                  <a:pt x="1922" y="4994"/>
                  <a:pt x="1859" y="4987"/>
                  <a:pt x="1804" y="4987"/>
                </a:cubicBezTo>
                <a:cubicBezTo>
                  <a:pt x="1749" y="4987"/>
                  <a:pt x="1702" y="4994"/>
                  <a:pt x="1670" y="5010"/>
                </a:cubicBezTo>
                <a:lnTo>
                  <a:pt x="189" y="5703"/>
                </a:lnTo>
                <a:cubicBezTo>
                  <a:pt x="95" y="5798"/>
                  <a:pt x="0" y="5924"/>
                  <a:pt x="0" y="6018"/>
                </a:cubicBezTo>
                <a:cubicBezTo>
                  <a:pt x="0" y="6144"/>
                  <a:pt x="95" y="6302"/>
                  <a:pt x="189" y="6333"/>
                </a:cubicBezTo>
                <a:lnTo>
                  <a:pt x="1670" y="7058"/>
                </a:lnTo>
                <a:cubicBezTo>
                  <a:pt x="1717" y="7074"/>
                  <a:pt x="1772" y="7082"/>
                  <a:pt x="1828" y="7082"/>
                </a:cubicBezTo>
                <a:cubicBezTo>
                  <a:pt x="1883" y="7082"/>
                  <a:pt x="1938" y="7074"/>
                  <a:pt x="1985" y="7058"/>
                </a:cubicBezTo>
                <a:lnTo>
                  <a:pt x="2458" y="6806"/>
                </a:lnTo>
                <a:lnTo>
                  <a:pt x="2206" y="7279"/>
                </a:lnTo>
                <a:cubicBezTo>
                  <a:pt x="2174" y="7405"/>
                  <a:pt x="2174" y="7531"/>
                  <a:pt x="2206" y="7657"/>
                </a:cubicBezTo>
                <a:cubicBezTo>
                  <a:pt x="2237" y="7751"/>
                  <a:pt x="2332" y="7846"/>
                  <a:pt x="2458" y="7877"/>
                </a:cubicBezTo>
                <a:lnTo>
                  <a:pt x="2962" y="8035"/>
                </a:lnTo>
                <a:lnTo>
                  <a:pt x="2458" y="8192"/>
                </a:lnTo>
                <a:cubicBezTo>
                  <a:pt x="2332" y="8224"/>
                  <a:pt x="2237" y="8318"/>
                  <a:pt x="2206" y="8444"/>
                </a:cubicBezTo>
                <a:lnTo>
                  <a:pt x="1702" y="9925"/>
                </a:lnTo>
                <a:cubicBezTo>
                  <a:pt x="1623" y="10161"/>
                  <a:pt x="1784" y="10397"/>
                  <a:pt x="2004" y="10397"/>
                </a:cubicBezTo>
                <a:cubicBezTo>
                  <a:pt x="2048" y="10397"/>
                  <a:pt x="2095" y="10387"/>
                  <a:pt x="2143" y="10366"/>
                </a:cubicBezTo>
                <a:lnTo>
                  <a:pt x="3623" y="9862"/>
                </a:lnTo>
                <a:cubicBezTo>
                  <a:pt x="3749" y="9799"/>
                  <a:pt x="3812" y="9736"/>
                  <a:pt x="3875" y="9610"/>
                </a:cubicBezTo>
                <a:lnTo>
                  <a:pt x="4033" y="9106"/>
                </a:lnTo>
                <a:lnTo>
                  <a:pt x="4190" y="9610"/>
                </a:lnTo>
                <a:cubicBezTo>
                  <a:pt x="4222" y="9736"/>
                  <a:pt x="4285" y="9799"/>
                  <a:pt x="4411" y="9862"/>
                </a:cubicBezTo>
                <a:cubicBezTo>
                  <a:pt x="4484" y="9880"/>
                  <a:pt x="4556" y="9898"/>
                  <a:pt x="4623" y="9898"/>
                </a:cubicBezTo>
                <a:cubicBezTo>
                  <a:pt x="4672" y="9898"/>
                  <a:pt x="4718" y="9889"/>
                  <a:pt x="4758" y="9862"/>
                </a:cubicBezTo>
                <a:lnTo>
                  <a:pt x="5230" y="9610"/>
                </a:lnTo>
                <a:lnTo>
                  <a:pt x="5010" y="10082"/>
                </a:lnTo>
                <a:cubicBezTo>
                  <a:pt x="4978" y="10208"/>
                  <a:pt x="4978" y="10334"/>
                  <a:pt x="5010" y="10398"/>
                </a:cubicBezTo>
                <a:lnTo>
                  <a:pt x="5703" y="11847"/>
                </a:lnTo>
                <a:cubicBezTo>
                  <a:pt x="5797" y="11973"/>
                  <a:pt x="5923" y="12067"/>
                  <a:pt x="6018" y="12067"/>
                </a:cubicBezTo>
                <a:cubicBezTo>
                  <a:pt x="6144" y="12067"/>
                  <a:pt x="6301" y="11973"/>
                  <a:pt x="6333" y="11847"/>
                </a:cubicBezTo>
                <a:lnTo>
                  <a:pt x="7057" y="10398"/>
                </a:lnTo>
                <a:cubicBezTo>
                  <a:pt x="7089" y="10271"/>
                  <a:pt x="7089" y="10177"/>
                  <a:pt x="7057" y="10082"/>
                </a:cubicBezTo>
                <a:lnTo>
                  <a:pt x="6805" y="9610"/>
                </a:lnTo>
                <a:lnTo>
                  <a:pt x="7278" y="9862"/>
                </a:lnTo>
                <a:cubicBezTo>
                  <a:pt x="7341" y="9878"/>
                  <a:pt x="7404" y="9886"/>
                  <a:pt x="7467" y="9886"/>
                </a:cubicBezTo>
                <a:cubicBezTo>
                  <a:pt x="7530" y="9886"/>
                  <a:pt x="7593" y="9878"/>
                  <a:pt x="7656" y="9862"/>
                </a:cubicBezTo>
                <a:cubicBezTo>
                  <a:pt x="7750" y="9799"/>
                  <a:pt x="7845" y="9736"/>
                  <a:pt x="7877" y="9610"/>
                </a:cubicBezTo>
                <a:lnTo>
                  <a:pt x="8034" y="9106"/>
                </a:lnTo>
                <a:lnTo>
                  <a:pt x="8192" y="9610"/>
                </a:lnTo>
                <a:cubicBezTo>
                  <a:pt x="8223" y="9736"/>
                  <a:pt x="8318" y="9799"/>
                  <a:pt x="8444" y="9862"/>
                </a:cubicBezTo>
                <a:lnTo>
                  <a:pt x="9924" y="10366"/>
                </a:lnTo>
                <a:cubicBezTo>
                  <a:pt x="9957" y="10373"/>
                  <a:pt x="9990" y="10377"/>
                  <a:pt x="10023" y="10377"/>
                </a:cubicBezTo>
                <a:cubicBezTo>
                  <a:pt x="10268" y="10377"/>
                  <a:pt x="10477" y="10175"/>
                  <a:pt x="10365" y="9925"/>
                </a:cubicBezTo>
                <a:lnTo>
                  <a:pt x="9861" y="8444"/>
                </a:lnTo>
                <a:cubicBezTo>
                  <a:pt x="9798" y="8318"/>
                  <a:pt x="9735" y="8224"/>
                  <a:pt x="9609" y="8192"/>
                </a:cubicBezTo>
                <a:lnTo>
                  <a:pt x="9105" y="8035"/>
                </a:lnTo>
                <a:lnTo>
                  <a:pt x="9609" y="7877"/>
                </a:lnTo>
                <a:cubicBezTo>
                  <a:pt x="9735" y="7846"/>
                  <a:pt x="9798" y="7751"/>
                  <a:pt x="9861" y="7657"/>
                </a:cubicBezTo>
                <a:cubicBezTo>
                  <a:pt x="9893" y="7531"/>
                  <a:pt x="9924" y="7405"/>
                  <a:pt x="9861" y="7279"/>
                </a:cubicBezTo>
                <a:lnTo>
                  <a:pt x="9609" y="6806"/>
                </a:lnTo>
                <a:lnTo>
                  <a:pt x="10082" y="7058"/>
                </a:lnTo>
                <a:cubicBezTo>
                  <a:pt x="10145" y="7074"/>
                  <a:pt x="10208" y="7082"/>
                  <a:pt x="10263" y="7082"/>
                </a:cubicBezTo>
                <a:cubicBezTo>
                  <a:pt x="10318" y="7082"/>
                  <a:pt x="10365" y="7074"/>
                  <a:pt x="10397" y="7058"/>
                </a:cubicBezTo>
                <a:lnTo>
                  <a:pt x="11846" y="6333"/>
                </a:lnTo>
                <a:cubicBezTo>
                  <a:pt x="11972" y="6270"/>
                  <a:pt x="12067" y="6144"/>
                  <a:pt x="12067" y="6018"/>
                </a:cubicBezTo>
                <a:cubicBezTo>
                  <a:pt x="12067" y="5924"/>
                  <a:pt x="11972" y="5766"/>
                  <a:pt x="11846" y="5703"/>
                </a:cubicBezTo>
                <a:lnTo>
                  <a:pt x="10397" y="5010"/>
                </a:lnTo>
                <a:cubicBezTo>
                  <a:pt x="10334" y="4994"/>
                  <a:pt x="10279" y="4987"/>
                  <a:pt x="10228" y="4987"/>
                </a:cubicBezTo>
                <a:cubicBezTo>
                  <a:pt x="10176" y="4987"/>
                  <a:pt x="10129" y="4994"/>
                  <a:pt x="10082" y="5010"/>
                </a:cubicBezTo>
                <a:lnTo>
                  <a:pt x="9609" y="5231"/>
                </a:lnTo>
                <a:lnTo>
                  <a:pt x="9861" y="4758"/>
                </a:lnTo>
                <a:cubicBezTo>
                  <a:pt x="9893" y="4664"/>
                  <a:pt x="9893" y="4538"/>
                  <a:pt x="9861" y="4412"/>
                </a:cubicBezTo>
                <a:cubicBezTo>
                  <a:pt x="9798" y="4286"/>
                  <a:pt x="9735" y="4223"/>
                  <a:pt x="9609" y="4191"/>
                </a:cubicBezTo>
                <a:lnTo>
                  <a:pt x="9105" y="4034"/>
                </a:lnTo>
                <a:lnTo>
                  <a:pt x="9609" y="3876"/>
                </a:lnTo>
                <a:cubicBezTo>
                  <a:pt x="9735" y="3813"/>
                  <a:pt x="9798" y="3750"/>
                  <a:pt x="9861" y="3624"/>
                </a:cubicBezTo>
                <a:lnTo>
                  <a:pt x="10365" y="2143"/>
                </a:lnTo>
                <a:cubicBezTo>
                  <a:pt x="10397" y="2017"/>
                  <a:pt x="10365" y="1860"/>
                  <a:pt x="10271" y="1765"/>
                </a:cubicBezTo>
                <a:cubicBezTo>
                  <a:pt x="10226" y="1721"/>
                  <a:pt x="10135" y="1676"/>
                  <a:pt x="10040" y="1676"/>
                </a:cubicBezTo>
                <a:cubicBezTo>
                  <a:pt x="10001" y="1676"/>
                  <a:pt x="9961" y="1684"/>
                  <a:pt x="9924" y="1702"/>
                </a:cubicBezTo>
                <a:lnTo>
                  <a:pt x="8444" y="2206"/>
                </a:lnTo>
                <a:cubicBezTo>
                  <a:pt x="8318" y="2238"/>
                  <a:pt x="8223" y="2332"/>
                  <a:pt x="8192" y="2458"/>
                </a:cubicBezTo>
                <a:lnTo>
                  <a:pt x="8034" y="2962"/>
                </a:lnTo>
                <a:lnTo>
                  <a:pt x="7877" y="2458"/>
                </a:lnTo>
                <a:cubicBezTo>
                  <a:pt x="7845" y="2332"/>
                  <a:pt x="7750" y="2238"/>
                  <a:pt x="7656" y="2206"/>
                </a:cubicBezTo>
                <a:cubicBezTo>
                  <a:pt x="7583" y="2188"/>
                  <a:pt x="7510" y="2170"/>
                  <a:pt x="7438" y="2170"/>
                </a:cubicBezTo>
                <a:cubicBezTo>
                  <a:pt x="7384" y="2170"/>
                  <a:pt x="7331" y="2180"/>
                  <a:pt x="7278" y="2206"/>
                </a:cubicBezTo>
                <a:lnTo>
                  <a:pt x="6805" y="2458"/>
                </a:lnTo>
                <a:lnTo>
                  <a:pt x="7057" y="1986"/>
                </a:lnTo>
                <a:cubicBezTo>
                  <a:pt x="7089" y="1860"/>
                  <a:pt x="7089" y="1734"/>
                  <a:pt x="7057" y="1671"/>
                </a:cubicBezTo>
                <a:lnTo>
                  <a:pt x="6333" y="190"/>
                </a:lnTo>
                <a:cubicBezTo>
                  <a:pt x="6270" y="95"/>
                  <a:pt x="6144" y="1"/>
                  <a:pt x="601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017" name="Google Shape;11017;p66"/>
          <p:cNvGrpSpPr/>
          <p:nvPr/>
        </p:nvGrpSpPr>
        <p:grpSpPr>
          <a:xfrm>
            <a:off x="4915227" y="3444650"/>
            <a:ext cx="476329" cy="475086"/>
            <a:chOff x="-15719926" y="2416825"/>
            <a:chExt cx="306400" cy="305600"/>
          </a:xfrm>
        </p:grpSpPr>
        <p:sp>
          <p:nvSpPr>
            <p:cNvPr id="11018" name="Google Shape;11018;p66"/>
            <p:cNvSpPr/>
            <p:nvPr/>
          </p:nvSpPr>
          <p:spPr>
            <a:xfrm>
              <a:off x="-15719926" y="2416825"/>
              <a:ext cx="306400" cy="305600"/>
            </a:xfrm>
            <a:custGeom>
              <a:rect l="l" t="t" r="r" b="b"/>
              <a:pathLst>
                <a:path w="12256" h="12224" extrusionOk="0">
                  <a:moveTo>
                    <a:pt x="6648" y="756"/>
                  </a:moveTo>
                  <a:lnTo>
                    <a:pt x="8002" y="3466"/>
                  </a:lnTo>
                  <a:cubicBezTo>
                    <a:pt x="8034" y="3560"/>
                    <a:pt x="8065" y="3592"/>
                    <a:pt x="8160" y="3623"/>
                  </a:cubicBezTo>
                  <a:lnTo>
                    <a:pt x="9451" y="4316"/>
                  </a:lnTo>
                  <a:lnTo>
                    <a:pt x="10617" y="7246"/>
                  </a:lnTo>
                  <a:lnTo>
                    <a:pt x="7845" y="7246"/>
                  </a:lnTo>
                  <a:lnTo>
                    <a:pt x="7215" y="5356"/>
                  </a:lnTo>
                  <a:cubicBezTo>
                    <a:pt x="7135" y="5198"/>
                    <a:pt x="6990" y="5128"/>
                    <a:pt x="6852" y="5128"/>
                  </a:cubicBezTo>
                  <a:cubicBezTo>
                    <a:pt x="6826" y="5128"/>
                    <a:pt x="6799" y="5130"/>
                    <a:pt x="6774" y="5135"/>
                  </a:cubicBezTo>
                  <a:cubicBezTo>
                    <a:pt x="6616" y="5167"/>
                    <a:pt x="6490" y="5419"/>
                    <a:pt x="6522" y="5576"/>
                  </a:cubicBezTo>
                  <a:lnTo>
                    <a:pt x="7089" y="7215"/>
                  </a:lnTo>
                  <a:lnTo>
                    <a:pt x="5167" y="7215"/>
                  </a:lnTo>
                  <a:lnTo>
                    <a:pt x="5797" y="4064"/>
                  </a:lnTo>
                  <a:cubicBezTo>
                    <a:pt x="5828" y="3875"/>
                    <a:pt x="5702" y="3686"/>
                    <a:pt x="5513" y="3623"/>
                  </a:cubicBezTo>
                  <a:cubicBezTo>
                    <a:pt x="5494" y="3620"/>
                    <a:pt x="5474" y="3618"/>
                    <a:pt x="5454" y="3618"/>
                  </a:cubicBezTo>
                  <a:cubicBezTo>
                    <a:pt x="5281" y="3618"/>
                    <a:pt x="5101" y="3737"/>
                    <a:pt x="5072" y="3907"/>
                  </a:cubicBezTo>
                  <a:lnTo>
                    <a:pt x="4411" y="7183"/>
                  </a:lnTo>
                  <a:lnTo>
                    <a:pt x="1607" y="7183"/>
                  </a:lnTo>
                  <a:lnTo>
                    <a:pt x="2142" y="4946"/>
                  </a:lnTo>
                  <a:lnTo>
                    <a:pt x="3466" y="4316"/>
                  </a:lnTo>
                  <a:cubicBezTo>
                    <a:pt x="3529" y="4253"/>
                    <a:pt x="3560" y="4222"/>
                    <a:pt x="3623" y="4159"/>
                  </a:cubicBezTo>
                  <a:lnTo>
                    <a:pt x="4253" y="2930"/>
                  </a:lnTo>
                  <a:lnTo>
                    <a:pt x="6175" y="2930"/>
                  </a:lnTo>
                  <a:cubicBezTo>
                    <a:pt x="6364" y="2930"/>
                    <a:pt x="6522" y="2772"/>
                    <a:pt x="6522" y="2583"/>
                  </a:cubicBezTo>
                  <a:cubicBezTo>
                    <a:pt x="6522" y="2363"/>
                    <a:pt x="6364" y="2205"/>
                    <a:pt x="6175" y="2205"/>
                  </a:cubicBezTo>
                  <a:lnTo>
                    <a:pt x="5230" y="2205"/>
                  </a:lnTo>
                  <a:lnTo>
                    <a:pt x="5702" y="756"/>
                  </a:lnTo>
                  <a:close/>
                  <a:moveTo>
                    <a:pt x="10397" y="7876"/>
                  </a:moveTo>
                  <a:lnTo>
                    <a:pt x="9830" y="8601"/>
                  </a:lnTo>
                  <a:lnTo>
                    <a:pt x="8916" y="8601"/>
                  </a:lnTo>
                  <a:cubicBezTo>
                    <a:pt x="8727" y="8601"/>
                    <a:pt x="8569" y="8758"/>
                    <a:pt x="8569" y="8947"/>
                  </a:cubicBezTo>
                  <a:cubicBezTo>
                    <a:pt x="8664" y="9199"/>
                    <a:pt x="8821" y="9357"/>
                    <a:pt x="9010" y="9357"/>
                  </a:cubicBezTo>
                  <a:lnTo>
                    <a:pt x="9357" y="9357"/>
                  </a:lnTo>
                  <a:lnTo>
                    <a:pt x="8821" y="10050"/>
                  </a:lnTo>
                  <a:lnTo>
                    <a:pt x="7561" y="10050"/>
                  </a:lnTo>
                  <a:cubicBezTo>
                    <a:pt x="7435" y="10050"/>
                    <a:pt x="7278" y="10145"/>
                    <a:pt x="7246" y="10239"/>
                  </a:cubicBezTo>
                  <a:lnTo>
                    <a:pt x="6616" y="11468"/>
                  </a:lnTo>
                  <a:lnTo>
                    <a:pt x="5576" y="11468"/>
                  </a:lnTo>
                  <a:lnTo>
                    <a:pt x="5041" y="10775"/>
                  </a:lnTo>
                  <a:lnTo>
                    <a:pt x="6080" y="10775"/>
                  </a:lnTo>
                  <a:cubicBezTo>
                    <a:pt x="6301" y="10775"/>
                    <a:pt x="6459" y="10617"/>
                    <a:pt x="6459" y="10397"/>
                  </a:cubicBezTo>
                  <a:cubicBezTo>
                    <a:pt x="6459" y="10208"/>
                    <a:pt x="6301" y="10050"/>
                    <a:pt x="6080" y="10050"/>
                  </a:cubicBezTo>
                  <a:lnTo>
                    <a:pt x="4474" y="10050"/>
                  </a:lnTo>
                  <a:lnTo>
                    <a:pt x="3529" y="8758"/>
                  </a:lnTo>
                  <a:cubicBezTo>
                    <a:pt x="3466" y="8664"/>
                    <a:pt x="3371" y="8601"/>
                    <a:pt x="3245" y="8601"/>
                  </a:cubicBezTo>
                  <a:lnTo>
                    <a:pt x="2048" y="8601"/>
                  </a:lnTo>
                  <a:lnTo>
                    <a:pt x="1670" y="7876"/>
                  </a:lnTo>
                  <a:close/>
                  <a:moveTo>
                    <a:pt x="5419" y="0"/>
                  </a:moveTo>
                  <a:cubicBezTo>
                    <a:pt x="5261" y="0"/>
                    <a:pt x="5135" y="126"/>
                    <a:pt x="5072" y="252"/>
                  </a:cubicBezTo>
                  <a:lnTo>
                    <a:pt x="4442" y="2174"/>
                  </a:lnTo>
                  <a:lnTo>
                    <a:pt x="3970" y="2174"/>
                  </a:lnTo>
                  <a:cubicBezTo>
                    <a:pt x="3844" y="2174"/>
                    <a:pt x="3686" y="2237"/>
                    <a:pt x="3655" y="2363"/>
                  </a:cubicBezTo>
                  <a:lnTo>
                    <a:pt x="2993" y="3718"/>
                  </a:lnTo>
                  <a:lnTo>
                    <a:pt x="1638" y="4379"/>
                  </a:lnTo>
                  <a:cubicBezTo>
                    <a:pt x="1575" y="4411"/>
                    <a:pt x="1481" y="4505"/>
                    <a:pt x="1449" y="4600"/>
                  </a:cubicBezTo>
                  <a:lnTo>
                    <a:pt x="819" y="7215"/>
                  </a:lnTo>
                  <a:lnTo>
                    <a:pt x="347" y="7215"/>
                  </a:lnTo>
                  <a:cubicBezTo>
                    <a:pt x="158" y="7215"/>
                    <a:pt x="0" y="7372"/>
                    <a:pt x="0" y="7561"/>
                  </a:cubicBezTo>
                  <a:cubicBezTo>
                    <a:pt x="0" y="7750"/>
                    <a:pt x="158" y="7908"/>
                    <a:pt x="347" y="7908"/>
                  </a:cubicBezTo>
                  <a:lnTo>
                    <a:pt x="851" y="7908"/>
                  </a:lnTo>
                  <a:lnTo>
                    <a:pt x="1481" y="9136"/>
                  </a:lnTo>
                  <a:cubicBezTo>
                    <a:pt x="1575" y="9262"/>
                    <a:pt x="1670" y="9325"/>
                    <a:pt x="1796" y="9325"/>
                  </a:cubicBezTo>
                  <a:lnTo>
                    <a:pt x="3056" y="9325"/>
                  </a:lnTo>
                  <a:lnTo>
                    <a:pt x="3623" y="10050"/>
                  </a:lnTo>
                  <a:lnTo>
                    <a:pt x="2552" y="10050"/>
                  </a:lnTo>
                  <a:cubicBezTo>
                    <a:pt x="2363" y="10050"/>
                    <a:pt x="2205" y="10208"/>
                    <a:pt x="2205" y="10397"/>
                  </a:cubicBezTo>
                  <a:cubicBezTo>
                    <a:pt x="2205" y="10617"/>
                    <a:pt x="2363" y="10775"/>
                    <a:pt x="2552" y="10775"/>
                  </a:cubicBezTo>
                  <a:lnTo>
                    <a:pt x="4159" y="10775"/>
                  </a:lnTo>
                  <a:lnTo>
                    <a:pt x="5104" y="12066"/>
                  </a:lnTo>
                  <a:cubicBezTo>
                    <a:pt x="5198" y="12129"/>
                    <a:pt x="5261" y="12224"/>
                    <a:pt x="5387" y="12224"/>
                  </a:cubicBezTo>
                  <a:lnTo>
                    <a:pt x="6805" y="12224"/>
                  </a:lnTo>
                  <a:cubicBezTo>
                    <a:pt x="6931" y="12224"/>
                    <a:pt x="7089" y="12129"/>
                    <a:pt x="7120" y="12035"/>
                  </a:cubicBezTo>
                  <a:lnTo>
                    <a:pt x="7750" y="10806"/>
                  </a:lnTo>
                  <a:lnTo>
                    <a:pt x="8979" y="10806"/>
                  </a:lnTo>
                  <a:cubicBezTo>
                    <a:pt x="9073" y="10806"/>
                    <a:pt x="9199" y="10775"/>
                    <a:pt x="9231" y="10649"/>
                  </a:cubicBezTo>
                  <a:lnTo>
                    <a:pt x="10176" y="9357"/>
                  </a:lnTo>
                  <a:lnTo>
                    <a:pt x="11184" y="9357"/>
                  </a:lnTo>
                  <a:cubicBezTo>
                    <a:pt x="11373" y="9357"/>
                    <a:pt x="11531" y="9199"/>
                    <a:pt x="11531" y="8979"/>
                  </a:cubicBezTo>
                  <a:cubicBezTo>
                    <a:pt x="11531" y="8790"/>
                    <a:pt x="11373" y="8632"/>
                    <a:pt x="11184" y="8632"/>
                  </a:cubicBezTo>
                  <a:lnTo>
                    <a:pt x="10775" y="8632"/>
                  </a:lnTo>
                  <a:lnTo>
                    <a:pt x="11342" y="7908"/>
                  </a:lnTo>
                  <a:lnTo>
                    <a:pt x="11877" y="7908"/>
                  </a:lnTo>
                  <a:cubicBezTo>
                    <a:pt x="12098" y="7908"/>
                    <a:pt x="12255" y="7750"/>
                    <a:pt x="12255" y="7561"/>
                  </a:cubicBezTo>
                  <a:cubicBezTo>
                    <a:pt x="12255" y="7372"/>
                    <a:pt x="12098" y="7215"/>
                    <a:pt x="11877" y="7215"/>
                  </a:cubicBezTo>
                  <a:lnTo>
                    <a:pt x="11373" y="7215"/>
                  </a:lnTo>
                  <a:lnTo>
                    <a:pt x="10019" y="3875"/>
                  </a:lnTo>
                  <a:cubicBezTo>
                    <a:pt x="9987" y="3781"/>
                    <a:pt x="9956" y="3718"/>
                    <a:pt x="9861" y="3655"/>
                  </a:cubicBezTo>
                  <a:lnTo>
                    <a:pt x="8538" y="2993"/>
                  </a:lnTo>
                  <a:lnTo>
                    <a:pt x="7152" y="189"/>
                  </a:lnTo>
                  <a:cubicBezTo>
                    <a:pt x="7089" y="95"/>
                    <a:pt x="6963" y="0"/>
                    <a:pt x="68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19" name="Google Shape;11019;p66"/>
            <p:cNvSpPr/>
            <p:nvPr/>
          </p:nvSpPr>
          <p:spPr>
            <a:xfrm>
              <a:off x="-15467899" y="2686175"/>
              <a:ext cx="53575" cy="17350"/>
            </a:xfrm>
            <a:custGeom>
              <a:rect l="l" t="t" r="r" b="b"/>
              <a:pathLst>
                <a:path w="214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796" y="694"/>
                  </a:lnTo>
                  <a:cubicBezTo>
                    <a:pt x="1985" y="694"/>
                    <a:pt x="2143" y="536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20" name="Google Shape;11020;p66"/>
            <p:cNvSpPr/>
            <p:nvPr/>
          </p:nvSpPr>
          <p:spPr>
            <a:xfrm>
              <a:off x="-15718351" y="2703500"/>
              <a:ext cx="54350" cy="18150"/>
            </a:xfrm>
            <a:custGeom>
              <a:rect l="l" t="t" r="r" b="b"/>
              <a:pathLst>
                <a:path w="217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827" y="725"/>
                  </a:lnTo>
                  <a:cubicBezTo>
                    <a:pt x="2016" y="725"/>
                    <a:pt x="2174" y="568"/>
                    <a:pt x="2174" y="347"/>
                  </a:cubicBezTo>
                  <a:cubicBezTo>
                    <a:pt x="2174" y="158"/>
                    <a:pt x="2016" y="1"/>
                    <a:pt x="18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21" name="Google Shape;11021;p66"/>
          <p:cNvSpPr/>
          <p:nvPr/>
        </p:nvSpPr>
        <p:spPr>
          <a:xfrm>
            <a:off x="2001502" y="1687545"/>
            <a:ext cx="477534" cy="475746"/>
          </a:xfrm>
          <a:custGeom>
            <a:rect l="l" t="t" r="r" b="b"/>
            <a:pathLst>
              <a:path w="12287" h="12241" extrusionOk="0">
                <a:moveTo>
                  <a:pt x="6207" y="1056"/>
                </a:moveTo>
                <a:lnTo>
                  <a:pt x="6553" y="1560"/>
                </a:lnTo>
                <a:cubicBezTo>
                  <a:pt x="6994" y="2253"/>
                  <a:pt x="7656" y="2663"/>
                  <a:pt x="8443" y="2820"/>
                </a:cubicBezTo>
                <a:cubicBezTo>
                  <a:pt x="8191" y="3261"/>
                  <a:pt x="8097" y="3765"/>
                  <a:pt x="8002" y="4332"/>
                </a:cubicBezTo>
                <a:cubicBezTo>
                  <a:pt x="7939" y="5152"/>
                  <a:pt x="8097" y="5939"/>
                  <a:pt x="8443" y="6506"/>
                </a:cubicBezTo>
                <a:cubicBezTo>
                  <a:pt x="8498" y="6588"/>
                  <a:pt x="8623" y="6670"/>
                  <a:pt x="8758" y="6670"/>
                </a:cubicBezTo>
                <a:cubicBezTo>
                  <a:pt x="8779" y="6670"/>
                  <a:pt x="8800" y="6668"/>
                  <a:pt x="8821" y="6664"/>
                </a:cubicBezTo>
                <a:cubicBezTo>
                  <a:pt x="9420" y="6506"/>
                  <a:pt x="9924" y="6223"/>
                  <a:pt x="10365" y="5908"/>
                </a:cubicBezTo>
                <a:cubicBezTo>
                  <a:pt x="10680" y="6254"/>
                  <a:pt x="11090" y="6569"/>
                  <a:pt x="11499" y="6853"/>
                </a:cubicBezTo>
                <a:cubicBezTo>
                  <a:pt x="11279" y="7325"/>
                  <a:pt x="11153" y="7798"/>
                  <a:pt x="11153" y="8271"/>
                </a:cubicBezTo>
                <a:cubicBezTo>
                  <a:pt x="10586" y="8302"/>
                  <a:pt x="10082" y="8428"/>
                  <a:pt x="9578" y="8617"/>
                </a:cubicBezTo>
                <a:cubicBezTo>
                  <a:pt x="9389" y="8712"/>
                  <a:pt x="9294" y="8932"/>
                  <a:pt x="9389" y="9090"/>
                </a:cubicBezTo>
                <a:lnTo>
                  <a:pt x="9704" y="9751"/>
                </a:lnTo>
                <a:lnTo>
                  <a:pt x="7183" y="8932"/>
                </a:lnTo>
                <a:lnTo>
                  <a:pt x="9861" y="7861"/>
                </a:lnTo>
                <a:cubicBezTo>
                  <a:pt x="10050" y="7798"/>
                  <a:pt x="10145" y="7609"/>
                  <a:pt x="10050" y="7388"/>
                </a:cubicBezTo>
                <a:cubicBezTo>
                  <a:pt x="10003" y="7247"/>
                  <a:pt x="9867" y="7176"/>
                  <a:pt x="9722" y="7176"/>
                </a:cubicBezTo>
                <a:cubicBezTo>
                  <a:pt x="9674" y="7176"/>
                  <a:pt x="9625" y="7184"/>
                  <a:pt x="9578" y="7199"/>
                </a:cubicBezTo>
                <a:lnTo>
                  <a:pt x="6522" y="8428"/>
                </a:lnTo>
                <a:lnTo>
                  <a:pt x="6522" y="3986"/>
                </a:lnTo>
                <a:cubicBezTo>
                  <a:pt x="6522" y="3765"/>
                  <a:pt x="6364" y="3608"/>
                  <a:pt x="6144" y="3608"/>
                </a:cubicBezTo>
                <a:cubicBezTo>
                  <a:pt x="5955" y="3608"/>
                  <a:pt x="5797" y="3765"/>
                  <a:pt x="5797" y="3986"/>
                </a:cubicBezTo>
                <a:lnTo>
                  <a:pt x="5797" y="8428"/>
                </a:lnTo>
                <a:lnTo>
                  <a:pt x="2710" y="7199"/>
                </a:lnTo>
                <a:cubicBezTo>
                  <a:pt x="2662" y="7184"/>
                  <a:pt x="2615" y="7176"/>
                  <a:pt x="2570" y="7176"/>
                </a:cubicBezTo>
                <a:cubicBezTo>
                  <a:pt x="2434" y="7176"/>
                  <a:pt x="2316" y="7247"/>
                  <a:pt x="2268" y="7388"/>
                </a:cubicBezTo>
                <a:cubicBezTo>
                  <a:pt x="2174" y="7609"/>
                  <a:pt x="2268" y="7798"/>
                  <a:pt x="2457" y="7861"/>
                </a:cubicBezTo>
                <a:lnTo>
                  <a:pt x="5135" y="8932"/>
                </a:lnTo>
                <a:lnTo>
                  <a:pt x="2615" y="9751"/>
                </a:lnTo>
                <a:lnTo>
                  <a:pt x="2930" y="9090"/>
                </a:lnTo>
                <a:cubicBezTo>
                  <a:pt x="2993" y="8901"/>
                  <a:pt x="2930" y="8712"/>
                  <a:pt x="2741" y="8617"/>
                </a:cubicBezTo>
                <a:cubicBezTo>
                  <a:pt x="2205" y="8397"/>
                  <a:pt x="1701" y="8271"/>
                  <a:pt x="1166" y="8271"/>
                </a:cubicBezTo>
                <a:cubicBezTo>
                  <a:pt x="1166" y="7798"/>
                  <a:pt x="1040" y="7325"/>
                  <a:pt x="882" y="6853"/>
                </a:cubicBezTo>
                <a:cubicBezTo>
                  <a:pt x="1323" y="6569"/>
                  <a:pt x="1701" y="6254"/>
                  <a:pt x="2016" y="5908"/>
                </a:cubicBezTo>
                <a:cubicBezTo>
                  <a:pt x="2457" y="6254"/>
                  <a:pt x="2962" y="6506"/>
                  <a:pt x="3560" y="6664"/>
                </a:cubicBezTo>
                <a:cubicBezTo>
                  <a:pt x="3596" y="6671"/>
                  <a:pt x="3631" y="6675"/>
                  <a:pt x="3665" y="6675"/>
                </a:cubicBezTo>
                <a:cubicBezTo>
                  <a:pt x="3784" y="6675"/>
                  <a:pt x="3889" y="6628"/>
                  <a:pt x="3938" y="6506"/>
                </a:cubicBezTo>
                <a:cubicBezTo>
                  <a:pt x="4316" y="5939"/>
                  <a:pt x="4411" y="5152"/>
                  <a:pt x="4379" y="4332"/>
                </a:cubicBezTo>
                <a:cubicBezTo>
                  <a:pt x="4348" y="3734"/>
                  <a:pt x="4190" y="3230"/>
                  <a:pt x="3938" y="2820"/>
                </a:cubicBezTo>
                <a:cubicBezTo>
                  <a:pt x="4694" y="2663"/>
                  <a:pt x="5356" y="2190"/>
                  <a:pt x="5828" y="1560"/>
                </a:cubicBezTo>
                <a:lnTo>
                  <a:pt x="6207" y="1056"/>
                </a:lnTo>
                <a:close/>
                <a:moveTo>
                  <a:pt x="6116" y="1"/>
                </a:moveTo>
                <a:cubicBezTo>
                  <a:pt x="6002" y="1"/>
                  <a:pt x="5892" y="48"/>
                  <a:pt x="5828" y="142"/>
                </a:cubicBezTo>
                <a:lnTo>
                  <a:pt x="5198" y="1150"/>
                </a:lnTo>
                <a:cubicBezTo>
                  <a:pt x="4789" y="1781"/>
                  <a:pt x="4064" y="2159"/>
                  <a:pt x="3277" y="2159"/>
                </a:cubicBezTo>
                <a:cubicBezTo>
                  <a:pt x="2962" y="2159"/>
                  <a:pt x="2804" y="2568"/>
                  <a:pt x="3056" y="2757"/>
                </a:cubicBezTo>
                <a:cubicBezTo>
                  <a:pt x="3371" y="3072"/>
                  <a:pt x="3592" y="3671"/>
                  <a:pt x="3623" y="4364"/>
                </a:cubicBezTo>
                <a:cubicBezTo>
                  <a:pt x="3686" y="4931"/>
                  <a:pt x="3592" y="5467"/>
                  <a:pt x="3434" y="5876"/>
                </a:cubicBezTo>
                <a:cubicBezTo>
                  <a:pt x="2962" y="5719"/>
                  <a:pt x="2520" y="5435"/>
                  <a:pt x="2174" y="5120"/>
                </a:cubicBezTo>
                <a:cubicBezTo>
                  <a:pt x="2103" y="5049"/>
                  <a:pt x="2019" y="5016"/>
                  <a:pt x="1937" y="5016"/>
                </a:cubicBezTo>
                <a:cubicBezTo>
                  <a:pt x="1837" y="5016"/>
                  <a:pt x="1739" y="5065"/>
                  <a:pt x="1670" y="5152"/>
                </a:cubicBezTo>
                <a:cubicBezTo>
                  <a:pt x="1323" y="5624"/>
                  <a:pt x="851" y="6065"/>
                  <a:pt x="252" y="6349"/>
                </a:cubicBezTo>
                <a:cubicBezTo>
                  <a:pt x="95" y="6412"/>
                  <a:pt x="0" y="6601"/>
                  <a:pt x="95" y="6790"/>
                </a:cubicBezTo>
                <a:cubicBezTo>
                  <a:pt x="347" y="7388"/>
                  <a:pt x="441" y="8018"/>
                  <a:pt x="410" y="8586"/>
                </a:cubicBezTo>
                <a:cubicBezTo>
                  <a:pt x="410" y="8712"/>
                  <a:pt x="441" y="8775"/>
                  <a:pt x="536" y="8838"/>
                </a:cubicBezTo>
                <a:cubicBezTo>
                  <a:pt x="630" y="8964"/>
                  <a:pt x="788" y="8964"/>
                  <a:pt x="945" y="8964"/>
                </a:cubicBezTo>
                <a:cubicBezTo>
                  <a:pt x="1355" y="8964"/>
                  <a:pt x="1701" y="9058"/>
                  <a:pt x="2111" y="9153"/>
                </a:cubicBezTo>
                <a:lnTo>
                  <a:pt x="1544" y="10224"/>
                </a:lnTo>
                <a:cubicBezTo>
                  <a:pt x="1406" y="10472"/>
                  <a:pt x="1606" y="10745"/>
                  <a:pt x="1870" y="10745"/>
                </a:cubicBezTo>
                <a:cubicBezTo>
                  <a:pt x="1907" y="10745"/>
                  <a:pt x="1946" y="10740"/>
                  <a:pt x="1985" y="10728"/>
                </a:cubicBezTo>
                <a:lnTo>
                  <a:pt x="5797" y="9499"/>
                </a:lnTo>
                <a:lnTo>
                  <a:pt x="5797" y="11894"/>
                </a:lnTo>
                <a:cubicBezTo>
                  <a:pt x="5797" y="12083"/>
                  <a:pt x="5955" y="12240"/>
                  <a:pt x="6144" y="12240"/>
                </a:cubicBezTo>
                <a:cubicBezTo>
                  <a:pt x="6364" y="12240"/>
                  <a:pt x="6522" y="12083"/>
                  <a:pt x="6522" y="11894"/>
                </a:cubicBezTo>
                <a:lnTo>
                  <a:pt x="6522" y="9499"/>
                </a:lnTo>
                <a:lnTo>
                  <a:pt x="10334" y="10728"/>
                </a:lnTo>
                <a:cubicBezTo>
                  <a:pt x="10382" y="10747"/>
                  <a:pt x="10431" y="10756"/>
                  <a:pt x="10476" y="10756"/>
                </a:cubicBezTo>
                <a:cubicBezTo>
                  <a:pt x="10726" y="10756"/>
                  <a:pt x="10908" y="10490"/>
                  <a:pt x="10775" y="10224"/>
                </a:cubicBezTo>
                <a:lnTo>
                  <a:pt x="10208" y="9153"/>
                </a:lnTo>
                <a:cubicBezTo>
                  <a:pt x="10554" y="9058"/>
                  <a:pt x="10964" y="8964"/>
                  <a:pt x="11342" y="8964"/>
                </a:cubicBezTo>
                <a:cubicBezTo>
                  <a:pt x="11387" y="8964"/>
                  <a:pt x="11432" y="8966"/>
                  <a:pt x="11476" y="8966"/>
                </a:cubicBezTo>
                <a:cubicBezTo>
                  <a:pt x="11587" y="8966"/>
                  <a:pt x="11693" y="8950"/>
                  <a:pt x="11783" y="8838"/>
                </a:cubicBezTo>
                <a:cubicBezTo>
                  <a:pt x="11846" y="8775"/>
                  <a:pt x="11909" y="8680"/>
                  <a:pt x="11909" y="8586"/>
                </a:cubicBezTo>
                <a:cubicBezTo>
                  <a:pt x="11877" y="7987"/>
                  <a:pt x="11972" y="7388"/>
                  <a:pt x="12224" y="6790"/>
                </a:cubicBezTo>
                <a:cubicBezTo>
                  <a:pt x="12287" y="6601"/>
                  <a:pt x="12224" y="6412"/>
                  <a:pt x="12003" y="6349"/>
                </a:cubicBezTo>
                <a:cubicBezTo>
                  <a:pt x="11436" y="6065"/>
                  <a:pt x="10964" y="5624"/>
                  <a:pt x="10586" y="5152"/>
                </a:cubicBezTo>
                <a:cubicBezTo>
                  <a:pt x="10534" y="5065"/>
                  <a:pt x="10434" y="5016"/>
                  <a:pt x="10329" y="5016"/>
                </a:cubicBezTo>
                <a:cubicBezTo>
                  <a:pt x="10243" y="5016"/>
                  <a:pt x="10153" y="5049"/>
                  <a:pt x="10082" y="5120"/>
                </a:cubicBezTo>
                <a:cubicBezTo>
                  <a:pt x="9735" y="5435"/>
                  <a:pt x="9294" y="5719"/>
                  <a:pt x="8821" y="5876"/>
                </a:cubicBezTo>
                <a:cubicBezTo>
                  <a:pt x="8664" y="5467"/>
                  <a:pt x="8601" y="4931"/>
                  <a:pt x="8632" y="4364"/>
                </a:cubicBezTo>
                <a:cubicBezTo>
                  <a:pt x="8664" y="3702"/>
                  <a:pt x="8916" y="3072"/>
                  <a:pt x="9231" y="2757"/>
                </a:cubicBezTo>
                <a:cubicBezTo>
                  <a:pt x="9452" y="2505"/>
                  <a:pt x="9294" y="2159"/>
                  <a:pt x="8979" y="2159"/>
                </a:cubicBezTo>
                <a:cubicBezTo>
                  <a:pt x="8191" y="2159"/>
                  <a:pt x="7498" y="1781"/>
                  <a:pt x="7057" y="1150"/>
                </a:cubicBezTo>
                <a:lnTo>
                  <a:pt x="6427" y="142"/>
                </a:lnTo>
                <a:cubicBezTo>
                  <a:pt x="6348" y="48"/>
                  <a:pt x="6230" y="1"/>
                  <a:pt x="61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22" name="Google Shape;11022;p66"/>
          <p:cNvSpPr/>
          <p:nvPr/>
        </p:nvSpPr>
        <p:spPr>
          <a:xfrm>
            <a:off x="2003329" y="2331824"/>
            <a:ext cx="473881" cy="359346"/>
          </a:xfrm>
          <a:custGeom>
            <a:rect l="l" t="t" r="r" b="b"/>
            <a:pathLst>
              <a:path w="12193" h="9246" extrusionOk="0">
                <a:moveTo>
                  <a:pt x="3781" y="1936"/>
                </a:moveTo>
                <a:lnTo>
                  <a:pt x="3907" y="2881"/>
                </a:lnTo>
                <a:lnTo>
                  <a:pt x="3466" y="2881"/>
                </a:lnTo>
                <a:lnTo>
                  <a:pt x="3781" y="1936"/>
                </a:lnTo>
                <a:close/>
                <a:moveTo>
                  <a:pt x="2489" y="3574"/>
                </a:moveTo>
                <a:lnTo>
                  <a:pt x="2017" y="4961"/>
                </a:lnTo>
                <a:cubicBezTo>
                  <a:pt x="1387" y="4771"/>
                  <a:pt x="914" y="4267"/>
                  <a:pt x="757" y="3574"/>
                </a:cubicBezTo>
                <a:close/>
                <a:moveTo>
                  <a:pt x="7877" y="3574"/>
                </a:moveTo>
                <a:lnTo>
                  <a:pt x="7877" y="3952"/>
                </a:lnTo>
                <a:cubicBezTo>
                  <a:pt x="7877" y="4425"/>
                  <a:pt x="7562" y="4835"/>
                  <a:pt x="7089" y="4961"/>
                </a:cubicBezTo>
                <a:cubicBezTo>
                  <a:pt x="7058" y="4835"/>
                  <a:pt x="7026" y="4740"/>
                  <a:pt x="6932" y="4614"/>
                </a:cubicBezTo>
                <a:lnTo>
                  <a:pt x="6302" y="3574"/>
                </a:lnTo>
                <a:close/>
                <a:moveTo>
                  <a:pt x="4033" y="3574"/>
                </a:moveTo>
                <a:lnTo>
                  <a:pt x="4222" y="4992"/>
                </a:lnTo>
                <a:lnTo>
                  <a:pt x="2773" y="4992"/>
                </a:lnTo>
                <a:lnTo>
                  <a:pt x="3246" y="3574"/>
                </a:lnTo>
                <a:close/>
                <a:moveTo>
                  <a:pt x="10712" y="3574"/>
                </a:moveTo>
                <a:cubicBezTo>
                  <a:pt x="11153" y="3637"/>
                  <a:pt x="11468" y="3952"/>
                  <a:pt x="11468" y="4330"/>
                </a:cubicBezTo>
                <a:cubicBezTo>
                  <a:pt x="11437" y="4740"/>
                  <a:pt x="11153" y="4992"/>
                  <a:pt x="10775" y="4992"/>
                </a:cubicBezTo>
                <a:cubicBezTo>
                  <a:pt x="10366" y="4992"/>
                  <a:pt x="10051" y="4677"/>
                  <a:pt x="10051" y="4299"/>
                </a:cubicBezTo>
                <a:cubicBezTo>
                  <a:pt x="10051" y="3889"/>
                  <a:pt x="10334" y="3574"/>
                  <a:pt x="10712" y="3574"/>
                </a:cubicBezTo>
                <a:close/>
                <a:moveTo>
                  <a:pt x="4537" y="2062"/>
                </a:moveTo>
                <a:lnTo>
                  <a:pt x="6365" y="4992"/>
                </a:lnTo>
                <a:cubicBezTo>
                  <a:pt x="6428" y="5118"/>
                  <a:pt x="6491" y="5244"/>
                  <a:pt x="6491" y="5370"/>
                </a:cubicBezTo>
                <a:cubicBezTo>
                  <a:pt x="6491" y="5748"/>
                  <a:pt x="6176" y="6063"/>
                  <a:pt x="5766" y="6063"/>
                </a:cubicBezTo>
                <a:cubicBezTo>
                  <a:pt x="5356" y="6063"/>
                  <a:pt x="5104" y="5843"/>
                  <a:pt x="5010" y="5465"/>
                </a:cubicBezTo>
                <a:lnTo>
                  <a:pt x="4537" y="2062"/>
                </a:lnTo>
                <a:close/>
                <a:moveTo>
                  <a:pt x="9515" y="3543"/>
                </a:moveTo>
                <a:cubicBezTo>
                  <a:pt x="9389" y="3732"/>
                  <a:pt x="9295" y="3984"/>
                  <a:pt x="9295" y="4236"/>
                </a:cubicBezTo>
                <a:cubicBezTo>
                  <a:pt x="9295" y="5024"/>
                  <a:pt x="9925" y="5654"/>
                  <a:pt x="10712" y="5654"/>
                </a:cubicBezTo>
                <a:lnTo>
                  <a:pt x="10870" y="5654"/>
                </a:lnTo>
                <a:lnTo>
                  <a:pt x="10397" y="6693"/>
                </a:lnTo>
                <a:cubicBezTo>
                  <a:pt x="10303" y="6977"/>
                  <a:pt x="10019" y="7134"/>
                  <a:pt x="9704" y="7134"/>
                </a:cubicBezTo>
                <a:lnTo>
                  <a:pt x="4663" y="7134"/>
                </a:lnTo>
                <a:cubicBezTo>
                  <a:pt x="3781" y="7134"/>
                  <a:pt x="3088" y="6504"/>
                  <a:pt x="2931" y="5717"/>
                </a:cubicBezTo>
                <a:lnTo>
                  <a:pt x="4348" y="5717"/>
                </a:lnTo>
                <a:cubicBezTo>
                  <a:pt x="4506" y="6347"/>
                  <a:pt x="5041" y="6788"/>
                  <a:pt x="5734" y="6788"/>
                </a:cubicBezTo>
                <a:cubicBezTo>
                  <a:pt x="6396" y="6788"/>
                  <a:pt x="6932" y="6315"/>
                  <a:pt x="7089" y="5654"/>
                </a:cubicBezTo>
                <a:cubicBezTo>
                  <a:pt x="7940" y="5496"/>
                  <a:pt x="8570" y="4803"/>
                  <a:pt x="8570" y="3889"/>
                </a:cubicBezTo>
                <a:lnTo>
                  <a:pt x="8570" y="3543"/>
                </a:lnTo>
                <a:close/>
                <a:moveTo>
                  <a:pt x="3928" y="1"/>
                </a:moveTo>
                <a:cubicBezTo>
                  <a:pt x="3795" y="1"/>
                  <a:pt x="3661" y="81"/>
                  <a:pt x="3592" y="235"/>
                </a:cubicBezTo>
                <a:lnTo>
                  <a:pt x="2742" y="2850"/>
                </a:lnTo>
                <a:lnTo>
                  <a:pt x="379" y="2850"/>
                </a:lnTo>
                <a:cubicBezTo>
                  <a:pt x="158" y="2850"/>
                  <a:pt x="1" y="3007"/>
                  <a:pt x="1" y="3196"/>
                </a:cubicBezTo>
                <a:cubicBezTo>
                  <a:pt x="1" y="4330"/>
                  <a:pt x="757" y="5276"/>
                  <a:pt x="1828" y="5591"/>
                </a:cubicBezTo>
                <a:lnTo>
                  <a:pt x="851" y="8552"/>
                </a:lnTo>
                <a:lnTo>
                  <a:pt x="379" y="8552"/>
                </a:lnTo>
                <a:cubicBezTo>
                  <a:pt x="158" y="8552"/>
                  <a:pt x="1" y="8710"/>
                  <a:pt x="1" y="8899"/>
                </a:cubicBezTo>
                <a:cubicBezTo>
                  <a:pt x="1" y="9088"/>
                  <a:pt x="158" y="9245"/>
                  <a:pt x="379" y="9245"/>
                </a:cubicBezTo>
                <a:lnTo>
                  <a:pt x="1072" y="9245"/>
                </a:lnTo>
                <a:cubicBezTo>
                  <a:pt x="1229" y="9245"/>
                  <a:pt x="1355" y="9182"/>
                  <a:pt x="1450" y="9025"/>
                </a:cubicBezTo>
                <a:lnTo>
                  <a:pt x="2332" y="6252"/>
                </a:lnTo>
                <a:cubicBezTo>
                  <a:pt x="2710" y="7166"/>
                  <a:pt x="3592" y="7827"/>
                  <a:pt x="4663" y="7827"/>
                </a:cubicBezTo>
                <a:lnTo>
                  <a:pt x="6837" y="7827"/>
                </a:lnTo>
                <a:lnTo>
                  <a:pt x="6554" y="8552"/>
                </a:lnTo>
                <a:lnTo>
                  <a:pt x="6081" y="8552"/>
                </a:lnTo>
                <a:cubicBezTo>
                  <a:pt x="5892" y="8552"/>
                  <a:pt x="5734" y="8710"/>
                  <a:pt x="5734" y="8899"/>
                </a:cubicBezTo>
                <a:cubicBezTo>
                  <a:pt x="5734" y="9088"/>
                  <a:pt x="5892" y="9245"/>
                  <a:pt x="6081" y="9245"/>
                </a:cubicBezTo>
                <a:lnTo>
                  <a:pt x="6806" y="9245"/>
                </a:lnTo>
                <a:cubicBezTo>
                  <a:pt x="6963" y="9245"/>
                  <a:pt x="7058" y="9182"/>
                  <a:pt x="7121" y="9025"/>
                </a:cubicBezTo>
                <a:lnTo>
                  <a:pt x="7593" y="7796"/>
                </a:lnTo>
                <a:lnTo>
                  <a:pt x="8853" y="7796"/>
                </a:lnTo>
                <a:lnTo>
                  <a:pt x="9326" y="9025"/>
                </a:lnTo>
                <a:cubicBezTo>
                  <a:pt x="9358" y="9151"/>
                  <a:pt x="9515" y="9245"/>
                  <a:pt x="9641" y="9245"/>
                </a:cubicBezTo>
                <a:lnTo>
                  <a:pt x="10334" y="9245"/>
                </a:lnTo>
                <a:cubicBezTo>
                  <a:pt x="10523" y="9245"/>
                  <a:pt x="10681" y="9088"/>
                  <a:pt x="10681" y="8899"/>
                </a:cubicBezTo>
                <a:cubicBezTo>
                  <a:pt x="10681" y="8710"/>
                  <a:pt x="10523" y="8552"/>
                  <a:pt x="10334" y="8552"/>
                </a:cubicBezTo>
                <a:lnTo>
                  <a:pt x="9862" y="8552"/>
                </a:lnTo>
                <a:lnTo>
                  <a:pt x="9578" y="7827"/>
                </a:lnTo>
                <a:lnTo>
                  <a:pt x="9641" y="7827"/>
                </a:lnTo>
                <a:cubicBezTo>
                  <a:pt x="10208" y="7827"/>
                  <a:pt x="10744" y="7512"/>
                  <a:pt x="10964" y="7008"/>
                </a:cubicBezTo>
                <a:lnTo>
                  <a:pt x="11941" y="5055"/>
                </a:lnTo>
                <a:cubicBezTo>
                  <a:pt x="12067" y="4835"/>
                  <a:pt x="12098" y="4614"/>
                  <a:pt x="12098" y="4362"/>
                </a:cubicBezTo>
                <a:cubicBezTo>
                  <a:pt x="12193" y="4362"/>
                  <a:pt x="12193" y="4330"/>
                  <a:pt x="12193" y="4330"/>
                </a:cubicBezTo>
                <a:cubicBezTo>
                  <a:pt x="12130" y="3543"/>
                  <a:pt x="11468" y="2881"/>
                  <a:pt x="10681" y="2881"/>
                </a:cubicBezTo>
                <a:lnTo>
                  <a:pt x="10082" y="2881"/>
                </a:lnTo>
                <a:cubicBezTo>
                  <a:pt x="10240" y="2062"/>
                  <a:pt x="10996" y="1463"/>
                  <a:pt x="11815" y="1463"/>
                </a:cubicBezTo>
                <a:cubicBezTo>
                  <a:pt x="12035" y="1463"/>
                  <a:pt x="12193" y="1306"/>
                  <a:pt x="12193" y="1117"/>
                </a:cubicBezTo>
                <a:cubicBezTo>
                  <a:pt x="12193" y="896"/>
                  <a:pt x="12035" y="739"/>
                  <a:pt x="11815" y="739"/>
                </a:cubicBezTo>
                <a:cubicBezTo>
                  <a:pt x="10555" y="739"/>
                  <a:pt x="9547" y="1684"/>
                  <a:pt x="9358" y="2881"/>
                </a:cubicBezTo>
                <a:lnTo>
                  <a:pt x="5829" y="2881"/>
                </a:lnTo>
                <a:lnTo>
                  <a:pt x="4222" y="203"/>
                </a:lnTo>
                <a:lnTo>
                  <a:pt x="4222" y="172"/>
                </a:lnTo>
                <a:cubicBezTo>
                  <a:pt x="4150" y="57"/>
                  <a:pt x="4039" y="1"/>
                  <a:pt x="39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023" name="Google Shape;11023;p66"/>
          <p:cNvGrpSpPr/>
          <p:nvPr/>
        </p:nvGrpSpPr>
        <p:grpSpPr>
          <a:xfrm>
            <a:off x="2001521" y="2851506"/>
            <a:ext cx="479983" cy="472676"/>
            <a:chOff x="-20550425" y="2789350"/>
            <a:chExt cx="308750" cy="304050"/>
          </a:xfrm>
        </p:grpSpPr>
        <p:sp>
          <p:nvSpPr>
            <p:cNvPr id="11024" name="Google Shape;11024;p66"/>
            <p:cNvSpPr/>
            <p:nvPr/>
          </p:nvSpPr>
          <p:spPr>
            <a:xfrm>
              <a:off x="-20550425" y="2824800"/>
              <a:ext cx="308750" cy="268600"/>
            </a:xfrm>
            <a:custGeom>
              <a:rect l="l" t="t" r="r" b="b"/>
              <a:pathLst>
                <a:path w="12350" h="10744" extrusionOk="0">
                  <a:moveTo>
                    <a:pt x="2962" y="662"/>
                  </a:moveTo>
                  <a:cubicBezTo>
                    <a:pt x="3403" y="662"/>
                    <a:pt x="3718" y="1009"/>
                    <a:pt x="3686" y="1450"/>
                  </a:cubicBezTo>
                  <a:cubicBezTo>
                    <a:pt x="3529" y="1481"/>
                    <a:pt x="3403" y="1576"/>
                    <a:pt x="3277" y="1670"/>
                  </a:cubicBezTo>
                  <a:cubicBezTo>
                    <a:pt x="3119" y="1828"/>
                    <a:pt x="3119" y="2048"/>
                    <a:pt x="3277" y="2206"/>
                  </a:cubicBezTo>
                  <a:cubicBezTo>
                    <a:pt x="3355" y="2285"/>
                    <a:pt x="3442" y="2324"/>
                    <a:pt x="3529" y="2324"/>
                  </a:cubicBezTo>
                  <a:cubicBezTo>
                    <a:pt x="3615" y="2324"/>
                    <a:pt x="3702" y="2285"/>
                    <a:pt x="3781" y="2206"/>
                  </a:cubicBezTo>
                  <a:cubicBezTo>
                    <a:pt x="3844" y="2174"/>
                    <a:pt x="3907" y="2111"/>
                    <a:pt x="3938" y="2111"/>
                  </a:cubicBezTo>
                  <a:lnTo>
                    <a:pt x="4064" y="2111"/>
                  </a:lnTo>
                  <a:cubicBezTo>
                    <a:pt x="4190" y="2111"/>
                    <a:pt x="4316" y="2237"/>
                    <a:pt x="4379" y="2363"/>
                  </a:cubicBezTo>
                  <a:cubicBezTo>
                    <a:pt x="4474" y="2584"/>
                    <a:pt x="4316" y="2836"/>
                    <a:pt x="4064" y="2836"/>
                  </a:cubicBezTo>
                  <a:lnTo>
                    <a:pt x="1953" y="2836"/>
                  </a:lnTo>
                  <a:cubicBezTo>
                    <a:pt x="1544" y="2836"/>
                    <a:pt x="1386" y="2489"/>
                    <a:pt x="1607" y="2237"/>
                  </a:cubicBezTo>
                  <a:cubicBezTo>
                    <a:pt x="1701" y="2174"/>
                    <a:pt x="1764" y="2111"/>
                    <a:pt x="1859" y="2111"/>
                  </a:cubicBezTo>
                  <a:lnTo>
                    <a:pt x="1985" y="2111"/>
                  </a:lnTo>
                  <a:cubicBezTo>
                    <a:pt x="2048" y="2111"/>
                    <a:pt x="2111" y="2174"/>
                    <a:pt x="2142" y="2206"/>
                  </a:cubicBezTo>
                  <a:cubicBezTo>
                    <a:pt x="2221" y="2285"/>
                    <a:pt x="2308" y="2324"/>
                    <a:pt x="2394" y="2324"/>
                  </a:cubicBezTo>
                  <a:cubicBezTo>
                    <a:pt x="2481" y="2324"/>
                    <a:pt x="2568" y="2285"/>
                    <a:pt x="2646" y="2206"/>
                  </a:cubicBezTo>
                  <a:cubicBezTo>
                    <a:pt x="2804" y="2048"/>
                    <a:pt x="2804" y="1828"/>
                    <a:pt x="2646" y="1670"/>
                  </a:cubicBezTo>
                  <a:cubicBezTo>
                    <a:pt x="2520" y="1576"/>
                    <a:pt x="2426" y="1481"/>
                    <a:pt x="2268" y="1450"/>
                  </a:cubicBezTo>
                  <a:lnTo>
                    <a:pt x="2268" y="1387"/>
                  </a:lnTo>
                  <a:cubicBezTo>
                    <a:pt x="2268" y="977"/>
                    <a:pt x="2583" y="662"/>
                    <a:pt x="2962" y="662"/>
                  </a:cubicBezTo>
                  <a:close/>
                  <a:moveTo>
                    <a:pt x="5009" y="2899"/>
                  </a:moveTo>
                  <a:cubicBezTo>
                    <a:pt x="5198" y="2994"/>
                    <a:pt x="5324" y="3120"/>
                    <a:pt x="5387" y="3309"/>
                  </a:cubicBezTo>
                  <a:lnTo>
                    <a:pt x="6553" y="5860"/>
                  </a:lnTo>
                  <a:lnTo>
                    <a:pt x="6112" y="6302"/>
                  </a:lnTo>
                  <a:lnTo>
                    <a:pt x="4915" y="5104"/>
                  </a:lnTo>
                  <a:cubicBezTo>
                    <a:pt x="4836" y="5026"/>
                    <a:pt x="4749" y="4986"/>
                    <a:pt x="4663" y="4986"/>
                  </a:cubicBezTo>
                  <a:cubicBezTo>
                    <a:pt x="4576" y="4986"/>
                    <a:pt x="4490" y="5026"/>
                    <a:pt x="4411" y="5104"/>
                  </a:cubicBezTo>
                  <a:lnTo>
                    <a:pt x="3245" y="6302"/>
                  </a:lnTo>
                  <a:lnTo>
                    <a:pt x="2804" y="5860"/>
                  </a:lnTo>
                  <a:lnTo>
                    <a:pt x="3812" y="3592"/>
                  </a:lnTo>
                  <a:cubicBezTo>
                    <a:pt x="4033" y="3592"/>
                    <a:pt x="4411" y="3592"/>
                    <a:pt x="4757" y="3277"/>
                  </a:cubicBezTo>
                  <a:cubicBezTo>
                    <a:pt x="4883" y="3151"/>
                    <a:pt x="4978" y="3025"/>
                    <a:pt x="5009" y="2899"/>
                  </a:cubicBezTo>
                  <a:close/>
                  <a:moveTo>
                    <a:pt x="4694" y="5829"/>
                  </a:moveTo>
                  <a:lnTo>
                    <a:pt x="5860" y="6995"/>
                  </a:lnTo>
                  <a:cubicBezTo>
                    <a:pt x="5955" y="7073"/>
                    <a:pt x="6049" y="7113"/>
                    <a:pt x="6140" y="7113"/>
                  </a:cubicBezTo>
                  <a:cubicBezTo>
                    <a:pt x="6230" y="7113"/>
                    <a:pt x="6317" y="7073"/>
                    <a:pt x="6396" y="6995"/>
                  </a:cubicBezTo>
                  <a:lnTo>
                    <a:pt x="6868" y="6522"/>
                  </a:lnTo>
                  <a:lnTo>
                    <a:pt x="8443" y="9988"/>
                  </a:lnTo>
                  <a:lnTo>
                    <a:pt x="945" y="9988"/>
                  </a:lnTo>
                  <a:lnTo>
                    <a:pt x="2520" y="6522"/>
                  </a:lnTo>
                  <a:lnTo>
                    <a:pt x="2993" y="6995"/>
                  </a:lnTo>
                  <a:cubicBezTo>
                    <a:pt x="3072" y="7073"/>
                    <a:pt x="3158" y="7113"/>
                    <a:pt x="3245" y="7113"/>
                  </a:cubicBezTo>
                  <a:cubicBezTo>
                    <a:pt x="3332" y="7113"/>
                    <a:pt x="3418" y="7073"/>
                    <a:pt x="3497" y="6995"/>
                  </a:cubicBezTo>
                  <a:lnTo>
                    <a:pt x="4694" y="5829"/>
                  </a:lnTo>
                  <a:close/>
                  <a:moveTo>
                    <a:pt x="8270" y="4986"/>
                  </a:moveTo>
                  <a:cubicBezTo>
                    <a:pt x="8554" y="4986"/>
                    <a:pt x="8837" y="5120"/>
                    <a:pt x="8979" y="5388"/>
                  </a:cubicBezTo>
                  <a:lnTo>
                    <a:pt x="11310" y="9988"/>
                  </a:lnTo>
                  <a:lnTo>
                    <a:pt x="9231" y="9988"/>
                  </a:lnTo>
                  <a:lnTo>
                    <a:pt x="7341" y="5860"/>
                  </a:lnTo>
                  <a:lnTo>
                    <a:pt x="7561" y="5388"/>
                  </a:lnTo>
                  <a:cubicBezTo>
                    <a:pt x="7703" y="5120"/>
                    <a:pt x="7987" y="4986"/>
                    <a:pt x="8270" y="4986"/>
                  </a:cubicBezTo>
                  <a:close/>
                  <a:moveTo>
                    <a:pt x="2962" y="1"/>
                  </a:moveTo>
                  <a:cubicBezTo>
                    <a:pt x="2174" y="1"/>
                    <a:pt x="1512" y="662"/>
                    <a:pt x="1544" y="1481"/>
                  </a:cubicBezTo>
                  <a:cubicBezTo>
                    <a:pt x="1166" y="1639"/>
                    <a:pt x="851" y="2048"/>
                    <a:pt x="851" y="2521"/>
                  </a:cubicBezTo>
                  <a:cubicBezTo>
                    <a:pt x="851" y="3120"/>
                    <a:pt x="1323" y="3592"/>
                    <a:pt x="1890" y="3592"/>
                  </a:cubicBezTo>
                  <a:lnTo>
                    <a:pt x="3151" y="3592"/>
                  </a:lnTo>
                  <a:lnTo>
                    <a:pt x="126" y="10240"/>
                  </a:lnTo>
                  <a:cubicBezTo>
                    <a:pt x="0" y="10460"/>
                    <a:pt x="189" y="10744"/>
                    <a:pt x="441" y="10744"/>
                  </a:cubicBezTo>
                  <a:lnTo>
                    <a:pt x="11909" y="10744"/>
                  </a:lnTo>
                  <a:cubicBezTo>
                    <a:pt x="12161" y="10744"/>
                    <a:pt x="12350" y="10460"/>
                    <a:pt x="12224" y="10240"/>
                  </a:cubicBezTo>
                  <a:lnTo>
                    <a:pt x="9609" y="5073"/>
                  </a:lnTo>
                  <a:cubicBezTo>
                    <a:pt x="9339" y="4533"/>
                    <a:pt x="8814" y="4265"/>
                    <a:pt x="8290" y="4265"/>
                  </a:cubicBezTo>
                  <a:cubicBezTo>
                    <a:pt x="7774" y="4265"/>
                    <a:pt x="7260" y="4525"/>
                    <a:pt x="6994" y="5041"/>
                  </a:cubicBezTo>
                  <a:lnTo>
                    <a:pt x="6081" y="2994"/>
                  </a:lnTo>
                  <a:cubicBezTo>
                    <a:pt x="5860" y="2552"/>
                    <a:pt x="5482" y="2237"/>
                    <a:pt x="5041" y="2174"/>
                  </a:cubicBezTo>
                  <a:cubicBezTo>
                    <a:pt x="5009" y="2017"/>
                    <a:pt x="4883" y="1859"/>
                    <a:pt x="4789" y="1733"/>
                  </a:cubicBezTo>
                  <a:cubicBezTo>
                    <a:pt x="4663" y="1607"/>
                    <a:pt x="4537" y="1544"/>
                    <a:pt x="4379" y="1481"/>
                  </a:cubicBezTo>
                  <a:cubicBezTo>
                    <a:pt x="4411" y="662"/>
                    <a:pt x="3781" y="1"/>
                    <a:pt x="29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25" name="Google Shape;11025;p66"/>
            <p:cNvSpPr/>
            <p:nvPr/>
          </p:nvSpPr>
          <p:spPr>
            <a:xfrm>
              <a:off x="-20388176" y="2789350"/>
              <a:ext cx="144150" cy="106350"/>
            </a:xfrm>
            <a:custGeom>
              <a:rect l="l" t="t" r="r" b="b"/>
              <a:pathLst>
                <a:path w="5766" h="4254" extrusionOk="0">
                  <a:moveTo>
                    <a:pt x="3938" y="662"/>
                  </a:moveTo>
                  <a:cubicBezTo>
                    <a:pt x="4537" y="662"/>
                    <a:pt x="5009" y="1135"/>
                    <a:pt x="5009" y="1734"/>
                  </a:cubicBezTo>
                  <a:cubicBezTo>
                    <a:pt x="5009" y="2238"/>
                    <a:pt x="4694" y="2647"/>
                    <a:pt x="4222" y="2742"/>
                  </a:cubicBezTo>
                  <a:cubicBezTo>
                    <a:pt x="4190" y="2647"/>
                    <a:pt x="4096" y="2490"/>
                    <a:pt x="4001" y="2395"/>
                  </a:cubicBezTo>
                  <a:cubicBezTo>
                    <a:pt x="3875" y="2269"/>
                    <a:pt x="3749" y="2206"/>
                    <a:pt x="3592" y="2175"/>
                  </a:cubicBezTo>
                  <a:lnTo>
                    <a:pt x="3592" y="2080"/>
                  </a:lnTo>
                  <a:cubicBezTo>
                    <a:pt x="3592" y="1639"/>
                    <a:pt x="3403" y="1293"/>
                    <a:pt x="3119" y="1009"/>
                  </a:cubicBezTo>
                  <a:cubicBezTo>
                    <a:pt x="3371" y="820"/>
                    <a:pt x="3623" y="662"/>
                    <a:pt x="3938" y="662"/>
                  </a:cubicBezTo>
                  <a:close/>
                  <a:moveTo>
                    <a:pt x="2174" y="1387"/>
                  </a:moveTo>
                  <a:cubicBezTo>
                    <a:pt x="2584" y="1387"/>
                    <a:pt x="2899" y="1702"/>
                    <a:pt x="2899" y="2080"/>
                  </a:cubicBezTo>
                  <a:lnTo>
                    <a:pt x="2899" y="2175"/>
                  </a:lnTo>
                  <a:cubicBezTo>
                    <a:pt x="2741" y="2206"/>
                    <a:pt x="2615" y="2269"/>
                    <a:pt x="2489" y="2395"/>
                  </a:cubicBezTo>
                  <a:cubicBezTo>
                    <a:pt x="2331" y="2553"/>
                    <a:pt x="2331" y="2742"/>
                    <a:pt x="2489" y="2899"/>
                  </a:cubicBezTo>
                  <a:cubicBezTo>
                    <a:pt x="2568" y="2978"/>
                    <a:pt x="2662" y="3017"/>
                    <a:pt x="2757" y="3017"/>
                  </a:cubicBezTo>
                  <a:cubicBezTo>
                    <a:pt x="2851" y="3017"/>
                    <a:pt x="2946" y="2978"/>
                    <a:pt x="3025" y="2899"/>
                  </a:cubicBezTo>
                  <a:cubicBezTo>
                    <a:pt x="3056" y="2868"/>
                    <a:pt x="3119" y="2836"/>
                    <a:pt x="3182" y="2836"/>
                  </a:cubicBezTo>
                  <a:lnTo>
                    <a:pt x="3277" y="2836"/>
                  </a:lnTo>
                  <a:cubicBezTo>
                    <a:pt x="3371" y="2836"/>
                    <a:pt x="3434" y="2868"/>
                    <a:pt x="3529" y="2962"/>
                  </a:cubicBezTo>
                  <a:cubicBezTo>
                    <a:pt x="3749" y="3183"/>
                    <a:pt x="3592" y="3529"/>
                    <a:pt x="3277" y="3529"/>
                  </a:cubicBezTo>
                  <a:lnTo>
                    <a:pt x="1166" y="3529"/>
                  </a:lnTo>
                  <a:cubicBezTo>
                    <a:pt x="977" y="3529"/>
                    <a:pt x="756" y="3340"/>
                    <a:pt x="819" y="3151"/>
                  </a:cubicBezTo>
                  <a:lnTo>
                    <a:pt x="819" y="3120"/>
                  </a:lnTo>
                  <a:cubicBezTo>
                    <a:pt x="851" y="2962"/>
                    <a:pt x="977" y="2836"/>
                    <a:pt x="1134" y="2805"/>
                  </a:cubicBezTo>
                  <a:lnTo>
                    <a:pt x="1229" y="2805"/>
                  </a:lnTo>
                  <a:cubicBezTo>
                    <a:pt x="1323" y="2805"/>
                    <a:pt x="1355" y="2836"/>
                    <a:pt x="1386" y="2868"/>
                  </a:cubicBezTo>
                  <a:cubicBezTo>
                    <a:pt x="1465" y="2947"/>
                    <a:pt x="1560" y="2986"/>
                    <a:pt x="1654" y="2986"/>
                  </a:cubicBezTo>
                  <a:cubicBezTo>
                    <a:pt x="1749" y="2986"/>
                    <a:pt x="1843" y="2947"/>
                    <a:pt x="1922" y="2868"/>
                  </a:cubicBezTo>
                  <a:cubicBezTo>
                    <a:pt x="2079" y="2710"/>
                    <a:pt x="2079" y="2521"/>
                    <a:pt x="1922" y="2364"/>
                  </a:cubicBezTo>
                  <a:cubicBezTo>
                    <a:pt x="1796" y="2238"/>
                    <a:pt x="1670" y="2175"/>
                    <a:pt x="1512" y="2112"/>
                  </a:cubicBezTo>
                  <a:cubicBezTo>
                    <a:pt x="1418" y="1734"/>
                    <a:pt x="1733" y="1387"/>
                    <a:pt x="2174" y="1387"/>
                  </a:cubicBezTo>
                  <a:close/>
                  <a:moveTo>
                    <a:pt x="4001" y="1"/>
                  </a:moveTo>
                  <a:cubicBezTo>
                    <a:pt x="3403" y="1"/>
                    <a:pt x="2836" y="284"/>
                    <a:pt x="2520" y="757"/>
                  </a:cubicBezTo>
                  <a:cubicBezTo>
                    <a:pt x="2426" y="694"/>
                    <a:pt x="2331" y="694"/>
                    <a:pt x="2205" y="694"/>
                  </a:cubicBezTo>
                  <a:cubicBezTo>
                    <a:pt x="1386" y="694"/>
                    <a:pt x="756" y="1387"/>
                    <a:pt x="788" y="2206"/>
                  </a:cubicBezTo>
                  <a:cubicBezTo>
                    <a:pt x="378" y="2269"/>
                    <a:pt x="63" y="2679"/>
                    <a:pt x="63" y="3120"/>
                  </a:cubicBezTo>
                  <a:cubicBezTo>
                    <a:pt x="0" y="3687"/>
                    <a:pt x="473" y="4222"/>
                    <a:pt x="1071" y="4254"/>
                  </a:cubicBezTo>
                  <a:lnTo>
                    <a:pt x="3434" y="4254"/>
                  </a:lnTo>
                  <a:cubicBezTo>
                    <a:pt x="3844" y="4159"/>
                    <a:pt x="4159" y="3907"/>
                    <a:pt x="4253" y="3529"/>
                  </a:cubicBezTo>
                  <a:cubicBezTo>
                    <a:pt x="5104" y="3372"/>
                    <a:pt x="5766" y="2679"/>
                    <a:pt x="5766" y="1765"/>
                  </a:cubicBezTo>
                  <a:cubicBezTo>
                    <a:pt x="5766" y="788"/>
                    <a:pt x="4978" y="1"/>
                    <a:pt x="4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26" name="Google Shape;11026;p66"/>
          <p:cNvGrpSpPr/>
          <p:nvPr/>
        </p:nvGrpSpPr>
        <p:grpSpPr>
          <a:xfrm>
            <a:off x="4916888" y="1688158"/>
            <a:ext cx="473920" cy="474192"/>
            <a:chOff x="-18666450" y="2059825"/>
            <a:chExt cx="304850" cy="305025"/>
          </a:xfrm>
        </p:grpSpPr>
        <p:sp>
          <p:nvSpPr>
            <p:cNvPr id="11027" name="Google Shape;11027;p66"/>
            <p:cNvSpPr/>
            <p:nvPr/>
          </p:nvSpPr>
          <p:spPr>
            <a:xfrm>
              <a:off x="-18471100" y="2202575"/>
              <a:ext cx="18125" cy="70925"/>
            </a:xfrm>
            <a:custGeom>
              <a:rect l="l" t="t" r="r" b="b"/>
              <a:pathLst>
                <a:path w="725" h="2837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cubicBezTo>
                    <a:pt x="567" y="2836"/>
                    <a:pt x="725" y="2679"/>
                    <a:pt x="725" y="2490"/>
                  </a:cubicBezTo>
                  <a:lnTo>
                    <a:pt x="725" y="347"/>
                  </a:lnTo>
                  <a:cubicBezTo>
                    <a:pt x="725" y="190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28" name="Google Shape;11028;p66"/>
            <p:cNvSpPr/>
            <p:nvPr/>
          </p:nvSpPr>
          <p:spPr>
            <a:xfrm>
              <a:off x="-18666450" y="2059825"/>
              <a:ext cx="304850" cy="305025"/>
            </a:xfrm>
            <a:custGeom>
              <a:rect l="l" t="t" r="r" b="b"/>
              <a:pathLst>
                <a:path w="12194" h="12201" extrusionOk="0">
                  <a:moveTo>
                    <a:pt x="8539" y="859"/>
                  </a:moveTo>
                  <a:cubicBezTo>
                    <a:pt x="8728" y="1017"/>
                    <a:pt x="8948" y="1300"/>
                    <a:pt x="9106" y="1647"/>
                  </a:cubicBezTo>
                  <a:cubicBezTo>
                    <a:pt x="8759" y="2088"/>
                    <a:pt x="8539" y="2623"/>
                    <a:pt x="8539" y="3253"/>
                  </a:cubicBezTo>
                  <a:lnTo>
                    <a:pt x="8539" y="3505"/>
                  </a:lnTo>
                  <a:cubicBezTo>
                    <a:pt x="8255" y="3222"/>
                    <a:pt x="7814" y="2749"/>
                    <a:pt x="7814" y="2214"/>
                  </a:cubicBezTo>
                  <a:cubicBezTo>
                    <a:pt x="7814" y="1615"/>
                    <a:pt x="8255" y="1111"/>
                    <a:pt x="8539" y="859"/>
                  </a:cubicBezTo>
                  <a:close/>
                  <a:moveTo>
                    <a:pt x="2080" y="2151"/>
                  </a:moveTo>
                  <a:lnTo>
                    <a:pt x="2080" y="2529"/>
                  </a:lnTo>
                  <a:cubicBezTo>
                    <a:pt x="2080" y="3096"/>
                    <a:pt x="1608" y="3568"/>
                    <a:pt x="1009" y="3568"/>
                  </a:cubicBezTo>
                  <a:lnTo>
                    <a:pt x="663" y="3568"/>
                  </a:lnTo>
                  <a:lnTo>
                    <a:pt x="663" y="3222"/>
                  </a:lnTo>
                  <a:cubicBezTo>
                    <a:pt x="663" y="2623"/>
                    <a:pt x="1135" y="2151"/>
                    <a:pt x="1702" y="2151"/>
                  </a:cubicBezTo>
                  <a:close/>
                  <a:moveTo>
                    <a:pt x="11374" y="1458"/>
                  </a:moveTo>
                  <a:lnTo>
                    <a:pt x="11374" y="1804"/>
                  </a:lnTo>
                  <a:cubicBezTo>
                    <a:pt x="11374" y="2749"/>
                    <a:pt x="10650" y="3505"/>
                    <a:pt x="9736" y="3568"/>
                  </a:cubicBezTo>
                  <a:lnTo>
                    <a:pt x="10587" y="2749"/>
                  </a:lnTo>
                  <a:cubicBezTo>
                    <a:pt x="10744" y="2592"/>
                    <a:pt x="10744" y="2403"/>
                    <a:pt x="10587" y="2245"/>
                  </a:cubicBezTo>
                  <a:cubicBezTo>
                    <a:pt x="10508" y="2166"/>
                    <a:pt x="10413" y="2127"/>
                    <a:pt x="10319" y="2127"/>
                  </a:cubicBezTo>
                  <a:cubicBezTo>
                    <a:pt x="10224" y="2127"/>
                    <a:pt x="10130" y="2166"/>
                    <a:pt x="10051" y="2245"/>
                  </a:cubicBezTo>
                  <a:lnTo>
                    <a:pt x="9232" y="3064"/>
                  </a:lnTo>
                  <a:cubicBezTo>
                    <a:pt x="9326" y="2151"/>
                    <a:pt x="10051" y="1458"/>
                    <a:pt x="11028" y="1458"/>
                  </a:cubicBezTo>
                  <a:close/>
                  <a:moveTo>
                    <a:pt x="663" y="4356"/>
                  </a:moveTo>
                  <a:cubicBezTo>
                    <a:pt x="1072" y="4514"/>
                    <a:pt x="1356" y="4923"/>
                    <a:pt x="1356" y="5396"/>
                  </a:cubicBezTo>
                  <a:lnTo>
                    <a:pt x="1356" y="6089"/>
                  </a:lnTo>
                  <a:cubicBezTo>
                    <a:pt x="1356" y="7097"/>
                    <a:pt x="2143" y="7885"/>
                    <a:pt x="3120" y="7885"/>
                  </a:cubicBezTo>
                  <a:lnTo>
                    <a:pt x="4191" y="7885"/>
                  </a:lnTo>
                  <a:cubicBezTo>
                    <a:pt x="4601" y="7885"/>
                    <a:pt x="4916" y="8200"/>
                    <a:pt x="4916" y="8578"/>
                  </a:cubicBezTo>
                  <a:cubicBezTo>
                    <a:pt x="4916" y="8987"/>
                    <a:pt x="4601" y="9302"/>
                    <a:pt x="4191" y="9302"/>
                  </a:cubicBezTo>
                  <a:lnTo>
                    <a:pt x="3845" y="9302"/>
                  </a:lnTo>
                  <a:cubicBezTo>
                    <a:pt x="2080" y="9302"/>
                    <a:pt x="663" y="7822"/>
                    <a:pt x="663" y="6089"/>
                  </a:cubicBezTo>
                  <a:lnTo>
                    <a:pt x="663" y="4356"/>
                  </a:lnTo>
                  <a:close/>
                  <a:moveTo>
                    <a:pt x="9169" y="4293"/>
                  </a:moveTo>
                  <a:lnTo>
                    <a:pt x="9169" y="6057"/>
                  </a:lnTo>
                  <a:cubicBezTo>
                    <a:pt x="9169" y="6273"/>
                    <a:pt x="9334" y="6416"/>
                    <a:pt x="9510" y="6416"/>
                  </a:cubicBezTo>
                  <a:cubicBezTo>
                    <a:pt x="9564" y="6416"/>
                    <a:pt x="9620" y="6402"/>
                    <a:pt x="9673" y="6372"/>
                  </a:cubicBezTo>
                  <a:lnTo>
                    <a:pt x="10587" y="5900"/>
                  </a:lnTo>
                  <a:lnTo>
                    <a:pt x="10587" y="6656"/>
                  </a:lnTo>
                  <a:lnTo>
                    <a:pt x="10650" y="6656"/>
                  </a:lnTo>
                  <a:lnTo>
                    <a:pt x="9358" y="7948"/>
                  </a:lnTo>
                  <a:cubicBezTo>
                    <a:pt x="9263" y="8042"/>
                    <a:pt x="9232" y="8137"/>
                    <a:pt x="9232" y="8231"/>
                  </a:cubicBezTo>
                  <a:cubicBezTo>
                    <a:pt x="9358" y="9460"/>
                    <a:pt x="9862" y="10626"/>
                    <a:pt x="10744" y="11445"/>
                  </a:cubicBezTo>
                  <a:lnTo>
                    <a:pt x="7783" y="11445"/>
                  </a:lnTo>
                  <a:lnTo>
                    <a:pt x="7783" y="9649"/>
                  </a:lnTo>
                  <a:cubicBezTo>
                    <a:pt x="7783" y="9460"/>
                    <a:pt x="7625" y="9302"/>
                    <a:pt x="7436" y="9302"/>
                  </a:cubicBezTo>
                  <a:cubicBezTo>
                    <a:pt x="7216" y="9302"/>
                    <a:pt x="7058" y="9460"/>
                    <a:pt x="7058" y="9649"/>
                  </a:cubicBezTo>
                  <a:lnTo>
                    <a:pt x="7058" y="11445"/>
                  </a:lnTo>
                  <a:lnTo>
                    <a:pt x="4853" y="11445"/>
                  </a:lnTo>
                  <a:lnTo>
                    <a:pt x="4853" y="11098"/>
                  </a:lnTo>
                  <a:cubicBezTo>
                    <a:pt x="4853" y="10909"/>
                    <a:pt x="4695" y="10752"/>
                    <a:pt x="4506" y="10752"/>
                  </a:cubicBezTo>
                  <a:cubicBezTo>
                    <a:pt x="4317" y="10752"/>
                    <a:pt x="4160" y="10909"/>
                    <a:pt x="4160" y="11098"/>
                  </a:cubicBezTo>
                  <a:lnTo>
                    <a:pt x="4160" y="11445"/>
                  </a:lnTo>
                  <a:lnTo>
                    <a:pt x="1923" y="11445"/>
                  </a:lnTo>
                  <a:cubicBezTo>
                    <a:pt x="2332" y="11035"/>
                    <a:pt x="2710" y="10468"/>
                    <a:pt x="2962" y="9869"/>
                  </a:cubicBezTo>
                  <a:cubicBezTo>
                    <a:pt x="3246" y="9901"/>
                    <a:pt x="3530" y="9964"/>
                    <a:pt x="3813" y="9964"/>
                  </a:cubicBezTo>
                  <a:lnTo>
                    <a:pt x="4160" y="9964"/>
                  </a:lnTo>
                  <a:cubicBezTo>
                    <a:pt x="4947" y="9964"/>
                    <a:pt x="5577" y="9334"/>
                    <a:pt x="5577" y="8546"/>
                  </a:cubicBezTo>
                  <a:cubicBezTo>
                    <a:pt x="5577" y="7759"/>
                    <a:pt x="4947" y="7128"/>
                    <a:pt x="4160" y="7128"/>
                  </a:cubicBezTo>
                  <a:lnTo>
                    <a:pt x="3435" y="7128"/>
                  </a:lnTo>
                  <a:lnTo>
                    <a:pt x="3435" y="4293"/>
                  </a:lnTo>
                  <a:lnTo>
                    <a:pt x="4160" y="4293"/>
                  </a:lnTo>
                  <a:lnTo>
                    <a:pt x="4160" y="5364"/>
                  </a:lnTo>
                  <a:cubicBezTo>
                    <a:pt x="4160" y="5553"/>
                    <a:pt x="4317" y="5711"/>
                    <a:pt x="4506" y="5711"/>
                  </a:cubicBezTo>
                  <a:cubicBezTo>
                    <a:pt x="4695" y="5711"/>
                    <a:pt x="4853" y="5553"/>
                    <a:pt x="4853" y="5364"/>
                  </a:cubicBezTo>
                  <a:lnTo>
                    <a:pt x="4853" y="4293"/>
                  </a:lnTo>
                  <a:lnTo>
                    <a:pt x="6333" y="4293"/>
                  </a:lnTo>
                  <a:lnTo>
                    <a:pt x="6333" y="6782"/>
                  </a:lnTo>
                  <a:cubicBezTo>
                    <a:pt x="6333" y="6971"/>
                    <a:pt x="6491" y="7128"/>
                    <a:pt x="6680" y="7128"/>
                  </a:cubicBezTo>
                  <a:cubicBezTo>
                    <a:pt x="6869" y="7128"/>
                    <a:pt x="7027" y="6971"/>
                    <a:pt x="7027" y="6782"/>
                  </a:cubicBezTo>
                  <a:lnTo>
                    <a:pt x="7027" y="4293"/>
                  </a:lnTo>
                  <a:close/>
                  <a:moveTo>
                    <a:pt x="8539" y="1"/>
                  </a:moveTo>
                  <a:cubicBezTo>
                    <a:pt x="8460" y="1"/>
                    <a:pt x="8381" y="24"/>
                    <a:pt x="8318" y="71"/>
                  </a:cubicBezTo>
                  <a:cubicBezTo>
                    <a:pt x="8287" y="103"/>
                    <a:pt x="7121" y="985"/>
                    <a:pt x="7121" y="2151"/>
                  </a:cubicBezTo>
                  <a:cubicBezTo>
                    <a:pt x="7121" y="2718"/>
                    <a:pt x="7373" y="3222"/>
                    <a:pt x="7657" y="3568"/>
                  </a:cubicBezTo>
                  <a:lnTo>
                    <a:pt x="3151" y="3568"/>
                  </a:lnTo>
                  <a:cubicBezTo>
                    <a:pt x="2931" y="3568"/>
                    <a:pt x="2773" y="3726"/>
                    <a:pt x="2773" y="3946"/>
                  </a:cubicBezTo>
                  <a:lnTo>
                    <a:pt x="2773" y="7097"/>
                  </a:lnTo>
                  <a:cubicBezTo>
                    <a:pt x="2364" y="6939"/>
                    <a:pt x="2080" y="6530"/>
                    <a:pt x="2080" y="6057"/>
                  </a:cubicBezTo>
                  <a:lnTo>
                    <a:pt x="2080" y="5364"/>
                  </a:lnTo>
                  <a:cubicBezTo>
                    <a:pt x="2080" y="4892"/>
                    <a:pt x="1923" y="4482"/>
                    <a:pt x="1639" y="4167"/>
                  </a:cubicBezTo>
                  <a:cubicBezTo>
                    <a:pt x="2301" y="3946"/>
                    <a:pt x="2836" y="3253"/>
                    <a:pt x="2836" y="2529"/>
                  </a:cubicBezTo>
                  <a:lnTo>
                    <a:pt x="2836" y="1804"/>
                  </a:lnTo>
                  <a:cubicBezTo>
                    <a:pt x="2836" y="1615"/>
                    <a:pt x="2647" y="1458"/>
                    <a:pt x="2458" y="1458"/>
                  </a:cubicBezTo>
                  <a:lnTo>
                    <a:pt x="1765" y="1458"/>
                  </a:lnTo>
                  <a:cubicBezTo>
                    <a:pt x="789" y="1458"/>
                    <a:pt x="1" y="2245"/>
                    <a:pt x="1" y="3222"/>
                  </a:cubicBezTo>
                  <a:lnTo>
                    <a:pt x="1" y="3946"/>
                  </a:lnTo>
                  <a:lnTo>
                    <a:pt x="1" y="6057"/>
                  </a:lnTo>
                  <a:cubicBezTo>
                    <a:pt x="1" y="7664"/>
                    <a:pt x="978" y="9082"/>
                    <a:pt x="2395" y="9680"/>
                  </a:cubicBezTo>
                  <a:cubicBezTo>
                    <a:pt x="2017" y="10436"/>
                    <a:pt x="1482" y="11067"/>
                    <a:pt x="852" y="11539"/>
                  </a:cubicBezTo>
                  <a:cubicBezTo>
                    <a:pt x="568" y="11728"/>
                    <a:pt x="694" y="12201"/>
                    <a:pt x="1041" y="12201"/>
                  </a:cubicBezTo>
                  <a:lnTo>
                    <a:pt x="11784" y="12201"/>
                  </a:lnTo>
                  <a:cubicBezTo>
                    <a:pt x="11941" y="12201"/>
                    <a:pt x="12099" y="12075"/>
                    <a:pt x="12162" y="11949"/>
                  </a:cubicBezTo>
                  <a:cubicBezTo>
                    <a:pt x="12193" y="11791"/>
                    <a:pt x="12162" y="11634"/>
                    <a:pt x="12004" y="11571"/>
                  </a:cubicBezTo>
                  <a:cubicBezTo>
                    <a:pt x="10933" y="10846"/>
                    <a:pt x="10209" y="9680"/>
                    <a:pt x="10051" y="8389"/>
                  </a:cubicBezTo>
                  <a:lnTo>
                    <a:pt x="11374" y="7065"/>
                  </a:lnTo>
                  <a:cubicBezTo>
                    <a:pt x="11437" y="7002"/>
                    <a:pt x="11469" y="6908"/>
                    <a:pt x="11469" y="6845"/>
                  </a:cubicBezTo>
                  <a:lnTo>
                    <a:pt x="11469" y="5427"/>
                  </a:lnTo>
                  <a:cubicBezTo>
                    <a:pt x="11469" y="5301"/>
                    <a:pt x="11406" y="5175"/>
                    <a:pt x="11311" y="5112"/>
                  </a:cubicBezTo>
                  <a:cubicBezTo>
                    <a:pt x="11264" y="5065"/>
                    <a:pt x="11209" y="5041"/>
                    <a:pt x="11150" y="5041"/>
                  </a:cubicBezTo>
                  <a:cubicBezTo>
                    <a:pt x="11091" y="5041"/>
                    <a:pt x="11028" y="5065"/>
                    <a:pt x="10965" y="5112"/>
                  </a:cubicBezTo>
                  <a:lnTo>
                    <a:pt x="10051" y="5585"/>
                  </a:lnTo>
                  <a:lnTo>
                    <a:pt x="10051" y="4356"/>
                  </a:lnTo>
                  <a:cubicBezTo>
                    <a:pt x="11154" y="4104"/>
                    <a:pt x="12099" y="3064"/>
                    <a:pt x="12099" y="1804"/>
                  </a:cubicBezTo>
                  <a:lnTo>
                    <a:pt x="12099" y="1111"/>
                  </a:lnTo>
                  <a:cubicBezTo>
                    <a:pt x="12099" y="891"/>
                    <a:pt x="11941" y="733"/>
                    <a:pt x="11752" y="733"/>
                  </a:cubicBezTo>
                  <a:lnTo>
                    <a:pt x="11059" y="733"/>
                  </a:lnTo>
                  <a:cubicBezTo>
                    <a:pt x="10524" y="733"/>
                    <a:pt x="10051" y="891"/>
                    <a:pt x="9673" y="1143"/>
                  </a:cubicBezTo>
                  <a:cubicBezTo>
                    <a:pt x="9326" y="512"/>
                    <a:pt x="8759" y="103"/>
                    <a:pt x="8759" y="71"/>
                  </a:cubicBezTo>
                  <a:cubicBezTo>
                    <a:pt x="8696" y="24"/>
                    <a:pt x="8618" y="1"/>
                    <a:pt x="8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29" name="Google Shape;11029;p66"/>
          <p:cNvGrpSpPr/>
          <p:nvPr/>
        </p:nvGrpSpPr>
        <p:grpSpPr>
          <a:xfrm>
            <a:off x="4916286" y="2275584"/>
            <a:ext cx="475125" cy="471432"/>
            <a:chOff x="-18668025" y="2435725"/>
            <a:chExt cx="305625" cy="303250"/>
          </a:xfrm>
        </p:grpSpPr>
        <p:sp>
          <p:nvSpPr>
            <p:cNvPr id="11030" name="Google Shape;11030;p66"/>
            <p:cNvSpPr/>
            <p:nvPr/>
          </p:nvSpPr>
          <p:spPr>
            <a:xfrm>
              <a:off x="-18668025" y="2435725"/>
              <a:ext cx="305625" cy="303250"/>
            </a:xfrm>
            <a:custGeom>
              <a:rect l="l" t="t" r="r" b="b"/>
              <a:pathLst>
                <a:path w="12225" h="12130" extrusionOk="0">
                  <a:moveTo>
                    <a:pt x="2143" y="662"/>
                  </a:moveTo>
                  <a:cubicBezTo>
                    <a:pt x="2395" y="662"/>
                    <a:pt x="2679" y="756"/>
                    <a:pt x="2931" y="914"/>
                  </a:cubicBezTo>
                  <a:cubicBezTo>
                    <a:pt x="2679" y="977"/>
                    <a:pt x="2490" y="1103"/>
                    <a:pt x="2301" y="1260"/>
                  </a:cubicBezTo>
                  <a:cubicBezTo>
                    <a:pt x="1734" y="1670"/>
                    <a:pt x="1419" y="2206"/>
                    <a:pt x="1419" y="2804"/>
                  </a:cubicBezTo>
                  <a:lnTo>
                    <a:pt x="1419" y="3308"/>
                  </a:lnTo>
                  <a:cubicBezTo>
                    <a:pt x="978" y="3088"/>
                    <a:pt x="726" y="2647"/>
                    <a:pt x="726" y="2079"/>
                  </a:cubicBezTo>
                  <a:cubicBezTo>
                    <a:pt x="726" y="1292"/>
                    <a:pt x="1356" y="662"/>
                    <a:pt x="2143" y="662"/>
                  </a:cubicBezTo>
                  <a:close/>
                  <a:moveTo>
                    <a:pt x="10020" y="662"/>
                  </a:moveTo>
                  <a:cubicBezTo>
                    <a:pt x="10807" y="662"/>
                    <a:pt x="11437" y="1292"/>
                    <a:pt x="11437" y="2079"/>
                  </a:cubicBezTo>
                  <a:cubicBezTo>
                    <a:pt x="11437" y="2647"/>
                    <a:pt x="11122" y="3119"/>
                    <a:pt x="10681" y="3340"/>
                  </a:cubicBezTo>
                  <a:lnTo>
                    <a:pt x="10681" y="2804"/>
                  </a:lnTo>
                  <a:cubicBezTo>
                    <a:pt x="10681" y="2206"/>
                    <a:pt x="10366" y="1638"/>
                    <a:pt x="9799" y="1260"/>
                  </a:cubicBezTo>
                  <a:cubicBezTo>
                    <a:pt x="9610" y="1134"/>
                    <a:pt x="9421" y="1008"/>
                    <a:pt x="9169" y="945"/>
                  </a:cubicBezTo>
                  <a:cubicBezTo>
                    <a:pt x="9452" y="756"/>
                    <a:pt x="9736" y="662"/>
                    <a:pt x="10020" y="662"/>
                  </a:cubicBezTo>
                  <a:close/>
                  <a:moveTo>
                    <a:pt x="7909" y="1355"/>
                  </a:moveTo>
                  <a:cubicBezTo>
                    <a:pt x="8476" y="1355"/>
                    <a:pt x="9011" y="1512"/>
                    <a:pt x="9484" y="1827"/>
                  </a:cubicBezTo>
                  <a:cubicBezTo>
                    <a:pt x="9893" y="2079"/>
                    <a:pt x="10083" y="2458"/>
                    <a:pt x="10083" y="2804"/>
                  </a:cubicBezTo>
                  <a:lnTo>
                    <a:pt x="10083" y="3434"/>
                  </a:lnTo>
                  <a:cubicBezTo>
                    <a:pt x="10083" y="5072"/>
                    <a:pt x="10587" y="6774"/>
                    <a:pt x="11500" y="8223"/>
                  </a:cubicBezTo>
                  <a:cubicBezTo>
                    <a:pt x="10555" y="10176"/>
                    <a:pt x="8633" y="11436"/>
                    <a:pt x="6491" y="11436"/>
                  </a:cubicBezTo>
                  <a:lnTo>
                    <a:pt x="5640" y="11436"/>
                  </a:lnTo>
                  <a:cubicBezTo>
                    <a:pt x="3561" y="11436"/>
                    <a:pt x="1576" y="10176"/>
                    <a:pt x="757" y="8223"/>
                  </a:cubicBezTo>
                  <a:cubicBezTo>
                    <a:pt x="1671" y="6805"/>
                    <a:pt x="2143" y="5135"/>
                    <a:pt x="2143" y="3434"/>
                  </a:cubicBezTo>
                  <a:lnTo>
                    <a:pt x="2143" y="2804"/>
                  </a:lnTo>
                  <a:cubicBezTo>
                    <a:pt x="2143" y="2458"/>
                    <a:pt x="2332" y="2079"/>
                    <a:pt x="2710" y="1827"/>
                  </a:cubicBezTo>
                  <a:cubicBezTo>
                    <a:pt x="3120" y="1544"/>
                    <a:pt x="3719" y="1355"/>
                    <a:pt x="4286" y="1355"/>
                  </a:cubicBezTo>
                  <a:cubicBezTo>
                    <a:pt x="4884" y="1355"/>
                    <a:pt x="5483" y="1512"/>
                    <a:pt x="5924" y="1827"/>
                  </a:cubicBezTo>
                  <a:cubicBezTo>
                    <a:pt x="5971" y="1859"/>
                    <a:pt x="6034" y="1875"/>
                    <a:pt x="6105" y="1875"/>
                  </a:cubicBezTo>
                  <a:cubicBezTo>
                    <a:pt x="6176" y="1875"/>
                    <a:pt x="6255" y="1859"/>
                    <a:pt x="6333" y="1827"/>
                  </a:cubicBezTo>
                  <a:cubicBezTo>
                    <a:pt x="6743" y="1512"/>
                    <a:pt x="7342" y="1355"/>
                    <a:pt x="7909" y="1355"/>
                  </a:cubicBezTo>
                  <a:close/>
                  <a:moveTo>
                    <a:pt x="2143" y="0"/>
                  </a:moveTo>
                  <a:cubicBezTo>
                    <a:pt x="946" y="0"/>
                    <a:pt x="1" y="945"/>
                    <a:pt x="1" y="2143"/>
                  </a:cubicBezTo>
                  <a:cubicBezTo>
                    <a:pt x="1" y="3025"/>
                    <a:pt x="568" y="3812"/>
                    <a:pt x="1419" y="4127"/>
                  </a:cubicBezTo>
                  <a:cubicBezTo>
                    <a:pt x="1293" y="5514"/>
                    <a:pt x="820" y="6900"/>
                    <a:pt x="95" y="8034"/>
                  </a:cubicBezTo>
                  <a:cubicBezTo>
                    <a:pt x="1" y="8128"/>
                    <a:pt x="1" y="8286"/>
                    <a:pt x="32" y="8349"/>
                  </a:cubicBezTo>
                  <a:cubicBezTo>
                    <a:pt x="474" y="9483"/>
                    <a:pt x="1261" y="10428"/>
                    <a:pt x="2301" y="11121"/>
                  </a:cubicBezTo>
                  <a:cubicBezTo>
                    <a:pt x="3309" y="11783"/>
                    <a:pt x="4443" y="12130"/>
                    <a:pt x="5672" y="12130"/>
                  </a:cubicBezTo>
                  <a:lnTo>
                    <a:pt x="6554" y="12130"/>
                  </a:lnTo>
                  <a:cubicBezTo>
                    <a:pt x="7751" y="12130"/>
                    <a:pt x="8948" y="11783"/>
                    <a:pt x="9925" y="11121"/>
                  </a:cubicBezTo>
                  <a:cubicBezTo>
                    <a:pt x="10965" y="10428"/>
                    <a:pt x="11689" y="9483"/>
                    <a:pt x="12162" y="8349"/>
                  </a:cubicBezTo>
                  <a:cubicBezTo>
                    <a:pt x="12225" y="8223"/>
                    <a:pt x="12225" y="8128"/>
                    <a:pt x="12130" y="8034"/>
                  </a:cubicBezTo>
                  <a:cubicBezTo>
                    <a:pt x="11311" y="6868"/>
                    <a:pt x="10839" y="5514"/>
                    <a:pt x="10713" y="4127"/>
                  </a:cubicBezTo>
                  <a:cubicBezTo>
                    <a:pt x="11532" y="3812"/>
                    <a:pt x="12130" y="3025"/>
                    <a:pt x="12130" y="2143"/>
                  </a:cubicBezTo>
                  <a:cubicBezTo>
                    <a:pt x="12130" y="945"/>
                    <a:pt x="11185" y="0"/>
                    <a:pt x="10020" y="0"/>
                  </a:cubicBezTo>
                  <a:cubicBezTo>
                    <a:pt x="9389" y="0"/>
                    <a:pt x="8791" y="284"/>
                    <a:pt x="8381" y="756"/>
                  </a:cubicBezTo>
                  <a:cubicBezTo>
                    <a:pt x="8224" y="725"/>
                    <a:pt x="8035" y="725"/>
                    <a:pt x="7846" y="725"/>
                  </a:cubicBezTo>
                  <a:cubicBezTo>
                    <a:pt x="7184" y="725"/>
                    <a:pt x="6554" y="882"/>
                    <a:pt x="6081" y="1197"/>
                  </a:cubicBezTo>
                  <a:cubicBezTo>
                    <a:pt x="5546" y="851"/>
                    <a:pt x="4916" y="725"/>
                    <a:pt x="4254" y="725"/>
                  </a:cubicBezTo>
                  <a:cubicBezTo>
                    <a:pt x="4097" y="725"/>
                    <a:pt x="3908" y="725"/>
                    <a:pt x="3750" y="756"/>
                  </a:cubicBezTo>
                  <a:cubicBezTo>
                    <a:pt x="3340" y="284"/>
                    <a:pt x="2773" y="0"/>
                    <a:pt x="2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31" name="Google Shape;11031;p66"/>
            <p:cNvSpPr/>
            <p:nvPr/>
          </p:nvSpPr>
          <p:spPr>
            <a:xfrm>
              <a:off x="-18596350" y="2524725"/>
              <a:ext cx="160700" cy="178800"/>
            </a:xfrm>
            <a:custGeom>
              <a:rect l="l" t="t" r="r" b="b"/>
              <a:pathLst>
                <a:path w="6428" h="7152" extrusionOk="0">
                  <a:moveTo>
                    <a:pt x="1072" y="693"/>
                  </a:moveTo>
                  <a:cubicBezTo>
                    <a:pt x="1261" y="693"/>
                    <a:pt x="1419" y="851"/>
                    <a:pt x="1419" y="1040"/>
                  </a:cubicBezTo>
                  <a:cubicBezTo>
                    <a:pt x="1419" y="1260"/>
                    <a:pt x="1261" y="1418"/>
                    <a:pt x="1072" y="1418"/>
                  </a:cubicBezTo>
                  <a:cubicBezTo>
                    <a:pt x="883" y="1418"/>
                    <a:pt x="726" y="1260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325" y="693"/>
                  </a:moveTo>
                  <a:cubicBezTo>
                    <a:pt x="5514" y="693"/>
                    <a:pt x="5672" y="851"/>
                    <a:pt x="5672" y="1040"/>
                  </a:cubicBezTo>
                  <a:cubicBezTo>
                    <a:pt x="5672" y="1260"/>
                    <a:pt x="5514" y="1418"/>
                    <a:pt x="5325" y="1418"/>
                  </a:cubicBezTo>
                  <a:cubicBezTo>
                    <a:pt x="5136" y="1418"/>
                    <a:pt x="4979" y="1260"/>
                    <a:pt x="4979" y="1040"/>
                  </a:cubicBezTo>
                  <a:cubicBezTo>
                    <a:pt x="4979" y="851"/>
                    <a:pt x="5136" y="693"/>
                    <a:pt x="5325" y="693"/>
                  </a:cubicBezTo>
                  <a:close/>
                  <a:moveTo>
                    <a:pt x="3214" y="3781"/>
                  </a:moveTo>
                  <a:cubicBezTo>
                    <a:pt x="3372" y="3781"/>
                    <a:pt x="3529" y="3875"/>
                    <a:pt x="3561" y="4001"/>
                  </a:cubicBezTo>
                  <a:lnTo>
                    <a:pt x="3214" y="4442"/>
                  </a:lnTo>
                  <a:lnTo>
                    <a:pt x="2836" y="4001"/>
                  </a:lnTo>
                  <a:cubicBezTo>
                    <a:pt x="2899" y="3844"/>
                    <a:pt x="3057" y="3781"/>
                    <a:pt x="3214" y="3781"/>
                  </a:cubicBezTo>
                  <a:close/>
                  <a:moveTo>
                    <a:pt x="3214" y="1449"/>
                  </a:moveTo>
                  <a:cubicBezTo>
                    <a:pt x="3876" y="1449"/>
                    <a:pt x="4475" y="1922"/>
                    <a:pt x="4632" y="2552"/>
                  </a:cubicBezTo>
                  <a:lnTo>
                    <a:pt x="5136" y="4631"/>
                  </a:lnTo>
                  <a:cubicBezTo>
                    <a:pt x="5357" y="5545"/>
                    <a:pt x="4664" y="6459"/>
                    <a:pt x="3718" y="6459"/>
                  </a:cubicBezTo>
                  <a:lnTo>
                    <a:pt x="3561" y="6459"/>
                  </a:lnTo>
                  <a:lnTo>
                    <a:pt x="3561" y="5136"/>
                  </a:lnTo>
                  <a:lnTo>
                    <a:pt x="4191" y="4348"/>
                  </a:lnTo>
                  <a:cubicBezTo>
                    <a:pt x="4223" y="4285"/>
                    <a:pt x="4254" y="4190"/>
                    <a:pt x="4254" y="4127"/>
                  </a:cubicBezTo>
                  <a:cubicBezTo>
                    <a:pt x="4254" y="3529"/>
                    <a:pt x="3781" y="3056"/>
                    <a:pt x="3214" y="3056"/>
                  </a:cubicBezTo>
                  <a:cubicBezTo>
                    <a:pt x="2616" y="3056"/>
                    <a:pt x="2143" y="3529"/>
                    <a:pt x="2143" y="4127"/>
                  </a:cubicBezTo>
                  <a:cubicBezTo>
                    <a:pt x="2143" y="4190"/>
                    <a:pt x="2175" y="4285"/>
                    <a:pt x="2206" y="4348"/>
                  </a:cubicBezTo>
                  <a:lnTo>
                    <a:pt x="2836" y="5136"/>
                  </a:lnTo>
                  <a:lnTo>
                    <a:pt x="2836" y="6459"/>
                  </a:lnTo>
                  <a:lnTo>
                    <a:pt x="2679" y="6459"/>
                  </a:lnTo>
                  <a:cubicBezTo>
                    <a:pt x="1734" y="6459"/>
                    <a:pt x="1041" y="5545"/>
                    <a:pt x="1261" y="4631"/>
                  </a:cubicBezTo>
                  <a:lnTo>
                    <a:pt x="1797" y="2552"/>
                  </a:lnTo>
                  <a:cubicBezTo>
                    <a:pt x="1954" y="1891"/>
                    <a:pt x="2521" y="1449"/>
                    <a:pt x="3214" y="1449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41"/>
                    <a:pt x="1" y="1040"/>
                  </a:cubicBezTo>
                  <a:cubicBezTo>
                    <a:pt x="1" y="1638"/>
                    <a:pt x="473" y="2111"/>
                    <a:pt x="1072" y="2111"/>
                  </a:cubicBezTo>
                  <a:lnTo>
                    <a:pt x="1167" y="2111"/>
                  </a:lnTo>
                  <a:cubicBezTo>
                    <a:pt x="1104" y="2174"/>
                    <a:pt x="1104" y="2269"/>
                    <a:pt x="1072" y="2332"/>
                  </a:cubicBezTo>
                  <a:lnTo>
                    <a:pt x="568" y="4442"/>
                  </a:lnTo>
                  <a:cubicBezTo>
                    <a:pt x="221" y="5797"/>
                    <a:pt x="1261" y="7152"/>
                    <a:pt x="2679" y="7152"/>
                  </a:cubicBezTo>
                  <a:lnTo>
                    <a:pt x="3718" y="7152"/>
                  </a:lnTo>
                  <a:cubicBezTo>
                    <a:pt x="5136" y="7152"/>
                    <a:pt x="6207" y="5797"/>
                    <a:pt x="5829" y="4442"/>
                  </a:cubicBezTo>
                  <a:lnTo>
                    <a:pt x="5325" y="2332"/>
                  </a:lnTo>
                  <a:cubicBezTo>
                    <a:pt x="5294" y="2269"/>
                    <a:pt x="5294" y="2174"/>
                    <a:pt x="5262" y="2111"/>
                  </a:cubicBezTo>
                  <a:lnTo>
                    <a:pt x="5325" y="2111"/>
                  </a:lnTo>
                  <a:cubicBezTo>
                    <a:pt x="5924" y="2111"/>
                    <a:pt x="6396" y="1638"/>
                    <a:pt x="6396" y="1040"/>
                  </a:cubicBezTo>
                  <a:cubicBezTo>
                    <a:pt x="6428" y="473"/>
                    <a:pt x="5924" y="0"/>
                    <a:pt x="5325" y="0"/>
                  </a:cubicBezTo>
                  <a:cubicBezTo>
                    <a:pt x="4790" y="0"/>
                    <a:pt x="4317" y="410"/>
                    <a:pt x="4254" y="977"/>
                  </a:cubicBezTo>
                  <a:cubicBezTo>
                    <a:pt x="3939" y="788"/>
                    <a:pt x="3592" y="693"/>
                    <a:pt x="3214" y="693"/>
                  </a:cubicBezTo>
                  <a:cubicBezTo>
                    <a:pt x="2805" y="693"/>
                    <a:pt x="2458" y="819"/>
                    <a:pt x="2143" y="977"/>
                  </a:cubicBezTo>
                  <a:cubicBezTo>
                    <a:pt x="2112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32" name="Google Shape;11032;p66"/>
          <p:cNvGrpSpPr/>
          <p:nvPr/>
        </p:nvGrpSpPr>
        <p:grpSpPr>
          <a:xfrm>
            <a:off x="4915683" y="2850902"/>
            <a:ext cx="476329" cy="473881"/>
            <a:chOff x="-18668800" y="2807475"/>
            <a:chExt cx="306400" cy="304825"/>
          </a:xfrm>
        </p:grpSpPr>
        <p:sp>
          <p:nvSpPr>
            <p:cNvPr id="11033" name="Google Shape;11033;p66"/>
            <p:cNvSpPr/>
            <p:nvPr/>
          </p:nvSpPr>
          <p:spPr>
            <a:xfrm>
              <a:off x="-18632574" y="2951600"/>
              <a:ext cx="18150" cy="35475"/>
            </a:xfrm>
            <a:custGeom>
              <a:rect l="l" t="t" r="r" b="b"/>
              <a:pathLst>
                <a:path w="726" h="1419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072"/>
                  </a:lnTo>
                  <a:cubicBezTo>
                    <a:pt x="1" y="1261"/>
                    <a:pt x="158" y="1419"/>
                    <a:pt x="347" y="1419"/>
                  </a:cubicBezTo>
                  <a:cubicBezTo>
                    <a:pt x="568" y="1419"/>
                    <a:pt x="725" y="1261"/>
                    <a:pt x="725" y="1072"/>
                  </a:cubicBez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34" name="Google Shape;11034;p66"/>
            <p:cNvSpPr/>
            <p:nvPr/>
          </p:nvSpPr>
          <p:spPr>
            <a:xfrm>
              <a:off x="-18597125" y="2916175"/>
              <a:ext cx="18125" cy="35450"/>
            </a:xfrm>
            <a:custGeom>
              <a:rect l="l" t="t" r="r" b="b"/>
              <a:pathLst>
                <a:path w="725" h="1418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cubicBezTo>
                    <a:pt x="567" y="1418"/>
                    <a:pt x="725" y="1260"/>
                    <a:pt x="725" y="107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35" name="Google Shape;11035;p66"/>
            <p:cNvSpPr/>
            <p:nvPr/>
          </p:nvSpPr>
          <p:spPr>
            <a:xfrm>
              <a:off x="-18668800" y="2807475"/>
              <a:ext cx="306400" cy="304825"/>
            </a:xfrm>
            <a:custGeom>
              <a:rect l="l" t="t" r="r" b="b"/>
              <a:pathLst>
                <a:path w="12256" h="12193" extrusionOk="0">
                  <a:moveTo>
                    <a:pt x="3970" y="946"/>
                  </a:moveTo>
                  <a:cubicBezTo>
                    <a:pt x="4128" y="1198"/>
                    <a:pt x="4348" y="1513"/>
                    <a:pt x="4348" y="1859"/>
                  </a:cubicBezTo>
                  <a:lnTo>
                    <a:pt x="4348" y="2017"/>
                  </a:lnTo>
                  <a:cubicBezTo>
                    <a:pt x="4299" y="2260"/>
                    <a:pt x="4476" y="2447"/>
                    <a:pt x="4690" y="2447"/>
                  </a:cubicBezTo>
                  <a:cubicBezTo>
                    <a:pt x="4753" y="2447"/>
                    <a:pt x="4819" y="2431"/>
                    <a:pt x="4884" y="2395"/>
                  </a:cubicBezTo>
                  <a:cubicBezTo>
                    <a:pt x="5041" y="2269"/>
                    <a:pt x="5230" y="2237"/>
                    <a:pt x="5451" y="2237"/>
                  </a:cubicBezTo>
                  <a:lnTo>
                    <a:pt x="5766" y="2237"/>
                  </a:lnTo>
                  <a:cubicBezTo>
                    <a:pt x="5608" y="2647"/>
                    <a:pt x="5199" y="2930"/>
                    <a:pt x="4726" y="2930"/>
                  </a:cubicBezTo>
                  <a:lnTo>
                    <a:pt x="3214" y="2930"/>
                  </a:lnTo>
                  <a:cubicBezTo>
                    <a:pt x="2741" y="2930"/>
                    <a:pt x="2363" y="2615"/>
                    <a:pt x="2206" y="2237"/>
                  </a:cubicBezTo>
                  <a:lnTo>
                    <a:pt x="2521" y="2237"/>
                  </a:lnTo>
                  <a:cubicBezTo>
                    <a:pt x="2710" y="2237"/>
                    <a:pt x="2899" y="2269"/>
                    <a:pt x="3056" y="2395"/>
                  </a:cubicBezTo>
                  <a:cubicBezTo>
                    <a:pt x="3117" y="2428"/>
                    <a:pt x="3179" y="2443"/>
                    <a:pt x="3238" y="2443"/>
                  </a:cubicBezTo>
                  <a:cubicBezTo>
                    <a:pt x="3459" y="2443"/>
                    <a:pt x="3648" y="2240"/>
                    <a:pt x="3624" y="2017"/>
                  </a:cubicBezTo>
                  <a:lnTo>
                    <a:pt x="3624" y="1859"/>
                  </a:lnTo>
                  <a:cubicBezTo>
                    <a:pt x="3624" y="1513"/>
                    <a:pt x="3813" y="1198"/>
                    <a:pt x="3970" y="946"/>
                  </a:cubicBezTo>
                  <a:close/>
                  <a:moveTo>
                    <a:pt x="8853" y="3718"/>
                  </a:moveTo>
                  <a:lnTo>
                    <a:pt x="9042" y="3907"/>
                  </a:lnTo>
                  <a:cubicBezTo>
                    <a:pt x="9168" y="4033"/>
                    <a:pt x="9294" y="4222"/>
                    <a:pt x="9326" y="4443"/>
                  </a:cubicBezTo>
                  <a:cubicBezTo>
                    <a:pt x="9382" y="4591"/>
                    <a:pt x="9536" y="4685"/>
                    <a:pt x="9686" y="4685"/>
                  </a:cubicBezTo>
                  <a:cubicBezTo>
                    <a:pt x="9790" y="4685"/>
                    <a:pt x="9892" y="4640"/>
                    <a:pt x="9956" y="4537"/>
                  </a:cubicBezTo>
                  <a:cubicBezTo>
                    <a:pt x="9988" y="4506"/>
                    <a:pt x="10051" y="4474"/>
                    <a:pt x="10051" y="4443"/>
                  </a:cubicBezTo>
                  <a:cubicBezTo>
                    <a:pt x="10271" y="4191"/>
                    <a:pt x="10681" y="4065"/>
                    <a:pt x="10901" y="4033"/>
                  </a:cubicBezTo>
                  <a:lnTo>
                    <a:pt x="10901" y="4033"/>
                  </a:lnTo>
                  <a:cubicBezTo>
                    <a:pt x="10870" y="4317"/>
                    <a:pt x="10775" y="4663"/>
                    <a:pt x="10523" y="4915"/>
                  </a:cubicBezTo>
                  <a:cubicBezTo>
                    <a:pt x="10460" y="4947"/>
                    <a:pt x="10429" y="4947"/>
                    <a:pt x="10397" y="4978"/>
                  </a:cubicBezTo>
                  <a:cubicBezTo>
                    <a:pt x="10145" y="5167"/>
                    <a:pt x="10240" y="5545"/>
                    <a:pt x="10523" y="5608"/>
                  </a:cubicBezTo>
                  <a:cubicBezTo>
                    <a:pt x="10712" y="5640"/>
                    <a:pt x="10870" y="5766"/>
                    <a:pt x="11027" y="5892"/>
                  </a:cubicBezTo>
                  <a:lnTo>
                    <a:pt x="11216" y="6081"/>
                  </a:lnTo>
                  <a:cubicBezTo>
                    <a:pt x="11059" y="6144"/>
                    <a:pt x="10901" y="6207"/>
                    <a:pt x="10744" y="6207"/>
                  </a:cubicBezTo>
                  <a:cubicBezTo>
                    <a:pt x="10460" y="6207"/>
                    <a:pt x="10208" y="6081"/>
                    <a:pt x="9988" y="5892"/>
                  </a:cubicBezTo>
                  <a:lnTo>
                    <a:pt x="8979" y="4852"/>
                  </a:lnTo>
                  <a:cubicBezTo>
                    <a:pt x="8727" y="4632"/>
                    <a:pt x="8664" y="4159"/>
                    <a:pt x="8853" y="3718"/>
                  </a:cubicBezTo>
                  <a:close/>
                  <a:moveTo>
                    <a:pt x="3970" y="3687"/>
                  </a:moveTo>
                  <a:cubicBezTo>
                    <a:pt x="4852" y="3687"/>
                    <a:pt x="5514" y="3750"/>
                    <a:pt x="6018" y="3939"/>
                  </a:cubicBezTo>
                  <a:cubicBezTo>
                    <a:pt x="5640" y="4096"/>
                    <a:pt x="5199" y="4348"/>
                    <a:pt x="4852" y="4726"/>
                  </a:cubicBezTo>
                  <a:cubicBezTo>
                    <a:pt x="4033" y="5577"/>
                    <a:pt x="3340" y="6837"/>
                    <a:pt x="3025" y="8129"/>
                  </a:cubicBezTo>
                  <a:cubicBezTo>
                    <a:pt x="2804" y="9042"/>
                    <a:pt x="2804" y="9830"/>
                    <a:pt x="2993" y="10492"/>
                  </a:cubicBezTo>
                  <a:cubicBezTo>
                    <a:pt x="2426" y="10113"/>
                    <a:pt x="2017" y="9578"/>
                    <a:pt x="1639" y="8948"/>
                  </a:cubicBezTo>
                  <a:cubicBezTo>
                    <a:pt x="1103" y="7971"/>
                    <a:pt x="757" y="6742"/>
                    <a:pt x="757" y="5797"/>
                  </a:cubicBezTo>
                  <a:cubicBezTo>
                    <a:pt x="757" y="4222"/>
                    <a:pt x="1576" y="3687"/>
                    <a:pt x="3970" y="3687"/>
                  </a:cubicBezTo>
                  <a:close/>
                  <a:moveTo>
                    <a:pt x="6672" y="4532"/>
                  </a:moveTo>
                  <a:cubicBezTo>
                    <a:pt x="7416" y="4532"/>
                    <a:pt x="8169" y="5082"/>
                    <a:pt x="9042" y="5955"/>
                  </a:cubicBezTo>
                  <a:cubicBezTo>
                    <a:pt x="10555" y="7467"/>
                    <a:pt x="11059" y="8538"/>
                    <a:pt x="9798" y="9735"/>
                  </a:cubicBezTo>
                  <a:cubicBezTo>
                    <a:pt x="9105" y="10460"/>
                    <a:pt x="7908" y="11090"/>
                    <a:pt x="6774" y="11374"/>
                  </a:cubicBezTo>
                  <a:cubicBezTo>
                    <a:pt x="6350" y="11482"/>
                    <a:pt x="5952" y="11535"/>
                    <a:pt x="5591" y="11535"/>
                  </a:cubicBezTo>
                  <a:cubicBezTo>
                    <a:pt x="4905" y="11535"/>
                    <a:pt x="4352" y="11346"/>
                    <a:pt x="4002" y="10996"/>
                  </a:cubicBezTo>
                  <a:cubicBezTo>
                    <a:pt x="3466" y="10460"/>
                    <a:pt x="3340" y="9452"/>
                    <a:pt x="3655" y="8255"/>
                  </a:cubicBezTo>
                  <a:cubicBezTo>
                    <a:pt x="3939" y="7089"/>
                    <a:pt x="4569" y="5923"/>
                    <a:pt x="5262" y="5230"/>
                  </a:cubicBezTo>
                  <a:cubicBezTo>
                    <a:pt x="5746" y="4746"/>
                    <a:pt x="6207" y="4532"/>
                    <a:pt x="6672" y="4532"/>
                  </a:cubicBezTo>
                  <a:close/>
                  <a:moveTo>
                    <a:pt x="3935" y="0"/>
                  </a:moveTo>
                  <a:cubicBezTo>
                    <a:pt x="3844" y="0"/>
                    <a:pt x="3750" y="32"/>
                    <a:pt x="3687" y="95"/>
                  </a:cubicBezTo>
                  <a:cubicBezTo>
                    <a:pt x="3655" y="126"/>
                    <a:pt x="3025" y="694"/>
                    <a:pt x="2899" y="1481"/>
                  </a:cubicBezTo>
                  <a:cubicBezTo>
                    <a:pt x="2804" y="1418"/>
                    <a:pt x="2647" y="1418"/>
                    <a:pt x="2521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96"/>
                  </a:cubicBezTo>
                  <a:cubicBezTo>
                    <a:pt x="1450" y="2300"/>
                    <a:pt x="1639" y="2741"/>
                    <a:pt x="1954" y="3056"/>
                  </a:cubicBezTo>
                  <a:cubicBezTo>
                    <a:pt x="694" y="3371"/>
                    <a:pt x="0" y="4222"/>
                    <a:pt x="0" y="5671"/>
                  </a:cubicBezTo>
                  <a:cubicBezTo>
                    <a:pt x="0" y="6774"/>
                    <a:pt x="378" y="8097"/>
                    <a:pt x="1009" y="9200"/>
                  </a:cubicBezTo>
                  <a:cubicBezTo>
                    <a:pt x="1702" y="10397"/>
                    <a:pt x="2552" y="11153"/>
                    <a:pt x="3466" y="11405"/>
                  </a:cubicBezTo>
                  <a:cubicBezTo>
                    <a:pt x="4002" y="11941"/>
                    <a:pt x="4758" y="12193"/>
                    <a:pt x="5545" y="12193"/>
                  </a:cubicBezTo>
                  <a:cubicBezTo>
                    <a:pt x="5986" y="12193"/>
                    <a:pt x="6427" y="12098"/>
                    <a:pt x="6932" y="11972"/>
                  </a:cubicBezTo>
                  <a:cubicBezTo>
                    <a:pt x="8192" y="11657"/>
                    <a:pt x="9483" y="10964"/>
                    <a:pt x="10303" y="10177"/>
                  </a:cubicBezTo>
                  <a:cubicBezTo>
                    <a:pt x="11374" y="9105"/>
                    <a:pt x="11468" y="8034"/>
                    <a:pt x="10838" y="6900"/>
                  </a:cubicBezTo>
                  <a:lnTo>
                    <a:pt x="10838" y="6900"/>
                  </a:lnTo>
                  <a:cubicBezTo>
                    <a:pt x="10921" y="6917"/>
                    <a:pt x="11002" y="6924"/>
                    <a:pt x="11081" y="6924"/>
                  </a:cubicBezTo>
                  <a:cubicBezTo>
                    <a:pt x="11453" y="6924"/>
                    <a:pt x="11787" y="6750"/>
                    <a:pt x="12098" y="6490"/>
                  </a:cubicBezTo>
                  <a:cubicBezTo>
                    <a:pt x="12256" y="6333"/>
                    <a:pt x="12256" y="6112"/>
                    <a:pt x="12098" y="5955"/>
                  </a:cubicBezTo>
                  <a:lnTo>
                    <a:pt x="11563" y="5451"/>
                  </a:lnTo>
                  <a:cubicBezTo>
                    <a:pt x="11500" y="5388"/>
                    <a:pt x="11374" y="5293"/>
                    <a:pt x="11248" y="5230"/>
                  </a:cubicBezTo>
                  <a:cubicBezTo>
                    <a:pt x="11689" y="4537"/>
                    <a:pt x="11657" y="3718"/>
                    <a:pt x="11657" y="3687"/>
                  </a:cubicBezTo>
                  <a:cubicBezTo>
                    <a:pt x="11657" y="3497"/>
                    <a:pt x="11500" y="3371"/>
                    <a:pt x="11311" y="3308"/>
                  </a:cubicBezTo>
                  <a:cubicBezTo>
                    <a:pt x="11303" y="3308"/>
                    <a:pt x="11283" y="3308"/>
                    <a:pt x="11252" y="3308"/>
                  </a:cubicBezTo>
                  <a:cubicBezTo>
                    <a:pt x="11038" y="3308"/>
                    <a:pt x="10318" y="3332"/>
                    <a:pt x="9767" y="3718"/>
                  </a:cubicBezTo>
                  <a:cubicBezTo>
                    <a:pt x="9672" y="3592"/>
                    <a:pt x="9609" y="3529"/>
                    <a:pt x="9515" y="3403"/>
                  </a:cubicBezTo>
                  <a:lnTo>
                    <a:pt x="9011" y="2899"/>
                  </a:lnTo>
                  <a:cubicBezTo>
                    <a:pt x="8932" y="2820"/>
                    <a:pt x="8845" y="2781"/>
                    <a:pt x="8759" y="2781"/>
                  </a:cubicBezTo>
                  <a:cubicBezTo>
                    <a:pt x="8672" y="2781"/>
                    <a:pt x="8586" y="2820"/>
                    <a:pt x="8507" y="2899"/>
                  </a:cubicBezTo>
                  <a:cubicBezTo>
                    <a:pt x="8160" y="3245"/>
                    <a:pt x="8003" y="3718"/>
                    <a:pt x="8003" y="4159"/>
                  </a:cubicBezTo>
                  <a:cubicBezTo>
                    <a:pt x="7751" y="4033"/>
                    <a:pt x="7530" y="3907"/>
                    <a:pt x="7278" y="3844"/>
                  </a:cubicBezTo>
                  <a:cubicBezTo>
                    <a:pt x="7247" y="3844"/>
                    <a:pt x="7215" y="3844"/>
                    <a:pt x="7215" y="3781"/>
                  </a:cubicBezTo>
                  <a:cubicBezTo>
                    <a:pt x="6900" y="3466"/>
                    <a:pt x="6459" y="3214"/>
                    <a:pt x="5860" y="3088"/>
                  </a:cubicBezTo>
                  <a:cubicBezTo>
                    <a:pt x="6207" y="2773"/>
                    <a:pt x="6427" y="2300"/>
                    <a:pt x="6427" y="1796"/>
                  </a:cubicBezTo>
                  <a:cubicBezTo>
                    <a:pt x="6427" y="1576"/>
                    <a:pt x="6270" y="1418"/>
                    <a:pt x="6049" y="1418"/>
                  </a:cubicBezTo>
                  <a:lnTo>
                    <a:pt x="5356" y="1418"/>
                  </a:lnTo>
                  <a:cubicBezTo>
                    <a:pt x="5230" y="1418"/>
                    <a:pt x="5073" y="1418"/>
                    <a:pt x="4947" y="1481"/>
                  </a:cubicBezTo>
                  <a:cubicBezTo>
                    <a:pt x="4789" y="694"/>
                    <a:pt x="4159" y="126"/>
                    <a:pt x="4159" y="95"/>
                  </a:cubicBezTo>
                  <a:cubicBezTo>
                    <a:pt x="4112" y="32"/>
                    <a:pt x="4025" y="0"/>
                    <a:pt x="39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36" name="Google Shape;11036;p66"/>
            <p:cNvSpPr/>
            <p:nvPr/>
          </p:nvSpPr>
          <p:spPr>
            <a:xfrm>
              <a:off x="-18496300" y="2977800"/>
              <a:ext cx="33100" cy="31925"/>
            </a:xfrm>
            <a:custGeom>
              <a:rect l="l" t="t" r="r" b="b"/>
              <a:pathLst>
                <a:path w="1324" h="1277" extrusionOk="0">
                  <a:moveTo>
                    <a:pt x="914" y="0"/>
                  </a:moveTo>
                  <a:cubicBezTo>
                    <a:pt x="827" y="0"/>
                    <a:pt x="740" y="40"/>
                    <a:pt x="662" y="119"/>
                  </a:cubicBezTo>
                  <a:lnTo>
                    <a:pt x="158" y="654"/>
                  </a:lnTo>
                  <a:cubicBezTo>
                    <a:pt x="0" y="812"/>
                    <a:pt x="0" y="1001"/>
                    <a:pt x="158" y="1158"/>
                  </a:cubicBezTo>
                  <a:cubicBezTo>
                    <a:pt x="205" y="1237"/>
                    <a:pt x="291" y="1276"/>
                    <a:pt x="386" y="1276"/>
                  </a:cubicBezTo>
                  <a:cubicBezTo>
                    <a:pt x="480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7"/>
                    <a:pt x="1323" y="276"/>
                    <a:pt x="1166" y="119"/>
                  </a:cubicBezTo>
                  <a:cubicBezTo>
                    <a:pt x="1087" y="40"/>
                    <a:pt x="1000" y="0"/>
                    <a:pt x="9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37" name="Google Shape;11037;p66"/>
            <p:cNvSpPr/>
            <p:nvPr/>
          </p:nvSpPr>
          <p:spPr>
            <a:xfrm>
              <a:off x="-18559325" y="3042375"/>
              <a:ext cx="33100" cy="31150"/>
            </a:xfrm>
            <a:custGeom>
              <a:rect l="l" t="t" r="r" b="b"/>
              <a:pathLst>
                <a:path w="1324" h="1246" extrusionOk="0">
                  <a:moveTo>
                    <a:pt x="902" y="1"/>
                  </a:moveTo>
                  <a:cubicBezTo>
                    <a:pt x="812" y="1"/>
                    <a:pt x="725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37" y="1206"/>
                    <a:pt x="324" y="1245"/>
                    <a:pt x="410" y="1245"/>
                  </a:cubicBezTo>
                  <a:cubicBezTo>
                    <a:pt x="497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5"/>
                    <a:pt x="1324" y="276"/>
                    <a:pt x="1166" y="119"/>
                  </a:cubicBezTo>
                  <a:cubicBezTo>
                    <a:pt x="1088" y="40"/>
                    <a:pt x="993" y="1"/>
                    <a:pt x="9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38" name="Google Shape;11038;p66"/>
            <p:cNvSpPr/>
            <p:nvPr/>
          </p:nvSpPr>
          <p:spPr>
            <a:xfrm>
              <a:off x="-18559325" y="2991175"/>
              <a:ext cx="33100" cy="31150"/>
            </a:xfrm>
            <a:custGeom>
              <a:rect l="l" t="t" r="r" b="b"/>
              <a:pathLst>
                <a:path w="1324" h="1246" extrusionOk="0">
                  <a:moveTo>
                    <a:pt x="914" y="1"/>
                  </a:moveTo>
                  <a:cubicBezTo>
                    <a:pt x="828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05" y="1206"/>
                    <a:pt x="292" y="1245"/>
                    <a:pt x="387" y="1245"/>
                  </a:cubicBezTo>
                  <a:cubicBezTo>
                    <a:pt x="481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6"/>
                    <a:pt x="1324" y="277"/>
                    <a:pt x="1166" y="119"/>
                  </a:cubicBezTo>
                  <a:cubicBezTo>
                    <a:pt x="1088" y="40"/>
                    <a:pt x="1001" y="1"/>
                    <a:pt x="9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39" name="Google Shape;11039;p66"/>
            <p:cNvSpPr/>
            <p:nvPr/>
          </p:nvSpPr>
          <p:spPr>
            <a:xfrm>
              <a:off x="-18491575" y="3024275"/>
              <a:ext cx="33100" cy="31925"/>
            </a:xfrm>
            <a:custGeom>
              <a:rect l="l" t="t" r="r" b="b"/>
              <a:pathLst>
                <a:path w="1324" h="1277" extrusionOk="0">
                  <a:moveTo>
                    <a:pt x="902" y="0"/>
                  </a:moveTo>
                  <a:cubicBezTo>
                    <a:pt x="811" y="0"/>
                    <a:pt x="725" y="40"/>
                    <a:pt x="662" y="118"/>
                  </a:cubicBezTo>
                  <a:lnTo>
                    <a:pt x="158" y="654"/>
                  </a:lnTo>
                  <a:cubicBezTo>
                    <a:pt x="0" y="811"/>
                    <a:pt x="0" y="1000"/>
                    <a:pt x="158" y="1158"/>
                  </a:cubicBezTo>
                  <a:cubicBezTo>
                    <a:pt x="236" y="1237"/>
                    <a:pt x="323" y="1276"/>
                    <a:pt x="410" y="1276"/>
                  </a:cubicBezTo>
                  <a:cubicBezTo>
                    <a:pt x="496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6"/>
                    <a:pt x="1323" y="276"/>
                    <a:pt x="1166" y="118"/>
                  </a:cubicBezTo>
                  <a:cubicBezTo>
                    <a:pt x="1087" y="40"/>
                    <a:pt x="992" y="0"/>
                    <a:pt x="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40" name="Google Shape;11040;p66"/>
            <p:cNvSpPr/>
            <p:nvPr/>
          </p:nvSpPr>
          <p:spPr>
            <a:xfrm>
              <a:off x="-18522300" y="2928175"/>
              <a:ext cx="32300" cy="31125"/>
            </a:xfrm>
            <a:custGeom>
              <a:rect l="l" t="t" r="r" b="b"/>
              <a:pathLst>
                <a:path w="1292" h="1245" extrusionOk="0">
                  <a:moveTo>
                    <a:pt x="930" y="1"/>
                  </a:moveTo>
                  <a:cubicBezTo>
                    <a:pt x="835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0" y="780"/>
                    <a:pt x="0" y="969"/>
                    <a:pt x="158" y="1127"/>
                  </a:cubicBezTo>
                  <a:cubicBezTo>
                    <a:pt x="237" y="1206"/>
                    <a:pt x="331" y="1245"/>
                    <a:pt x="422" y="1245"/>
                  </a:cubicBezTo>
                  <a:cubicBezTo>
                    <a:pt x="512" y="1245"/>
                    <a:pt x="599" y="1206"/>
                    <a:pt x="662" y="1127"/>
                  </a:cubicBezTo>
                  <a:lnTo>
                    <a:pt x="1198" y="623"/>
                  </a:lnTo>
                  <a:cubicBezTo>
                    <a:pt x="1292" y="497"/>
                    <a:pt x="1292" y="276"/>
                    <a:pt x="1198" y="119"/>
                  </a:cubicBezTo>
                  <a:cubicBezTo>
                    <a:pt x="1119" y="40"/>
                    <a:pt x="1024" y="1"/>
                    <a:pt x="9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41" name="Google Shape;11041;p66"/>
            <p:cNvSpPr/>
            <p:nvPr/>
          </p:nvSpPr>
          <p:spPr>
            <a:xfrm>
              <a:off x="-18446700" y="3004375"/>
              <a:ext cx="33900" cy="31325"/>
            </a:xfrm>
            <a:custGeom>
              <a:rect l="l" t="t" r="r" b="b"/>
              <a:pathLst>
                <a:path w="1356" h="1253" extrusionOk="0">
                  <a:moveTo>
                    <a:pt x="922" y="1"/>
                  </a:moveTo>
                  <a:cubicBezTo>
                    <a:pt x="828" y="1"/>
                    <a:pt x="741" y="32"/>
                    <a:pt x="694" y="95"/>
                  </a:cubicBezTo>
                  <a:lnTo>
                    <a:pt x="158" y="599"/>
                  </a:lnTo>
                  <a:cubicBezTo>
                    <a:pt x="1" y="757"/>
                    <a:pt x="1" y="977"/>
                    <a:pt x="158" y="1135"/>
                  </a:cubicBezTo>
                  <a:cubicBezTo>
                    <a:pt x="253" y="1214"/>
                    <a:pt x="347" y="1253"/>
                    <a:pt x="438" y="1253"/>
                  </a:cubicBezTo>
                  <a:cubicBezTo>
                    <a:pt x="529" y="1253"/>
                    <a:pt x="615" y="1214"/>
                    <a:pt x="694" y="1135"/>
                  </a:cubicBezTo>
                  <a:lnTo>
                    <a:pt x="1198" y="599"/>
                  </a:lnTo>
                  <a:cubicBezTo>
                    <a:pt x="1356" y="442"/>
                    <a:pt x="1356" y="253"/>
                    <a:pt x="1198" y="95"/>
                  </a:cubicBezTo>
                  <a:cubicBezTo>
                    <a:pt x="1119" y="32"/>
                    <a:pt x="1017" y="1"/>
                    <a:pt x="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42" name="Google Shape;11042;p66"/>
          <p:cNvGrpSpPr/>
          <p:nvPr/>
        </p:nvGrpSpPr>
        <p:grpSpPr>
          <a:xfrm>
            <a:off x="7869652" y="1687693"/>
            <a:ext cx="416361" cy="475125"/>
            <a:chOff x="-16798199" y="2050575"/>
            <a:chExt cx="267825" cy="305625"/>
          </a:xfrm>
        </p:grpSpPr>
        <p:sp>
          <p:nvSpPr>
            <p:cNvPr id="11043" name="Google Shape;11043;p66"/>
            <p:cNvSpPr/>
            <p:nvPr/>
          </p:nvSpPr>
          <p:spPr>
            <a:xfrm>
              <a:off x="-16798199" y="2050575"/>
              <a:ext cx="267825" cy="305625"/>
            </a:xfrm>
            <a:custGeom>
              <a:rect l="l" t="t" r="r" b="b"/>
              <a:pathLst>
                <a:path w="10713" h="12225" extrusionOk="0">
                  <a:moveTo>
                    <a:pt x="5388" y="725"/>
                  </a:moveTo>
                  <a:cubicBezTo>
                    <a:pt x="7940" y="725"/>
                    <a:pt x="10051" y="2804"/>
                    <a:pt x="10051" y="5356"/>
                  </a:cubicBezTo>
                  <a:cubicBezTo>
                    <a:pt x="9988" y="5545"/>
                    <a:pt x="9830" y="5734"/>
                    <a:pt x="9641" y="5734"/>
                  </a:cubicBezTo>
                  <a:lnTo>
                    <a:pt x="1103" y="5734"/>
                  </a:lnTo>
                  <a:cubicBezTo>
                    <a:pt x="914" y="5734"/>
                    <a:pt x="757" y="5545"/>
                    <a:pt x="757" y="5356"/>
                  </a:cubicBezTo>
                  <a:cubicBezTo>
                    <a:pt x="757" y="2804"/>
                    <a:pt x="2836" y="725"/>
                    <a:pt x="5388" y="725"/>
                  </a:cubicBezTo>
                  <a:close/>
                  <a:moveTo>
                    <a:pt x="6050" y="6459"/>
                  </a:moveTo>
                  <a:cubicBezTo>
                    <a:pt x="6113" y="7561"/>
                    <a:pt x="6428" y="8664"/>
                    <a:pt x="6743" y="9609"/>
                  </a:cubicBezTo>
                  <a:cubicBezTo>
                    <a:pt x="6774" y="9767"/>
                    <a:pt x="6806" y="9893"/>
                    <a:pt x="6806" y="10050"/>
                  </a:cubicBezTo>
                  <a:cubicBezTo>
                    <a:pt x="6806" y="10491"/>
                    <a:pt x="6617" y="10901"/>
                    <a:pt x="6270" y="11185"/>
                  </a:cubicBezTo>
                  <a:cubicBezTo>
                    <a:pt x="6004" y="11387"/>
                    <a:pt x="5692" y="11481"/>
                    <a:pt x="5383" y="11481"/>
                  </a:cubicBezTo>
                  <a:cubicBezTo>
                    <a:pt x="4778" y="11481"/>
                    <a:pt x="4190" y="11118"/>
                    <a:pt x="4002" y="10491"/>
                  </a:cubicBezTo>
                  <a:cubicBezTo>
                    <a:pt x="3939" y="10176"/>
                    <a:pt x="3939" y="9861"/>
                    <a:pt x="4065" y="9546"/>
                  </a:cubicBezTo>
                  <a:cubicBezTo>
                    <a:pt x="4443" y="8601"/>
                    <a:pt x="4632" y="7530"/>
                    <a:pt x="4632" y="6459"/>
                  </a:cubicBezTo>
                  <a:close/>
                  <a:moveTo>
                    <a:pt x="5357" y="0"/>
                  </a:moveTo>
                  <a:cubicBezTo>
                    <a:pt x="2395" y="0"/>
                    <a:pt x="1" y="2395"/>
                    <a:pt x="1" y="5356"/>
                  </a:cubicBezTo>
                  <a:cubicBezTo>
                    <a:pt x="1" y="5955"/>
                    <a:pt x="473" y="6427"/>
                    <a:pt x="1072" y="6427"/>
                  </a:cubicBezTo>
                  <a:lnTo>
                    <a:pt x="3907" y="6427"/>
                  </a:lnTo>
                  <a:cubicBezTo>
                    <a:pt x="3907" y="7404"/>
                    <a:pt x="3718" y="8381"/>
                    <a:pt x="3340" y="9263"/>
                  </a:cubicBezTo>
                  <a:cubicBezTo>
                    <a:pt x="3151" y="9704"/>
                    <a:pt x="3151" y="10208"/>
                    <a:pt x="3277" y="10680"/>
                  </a:cubicBezTo>
                  <a:cubicBezTo>
                    <a:pt x="3498" y="11500"/>
                    <a:pt x="4285" y="12224"/>
                    <a:pt x="5325" y="12224"/>
                  </a:cubicBezTo>
                  <a:cubicBezTo>
                    <a:pt x="6491" y="12224"/>
                    <a:pt x="7436" y="11279"/>
                    <a:pt x="7436" y="10082"/>
                  </a:cubicBezTo>
                  <a:cubicBezTo>
                    <a:pt x="7436" y="9861"/>
                    <a:pt x="7404" y="9641"/>
                    <a:pt x="7341" y="9420"/>
                  </a:cubicBezTo>
                  <a:cubicBezTo>
                    <a:pt x="7058" y="8538"/>
                    <a:pt x="6743" y="7498"/>
                    <a:pt x="6743" y="6459"/>
                  </a:cubicBezTo>
                  <a:lnTo>
                    <a:pt x="9578" y="6459"/>
                  </a:lnTo>
                  <a:cubicBezTo>
                    <a:pt x="10177" y="6459"/>
                    <a:pt x="10649" y="5986"/>
                    <a:pt x="10649" y="5388"/>
                  </a:cubicBezTo>
                  <a:cubicBezTo>
                    <a:pt x="10712" y="2395"/>
                    <a:pt x="8350" y="0"/>
                    <a:pt x="53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44" name="Google Shape;11044;p66"/>
            <p:cNvSpPr/>
            <p:nvPr/>
          </p:nvSpPr>
          <p:spPr>
            <a:xfrm>
              <a:off x="-16743849" y="2123025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40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61"/>
                    <a:pt x="1261" y="1418"/>
                    <a:pt x="1040" y="1418"/>
                  </a:cubicBezTo>
                  <a:cubicBezTo>
                    <a:pt x="851" y="1418"/>
                    <a:pt x="694" y="1261"/>
                    <a:pt x="694" y="1040"/>
                  </a:cubicBezTo>
                  <a:cubicBezTo>
                    <a:pt x="694" y="851"/>
                    <a:pt x="851" y="694"/>
                    <a:pt x="1040" y="694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39"/>
                    <a:pt x="473" y="2112"/>
                    <a:pt x="1040" y="2112"/>
                  </a:cubicBezTo>
                  <a:cubicBezTo>
                    <a:pt x="1639" y="2112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45" name="Google Shape;11045;p66"/>
            <p:cNvSpPr/>
            <p:nvPr/>
          </p:nvSpPr>
          <p:spPr>
            <a:xfrm>
              <a:off x="-16691076" y="2087600"/>
              <a:ext cx="35475" cy="35450"/>
            </a:xfrm>
            <a:custGeom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3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46" name="Google Shape;11046;p66"/>
          <p:cNvGrpSpPr/>
          <p:nvPr/>
        </p:nvGrpSpPr>
        <p:grpSpPr>
          <a:xfrm>
            <a:off x="7840270" y="2852127"/>
            <a:ext cx="475125" cy="471432"/>
            <a:chOff x="-16817101" y="2801175"/>
            <a:chExt cx="305625" cy="303250"/>
          </a:xfrm>
        </p:grpSpPr>
        <p:sp>
          <p:nvSpPr>
            <p:cNvPr id="11047" name="Google Shape;11047;p66"/>
            <p:cNvSpPr/>
            <p:nvPr/>
          </p:nvSpPr>
          <p:spPr>
            <a:xfrm>
              <a:off x="-16817101" y="2801175"/>
              <a:ext cx="305625" cy="232375"/>
            </a:xfrm>
            <a:custGeom>
              <a:rect l="l" t="t" r="r" b="b"/>
              <a:pathLst>
                <a:path w="12225" h="9295" extrusionOk="0">
                  <a:moveTo>
                    <a:pt x="8633" y="1418"/>
                  </a:moveTo>
                  <a:lnTo>
                    <a:pt x="8633" y="7152"/>
                  </a:lnTo>
                  <a:cubicBezTo>
                    <a:pt x="8507" y="7152"/>
                    <a:pt x="8381" y="7120"/>
                    <a:pt x="8286" y="7120"/>
                  </a:cubicBezTo>
                  <a:cubicBezTo>
                    <a:pt x="8034" y="7120"/>
                    <a:pt x="7845" y="7152"/>
                    <a:pt x="7656" y="7247"/>
                  </a:cubicBezTo>
                  <a:cubicBezTo>
                    <a:pt x="7373" y="6837"/>
                    <a:pt x="6963" y="6522"/>
                    <a:pt x="6491" y="6459"/>
                  </a:cubicBezTo>
                  <a:lnTo>
                    <a:pt x="6491" y="4600"/>
                  </a:lnTo>
                  <a:cubicBezTo>
                    <a:pt x="6491" y="4411"/>
                    <a:pt x="6333" y="4254"/>
                    <a:pt x="6144" y="4254"/>
                  </a:cubicBezTo>
                  <a:cubicBezTo>
                    <a:pt x="5955" y="4254"/>
                    <a:pt x="5798" y="4411"/>
                    <a:pt x="5798" y="4600"/>
                  </a:cubicBezTo>
                  <a:lnTo>
                    <a:pt x="5798" y="6459"/>
                  </a:lnTo>
                  <a:cubicBezTo>
                    <a:pt x="5325" y="6522"/>
                    <a:pt x="4884" y="6837"/>
                    <a:pt x="4663" y="7247"/>
                  </a:cubicBezTo>
                  <a:cubicBezTo>
                    <a:pt x="4443" y="7152"/>
                    <a:pt x="4222" y="7120"/>
                    <a:pt x="4033" y="7120"/>
                  </a:cubicBezTo>
                  <a:cubicBezTo>
                    <a:pt x="3907" y="7120"/>
                    <a:pt x="3781" y="7120"/>
                    <a:pt x="3655" y="7152"/>
                  </a:cubicBezTo>
                  <a:lnTo>
                    <a:pt x="3655" y="1418"/>
                  </a:lnTo>
                  <a:lnTo>
                    <a:pt x="4380" y="1418"/>
                  </a:lnTo>
                  <a:lnTo>
                    <a:pt x="4380" y="2458"/>
                  </a:lnTo>
                  <a:cubicBezTo>
                    <a:pt x="4380" y="2678"/>
                    <a:pt x="4537" y="2836"/>
                    <a:pt x="4726" y="2836"/>
                  </a:cubicBezTo>
                  <a:cubicBezTo>
                    <a:pt x="4915" y="2836"/>
                    <a:pt x="5073" y="2678"/>
                    <a:pt x="5073" y="2458"/>
                  </a:cubicBezTo>
                  <a:lnTo>
                    <a:pt x="5073" y="1418"/>
                  </a:lnTo>
                  <a:lnTo>
                    <a:pt x="5798" y="1418"/>
                  </a:lnTo>
                  <a:lnTo>
                    <a:pt x="5798" y="3182"/>
                  </a:lnTo>
                  <a:cubicBezTo>
                    <a:pt x="5798" y="3371"/>
                    <a:pt x="5955" y="3529"/>
                    <a:pt x="6144" y="3529"/>
                  </a:cubicBezTo>
                  <a:cubicBezTo>
                    <a:pt x="6333" y="3529"/>
                    <a:pt x="6491" y="3371"/>
                    <a:pt x="6491" y="3182"/>
                  </a:cubicBezTo>
                  <a:lnTo>
                    <a:pt x="6491" y="1418"/>
                  </a:lnTo>
                  <a:lnTo>
                    <a:pt x="7215" y="1418"/>
                  </a:lnTo>
                  <a:lnTo>
                    <a:pt x="7215" y="2458"/>
                  </a:lnTo>
                  <a:cubicBezTo>
                    <a:pt x="7215" y="2678"/>
                    <a:pt x="7373" y="2836"/>
                    <a:pt x="7562" y="2836"/>
                  </a:cubicBezTo>
                  <a:cubicBezTo>
                    <a:pt x="7751" y="2836"/>
                    <a:pt x="7940" y="2678"/>
                    <a:pt x="7940" y="2458"/>
                  </a:cubicBezTo>
                  <a:lnTo>
                    <a:pt x="7940" y="1418"/>
                  </a:lnTo>
                  <a:close/>
                  <a:moveTo>
                    <a:pt x="6144" y="7120"/>
                  </a:moveTo>
                  <a:cubicBezTo>
                    <a:pt x="6585" y="7120"/>
                    <a:pt x="7026" y="7404"/>
                    <a:pt x="7184" y="7845"/>
                  </a:cubicBezTo>
                  <a:cubicBezTo>
                    <a:pt x="7227" y="7998"/>
                    <a:pt x="7378" y="8091"/>
                    <a:pt x="7528" y="8091"/>
                  </a:cubicBezTo>
                  <a:cubicBezTo>
                    <a:pt x="7595" y="8091"/>
                    <a:pt x="7662" y="8073"/>
                    <a:pt x="7719" y="8034"/>
                  </a:cubicBezTo>
                  <a:cubicBezTo>
                    <a:pt x="7877" y="7908"/>
                    <a:pt x="8129" y="7845"/>
                    <a:pt x="8318" y="7845"/>
                  </a:cubicBezTo>
                  <a:cubicBezTo>
                    <a:pt x="8790" y="7845"/>
                    <a:pt x="9169" y="8160"/>
                    <a:pt x="9326" y="8538"/>
                  </a:cubicBezTo>
                  <a:lnTo>
                    <a:pt x="3025" y="8538"/>
                  </a:lnTo>
                  <a:cubicBezTo>
                    <a:pt x="3120" y="8160"/>
                    <a:pt x="3498" y="7845"/>
                    <a:pt x="3970" y="7845"/>
                  </a:cubicBezTo>
                  <a:cubicBezTo>
                    <a:pt x="4191" y="7845"/>
                    <a:pt x="4411" y="7908"/>
                    <a:pt x="4569" y="8034"/>
                  </a:cubicBezTo>
                  <a:cubicBezTo>
                    <a:pt x="4624" y="8071"/>
                    <a:pt x="4680" y="8086"/>
                    <a:pt x="4741" y="8086"/>
                  </a:cubicBezTo>
                  <a:cubicBezTo>
                    <a:pt x="4785" y="8086"/>
                    <a:pt x="4832" y="8079"/>
                    <a:pt x="4884" y="8066"/>
                  </a:cubicBezTo>
                  <a:cubicBezTo>
                    <a:pt x="5010" y="8034"/>
                    <a:pt x="5073" y="7940"/>
                    <a:pt x="5136" y="7845"/>
                  </a:cubicBezTo>
                  <a:cubicBezTo>
                    <a:pt x="5293" y="7404"/>
                    <a:pt x="5671" y="7120"/>
                    <a:pt x="6144" y="7120"/>
                  </a:cubicBezTo>
                  <a:close/>
                  <a:moveTo>
                    <a:pt x="9704" y="694"/>
                  </a:moveTo>
                  <a:cubicBezTo>
                    <a:pt x="9893" y="694"/>
                    <a:pt x="10051" y="851"/>
                    <a:pt x="10051" y="1072"/>
                  </a:cubicBezTo>
                  <a:lnTo>
                    <a:pt x="10051" y="6049"/>
                  </a:lnTo>
                  <a:cubicBezTo>
                    <a:pt x="10051" y="6270"/>
                    <a:pt x="10208" y="6427"/>
                    <a:pt x="10397" y="6427"/>
                  </a:cubicBezTo>
                  <a:cubicBezTo>
                    <a:pt x="10618" y="6427"/>
                    <a:pt x="10775" y="6270"/>
                    <a:pt x="10775" y="6049"/>
                  </a:cubicBezTo>
                  <a:lnTo>
                    <a:pt x="10775" y="2111"/>
                  </a:lnTo>
                  <a:lnTo>
                    <a:pt x="11122" y="2111"/>
                  </a:lnTo>
                  <a:cubicBezTo>
                    <a:pt x="11311" y="2111"/>
                    <a:pt x="11500" y="2269"/>
                    <a:pt x="11500" y="2489"/>
                  </a:cubicBezTo>
                  <a:lnTo>
                    <a:pt x="11500" y="8538"/>
                  </a:lnTo>
                  <a:lnTo>
                    <a:pt x="10019" y="8538"/>
                  </a:lnTo>
                  <a:cubicBezTo>
                    <a:pt x="9925" y="8097"/>
                    <a:pt x="9641" y="7719"/>
                    <a:pt x="9326" y="7467"/>
                  </a:cubicBezTo>
                  <a:lnTo>
                    <a:pt x="9326" y="1072"/>
                  </a:lnTo>
                  <a:cubicBezTo>
                    <a:pt x="9326" y="851"/>
                    <a:pt x="9515" y="694"/>
                    <a:pt x="9704" y="694"/>
                  </a:cubicBezTo>
                  <a:close/>
                  <a:moveTo>
                    <a:pt x="2584" y="694"/>
                  </a:moveTo>
                  <a:cubicBezTo>
                    <a:pt x="2773" y="694"/>
                    <a:pt x="2931" y="851"/>
                    <a:pt x="2931" y="1072"/>
                  </a:cubicBezTo>
                  <a:lnTo>
                    <a:pt x="2931" y="7530"/>
                  </a:lnTo>
                  <a:cubicBezTo>
                    <a:pt x="2584" y="7782"/>
                    <a:pt x="2332" y="8160"/>
                    <a:pt x="2269" y="8570"/>
                  </a:cubicBezTo>
                  <a:lnTo>
                    <a:pt x="757" y="8570"/>
                  </a:lnTo>
                  <a:lnTo>
                    <a:pt x="757" y="2489"/>
                  </a:lnTo>
                  <a:cubicBezTo>
                    <a:pt x="757" y="2269"/>
                    <a:pt x="946" y="2111"/>
                    <a:pt x="1135" y="2111"/>
                  </a:cubicBezTo>
                  <a:lnTo>
                    <a:pt x="1513" y="2111"/>
                  </a:lnTo>
                  <a:lnTo>
                    <a:pt x="1513" y="6049"/>
                  </a:lnTo>
                  <a:cubicBezTo>
                    <a:pt x="1513" y="6270"/>
                    <a:pt x="1670" y="6427"/>
                    <a:pt x="1859" y="6427"/>
                  </a:cubicBezTo>
                  <a:cubicBezTo>
                    <a:pt x="2048" y="6427"/>
                    <a:pt x="2206" y="6270"/>
                    <a:pt x="2206" y="6049"/>
                  </a:cubicBezTo>
                  <a:lnTo>
                    <a:pt x="2206" y="1072"/>
                  </a:lnTo>
                  <a:cubicBezTo>
                    <a:pt x="2206" y="851"/>
                    <a:pt x="2363" y="694"/>
                    <a:pt x="2584" y="694"/>
                  </a:cubicBezTo>
                  <a:close/>
                  <a:moveTo>
                    <a:pt x="2521" y="0"/>
                  </a:moveTo>
                  <a:cubicBezTo>
                    <a:pt x="1922" y="0"/>
                    <a:pt x="1450" y="473"/>
                    <a:pt x="1450" y="1072"/>
                  </a:cubicBezTo>
                  <a:lnTo>
                    <a:pt x="1450" y="1418"/>
                  </a:lnTo>
                  <a:lnTo>
                    <a:pt x="1103" y="1418"/>
                  </a:lnTo>
                  <a:cubicBezTo>
                    <a:pt x="505" y="1418"/>
                    <a:pt x="1" y="1891"/>
                    <a:pt x="1" y="2489"/>
                  </a:cubicBezTo>
                  <a:lnTo>
                    <a:pt x="1" y="8948"/>
                  </a:lnTo>
                  <a:cubicBezTo>
                    <a:pt x="1" y="9137"/>
                    <a:pt x="158" y="9294"/>
                    <a:pt x="347" y="9294"/>
                  </a:cubicBezTo>
                  <a:lnTo>
                    <a:pt x="11815" y="9294"/>
                  </a:lnTo>
                  <a:cubicBezTo>
                    <a:pt x="12004" y="9294"/>
                    <a:pt x="12162" y="9137"/>
                    <a:pt x="12162" y="8948"/>
                  </a:cubicBezTo>
                  <a:lnTo>
                    <a:pt x="12162" y="2489"/>
                  </a:lnTo>
                  <a:cubicBezTo>
                    <a:pt x="12225" y="1891"/>
                    <a:pt x="11689" y="1418"/>
                    <a:pt x="11122" y="1418"/>
                  </a:cubicBezTo>
                  <a:lnTo>
                    <a:pt x="10744" y="1418"/>
                  </a:lnTo>
                  <a:lnTo>
                    <a:pt x="10744" y="1072"/>
                  </a:lnTo>
                  <a:cubicBezTo>
                    <a:pt x="10744" y="473"/>
                    <a:pt x="10271" y="0"/>
                    <a:pt x="9704" y="0"/>
                  </a:cubicBezTo>
                  <a:cubicBezTo>
                    <a:pt x="9232" y="0"/>
                    <a:pt x="8822" y="315"/>
                    <a:pt x="8664" y="694"/>
                  </a:cubicBezTo>
                  <a:lnTo>
                    <a:pt x="3561" y="694"/>
                  </a:lnTo>
                  <a:cubicBezTo>
                    <a:pt x="3403" y="284"/>
                    <a:pt x="2994" y="0"/>
                    <a:pt x="2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48" name="Google Shape;11048;p66"/>
            <p:cNvSpPr/>
            <p:nvPr/>
          </p:nvSpPr>
          <p:spPr>
            <a:xfrm>
              <a:off x="-16636726" y="2889375"/>
              <a:ext cx="18125" cy="72500"/>
            </a:xfrm>
            <a:custGeom>
              <a:rect l="l" t="t" r="r" b="b"/>
              <a:pathLst>
                <a:path w="725" h="2900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2521"/>
                  </a:lnTo>
                  <a:cubicBezTo>
                    <a:pt x="0" y="2742"/>
                    <a:pt x="158" y="2899"/>
                    <a:pt x="347" y="2899"/>
                  </a:cubicBezTo>
                  <a:cubicBezTo>
                    <a:pt x="536" y="2899"/>
                    <a:pt x="725" y="2742"/>
                    <a:pt x="725" y="2521"/>
                  </a:cubicBezTo>
                  <a:lnTo>
                    <a:pt x="725" y="379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49" name="Google Shape;11049;p66"/>
            <p:cNvSpPr/>
            <p:nvPr/>
          </p:nvSpPr>
          <p:spPr>
            <a:xfrm>
              <a:off x="-16708400" y="2889375"/>
              <a:ext cx="17350" cy="72500"/>
            </a:xfrm>
            <a:custGeom>
              <a:rect l="l" t="t" r="r" b="b"/>
              <a:pathLst>
                <a:path w="694" h="2900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2521"/>
                  </a:lnTo>
                  <a:cubicBezTo>
                    <a:pt x="0" y="2742"/>
                    <a:pt x="158" y="2899"/>
                    <a:pt x="347" y="2899"/>
                  </a:cubicBezTo>
                  <a:cubicBezTo>
                    <a:pt x="536" y="2899"/>
                    <a:pt x="693" y="2742"/>
                    <a:pt x="693" y="2521"/>
                  </a:cubicBezTo>
                  <a:lnTo>
                    <a:pt x="693" y="379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0" name="Google Shape;11050;p66"/>
            <p:cNvSpPr/>
            <p:nvPr/>
          </p:nvSpPr>
          <p:spPr>
            <a:xfrm>
              <a:off x="-16816301" y="3050850"/>
              <a:ext cx="72475" cy="18150"/>
            </a:xfrm>
            <a:custGeom>
              <a:rect l="l" t="t" r="r" b="b"/>
              <a:pathLst>
                <a:path w="2899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2520" y="725"/>
                  </a:lnTo>
                  <a:cubicBezTo>
                    <a:pt x="2741" y="725"/>
                    <a:pt x="2899" y="568"/>
                    <a:pt x="2899" y="378"/>
                  </a:cubicBezTo>
                  <a:cubicBezTo>
                    <a:pt x="2899" y="158"/>
                    <a:pt x="2741" y="0"/>
                    <a:pt x="2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1" name="Google Shape;11051;p66"/>
            <p:cNvSpPr/>
            <p:nvPr/>
          </p:nvSpPr>
          <p:spPr>
            <a:xfrm>
              <a:off x="-16779300" y="3086300"/>
              <a:ext cx="88250" cy="18125"/>
            </a:xfrm>
            <a:custGeom>
              <a:rect l="l" t="t" r="r" b="b"/>
              <a:pathLst>
                <a:path w="353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3183" y="725"/>
                  </a:lnTo>
                  <a:cubicBezTo>
                    <a:pt x="3372" y="725"/>
                    <a:pt x="3529" y="567"/>
                    <a:pt x="3529" y="378"/>
                  </a:cubicBezTo>
                  <a:cubicBezTo>
                    <a:pt x="3529" y="221"/>
                    <a:pt x="3372" y="0"/>
                    <a:pt x="3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2" name="Google Shape;11052;p66"/>
            <p:cNvSpPr/>
            <p:nvPr/>
          </p:nvSpPr>
          <p:spPr>
            <a:xfrm>
              <a:off x="-16636726" y="3086300"/>
              <a:ext cx="88225" cy="18125"/>
            </a:xfrm>
            <a:custGeom>
              <a:rect l="l" t="t" r="r" b="b"/>
              <a:pathLst>
                <a:path w="3529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221"/>
                    <a:pt x="3371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3" name="Google Shape;11053;p66"/>
            <p:cNvSpPr/>
            <p:nvPr/>
          </p:nvSpPr>
          <p:spPr>
            <a:xfrm>
              <a:off x="-16583951" y="3050850"/>
              <a:ext cx="72475" cy="18150"/>
            </a:xfrm>
            <a:custGeom>
              <a:rect l="l" t="t" r="r" b="b"/>
              <a:pathLst>
                <a:path w="2899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2520" y="725"/>
                  </a:lnTo>
                  <a:cubicBezTo>
                    <a:pt x="2741" y="725"/>
                    <a:pt x="2899" y="568"/>
                    <a:pt x="2899" y="378"/>
                  </a:cubicBezTo>
                  <a:cubicBezTo>
                    <a:pt x="2899" y="158"/>
                    <a:pt x="2741" y="0"/>
                    <a:pt x="2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4" name="Google Shape;11054;p66"/>
            <p:cNvSpPr/>
            <p:nvPr/>
          </p:nvSpPr>
          <p:spPr>
            <a:xfrm>
              <a:off x="-16726525" y="3050850"/>
              <a:ext cx="125250" cy="18150"/>
            </a:xfrm>
            <a:custGeom>
              <a:rect l="l" t="t" r="r" b="b"/>
              <a:pathLst>
                <a:path w="5010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4663" y="725"/>
                  </a:lnTo>
                  <a:cubicBezTo>
                    <a:pt x="4852" y="725"/>
                    <a:pt x="5010" y="568"/>
                    <a:pt x="5010" y="378"/>
                  </a:cubicBezTo>
                  <a:cubicBezTo>
                    <a:pt x="5010" y="158"/>
                    <a:pt x="4852" y="0"/>
                    <a:pt x="46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55" name="Google Shape;11055;p66"/>
          <p:cNvGrpSpPr/>
          <p:nvPr/>
        </p:nvGrpSpPr>
        <p:grpSpPr>
          <a:xfrm>
            <a:off x="7247390" y="3444614"/>
            <a:ext cx="476329" cy="475125"/>
            <a:chOff x="-15717576" y="2786200"/>
            <a:chExt cx="306400" cy="305625"/>
          </a:xfrm>
        </p:grpSpPr>
        <p:sp>
          <p:nvSpPr>
            <p:cNvPr id="11056" name="Google Shape;11056;p66"/>
            <p:cNvSpPr/>
            <p:nvPr/>
          </p:nvSpPr>
          <p:spPr>
            <a:xfrm>
              <a:off x="-15717576" y="2786200"/>
              <a:ext cx="306400" cy="305625"/>
            </a:xfrm>
            <a:custGeom>
              <a:rect l="l" t="t" r="r" b="b"/>
              <a:pathLst>
                <a:path w="12256" h="12225" extrusionOk="0">
                  <a:moveTo>
                    <a:pt x="1387" y="788"/>
                  </a:moveTo>
                  <a:cubicBezTo>
                    <a:pt x="1796" y="788"/>
                    <a:pt x="2111" y="1103"/>
                    <a:pt x="2111" y="1513"/>
                  </a:cubicBezTo>
                  <a:lnTo>
                    <a:pt x="2111" y="4727"/>
                  </a:lnTo>
                  <a:cubicBezTo>
                    <a:pt x="2111" y="5325"/>
                    <a:pt x="2584" y="5798"/>
                    <a:pt x="3151" y="5798"/>
                  </a:cubicBezTo>
                  <a:lnTo>
                    <a:pt x="3907" y="5798"/>
                  </a:lnTo>
                  <a:cubicBezTo>
                    <a:pt x="4096" y="5798"/>
                    <a:pt x="4254" y="5640"/>
                    <a:pt x="4254" y="5420"/>
                  </a:cubicBezTo>
                  <a:lnTo>
                    <a:pt x="4254" y="3309"/>
                  </a:lnTo>
                  <a:cubicBezTo>
                    <a:pt x="4254" y="2332"/>
                    <a:pt x="5041" y="1545"/>
                    <a:pt x="6049" y="1545"/>
                  </a:cubicBezTo>
                  <a:cubicBezTo>
                    <a:pt x="7026" y="1545"/>
                    <a:pt x="7814" y="2332"/>
                    <a:pt x="7814" y="3309"/>
                  </a:cubicBezTo>
                  <a:lnTo>
                    <a:pt x="7814" y="8318"/>
                  </a:lnTo>
                  <a:cubicBezTo>
                    <a:pt x="7814" y="8507"/>
                    <a:pt x="7971" y="8665"/>
                    <a:pt x="8160" y="8665"/>
                  </a:cubicBezTo>
                  <a:lnTo>
                    <a:pt x="8916" y="8665"/>
                  </a:lnTo>
                  <a:cubicBezTo>
                    <a:pt x="9515" y="8665"/>
                    <a:pt x="9988" y="8192"/>
                    <a:pt x="9988" y="7593"/>
                  </a:cubicBezTo>
                  <a:lnTo>
                    <a:pt x="9988" y="5105"/>
                  </a:lnTo>
                  <a:cubicBezTo>
                    <a:pt x="9988" y="4727"/>
                    <a:pt x="10303" y="4411"/>
                    <a:pt x="10681" y="4411"/>
                  </a:cubicBezTo>
                  <a:cubicBezTo>
                    <a:pt x="11090" y="4411"/>
                    <a:pt x="11405" y="4727"/>
                    <a:pt x="11405" y="5105"/>
                  </a:cubicBezTo>
                  <a:lnTo>
                    <a:pt x="11405" y="7562"/>
                  </a:lnTo>
                  <a:lnTo>
                    <a:pt x="11437" y="7562"/>
                  </a:lnTo>
                  <a:cubicBezTo>
                    <a:pt x="11437" y="8948"/>
                    <a:pt x="10334" y="10051"/>
                    <a:pt x="8948" y="10051"/>
                  </a:cubicBezTo>
                  <a:lnTo>
                    <a:pt x="8192" y="10051"/>
                  </a:lnTo>
                  <a:cubicBezTo>
                    <a:pt x="8003" y="10051"/>
                    <a:pt x="7845" y="10208"/>
                    <a:pt x="7845" y="10397"/>
                  </a:cubicBezTo>
                  <a:lnTo>
                    <a:pt x="7845" y="11500"/>
                  </a:lnTo>
                  <a:lnTo>
                    <a:pt x="4254" y="11500"/>
                  </a:lnTo>
                  <a:lnTo>
                    <a:pt x="4254" y="7562"/>
                  </a:lnTo>
                  <a:cubicBezTo>
                    <a:pt x="4254" y="7373"/>
                    <a:pt x="4096" y="7215"/>
                    <a:pt x="3907" y="7215"/>
                  </a:cubicBezTo>
                  <a:lnTo>
                    <a:pt x="3151" y="7215"/>
                  </a:lnTo>
                  <a:cubicBezTo>
                    <a:pt x="1796" y="7215"/>
                    <a:pt x="694" y="6113"/>
                    <a:pt x="694" y="4727"/>
                  </a:cubicBezTo>
                  <a:lnTo>
                    <a:pt x="694" y="1513"/>
                  </a:lnTo>
                  <a:cubicBezTo>
                    <a:pt x="694" y="1103"/>
                    <a:pt x="1009" y="788"/>
                    <a:pt x="1387" y="788"/>
                  </a:cubicBezTo>
                  <a:close/>
                  <a:moveTo>
                    <a:pt x="1418" y="1"/>
                  </a:moveTo>
                  <a:cubicBezTo>
                    <a:pt x="631" y="1"/>
                    <a:pt x="1" y="631"/>
                    <a:pt x="1" y="1419"/>
                  </a:cubicBezTo>
                  <a:lnTo>
                    <a:pt x="1" y="4664"/>
                  </a:lnTo>
                  <a:cubicBezTo>
                    <a:pt x="1" y="6428"/>
                    <a:pt x="1481" y="7877"/>
                    <a:pt x="3246" y="7877"/>
                  </a:cubicBezTo>
                  <a:lnTo>
                    <a:pt x="3624" y="7877"/>
                  </a:lnTo>
                  <a:lnTo>
                    <a:pt x="3624" y="11500"/>
                  </a:lnTo>
                  <a:lnTo>
                    <a:pt x="2584" y="11500"/>
                  </a:lnTo>
                  <a:cubicBezTo>
                    <a:pt x="2363" y="11500"/>
                    <a:pt x="2206" y="11658"/>
                    <a:pt x="2206" y="11847"/>
                  </a:cubicBezTo>
                  <a:cubicBezTo>
                    <a:pt x="2206" y="12036"/>
                    <a:pt x="2363" y="12225"/>
                    <a:pt x="2584" y="12225"/>
                  </a:cubicBezTo>
                  <a:lnTo>
                    <a:pt x="9704" y="12225"/>
                  </a:lnTo>
                  <a:cubicBezTo>
                    <a:pt x="9893" y="12225"/>
                    <a:pt x="10051" y="12036"/>
                    <a:pt x="10051" y="11847"/>
                  </a:cubicBezTo>
                  <a:cubicBezTo>
                    <a:pt x="10051" y="11658"/>
                    <a:pt x="9893" y="11500"/>
                    <a:pt x="9704" y="11500"/>
                  </a:cubicBezTo>
                  <a:lnTo>
                    <a:pt x="8633" y="11500"/>
                  </a:lnTo>
                  <a:lnTo>
                    <a:pt x="8633" y="10744"/>
                  </a:lnTo>
                  <a:lnTo>
                    <a:pt x="9042" y="10744"/>
                  </a:lnTo>
                  <a:cubicBezTo>
                    <a:pt x="10807" y="10744"/>
                    <a:pt x="12256" y="9295"/>
                    <a:pt x="12256" y="7530"/>
                  </a:cubicBezTo>
                  <a:lnTo>
                    <a:pt x="12256" y="5042"/>
                  </a:lnTo>
                  <a:cubicBezTo>
                    <a:pt x="12130" y="4285"/>
                    <a:pt x="11500" y="3624"/>
                    <a:pt x="10712" y="3624"/>
                  </a:cubicBezTo>
                  <a:cubicBezTo>
                    <a:pt x="9925" y="3624"/>
                    <a:pt x="9294" y="4254"/>
                    <a:pt x="9294" y="5042"/>
                  </a:cubicBezTo>
                  <a:lnTo>
                    <a:pt x="9294" y="7530"/>
                  </a:lnTo>
                  <a:cubicBezTo>
                    <a:pt x="9294" y="7719"/>
                    <a:pt x="9137" y="7877"/>
                    <a:pt x="8948" y="7877"/>
                  </a:cubicBezTo>
                  <a:lnTo>
                    <a:pt x="8570" y="7877"/>
                  </a:lnTo>
                  <a:lnTo>
                    <a:pt x="8570" y="3246"/>
                  </a:lnTo>
                  <a:cubicBezTo>
                    <a:pt x="8570" y="1860"/>
                    <a:pt x="7467" y="757"/>
                    <a:pt x="6081" y="757"/>
                  </a:cubicBezTo>
                  <a:cubicBezTo>
                    <a:pt x="4695" y="757"/>
                    <a:pt x="3592" y="1860"/>
                    <a:pt x="3592" y="3246"/>
                  </a:cubicBezTo>
                  <a:lnTo>
                    <a:pt x="3592" y="5010"/>
                  </a:lnTo>
                  <a:lnTo>
                    <a:pt x="3214" y="5010"/>
                  </a:lnTo>
                  <a:cubicBezTo>
                    <a:pt x="2993" y="5010"/>
                    <a:pt x="2836" y="4853"/>
                    <a:pt x="2836" y="4664"/>
                  </a:cubicBezTo>
                  <a:lnTo>
                    <a:pt x="2836" y="1419"/>
                  </a:ln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7" name="Google Shape;11057;p66"/>
            <p:cNvSpPr/>
            <p:nvPr/>
          </p:nvSpPr>
          <p:spPr>
            <a:xfrm>
              <a:off x="-15593126" y="2859450"/>
              <a:ext cx="18125" cy="35475"/>
            </a:xfrm>
            <a:custGeom>
              <a:rect l="l" t="t" r="r" b="b"/>
              <a:pathLst>
                <a:path w="725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725" y="1261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8" name="Google Shape;11058;p66"/>
            <p:cNvSpPr/>
            <p:nvPr/>
          </p:nvSpPr>
          <p:spPr>
            <a:xfrm>
              <a:off x="-15593126" y="2966575"/>
              <a:ext cx="17350" cy="35475"/>
            </a:xfrm>
            <a:custGeom>
              <a:rect l="l" t="t" r="r" b="b"/>
              <a:pathLst>
                <a:path w="694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72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59" name="Google Shape;11059;p66"/>
            <p:cNvSpPr/>
            <p:nvPr/>
          </p:nvSpPr>
          <p:spPr>
            <a:xfrm>
              <a:off x="-15557675" y="2859450"/>
              <a:ext cx="17350" cy="35475"/>
            </a:xfrm>
            <a:custGeom>
              <a:rect l="l" t="t" r="r" b="b"/>
              <a:pathLst>
                <a:path w="694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40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60" name="Google Shape;11060;p66"/>
            <p:cNvSpPr/>
            <p:nvPr/>
          </p:nvSpPr>
          <p:spPr>
            <a:xfrm>
              <a:off x="-15557675" y="2966575"/>
              <a:ext cx="17350" cy="35475"/>
            </a:xfrm>
            <a:custGeom>
              <a:rect l="l" t="t" r="r" b="b"/>
              <a:pathLst>
                <a:path w="694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72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61" name="Google Shape;11061;p66"/>
            <p:cNvSpPr/>
            <p:nvPr/>
          </p:nvSpPr>
          <p:spPr>
            <a:xfrm>
              <a:off x="-15575800" y="2913025"/>
              <a:ext cx="18125" cy="35450"/>
            </a:xfrm>
            <a:custGeom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cubicBezTo>
                    <a:pt x="568" y="1418"/>
                    <a:pt x="725" y="1260"/>
                    <a:pt x="725" y="1071"/>
                  </a:cubicBezTo>
                  <a:lnTo>
                    <a:pt x="725" y="378"/>
                  </a:ln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62" name="Google Shape;11062;p66"/>
            <p:cNvSpPr/>
            <p:nvPr/>
          </p:nvSpPr>
          <p:spPr>
            <a:xfrm>
              <a:off x="-15575800" y="3019350"/>
              <a:ext cx="18125" cy="35450"/>
            </a:xfrm>
            <a:custGeom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cubicBezTo>
                    <a:pt x="568" y="1418"/>
                    <a:pt x="725" y="1260"/>
                    <a:pt x="725" y="1071"/>
                  </a:cubicBezTo>
                  <a:lnTo>
                    <a:pt x="725" y="378"/>
                  </a:ln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63" name="Google Shape;11063;p66"/>
          <p:cNvGrpSpPr/>
          <p:nvPr/>
        </p:nvGrpSpPr>
        <p:grpSpPr>
          <a:xfrm>
            <a:off x="2584963" y="1688296"/>
            <a:ext cx="475125" cy="473920"/>
            <a:chOff x="-20173175" y="2038750"/>
            <a:chExt cx="305625" cy="304850"/>
          </a:xfrm>
        </p:grpSpPr>
        <p:sp>
          <p:nvSpPr>
            <p:cNvPr id="11064" name="Google Shape;11064;p66"/>
            <p:cNvSpPr/>
            <p:nvPr/>
          </p:nvSpPr>
          <p:spPr>
            <a:xfrm>
              <a:off x="-20173175" y="2038750"/>
              <a:ext cx="197725" cy="303275"/>
            </a:xfrm>
            <a:custGeom>
              <a:rect l="l" t="t" r="r" b="b"/>
              <a:pathLst>
                <a:path w="7909" h="12131" extrusionOk="0">
                  <a:moveTo>
                    <a:pt x="2175" y="3624"/>
                  </a:moveTo>
                  <a:cubicBezTo>
                    <a:pt x="3120" y="3781"/>
                    <a:pt x="3908" y="4506"/>
                    <a:pt x="4160" y="5451"/>
                  </a:cubicBezTo>
                  <a:cubicBezTo>
                    <a:pt x="3845" y="5294"/>
                    <a:pt x="3372" y="5136"/>
                    <a:pt x="2931" y="5042"/>
                  </a:cubicBezTo>
                  <a:cubicBezTo>
                    <a:pt x="2521" y="4663"/>
                    <a:pt x="2238" y="4191"/>
                    <a:pt x="2175" y="3624"/>
                  </a:cubicBezTo>
                  <a:close/>
                  <a:moveTo>
                    <a:pt x="6932" y="725"/>
                  </a:moveTo>
                  <a:cubicBezTo>
                    <a:pt x="6302" y="2332"/>
                    <a:pt x="6302" y="4159"/>
                    <a:pt x="6932" y="5766"/>
                  </a:cubicBezTo>
                  <a:lnTo>
                    <a:pt x="5168" y="5766"/>
                  </a:lnTo>
                  <a:cubicBezTo>
                    <a:pt x="5798" y="4159"/>
                    <a:pt x="5798" y="2332"/>
                    <a:pt x="5168" y="725"/>
                  </a:cubicBezTo>
                  <a:close/>
                  <a:moveTo>
                    <a:pt x="2490" y="5766"/>
                  </a:moveTo>
                  <a:cubicBezTo>
                    <a:pt x="3025" y="5766"/>
                    <a:pt x="3530" y="5955"/>
                    <a:pt x="3908" y="6113"/>
                  </a:cubicBezTo>
                  <a:cubicBezTo>
                    <a:pt x="3530" y="6270"/>
                    <a:pt x="3025" y="6459"/>
                    <a:pt x="2490" y="6459"/>
                  </a:cubicBezTo>
                  <a:cubicBezTo>
                    <a:pt x="1923" y="6459"/>
                    <a:pt x="1419" y="6270"/>
                    <a:pt x="1009" y="6113"/>
                  </a:cubicBezTo>
                  <a:cubicBezTo>
                    <a:pt x="1387" y="5924"/>
                    <a:pt x="1891" y="5766"/>
                    <a:pt x="2490" y="5766"/>
                  </a:cubicBezTo>
                  <a:close/>
                  <a:moveTo>
                    <a:pt x="4128" y="6743"/>
                  </a:moveTo>
                  <a:lnTo>
                    <a:pt x="4128" y="6743"/>
                  </a:lnTo>
                  <a:cubicBezTo>
                    <a:pt x="3908" y="7688"/>
                    <a:pt x="3120" y="8444"/>
                    <a:pt x="2112" y="8570"/>
                  </a:cubicBezTo>
                  <a:cubicBezTo>
                    <a:pt x="2206" y="8003"/>
                    <a:pt x="2490" y="7530"/>
                    <a:pt x="2868" y="7152"/>
                  </a:cubicBezTo>
                  <a:cubicBezTo>
                    <a:pt x="3372" y="7058"/>
                    <a:pt x="3813" y="6900"/>
                    <a:pt x="4128" y="6743"/>
                  </a:cubicBezTo>
                  <a:close/>
                  <a:moveTo>
                    <a:pt x="6932" y="6428"/>
                  </a:moveTo>
                  <a:cubicBezTo>
                    <a:pt x="6270" y="8034"/>
                    <a:pt x="6270" y="9893"/>
                    <a:pt x="6932" y="11469"/>
                  </a:cubicBezTo>
                  <a:lnTo>
                    <a:pt x="5168" y="11469"/>
                  </a:lnTo>
                  <a:cubicBezTo>
                    <a:pt x="5798" y="9862"/>
                    <a:pt x="5798" y="8034"/>
                    <a:pt x="5168" y="6428"/>
                  </a:cubicBezTo>
                  <a:close/>
                  <a:moveTo>
                    <a:pt x="4664" y="1"/>
                  </a:moveTo>
                  <a:cubicBezTo>
                    <a:pt x="4380" y="1"/>
                    <a:pt x="4223" y="284"/>
                    <a:pt x="4349" y="536"/>
                  </a:cubicBezTo>
                  <a:cubicBezTo>
                    <a:pt x="5010" y="1860"/>
                    <a:pt x="5168" y="3403"/>
                    <a:pt x="4758" y="4853"/>
                  </a:cubicBezTo>
                  <a:cubicBezTo>
                    <a:pt x="4286" y="3718"/>
                    <a:pt x="3151" y="2868"/>
                    <a:pt x="1797" y="2868"/>
                  </a:cubicBezTo>
                  <a:cubicBezTo>
                    <a:pt x="1608" y="2868"/>
                    <a:pt x="1450" y="3057"/>
                    <a:pt x="1450" y="3246"/>
                  </a:cubicBezTo>
                  <a:cubicBezTo>
                    <a:pt x="1450" y="3907"/>
                    <a:pt x="1639" y="4537"/>
                    <a:pt x="2017" y="5042"/>
                  </a:cubicBezTo>
                  <a:cubicBezTo>
                    <a:pt x="978" y="5199"/>
                    <a:pt x="158" y="5766"/>
                    <a:pt x="158" y="5798"/>
                  </a:cubicBezTo>
                  <a:cubicBezTo>
                    <a:pt x="95" y="5861"/>
                    <a:pt x="1" y="5955"/>
                    <a:pt x="1" y="6081"/>
                  </a:cubicBezTo>
                  <a:cubicBezTo>
                    <a:pt x="1" y="6207"/>
                    <a:pt x="32" y="6302"/>
                    <a:pt x="158" y="6333"/>
                  </a:cubicBezTo>
                  <a:cubicBezTo>
                    <a:pt x="190" y="6396"/>
                    <a:pt x="978" y="6932"/>
                    <a:pt x="2017" y="7089"/>
                  </a:cubicBezTo>
                  <a:cubicBezTo>
                    <a:pt x="1639" y="7593"/>
                    <a:pt x="1450" y="8287"/>
                    <a:pt x="1450" y="8917"/>
                  </a:cubicBezTo>
                  <a:cubicBezTo>
                    <a:pt x="1450" y="9106"/>
                    <a:pt x="1608" y="9263"/>
                    <a:pt x="1797" y="9263"/>
                  </a:cubicBezTo>
                  <a:cubicBezTo>
                    <a:pt x="3151" y="9263"/>
                    <a:pt x="4286" y="8476"/>
                    <a:pt x="4758" y="7278"/>
                  </a:cubicBezTo>
                  <a:lnTo>
                    <a:pt x="4758" y="7278"/>
                  </a:lnTo>
                  <a:cubicBezTo>
                    <a:pt x="5168" y="8696"/>
                    <a:pt x="5010" y="10271"/>
                    <a:pt x="4349" y="11626"/>
                  </a:cubicBezTo>
                  <a:cubicBezTo>
                    <a:pt x="4223" y="11847"/>
                    <a:pt x="4380" y="12130"/>
                    <a:pt x="4664" y="12130"/>
                  </a:cubicBezTo>
                  <a:lnTo>
                    <a:pt x="7499" y="12130"/>
                  </a:lnTo>
                  <a:cubicBezTo>
                    <a:pt x="7751" y="12130"/>
                    <a:pt x="7909" y="11878"/>
                    <a:pt x="7814" y="11626"/>
                  </a:cubicBezTo>
                  <a:cubicBezTo>
                    <a:pt x="6932" y="9925"/>
                    <a:pt x="6932" y="7908"/>
                    <a:pt x="7814" y="6239"/>
                  </a:cubicBezTo>
                  <a:cubicBezTo>
                    <a:pt x="7846" y="6144"/>
                    <a:pt x="7846" y="6018"/>
                    <a:pt x="7814" y="5924"/>
                  </a:cubicBezTo>
                  <a:cubicBezTo>
                    <a:pt x="6932" y="4222"/>
                    <a:pt x="6932" y="2206"/>
                    <a:pt x="7814" y="505"/>
                  </a:cubicBezTo>
                  <a:cubicBezTo>
                    <a:pt x="7909" y="284"/>
                    <a:pt x="7720" y="1"/>
                    <a:pt x="74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65" name="Google Shape;11065;p66"/>
            <p:cNvSpPr/>
            <p:nvPr/>
          </p:nvSpPr>
          <p:spPr>
            <a:xfrm>
              <a:off x="-19962875" y="2110425"/>
              <a:ext cx="95325" cy="233175"/>
            </a:xfrm>
            <a:custGeom>
              <a:rect l="l" t="t" r="r" b="b"/>
              <a:pathLst>
                <a:path w="3812" h="9327" extrusionOk="0">
                  <a:moveTo>
                    <a:pt x="2773" y="725"/>
                  </a:moveTo>
                  <a:cubicBezTo>
                    <a:pt x="2269" y="1859"/>
                    <a:pt x="2269" y="3151"/>
                    <a:pt x="2773" y="4317"/>
                  </a:cubicBezTo>
                  <a:lnTo>
                    <a:pt x="1103" y="4317"/>
                  </a:lnTo>
                  <a:cubicBezTo>
                    <a:pt x="1639" y="3151"/>
                    <a:pt x="1639" y="1859"/>
                    <a:pt x="1103" y="725"/>
                  </a:cubicBezTo>
                  <a:close/>
                  <a:moveTo>
                    <a:pt x="2742" y="4978"/>
                  </a:moveTo>
                  <a:cubicBezTo>
                    <a:pt x="2458" y="5546"/>
                    <a:pt x="2332" y="6176"/>
                    <a:pt x="2332" y="6806"/>
                  </a:cubicBezTo>
                  <a:cubicBezTo>
                    <a:pt x="2332" y="7467"/>
                    <a:pt x="2490" y="8066"/>
                    <a:pt x="2742" y="8602"/>
                  </a:cubicBezTo>
                  <a:lnTo>
                    <a:pt x="1072" y="8602"/>
                  </a:lnTo>
                  <a:cubicBezTo>
                    <a:pt x="1355" y="8066"/>
                    <a:pt x="1482" y="7436"/>
                    <a:pt x="1482" y="6806"/>
                  </a:cubicBezTo>
                  <a:cubicBezTo>
                    <a:pt x="1482" y="6176"/>
                    <a:pt x="1355" y="5546"/>
                    <a:pt x="1072" y="4978"/>
                  </a:cubicBezTo>
                  <a:close/>
                  <a:moveTo>
                    <a:pt x="473" y="1"/>
                  </a:moveTo>
                  <a:cubicBezTo>
                    <a:pt x="221" y="1"/>
                    <a:pt x="32" y="347"/>
                    <a:pt x="158" y="568"/>
                  </a:cubicBezTo>
                  <a:cubicBezTo>
                    <a:pt x="914" y="1670"/>
                    <a:pt x="1009" y="3151"/>
                    <a:pt x="158" y="4474"/>
                  </a:cubicBezTo>
                  <a:cubicBezTo>
                    <a:pt x="95" y="4600"/>
                    <a:pt x="95" y="4726"/>
                    <a:pt x="158" y="4852"/>
                  </a:cubicBezTo>
                  <a:cubicBezTo>
                    <a:pt x="946" y="6050"/>
                    <a:pt x="946" y="7625"/>
                    <a:pt x="158" y="8759"/>
                  </a:cubicBezTo>
                  <a:cubicBezTo>
                    <a:pt x="1" y="9011"/>
                    <a:pt x="158" y="9326"/>
                    <a:pt x="473" y="9326"/>
                  </a:cubicBezTo>
                  <a:lnTo>
                    <a:pt x="3309" y="9326"/>
                  </a:lnTo>
                  <a:cubicBezTo>
                    <a:pt x="3592" y="9326"/>
                    <a:pt x="3813" y="9011"/>
                    <a:pt x="3624" y="8759"/>
                  </a:cubicBezTo>
                  <a:cubicBezTo>
                    <a:pt x="2836" y="7593"/>
                    <a:pt x="2836" y="6018"/>
                    <a:pt x="3624" y="4852"/>
                  </a:cubicBezTo>
                  <a:cubicBezTo>
                    <a:pt x="3718" y="4726"/>
                    <a:pt x="3718" y="4600"/>
                    <a:pt x="3624" y="4474"/>
                  </a:cubicBezTo>
                  <a:cubicBezTo>
                    <a:pt x="2836" y="3277"/>
                    <a:pt x="2836" y="1765"/>
                    <a:pt x="3624" y="568"/>
                  </a:cubicBezTo>
                  <a:cubicBezTo>
                    <a:pt x="3813" y="347"/>
                    <a:pt x="3624" y="1"/>
                    <a:pt x="3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66" name="Google Shape;11066;p66"/>
          <p:cNvSpPr/>
          <p:nvPr/>
        </p:nvSpPr>
        <p:spPr>
          <a:xfrm>
            <a:off x="2584966" y="2275467"/>
            <a:ext cx="472676" cy="472054"/>
          </a:xfrm>
          <a:custGeom>
            <a:rect l="l" t="t" r="r" b="b"/>
            <a:pathLst>
              <a:path w="12162" h="12146" extrusionOk="0">
                <a:moveTo>
                  <a:pt x="8979" y="686"/>
                </a:moveTo>
                <a:lnTo>
                  <a:pt x="11437" y="1946"/>
                </a:lnTo>
                <a:lnTo>
                  <a:pt x="11437" y="5096"/>
                </a:lnTo>
                <a:lnTo>
                  <a:pt x="8979" y="6357"/>
                </a:lnTo>
                <a:lnTo>
                  <a:pt x="8444" y="6073"/>
                </a:lnTo>
                <a:cubicBezTo>
                  <a:pt x="8444" y="5821"/>
                  <a:pt x="8381" y="5569"/>
                  <a:pt x="8286" y="5285"/>
                </a:cubicBezTo>
                <a:lnTo>
                  <a:pt x="9767" y="4939"/>
                </a:lnTo>
                <a:cubicBezTo>
                  <a:pt x="9956" y="4907"/>
                  <a:pt x="10082" y="4718"/>
                  <a:pt x="10019" y="4498"/>
                </a:cubicBezTo>
                <a:cubicBezTo>
                  <a:pt x="9993" y="4342"/>
                  <a:pt x="9861" y="4229"/>
                  <a:pt x="9709" y="4229"/>
                </a:cubicBezTo>
                <a:cubicBezTo>
                  <a:pt x="9676" y="4229"/>
                  <a:pt x="9643" y="4235"/>
                  <a:pt x="9609" y="4246"/>
                </a:cubicBezTo>
                <a:lnTo>
                  <a:pt x="7940" y="4655"/>
                </a:lnTo>
                <a:cubicBezTo>
                  <a:pt x="7877" y="4592"/>
                  <a:pt x="7814" y="4498"/>
                  <a:pt x="7751" y="4435"/>
                </a:cubicBezTo>
                <a:lnTo>
                  <a:pt x="8570" y="2986"/>
                </a:lnTo>
                <a:cubicBezTo>
                  <a:pt x="8664" y="2828"/>
                  <a:pt x="8601" y="2576"/>
                  <a:pt x="8444" y="2513"/>
                </a:cubicBezTo>
                <a:cubicBezTo>
                  <a:pt x="8385" y="2477"/>
                  <a:pt x="8317" y="2460"/>
                  <a:pt x="8250" y="2460"/>
                </a:cubicBezTo>
                <a:cubicBezTo>
                  <a:pt x="8139" y="2460"/>
                  <a:pt x="8030" y="2509"/>
                  <a:pt x="7971" y="2607"/>
                </a:cubicBezTo>
                <a:lnTo>
                  <a:pt x="7184" y="3994"/>
                </a:lnTo>
                <a:cubicBezTo>
                  <a:pt x="6963" y="3868"/>
                  <a:pt x="6774" y="3805"/>
                  <a:pt x="6490" y="3710"/>
                </a:cubicBezTo>
                <a:lnTo>
                  <a:pt x="6490" y="1946"/>
                </a:lnTo>
                <a:lnTo>
                  <a:pt x="8979" y="686"/>
                </a:lnTo>
                <a:close/>
                <a:moveTo>
                  <a:pt x="2438" y="3498"/>
                </a:moveTo>
                <a:cubicBezTo>
                  <a:pt x="2782" y="3498"/>
                  <a:pt x="3112" y="3707"/>
                  <a:pt x="3245" y="4088"/>
                </a:cubicBezTo>
                <a:lnTo>
                  <a:pt x="4191" y="6451"/>
                </a:lnTo>
                <a:cubicBezTo>
                  <a:pt x="3876" y="6231"/>
                  <a:pt x="2363" y="5380"/>
                  <a:pt x="2017" y="5191"/>
                </a:cubicBezTo>
                <a:cubicBezTo>
                  <a:pt x="1481" y="4907"/>
                  <a:pt x="1387" y="4183"/>
                  <a:pt x="1796" y="3773"/>
                </a:cubicBezTo>
                <a:cubicBezTo>
                  <a:pt x="1983" y="3587"/>
                  <a:pt x="2213" y="3498"/>
                  <a:pt x="2438" y="3498"/>
                </a:cubicBezTo>
                <a:close/>
                <a:moveTo>
                  <a:pt x="5970" y="4409"/>
                </a:moveTo>
                <a:cubicBezTo>
                  <a:pt x="6417" y="4409"/>
                  <a:pt x="6857" y="4584"/>
                  <a:pt x="7184" y="4939"/>
                </a:cubicBezTo>
                <a:cubicBezTo>
                  <a:pt x="7940" y="5695"/>
                  <a:pt x="7877" y="6987"/>
                  <a:pt x="6995" y="7648"/>
                </a:cubicBezTo>
                <a:lnTo>
                  <a:pt x="5230" y="6955"/>
                </a:lnTo>
                <a:lnTo>
                  <a:pt x="4506" y="5191"/>
                </a:lnTo>
                <a:cubicBezTo>
                  <a:pt x="4870" y="4671"/>
                  <a:pt x="5424" y="4409"/>
                  <a:pt x="5970" y="4409"/>
                </a:cubicBezTo>
                <a:close/>
                <a:moveTo>
                  <a:pt x="3025" y="6609"/>
                </a:moveTo>
                <a:lnTo>
                  <a:pt x="4632" y="7491"/>
                </a:lnTo>
                <a:lnTo>
                  <a:pt x="5545" y="9129"/>
                </a:lnTo>
                <a:lnTo>
                  <a:pt x="5419" y="9223"/>
                </a:lnTo>
                <a:lnTo>
                  <a:pt x="2899" y="6703"/>
                </a:lnTo>
                <a:lnTo>
                  <a:pt x="3025" y="6609"/>
                </a:lnTo>
                <a:close/>
                <a:moveTo>
                  <a:pt x="2395" y="7207"/>
                </a:moveTo>
                <a:lnTo>
                  <a:pt x="4915" y="9759"/>
                </a:lnTo>
                <a:lnTo>
                  <a:pt x="4758" y="9917"/>
                </a:lnTo>
                <a:cubicBezTo>
                  <a:pt x="4632" y="10011"/>
                  <a:pt x="4537" y="10106"/>
                  <a:pt x="4411" y="10232"/>
                </a:cubicBezTo>
                <a:lnTo>
                  <a:pt x="1922" y="7743"/>
                </a:lnTo>
                <a:cubicBezTo>
                  <a:pt x="1985" y="7617"/>
                  <a:pt x="2111" y="7491"/>
                  <a:pt x="2237" y="7396"/>
                </a:cubicBezTo>
                <a:lnTo>
                  <a:pt x="2395" y="7207"/>
                </a:lnTo>
                <a:close/>
                <a:moveTo>
                  <a:pt x="5734" y="7900"/>
                </a:moveTo>
                <a:cubicBezTo>
                  <a:pt x="6018" y="8026"/>
                  <a:pt x="7782" y="8719"/>
                  <a:pt x="8066" y="8845"/>
                </a:cubicBezTo>
                <a:cubicBezTo>
                  <a:pt x="8664" y="9066"/>
                  <a:pt x="8822" y="9854"/>
                  <a:pt x="8381" y="10295"/>
                </a:cubicBezTo>
                <a:cubicBezTo>
                  <a:pt x="8196" y="10479"/>
                  <a:pt x="7968" y="10564"/>
                  <a:pt x="7744" y="10564"/>
                </a:cubicBezTo>
                <a:cubicBezTo>
                  <a:pt x="7432" y="10564"/>
                  <a:pt x="7128" y="10399"/>
                  <a:pt x="6963" y="10106"/>
                </a:cubicBezTo>
                <a:cubicBezTo>
                  <a:pt x="6837" y="9854"/>
                  <a:pt x="5860" y="8089"/>
                  <a:pt x="5734" y="7900"/>
                </a:cubicBezTo>
                <a:close/>
                <a:moveTo>
                  <a:pt x="1576" y="8404"/>
                </a:moveTo>
                <a:lnTo>
                  <a:pt x="3750" y="10578"/>
                </a:lnTo>
                <a:cubicBezTo>
                  <a:pt x="3447" y="10661"/>
                  <a:pt x="3132" y="10707"/>
                  <a:pt x="2819" y="10707"/>
                </a:cubicBezTo>
                <a:cubicBezTo>
                  <a:pt x="2414" y="10707"/>
                  <a:pt x="2012" y="10630"/>
                  <a:pt x="1639" y="10452"/>
                </a:cubicBezTo>
                <a:cubicBezTo>
                  <a:pt x="1324" y="9791"/>
                  <a:pt x="1324" y="9034"/>
                  <a:pt x="1576" y="8404"/>
                </a:cubicBezTo>
                <a:close/>
                <a:moveTo>
                  <a:pt x="8956" y="0"/>
                </a:moveTo>
                <a:cubicBezTo>
                  <a:pt x="8901" y="0"/>
                  <a:pt x="8853" y="8"/>
                  <a:pt x="8822" y="24"/>
                </a:cubicBezTo>
                <a:lnTo>
                  <a:pt x="5986" y="1442"/>
                </a:lnTo>
                <a:cubicBezTo>
                  <a:pt x="5860" y="1505"/>
                  <a:pt x="5766" y="1631"/>
                  <a:pt x="5766" y="1757"/>
                </a:cubicBezTo>
                <a:lnTo>
                  <a:pt x="5766" y="3710"/>
                </a:lnTo>
                <a:cubicBezTo>
                  <a:pt x="5199" y="3773"/>
                  <a:pt x="4632" y="4025"/>
                  <a:pt x="4254" y="4435"/>
                </a:cubicBezTo>
                <a:lnTo>
                  <a:pt x="4002" y="3805"/>
                </a:lnTo>
                <a:cubicBezTo>
                  <a:pt x="3751" y="3149"/>
                  <a:pt x="3134" y="2788"/>
                  <a:pt x="2505" y="2788"/>
                </a:cubicBezTo>
                <a:cubicBezTo>
                  <a:pt x="2107" y="2788"/>
                  <a:pt x="1704" y="2932"/>
                  <a:pt x="1387" y="3238"/>
                </a:cubicBezTo>
                <a:cubicBezTo>
                  <a:pt x="631" y="3994"/>
                  <a:pt x="788" y="5285"/>
                  <a:pt x="1733" y="5821"/>
                </a:cubicBezTo>
                <a:lnTo>
                  <a:pt x="2426" y="6199"/>
                </a:lnTo>
                <a:lnTo>
                  <a:pt x="1765" y="6861"/>
                </a:lnTo>
                <a:cubicBezTo>
                  <a:pt x="788" y="7869"/>
                  <a:pt x="473" y="9349"/>
                  <a:pt x="1009" y="10641"/>
                </a:cubicBezTo>
                <a:lnTo>
                  <a:pt x="158" y="11523"/>
                </a:lnTo>
                <a:cubicBezTo>
                  <a:pt x="0" y="11681"/>
                  <a:pt x="0" y="11870"/>
                  <a:pt x="158" y="12027"/>
                </a:cubicBezTo>
                <a:cubicBezTo>
                  <a:pt x="237" y="12106"/>
                  <a:pt x="323" y="12146"/>
                  <a:pt x="410" y="12146"/>
                </a:cubicBezTo>
                <a:cubicBezTo>
                  <a:pt x="497" y="12146"/>
                  <a:pt x="583" y="12106"/>
                  <a:pt x="662" y="12027"/>
                </a:cubicBezTo>
                <a:lnTo>
                  <a:pt x="1544" y="11177"/>
                </a:lnTo>
                <a:cubicBezTo>
                  <a:pt x="1966" y="11341"/>
                  <a:pt x="2408" y="11422"/>
                  <a:pt x="2846" y="11422"/>
                </a:cubicBezTo>
                <a:cubicBezTo>
                  <a:pt x="3752" y="11422"/>
                  <a:pt x="4646" y="11079"/>
                  <a:pt x="5325" y="10421"/>
                </a:cubicBezTo>
                <a:lnTo>
                  <a:pt x="5986" y="9759"/>
                </a:lnTo>
                <a:lnTo>
                  <a:pt x="6364" y="10452"/>
                </a:lnTo>
                <a:cubicBezTo>
                  <a:pt x="6672" y="10994"/>
                  <a:pt x="7217" y="11277"/>
                  <a:pt x="7776" y="11277"/>
                </a:cubicBezTo>
                <a:cubicBezTo>
                  <a:pt x="8190" y="11277"/>
                  <a:pt x="8612" y="11121"/>
                  <a:pt x="8948" y="10799"/>
                </a:cubicBezTo>
                <a:cubicBezTo>
                  <a:pt x="9767" y="9980"/>
                  <a:pt x="9483" y="8593"/>
                  <a:pt x="8381" y="8184"/>
                </a:cubicBezTo>
                <a:lnTo>
                  <a:pt x="7751" y="7932"/>
                </a:lnTo>
                <a:cubicBezTo>
                  <a:pt x="8066" y="7617"/>
                  <a:pt x="8255" y="7270"/>
                  <a:pt x="8381" y="6829"/>
                </a:cubicBezTo>
                <a:lnTo>
                  <a:pt x="8822" y="7081"/>
                </a:lnTo>
                <a:cubicBezTo>
                  <a:pt x="8885" y="7097"/>
                  <a:pt x="8940" y="7105"/>
                  <a:pt x="8991" y="7105"/>
                </a:cubicBezTo>
                <a:cubicBezTo>
                  <a:pt x="9042" y="7105"/>
                  <a:pt x="9090" y="7097"/>
                  <a:pt x="9137" y="7081"/>
                </a:cubicBezTo>
                <a:lnTo>
                  <a:pt x="11972" y="5663"/>
                </a:lnTo>
                <a:cubicBezTo>
                  <a:pt x="12098" y="5569"/>
                  <a:pt x="12161" y="5443"/>
                  <a:pt x="12161" y="5348"/>
                </a:cubicBezTo>
                <a:lnTo>
                  <a:pt x="12161" y="1757"/>
                </a:lnTo>
                <a:cubicBezTo>
                  <a:pt x="12161" y="1631"/>
                  <a:pt x="12067" y="1473"/>
                  <a:pt x="11972" y="1442"/>
                </a:cubicBezTo>
                <a:lnTo>
                  <a:pt x="9137" y="24"/>
                </a:lnTo>
                <a:cubicBezTo>
                  <a:pt x="9074" y="8"/>
                  <a:pt x="9011" y="0"/>
                  <a:pt x="89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067" name="Google Shape;11067;p66"/>
          <p:cNvGrpSpPr/>
          <p:nvPr/>
        </p:nvGrpSpPr>
        <p:grpSpPr>
          <a:xfrm>
            <a:off x="2586187" y="2850282"/>
            <a:ext cx="472676" cy="475125"/>
            <a:chOff x="-20173175" y="2787775"/>
            <a:chExt cx="304050" cy="305625"/>
          </a:xfrm>
        </p:grpSpPr>
        <p:sp>
          <p:nvSpPr>
            <p:cNvPr id="11068" name="Google Shape;11068;p66"/>
            <p:cNvSpPr/>
            <p:nvPr/>
          </p:nvSpPr>
          <p:spPr>
            <a:xfrm>
              <a:off x="-19959724" y="2896475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05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69" name="Google Shape;11069;p66"/>
            <p:cNvSpPr/>
            <p:nvPr/>
          </p:nvSpPr>
          <p:spPr>
            <a:xfrm>
              <a:off x="-19941600" y="286025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70" name="Google Shape;11070;p66"/>
            <p:cNvSpPr/>
            <p:nvPr/>
          </p:nvSpPr>
          <p:spPr>
            <a:xfrm>
              <a:off x="-20102275" y="2895675"/>
              <a:ext cx="18125" cy="17375"/>
            </a:xfrm>
            <a:custGeom>
              <a:rect l="l" t="t" r="r" b="b"/>
              <a:pathLst>
                <a:path w="725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725" y="537"/>
                    <a:pt x="725" y="348"/>
                  </a:cubicBezTo>
                  <a:cubicBezTo>
                    <a:pt x="725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71" name="Google Shape;11071;p66"/>
            <p:cNvSpPr/>
            <p:nvPr/>
          </p:nvSpPr>
          <p:spPr>
            <a:xfrm>
              <a:off x="-20120400" y="286025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72" name="Google Shape;11072;p66"/>
            <p:cNvSpPr/>
            <p:nvPr/>
          </p:nvSpPr>
          <p:spPr>
            <a:xfrm>
              <a:off x="-20173175" y="2787775"/>
              <a:ext cx="304050" cy="305625"/>
            </a:xfrm>
            <a:custGeom>
              <a:rect l="l" t="t" r="r" b="b"/>
              <a:pathLst>
                <a:path w="12162" h="12225" extrusionOk="0">
                  <a:moveTo>
                    <a:pt x="11437" y="1482"/>
                  </a:moveTo>
                  <a:lnTo>
                    <a:pt x="11437" y="3246"/>
                  </a:lnTo>
                  <a:lnTo>
                    <a:pt x="11406" y="3246"/>
                  </a:lnTo>
                  <a:cubicBezTo>
                    <a:pt x="11406" y="3844"/>
                    <a:pt x="10902" y="4317"/>
                    <a:pt x="10303" y="4317"/>
                  </a:cubicBezTo>
                  <a:cubicBezTo>
                    <a:pt x="10114" y="4317"/>
                    <a:pt x="9957" y="4475"/>
                    <a:pt x="9957" y="4664"/>
                  </a:cubicBezTo>
                  <a:cubicBezTo>
                    <a:pt x="9957" y="5262"/>
                    <a:pt x="9484" y="5735"/>
                    <a:pt x="8885" y="5735"/>
                  </a:cubicBezTo>
                  <a:lnTo>
                    <a:pt x="7121" y="5735"/>
                  </a:lnTo>
                  <a:cubicBezTo>
                    <a:pt x="7279" y="3435"/>
                    <a:pt x="9137" y="1639"/>
                    <a:pt x="11437" y="1482"/>
                  </a:cubicBezTo>
                  <a:close/>
                  <a:moveTo>
                    <a:pt x="663" y="1513"/>
                  </a:moveTo>
                  <a:cubicBezTo>
                    <a:pt x="2962" y="1671"/>
                    <a:pt x="4790" y="3529"/>
                    <a:pt x="4947" y="5766"/>
                  </a:cubicBezTo>
                  <a:lnTo>
                    <a:pt x="3183" y="5766"/>
                  </a:lnTo>
                  <a:cubicBezTo>
                    <a:pt x="2584" y="5766"/>
                    <a:pt x="2143" y="5294"/>
                    <a:pt x="2143" y="4695"/>
                  </a:cubicBezTo>
                  <a:cubicBezTo>
                    <a:pt x="2143" y="4506"/>
                    <a:pt x="1986" y="4348"/>
                    <a:pt x="1765" y="4348"/>
                  </a:cubicBezTo>
                  <a:cubicBezTo>
                    <a:pt x="1198" y="4348"/>
                    <a:pt x="663" y="3876"/>
                    <a:pt x="663" y="3277"/>
                  </a:cubicBezTo>
                  <a:lnTo>
                    <a:pt x="663" y="1513"/>
                  </a:lnTo>
                  <a:close/>
                  <a:moveTo>
                    <a:pt x="6018" y="4317"/>
                  </a:moveTo>
                  <a:cubicBezTo>
                    <a:pt x="6207" y="4317"/>
                    <a:pt x="6365" y="4475"/>
                    <a:pt x="6365" y="4664"/>
                  </a:cubicBezTo>
                  <a:lnTo>
                    <a:pt x="6365" y="8948"/>
                  </a:lnTo>
                  <a:cubicBezTo>
                    <a:pt x="6365" y="9169"/>
                    <a:pt x="6207" y="9326"/>
                    <a:pt x="6018" y="9326"/>
                  </a:cubicBezTo>
                  <a:cubicBezTo>
                    <a:pt x="5829" y="9326"/>
                    <a:pt x="5672" y="9169"/>
                    <a:pt x="5672" y="8948"/>
                  </a:cubicBezTo>
                  <a:lnTo>
                    <a:pt x="5672" y="4664"/>
                  </a:lnTo>
                  <a:cubicBezTo>
                    <a:pt x="5672" y="4475"/>
                    <a:pt x="5829" y="4317"/>
                    <a:pt x="6018" y="4317"/>
                  </a:cubicBezTo>
                  <a:close/>
                  <a:moveTo>
                    <a:pt x="4947" y="6459"/>
                  </a:moveTo>
                  <a:lnTo>
                    <a:pt x="4947" y="8948"/>
                  </a:lnTo>
                  <a:lnTo>
                    <a:pt x="4947" y="11122"/>
                  </a:lnTo>
                  <a:cubicBezTo>
                    <a:pt x="4947" y="11311"/>
                    <a:pt x="4790" y="11469"/>
                    <a:pt x="4601" y="11469"/>
                  </a:cubicBezTo>
                  <a:cubicBezTo>
                    <a:pt x="4412" y="11469"/>
                    <a:pt x="4254" y="11311"/>
                    <a:pt x="4254" y="11122"/>
                  </a:cubicBezTo>
                  <a:cubicBezTo>
                    <a:pt x="4254" y="10838"/>
                    <a:pt x="4128" y="10586"/>
                    <a:pt x="3939" y="10366"/>
                  </a:cubicBezTo>
                  <a:cubicBezTo>
                    <a:pt x="3750" y="10177"/>
                    <a:pt x="3467" y="10051"/>
                    <a:pt x="3183" y="10051"/>
                  </a:cubicBezTo>
                  <a:cubicBezTo>
                    <a:pt x="2175" y="10051"/>
                    <a:pt x="1324" y="9200"/>
                    <a:pt x="1419" y="8161"/>
                  </a:cubicBezTo>
                  <a:cubicBezTo>
                    <a:pt x="1450" y="7215"/>
                    <a:pt x="2332" y="6459"/>
                    <a:pt x="3309" y="6459"/>
                  </a:cubicBezTo>
                  <a:close/>
                  <a:moveTo>
                    <a:pt x="8791" y="6491"/>
                  </a:moveTo>
                  <a:cubicBezTo>
                    <a:pt x="9767" y="6491"/>
                    <a:pt x="10618" y="7215"/>
                    <a:pt x="10681" y="8161"/>
                  </a:cubicBezTo>
                  <a:cubicBezTo>
                    <a:pt x="10713" y="9200"/>
                    <a:pt x="9925" y="10051"/>
                    <a:pt x="8885" y="10051"/>
                  </a:cubicBezTo>
                  <a:cubicBezTo>
                    <a:pt x="8633" y="10051"/>
                    <a:pt x="8350" y="10177"/>
                    <a:pt x="8161" y="10366"/>
                  </a:cubicBezTo>
                  <a:cubicBezTo>
                    <a:pt x="7940" y="10586"/>
                    <a:pt x="7846" y="10838"/>
                    <a:pt x="7846" y="11122"/>
                  </a:cubicBezTo>
                  <a:cubicBezTo>
                    <a:pt x="7846" y="11311"/>
                    <a:pt x="7688" y="11469"/>
                    <a:pt x="7468" y="11469"/>
                  </a:cubicBezTo>
                  <a:cubicBezTo>
                    <a:pt x="7279" y="11469"/>
                    <a:pt x="7121" y="11311"/>
                    <a:pt x="7121" y="11122"/>
                  </a:cubicBezTo>
                  <a:lnTo>
                    <a:pt x="7121" y="8948"/>
                  </a:lnTo>
                  <a:lnTo>
                    <a:pt x="7121" y="6491"/>
                  </a:lnTo>
                  <a:close/>
                  <a:moveTo>
                    <a:pt x="4632" y="1"/>
                  </a:moveTo>
                  <a:cubicBezTo>
                    <a:pt x="4443" y="1"/>
                    <a:pt x="4286" y="158"/>
                    <a:pt x="4286" y="379"/>
                  </a:cubicBezTo>
                  <a:cubicBezTo>
                    <a:pt x="4286" y="568"/>
                    <a:pt x="4443" y="725"/>
                    <a:pt x="4632" y="725"/>
                  </a:cubicBezTo>
                  <a:cubicBezTo>
                    <a:pt x="5231" y="725"/>
                    <a:pt x="5703" y="1230"/>
                    <a:pt x="5703" y="1828"/>
                  </a:cubicBezTo>
                  <a:lnTo>
                    <a:pt x="5703" y="3687"/>
                  </a:lnTo>
                  <a:cubicBezTo>
                    <a:pt x="5546" y="3750"/>
                    <a:pt x="5388" y="3844"/>
                    <a:pt x="5262" y="4002"/>
                  </a:cubicBezTo>
                  <a:cubicBezTo>
                    <a:pt x="4443" y="2112"/>
                    <a:pt x="2553" y="757"/>
                    <a:pt x="348" y="757"/>
                  </a:cubicBezTo>
                  <a:cubicBezTo>
                    <a:pt x="158" y="757"/>
                    <a:pt x="1" y="914"/>
                    <a:pt x="1" y="1135"/>
                  </a:cubicBezTo>
                  <a:lnTo>
                    <a:pt x="1" y="3246"/>
                  </a:lnTo>
                  <a:cubicBezTo>
                    <a:pt x="1" y="4159"/>
                    <a:pt x="663" y="4853"/>
                    <a:pt x="1482" y="5010"/>
                  </a:cubicBezTo>
                  <a:cubicBezTo>
                    <a:pt x="1576" y="5451"/>
                    <a:pt x="1797" y="5798"/>
                    <a:pt x="2112" y="6081"/>
                  </a:cubicBezTo>
                  <a:cubicBezTo>
                    <a:pt x="1324" y="6491"/>
                    <a:pt x="820" y="7215"/>
                    <a:pt x="757" y="8129"/>
                  </a:cubicBezTo>
                  <a:cubicBezTo>
                    <a:pt x="663" y="9547"/>
                    <a:pt x="1797" y="10775"/>
                    <a:pt x="3214" y="10775"/>
                  </a:cubicBezTo>
                  <a:cubicBezTo>
                    <a:pt x="3435" y="10775"/>
                    <a:pt x="3593" y="10965"/>
                    <a:pt x="3593" y="11154"/>
                  </a:cubicBezTo>
                  <a:cubicBezTo>
                    <a:pt x="3593" y="11752"/>
                    <a:pt x="4065" y="12225"/>
                    <a:pt x="4632" y="12225"/>
                  </a:cubicBezTo>
                  <a:cubicBezTo>
                    <a:pt x="5231" y="12225"/>
                    <a:pt x="5703" y="11752"/>
                    <a:pt x="5703" y="11154"/>
                  </a:cubicBezTo>
                  <a:lnTo>
                    <a:pt x="5703" y="10019"/>
                  </a:lnTo>
                  <a:cubicBezTo>
                    <a:pt x="5829" y="10051"/>
                    <a:pt x="5955" y="10082"/>
                    <a:pt x="6050" y="10082"/>
                  </a:cubicBezTo>
                  <a:cubicBezTo>
                    <a:pt x="6176" y="10082"/>
                    <a:pt x="6302" y="10051"/>
                    <a:pt x="6428" y="10019"/>
                  </a:cubicBezTo>
                  <a:lnTo>
                    <a:pt x="6428" y="11154"/>
                  </a:lnTo>
                  <a:cubicBezTo>
                    <a:pt x="6428" y="11752"/>
                    <a:pt x="6901" y="12225"/>
                    <a:pt x="7468" y="12225"/>
                  </a:cubicBezTo>
                  <a:cubicBezTo>
                    <a:pt x="8066" y="12225"/>
                    <a:pt x="8539" y="11752"/>
                    <a:pt x="8539" y="11154"/>
                  </a:cubicBezTo>
                  <a:cubicBezTo>
                    <a:pt x="8539" y="10965"/>
                    <a:pt x="8696" y="10775"/>
                    <a:pt x="8885" y="10775"/>
                  </a:cubicBezTo>
                  <a:cubicBezTo>
                    <a:pt x="10303" y="10775"/>
                    <a:pt x="11469" y="9578"/>
                    <a:pt x="11374" y="8129"/>
                  </a:cubicBezTo>
                  <a:cubicBezTo>
                    <a:pt x="11343" y="7499"/>
                    <a:pt x="11059" y="6869"/>
                    <a:pt x="10555" y="6428"/>
                  </a:cubicBezTo>
                  <a:cubicBezTo>
                    <a:pt x="10398" y="6270"/>
                    <a:pt x="10209" y="6176"/>
                    <a:pt x="10051" y="6081"/>
                  </a:cubicBezTo>
                  <a:cubicBezTo>
                    <a:pt x="10366" y="5798"/>
                    <a:pt x="10587" y="5451"/>
                    <a:pt x="10681" y="5010"/>
                  </a:cubicBezTo>
                  <a:cubicBezTo>
                    <a:pt x="11500" y="4853"/>
                    <a:pt x="12162" y="4159"/>
                    <a:pt x="12162" y="3246"/>
                  </a:cubicBezTo>
                  <a:lnTo>
                    <a:pt x="12162" y="1135"/>
                  </a:lnTo>
                  <a:cubicBezTo>
                    <a:pt x="12130" y="914"/>
                    <a:pt x="11973" y="757"/>
                    <a:pt x="11784" y="757"/>
                  </a:cubicBezTo>
                  <a:cubicBezTo>
                    <a:pt x="9578" y="757"/>
                    <a:pt x="7688" y="2112"/>
                    <a:pt x="6838" y="4002"/>
                  </a:cubicBezTo>
                  <a:cubicBezTo>
                    <a:pt x="6743" y="3876"/>
                    <a:pt x="6585" y="3750"/>
                    <a:pt x="6428" y="3687"/>
                  </a:cubicBezTo>
                  <a:lnTo>
                    <a:pt x="6428" y="1828"/>
                  </a:lnTo>
                  <a:cubicBezTo>
                    <a:pt x="6428" y="1230"/>
                    <a:pt x="6901" y="725"/>
                    <a:pt x="7468" y="725"/>
                  </a:cubicBezTo>
                  <a:cubicBezTo>
                    <a:pt x="7688" y="725"/>
                    <a:pt x="7846" y="568"/>
                    <a:pt x="7846" y="379"/>
                  </a:cubicBezTo>
                  <a:cubicBezTo>
                    <a:pt x="7846" y="158"/>
                    <a:pt x="7688" y="1"/>
                    <a:pt x="7468" y="1"/>
                  </a:cubicBezTo>
                  <a:cubicBezTo>
                    <a:pt x="6995" y="1"/>
                    <a:pt x="6522" y="221"/>
                    <a:pt x="6207" y="568"/>
                  </a:cubicBezTo>
                  <a:cubicBezTo>
                    <a:pt x="6144" y="631"/>
                    <a:pt x="6113" y="694"/>
                    <a:pt x="6050" y="757"/>
                  </a:cubicBezTo>
                  <a:cubicBezTo>
                    <a:pt x="6018" y="694"/>
                    <a:pt x="5955" y="631"/>
                    <a:pt x="5892" y="568"/>
                  </a:cubicBezTo>
                  <a:cubicBezTo>
                    <a:pt x="5546" y="221"/>
                    <a:pt x="5105" y="1"/>
                    <a:pt x="4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73" name="Google Shape;11073;p66"/>
            <p:cNvSpPr/>
            <p:nvPr/>
          </p:nvSpPr>
          <p:spPr>
            <a:xfrm>
              <a:off x="-19977050" y="2967350"/>
              <a:ext cx="52800" cy="53600"/>
            </a:xfrm>
            <a:custGeom>
              <a:rect l="l" t="t" r="r" b="b"/>
              <a:pathLst>
                <a:path w="2112" h="2144" extrusionOk="0">
                  <a:moveTo>
                    <a:pt x="1040" y="726"/>
                  </a:moveTo>
                  <a:cubicBezTo>
                    <a:pt x="1261" y="726"/>
                    <a:pt x="1418" y="883"/>
                    <a:pt x="1418" y="1072"/>
                  </a:cubicBezTo>
                  <a:cubicBezTo>
                    <a:pt x="1418" y="1261"/>
                    <a:pt x="1261" y="1419"/>
                    <a:pt x="1040" y="1419"/>
                  </a:cubicBezTo>
                  <a:cubicBezTo>
                    <a:pt x="851" y="1419"/>
                    <a:pt x="694" y="1261"/>
                    <a:pt x="694" y="1072"/>
                  </a:cubicBezTo>
                  <a:cubicBezTo>
                    <a:pt x="694" y="883"/>
                    <a:pt x="851" y="726"/>
                    <a:pt x="1040" y="726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1"/>
                    <a:pt x="473" y="2143"/>
                    <a:pt x="1040" y="2143"/>
                  </a:cubicBezTo>
                  <a:cubicBezTo>
                    <a:pt x="1639" y="2143"/>
                    <a:pt x="2112" y="1671"/>
                    <a:pt x="2112" y="1072"/>
                  </a:cubicBezTo>
                  <a:cubicBezTo>
                    <a:pt x="2112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74" name="Google Shape;11074;p66"/>
            <p:cNvSpPr/>
            <p:nvPr/>
          </p:nvSpPr>
          <p:spPr>
            <a:xfrm>
              <a:off x="-20119600" y="2967350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40" y="726"/>
                  </a:moveTo>
                  <a:cubicBezTo>
                    <a:pt x="1229" y="726"/>
                    <a:pt x="1418" y="883"/>
                    <a:pt x="1418" y="1072"/>
                  </a:cubicBezTo>
                  <a:cubicBezTo>
                    <a:pt x="1418" y="1261"/>
                    <a:pt x="1229" y="1419"/>
                    <a:pt x="1040" y="1419"/>
                  </a:cubicBezTo>
                  <a:cubicBezTo>
                    <a:pt x="851" y="1419"/>
                    <a:pt x="693" y="1261"/>
                    <a:pt x="693" y="1072"/>
                  </a:cubicBezTo>
                  <a:cubicBezTo>
                    <a:pt x="693" y="883"/>
                    <a:pt x="851" y="726"/>
                    <a:pt x="1040" y="726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cubicBezTo>
                    <a:pt x="0" y="1639"/>
                    <a:pt x="441" y="2112"/>
                    <a:pt x="1040" y="2112"/>
                  </a:cubicBezTo>
                  <a:cubicBezTo>
                    <a:pt x="1639" y="2112"/>
                    <a:pt x="2111" y="1639"/>
                    <a:pt x="2111" y="1072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75" name="Google Shape;11075;p66"/>
          <p:cNvGrpSpPr/>
          <p:nvPr/>
        </p:nvGrpSpPr>
        <p:grpSpPr>
          <a:xfrm>
            <a:off x="5511171" y="2275564"/>
            <a:ext cx="473881" cy="471471"/>
            <a:chOff x="-18294676" y="2434925"/>
            <a:chExt cx="304825" cy="303275"/>
          </a:xfrm>
        </p:grpSpPr>
        <p:sp>
          <p:nvSpPr>
            <p:cNvPr id="11076" name="Google Shape;11076;p66"/>
            <p:cNvSpPr/>
            <p:nvPr/>
          </p:nvSpPr>
          <p:spPr>
            <a:xfrm>
              <a:off x="-18294676" y="2434925"/>
              <a:ext cx="304825" cy="303275"/>
            </a:xfrm>
            <a:custGeom>
              <a:rect l="l" t="t" r="r" b="b"/>
              <a:pathLst>
                <a:path w="12193" h="12131" extrusionOk="0">
                  <a:moveTo>
                    <a:pt x="1103" y="694"/>
                  </a:moveTo>
                  <a:cubicBezTo>
                    <a:pt x="2363" y="694"/>
                    <a:pt x="3497" y="1450"/>
                    <a:pt x="4033" y="2584"/>
                  </a:cubicBezTo>
                  <a:cubicBezTo>
                    <a:pt x="3434" y="2836"/>
                    <a:pt x="2867" y="3214"/>
                    <a:pt x="2363" y="3687"/>
                  </a:cubicBezTo>
                  <a:lnTo>
                    <a:pt x="2237" y="3813"/>
                  </a:lnTo>
                  <a:cubicBezTo>
                    <a:pt x="1323" y="3214"/>
                    <a:pt x="756" y="2175"/>
                    <a:pt x="756" y="1072"/>
                  </a:cubicBezTo>
                  <a:lnTo>
                    <a:pt x="756" y="694"/>
                  </a:lnTo>
                  <a:close/>
                  <a:moveTo>
                    <a:pt x="11500" y="694"/>
                  </a:moveTo>
                  <a:lnTo>
                    <a:pt x="11500" y="1072"/>
                  </a:lnTo>
                  <a:cubicBezTo>
                    <a:pt x="11500" y="2175"/>
                    <a:pt x="10901" y="3214"/>
                    <a:pt x="9924" y="3813"/>
                  </a:cubicBezTo>
                  <a:cubicBezTo>
                    <a:pt x="9420" y="3277"/>
                    <a:pt x="8822" y="2868"/>
                    <a:pt x="8192" y="2584"/>
                  </a:cubicBezTo>
                  <a:cubicBezTo>
                    <a:pt x="8696" y="1450"/>
                    <a:pt x="9893" y="694"/>
                    <a:pt x="11153" y="694"/>
                  </a:cubicBezTo>
                  <a:close/>
                  <a:moveTo>
                    <a:pt x="2806" y="7389"/>
                  </a:moveTo>
                  <a:cubicBezTo>
                    <a:pt x="2924" y="7389"/>
                    <a:pt x="3043" y="7413"/>
                    <a:pt x="3151" y="7467"/>
                  </a:cubicBezTo>
                  <a:cubicBezTo>
                    <a:pt x="3434" y="7625"/>
                    <a:pt x="3623" y="7908"/>
                    <a:pt x="3623" y="8223"/>
                  </a:cubicBezTo>
                  <a:lnTo>
                    <a:pt x="3623" y="9011"/>
                  </a:lnTo>
                  <a:cubicBezTo>
                    <a:pt x="3182" y="8507"/>
                    <a:pt x="2552" y="8160"/>
                    <a:pt x="1891" y="7940"/>
                  </a:cubicBezTo>
                  <a:lnTo>
                    <a:pt x="2206" y="7625"/>
                  </a:lnTo>
                  <a:cubicBezTo>
                    <a:pt x="2351" y="7480"/>
                    <a:pt x="2578" y="7389"/>
                    <a:pt x="2806" y="7389"/>
                  </a:cubicBezTo>
                  <a:close/>
                  <a:moveTo>
                    <a:pt x="9468" y="7444"/>
                  </a:moveTo>
                  <a:cubicBezTo>
                    <a:pt x="9681" y="7444"/>
                    <a:pt x="9891" y="7528"/>
                    <a:pt x="10050" y="7688"/>
                  </a:cubicBezTo>
                  <a:lnTo>
                    <a:pt x="10365" y="8003"/>
                  </a:lnTo>
                  <a:cubicBezTo>
                    <a:pt x="9672" y="8160"/>
                    <a:pt x="9042" y="8507"/>
                    <a:pt x="8633" y="9043"/>
                  </a:cubicBezTo>
                  <a:lnTo>
                    <a:pt x="8633" y="8255"/>
                  </a:lnTo>
                  <a:cubicBezTo>
                    <a:pt x="8633" y="7940"/>
                    <a:pt x="8790" y="7688"/>
                    <a:pt x="9105" y="7530"/>
                  </a:cubicBezTo>
                  <a:cubicBezTo>
                    <a:pt x="9221" y="7473"/>
                    <a:pt x="9345" y="7444"/>
                    <a:pt x="9468" y="7444"/>
                  </a:cubicBezTo>
                  <a:close/>
                  <a:moveTo>
                    <a:pt x="6112" y="9484"/>
                  </a:moveTo>
                  <a:cubicBezTo>
                    <a:pt x="6270" y="9484"/>
                    <a:pt x="6427" y="9610"/>
                    <a:pt x="6459" y="9736"/>
                  </a:cubicBezTo>
                  <a:lnTo>
                    <a:pt x="6112" y="10145"/>
                  </a:lnTo>
                  <a:lnTo>
                    <a:pt x="5734" y="9736"/>
                  </a:lnTo>
                  <a:cubicBezTo>
                    <a:pt x="5797" y="9578"/>
                    <a:pt x="5955" y="9484"/>
                    <a:pt x="6112" y="9484"/>
                  </a:cubicBezTo>
                  <a:close/>
                  <a:moveTo>
                    <a:pt x="6270" y="2836"/>
                  </a:moveTo>
                  <a:cubicBezTo>
                    <a:pt x="8633" y="2899"/>
                    <a:pt x="10554" y="4884"/>
                    <a:pt x="10743" y="7310"/>
                  </a:cubicBezTo>
                  <a:lnTo>
                    <a:pt x="10554" y="7121"/>
                  </a:lnTo>
                  <a:cubicBezTo>
                    <a:pt x="10258" y="6824"/>
                    <a:pt x="9861" y="6664"/>
                    <a:pt x="9467" y="6664"/>
                  </a:cubicBezTo>
                  <a:cubicBezTo>
                    <a:pt x="9234" y="6664"/>
                    <a:pt x="9001" y="6720"/>
                    <a:pt x="8790" y="6837"/>
                  </a:cubicBezTo>
                  <a:cubicBezTo>
                    <a:pt x="8255" y="7121"/>
                    <a:pt x="7908" y="7625"/>
                    <a:pt x="7908" y="8223"/>
                  </a:cubicBezTo>
                  <a:lnTo>
                    <a:pt x="7908" y="9043"/>
                  </a:lnTo>
                  <a:cubicBezTo>
                    <a:pt x="7908" y="9641"/>
                    <a:pt x="7719" y="10240"/>
                    <a:pt x="7372" y="10744"/>
                  </a:cubicBezTo>
                  <a:cubicBezTo>
                    <a:pt x="7278" y="10870"/>
                    <a:pt x="7215" y="10933"/>
                    <a:pt x="7120" y="11027"/>
                  </a:cubicBezTo>
                  <a:cubicBezTo>
                    <a:pt x="6931" y="11216"/>
                    <a:pt x="6679" y="11342"/>
                    <a:pt x="6490" y="11374"/>
                  </a:cubicBezTo>
                  <a:lnTo>
                    <a:pt x="6490" y="10838"/>
                  </a:lnTo>
                  <a:lnTo>
                    <a:pt x="7120" y="10051"/>
                  </a:lnTo>
                  <a:cubicBezTo>
                    <a:pt x="7152" y="9956"/>
                    <a:pt x="7215" y="9893"/>
                    <a:pt x="7215" y="9799"/>
                  </a:cubicBezTo>
                  <a:cubicBezTo>
                    <a:pt x="7215" y="9200"/>
                    <a:pt x="6742" y="8728"/>
                    <a:pt x="6144" y="8728"/>
                  </a:cubicBezTo>
                  <a:cubicBezTo>
                    <a:pt x="5545" y="8728"/>
                    <a:pt x="5073" y="9200"/>
                    <a:pt x="5073" y="9799"/>
                  </a:cubicBezTo>
                  <a:cubicBezTo>
                    <a:pt x="5073" y="9893"/>
                    <a:pt x="5104" y="9956"/>
                    <a:pt x="5167" y="10051"/>
                  </a:cubicBezTo>
                  <a:lnTo>
                    <a:pt x="5797" y="10838"/>
                  </a:lnTo>
                  <a:lnTo>
                    <a:pt x="5797" y="11374"/>
                  </a:lnTo>
                  <a:cubicBezTo>
                    <a:pt x="5545" y="11311"/>
                    <a:pt x="5356" y="11185"/>
                    <a:pt x="5199" y="11027"/>
                  </a:cubicBezTo>
                  <a:cubicBezTo>
                    <a:pt x="5104" y="10933"/>
                    <a:pt x="5041" y="10838"/>
                    <a:pt x="4947" y="10744"/>
                  </a:cubicBezTo>
                  <a:cubicBezTo>
                    <a:pt x="4600" y="10271"/>
                    <a:pt x="4411" y="9673"/>
                    <a:pt x="4411" y="9043"/>
                  </a:cubicBezTo>
                  <a:lnTo>
                    <a:pt x="4411" y="8223"/>
                  </a:lnTo>
                  <a:cubicBezTo>
                    <a:pt x="4411" y="7625"/>
                    <a:pt x="4096" y="7121"/>
                    <a:pt x="3529" y="6837"/>
                  </a:cubicBezTo>
                  <a:cubicBezTo>
                    <a:pt x="3318" y="6720"/>
                    <a:pt x="3085" y="6664"/>
                    <a:pt x="2852" y="6664"/>
                  </a:cubicBezTo>
                  <a:cubicBezTo>
                    <a:pt x="2458" y="6664"/>
                    <a:pt x="2061" y="6824"/>
                    <a:pt x="1765" y="7121"/>
                  </a:cubicBezTo>
                  <a:lnTo>
                    <a:pt x="1576" y="7310"/>
                  </a:lnTo>
                  <a:cubicBezTo>
                    <a:pt x="1607" y="6270"/>
                    <a:pt x="2017" y="5230"/>
                    <a:pt x="2678" y="4443"/>
                  </a:cubicBezTo>
                  <a:cubicBezTo>
                    <a:pt x="2741" y="4317"/>
                    <a:pt x="2867" y="4254"/>
                    <a:pt x="2962" y="4128"/>
                  </a:cubicBezTo>
                  <a:cubicBezTo>
                    <a:pt x="3466" y="3655"/>
                    <a:pt x="4001" y="3309"/>
                    <a:pt x="4632" y="3057"/>
                  </a:cubicBezTo>
                  <a:cubicBezTo>
                    <a:pt x="5167" y="2899"/>
                    <a:pt x="5703" y="2836"/>
                    <a:pt x="6270" y="2836"/>
                  </a:cubicBezTo>
                  <a:close/>
                  <a:moveTo>
                    <a:pt x="11153" y="1"/>
                  </a:moveTo>
                  <a:cubicBezTo>
                    <a:pt x="10334" y="1"/>
                    <a:pt x="9483" y="253"/>
                    <a:pt x="8822" y="757"/>
                  </a:cubicBezTo>
                  <a:cubicBezTo>
                    <a:pt x="8255" y="1135"/>
                    <a:pt x="7782" y="1733"/>
                    <a:pt x="7530" y="2364"/>
                  </a:cubicBezTo>
                  <a:cubicBezTo>
                    <a:pt x="7120" y="2238"/>
                    <a:pt x="6679" y="2175"/>
                    <a:pt x="6270" y="2175"/>
                  </a:cubicBezTo>
                  <a:cubicBezTo>
                    <a:pt x="5703" y="2175"/>
                    <a:pt x="5199" y="2206"/>
                    <a:pt x="4695" y="2364"/>
                  </a:cubicBezTo>
                  <a:cubicBezTo>
                    <a:pt x="4411" y="1733"/>
                    <a:pt x="3938" y="1166"/>
                    <a:pt x="3371" y="788"/>
                  </a:cubicBezTo>
                  <a:cubicBezTo>
                    <a:pt x="2710" y="253"/>
                    <a:pt x="1891" y="32"/>
                    <a:pt x="1071" y="32"/>
                  </a:cubicBezTo>
                  <a:lnTo>
                    <a:pt x="347" y="32"/>
                  </a:lnTo>
                  <a:cubicBezTo>
                    <a:pt x="158" y="32"/>
                    <a:pt x="0" y="190"/>
                    <a:pt x="0" y="379"/>
                  </a:cubicBezTo>
                  <a:lnTo>
                    <a:pt x="0" y="1103"/>
                  </a:lnTo>
                  <a:cubicBezTo>
                    <a:pt x="0" y="1859"/>
                    <a:pt x="189" y="2553"/>
                    <a:pt x="599" y="3183"/>
                  </a:cubicBezTo>
                  <a:cubicBezTo>
                    <a:pt x="914" y="3655"/>
                    <a:pt x="1292" y="4096"/>
                    <a:pt x="1765" y="4411"/>
                  </a:cubicBezTo>
                  <a:cubicBezTo>
                    <a:pt x="1544" y="4726"/>
                    <a:pt x="1323" y="5073"/>
                    <a:pt x="1166" y="5420"/>
                  </a:cubicBezTo>
                  <a:cubicBezTo>
                    <a:pt x="914" y="6113"/>
                    <a:pt x="756" y="6806"/>
                    <a:pt x="756" y="7562"/>
                  </a:cubicBezTo>
                  <a:lnTo>
                    <a:pt x="756" y="8255"/>
                  </a:lnTo>
                  <a:cubicBezTo>
                    <a:pt x="756" y="8475"/>
                    <a:pt x="914" y="8633"/>
                    <a:pt x="1103" y="8633"/>
                  </a:cubicBezTo>
                  <a:cubicBezTo>
                    <a:pt x="1891" y="8633"/>
                    <a:pt x="2647" y="8980"/>
                    <a:pt x="3119" y="9610"/>
                  </a:cubicBezTo>
                  <a:lnTo>
                    <a:pt x="4316" y="11185"/>
                  </a:lnTo>
                  <a:cubicBezTo>
                    <a:pt x="4411" y="11311"/>
                    <a:pt x="4537" y="11405"/>
                    <a:pt x="4632" y="11531"/>
                  </a:cubicBezTo>
                  <a:cubicBezTo>
                    <a:pt x="5041" y="11941"/>
                    <a:pt x="5545" y="12130"/>
                    <a:pt x="6112" y="12130"/>
                  </a:cubicBezTo>
                  <a:cubicBezTo>
                    <a:pt x="6648" y="12130"/>
                    <a:pt x="7152" y="11941"/>
                    <a:pt x="7561" y="11531"/>
                  </a:cubicBezTo>
                  <a:cubicBezTo>
                    <a:pt x="7687" y="11405"/>
                    <a:pt x="7782" y="11311"/>
                    <a:pt x="7877" y="11185"/>
                  </a:cubicBezTo>
                  <a:lnTo>
                    <a:pt x="9105" y="9610"/>
                  </a:lnTo>
                  <a:cubicBezTo>
                    <a:pt x="9578" y="8980"/>
                    <a:pt x="10302" y="8633"/>
                    <a:pt x="11090" y="8633"/>
                  </a:cubicBezTo>
                  <a:cubicBezTo>
                    <a:pt x="11311" y="8633"/>
                    <a:pt x="11468" y="8475"/>
                    <a:pt x="11468" y="8255"/>
                  </a:cubicBezTo>
                  <a:lnTo>
                    <a:pt x="11468" y="7751"/>
                  </a:lnTo>
                  <a:cubicBezTo>
                    <a:pt x="11468" y="6522"/>
                    <a:pt x="11059" y="5388"/>
                    <a:pt x="10397" y="4411"/>
                  </a:cubicBezTo>
                  <a:cubicBezTo>
                    <a:pt x="10870" y="4096"/>
                    <a:pt x="11311" y="3655"/>
                    <a:pt x="11626" y="3151"/>
                  </a:cubicBezTo>
                  <a:cubicBezTo>
                    <a:pt x="12004" y="2521"/>
                    <a:pt x="12193" y="1796"/>
                    <a:pt x="12193" y="1072"/>
                  </a:cubicBezTo>
                  <a:lnTo>
                    <a:pt x="12193" y="347"/>
                  </a:lnTo>
                  <a:cubicBezTo>
                    <a:pt x="12193" y="158"/>
                    <a:pt x="12035" y="1"/>
                    <a:pt x="11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77" name="Google Shape;11077;p66"/>
            <p:cNvSpPr/>
            <p:nvPr/>
          </p:nvSpPr>
          <p:spPr>
            <a:xfrm>
              <a:off x="-18223799" y="2559575"/>
              <a:ext cx="37050" cy="36850"/>
            </a:xfrm>
            <a:custGeom>
              <a:rect l="l" t="t" r="r" b="b"/>
              <a:pathLst>
                <a:path w="1482" h="1474" extrusionOk="0">
                  <a:moveTo>
                    <a:pt x="410" y="0"/>
                  </a:moveTo>
                  <a:cubicBezTo>
                    <a:pt x="324" y="0"/>
                    <a:pt x="237" y="40"/>
                    <a:pt x="158" y="118"/>
                  </a:cubicBezTo>
                  <a:cubicBezTo>
                    <a:pt x="1" y="276"/>
                    <a:pt x="1" y="497"/>
                    <a:pt x="158" y="654"/>
                  </a:cubicBezTo>
                  <a:lnTo>
                    <a:pt x="851" y="1347"/>
                  </a:lnTo>
                  <a:cubicBezTo>
                    <a:pt x="946" y="1442"/>
                    <a:pt x="1009" y="1473"/>
                    <a:pt x="1103" y="1473"/>
                  </a:cubicBezTo>
                  <a:cubicBezTo>
                    <a:pt x="1166" y="1473"/>
                    <a:pt x="1292" y="1442"/>
                    <a:pt x="1324" y="1347"/>
                  </a:cubicBezTo>
                  <a:cubicBezTo>
                    <a:pt x="1481" y="1190"/>
                    <a:pt x="1481" y="1001"/>
                    <a:pt x="1324" y="843"/>
                  </a:cubicBezTo>
                  <a:lnTo>
                    <a:pt x="662" y="118"/>
                  </a:lnTo>
                  <a:cubicBezTo>
                    <a:pt x="584" y="40"/>
                    <a:pt x="497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78" name="Google Shape;11078;p66"/>
            <p:cNvSpPr/>
            <p:nvPr/>
          </p:nvSpPr>
          <p:spPr>
            <a:xfrm>
              <a:off x="-18098550" y="2559575"/>
              <a:ext cx="37825" cy="36850"/>
            </a:xfrm>
            <a:custGeom>
              <a:rect l="l" t="t" r="r" b="b"/>
              <a:pathLst>
                <a:path w="1513" h="1474" extrusionOk="0">
                  <a:moveTo>
                    <a:pt x="1103" y="0"/>
                  </a:moveTo>
                  <a:cubicBezTo>
                    <a:pt x="1016" y="0"/>
                    <a:pt x="929" y="40"/>
                    <a:pt x="851" y="118"/>
                  </a:cubicBezTo>
                  <a:lnTo>
                    <a:pt x="158" y="843"/>
                  </a:lnTo>
                  <a:cubicBezTo>
                    <a:pt x="0" y="1001"/>
                    <a:pt x="0" y="1190"/>
                    <a:pt x="158" y="1347"/>
                  </a:cubicBezTo>
                  <a:cubicBezTo>
                    <a:pt x="221" y="1442"/>
                    <a:pt x="315" y="1473"/>
                    <a:pt x="410" y="1473"/>
                  </a:cubicBezTo>
                  <a:cubicBezTo>
                    <a:pt x="504" y="1473"/>
                    <a:pt x="630" y="1442"/>
                    <a:pt x="662" y="1347"/>
                  </a:cubicBezTo>
                  <a:lnTo>
                    <a:pt x="1355" y="623"/>
                  </a:lnTo>
                  <a:cubicBezTo>
                    <a:pt x="1512" y="465"/>
                    <a:pt x="1512" y="276"/>
                    <a:pt x="1355" y="118"/>
                  </a:cubicBezTo>
                  <a:cubicBezTo>
                    <a:pt x="1276" y="40"/>
                    <a:pt x="1189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79" name="Google Shape;11079;p66"/>
          <p:cNvGrpSpPr/>
          <p:nvPr/>
        </p:nvGrpSpPr>
        <p:grpSpPr>
          <a:xfrm>
            <a:off x="5567487" y="2852107"/>
            <a:ext cx="361250" cy="471471"/>
            <a:chOff x="-18258450" y="2809825"/>
            <a:chExt cx="232375" cy="303275"/>
          </a:xfrm>
        </p:grpSpPr>
        <p:sp>
          <p:nvSpPr>
            <p:cNvPr id="11080" name="Google Shape;11080;p66"/>
            <p:cNvSpPr/>
            <p:nvPr/>
          </p:nvSpPr>
          <p:spPr>
            <a:xfrm>
              <a:off x="-18177325" y="2908300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81" name="Google Shape;11081;p66"/>
            <p:cNvSpPr/>
            <p:nvPr/>
          </p:nvSpPr>
          <p:spPr>
            <a:xfrm>
              <a:off x="-18123774" y="2908300"/>
              <a:ext cx="18150" cy="18125"/>
            </a:xfrm>
            <a:custGeom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82" name="Google Shape;11082;p66"/>
            <p:cNvSpPr/>
            <p:nvPr/>
          </p:nvSpPr>
          <p:spPr>
            <a:xfrm>
              <a:off x="-18258450" y="2809825"/>
              <a:ext cx="232375" cy="303275"/>
            </a:xfrm>
            <a:custGeom>
              <a:rect l="l" t="t" r="r" b="b"/>
              <a:pathLst>
                <a:path w="9295" h="12131" extrusionOk="0">
                  <a:moveTo>
                    <a:pt x="4663" y="726"/>
                  </a:moveTo>
                  <a:cubicBezTo>
                    <a:pt x="5640" y="726"/>
                    <a:pt x="6617" y="1387"/>
                    <a:pt x="7373" y="2553"/>
                  </a:cubicBezTo>
                  <a:cubicBezTo>
                    <a:pt x="7121" y="2490"/>
                    <a:pt x="6459" y="2238"/>
                    <a:pt x="6175" y="2175"/>
                  </a:cubicBezTo>
                  <a:cubicBezTo>
                    <a:pt x="6144" y="2159"/>
                    <a:pt x="6097" y="2151"/>
                    <a:pt x="6049" y="2151"/>
                  </a:cubicBezTo>
                  <a:cubicBezTo>
                    <a:pt x="6002" y="2151"/>
                    <a:pt x="5955" y="2159"/>
                    <a:pt x="5923" y="2175"/>
                  </a:cubicBezTo>
                  <a:lnTo>
                    <a:pt x="4663" y="2805"/>
                  </a:lnTo>
                  <a:lnTo>
                    <a:pt x="3403" y="2175"/>
                  </a:lnTo>
                  <a:cubicBezTo>
                    <a:pt x="3356" y="2159"/>
                    <a:pt x="3301" y="2151"/>
                    <a:pt x="3249" y="2151"/>
                  </a:cubicBezTo>
                  <a:cubicBezTo>
                    <a:pt x="3198" y="2151"/>
                    <a:pt x="3151" y="2159"/>
                    <a:pt x="3120" y="2175"/>
                  </a:cubicBezTo>
                  <a:lnTo>
                    <a:pt x="1922" y="2553"/>
                  </a:lnTo>
                  <a:cubicBezTo>
                    <a:pt x="2710" y="1387"/>
                    <a:pt x="3718" y="726"/>
                    <a:pt x="4663" y="726"/>
                  </a:cubicBezTo>
                  <a:close/>
                  <a:moveTo>
                    <a:pt x="6144" y="2868"/>
                  </a:moveTo>
                  <a:lnTo>
                    <a:pt x="6617" y="3025"/>
                  </a:lnTo>
                  <a:cubicBezTo>
                    <a:pt x="7341" y="3908"/>
                    <a:pt x="7404" y="5168"/>
                    <a:pt x="6743" y="6081"/>
                  </a:cubicBezTo>
                  <a:lnTo>
                    <a:pt x="6112" y="6396"/>
                  </a:lnTo>
                  <a:lnTo>
                    <a:pt x="5041" y="5829"/>
                  </a:lnTo>
                  <a:lnTo>
                    <a:pt x="5041" y="5325"/>
                  </a:lnTo>
                  <a:cubicBezTo>
                    <a:pt x="5041" y="5136"/>
                    <a:pt x="4884" y="4979"/>
                    <a:pt x="4695" y="4979"/>
                  </a:cubicBezTo>
                  <a:cubicBezTo>
                    <a:pt x="4506" y="4979"/>
                    <a:pt x="4348" y="5136"/>
                    <a:pt x="4348" y="5325"/>
                  </a:cubicBezTo>
                  <a:lnTo>
                    <a:pt x="4348" y="5829"/>
                  </a:lnTo>
                  <a:lnTo>
                    <a:pt x="3277" y="6396"/>
                  </a:lnTo>
                  <a:lnTo>
                    <a:pt x="2647" y="6081"/>
                  </a:lnTo>
                  <a:cubicBezTo>
                    <a:pt x="1985" y="5136"/>
                    <a:pt x="2048" y="3908"/>
                    <a:pt x="2773" y="3025"/>
                  </a:cubicBezTo>
                  <a:lnTo>
                    <a:pt x="3246" y="2868"/>
                  </a:lnTo>
                  <a:lnTo>
                    <a:pt x="4537" y="3498"/>
                  </a:lnTo>
                  <a:cubicBezTo>
                    <a:pt x="4600" y="3530"/>
                    <a:pt x="4655" y="3545"/>
                    <a:pt x="4707" y="3545"/>
                  </a:cubicBezTo>
                  <a:cubicBezTo>
                    <a:pt x="4758" y="3545"/>
                    <a:pt x="4805" y="3530"/>
                    <a:pt x="4852" y="3498"/>
                  </a:cubicBezTo>
                  <a:lnTo>
                    <a:pt x="6144" y="2868"/>
                  </a:lnTo>
                  <a:close/>
                  <a:moveTo>
                    <a:pt x="7530" y="6459"/>
                  </a:moveTo>
                  <a:lnTo>
                    <a:pt x="8601" y="7027"/>
                  </a:lnTo>
                  <a:cubicBezTo>
                    <a:pt x="8507" y="9641"/>
                    <a:pt x="6932" y="11469"/>
                    <a:pt x="4663" y="11469"/>
                  </a:cubicBezTo>
                  <a:cubicBezTo>
                    <a:pt x="2363" y="11469"/>
                    <a:pt x="788" y="9704"/>
                    <a:pt x="725" y="7027"/>
                  </a:cubicBezTo>
                  <a:lnTo>
                    <a:pt x="1765" y="6459"/>
                  </a:lnTo>
                  <a:lnTo>
                    <a:pt x="2206" y="6648"/>
                  </a:lnTo>
                  <a:lnTo>
                    <a:pt x="3088" y="7090"/>
                  </a:lnTo>
                  <a:cubicBezTo>
                    <a:pt x="3135" y="7105"/>
                    <a:pt x="3190" y="7113"/>
                    <a:pt x="3246" y="7113"/>
                  </a:cubicBezTo>
                  <a:cubicBezTo>
                    <a:pt x="3301" y="7113"/>
                    <a:pt x="3356" y="7105"/>
                    <a:pt x="3403" y="7090"/>
                  </a:cubicBezTo>
                  <a:lnTo>
                    <a:pt x="4663" y="6459"/>
                  </a:lnTo>
                  <a:lnTo>
                    <a:pt x="5923" y="7090"/>
                  </a:lnTo>
                  <a:cubicBezTo>
                    <a:pt x="5971" y="7105"/>
                    <a:pt x="6026" y="7113"/>
                    <a:pt x="6081" y="7113"/>
                  </a:cubicBezTo>
                  <a:cubicBezTo>
                    <a:pt x="6136" y="7113"/>
                    <a:pt x="6191" y="7105"/>
                    <a:pt x="6238" y="7090"/>
                  </a:cubicBezTo>
                  <a:lnTo>
                    <a:pt x="7089" y="6648"/>
                  </a:lnTo>
                  <a:lnTo>
                    <a:pt x="7530" y="6459"/>
                  </a:lnTo>
                  <a:close/>
                  <a:moveTo>
                    <a:pt x="4663" y="1"/>
                  </a:moveTo>
                  <a:cubicBezTo>
                    <a:pt x="3214" y="1"/>
                    <a:pt x="1796" y="1135"/>
                    <a:pt x="883" y="3025"/>
                  </a:cubicBezTo>
                  <a:cubicBezTo>
                    <a:pt x="776" y="3265"/>
                    <a:pt x="939" y="3527"/>
                    <a:pt x="1163" y="3527"/>
                  </a:cubicBezTo>
                  <a:cubicBezTo>
                    <a:pt x="1205" y="3527"/>
                    <a:pt x="1248" y="3518"/>
                    <a:pt x="1292" y="3498"/>
                  </a:cubicBezTo>
                  <a:lnTo>
                    <a:pt x="1702" y="3403"/>
                  </a:lnTo>
                  <a:lnTo>
                    <a:pt x="1702" y="3403"/>
                  </a:lnTo>
                  <a:cubicBezTo>
                    <a:pt x="1387" y="4128"/>
                    <a:pt x="1355" y="4979"/>
                    <a:pt x="1607" y="5766"/>
                  </a:cubicBezTo>
                  <a:lnTo>
                    <a:pt x="221" y="6459"/>
                  </a:lnTo>
                  <a:cubicBezTo>
                    <a:pt x="95" y="6554"/>
                    <a:pt x="1" y="6648"/>
                    <a:pt x="1" y="6774"/>
                  </a:cubicBezTo>
                  <a:cubicBezTo>
                    <a:pt x="1" y="10209"/>
                    <a:pt x="2143" y="12130"/>
                    <a:pt x="4663" y="12130"/>
                  </a:cubicBezTo>
                  <a:cubicBezTo>
                    <a:pt x="7184" y="12130"/>
                    <a:pt x="9294" y="10177"/>
                    <a:pt x="9294" y="6774"/>
                  </a:cubicBezTo>
                  <a:cubicBezTo>
                    <a:pt x="9294" y="6648"/>
                    <a:pt x="9231" y="6554"/>
                    <a:pt x="9105" y="6459"/>
                  </a:cubicBezTo>
                  <a:lnTo>
                    <a:pt x="7688" y="5766"/>
                  </a:lnTo>
                  <a:cubicBezTo>
                    <a:pt x="7971" y="5010"/>
                    <a:pt x="7971" y="4191"/>
                    <a:pt x="7593" y="3403"/>
                  </a:cubicBezTo>
                  <a:lnTo>
                    <a:pt x="7593" y="3403"/>
                  </a:lnTo>
                  <a:lnTo>
                    <a:pt x="8003" y="3498"/>
                  </a:lnTo>
                  <a:cubicBezTo>
                    <a:pt x="8052" y="3518"/>
                    <a:pt x="8099" y="3527"/>
                    <a:pt x="8144" y="3527"/>
                  </a:cubicBezTo>
                  <a:cubicBezTo>
                    <a:pt x="8387" y="3527"/>
                    <a:pt x="8550" y="3265"/>
                    <a:pt x="8444" y="3025"/>
                  </a:cubicBezTo>
                  <a:cubicBezTo>
                    <a:pt x="7530" y="1135"/>
                    <a:pt x="6112" y="1"/>
                    <a:pt x="4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83" name="Google Shape;11083;p66"/>
          <p:cNvSpPr/>
          <p:nvPr/>
        </p:nvSpPr>
        <p:spPr>
          <a:xfrm>
            <a:off x="1440583" y="3444743"/>
            <a:ext cx="471471" cy="475125"/>
          </a:xfrm>
          <a:custGeom>
            <a:rect l="l" t="t" r="r" b="b"/>
            <a:pathLst>
              <a:path w="12131" h="12225" extrusionOk="0">
                <a:moveTo>
                  <a:pt x="6050" y="756"/>
                </a:moveTo>
                <a:cubicBezTo>
                  <a:pt x="6239" y="756"/>
                  <a:pt x="6396" y="914"/>
                  <a:pt x="6396" y="1103"/>
                </a:cubicBezTo>
                <a:cubicBezTo>
                  <a:pt x="6396" y="1324"/>
                  <a:pt x="6239" y="1481"/>
                  <a:pt x="6050" y="1481"/>
                </a:cubicBezTo>
                <a:cubicBezTo>
                  <a:pt x="5861" y="1481"/>
                  <a:pt x="5703" y="1324"/>
                  <a:pt x="5703" y="1103"/>
                </a:cubicBezTo>
                <a:cubicBezTo>
                  <a:pt x="5703" y="914"/>
                  <a:pt x="5861" y="756"/>
                  <a:pt x="6050" y="756"/>
                </a:cubicBezTo>
                <a:close/>
                <a:moveTo>
                  <a:pt x="3183" y="2174"/>
                </a:moveTo>
                <a:cubicBezTo>
                  <a:pt x="3372" y="2174"/>
                  <a:pt x="3530" y="2332"/>
                  <a:pt x="3530" y="2521"/>
                </a:cubicBezTo>
                <a:cubicBezTo>
                  <a:pt x="3530" y="2741"/>
                  <a:pt x="3372" y="2899"/>
                  <a:pt x="3183" y="2899"/>
                </a:cubicBezTo>
                <a:cubicBezTo>
                  <a:pt x="2994" y="2899"/>
                  <a:pt x="2836" y="2741"/>
                  <a:pt x="2836" y="2521"/>
                </a:cubicBezTo>
                <a:cubicBezTo>
                  <a:pt x="2836" y="2332"/>
                  <a:pt x="2994" y="2174"/>
                  <a:pt x="3183" y="2174"/>
                </a:cubicBezTo>
                <a:close/>
                <a:moveTo>
                  <a:pt x="8885" y="2174"/>
                </a:moveTo>
                <a:cubicBezTo>
                  <a:pt x="9074" y="2174"/>
                  <a:pt x="9232" y="2332"/>
                  <a:pt x="9232" y="2521"/>
                </a:cubicBezTo>
                <a:cubicBezTo>
                  <a:pt x="9232" y="2741"/>
                  <a:pt x="9074" y="2899"/>
                  <a:pt x="8885" y="2899"/>
                </a:cubicBezTo>
                <a:cubicBezTo>
                  <a:pt x="8696" y="2899"/>
                  <a:pt x="8539" y="2741"/>
                  <a:pt x="8539" y="2521"/>
                </a:cubicBezTo>
                <a:cubicBezTo>
                  <a:pt x="8539" y="2332"/>
                  <a:pt x="8696" y="2174"/>
                  <a:pt x="8885" y="2174"/>
                </a:cubicBezTo>
                <a:close/>
                <a:moveTo>
                  <a:pt x="6050" y="3718"/>
                </a:moveTo>
                <a:cubicBezTo>
                  <a:pt x="6396" y="4033"/>
                  <a:pt x="7153" y="4726"/>
                  <a:pt x="7562" y="5640"/>
                </a:cubicBezTo>
                <a:cubicBezTo>
                  <a:pt x="6869" y="6238"/>
                  <a:pt x="6365" y="6931"/>
                  <a:pt x="6050" y="7814"/>
                </a:cubicBezTo>
                <a:cubicBezTo>
                  <a:pt x="5735" y="6994"/>
                  <a:pt x="5199" y="6238"/>
                  <a:pt x="4569" y="5640"/>
                </a:cubicBezTo>
                <a:cubicBezTo>
                  <a:pt x="4947" y="4726"/>
                  <a:pt x="5703" y="4033"/>
                  <a:pt x="6050" y="3718"/>
                </a:cubicBezTo>
                <a:close/>
                <a:moveTo>
                  <a:pt x="1009" y="5010"/>
                </a:moveTo>
                <a:cubicBezTo>
                  <a:pt x="3561" y="5010"/>
                  <a:pt x="5672" y="7089"/>
                  <a:pt x="5672" y="9704"/>
                </a:cubicBezTo>
                <a:lnTo>
                  <a:pt x="5672" y="10050"/>
                </a:lnTo>
                <a:lnTo>
                  <a:pt x="5294" y="10050"/>
                </a:lnTo>
                <a:cubicBezTo>
                  <a:pt x="2773" y="10050"/>
                  <a:pt x="663" y="7971"/>
                  <a:pt x="663" y="5356"/>
                </a:cubicBezTo>
                <a:lnTo>
                  <a:pt x="663" y="5010"/>
                </a:lnTo>
                <a:close/>
                <a:moveTo>
                  <a:pt x="11406" y="5010"/>
                </a:moveTo>
                <a:lnTo>
                  <a:pt x="11406" y="5356"/>
                </a:lnTo>
                <a:cubicBezTo>
                  <a:pt x="11406" y="7971"/>
                  <a:pt x="9326" y="10050"/>
                  <a:pt x="6775" y="10050"/>
                </a:cubicBezTo>
                <a:lnTo>
                  <a:pt x="6396" y="10050"/>
                </a:lnTo>
                <a:lnTo>
                  <a:pt x="6396" y="9704"/>
                </a:lnTo>
                <a:cubicBezTo>
                  <a:pt x="6396" y="7089"/>
                  <a:pt x="8507" y="5010"/>
                  <a:pt x="11059" y="5010"/>
                </a:cubicBezTo>
                <a:close/>
                <a:moveTo>
                  <a:pt x="7814" y="10649"/>
                </a:moveTo>
                <a:lnTo>
                  <a:pt x="7814" y="10775"/>
                </a:lnTo>
                <a:cubicBezTo>
                  <a:pt x="7814" y="11153"/>
                  <a:pt x="7499" y="11468"/>
                  <a:pt x="7121" y="11468"/>
                </a:cubicBezTo>
                <a:cubicBezTo>
                  <a:pt x="6712" y="11468"/>
                  <a:pt x="6396" y="11153"/>
                  <a:pt x="6396" y="10775"/>
                </a:cubicBezTo>
                <a:cubicBezTo>
                  <a:pt x="6838" y="10775"/>
                  <a:pt x="7247" y="10775"/>
                  <a:pt x="7814" y="10649"/>
                </a:cubicBezTo>
                <a:close/>
                <a:moveTo>
                  <a:pt x="4286" y="10680"/>
                </a:moveTo>
                <a:cubicBezTo>
                  <a:pt x="4884" y="10806"/>
                  <a:pt x="5262" y="10806"/>
                  <a:pt x="5703" y="10806"/>
                </a:cubicBezTo>
                <a:cubicBezTo>
                  <a:pt x="5703" y="11153"/>
                  <a:pt x="5388" y="11500"/>
                  <a:pt x="4979" y="11500"/>
                </a:cubicBezTo>
                <a:cubicBezTo>
                  <a:pt x="4601" y="11500"/>
                  <a:pt x="4286" y="11185"/>
                  <a:pt x="4286" y="10806"/>
                </a:cubicBezTo>
                <a:lnTo>
                  <a:pt x="4286" y="10680"/>
                </a:lnTo>
                <a:close/>
                <a:moveTo>
                  <a:pt x="6050" y="0"/>
                </a:moveTo>
                <a:cubicBezTo>
                  <a:pt x="5451" y="0"/>
                  <a:pt x="4979" y="473"/>
                  <a:pt x="4979" y="1071"/>
                </a:cubicBezTo>
                <a:cubicBezTo>
                  <a:pt x="4979" y="1544"/>
                  <a:pt x="5294" y="1922"/>
                  <a:pt x="5703" y="2080"/>
                </a:cubicBezTo>
                <a:lnTo>
                  <a:pt x="5703" y="3025"/>
                </a:lnTo>
                <a:cubicBezTo>
                  <a:pt x="5357" y="3308"/>
                  <a:pt x="4475" y="4096"/>
                  <a:pt x="3971" y="5167"/>
                </a:cubicBezTo>
                <a:cubicBezTo>
                  <a:pt x="3845" y="5104"/>
                  <a:pt x="3687" y="5010"/>
                  <a:pt x="3561" y="4947"/>
                </a:cubicBezTo>
                <a:lnTo>
                  <a:pt x="3561" y="3529"/>
                </a:lnTo>
                <a:cubicBezTo>
                  <a:pt x="4002" y="3371"/>
                  <a:pt x="4286" y="2962"/>
                  <a:pt x="4286" y="2489"/>
                </a:cubicBezTo>
                <a:cubicBezTo>
                  <a:pt x="4286" y="1891"/>
                  <a:pt x="3813" y="1418"/>
                  <a:pt x="3214" y="1418"/>
                </a:cubicBezTo>
                <a:cubicBezTo>
                  <a:pt x="2616" y="1418"/>
                  <a:pt x="2143" y="1891"/>
                  <a:pt x="2143" y="2489"/>
                </a:cubicBezTo>
                <a:cubicBezTo>
                  <a:pt x="2143" y="2962"/>
                  <a:pt x="2458" y="3371"/>
                  <a:pt x="2868" y="3529"/>
                </a:cubicBezTo>
                <a:lnTo>
                  <a:pt x="2868" y="4632"/>
                </a:lnTo>
                <a:cubicBezTo>
                  <a:pt x="2269" y="4411"/>
                  <a:pt x="1671" y="4316"/>
                  <a:pt x="1041" y="4316"/>
                </a:cubicBezTo>
                <a:lnTo>
                  <a:pt x="348" y="4316"/>
                </a:lnTo>
                <a:cubicBezTo>
                  <a:pt x="158" y="4316"/>
                  <a:pt x="1" y="4474"/>
                  <a:pt x="1" y="4663"/>
                </a:cubicBezTo>
                <a:lnTo>
                  <a:pt x="1" y="5356"/>
                </a:lnTo>
                <a:cubicBezTo>
                  <a:pt x="1" y="6774"/>
                  <a:pt x="537" y="8160"/>
                  <a:pt x="1576" y="9200"/>
                </a:cubicBezTo>
                <a:cubicBezTo>
                  <a:pt x="2143" y="9767"/>
                  <a:pt x="2836" y="10208"/>
                  <a:pt x="3561" y="10491"/>
                </a:cubicBezTo>
                <a:lnTo>
                  <a:pt x="3561" y="10806"/>
                </a:lnTo>
                <a:cubicBezTo>
                  <a:pt x="3561" y="11594"/>
                  <a:pt x="4191" y="12224"/>
                  <a:pt x="4979" y="12224"/>
                </a:cubicBezTo>
                <a:cubicBezTo>
                  <a:pt x="5420" y="12224"/>
                  <a:pt x="5829" y="12035"/>
                  <a:pt x="6050" y="11752"/>
                </a:cubicBezTo>
                <a:cubicBezTo>
                  <a:pt x="6333" y="12067"/>
                  <a:pt x="6680" y="12224"/>
                  <a:pt x="7121" y="12224"/>
                </a:cubicBezTo>
                <a:cubicBezTo>
                  <a:pt x="7909" y="12224"/>
                  <a:pt x="8539" y="11594"/>
                  <a:pt x="8539" y="10806"/>
                </a:cubicBezTo>
                <a:lnTo>
                  <a:pt x="8539" y="10491"/>
                </a:lnTo>
                <a:cubicBezTo>
                  <a:pt x="9295" y="10208"/>
                  <a:pt x="9957" y="9767"/>
                  <a:pt x="10555" y="9200"/>
                </a:cubicBezTo>
                <a:cubicBezTo>
                  <a:pt x="11563" y="8160"/>
                  <a:pt x="12130" y="6837"/>
                  <a:pt x="12130" y="5356"/>
                </a:cubicBezTo>
                <a:lnTo>
                  <a:pt x="12130" y="4663"/>
                </a:lnTo>
                <a:cubicBezTo>
                  <a:pt x="12130" y="4474"/>
                  <a:pt x="11973" y="4316"/>
                  <a:pt x="11752" y="4316"/>
                </a:cubicBezTo>
                <a:lnTo>
                  <a:pt x="11059" y="4316"/>
                </a:lnTo>
                <a:cubicBezTo>
                  <a:pt x="10429" y="4316"/>
                  <a:pt x="9831" y="4411"/>
                  <a:pt x="9232" y="4632"/>
                </a:cubicBezTo>
                <a:lnTo>
                  <a:pt x="9232" y="3529"/>
                </a:lnTo>
                <a:cubicBezTo>
                  <a:pt x="9673" y="3371"/>
                  <a:pt x="9957" y="2962"/>
                  <a:pt x="9957" y="2489"/>
                </a:cubicBezTo>
                <a:cubicBezTo>
                  <a:pt x="9957" y="1891"/>
                  <a:pt x="9484" y="1418"/>
                  <a:pt x="8885" y="1418"/>
                </a:cubicBezTo>
                <a:cubicBezTo>
                  <a:pt x="8287" y="1418"/>
                  <a:pt x="7814" y="1891"/>
                  <a:pt x="7814" y="2489"/>
                </a:cubicBezTo>
                <a:cubicBezTo>
                  <a:pt x="7814" y="2962"/>
                  <a:pt x="8129" y="3371"/>
                  <a:pt x="8539" y="3529"/>
                </a:cubicBezTo>
                <a:lnTo>
                  <a:pt x="8539" y="4947"/>
                </a:lnTo>
                <a:cubicBezTo>
                  <a:pt x="8381" y="5010"/>
                  <a:pt x="8255" y="5104"/>
                  <a:pt x="8129" y="5167"/>
                </a:cubicBezTo>
                <a:cubicBezTo>
                  <a:pt x="7625" y="4096"/>
                  <a:pt x="6775" y="3308"/>
                  <a:pt x="6396" y="3025"/>
                </a:cubicBezTo>
                <a:lnTo>
                  <a:pt x="6396" y="2080"/>
                </a:lnTo>
                <a:cubicBezTo>
                  <a:pt x="6838" y="1922"/>
                  <a:pt x="7121" y="1544"/>
                  <a:pt x="7121" y="1071"/>
                </a:cubicBezTo>
                <a:cubicBezTo>
                  <a:pt x="7121" y="473"/>
                  <a:pt x="6649" y="0"/>
                  <a:pt x="605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084" name="Google Shape;11084;p66"/>
          <p:cNvGrpSpPr/>
          <p:nvPr/>
        </p:nvGrpSpPr>
        <p:grpSpPr>
          <a:xfrm>
            <a:off x="3777686" y="3445233"/>
            <a:ext cx="415117" cy="473920"/>
            <a:chOff x="-16422500" y="2425450"/>
            <a:chExt cx="267025" cy="304850"/>
          </a:xfrm>
        </p:grpSpPr>
        <p:sp>
          <p:nvSpPr>
            <p:cNvPr id="11085" name="Google Shape;11085;p66"/>
            <p:cNvSpPr/>
            <p:nvPr/>
          </p:nvSpPr>
          <p:spPr>
            <a:xfrm>
              <a:off x="-16350825" y="2515275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86" name="Google Shape;11086;p66"/>
            <p:cNvSpPr/>
            <p:nvPr/>
          </p:nvSpPr>
          <p:spPr>
            <a:xfrm>
              <a:off x="-16245275" y="2515275"/>
              <a:ext cx="18125" cy="18125"/>
            </a:xfrm>
            <a:custGeom>
              <a:rect l="l" t="t" r="r" b="b"/>
              <a:pathLst>
                <a:path w="725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cubicBezTo>
                    <a:pt x="567" y="725"/>
                    <a:pt x="725" y="567"/>
                    <a:pt x="725" y="378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87" name="Google Shape;11087;p66"/>
            <p:cNvSpPr/>
            <p:nvPr/>
          </p:nvSpPr>
          <p:spPr>
            <a:xfrm>
              <a:off x="-16422500" y="2425450"/>
              <a:ext cx="267025" cy="304850"/>
            </a:xfrm>
            <a:custGeom>
              <a:rect l="l" t="t" r="r" b="b"/>
              <a:pathLst>
                <a:path w="10681" h="12194" extrusionOk="0">
                  <a:moveTo>
                    <a:pt x="5325" y="5925"/>
                  </a:moveTo>
                  <a:cubicBezTo>
                    <a:pt x="5482" y="5925"/>
                    <a:pt x="5640" y="6051"/>
                    <a:pt x="5703" y="6177"/>
                  </a:cubicBezTo>
                  <a:lnTo>
                    <a:pt x="5325" y="6586"/>
                  </a:lnTo>
                  <a:lnTo>
                    <a:pt x="4978" y="6177"/>
                  </a:lnTo>
                  <a:cubicBezTo>
                    <a:pt x="5010" y="6019"/>
                    <a:pt x="5167" y="5925"/>
                    <a:pt x="5325" y="5925"/>
                  </a:cubicBezTo>
                  <a:close/>
                  <a:moveTo>
                    <a:pt x="4411" y="5767"/>
                  </a:moveTo>
                  <a:cubicBezTo>
                    <a:pt x="4348" y="5925"/>
                    <a:pt x="4254" y="6114"/>
                    <a:pt x="4254" y="6334"/>
                  </a:cubicBezTo>
                  <a:cubicBezTo>
                    <a:pt x="4254" y="6366"/>
                    <a:pt x="4254" y="6429"/>
                    <a:pt x="4348" y="6523"/>
                  </a:cubicBezTo>
                  <a:lnTo>
                    <a:pt x="4978" y="7311"/>
                  </a:lnTo>
                  <a:cubicBezTo>
                    <a:pt x="4884" y="8004"/>
                    <a:pt x="4317" y="8602"/>
                    <a:pt x="3561" y="8602"/>
                  </a:cubicBezTo>
                  <a:cubicBezTo>
                    <a:pt x="2773" y="8602"/>
                    <a:pt x="2143" y="7972"/>
                    <a:pt x="2143" y="7185"/>
                  </a:cubicBezTo>
                  <a:cubicBezTo>
                    <a:pt x="2143" y="6397"/>
                    <a:pt x="2773" y="5767"/>
                    <a:pt x="3561" y="5767"/>
                  </a:cubicBezTo>
                  <a:close/>
                  <a:moveTo>
                    <a:pt x="7089" y="5735"/>
                  </a:moveTo>
                  <a:cubicBezTo>
                    <a:pt x="7877" y="5735"/>
                    <a:pt x="8507" y="6366"/>
                    <a:pt x="8507" y="7153"/>
                  </a:cubicBezTo>
                  <a:cubicBezTo>
                    <a:pt x="8507" y="7972"/>
                    <a:pt x="7877" y="8602"/>
                    <a:pt x="7089" y="8602"/>
                  </a:cubicBezTo>
                  <a:cubicBezTo>
                    <a:pt x="6365" y="8602"/>
                    <a:pt x="5734" y="8004"/>
                    <a:pt x="5671" y="7311"/>
                  </a:cubicBezTo>
                  <a:lnTo>
                    <a:pt x="6302" y="6523"/>
                  </a:lnTo>
                  <a:cubicBezTo>
                    <a:pt x="6365" y="6429"/>
                    <a:pt x="6396" y="6366"/>
                    <a:pt x="6396" y="6271"/>
                  </a:cubicBezTo>
                  <a:cubicBezTo>
                    <a:pt x="6396" y="6082"/>
                    <a:pt x="6365" y="5893"/>
                    <a:pt x="6239" y="5735"/>
                  </a:cubicBezTo>
                  <a:close/>
                  <a:moveTo>
                    <a:pt x="5317" y="725"/>
                  </a:moveTo>
                  <a:cubicBezTo>
                    <a:pt x="6534" y="725"/>
                    <a:pt x="7685" y="1194"/>
                    <a:pt x="8570" y="2018"/>
                  </a:cubicBezTo>
                  <a:cubicBezTo>
                    <a:pt x="9452" y="2932"/>
                    <a:pt x="9988" y="4129"/>
                    <a:pt x="9988" y="5389"/>
                  </a:cubicBezTo>
                  <a:lnTo>
                    <a:pt x="9988" y="8256"/>
                  </a:lnTo>
                  <a:cubicBezTo>
                    <a:pt x="9988" y="8854"/>
                    <a:pt x="9515" y="9327"/>
                    <a:pt x="8916" y="9327"/>
                  </a:cubicBezTo>
                  <a:lnTo>
                    <a:pt x="8570" y="9327"/>
                  </a:lnTo>
                  <a:lnTo>
                    <a:pt x="8570" y="8760"/>
                  </a:lnTo>
                  <a:cubicBezTo>
                    <a:pt x="9043" y="8350"/>
                    <a:pt x="9263" y="7783"/>
                    <a:pt x="9263" y="7153"/>
                  </a:cubicBezTo>
                  <a:cubicBezTo>
                    <a:pt x="9263" y="5956"/>
                    <a:pt x="8318" y="5011"/>
                    <a:pt x="7152" y="5011"/>
                  </a:cubicBezTo>
                  <a:lnTo>
                    <a:pt x="3561" y="5011"/>
                  </a:lnTo>
                  <a:cubicBezTo>
                    <a:pt x="2363" y="5011"/>
                    <a:pt x="1418" y="5956"/>
                    <a:pt x="1418" y="7153"/>
                  </a:cubicBezTo>
                  <a:cubicBezTo>
                    <a:pt x="1418" y="7783"/>
                    <a:pt x="1702" y="8319"/>
                    <a:pt x="2143" y="8760"/>
                  </a:cubicBezTo>
                  <a:lnTo>
                    <a:pt x="2143" y="9327"/>
                  </a:lnTo>
                  <a:lnTo>
                    <a:pt x="1796" y="9327"/>
                  </a:lnTo>
                  <a:cubicBezTo>
                    <a:pt x="1198" y="9327"/>
                    <a:pt x="725" y="8854"/>
                    <a:pt x="725" y="8256"/>
                  </a:cubicBezTo>
                  <a:lnTo>
                    <a:pt x="725" y="5609"/>
                  </a:lnTo>
                  <a:cubicBezTo>
                    <a:pt x="725" y="3026"/>
                    <a:pt x="2742" y="821"/>
                    <a:pt x="5199" y="726"/>
                  </a:cubicBezTo>
                  <a:cubicBezTo>
                    <a:pt x="5238" y="725"/>
                    <a:pt x="5278" y="725"/>
                    <a:pt x="5317" y="725"/>
                  </a:cubicBezTo>
                  <a:close/>
                  <a:moveTo>
                    <a:pt x="5325" y="8382"/>
                  </a:moveTo>
                  <a:cubicBezTo>
                    <a:pt x="5577" y="8760"/>
                    <a:pt x="5955" y="9043"/>
                    <a:pt x="6396" y="9201"/>
                  </a:cubicBezTo>
                  <a:lnTo>
                    <a:pt x="6396" y="9674"/>
                  </a:lnTo>
                  <a:cubicBezTo>
                    <a:pt x="6081" y="9894"/>
                    <a:pt x="5734" y="10020"/>
                    <a:pt x="5325" y="10020"/>
                  </a:cubicBezTo>
                  <a:cubicBezTo>
                    <a:pt x="4947" y="10020"/>
                    <a:pt x="4569" y="9894"/>
                    <a:pt x="4254" y="9674"/>
                  </a:cubicBezTo>
                  <a:lnTo>
                    <a:pt x="4254" y="9201"/>
                  </a:lnTo>
                  <a:cubicBezTo>
                    <a:pt x="4695" y="9043"/>
                    <a:pt x="5104" y="8728"/>
                    <a:pt x="5325" y="8382"/>
                  </a:cubicBezTo>
                  <a:close/>
                  <a:moveTo>
                    <a:pt x="2836" y="9201"/>
                  </a:moveTo>
                  <a:cubicBezTo>
                    <a:pt x="3088" y="9264"/>
                    <a:pt x="3309" y="9327"/>
                    <a:pt x="3561" y="9327"/>
                  </a:cubicBezTo>
                  <a:lnTo>
                    <a:pt x="3561" y="11406"/>
                  </a:lnTo>
                  <a:cubicBezTo>
                    <a:pt x="3151" y="11249"/>
                    <a:pt x="2836" y="10839"/>
                    <a:pt x="2836" y="10367"/>
                  </a:cubicBezTo>
                  <a:lnTo>
                    <a:pt x="2836" y="9201"/>
                  </a:lnTo>
                  <a:close/>
                  <a:moveTo>
                    <a:pt x="7814" y="9201"/>
                  </a:moveTo>
                  <a:lnTo>
                    <a:pt x="7814" y="10367"/>
                  </a:lnTo>
                  <a:cubicBezTo>
                    <a:pt x="7814" y="10839"/>
                    <a:pt x="7499" y="11249"/>
                    <a:pt x="7089" y="11406"/>
                  </a:cubicBezTo>
                  <a:lnTo>
                    <a:pt x="7089" y="9327"/>
                  </a:lnTo>
                  <a:cubicBezTo>
                    <a:pt x="7341" y="9327"/>
                    <a:pt x="7562" y="9264"/>
                    <a:pt x="7814" y="9201"/>
                  </a:cubicBezTo>
                  <a:close/>
                  <a:moveTo>
                    <a:pt x="5317" y="0"/>
                  </a:moveTo>
                  <a:cubicBezTo>
                    <a:pt x="5278" y="0"/>
                    <a:pt x="5238" y="1"/>
                    <a:pt x="5199" y="2"/>
                  </a:cubicBezTo>
                  <a:cubicBezTo>
                    <a:pt x="3781" y="65"/>
                    <a:pt x="2489" y="695"/>
                    <a:pt x="1513" y="1766"/>
                  </a:cubicBezTo>
                  <a:cubicBezTo>
                    <a:pt x="568" y="2806"/>
                    <a:pt x="1" y="4160"/>
                    <a:pt x="1" y="5609"/>
                  </a:cubicBezTo>
                  <a:lnTo>
                    <a:pt x="1" y="8256"/>
                  </a:lnTo>
                  <a:cubicBezTo>
                    <a:pt x="1" y="9233"/>
                    <a:pt x="788" y="10020"/>
                    <a:pt x="1796" y="10020"/>
                  </a:cubicBezTo>
                  <a:lnTo>
                    <a:pt x="2143" y="10020"/>
                  </a:lnTo>
                  <a:lnTo>
                    <a:pt x="2143" y="10367"/>
                  </a:lnTo>
                  <a:cubicBezTo>
                    <a:pt x="2143" y="10839"/>
                    <a:pt x="2332" y="11312"/>
                    <a:pt x="2647" y="11627"/>
                  </a:cubicBezTo>
                  <a:cubicBezTo>
                    <a:pt x="2994" y="12005"/>
                    <a:pt x="3435" y="12194"/>
                    <a:pt x="3907" y="12194"/>
                  </a:cubicBezTo>
                  <a:cubicBezTo>
                    <a:pt x="4096" y="12194"/>
                    <a:pt x="4254" y="12036"/>
                    <a:pt x="4254" y="11847"/>
                  </a:cubicBezTo>
                  <a:lnTo>
                    <a:pt x="4254" y="10493"/>
                  </a:lnTo>
                  <a:cubicBezTo>
                    <a:pt x="4569" y="10650"/>
                    <a:pt x="4978" y="10713"/>
                    <a:pt x="5325" y="10713"/>
                  </a:cubicBezTo>
                  <a:cubicBezTo>
                    <a:pt x="5703" y="10713"/>
                    <a:pt x="6081" y="10650"/>
                    <a:pt x="6396" y="10493"/>
                  </a:cubicBezTo>
                  <a:lnTo>
                    <a:pt x="6396" y="11847"/>
                  </a:lnTo>
                  <a:cubicBezTo>
                    <a:pt x="6396" y="12036"/>
                    <a:pt x="6554" y="12194"/>
                    <a:pt x="6743" y="12194"/>
                  </a:cubicBezTo>
                  <a:cubicBezTo>
                    <a:pt x="7215" y="12194"/>
                    <a:pt x="7656" y="12005"/>
                    <a:pt x="8003" y="11627"/>
                  </a:cubicBezTo>
                  <a:cubicBezTo>
                    <a:pt x="8381" y="11280"/>
                    <a:pt x="8538" y="10839"/>
                    <a:pt x="8538" y="10367"/>
                  </a:cubicBezTo>
                  <a:lnTo>
                    <a:pt x="8538" y="10020"/>
                  </a:lnTo>
                  <a:lnTo>
                    <a:pt x="8885" y="10020"/>
                  </a:lnTo>
                  <a:cubicBezTo>
                    <a:pt x="9862" y="10020"/>
                    <a:pt x="10649" y="9233"/>
                    <a:pt x="10649" y="8256"/>
                  </a:cubicBezTo>
                  <a:lnTo>
                    <a:pt x="10649" y="5420"/>
                  </a:lnTo>
                  <a:cubicBezTo>
                    <a:pt x="10681" y="4664"/>
                    <a:pt x="10523" y="3908"/>
                    <a:pt x="10240" y="3247"/>
                  </a:cubicBezTo>
                  <a:cubicBezTo>
                    <a:pt x="9988" y="2585"/>
                    <a:pt x="9578" y="2018"/>
                    <a:pt x="9074" y="1514"/>
                  </a:cubicBezTo>
                  <a:cubicBezTo>
                    <a:pt x="8033" y="534"/>
                    <a:pt x="6694" y="0"/>
                    <a:pt x="5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088" name="Google Shape;11088;p66"/>
          <p:cNvGrpSpPr/>
          <p:nvPr/>
        </p:nvGrpSpPr>
        <p:grpSpPr>
          <a:xfrm>
            <a:off x="6080447" y="3445838"/>
            <a:ext cx="473920" cy="472676"/>
            <a:chOff x="-16442199" y="2801175"/>
            <a:chExt cx="304850" cy="304050"/>
          </a:xfrm>
        </p:grpSpPr>
        <p:sp>
          <p:nvSpPr>
            <p:cNvPr id="11089" name="Google Shape;11089;p66"/>
            <p:cNvSpPr/>
            <p:nvPr/>
          </p:nvSpPr>
          <p:spPr>
            <a:xfrm>
              <a:off x="-16369725" y="294295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90" name="Google Shape;11090;p66"/>
            <p:cNvSpPr/>
            <p:nvPr/>
          </p:nvSpPr>
          <p:spPr>
            <a:xfrm>
              <a:off x="-16442199" y="2801175"/>
              <a:ext cx="304850" cy="304050"/>
            </a:xfrm>
            <a:custGeom>
              <a:rect l="l" t="t" r="r" b="b"/>
              <a:pathLst>
                <a:path w="12194" h="12162" extrusionOk="0">
                  <a:moveTo>
                    <a:pt x="7940" y="694"/>
                  </a:moveTo>
                  <a:cubicBezTo>
                    <a:pt x="8255" y="694"/>
                    <a:pt x="8539" y="914"/>
                    <a:pt x="8602" y="1229"/>
                  </a:cubicBezTo>
                  <a:cubicBezTo>
                    <a:pt x="8633" y="1324"/>
                    <a:pt x="8728" y="1418"/>
                    <a:pt x="8854" y="1450"/>
                  </a:cubicBezTo>
                  <a:cubicBezTo>
                    <a:pt x="9169" y="1544"/>
                    <a:pt x="9358" y="1796"/>
                    <a:pt x="9358" y="2111"/>
                  </a:cubicBezTo>
                  <a:cubicBezTo>
                    <a:pt x="9358" y="2426"/>
                    <a:pt x="9169" y="2710"/>
                    <a:pt x="8854" y="2804"/>
                  </a:cubicBezTo>
                  <a:cubicBezTo>
                    <a:pt x="8728" y="2836"/>
                    <a:pt x="8633" y="2899"/>
                    <a:pt x="8602" y="3025"/>
                  </a:cubicBezTo>
                  <a:cubicBezTo>
                    <a:pt x="8539" y="3340"/>
                    <a:pt x="8255" y="3529"/>
                    <a:pt x="7940" y="3529"/>
                  </a:cubicBezTo>
                  <a:cubicBezTo>
                    <a:pt x="7625" y="3529"/>
                    <a:pt x="7373" y="3340"/>
                    <a:pt x="7279" y="3056"/>
                  </a:cubicBezTo>
                  <a:cubicBezTo>
                    <a:pt x="7216" y="2899"/>
                    <a:pt x="7058" y="2836"/>
                    <a:pt x="6901" y="2836"/>
                  </a:cubicBezTo>
                  <a:lnTo>
                    <a:pt x="6806" y="2836"/>
                  </a:lnTo>
                  <a:cubicBezTo>
                    <a:pt x="6649" y="2836"/>
                    <a:pt x="6522" y="2899"/>
                    <a:pt x="6428" y="3056"/>
                  </a:cubicBezTo>
                  <a:cubicBezTo>
                    <a:pt x="6333" y="3340"/>
                    <a:pt x="6081" y="3529"/>
                    <a:pt x="5766" y="3529"/>
                  </a:cubicBezTo>
                  <a:cubicBezTo>
                    <a:pt x="5451" y="3529"/>
                    <a:pt x="5231" y="3340"/>
                    <a:pt x="5105" y="3056"/>
                  </a:cubicBezTo>
                  <a:cubicBezTo>
                    <a:pt x="5073" y="2899"/>
                    <a:pt x="4916" y="2836"/>
                    <a:pt x="4758" y="2836"/>
                  </a:cubicBezTo>
                  <a:lnTo>
                    <a:pt x="4632" y="2836"/>
                  </a:lnTo>
                  <a:cubicBezTo>
                    <a:pt x="4475" y="2836"/>
                    <a:pt x="4349" y="2899"/>
                    <a:pt x="4254" y="3056"/>
                  </a:cubicBezTo>
                  <a:cubicBezTo>
                    <a:pt x="4191" y="3340"/>
                    <a:pt x="3908" y="3529"/>
                    <a:pt x="3593" y="3529"/>
                  </a:cubicBezTo>
                  <a:cubicBezTo>
                    <a:pt x="3277" y="3529"/>
                    <a:pt x="2994" y="3340"/>
                    <a:pt x="2931" y="3025"/>
                  </a:cubicBezTo>
                  <a:cubicBezTo>
                    <a:pt x="2899" y="2899"/>
                    <a:pt x="2805" y="2836"/>
                    <a:pt x="2679" y="2804"/>
                  </a:cubicBezTo>
                  <a:cubicBezTo>
                    <a:pt x="2395" y="2710"/>
                    <a:pt x="2175" y="2426"/>
                    <a:pt x="2175" y="2111"/>
                  </a:cubicBezTo>
                  <a:cubicBezTo>
                    <a:pt x="2175" y="1796"/>
                    <a:pt x="2395" y="1544"/>
                    <a:pt x="2679" y="1450"/>
                  </a:cubicBezTo>
                  <a:cubicBezTo>
                    <a:pt x="2805" y="1418"/>
                    <a:pt x="2899" y="1324"/>
                    <a:pt x="2931" y="1229"/>
                  </a:cubicBezTo>
                  <a:cubicBezTo>
                    <a:pt x="2994" y="914"/>
                    <a:pt x="3277" y="694"/>
                    <a:pt x="3593" y="694"/>
                  </a:cubicBezTo>
                  <a:cubicBezTo>
                    <a:pt x="3908" y="694"/>
                    <a:pt x="4160" y="914"/>
                    <a:pt x="4254" y="1166"/>
                  </a:cubicBezTo>
                  <a:cubicBezTo>
                    <a:pt x="4317" y="1324"/>
                    <a:pt x="4475" y="1418"/>
                    <a:pt x="4632" y="1418"/>
                  </a:cubicBezTo>
                  <a:lnTo>
                    <a:pt x="4758" y="1418"/>
                  </a:lnTo>
                  <a:cubicBezTo>
                    <a:pt x="4916" y="1418"/>
                    <a:pt x="5010" y="1324"/>
                    <a:pt x="5105" y="1166"/>
                  </a:cubicBezTo>
                  <a:cubicBezTo>
                    <a:pt x="5231" y="914"/>
                    <a:pt x="5451" y="694"/>
                    <a:pt x="5766" y="694"/>
                  </a:cubicBezTo>
                  <a:cubicBezTo>
                    <a:pt x="6081" y="694"/>
                    <a:pt x="6333" y="914"/>
                    <a:pt x="6428" y="1166"/>
                  </a:cubicBezTo>
                  <a:cubicBezTo>
                    <a:pt x="6491" y="1324"/>
                    <a:pt x="6649" y="1418"/>
                    <a:pt x="6806" y="1418"/>
                  </a:cubicBezTo>
                  <a:lnTo>
                    <a:pt x="6901" y="1418"/>
                  </a:lnTo>
                  <a:cubicBezTo>
                    <a:pt x="7058" y="1418"/>
                    <a:pt x="7184" y="1324"/>
                    <a:pt x="7279" y="1166"/>
                  </a:cubicBezTo>
                  <a:cubicBezTo>
                    <a:pt x="7373" y="914"/>
                    <a:pt x="7625" y="694"/>
                    <a:pt x="7940" y="694"/>
                  </a:cubicBezTo>
                  <a:close/>
                  <a:moveTo>
                    <a:pt x="6459" y="4065"/>
                  </a:moveTo>
                  <a:cubicBezTo>
                    <a:pt x="6522" y="4128"/>
                    <a:pt x="7184" y="4632"/>
                    <a:pt x="7184" y="5671"/>
                  </a:cubicBezTo>
                  <a:cubicBezTo>
                    <a:pt x="7184" y="6207"/>
                    <a:pt x="6995" y="6711"/>
                    <a:pt x="6585" y="7120"/>
                  </a:cubicBezTo>
                  <a:cubicBezTo>
                    <a:pt x="6428" y="7120"/>
                    <a:pt x="6270" y="7089"/>
                    <a:pt x="6081" y="7089"/>
                  </a:cubicBezTo>
                  <a:cubicBezTo>
                    <a:pt x="5798" y="7089"/>
                    <a:pt x="5514" y="7120"/>
                    <a:pt x="5294" y="7152"/>
                  </a:cubicBezTo>
                  <a:cubicBezTo>
                    <a:pt x="5577" y="6711"/>
                    <a:pt x="5735" y="6175"/>
                    <a:pt x="5735" y="5608"/>
                  </a:cubicBezTo>
                  <a:cubicBezTo>
                    <a:pt x="5735" y="5104"/>
                    <a:pt x="5577" y="4569"/>
                    <a:pt x="5294" y="4128"/>
                  </a:cubicBezTo>
                  <a:lnTo>
                    <a:pt x="5294" y="4128"/>
                  </a:lnTo>
                  <a:cubicBezTo>
                    <a:pt x="5420" y="4159"/>
                    <a:pt x="5577" y="4191"/>
                    <a:pt x="5735" y="4191"/>
                  </a:cubicBezTo>
                  <a:cubicBezTo>
                    <a:pt x="5792" y="4205"/>
                    <a:pt x="5848" y="4211"/>
                    <a:pt x="5905" y="4211"/>
                  </a:cubicBezTo>
                  <a:cubicBezTo>
                    <a:pt x="6099" y="4211"/>
                    <a:pt x="6289" y="4138"/>
                    <a:pt x="6459" y="4065"/>
                  </a:cubicBezTo>
                  <a:close/>
                  <a:moveTo>
                    <a:pt x="8602" y="4065"/>
                  </a:moveTo>
                  <a:cubicBezTo>
                    <a:pt x="8633" y="4128"/>
                    <a:pt x="9295" y="4632"/>
                    <a:pt x="9295" y="5671"/>
                  </a:cubicBezTo>
                  <a:cubicBezTo>
                    <a:pt x="9295" y="6459"/>
                    <a:pt x="9043" y="7404"/>
                    <a:pt x="8287" y="7751"/>
                  </a:cubicBezTo>
                  <a:cubicBezTo>
                    <a:pt x="8003" y="7562"/>
                    <a:pt x="7688" y="7404"/>
                    <a:pt x="7373" y="7310"/>
                  </a:cubicBezTo>
                  <a:cubicBezTo>
                    <a:pt x="7751" y="6837"/>
                    <a:pt x="7909" y="6270"/>
                    <a:pt x="7909" y="5671"/>
                  </a:cubicBezTo>
                  <a:cubicBezTo>
                    <a:pt x="7877" y="5167"/>
                    <a:pt x="7720" y="4632"/>
                    <a:pt x="7468" y="4159"/>
                  </a:cubicBezTo>
                  <a:lnTo>
                    <a:pt x="7468" y="4159"/>
                  </a:lnTo>
                  <a:cubicBezTo>
                    <a:pt x="7619" y="4209"/>
                    <a:pt x="7775" y="4235"/>
                    <a:pt x="7930" y="4235"/>
                  </a:cubicBezTo>
                  <a:cubicBezTo>
                    <a:pt x="8163" y="4235"/>
                    <a:pt x="8394" y="4178"/>
                    <a:pt x="8602" y="4065"/>
                  </a:cubicBezTo>
                  <a:close/>
                  <a:moveTo>
                    <a:pt x="9894" y="2710"/>
                  </a:moveTo>
                  <a:cubicBezTo>
                    <a:pt x="10870" y="3371"/>
                    <a:pt x="11469" y="4474"/>
                    <a:pt x="11469" y="5671"/>
                  </a:cubicBezTo>
                  <a:cubicBezTo>
                    <a:pt x="11469" y="7367"/>
                    <a:pt x="9957" y="9278"/>
                    <a:pt x="8454" y="9278"/>
                  </a:cubicBezTo>
                  <a:cubicBezTo>
                    <a:pt x="8141" y="9278"/>
                    <a:pt x="7829" y="9195"/>
                    <a:pt x="7531" y="9011"/>
                  </a:cubicBezTo>
                  <a:lnTo>
                    <a:pt x="7405" y="8948"/>
                  </a:lnTo>
                  <a:cubicBezTo>
                    <a:pt x="7011" y="8648"/>
                    <a:pt x="6562" y="8499"/>
                    <a:pt x="6117" y="8499"/>
                  </a:cubicBezTo>
                  <a:cubicBezTo>
                    <a:pt x="5672" y="8499"/>
                    <a:pt x="5231" y="8648"/>
                    <a:pt x="4853" y="8948"/>
                  </a:cubicBezTo>
                  <a:cubicBezTo>
                    <a:pt x="4601" y="9137"/>
                    <a:pt x="4309" y="9231"/>
                    <a:pt x="4018" y="9231"/>
                  </a:cubicBezTo>
                  <a:cubicBezTo>
                    <a:pt x="3726" y="9231"/>
                    <a:pt x="3435" y="9137"/>
                    <a:pt x="3183" y="8948"/>
                  </a:cubicBezTo>
                  <a:cubicBezTo>
                    <a:pt x="2789" y="8622"/>
                    <a:pt x="2329" y="8464"/>
                    <a:pt x="1870" y="8464"/>
                  </a:cubicBezTo>
                  <a:cubicBezTo>
                    <a:pt x="1486" y="8464"/>
                    <a:pt x="1102" y="8575"/>
                    <a:pt x="757" y="8790"/>
                  </a:cubicBezTo>
                  <a:lnTo>
                    <a:pt x="757" y="7940"/>
                  </a:lnTo>
                  <a:cubicBezTo>
                    <a:pt x="1080" y="7815"/>
                    <a:pt x="1423" y="7752"/>
                    <a:pt x="1769" y="7752"/>
                  </a:cubicBezTo>
                  <a:cubicBezTo>
                    <a:pt x="2469" y="7752"/>
                    <a:pt x="3180" y="8011"/>
                    <a:pt x="3750" y="8538"/>
                  </a:cubicBezTo>
                  <a:cubicBezTo>
                    <a:pt x="3813" y="8601"/>
                    <a:pt x="3900" y="8633"/>
                    <a:pt x="3986" y="8633"/>
                  </a:cubicBezTo>
                  <a:cubicBezTo>
                    <a:pt x="4073" y="8633"/>
                    <a:pt x="4160" y="8601"/>
                    <a:pt x="4223" y="8538"/>
                  </a:cubicBezTo>
                  <a:cubicBezTo>
                    <a:pt x="4724" y="8069"/>
                    <a:pt x="5416" y="7833"/>
                    <a:pt x="6124" y="7833"/>
                  </a:cubicBezTo>
                  <a:cubicBezTo>
                    <a:pt x="6796" y="7833"/>
                    <a:pt x="7483" y="8046"/>
                    <a:pt x="8035" y="8475"/>
                  </a:cubicBezTo>
                  <a:cubicBezTo>
                    <a:pt x="8090" y="8512"/>
                    <a:pt x="8167" y="8527"/>
                    <a:pt x="8234" y="8527"/>
                  </a:cubicBezTo>
                  <a:cubicBezTo>
                    <a:pt x="8281" y="8527"/>
                    <a:pt x="8324" y="8520"/>
                    <a:pt x="8350" y="8507"/>
                  </a:cubicBezTo>
                  <a:cubicBezTo>
                    <a:pt x="8917" y="8318"/>
                    <a:pt x="9358" y="7908"/>
                    <a:pt x="9673" y="7373"/>
                  </a:cubicBezTo>
                  <a:cubicBezTo>
                    <a:pt x="9894" y="6900"/>
                    <a:pt x="10051" y="6301"/>
                    <a:pt x="10051" y="5671"/>
                  </a:cubicBezTo>
                  <a:cubicBezTo>
                    <a:pt x="10051" y="4884"/>
                    <a:pt x="9736" y="4128"/>
                    <a:pt x="9137" y="3560"/>
                  </a:cubicBezTo>
                  <a:lnTo>
                    <a:pt x="9106" y="3529"/>
                  </a:lnTo>
                  <a:cubicBezTo>
                    <a:pt x="9137" y="3497"/>
                    <a:pt x="9200" y="3403"/>
                    <a:pt x="9200" y="3371"/>
                  </a:cubicBezTo>
                  <a:cubicBezTo>
                    <a:pt x="9515" y="3214"/>
                    <a:pt x="9736" y="2993"/>
                    <a:pt x="9894" y="2710"/>
                  </a:cubicBezTo>
                  <a:close/>
                  <a:moveTo>
                    <a:pt x="11500" y="8034"/>
                  </a:moveTo>
                  <a:lnTo>
                    <a:pt x="11500" y="11468"/>
                  </a:lnTo>
                  <a:lnTo>
                    <a:pt x="726" y="11468"/>
                  </a:lnTo>
                  <a:lnTo>
                    <a:pt x="726" y="11405"/>
                  </a:lnTo>
                  <a:lnTo>
                    <a:pt x="726" y="9672"/>
                  </a:lnTo>
                  <a:cubicBezTo>
                    <a:pt x="789" y="9641"/>
                    <a:pt x="883" y="9578"/>
                    <a:pt x="946" y="9515"/>
                  </a:cubicBezTo>
                  <a:cubicBezTo>
                    <a:pt x="1214" y="9326"/>
                    <a:pt x="1521" y="9231"/>
                    <a:pt x="1824" y="9231"/>
                  </a:cubicBezTo>
                  <a:cubicBezTo>
                    <a:pt x="2128" y="9231"/>
                    <a:pt x="2427" y="9326"/>
                    <a:pt x="2679" y="9515"/>
                  </a:cubicBezTo>
                  <a:cubicBezTo>
                    <a:pt x="3073" y="9830"/>
                    <a:pt x="3530" y="9987"/>
                    <a:pt x="3986" y="9987"/>
                  </a:cubicBezTo>
                  <a:cubicBezTo>
                    <a:pt x="4443" y="9987"/>
                    <a:pt x="4900" y="9830"/>
                    <a:pt x="5294" y="9515"/>
                  </a:cubicBezTo>
                  <a:cubicBezTo>
                    <a:pt x="5546" y="9326"/>
                    <a:pt x="5837" y="9231"/>
                    <a:pt x="6133" y="9231"/>
                  </a:cubicBezTo>
                  <a:cubicBezTo>
                    <a:pt x="6428" y="9231"/>
                    <a:pt x="6727" y="9326"/>
                    <a:pt x="6995" y="9515"/>
                  </a:cubicBezTo>
                  <a:cubicBezTo>
                    <a:pt x="7027" y="9515"/>
                    <a:pt x="7027" y="9578"/>
                    <a:pt x="7184" y="9641"/>
                  </a:cubicBezTo>
                  <a:cubicBezTo>
                    <a:pt x="7562" y="9893"/>
                    <a:pt x="8003" y="9987"/>
                    <a:pt x="8476" y="9987"/>
                  </a:cubicBezTo>
                  <a:cubicBezTo>
                    <a:pt x="9704" y="9987"/>
                    <a:pt x="10839" y="9105"/>
                    <a:pt x="11500" y="8034"/>
                  </a:cubicBezTo>
                  <a:close/>
                  <a:moveTo>
                    <a:pt x="3624" y="0"/>
                  </a:moveTo>
                  <a:cubicBezTo>
                    <a:pt x="3088" y="0"/>
                    <a:pt x="2584" y="315"/>
                    <a:pt x="2332" y="820"/>
                  </a:cubicBezTo>
                  <a:cubicBezTo>
                    <a:pt x="1828" y="1040"/>
                    <a:pt x="1513" y="1544"/>
                    <a:pt x="1513" y="2111"/>
                  </a:cubicBezTo>
                  <a:cubicBezTo>
                    <a:pt x="1513" y="2678"/>
                    <a:pt x="1828" y="3182"/>
                    <a:pt x="2332" y="3434"/>
                  </a:cubicBezTo>
                  <a:cubicBezTo>
                    <a:pt x="2584" y="3939"/>
                    <a:pt x="3057" y="4254"/>
                    <a:pt x="3624" y="4254"/>
                  </a:cubicBezTo>
                  <a:cubicBezTo>
                    <a:pt x="3876" y="4254"/>
                    <a:pt x="4160" y="4159"/>
                    <a:pt x="4349" y="4065"/>
                  </a:cubicBezTo>
                  <a:cubicBezTo>
                    <a:pt x="4380" y="4128"/>
                    <a:pt x="5042" y="4632"/>
                    <a:pt x="5042" y="5671"/>
                  </a:cubicBezTo>
                  <a:cubicBezTo>
                    <a:pt x="5042" y="6522"/>
                    <a:pt x="4538" y="7278"/>
                    <a:pt x="3750" y="7625"/>
                  </a:cubicBezTo>
                  <a:cubicBezTo>
                    <a:pt x="3164" y="7245"/>
                    <a:pt x="2502" y="7045"/>
                    <a:pt x="1837" y="7045"/>
                  </a:cubicBezTo>
                  <a:cubicBezTo>
                    <a:pt x="1287" y="7045"/>
                    <a:pt x="735" y="7182"/>
                    <a:pt x="221" y="7467"/>
                  </a:cubicBezTo>
                  <a:cubicBezTo>
                    <a:pt x="95" y="7562"/>
                    <a:pt x="1" y="7688"/>
                    <a:pt x="1" y="7782"/>
                  </a:cubicBezTo>
                  <a:lnTo>
                    <a:pt x="1" y="11815"/>
                  </a:lnTo>
                  <a:cubicBezTo>
                    <a:pt x="1" y="12004"/>
                    <a:pt x="158" y="12161"/>
                    <a:pt x="379" y="12161"/>
                  </a:cubicBezTo>
                  <a:lnTo>
                    <a:pt x="11815" y="12161"/>
                  </a:lnTo>
                  <a:cubicBezTo>
                    <a:pt x="12036" y="12161"/>
                    <a:pt x="12193" y="12004"/>
                    <a:pt x="12193" y="11815"/>
                  </a:cubicBezTo>
                  <a:lnTo>
                    <a:pt x="12193" y="5671"/>
                  </a:lnTo>
                  <a:cubicBezTo>
                    <a:pt x="12193" y="4128"/>
                    <a:pt x="11343" y="2710"/>
                    <a:pt x="10020" y="1954"/>
                  </a:cubicBezTo>
                  <a:cubicBezTo>
                    <a:pt x="9988" y="1450"/>
                    <a:pt x="9673" y="1009"/>
                    <a:pt x="9200" y="820"/>
                  </a:cubicBezTo>
                  <a:cubicBezTo>
                    <a:pt x="8948" y="315"/>
                    <a:pt x="8476" y="0"/>
                    <a:pt x="7909" y="0"/>
                  </a:cubicBezTo>
                  <a:cubicBezTo>
                    <a:pt x="7468" y="0"/>
                    <a:pt x="7121" y="189"/>
                    <a:pt x="6838" y="473"/>
                  </a:cubicBezTo>
                  <a:cubicBezTo>
                    <a:pt x="6554" y="158"/>
                    <a:pt x="6144" y="0"/>
                    <a:pt x="5766" y="0"/>
                  </a:cubicBezTo>
                  <a:cubicBezTo>
                    <a:pt x="5357" y="0"/>
                    <a:pt x="4979" y="189"/>
                    <a:pt x="4695" y="473"/>
                  </a:cubicBezTo>
                  <a:cubicBezTo>
                    <a:pt x="4412" y="158"/>
                    <a:pt x="4034" y="0"/>
                    <a:pt x="3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91" name="Google Shape;11091;p66"/>
            <p:cNvSpPr/>
            <p:nvPr/>
          </p:nvSpPr>
          <p:spPr>
            <a:xfrm>
              <a:off x="-16423275" y="2907500"/>
              <a:ext cx="35450" cy="35475"/>
            </a:xfrm>
            <a:custGeom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92" name="Google Shape;11092;p66"/>
          <p:cNvSpPr/>
          <p:nvPr/>
        </p:nvSpPr>
        <p:spPr>
          <a:xfrm>
            <a:off x="3191655" y="3447191"/>
            <a:ext cx="471432" cy="470228"/>
          </a:xfrm>
          <a:custGeom>
            <a:rect l="l" t="t" r="r" b="b"/>
            <a:pathLst>
              <a:path w="12130" h="12099" extrusionOk="0">
                <a:moveTo>
                  <a:pt x="6018" y="1072"/>
                </a:moveTo>
                <a:cubicBezTo>
                  <a:pt x="6396" y="1923"/>
                  <a:pt x="7089" y="3624"/>
                  <a:pt x="7089" y="5577"/>
                </a:cubicBezTo>
                <a:cubicBezTo>
                  <a:pt x="6869" y="6018"/>
                  <a:pt x="6680" y="6459"/>
                  <a:pt x="6522" y="6932"/>
                </a:cubicBezTo>
                <a:cubicBezTo>
                  <a:pt x="6333" y="7467"/>
                  <a:pt x="6176" y="8035"/>
                  <a:pt x="6018" y="8633"/>
                </a:cubicBezTo>
                <a:cubicBezTo>
                  <a:pt x="5892" y="8035"/>
                  <a:pt x="5703" y="7467"/>
                  <a:pt x="5514" y="6932"/>
                </a:cubicBezTo>
                <a:cubicBezTo>
                  <a:pt x="5356" y="6459"/>
                  <a:pt x="5136" y="6018"/>
                  <a:pt x="4947" y="5577"/>
                </a:cubicBezTo>
                <a:cubicBezTo>
                  <a:pt x="4978" y="3655"/>
                  <a:pt x="5608" y="1923"/>
                  <a:pt x="6018" y="1072"/>
                </a:cubicBezTo>
                <a:close/>
                <a:moveTo>
                  <a:pt x="2552" y="3183"/>
                </a:moveTo>
                <a:cubicBezTo>
                  <a:pt x="4285" y="5199"/>
                  <a:pt x="5356" y="7720"/>
                  <a:pt x="5608" y="10366"/>
                </a:cubicBezTo>
                <a:cubicBezTo>
                  <a:pt x="4947" y="9452"/>
                  <a:pt x="4411" y="9043"/>
                  <a:pt x="3529" y="8381"/>
                </a:cubicBezTo>
                <a:cubicBezTo>
                  <a:pt x="3529" y="7152"/>
                  <a:pt x="3340" y="5955"/>
                  <a:pt x="3025" y="4790"/>
                </a:cubicBezTo>
                <a:lnTo>
                  <a:pt x="2552" y="3183"/>
                </a:lnTo>
                <a:close/>
                <a:moveTo>
                  <a:pt x="9515" y="3183"/>
                </a:moveTo>
                <a:lnTo>
                  <a:pt x="9043" y="4790"/>
                </a:lnTo>
                <a:cubicBezTo>
                  <a:pt x="8727" y="5987"/>
                  <a:pt x="8538" y="7152"/>
                  <a:pt x="8538" y="8381"/>
                </a:cubicBezTo>
                <a:cubicBezTo>
                  <a:pt x="7719" y="9043"/>
                  <a:pt x="7152" y="9452"/>
                  <a:pt x="6459" y="10366"/>
                </a:cubicBezTo>
                <a:cubicBezTo>
                  <a:pt x="6711" y="7720"/>
                  <a:pt x="7782" y="5199"/>
                  <a:pt x="9515" y="3183"/>
                </a:cubicBezTo>
                <a:close/>
                <a:moveTo>
                  <a:pt x="662" y="5703"/>
                </a:moveTo>
                <a:cubicBezTo>
                  <a:pt x="1166" y="6995"/>
                  <a:pt x="2017" y="8066"/>
                  <a:pt x="3025" y="8885"/>
                </a:cubicBezTo>
                <a:cubicBezTo>
                  <a:pt x="3970" y="9641"/>
                  <a:pt x="4663" y="10145"/>
                  <a:pt x="5419" y="11374"/>
                </a:cubicBezTo>
                <a:cubicBezTo>
                  <a:pt x="2584" y="11374"/>
                  <a:pt x="662" y="9169"/>
                  <a:pt x="662" y="6680"/>
                </a:cubicBezTo>
                <a:lnTo>
                  <a:pt x="662" y="5703"/>
                </a:lnTo>
                <a:close/>
                <a:moveTo>
                  <a:pt x="11405" y="5703"/>
                </a:moveTo>
                <a:lnTo>
                  <a:pt x="11405" y="6680"/>
                </a:lnTo>
                <a:cubicBezTo>
                  <a:pt x="11405" y="9169"/>
                  <a:pt x="9484" y="11374"/>
                  <a:pt x="6648" y="11374"/>
                </a:cubicBezTo>
                <a:cubicBezTo>
                  <a:pt x="7436" y="10051"/>
                  <a:pt x="8192" y="9578"/>
                  <a:pt x="9137" y="8822"/>
                </a:cubicBezTo>
                <a:cubicBezTo>
                  <a:pt x="10145" y="8003"/>
                  <a:pt x="10901" y="6963"/>
                  <a:pt x="11405" y="5703"/>
                </a:cubicBezTo>
                <a:close/>
                <a:moveTo>
                  <a:pt x="6050" y="1"/>
                </a:moveTo>
                <a:cubicBezTo>
                  <a:pt x="5924" y="1"/>
                  <a:pt x="5829" y="64"/>
                  <a:pt x="5734" y="158"/>
                </a:cubicBezTo>
                <a:cubicBezTo>
                  <a:pt x="5734" y="190"/>
                  <a:pt x="5356" y="788"/>
                  <a:pt x="4978" y="1765"/>
                </a:cubicBezTo>
                <a:cubicBezTo>
                  <a:pt x="4758" y="2427"/>
                  <a:pt x="4474" y="3372"/>
                  <a:pt x="4317" y="4443"/>
                </a:cubicBezTo>
                <a:cubicBezTo>
                  <a:pt x="3939" y="3813"/>
                  <a:pt x="3529" y="3277"/>
                  <a:pt x="3057" y="2710"/>
                </a:cubicBezTo>
                <a:lnTo>
                  <a:pt x="2048" y="1482"/>
                </a:lnTo>
                <a:cubicBezTo>
                  <a:pt x="1966" y="1420"/>
                  <a:pt x="1871" y="1372"/>
                  <a:pt x="1771" y="1372"/>
                </a:cubicBezTo>
                <a:cubicBezTo>
                  <a:pt x="1717" y="1372"/>
                  <a:pt x="1662" y="1386"/>
                  <a:pt x="1607" y="1419"/>
                </a:cubicBezTo>
                <a:cubicBezTo>
                  <a:pt x="1450" y="1482"/>
                  <a:pt x="1355" y="1639"/>
                  <a:pt x="1450" y="1797"/>
                </a:cubicBezTo>
                <a:lnTo>
                  <a:pt x="2363" y="5010"/>
                </a:lnTo>
                <a:cubicBezTo>
                  <a:pt x="2584" y="5892"/>
                  <a:pt x="2773" y="6806"/>
                  <a:pt x="2836" y="7720"/>
                </a:cubicBezTo>
                <a:cubicBezTo>
                  <a:pt x="2206" y="7089"/>
                  <a:pt x="1733" y="6302"/>
                  <a:pt x="1355" y="5514"/>
                </a:cubicBezTo>
                <a:lnTo>
                  <a:pt x="662" y="3750"/>
                </a:lnTo>
                <a:cubicBezTo>
                  <a:pt x="568" y="3592"/>
                  <a:pt x="410" y="3498"/>
                  <a:pt x="253" y="3498"/>
                </a:cubicBezTo>
                <a:cubicBezTo>
                  <a:pt x="95" y="3529"/>
                  <a:pt x="1" y="3687"/>
                  <a:pt x="1" y="3844"/>
                </a:cubicBezTo>
                <a:lnTo>
                  <a:pt x="1" y="6680"/>
                </a:lnTo>
                <a:cubicBezTo>
                  <a:pt x="1" y="8098"/>
                  <a:pt x="536" y="9484"/>
                  <a:pt x="1576" y="10523"/>
                </a:cubicBezTo>
                <a:cubicBezTo>
                  <a:pt x="2584" y="11532"/>
                  <a:pt x="3939" y="12099"/>
                  <a:pt x="5356" y="12099"/>
                </a:cubicBezTo>
                <a:lnTo>
                  <a:pt x="6774" y="12099"/>
                </a:lnTo>
                <a:cubicBezTo>
                  <a:pt x="8192" y="12099"/>
                  <a:pt x="9547" y="11532"/>
                  <a:pt x="10555" y="10523"/>
                </a:cubicBezTo>
                <a:cubicBezTo>
                  <a:pt x="11563" y="9484"/>
                  <a:pt x="12130" y="8161"/>
                  <a:pt x="12130" y="6680"/>
                </a:cubicBezTo>
                <a:lnTo>
                  <a:pt x="12130" y="3844"/>
                </a:lnTo>
                <a:cubicBezTo>
                  <a:pt x="12130" y="3687"/>
                  <a:pt x="12004" y="3529"/>
                  <a:pt x="11846" y="3498"/>
                </a:cubicBezTo>
                <a:cubicBezTo>
                  <a:pt x="11821" y="3493"/>
                  <a:pt x="11794" y="3490"/>
                  <a:pt x="11768" y="3490"/>
                </a:cubicBezTo>
                <a:cubicBezTo>
                  <a:pt x="11631" y="3490"/>
                  <a:pt x="11490" y="3560"/>
                  <a:pt x="11437" y="3718"/>
                </a:cubicBezTo>
                <a:lnTo>
                  <a:pt x="10744" y="5514"/>
                </a:lnTo>
                <a:cubicBezTo>
                  <a:pt x="10429" y="6333"/>
                  <a:pt x="9925" y="7089"/>
                  <a:pt x="9295" y="7720"/>
                </a:cubicBezTo>
                <a:cubicBezTo>
                  <a:pt x="9358" y="6806"/>
                  <a:pt x="9515" y="5861"/>
                  <a:pt x="9767" y="4979"/>
                </a:cubicBezTo>
                <a:lnTo>
                  <a:pt x="10649" y="1797"/>
                </a:lnTo>
                <a:cubicBezTo>
                  <a:pt x="10712" y="1639"/>
                  <a:pt x="10618" y="1482"/>
                  <a:pt x="10492" y="1419"/>
                </a:cubicBezTo>
                <a:cubicBezTo>
                  <a:pt x="10454" y="1381"/>
                  <a:pt x="10398" y="1364"/>
                  <a:pt x="10337" y="1364"/>
                </a:cubicBezTo>
                <a:cubicBezTo>
                  <a:pt x="10243" y="1364"/>
                  <a:pt x="10139" y="1405"/>
                  <a:pt x="10082" y="1482"/>
                </a:cubicBezTo>
                <a:lnTo>
                  <a:pt x="9043" y="2710"/>
                </a:lnTo>
                <a:cubicBezTo>
                  <a:pt x="8570" y="3277"/>
                  <a:pt x="8129" y="3844"/>
                  <a:pt x="7782" y="4443"/>
                </a:cubicBezTo>
                <a:cubicBezTo>
                  <a:pt x="7656" y="3372"/>
                  <a:pt x="7404" y="2427"/>
                  <a:pt x="7121" y="1765"/>
                </a:cubicBezTo>
                <a:cubicBezTo>
                  <a:pt x="6774" y="788"/>
                  <a:pt x="6396" y="158"/>
                  <a:pt x="6365" y="158"/>
                </a:cubicBezTo>
                <a:cubicBezTo>
                  <a:pt x="6302" y="32"/>
                  <a:pt x="6176" y="1"/>
                  <a:pt x="60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93" name="Google Shape;11093;p66"/>
          <p:cNvSpPr/>
          <p:nvPr/>
        </p:nvSpPr>
        <p:spPr>
          <a:xfrm>
            <a:off x="3158033" y="1706376"/>
            <a:ext cx="475125" cy="438086"/>
          </a:xfrm>
          <a:custGeom>
            <a:rect l="l" t="t" r="r" b="b"/>
            <a:pathLst>
              <a:path w="12225" h="11272" extrusionOk="0">
                <a:moveTo>
                  <a:pt x="2490" y="1190"/>
                </a:moveTo>
                <a:lnTo>
                  <a:pt x="4065" y="4372"/>
                </a:lnTo>
                <a:lnTo>
                  <a:pt x="4159" y="4624"/>
                </a:lnTo>
                <a:lnTo>
                  <a:pt x="3183" y="6577"/>
                </a:lnTo>
                <a:cubicBezTo>
                  <a:pt x="3151" y="6671"/>
                  <a:pt x="3120" y="6766"/>
                  <a:pt x="3057" y="6892"/>
                </a:cubicBezTo>
                <a:cubicBezTo>
                  <a:pt x="2868" y="6923"/>
                  <a:pt x="2679" y="6986"/>
                  <a:pt x="2490" y="6986"/>
                </a:cubicBezTo>
                <a:cubicBezTo>
                  <a:pt x="1482" y="6986"/>
                  <a:pt x="662" y="6199"/>
                  <a:pt x="662" y="5191"/>
                </a:cubicBezTo>
                <a:cubicBezTo>
                  <a:pt x="662" y="4939"/>
                  <a:pt x="757" y="4655"/>
                  <a:pt x="851" y="4372"/>
                </a:cubicBezTo>
                <a:cubicBezTo>
                  <a:pt x="851" y="4372"/>
                  <a:pt x="2269" y="1568"/>
                  <a:pt x="2490" y="1190"/>
                </a:cubicBezTo>
                <a:close/>
                <a:moveTo>
                  <a:pt x="9610" y="1190"/>
                </a:moveTo>
                <a:lnTo>
                  <a:pt x="11217" y="4372"/>
                </a:lnTo>
                <a:cubicBezTo>
                  <a:pt x="11343" y="4655"/>
                  <a:pt x="11406" y="4876"/>
                  <a:pt x="11406" y="5191"/>
                </a:cubicBezTo>
                <a:cubicBezTo>
                  <a:pt x="11406" y="6136"/>
                  <a:pt x="10618" y="6986"/>
                  <a:pt x="9610" y="6986"/>
                </a:cubicBezTo>
                <a:cubicBezTo>
                  <a:pt x="9421" y="6986"/>
                  <a:pt x="9200" y="6923"/>
                  <a:pt x="9011" y="6892"/>
                </a:cubicBezTo>
                <a:cubicBezTo>
                  <a:pt x="8980" y="6766"/>
                  <a:pt x="8948" y="6703"/>
                  <a:pt x="8885" y="6577"/>
                </a:cubicBezTo>
                <a:lnTo>
                  <a:pt x="7909" y="4624"/>
                </a:lnTo>
                <a:lnTo>
                  <a:pt x="8035" y="4372"/>
                </a:lnTo>
                <a:cubicBezTo>
                  <a:pt x="8035" y="4372"/>
                  <a:pt x="9452" y="1536"/>
                  <a:pt x="9610" y="1190"/>
                </a:cubicBezTo>
                <a:close/>
                <a:moveTo>
                  <a:pt x="6050" y="2387"/>
                </a:moveTo>
                <a:lnTo>
                  <a:pt x="8255" y="6892"/>
                </a:lnTo>
                <a:cubicBezTo>
                  <a:pt x="8476" y="7238"/>
                  <a:pt x="8539" y="7648"/>
                  <a:pt x="8539" y="8026"/>
                </a:cubicBezTo>
                <a:cubicBezTo>
                  <a:pt x="8539" y="9412"/>
                  <a:pt x="7436" y="10515"/>
                  <a:pt x="6050" y="10515"/>
                </a:cubicBezTo>
                <a:cubicBezTo>
                  <a:pt x="4695" y="10515"/>
                  <a:pt x="3592" y="9412"/>
                  <a:pt x="3592" y="8026"/>
                </a:cubicBezTo>
                <a:cubicBezTo>
                  <a:pt x="3592" y="7648"/>
                  <a:pt x="3655" y="7238"/>
                  <a:pt x="3844" y="6892"/>
                </a:cubicBezTo>
                <a:lnTo>
                  <a:pt x="6050" y="2387"/>
                </a:lnTo>
                <a:close/>
                <a:moveTo>
                  <a:pt x="2521" y="0"/>
                </a:moveTo>
                <a:cubicBezTo>
                  <a:pt x="2395" y="0"/>
                  <a:pt x="2269" y="71"/>
                  <a:pt x="2206" y="213"/>
                </a:cubicBezTo>
                <a:cubicBezTo>
                  <a:pt x="2112" y="307"/>
                  <a:pt x="284" y="4025"/>
                  <a:pt x="284" y="4025"/>
                </a:cubicBezTo>
                <a:cubicBezTo>
                  <a:pt x="64" y="4372"/>
                  <a:pt x="1" y="4781"/>
                  <a:pt x="1" y="5159"/>
                </a:cubicBezTo>
                <a:cubicBezTo>
                  <a:pt x="1" y="5821"/>
                  <a:pt x="284" y="6451"/>
                  <a:pt x="757" y="6923"/>
                </a:cubicBezTo>
                <a:cubicBezTo>
                  <a:pt x="1230" y="7396"/>
                  <a:pt x="1860" y="7680"/>
                  <a:pt x="2521" y="7680"/>
                </a:cubicBezTo>
                <a:cubicBezTo>
                  <a:pt x="2647" y="7680"/>
                  <a:pt x="2742" y="7680"/>
                  <a:pt x="2899" y="7648"/>
                </a:cubicBezTo>
                <a:lnTo>
                  <a:pt x="2899" y="7648"/>
                </a:lnTo>
                <a:cubicBezTo>
                  <a:pt x="2899" y="7774"/>
                  <a:pt x="2868" y="7932"/>
                  <a:pt x="2868" y="8026"/>
                </a:cubicBezTo>
                <a:cubicBezTo>
                  <a:pt x="2868" y="9822"/>
                  <a:pt x="4348" y="11271"/>
                  <a:pt x="6113" y="11271"/>
                </a:cubicBezTo>
                <a:cubicBezTo>
                  <a:pt x="7877" y="11271"/>
                  <a:pt x="9326" y="9822"/>
                  <a:pt x="9326" y="8026"/>
                </a:cubicBezTo>
                <a:cubicBezTo>
                  <a:pt x="9326" y="7932"/>
                  <a:pt x="9326" y="7774"/>
                  <a:pt x="9295" y="7648"/>
                </a:cubicBezTo>
                <a:cubicBezTo>
                  <a:pt x="9421" y="7648"/>
                  <a:pt x="9547" y="7680"/>
                  <a:pt x="9704" y="7680"/>
                </a:cubicBezTo>
                <a:cubicBezTo>
                  <a:pt x="11059" y="7680"/>
                  <a:pt x="12225" y="6577"/>
                  <a:pt x="12225" y="5191"/>
                </a:cubicBezTo>
                <a:cubicBezTo>
                  <a:pt x="12130" y="4750"/>
                  <a:pt x="12036" y="4372"/>
                  <a:pt x="11847" y="4025"/>
                </a:cubicBezTo>
                <a:lnTo>
                  <a:pt x="9925" y="213"/>
                </a:lnTo>
                <a:cubicBezTo>
                  <a:pt x="9862" y="71"/>
                  <a:pt x="9736" y="0"/>
                  <a:pt x="9610" y="0"/>
                </a:cubicBezTo>
                <a:cubicBezTo>
                  <a:pt x="9484" y="0"/>
                  <a:pt x="9358" y="71"/>
                  <a:pt x="9295" y="213"/>
                </a:cubicBezTo>
                <a:cubicBezTo>
                  <a:pt x="8948" y="906"/>
                  <a:pt x="7530" y="3773"/>
                  <a:pt x="7530" y="3773"/>
                </a:cubicBezTo>
                <a:lnTo>
                  <a:pt x="6365" y="1473"/>
                </a:lnTo>
                <a:cubicBezTo>
                  <a:pt x="6318" y="1331"/>
                  <a:pt x="6192" y="1260"/>
                  <a:pt x="6062" y="1260"/>
                </a:cubicBezTo>
                <a:cubicBezTo>
                  <a:pt x="5932" y="1260"/>
                  <a:pt x="5798" y="1331"/>
                  <a:pt x="5735" y="1473"/>
                </a:cubicBezTo>
                <a:lnTo>
                  <a:pt x="4601" y="3773"/>
                </a:lnTo>
                <a:lnTo>
                  <a:pt x="2836" y="213"/>
                </a:lnTo>
                <a:cubicBezTo>
                  <a:pt x="2773" y="71"/>
                  <a:pt x="2647" y="0"/>
                  <a:pt x="2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094" name="Google Shape;11094;p66"/>
          <p:cNvGrpSpPr/>
          <p:nvPr/>
        </p:nvGrpSpPr>
        <p:grpSpPr>
          <a:xfrm>
            <a:off x="3156161" y="2276343"/>
            <a:ext cx="481265" cy="469917"/>
            <a:chOff x="-19802201" y="2416025"/>
            <a:chExt cx="309575" cy="302275"/>
          </a:xfrm>
        </p:grpSpPr>
        <p:sp>
          <p:nvSpPr>
            <p:cNvPr id="11095" name="Google Shape;11095;p66"/>
            <p:cNvSpPr/>
            <p:nvPr/>
          </p:nvSpPr>
          <p:spPr>
            <a:xfrm>
              <a:off x="-19602924" y="257512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96" name="Google Shape;11096;p66"/>
            <p:cNvSpPr/>
            <p:nvPr/>
          </p:nvSpPr>
          <p:spPr>
            <a:xfrm>
              <a:off x="-19710825" y="2575925"/>
              <a:ext cx="18925" cy="17350"/>
            </a:xfrm>
            <a:custGeom>
              <a:rect l="l" t="t" r="r" b="b"/>
              <a:pathLst>
                <a:path w="757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56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97" name="Google Shape;11097;p66"/>
            <p:cNvSpPr/>
            <p:nvPr/>
          </p:nvSpPr>
          <p:spPr>
            <a:xfrm>
              <a:off x="-19602924" y="2611350"/>
              <a:ext cx="35475" cy="35475"/>
            </a:xfrm>
            <a:custGeom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98" name="Google Shape;11098;p66"/>
            <p:cNvSpPr/>
            <p:nvPr/>
          </p:nvSpPr>
          <p:spPr>
            <a:xfrm>
              <a:off x="-19728149" y="2611350"/>
              <a:ext cx="35450" cy="35475"/>
            </a:xfrm>
            <a:custGeom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072"/>
                    <a:pt x="315" y="1418"/>
                    <a:pt x="725" y="1418"/>
                  </a:cubicBezTo>
                  <a:cubicBezTo>
                    <a:pt x="1103" y="1418"/>
                    <a:pt x="1418" y="1072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99" name="Google Shape;11099;p66"/>
            <p:cNvSpPr/>
            <p:nvPr/>
          </p:nvSpPr>
          <p:spPr>
            <a:xfrm>
              <a:off x="-19802201" y="2416025"/>
              <a:ext cx="309575" cy="302275"/>
            </a:xfrm>
            <a:custGeom>
              <a:rect l="l" t="t" r="r" b="b"/>
              <a:pathLst>
                <a:path w="12383" h="12091" extrusionOk="0">
                  <a:moveTo>
                    <a:pt x="6176" y="2080"/>
                  </a:moveTo>
                  <a:cubicBezTo>
                    <a:pt x="6711" y="2080"/>
                    <a:pt x="7121" y="2458"/>
                    <a:pt x="7215" y="2931"/>
                  </a:cubicBezTo>
                  <a:cubicBezTo>
                    <a:pt x="6869" y="2836"/>
                    <a:pt x="6554" y="2804"/>
                    <a:pt x="6176" y="2804"/>
                  </a:cubicBezTo>
                  <a:cubicBezTo>
                    <a:pt x="5829" y="2804"/>
                    <a:pt x="5483" y="2836"/>
                    <a:pt x="5168" y="2931"/>
                  </a:cubicBezTo>
                  <a:cubicBezTo>
                    <a:pt x="5231" y="2458"/>
                    <a:pt x="5672" y="2080"/>
                    <a:pt x="6176" y="2080"/>
                  </a:cubicBezTo>
                  <a:close/>
                  <a:moveTo>
                    <a:pt x="6176" y="3561"/>
                  </a:moveTo>
                  <a:cubicBezTo>
                    <a:pt x="6900" y="3561"/>
                    <a:pt x="7562" y="3750"/>
                    <a:pt x="8129" y="4065"/>
                  </a:cubicBezTo>
                  <a:cubicBezTo>
                    <a:pt x="7656" y="4600"/>
                    <a:pt x="6932" y="4978"/>
                    <a:pt x="6176" y="4978"/>
                  </a:cubicBezTo>
                  <a:cubicBezTo>
                    <a:pt x="5451" y="4978"/>
                    <a:pt x="4727" y="4600"/>
                    <a:pt x="4254" y="4065"/>
                  </a:cubicBezTo>
                  <a:cubicBezTo>
                    <a:pt x="4853" y="3750"/>
                    <a:pt x="5483" y="3561"/>
                    <a:pt x="6176" y="3561"/>
                  </a:cubicBezTo>
                  <a:close/>
                  <a:moveTo>
                    <a:pt x="6176" y="6932"/>
                  </a:moveTo>
                  <a:lnTo>
                    <a:pt x="7026" y="10555"/>
                  </a:lnTo>
                  <a:cubicBezTo>
                    <a:pt x="6743" y="10649"/>
                    <a:pt x="6459" y="10681"/>
                    <a:pt x="6176" y="10681"/>
                  </a:cubicBezTo>
                  <a:cubicBezTo>
                    <a:pt x="5924" y="10681"/>
                    <a:pt x="5640" y="10649"/>
                    <a:pt x="5357" y="10555"/>
                  </a:cubicBezTo>
                  <a:lnTo>
                    <a:pt x="6176" y="6932"/>
                  </a:lnTo>
                  <a:close/>
                  <a:moveTo>
                    <a:pt x="3655" y="4443"/>
                  </a:moveTo>
                  <a:cubicBezTo>
                    <a:pt x="4191" y="5073"/>
                    <a:pt x="4884" y="5514"/>
                    <a:pt x="5766" y="5640"/>
                  </a:cubicBezTo>
                  <a:lnTo>
                    <a:pt x="4538" y="11027"/>
                  </a:lnTo>
                  <a:cubicBezTo>
                    <a:pt x="3151" y="10366"/>
                    <a:pt x="2238" y="8979"/>
                    <a:pt x="2238" y="7436"/>
                  </a:cubicBezTo>
                  <a:cubicBezTo>
                    <a:pt x="2238" y="6239"/>
                    <a:pt x="2805" y="5167"/>
                    <a:pt x="3655" y="4443"/>
                  </a:cubicBezTo>
                  <a:close/>
                  <a:moveTo>
                    <a:pt x="8696" y="4443"/>
                  </a:moveTo>
                  <a:cubicBezTo>
                    <a:pt x="9578" y="5167"/>
                    <a:pt x="10114" y="6270"/>
                    <a:pt x="10114" y="7436"/>
                  </a:cubicBezTo>
                  <a:cubicBezTo>
                    <a:pt x="10082" y="8979"/>
                    <a:pt x="9232" y="10366"/>
                    <a:pt x="7846" y="11027"/>
                  </a:cubicBezTo>
                  <a:lnTo>
                    <a:pt x="6617" y="5640"/>
                  </a:lnTo>
                  <a:cubicBezTo>
                    <a:pt x="7499" y="5514"/>
                    <a:pt x="8192" y="5073"/>
                    <a:pt x="8696" y="4443"/>
                  </a:cubicBezTo>
                  <a:close/>
                  <a:moveTo>
                    <a:pt x="4727" y="1"/>
                  </a:moveTo>
                  <a:cubicBezTo>
                    <a:pt x="4538" y="1"/>
                    <a:pt x="4380" y="158"/>
                    <a:pt x="4380" y="347"/>
                  </a:cubicBezTo>
                  <a:cubicBezTo>
                    <a:pt x="4380" y="946"/>
                    <a:pt x="4664" y="1513"/>
                    <a:pt x="5073" y="1828"/>
                  </a:cubicBezTo>
                  <a:cubicBezTo>
                    <a:pt x="4664" y="2143"/>
                    <a:pt x="4380" y="2678"/>
                    <a:pt x="4380" y="3246"/>
                  </a:cubicBezTo>
                  <a:cubicBezTo>
                    <a:pt x="3592" y="3561"/>
                    <a:pt x="2931" y="4096"/>
                    <a:pt x="2395" y="4758"/>
                  </a:cubicBezTo>
                  <a:lnTo>
                    <a:pt x="1387" y="4380"/>
                  </a:lnTo>
                  <a:lnTo>
                    <a:pt x="725" y="3088"/>
                  </a:lnTo>
                  <a:cubicBezTo>
                    <a:pt x="657" y="2974"/>
                    <a:pt x="522" y="2893"/>
                    <a:pt x="393" y="2893"/>
                  </a:cubicBezTo>
                  <a:cubicBezTo>
                    <a:pt x="344" y="2893"/>
                    <a:pt x="296" y="2904"/>
                    <a:pt x="253" y="2931"/>
                  </a:cubicBezTo>
                  <a:cubicBezTo>
                    <a:pt x="95" y="2994"/>
                    <a:pt x="1" y="3246"/>
                    <a:pt x="95" y="3403"/>
                  </a:cubicBezTo>
                  <a:lnTo>
                    <a:pt x="788" y="4789"/>
                  </a:lnTo>
                  <a:cubicBezTo>
                    <a:pt x="820" y="4884"/>
                    <a:pt x="914" y="4978"/>
                    <a:pt x="977" y="4978"/>
                  </a:cubicBezTo>
                  <a:lnTo>
                    <a:pt x="2017" y="5356"/>
                  </a:lnTo>
                  <a:cubicBezTo>
                    <a:pt x="1734" y="5923"/>
                    <a:pt x="1545" y="6491"/>
                    <a:pt x="1513" y="7121"/>
                  </a:cubicBezTo>
                  <a:lnTo>
                    <a:pt x="410" y="7121"/>
                  </a:lnTo>
                  <a:cubicBezTo>
                    <a:pt x="190" y="7121"/>
                    <a:pt x="32" y="7278"/>
                    <a:pt x="32" y="7499"/>
                  </a:cubicBezTo>
                  <a:cubicBezTo>
                    <a:pt x="32" y="7688"/>
                    <a:pt x="190" y="7845"/>
                    <a:pt x="410" y="7845"/>
                  </a:cubicBezTo>
                  <a:lnTo>
                    <a:pt x="1513" y="7845"/>
                  </a:lnTo>
                  <a:cubicBezTo>
                    <a:pt x="1545" y="8475"/>
                    <a:pt x="1734" y="9074"/>
                    <a:pt x="2017" y="9610"/>
                  </a:cubicBezTo>
                  <a:lnTo>
                    <a:pt x="977" y="10019"/>
                  </a:lnTo>
                  <a:cubicBezTo>
                    <a:pt x="914" y="10051"/>
                    <a:pt x="820" y="10082"/>
                    <a:pt x="788" y="10177"/>
                  </a:cubicBezTo>
                  <a:lnTo>
                    <a:pt x="95" y="11594"/>
                  </a:lnTo>
                  <a:cubicBezTo>
                    <a:pt x="1" y="11752"/>
                    <a:pt x="95" y="11972"/>
                    <a:pt x="253" y="12067"/>
                  </a:cubicBezTo>
                  <a:cubicBezTo>
                    <a:pt x="292" y="12083"/>
                    <a:pt x="336" y="12091"/>
                    <a:pt x="380" y="12091"/>
                  </a:cubicBezTo>
                  <a:cubicBezTo>
                    <a:pt x="513" y="12091"/>
                    <a:pt x="655" y="12020"/>
                    <a:pt x="725" y="11878"/>
                  </a:cubicBezTo>
                  <a:lnTo>
                    <a:pt x="1387" y="10586"/>
                  </a:lnTo>
                  <a:lnTo>
                    <a:pt x="2395" y="10208"/>
                  </a:lnTo>
                  <a:cubicBezTo>
                    <a:pt x="2962" y="10933"/>
                    <a:pt x="3718" y="11531"/>
                    <a:pt x="4664" y="11846"/>
                  </a:cubicBezTo>
                  <a:cubicBezTo>
                    <a:pt x="4706" y="11868"/>
                    <a:pt x="4750" y="11878"/>
                    <a:pt x="4794" y="11878"/>
                  </a:cubicBezTo>
                  <a:cubicBezTo>
                    <a:pt x="4944" y="11878"/>
                    <a:pt x="5087" y="11758"/>
                    <a:pt x="5136" y="11563"/>
                  </a:cubicBezTo>
                  <a:lnTo>
                    <a:pt x="5199" y="11248"/>
                  </a:lnTo>
                  <a:cubicBezTo>
                    <a:pt x="5514" y="11342"/>
                    <a:pt x="5829" y="11374"/>
                    <a:pt x="6176" y="11374"/>
                  </a:cubicBezTo>
                  <a:cubicBezTo>
                    <a:pt x="6491" y="11374"/>
                    <a:pt x="6869" y="11342"/>
                    <a:pt x="7184" y="11248"/>
                  </a:cubicBezTo>
                  <a:lnTo>
                    <a:pt x="7247" y="11563"/>
                  </a:lnTo>
                  <a:cubicBezTo>
                    <a:pt x="7275" y="11756"/>
                    <a:pt x="7471" y="11852"/>
                    <a:pt x="7646" y="11852"/>
                  </a:cubicBezTo>
                  <a:cubicBezTo>
                    <a:pt x="7671" y="11852"/>
                    <a:pt x="7696" y="11850"/>
                    <a:pt x="7720" y="11846"/>
                  </a:cubicBezTo>
                  <a:cubicBezTo>
                    <a:pt x="8633" y="11531"/>
                    <a:pt x="9421" y="10933"/>
                    <a:pt x="9956" y="10208"/>
                  </a:cubicBezTo>
                  <a:lnTo>
                    <a:pt x="10996" y="10586"/>
                  </a:lnTo>
                  <a:lnTo>
                    <a:pt x="11658" y="11878"/>
                  </a:lnTo>
                  <a:cubicBezTo>
                    <a:pt x="11729" y="12020"/>
                    <a:pt x="11870" y="12091"/>
                    <a:pt x="12003" y="12091"/>
                  </a:cubicBezTo>
                  <a:cubicBezTo>
                    <a:pt x="12048" y="12091"/>
                    <a:pt x="12091" y="12083"/>
                    <a:pt x="12130" y="12067"/>
                  </a:cubicBezTo>
                  <a:cubicBezTo>
                    <a:pt x="12288" y="11972"/>
                    <a:pt x="12382" y="11720"/>
                    <a:pt x="12288" y="11594"/>
                  </a:cubicBezTo>
                  <a:lnTo>
                    <a:pt x="11500" y="10177"/>
                  </a:lnTo>
                  <a:cubicBezTo>
                    <a:pt x="11469" y="10082"/>
                    <a:pt x="11374" y="10019"/>
                    <a:pt x="11311" y="10019"/>
                  </a:cubicBezTo>
                  <a:lnTo>
                    <a:pt x="10271" y="9610"/>
                  </a:lnTo>
                  <a:cubicBezTo>
                    <a:pt x="10555" y="9074"/>
                    <a:pt x="10712" y="8475"/>
                    <a:pt x="10807" y="7845"/>
                  </a:cubicBezTo>
                  <a:lnTo>
                    <a:pt x="11910" y="7845"/>
                  </a:lnTo>
                  <a:cubicBezTo>
                    <a:pt x="12099" y="7845"/>
                    <a:pt x="12256" y="7688"/>
                    <a:pt x="12256" y="7499"/>
                  </a:cubicBezTo>
                  <a:cubicBezTo>
                    <a:pt x="12256" y="7278"/>
                    <a:pt x="12099" y="7121"/>
                    <a:pt x="11910" y="7121"/>
                  </a:cubicBezTo>
                  <a:lnTo>
                    <a:pt x="10807" y="7121"/>
                  </a:lnTo>
                  <a:cubicBezTo>
                    <a:pt x="10775" y="6491"/>
                    <a:pt x="10555" y="5923"/>
                    <a:pt x="10271" y="5356"/>
                  </a:cubicBezTo>
                  <a:lnTo>
                    <a:pt x="11311" y="4978"/>
                  </a:lnTo>
                  <a:cubicBezTo>
                    <a:pt x="11374" y="4915"/>
                    <a:pt x="11469" y="4884"/>
                    <a:pt x="11500" y="4789"/>
                  </a:cubicBezTo>
                  <a:lnTo>
                    <a:pt x="12225" y="3403"/>
                  </a:lnTo>
                  <a:cubicBezTo>
                    <a:pt x="12288" y="3214"/>
                    <a:pt x="12225" y="2994"/>
                    <a:pt x="12067" y="2931"/>
                  </a:cubicBezTo>
                  <a:cubicBezTo>
                    <a:pt x="12024" y="2904"/>
                    <a:pt x="11973" y="2893"/>
                    <a:pt x="11922" y="2893"/>
                  </a:cubicBezTo>
                  <a:cubicBezTo>
                    <a:pt x="11785" y="2893"/>
                    <a:pt x="11640" y="2974"/>
                    <a:pt x="11595" y="3088"/>
                  </a:cubicBezTo>
                  <a:lnTo>
                    <a:pt x="10902" y="4380"/>
                  </a:lnTo>
                  <a:lnTo>
                    <a:pt x="9893" y="4758"/>
                  </a:lnTo>
                  <a:cubicBezTo>
                    <a:pt x="9389" y="4096"/>
                    <a:pt x="8696" y="3561"/>
                    <a:pt x="7909" y="3246"/>
                  </a:cubicBezTo>
                  <a:cubicBezTo>
                    <a:pt x="7909" y="2647"/>
                    <a:pt x="7656" y="2143"/>
                    <a:pt x="7215" y="1828"/>
                  </a:cubicBezTo>
                  <a:cubicBezTo>
                    <a:pt x="7656" y="1450"/>
                    <a:pt x="7909" y="946"/>
                    <a:pt x="7909" y="347"/>
                  </a:cubicBezTo>
                  <a:cubicBezTo>
                    <a:pt x="7909" y="158"/>
                    <a:pt x="7751" y="1"/>
                    <a:pt x="7562" y="1"/>
                  </a:cubicBezTo>
                  <a:cubicBezTo>
                    <a:pt x="7373" y="1"/>
                    <a:pt x="7215" y="158"/>
                    <a:pt x="7215" y="347"/>
                  </a:cubicBezTo>
                  <a:cubicBezTo>
                    <a:pt x="7215" y="946"/>
                    <a:pt x="6743" y="1450"/>
                    <a:pt x="6144" y="1450"/>
                  </a:cubicBezTo>
                  <a:cubicBezTo>
                    <a:pt x="5546" y="1450"/>
                    <a:pt x="5073" y="946"/>
                    <a:pt x="5073" y="347"/>
                  </a:cubicBezTo>
                  <a:cubicBezTo>
                    <a:pt x="5073" y="158"/>
                    <a:pt x="4916" y="1"/>
                    <a:pt x="4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00" name="Google Shape;11100;p66"/>
          <p:cNvGrpSpPr/>
          <p:nvPr/>
        </p:nvGrpSpPr>
        <p:grpSpPr>
          <a:xfrm>
            <a:off x="3159232" y="2851506"/>
            <a:ext cx="475125" cy="472676"/>
            <a:chOff x="-19801401" y="2788575"/>
            <a:chExt cx="305625" cy="304050"/>
          </a:xfrm>
        </p:grpSpPr>
        <p:sp>
          <p:nvSpPr>
            <p:cNvPr id="11101" name="Google Shape;11101;p66"/>
            <p:cNvSpPr/>
            <p:nvPr/>
          </p:nvSpPr>
          <p:spPr>
            <a:xfrm>
              <a:off x="-19744700" y="2931925"/>
              <a:ext cx="52800" cy="18125"/>
            </a:xfrm>
            <a:custGeom>
              <a:rect l="l" t="t" r="r" b="b"/>
              <a:pathLst>
                <a:path w="2112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22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2" name="Google Shape;11102;p66"/>
            <p:cNvSpPr/>
            <p:nvPr/>
          </p:nvSpPr>
          <p:spPr>
            <a:xfrm>
              <a:off x="-19709250" y="2967350"/>
              <a:ext cx="52800" cy="18150"/>
            </a:xfrm>
            <a:custGeom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54" y="726"/>
                    <a:pt x="2111" y="568"/>
                    <a:pt x="2111" y="347"/>
                  </a:cubicBezTo>
                  <a:cubicBezTo>
                    <a:pt x="2111" y="190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3" name="Google Shape;11103;p66"/>
            <p:cNvSpPr/>
            <p:nvPr/>
          </p:nvSpPr>
          <p:spPr>
            <a:xfrm>
              <a:off x="-19638375" y="2968150"/>
              <a:ext cx="52800" cy="18150"/>
            </a:xfrm>
            <a:custGeom>
              <a:rect l="l" t="t" r="r" b="b"/>
              <a:pathLst>
                <a:path w="2112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2" y="568"/>
                    <a:pt x="2112" y="378"/>
                  </a:cubicBezTo>
                  <a:cubicBezTo>
                    <a:pt x="2112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4" name="Google Shape;11104;p66"/>
            <p:cNvSpPr/>
            <p:nvPr/>
          </p:nvSpPr>
          <p:spPr>
            <a:xfrm>
              <a:off x="-19673801" y="2931925"/>
              <a:ext cx="52775" cy="18125"/>
            </a:xfrm>
            <a:custGeom>
              <a:rect l="l" t="t" r="r" b="b"/>
              <a:pathLst>
                <a:path w="2111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64" y="725"/>
                  </a:lnTo>
                  <a:cubicBezTo>
                    <a:pt x="1953" y="725"/>
                    <a:pt x="2111" y="567"/>
                    <a:pt x="2111" y="347"/>
                  </a:cubicBezTo>
                  <a:cubicBezTo>
                    <a:pt x="2111" y="158"/>
                    <a:pt x="1953" y="0"/>
                    <a:pt x="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5" name="Google Shape;11105;p66"/>
            <p:cNvSpPr/>
            <p:nvPr/>
          </p:nvSpPr>
          <p:spPr>
            <a:xfrm>
              <a:off x="-19602924" y="2931925"/>
              <a:ext cx="52800" cy="18125"/>
            </a:xfrm>
            <a:custGeom>
              <a:rect l="l" t="t" r="r" b="b"/>
              <a:pathLst>
                <a:path w="2112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6" name="Google Shape;11106;p66"/>
            <p:cNvSpPr/>
            <p:nvPr/>
          </p:nvSpPr>
          <p:spPr>
            <a:xfrm>
              <a:off x="-19801401" y="2788575"/>
              <a:ext cx="305625" cy="304050"/>
            </a:xfrm>
            <a:custGeom>
              <a:rect l="l" t="t" r="r" b="b"/>
              <a:pathLst>
                <a:path w="12225" h="12162" extrusionOk="0">
                  <a:moveTo>
                    <a:pt x="6144" y="693"/>
                  </a:moveTo>
                  <a:cubicBezTo>
                    <a:pt x="7026" y="693"/>
                    <a:pt x="7940" y="2584"/>
                    <a:pt x="7940" y="4316"/>
                  </a:cubicBezTo>
                  <a:lnTo>
                    <a:pt x="4348" y="4316"/>
                  </a:lnTo>
                  <a:cubicBezTo>
                    <a:pt x="4348" y="2584"/>
                    <a:pt x="5293" y="693"/>
                    <a:pt x="6144" y="693"/>
                  </a:cubicBezTo>
                  <a:close/>
                  <a:moveTo>
                    <a:pt x="9677" y="1496"/>
                  </a:moveTo>
                  <a:cubicBezTo>
                    <a:pt x="9731" y="1496"/>
                    <a:pt x="9781" y="1501"/>
                    <a:pt x="9830" y="1513"/>
                  </a:cubicBezTo>
                  <a:cubicBezTo>
                    <a:pt x="10145" y="1607"/>
                    <a:pt x="10397" y="1985"/>
                    <a:pt x="10617" y="2552"/>
                  </a:cubicBezTo>
                  <a:cubicBezTo>
                    <a:pt x="10775" y="3056"/>
                    <a:pt x="10838" y="3686"/>
                    <a:pt x="10806" y="4316"/>
                  </a:cubicBezTo>
                  <a:lnTo>
                    <a:pt x="8633" y="4316"/>
                  </a:lnTo>
                  <a:cubicBezTo>
                    <a:pt x="8633" y="3686"/>
                    <a:pt x="8507" y="2993"/>
                    <a:pt x="8318" y="2300"/>
                  </a:cubicBezTo>
                  <a:cubicBezTo>
                    <a:pt x="8762" y="1800"/>
                    <a:pt x="9280" y="1496"/>
                    <a:pt x="9677" y="1496"/>
                  </a:cubicBezTo>
                  <a:close/>
                  <a:moveTo>
                    <a:pt x="2638" y="1496"/>
                  </a:moveTo>
                  <a:cubicBezTo>
                    <a:pt x="3024" y="1496"/>
                    <a:pt x="3501" y="1807"/>
                    <a:pt x="4001" y="2363"/>
                  </a:cubicBezTo>
                  <a:cubicBezTo>
                    <a:pt x="3781" y="2993"/>
                    <a:pt x="3686" y="3686"/>
                    <a:pt x="3686" y="4348"/>
                  </a:cubicBezTo>
                  <a:lnTo>
                    <a:pt x="1513" y="4348"/>
                  </a:lnTo>
                  <a:cubicBezTo>
                    <a:pt x="1481" y="3686"/>
                    <a:pt x="1544" y="3056"/>
                    <a:pt x="1702" y="2552"/>
                  </a:cubicBezTo>
                  <a:cubicBezTo>
                    <a:pt x="1891" y="1954"/>
                    <a:pt x="2174" y="1607"/>
                    <a:pt x="2489" y="1513"/>
                  </a:cubicBezTo>
                  <a:cubicBezTo>
                    <a:pt x="2537" y="1502"/>
                    <a:pt x="2587" y="1496"/>
                    <a:pt x="2638" y="1496"/>
                  </a:cubicBezTo>
                  <a:close/>
                  <a:moveTo>
                    <a:pt x="11153" y="5041"/>
                  </a:moveTo>
                  <a:cubicBezTo>
                    <a:pt x="11342" y="5041"/>
                    <a:pt x="11500" y="5199"/>
                    <a:pt x="11500" y="5388"/>
                  </a:cubicBezTo>
                  <a:cubicBezTo>
                    <a:pt x="11500" y="7152"/>
                    <a:pt x="10050" y="8601"/>
                    <a:pt x="8286" y="8601"/>
                  </a:cubicBezTo>
                  <a:lnTo>
                    <a:pt x="4001" y="8601"/>
                  </a:lnTo>
                  <a:cubicBezTo>
                    <a:pt x="2206" y="8601"/>
                    <a:pt x="756" y="7152"/>
                    <a:pt x="756" y="5388"/>
                  </a:cubicBezTo>
                  <a:cubicBezTo>
                    <a:pt x="756" y="5199"/>
                    <a:pt x="914" y="5041"/>
                    <a:pt x="1103" y="5041"/>
                  </a:cubicBezTo>
                  <a:close/>
                  <a:moveTo>
                    <a:pt x="9357" y="9326"/>
                  </a:moveTo>
                  <a:lnTo>
                    <a:pt x="9357" y="9672"/>
                  </a:lnTo>
                  <a:cubicBezTo>
                    <a:pt x="9357" y="10271"/>
                    <a:pt x="8885" y="10743"/>
                    <a:pt x="8286" y="10743"/>
                  </a:cubicBezTo>
                  <a:lnTo>
                    <a:pt x="7940" y="10743"/>
                  </a:lnTo>
                  <a:lnTo>
                    <a:pt x="7940" y="10397"/>
                  </a:lnTo>
                  <a:cubicBezTo>
                    <a:pt x="7940" y="9798"/>
                    <a:pt x="8412" y="9326"/>
                    <a:pt x="8979" y="9326"/>
                  </a:cubicBezTo>
                  <a:close/>
                  <a:moveTo>
                    <a:pt x="10050" y="9357"/>
                  </a:moveTo>
                  <a:cubicBezTo>
                    <a:pt x="10870" y="9515"/>
                    <a:pt x="11500" y="10208"/>
                    <a:pt x="11500" y="11090"/>
                  </a:cubicBezTo>
                  <a:lnTo>
                    <a:pt x="11500" y="11437"/>
                  </a:lnTo>
                  <a:lnTo>
                    <a:pt x="11153" y="11437"/>
                  </a:lnTo>
                  <a:cubicBezTo>
                    <a:pt x="10617" y="11437"/>
                    <a:pt x="10050" y="11185"/>
                    <a:pt x="9704" y="10743"/>
                  </a:cubicBezTo>
                  <a:cubicBezTo>
                    <a:pt x="9924" y="10428"/>
                    <a:pt x="10050" y="10082"/>
                    <a:pt x="10050" y="9672"/>
                  </a:cubicBezTo>
                  <a:lnTo>
                    <a:pt x="10050" y="9357"/>
                  </a:lnTo>
                  <a:close/>
                  <a:moveTo>
                    <a:pt x="6112" y="0"/>
                  </a:moveTo>
                  <a:cubicBezTo>
                    <a:pt x="5419" y="0"/>
                    <a:pt x="4789" y="536"/>
                    <a:pt x="4253" y="1513"/>
                  </a:cubicBezTo>
                  <a:cubicBezTo>
                    <a:pt x="4253" y="1576"/>
                    <a:pt x="4222" y="1576"/>
                    <a:pt x="4222" y="1607"/>
                  </a:cubicBezTo>
                  <a:cubicBezTo>
                    <a:pt x="3680" y="1065"/>
                    <a:pt x="3096" y="777"/>
                    <a:pt x="2591" y="777"/>
                  </a:cubicBezTo>
                  <a:cubicBezTo>
                    <a:pt x="2479" y="777"/>
                    <a:pt x="2371" y="791"/>
                    <a:pt x="2269" y="819"/>
                  </a:cubicBezTo>
                  <a:cubicBezTo>
                    <a:pt x="1166" y="1135"/>
                    <a:pt x="630" y="2836"/>
                    <a:pt x="725" y="4348"/>
                  </a:cubicBezTo>
                  <a:cubicBezTo>
                    <a:pt x="284" y="4506"/>
                    <a:pt x="0" y="4915"/>
                    <a:pt x="0" y="5388"/>
                  </a:cubicBezTo>
                  <a:cubicBezTo>
                    <a:pt x="0" y="7561"/>
                    <a:pt x="1796" y="9326"/>
                    <a:pt x="3938" y="9326"/>
                  </a:cubicBezTo>
                  <a:lnTo>
                    <a:pt x="7530" y="9326"/>
                  </a:lnTo>
                  <a:cubicBezTo>
                    <a:pt x="7309" y="9641"/>
                    <a:pt x="7183" y="9987"/>
                    <a:pt x="7183" y="10365"/>
                  </a:cubicBezTo>
                  <a:lnTo>
                    <a:pt x="7183" y="11090"/>
                  </a:lnTo>
                  <a:cubicBezTo>
                    <a:pt x="7183" y="11279"/>
                    <a:pt x="7341" y="11437"/>
                    <a:pt x="7530" y="11437"/>
                  </a:cubicBezTo>
                  <a:lnTo>
                    <a:pt x="8255" y="11437"/>
                  </a:lnTo>
                  <a:cubicBezTo>
                    <a:pt x="8570" y="11437"/>
                    <a:pt x="8885" y="11374"/>
                    <a:pt x="9137" y="11216"/>
                  </a:cubicBezTo>
                  <a:cubicBezTo>
                    <a:pt x="9609" y="11815"/>
                    <a:pt x="10365" y="12161"/>
                    <a:pt x="11122" y="12161"/>
                  </a:cubicBezTo>
                  <a:lnTo>
                    <a:pt x="11815" y="12161"/>
                  </a:lnTo>
                  <a:cubicBezTo>
                    <a:pt x="12035" y="12161"/>
                    <a:pt x="12193" y="12004"/>
                    <a:pt x="12193" y="11815"/>
                  </a:cubicBezTo>
                  <a:lnTo>
                    <a:pt x="12193" y="11090"/>
                  </a:lnTo>
                  <a:cubicBezTo>
                    <a:pt x="12224" y="9956"/>
                    <a:pt x="11468" y="9011"/>
                    <a:pt x="10397" y="8696"/>
                  </a:cubicBezTo>
                  <a:cubicBezTo>
                    <a:pt x="11500" y="7971"/>
                    <a:pt x="12224" y="6774"/>
                    <a:pt x="12224" y="5388"/>
                  </a:cubicBezTo>
                  <a:cubicBezTo>
                    <a:pt x="12224" y="4915"/>
                    <a:pt x="11909" y="4506"/>
                    <a:pt x="11500" y="4348"/>
                  </a:cubicBezTo>
                  <a:cubicBezTo>
                    <a:pt x="11594" y="2773"/>
                    <a:pt x="11122" y="1103"/>
                    <a:pt x="9987" y="819"/>
                  </a:cubicBezTo>
                  <a:cubicBezTo>
                    <a:pt x="9879" y="791"/>
                    <a:pt x="9767" y="777"/>
                    <a:pt x="9651" y="777"/>
                  </a:cubicBezTo>
                  <a:cubicBezTo>
                    <a:pt x="9129" y="777"/>
                    <a:pt x="8544" y="1065"/>
                    <a:pt x="8003" y="1607"/>
                  </a:cubicBezTo>
                  <a:cubicBezTo>
                    <a:pt x="8003" y="1576"/>
                    <a:pt x="7971" y="1576"/>
                    <a:pt x="7971" y="1513"/>
                  </a:cubicBezTo>
                  <a:cubicBezTo>
                    <a:pt x="7498" y="536"/>
                    <a:pt x="6837" y="0"/>
                    <a:pt x="61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07" name="Google Shape;11107;p66"/>
          <p:cNvGrpSpPr/>
          <p:nvPr/>
        </p:nvGrpSpPr>
        <p:grpSpPr>
          <a:xfrm>
            <a:off x="6114308" y="1688916"/>
            <a:ext cx="422463" cy="472676"/>
            <a:chOff x="-17903225" y="2060800"/>
            <a:chExt cx="271750" cy="304050"/>
          </a:xfrm>
        </p:grpSpPr>
        <p:sp>
          <p:nvSpPr>
            <p:cNvPr id="11108" name="Google Shape;11108;p66"/>
            <p:cNvSpPr/>
            <p:nvPr/>
          </p:nvSpPr>
          <p:spPr>
            <a:xfrm>
              <a:off x="-17722875" y="2204150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6" y="568"/>
                    <a:pt x="726" y="379"/>
                  </a:cubicBezTo>
                  <a:cubicBezTo>
                    <a:pt x="726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9" name="Google Shape;11109;p66"/>
            <p:cNvSpPr/>
            <p:nvPr/>
          </p:nvSpPr>
          <p:spPr>
            <a:xfrm>
              <a:off x="-17829200" y="2204150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10" name="Google Shape;11110;p66"/>
            <p:cNvSpPr/>
            <p:nvPr/>
          </p:nvSpPr>
          <p:spPr>
            <a:xfrm>
              <a:off x="-17903225" y="2060800"/>
              <a:ext cx="271750" cy="304050"/>
            </a:xfrm>
            <a:custGeom>
              <a:rect l="l" t="t" r="r" b="b"/>
              <a:pathLst>
                <a:path w="10870" h="12162" extrusionOk="0">
                  <a:moveTo>
                    <a:pt x="1040" y="694"/>
                  </a:moveTo>
                  <a:cubicBezTo>
                    <a:pt x="1891" y="694"/>
                    <a:pt x="2615" y="1293"/>
                    <a:pt x="2773" y="2112"/>
                  </a:cubicBezTo>
                  <a:cubicBezTo>
                    <a:pt x="2552" y="2364"/>
                    <a:pt x="2332" y="2679"/>
                    <a:pt x="2143" y="2994"/>
                  </a:cubicBezTo>
                  <a:lnTo>
                    <a:pt x="1040" y="694"/>
                  </a:lnTo>
                  <a:close/>
                  <a:moveTo>
                    <a:pt x="9861" y="694"/>
                  </a:moveTo>
                  <a:lnTo>
                    <a:pt x="8727" y="2994"/>
                  </a:lnTo>
                  <a:cubicBezTo>
                    <a:pt x="8507" y="2679"/>
                    <a:pt x="8318" y="2395"/>
                    <a:pt x="8097" y="2112"/>
                  </a:cubicBezTo>
                  <a:cubicBezTo>
                    <a:pt x="8255" y="1293"/>
                    <a:pt x="8979" y="694"/>
                    <a:pt x="9830" y="694"/>
                  </a:cubicBezTo>
                  <a:close/>
                  <a:moveTo>
                    <a:pt x="5451" y="1419"/>
                  </a:moveTo>
                  <a:cubicBezTo>
                    <a:pt x="6144" y="1419"/>
                    <a:pt x="6900" y="1860"/>
                    <a:pt x="7561" y="2584"/>
                  </a:cubicBezTo>
                  <a:lnTo>
                    <a:pt x="6994" y="2994"/>
                  </a:lnTo>
                  <a:cubicBezTo>
                    <a:pt x="6270" y="3466"/>
                    <a:pt x="5829" y="4254"/>
                    <a:pt x="5829" y="5136"/>
                  </a:cubicBezTo>
                  <a:lnTo>
                    <a:pt x="5829" y="6522"/>
                  </a:lnTo>
                  <a:cubicBezTo>
                    <a:pt x="5734" y="6491"/>
                    <a:pt x="5608" y="6491"/>
                    <a:pt x="5482" y="6491"/>
                  </a:cubicBezTo>
                  <a:cubicBezTo>
                    <a:pt x="5356" y="6491"/>
                    <a:pt x="5199" y="6522"/>
                    <a:pt x="5104" y="6554"/>
                  </a:cubicBezTo>
                  <a:lnTo>
                    <a:pt x="5104" y="5199"/>
                  </a:lnTo>
                  <a:cubicBezTo>
                    <a:pt x="5104" y="4317"/>
                    <a:pt x="4663" y="3498"/>
                    <a:pt x="3938" y="3025"/>
                  </a:cubicBezTo>
                  <a:lnTo>
                    <a:pt x="3371" y="2616"/>
                  </a:lnTo>
                  <a:cubicBezTo>
                    <a:pt x="4001" y="1797"/>
                    <a:pt x="4726" y="1419"/>
                    <a:pt x="5451" y="1419"/>
                  </a:cubicBezTo>
                  <a:close/>
                  <a:moveTo>
                    <a:pt x="5451" y="7152"/>
                  </a:moveTo>
                  <a:cubicBezTo>
                    <a:pt x="5608" y="7152"/>
                    <a:pt x="5734" y="7279"/>
                    <a:pt x="5797" y="7405"/>
                  </a:cubicBezTo>
                  <a:lnTo>
                    <a:pt x="5797" y="7562"/>
                  </a:lnTo>
                  <a:cubicBezTo>
                    <a:pt x="5766" y="7625"/>
                    <a:pt x="5608" y="7751"/>
                    <a:pt x="5451" y="7846"/>
                  </a:cubicBezTo>
                  <a:cubicBezTo>
                    <a:pt x="5262" y="7720"/>
                    <a:pt x="5104" y="7594"/>
                    <a:pt x="5104" y="7499"/>
                  </a:cubicBezTo>
                  <a:cubicBezTo>
                    <a:pt x="5104" y="7310"/>
                    <a:pt x="5262" y="7152"/>
                    <a:pt x="5451" y="7152"/>
                  </a:cubicBezTo>
                  <a:close/>
                  <a:moveTo>
                    <a:pt x="2899" y="3151"/>
                  </a:moveTo>
                  <a:lnTo>
                    <a:pt x="3560" y="3561"/>
                  </a:lnTo>
                  <a:cubicBezTo>
                    <a:pt x="4064" y="3907"/>
                    <a:pt x="4379" y="4538"/>
                    <a:pt x="4379" y="5105"/>
                  </a:cubicBezTo>
                  <a:lnTo>
                    <a:pt x="4379" y="7499"/>
                  </a:lnTo>
                  <a:cubicBezTo>
                    <a:pt x="4379" y="7562"/>
                    <a:pt x="4379" y="7625"/>
                    <a:pt x="4411" y="7688"/>
                  </a:cubicBezTo>
                  <a:cubicBezTo>
                    <a:pt x="4505" y="8035"/>
                    <a:pt x="4852" y="8287"/>
                    <a:pt x="5104" y="8413"/>
                  </a:cubicBezTo>
                  <a:lnTo>
                    <a:pt x="5104" y="8948"/>
                  </a:lnTo>
                  <a:lnTo>
                    <a:pt x="5104" y="8980"/>
                  </a:lnTo>
                  <a:cubicBezTo>
                    <a:pt x="5059" y="9813"/>
                    <a:pt x="4353" y="10357"/>
                    <a:pt x="3575" y="10357"/>
                  </a:cubicBezTo>
                  <a:cubicBezTo>
                    <a:pt x="3264" y="10357"/>
                    <a:pt x="2943" y="10271"/>
                    <a:pt x="2647" y="10082"/>
                  </a:cubicBezTo>
                  <a:cubicBezTo>
                    <a:pt x="1859" y="9547"/>
                    <a:pt x="1512" y="8728"/>
                    <a:pt x="1512" y="7499"/>
                  </a:cubicBezTo>
                  <a:cubicBezTo>
                    <a:pt x="1512" y="6144"/>
                    <a:pt x="2017" y="4443"/>
                    <a:pt x="2899" y="3151"/>
                  </a:cubicBezTo>
                  <a:close/>
                  <a:moveTo>
                    <a:pt x="8066" y="3151"/>
                  </a:moveTo>
                  <a:cubicBezTo>
                    <a:pt x="8916" y="4412"/>
                    <a:pt x="9420" y="6144"/>
                    <a:pt x="9420" y="7499"/>
                  </a:cubicBezTo>
                  <a:cubicBezTo>
                    <a:pt x="9389" y="8696"/>
                    <a:pt x="8979" y="9578"/>
                    <a:pt x="8192" y="10082"/>
                  </a:cubicBezTo>
                  <a:cubicBezTo>
                    <a:pt x="7913" y="10271"/>
                    <a:pt x="7599" y="10357"/>
                    <a:pt x="7293" y="10357"/>
                  </a:cubicBezTo>
                  <a:cubicBezTo>
                    <a:pt x="6522" y="10357"/>
                    <a:pt x="5797" y="9813"/>
                    <a:pt x="5797" y="8980"/>
                  </a:cubicBezTo>
                  <a:lnTo>
                    <a:pt x="5797" y="8917"/>
                  </a:lnTo>
                  <a:lnTo>
                    <a:pt x="5797" y="8476"/>
                  </a:lnTo>
                  <a:cubicBezTo>
                    <a:pt x="6175" y="8255"/>
                    <a:pt x="6553" y="7940"/>
                    <a:pt x="6553" y="7499"/>
                  </a:cubicBezTo>
                  <a:lnTo>
                    <a:pt x="6553" y="7310"/>
                  </a:lnTo>
                  <a:lnTo>
                    <a:pt x="6553" y="5105"/>
                  </a:lnTo>
                  <a:cubicBezTo>
                    <a:pt x="6553" y="4475"/>
                    <a:pt x="6868" y="3907"/>
                    <a:pt x="7372" y="3561"/>
                  </a:cubicBezTo>
                  <a:lnTo>
                    <a:pt x="8066" y="3151"/>
                  </a:lnTo>
                  <a:close/>
                  <a:moveTo>
                    <a:pt x="5451" y="10145"/>
                  </a:moveTo>
                  <a:cubicBezTo>
                    <a:pt x="5577" y="10303"/>
                    <a:pt x="5671" y="10429"/>
                    <a:pt x="5797" y="10555"/>
                  </a:cubicBezTo>
                  <a:lnTo>
                    <a:pt x="5797" y="11437"/>
                  </a:lnTo>
                  <a:lnTo>
                    <a:pt x="5104" y="11437"/>
                  </a:lnTo>
                  <a:lnTo>
                    <a:pt x="5104" y="10555"/>
                  </a:lnTo>
                  <a:cubicBezTo>
                    <a:pt x="5199" y="10429"/>
                    <a:pt x="5356" y="10303"/>
                    <a:pt x="5451" y="10145"/>
                  </a:cubicBezTo>
                  <a:close/>
                  <a:moveTo>
                    <a:pt x="441" y="1"/>
                  </a:moveTo>
                  <a:cubicBezTo>
                    <a:pt x="158" y="1"/>
                    <a:pt x="0" y="284"/>
                    <a:pt x="126" y="505"/>
                  </a:cubicBezTo>
                  <a:lnTo>
                    <a:pt x="1733" y="3750"/>
                  </a:lnTo>
                  <a:cubicBezTo>
                    <a:pt x="1166" y="4947"/>
                    <a:pt x="788" y="6302"/>
                    <a:pt x="788" y="7499"/>
                  </a:cubicBezTo>
                  <a:cubicBezTo>
                    <a:pt x="788" y="8917"/>
                    <a:pt x="1260" y="9988"/>
                    <a:pt x="2269" y="10650"/>
                  </a:cubicBezTo>
                  <a:cubicBezTo>
                    <a:pt x="2670" y="10930"/>
                    <a:pt x="3134" y="11071"/>
                    <a:pt x="3598" y="11071"/>
                  </a:cubicBezTo>
                  <a:cubicBezTo>
                    <a:pt x="3863" y="11071"/>
                    <a:pt x="4127" y="11025"/>
                    <a:pt x="4379" y="10933"/>
                  </a:cubicBezTo>
                  <a:lnTo>
                    <a:pt x="4379" y="11815"/>
                  </a:lnTo>
                  <a:cubicBezTo>
                    <a:pt x="4379" y="12004"/>
                    <a:pt x="4537" y="12162"/>
                    <a:pt x="4726" y="12162"/>
                  </a:cubicBezTo>
                  <a:lnTo>
                    <a:pt x="6144" y="12162"/>
                  </a:lnTo>
                  <a:cubicBezTo>
                    <a:pt x="6364" y="12162"/>
                    <a:pt x="6522" y="12004"/>
                    <a:pt x="6522" y="11815"/>
                  </a:cubicBezTo>
                  <a:lnTo>
                    <a:pt x="6522" y="10933"/>
                  </a:lnTo>
                  <a:cubicBezTo>
                    <a:pt x="6774" y="11025"/>
                    <a:pt x="7038" y="11071"/>
                    <a:pt x="7303" y="11071"/>
                  </a:cubicBezTo>
                  <a:cubicBezTo>
                    <a:pt x="7767" y="11071"/>
                    <a:pt x="8232" y="10930"/>
                    <a:pt x="8633" y="10650"/>
                  </a:cubicBezTo>
                  <a:cubicBezTo>
                    <a:pt x="9641" y="9988"/>
                    <a:pt x="10113" y="8917"/>
                    <a:pt x="10113" y="7499"/>
                  </a:cubicBezTo>
                  <a:cubicBezTo>
                    <a:pt x="10113" y="6302"/>
                    <a:pt x="9735" y="4916"/>
                    <a:pt x="9137" y="3750"/>
                  </a:cubicBezTo>
                  <a:lnTo>
                    <a:pt x="10775" y="505"/>
                  </a:lnTo>
                  <a:cubicBezTo>
                    <a:pt x="10869" y="284"/>
                    <a:pt x="10680" y="1"/>
                    <a:pt x="10460" y="1"/>
                  </a:cubicBezTo>
                  <a:lnTo>
                    <a:pt x="9861" y="1"/>
                  </a:lnTo>
                  <a:cubicBezTo>
                    <a:pt x="8853" y="1"/>
                    <a:pt x="7940" y="631"/>
                    <a:pt x="7530" y="1576"/>
                  </a:cubicBezTo>
                  <a:cubicBezTo>
                    <a:pt x="7467" y="1545"/>
                    <a:pt x="7404" y="1450"/>
                    <a:pt x="7341" y="1419"/>
                  </a:cubicBezTo>
                  <a:cubicBezTo>
                    <a:pt x="6742" y="946"/>
                    <a:pt x="6112" y="694"/>
                    <a:pt x="5451" y="694"/>
                  </a:cubicBezTo>
                  <a:cubicBezTo>
                    <a:pt x="4663" y="694"/>
                    <a:pt x="3938" y="1072"/>
                    <a:pt x="3371" y="1576"/>
                  </a:cubicBezTo>
                  <a:cubicBezTo>
                    <a:pt x="2993" y="631"/>
                    <a:pt x="2111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11" name="Google Shape;11111;p66"/>
          <p:cNvGrpSpPr/>
          <p:nvPr/>
        </p:nvGrpSpPr>
        <p:grpSpPr>
          <a:xfrm>
            <a:off x="6088599" y="2274962"/>
            <a:ext cx="473881" cy="472676"/>
            <a:chOff x="-17918974" y="2435725"/>
            <a:chExt cx="304825" cy="304050"/>
          </a:xfrm>
        </p:grpSpPr>
        <p:sp>
          <p:nvSpPr>
            <p:cNvPr id="11112" name="Google Shape;11112;p66"/>
            <p:cNvSpPr/>
            <p:nvPr/>
          </p:nvSpPr>
          <p:spPr>
            <a:xfrm>
              <a:off x="-17918974" y="2435725"/>
              <a:ext cx="304825" cy="304050"/>
            </a:xfrm>
            <a:custGeom>
              <a:rect l="l" t="t" r="r" b="b"/>
              <a:pathLst>
                <a:path w="12193" h="12162" extrusionOk="0">
                  <a:moveTo>
                    <a:pt x="1040" y="662"/>
                  </a:moveTo>
                  <a:cubicBezTo>
                    <a:pt x="1229" y="662"/>
                    <a:pt x="1386" y="819"/>
                    <a:pt x="1386" y="1040"/>
                  </a:cubicBezTo>
                  <a:cubicBezTo>
                    <a:pt x="1386" y="1229"/>
                    <a:pt x="1229" y="1386"/>
                    <a:pt x="1040" y="1386"/>
                  </a:cubicBezTo>
                  <a:cubicBezTo>
                    <a:pt x="851" y="1386"/>
                    <a:pt x="693" y="1229"/>
                    <a:pt x="693" y="1040"/>
                  </a:cubicBezTo>
                  <a:cubicBezTo>
                    <a:pt x="693" y="819"/>
                    <a:pt x="851" y="662"/>
                    <a:pt x="1040" y="662"/>
                  </a:cubicBezTo>
                  <a:close/>
                  <a:moveTo>
                    <a:pt x="3907" y="662"/>
                  </a:moveTo>
                  <a:cubicBezTo>
                    <a:pt x="4096" y="662"/>
                    <a:pt x="4253" y="819"/>
                    <a:pt x="4253" y="1040"/>
                  </a:cubicBezTo>
                  <a:cubicBezTo>
                    <a:pt x="4253" y="1229"/>
                    <a:pt x="4096" y="1386"/>
                    <a:pt x="3907" y="1386"/>
                  </a:cubicBezTo>
                  <a:cubicBezTo>
                    <a:pt x="3718" y="1386"/>
                    <a:pt x="3560" y="1229"/>
                    <a:pt x="3560" y="1040"/>
                  </a:cubicBezTo>
                  <a:cubicBezTo>
                    <a:pt x="3560" y="819"/>
                    <a:pt x="3718" y="662"/>
                    <a:pt x="3907" y="662"/>
                  </a:cubicBezTo>
                  <a:close/>
                  <a:moveTo>
                    <a:pt x="7828" y="2853"/>
                  </a:moveTo>
                  <a:cubicBezTo>
                    <a:pt x="9848" y="2853"/>
                    <a:pt x="11436" y="4484"/>
                    <a:pt x="11436" y="6427"/>
                  </a:cubicBezTo>
                  <a:lnTo>
                    <a:pt x="11436" y="6774"/>
                  </a:lnTo>
                  <a:cubicBezTo>
                    <a:pt x="11436" y="8538"/>
                    <a:pt x="9987" y="10019"/>
                    <a:pt x="8191" y="10019"/>
                  </a:cubicBezTo>
                  <a:cubicBezTo>
                    <a:pt x="6837" y="10019"/>
                    <a:pt x="5671" y="8916"/>
                    <a:pt x="5671" y="7530"/>
                  </a:cubicBezTo>
                  <a:lnTo>
                    <a:pt x="5671" y="6931"/>
                  </a:lnTo>
                  <a:cubicBezTo>
                    <a:pt x="5671" y="5955"/>
                    <a:pt x="6427" y="5072"/>
                    <a:pt x="7372" y="5041"/>
                  </a:cubicBezTo>
                  <a:cubicBezTo>
                    <a:pt x="7392" y="5040"/>
                    <a:pt x="7413" y="5040"/>
                    <a:pt x="7433" y="5040"/>
                  </a:cubicBezTo>
                  <a:cubicBezTo>
                    <a:pt x="8445" y="5040"/>
                    <a:pt x="9263" y="5817"/>
                    <a:pt x="9263" y="6805"/>
                  </a:cubicBezTo>
                  <a:lnTo>
                    <a:pt x="9263" y="7152"/>
                  </a:lnTo>
                  <a:cubicBezTo>
                    <a:pt x="9263" y="7561"/>
                    <a:pt x="8948" y="7876"/>
                    <a:pt x="8570" y="7876"/>
                  </a:cubicBezTo>
                  <a:cubicBezTo>
                    <a:pt x="8160" y="7876"/>
                    <a:pt x="7845" y="7561"/>
                    <a:pt x="7845" y="7152"/>
                  </a:cubicBezTo>
                  <a:lnTo>
                    <a:pt x="7845" y="6805"/>
                  </a:lnTo>
                  <a:cubicBezTo>
                    <a:pt x="7845" y="6616"/>
                    <a:pt x="7687" y="6459"/>
                    <a:pt x="7498" y="6459"/>
                  </a:cubicBezTo>
                  <a:cubicBezTo>
                    <a:pt x="7309" y="6459"/>
                    <a:pt x="7152" y="6616"/>
                    <a:pt x="7152" y="6805"/>
                  </a:cubicBezTo>
                  <a:lnTo>
                    <a:pt x="7152" y="7152"/>
                  </a:lnTo>
                  <a:cubicBezTo>
                    <a:pt x="7152" y="7939"/>
                    <a:pt x="7782" y="8569"/>
                    <a:pt x="8570" y="8569"/>
                  </a:cubicBezTo>
                  <a:cubicBezTo>
                    <a:pt x="9357" y="8569"/>
                    <a:pt x="9987" y="7939"/>
                    <a:pt x="9987" y="7152"/>
                  </a:cubicBezTo>
                  <a:lnTo>
                    <a:pt x="9987" y="6805"/>
                  </a:lnTo>
                  <a:cubicBezTo>
                    <a:pt x="9987" y="5425"/>
                    <a:pt x="8853" y="4314"/>
                    <a:pt x="7456" y="4314"/>
                  </a:cubicBezTo>
                  <a:cubicBezTo>
                    <a:pt x="7418" y="4314"/>
                    <a:pt x="7379" y="4315"/>
                    <a:pt x="7341" y="4316"/>
                  </a:cubicBezTo>
                  <a:cubicBezTo>
                    <a:pt x="5986" y="4411"/>
                    <a:pt x="4946" y="5577"/>
                    <a:pt x="4946" y="6931"/>
                  </a:cubicBezTo>
                  <a:lnTo>
                    <a:pt x="4946" y="7530"/>
                  </a:lnTo>
                  <a:cubicBezTo>
                    <a:pt x="4946" y="8191"/>
                    <a:pt x="5135" y="8790"/>
                    <a:pt x="5482" y="9294"/>
                  </a:cubicBezTo>
                  <a:lnTo>
                    <a:pt x="5293" y="9294"/>
                  </a:lnTo>
                  <a:cubicBezTo>
                    <a:pt x="4694" y="9294"/>
                    <a:pt x="4222" y="8822"/>
                    <a:pt x="4222" y="8223"/>
                  </a:cubicBezTo>
                  <a:lnTo>
                    <a:pt x="4222" y="6616"/>
                  </a:lnTo>
                  <a:cubicBezTo>
                    <a:pt x="4253" y="4663"/>
                    <a:pt x="5671" y="3025"/>
                    <a:pt x="7498" y="2867"/>
                  </a:cubicBezTo>
                  <a:cubicBezTo>
                    <a:pt x="7609" y="2857"/>
                    <a:pt x="7719" y="2853"/>
                    <a:pt x="7828" y="2853"/>
                  </a:cubicBezTo>
                  <a:close/>
                  <a:moveTo>
                    <a:pt x="2518" y="4236"/>
                  </a:moveTo>
                  <a:cubicBezTo>
                    <a:pt x="3101" y="4236"/>
                    <a:pt x="3592" y="4754"/>
                    <a:pt x="3592" y="5324"/>
                  </a:cubicBezTo>
                  <a:lnTo>
                    <a:pt x="3592" y="8160"/>
                  </a:lnTo>
                  <a:cubicBezTo>
                    <a:pt x="3592" y="9137"/>
                    <a:pt x="4379" y="9924"/>
                    <a:pt x="5356" y="9924"/>
                  </a:cubicBezTo>
                  <a:lnTo>
                    <a:pt x="6207" y="9924"/>
                  </a:lnTo>
                  <a:cubicBezTo>
                    <a:pt x="6742" y="10365"/>
                    <a:pt x="7467" y="10617"/>
                    <a:pt x="8254" y="10617"/>
                  </a:cubicBezTo>
                  <a:cubicBezTo>
                    <a:pt x="9011" y="10617"/>
                    <a:pt x="9704" y="10428"/>
                    <a:pt x="10334" y="10050"/>
                  </a:cubicBezTo>
                  <a:cubicBezTo>
                    <a:pt x="10838" y="10334"/>
                    <a:pt x="11279" y="10838"/>
                    <a:pt x="11405" y="11436"/>
                  </a:cubicBezTo>
                  <a:lnTo>
                    <a:pt x="3907" y="11436"/>
                  </a:lnTo>
                  <a:cubicBezTo>
                    <a:pt x="2521" y="11436"/>
                    <a:pt x="1418" y="10271"/>
                    <a:pt x="1418" y="8916"/>
                  </a:cubicBezTo>
                  <a:lnTo>
                    <a:pt x="1418" y="5388"/>
                  </a:lnTo>
                  <a:cubicBezTo>
                    <a:pt x="1418" y="4852"/>
                    <a:pt x="1827" y="4348"/>
                    <a:pt x="2332" y="4253"/>
                  </a:cubicBezTo>
                  <a:cubicBezTo>
                    <a:pt x="2394" y="4241"/>
                    <a:pt x="2457" y="4236"/>
                    <a:pt x="2518" y="4236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52"/>
                    <a:pt x="504" y="2144"/>
                    <a:pt x="1052" y="2144"/>
                  </a:cubicBezTo>
                  <a:cubicBezTo>
                    <a:pt x="1069" y="2144"/>
                    <a:pt x="1086" y="2143"/>
                    <a:pt x="1103" y="2143"/>
                  </a:cubicBezTo>
                  <a:lnTo>
                    <a:pt x="1733" y="3749"/>
                  </a:lnTo>
                  <a:cubicBezTo>
                    <a:pt x="1103" y="4001"/>
                    <a:pt x="725" y="4694"/>
                    <a:pt x="725" y="5451"/>
                  </a:cubicBezTo>
                  <a:lnTo>
                    <a:pt x="725" y="8948"/>
                  </a:lnTo>
                  <a:cubicBezTo>
                    <a:pt x="725" y="10712"/>
                    <a:pt x="2174" y="12161"/>
                    <a:pt x="3938" y="12161"/>
                  </a:cubicBezTo>
                  <a:lnTo>
                    <a:pt x="11815" y="12161"/>
                  </a:lnTo>
                  <a:cubicBezTo>
                    <a:pt x="12035" y="12161"/>
                    <a:pt x="12193" y="12004"/>
                    <a:pt x="12193" y="11814"/>
                  </a:cubicBezTo>
                  <a:cubicBezTo>
                    <a:pt x="12193" y="11279"/>
                    <a:pt x="11972" y="10712"/>
                    <a:pt x="11657" y="10271"/>
                  </a:cubicBezTo>
                  <a:cubicBezTo>
                    <a:pt x="11468" y="10019"/>
                    <a:pt x="11247" y="9798"/>
                    <a:pt x="10964" y="9641"/>
                  </a:cubicBezTo>
                  <a:cubicBezTo>
                    <a:pt x="11657" y="8916"/>
                    <a:pt x="12193" y="7876"/>
                    <a:pt x="12193" y="6774"/>
                  </a:cubicBezTo>
                  <a:lnTo>
                    <a:pt x="12193" y="6427"/>
                  </a:lnTo>
                  <a:cubicBezTo>
                    <a:pt x="12193" y="4080"/>
                    <a:pt x="10259" y="2153"/>
                    <a:pt x="7898" y="2153"/>
                  </a:cubicBezTo>
                  <a:cubicBezTo>
                    <a:pt x="7756" y="2153"/>
                    <a:pt x="7612" y="2160"/>
                    <a:pt x="7467" y="2174"/>
                  </a:cubicBezTo>
                  <a:cubicBezTo>
                    <a:pt x="5986" y="2332"/>
                    <a:pt x="4726" y="3214"/>
                    <a:pt x="4064" y="4537"/>
                  </a:cubicBezTo>
                  <a:cubicBezTo>
                    <a:pt x="3875" y="4190"/>
                    <a:pt x="3592" y="3907"/>
                    <a:pt x="3245" y="3749"/>
                  </a:cubicBezTo>
                  <a:lnTo>
                    <a:pt x="3875" y="2143"/>
                  </a:lnTo>
                  <a:lnTo>
                    <a:pt x="3907" y="2143"/>
                  </a:lnTo>
                  <a:cubicBezTo>
                    <a:pt x="4505" y="2143"/>
                    <a:pt x="4978" y="1670"/>
                    <a:pt x="4978" y="1071"/>
                  </a:cubicBezTo>
                  <a:cubicBezTo>
                    <a:pt x="4978" y="473"/>
                    <a:pt x="4505" y="0"/>
                    <a:pt x="3907" y="0"/>
                  </a:cubicBezTo>
                  <a:cubicBezTo>
                    <a:pt x="3308" y="0"/>
                    <a:pt x="2836" y="473"/>
                    <a:pt x="2836" y="1071"/>
                  </a:cubicBezTo>
                  <a:cubicBezTo>
                    <a:pt x="2836" y="1386"/>
                    <a:pt x="2993" y="1670"/>
                    <a:pt x="3214" y="1859"/>
                  </a:cubicBezTo>
                  <a:lnTo>
                    <a:pt x="2521" y="3592"/>
                  </a:lnTo>
                  <a:lnTo>
                    <a:pt x="2458" y="3592"/>
                  </a:lnTo>
                  <a:lnTo>
                    <a:pt x="1796" y="1859"/>
                  </a:lnTo>
                  <a:cubicBezTo>
                    <a:pt x="2016" y="1670"/>
                    <a:pt x="2142" y="1386"/>
                    <a:pt x="2142" y="1071"/>
                  </a:cubicBezTo>
                  <a:cubicBezTo>
                    <a:pt x="2142" y="473"/>
                    <a:pt x="167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13" name="Google Shape;11113;p66"/>
            <p:cNvSpPr/>
            <p:nvPr/>
          </p:nvSpPr>
          <p:spPr>
            <a:xfrm>
              <a:off x="-17865424" y="2560150"/>
              <a:ext cx="17350" cy="17375"/>
            </a:xfrm>
            <a:custGeom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14" name="Google Shape;11114;p66"/>
          <p:cNvGrpSpPr/>
          <p:nvPr/>
        </p:nvGrpSpPr>
        <p:grpSpPr>
          <a:xfrm>
            <a:off x="6117359" y="2852729"/>
            <a:ext cx="416361" cy="470228"/>
            <a:chOff x="-17899300" y="2810625"/>
            <a:chExt cx="267825" cy="302475"/>
          </a:xfrm>
        </p:grpSpPr>
        <p:sp>
          <p:nvSpPr>
            <p:cNvPr id="11115" name="Google Shape;11115;p66"/>
            <p:cNvSpPr/>
            <p:nvPr/>
          </p:nvSpPr>
          <p:spPr>
            <a:xfrm>
              <a:off x="-17899300" y="2810625"/>
              <a:ext cx="267825" cy="302475"/>
            </a:xfrm>
            <a:custGeom>
              <a:rect l="l" t="t" r="r" b="b"/>
              <a:pathLst>
                <a:path w="10713" h="12099" extrusionOk="0">
                  <a:moveTo>
                    <a:pt x="1009" y="4978"/>
                  </a:moveTo>
                  <a:cubicBezTo>
                    <a:pt x="1482" y="4978"/>
                    <a:pt x="1860" y="5293"/>
                    <a:pt x="2017" y="5671"/>
                  </a:cubicBezTo>
                  <a:lnTo>
                    <a:pt x="1702" y="5671"/>
                  </a:lnTo>
                  <a:cubicBezTo>
                    <a:pt x="1229" y="5671"/>
                    <a:pt x="851" y="5356"/>
                    <a:pt x="694" y="4978"/>
                  </a:cubicBezTo>
                  <a:close/>
                  <a:moveTo>
                    <a:pt x="9862" y="4978"/>
                  </a:moveTo>
                  <a:cubicBezTo>
                    <a:pt x="9704" y="5356"/>
                    <a:pt x="9295" y="5671"/>
                    <a:pt x="8822" y="5671"/>
                  </a:cubicBezTo>
                  <a:lnTo>
                    <a:pt x="8507" y="5671"/>
                  </a:lnTo>
                  <a:cubicBezTo>
                    <a:pt x="8696" y="5262"/>
                    <a:pt x="9074" y="4978"/>
                    <a:pt x="9547" y="4978"/>
                  </a:cubicBezTo>
                  <a:close/>
                  <a:moveTo>
                    <a:pt x="5294" y="7845"/>
                  </a:moveTo>
                  <a:cubicBezTo>
                    <a:pt x="5451" y="7845"/>
                    <a:pt x="5609" y="7971"/>
                    <a:pt x="5640" y="8097"/>
                  </a:cubicBezTo>
                  <a:lnTo>
                    <a:pt x="5294" y="8507"/>
                  </a:lnTo>
                  <a:lnTo>
                    <a:pt x="4947" y="8097"/>
                  </a:lnTo>
                  <a:cubicBezTo>
                    <a:pt x="4979" y="7971"/>
                    <a:pt x="5136" y="7845"/>
                    <a:pt x="5294" y="7845"/>
                  </a:cubicBezTo>
                  <a:close/>
                  <a:moveTo>
                    <a:pt x="5294" y="4254"/>
                  </a:moveTo>
                  <a:cubicBezTo>
                    <a:pt x="6774" y="4254"/>
                    <a:pt x="7783" y="5104"/>
                    <a:pt x="7783" y="6742"/>
                  </a:cubicBezTo>
                  <a:cubicBezTo>
                    <a:pt x="7783" y="7467"/>
                    <a:pt x="7625" y="8192"/>
                    <a:pt x="7310" y="8885"/>
                  </a:cubicBezTo>
                  <a:lnTo>
                    <a:pt x="7310" y="8822"/>
                  </a:lnTo>
                  <a:cubicBezTo>
                    <a:pt x="7152" y="7845"/>
                    <a:pt x="6270" y="7152"/>
                    <a:pt x="5294" y="7152"/>
                  </a:cubicBezTo>
                  <a:cubicBezTo>
                    <a:pt x="4317" y="7152"/>
                    <a:pt x="3435" y="7845"/>
                    <a:pt x="3277" y="8822"/>
                  </a:cubicBezTo>
                  <a:lnTo>
                    <a:pt x="3277" y="8885"/>
                  </a:lnTo>
                  <a:cubicBezTo>
                    <a:pt x="2962" y="8192"/>
                    <a:pt x="2805" y="7467"/>
                    <a:pt x="2805" y="6742"/>
                  </a:cubicBezTo>
                  <a:cubicBezTo>
                    <a:pt x="2805" y="5104"/>
                    <a:pt x="3844" y="4254"/>
                    <a:pt x="5294" y="4254"/>
                  </a:cubicBezTo>
                  <a:close/>
                  <a:moveTo>
                    <a:pt x="4254" y="8412"/>
                  </a:moveTo>
                  <a:cubicBezTo>
                    <a:pt x="4317" y="8444"/>
                    <a:pt x="4254" y="8412"/>
                    <a:pt x="4947" y="9263"/>
                  </a:cubicBezTo>
                  <a:lnTo>
                    <a:pt x="4947" y="9546"/>
                  </a:lnTo>
                  <a:lnTo>
                    <a:pt x="4348" y="10114"/>
                  </a:lnTo>
                  <a:cubicBezTo>
                    <a:pt x="4191" y="10271"/>
                    <a:pt x="4191" y="10492"/>
                    <a:pt x="4348" y="10649"/>
                  </a:cubicBezTo>
                  <a:cubicBezTo>
                    <a:pt x="4427" y="10728"/>
                    <a:pt x="4514" y="10767"/>
                    <a:pt x="4601" y="10767"/>
                  </a:cubicBezTo>
                  <a:cubicBezTo>
                    <a:pt x="4687" y="10767"/>
                    <a:pt x="4774" y="10728"/>
                    <a:pt x="4853" y="10649"/>
                  </a:cubicBezTo>
                  <a:lnTo>
                    <a:pt x="5325" y="10177"/>
                  </a:lnTo>
                  <a:lnTo>
                    <a:pt x="5798" y="10649"/>
                  </a:lnTo>
                  <a:cubicBezTo>
                    <a:pt x="5876" y="10728"/>
                    <a:pt x="5971" y="10767"/>
                    <a:pt x="6065" y="10767"/>
                  </a:cubicBezTo>
                  <a:cubicBezTo>
                    <a:pt x="6160" y="10767"/>
                    <a:pt x="6255" y="10728"/>
                    <a:pt x="6333" y="10649"/>
                  </a:cubicBezTo>
                  <a:cubicBezTo>
                    <a:pt x="6491" y="10492"/>
                    <a:pt x="6491" y="10271"/>
                    <a:pt x="6333" y="10114"/>
                  </a:cubicBezTo>
                  <a:lnTo>
                    <a:pt x="5735" y="9546"/>
                  </a:lnTo>
                  <a:lnTo>
                    <a:pt x="5735" y="9263"/>
                  </a:lnTo>
                  <a:cubicBezTo>
                    <a:pt x="6428" y="8412"/>
                    <a:pt x="6396" y="8444"/>
                    <a:pt x="6396" y="8412"/>
                  </a:cubicBezTo>
                  <a:lnTo>
                    <a:pt x="6396" y="8412"/>
                  </a:lnTo>
                  <a:cubicBezTo>
                    <a:pt x="6522" y="8570"/>
                    <a:pt x="6617" y="8790"/>
                    <a:pt x="6680" y="8979"/>
                  </a:cubicBezTo>
                  <a:lnTo>
                    <a:pt x="6837" y="9893"/>
                  </a:lnTo>
                  <a:cubicBezTo>
                    <a:pt x="6869" y="10681"/>
                    <a:pt x="6270" y="11437"/>
                    <a:pt x="5451" y="11437"/>
                  </a:cubicBezTo>
                  <a:lnTo>
                    <a:pt x="5136" y="11437"/>
                  </a:lnTo>
                  <a:cubicBezTo>
                    <a:pt x="4317" y="11437"/>
                    <a:pt x="3687" y="10681"/>
                    <a:pt x="3844" y="9893"/>
                  </a:cubicBezTo>
                  <a:lnTo>
                    <a:pt x="4002" y="8979"/>
                  </a:lnTo>
                  <a:cubicBezTo>
                    <a:pt x="4033" y="8759"/>
                    <a:pt x="4096" y="8570"/>
                    <a:pt x="4254" y="8412"/>
                  </a:cubicBezTo>
                  <a:close/>
                  <a:moveTo>
                    <a:pt x="1040" y="0"/>
                  </a:moveTo>
                  <a:cubicBezTo>
                    <a:pt x="851" y="0"/>
                    <a:pt x="694" y="158"/>
                    <a:pt x="694" y="379"/>
                  </a:cubicBezTo>
                  <a:lnTo>
                    <a:pt x="694" y="1072"/>
                  </a:lnTo>
                  <a:cubicBezTo>
                    <a:pt x="694" y="1670"/>
                    <a:pt x="1166" y="2143"/>
                    <a:pt x="1734" y="2143"/>
                  </a:cubicBezTo>
                  <a:lnTo>
                    <a:pt x="2112" y="2143"/>
                  </a:lnTo>
                  <a:lnTo>
                    <a:pt x="2112" y="3529"/>
                  </a:lnTo>
                  <a:cubicBezTo>
                    <a:pt x="2112" y="3907"/>
                    <a:pt x="2332" y="4317"/>
                    <a:pt x="2679" y="4474"/>
                  </a:cubicBezTo>
                  <a:lnTo>
                    <a:pt x="2899" y="4537"/>
                  </a:lnTo>
                  <a:cubicBezTo>
                    <a:pt x="2742" y="4695"/>
                    <a:pt x="2616" y="4852"/>
                    <a:pt x="2521" y="5041"/>
                  </a:cubicBezTo>
                  <a:cubicBezTo>
                    <a:pt x="2206" y="4569"/>
                    <a:pt x="1671" y="4254"/>
                    <a:pt x="1072" y="4254"/>
                  </a:cubicBezTo>
                  <a:lnTo>
                    <a:pt x="379" y="4254"/>
                  </a:lnTo>
                  <a:cubicBezTo>
                    <a:pt x="158" y="4254"/>
                    <a:pt x="1" y="4411"/>
                    <a:pt x="1" y="4632"/>
                  </a:cubicBezTo>
                  <a:cubicBezTo>
                    <a:pt x="1" y="5608"/>
                    <a:pt x="788" y="6396"/>
                    <a:pt x="1797" y="6396"/>
                  </a:cubicBezTo>
                  <a:lnTo>
                    <a:pt x="2143" y="6396"/>
                  </a:lnTo>
                  <a:lnTo>
                    <a:pt x="2143" y="6742"/>
                  </a:lnTo>
                  <a:cubicBezTo>
                    <a:pt x="2143" y="7877"/>
                    <a:pt x="2521" y="9105"/>
                    <a:pt x="3151" y="10019"/>
                  </a:cubicBezTo>
                  <a:cubicBezTo>
                    <a:pt x="3120" y="11153"/>
                    <a:pt x="4065" y="12098"/>
                    <a:pt x="5199" y="12098"/>
                  </a:cubicBezTo>
                  <a:lnTo>
                    <a:pt x="5514" y="12098"/>
                  </a:lnTo>
                  <a:cubicBezTo>
                    <a:pt x="6680" y="12098"/>
                    <a:pt x="7625" y="11153"/>
                    <a:pt x="7562" y="10019"/>
                  </a:cubicBezTo>
                  <a:cubicBezTo>
                    <a:pt x="8192" y="9105"/>
                    <a:pt x="8602" y="7845"/>
                    <a:pt x="8602" y="6742"/>
                  </a:cubicBezTo>
                  <a:lnTo>
                    <a:pt x="8602" y="6396"/>
                  </a:lnTo>
                  <a:lnTo>
                    <a:pt x="8948" y="6396"/>
                  </a:lnTo>
                  <a:cubicBezTo>
                    <a:pt x="9925" y="6396"/>
                    <a:pt x="10712" y="5608"/>
                    <a:pt x="10712" y="4632"/>
                  </a:cubicBezTo>
                  <a:cubicBezTo>
                    <a:pt x="10649" y="4411"/>
                    <a:pt x="10492" y="4254"/>
                    <a:pt x="10303" y="4254"/>
                  </a:cubicBezTo>
                  <a:lnTo>
                    <a:pt x="9578" y="4254"/>
                  </a:lnTo>
                  <a:cubicBezTo>
                    <a:pt x="8980" y="4254"/>
                    <a:pt x="8444" y="4569"/>
                    <a:pt x="8129" y="5041"/>
                  </a:cubicBezTo>
                  <a:cubicBezTo>
                    <a:pt x="8003" y="4852"/>
                    <a:pt x="7909" y="4695"/>
                    <a:pt x="7783" y="4537"/>
                  </a:cubicBezTo>
                  <a:lnTo>
                    <a:pt x="7972" y="4474"/>
                  </a:lnTo>
                  <a:cubicBezTo>
                    <a:pt x="8318" y="4254"/>
                    <a:pt x="8570" y="3907"/>
                    <a:pt x="8570" y="3529"/>
                  </a:cubicBezTo>
                  <a:lnTo>
                    <a:pt x="8570" y="2143"/>
                  </a:lnTo>
                  <a:lnTo>
                    <a:pt x="8917" y="2143"/>
                  </a:lnTo>
                  <a:cubicBezTo>
                    <a:pt x="9515" y="2143"/>
                    <a:pt x="9988" y="1670"/>
                    <a:pt x="9988" y="1072"/>
                  </a:cubicBezTo>
                  <a:lnTo>
                    <a:pt x="9988" y="379"/>
                  </a:lnTo>
                  <a:cubicBezTo>
                    <a:pt x="9988" y="158"/>
                    <a:pt x="9830" y="0"/>
                    <a:pt x="9610" y="0"/>
                  </a:cubicBezTo>
                  <a:cubicBezTo>
                    <a:pt x="9421" y="0"/>
                    <a:pt x="9263" y="158"/>
                    <a:pt x="9263" y="379"/>
                  </a:cubicBezTo>
                  <a:lnTo>
                    <a:pt x="9263" y="1072"/>
                  </a:lnTo>
                  <a:cubicBezTo>
                    <a:pt x="9263" y="1261"/>
                    <a:pt x="9106" y="1418"/>
                    <a:pt x="8917" y="1418"/>
                  </a:cubicBezTo>
                  <a:lnTo>
                    <a:pt x="8570" y="1418"/>
                  </a:lnTo>
                  <a:lnTo>
                    <a:pt x="8570" y="1072"/>
                  </a:lnTo>
                  <a:cubicBezTo>
                    <a:pt x="8570" y="883"/>
                    <a:pt x="8413" y="725"/>
                    <a:pt x="8192" y="725"/>
                  </a:cubicBezTo>
                  <a:cubicBezTo>
                    <a:pt x="8003" y="725"/>
                    <a:pt x="7846" y="883"/>
                    <a:pt x="7846" y="1072"/>
                  </a:cubicBezTo>
                  <a:lnTo>
                    <a:pt x="7846" y="2143"/>
                  </a:lnTo>
                  <a:lnTo>
                    <a:pt x="7499" y="2143"/>
                  </a:lnTo>
                  <a:cubicBezTo>
                    <a:pt x="7310" y="2143"/>
                    <a:pt x="7152" y="1985"/>
                    <a:pt x="7152" y="1796"/>
                  </a:cubicBezTo>
                  <a:lnTo>
                    <a:pt x="7152" y="1072"/>
                  </a:lnTo>
                  <a:cubicBezTo>
                    <a:pt x="7152" y="883"/>
                    <a:pt x="6995" y="725"/>
                    <a:pt x="6774" y="725"/>
                  </a:cubicBezTo>
                  <a:cubicBezTo>
                    <a:pt x="6585" y="725"/>
                    <a:pt x="6428" y="883"/>
                    <a:pt x="6428" y="1072"/>
                  </a:cubicBezTo>
                  <a:lnTo>
                    <a:pt x="6428" y="1796"/>
                  </a:lnTo>
                  <a:cubicBezTo>
                    <a:pt x="6428" y="2363"/>
                    <a:pt x="6900" y="2836"/>
                    <a:pt x="7499" y="2836"/>
                  </a:cubicBezTo>
                  <a:lnTo>
                    <a:pt x="7846" y="2836"/>
                  </a:lnTo>
                  <a:lnTo>
                    <a:pt x="7846" y="3498"/>
                  </a:lnTo>
                  <a:cubicBezTo>
                    <a:pt x="7846" y="3624"/>
                    <a:pt x="7783" y="3781"/>
                    <a:pt x="7656" y="3813"/>
                  </a:cubicBezTo>
                  <a:lnTo>
                    <a:pt x="7184" y="4065"/>
                  </a:lnTo>
                  <a:cubicBezTo>
                    <a:pt x="6680" y="3750"/>
                    <a:pt x="6050" y="3592"/>
                    <a:pt x="5325" y="3592"/>
                  </a:cubicBezTo>
                  <a:cubicBezTo>
                    <a:pt x="4632" y="3592"/>
                    <a:pt x="4002" y="3750"/>
                    <a:pt x="3466" y="4065"/>
                  </a:cubicBezTo>
                  <a:lnTo>
                    <a:pt x="2994" y="3813"/>
                  </a:lnTo>
                  <a:cubicBezTo>
                    <a:pt x="2899" y="3750"/>
                    <a:pt x="2805" y="3624"/>
                    <a:pt x="2805" y="3498"/>
                  </a:cubicBezTo>
                  <a:lnTo>
                    <a:pt x="2805" y="2836"/>
                  </a:lnTo>
                  <a:lnTo>
                    <a:pt x="3151" y="2836"/>
                  </a:lnTo>
                  <a:cubicBezTo>
                    <a:pt x="3750" y="2836"/>
                    <a:pt x="4222" y="2363"/>
                    <a:pt x="4222" y="1796"/>
                  </a:cubicBezTo>
                  <a:lnTo>
                    <a:pt x="4222" y="1072"/>
                  </a:lnTo>
                  <a:cubicBezTo>
                    <a:pt x="4222" y="883"/>
                    <a:pt x="4065" y="725"/>
                    <a:pt x="3876" y="725"/>
                  </a:cubicBezTo>
                  <a:cubicBezTo>
                    <a:pt x="3687" y="725"/>
                    <a:pt x="3529" y="883"/>
                    <a:pt x="3529" y="1072"/>
                  </a:cubicBezTo>
                  <a:lnTo>
                    <a:pt x="3529" y="1796"/>
                  </a:lnTo>
                  <a:cubicBezTo>
                    <a:pt x="3529" y="1985"/>
                    <a:pt x="3372" y="2143"/>
                    <a:pt x="3151" y="2143"/>
                  </a:cubicBezTo>
                  <a:lnTo>
                    <a:pt x="2805" y="2143"/>
                  </a:lnTo>
                  <a:lnTo>
                    <a:pt x="2805" y="1072"/>
                  </a:lnTo>
                  <a:cubicBezTo>
                    <a:pt x="2805" y="883"/>
                    <a:pt x="2647" y="725"/>
                    <a:pt x="2458" y="725"/>
                  </a:cubicBezTo>
                  <a:cubicBezTo>
                    <a:pt x="2269" y="725"/>
                    <a:pt x="2112" y="883"/>
                    <a:pt x="2112" y="1072"/>
                  </a:cubicBezTo>
                  <a:lnTo>
                    <a:pt x="2112" y="1418"/>
                  </a:lnTo>
                  <a:lnTo>
                    <a:pt x="1734" y="1418"/>
                  </a:lnTo>
                  <a:cubicBezTo>
                    <a:pt x="1545" y="1418"/>
                    <a:pt x="1387" y="1261"/>
                    <a:pt x="1387" y="1072"/>
                  </a:cubicBezTo>
                  <a:lnTo>
                    <a:pt x="1387" y="379"/>
                  </a:ln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16" name="Google Shape;11116;p66"/>
            <p:cNvSpPr/>
            <p:nvPr/>
          </p:nvSpPr>
          <p:spPr>
            <a:xfrm>
              <a:off x="-17740199" y="2952400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17" name="Google Shape;11117;p66"/>
            <p:cNvSpPr/>
            <p:nvPr/>
          </p:nvSpPr>
          <p:spPr>
            <a:xfrm>
              <a:off x="-17811076" y="2952400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18" name="Google Shape;11118;p66"/>
          <p:cNvGrpSpPr/>
          <p:nvPr/>
        </p:nvGrpSpPr>
        <p:grpSpPr>
          <a:xfrm>
            <a:off x="2023212" y="3461166"/>
            <a:ext cx="472676" cy="442089"/>
            <a:chOff x="-16066500" y="2060800"/>
            <a:chExt cx="304050" cy="284375"/>
          </a:xfrm>
        </p:grpSpPr>
        <p:sp>
          <p:nvSpPr>
            <p:cNvPr id="11119" name="Google Shape;11119;p66"/>
            <p:cNvSpPr/>
            <p:nvPr/>
          </p:nvSpPr>
          <p:spPr>
            <a:xfrm>
              <a:off x="-15978274" y="2203375"/>
              <a:ext cx="18125" cy="18125"/>
            </a:xfrm>
            <a:custGeom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67" y="725"/>
                    <a:pt x="725" y="567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20" name="Google Shape;11120;p66"/>
            <p:cNvSpPr/>
            <p:nvPr/>
          </p:nvSpPr>
          <p:spPr>
            <a:xfrm>
              <a:off x="-15869576" y="2203375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21" name="Google Shape;11121;p66"/>
            <p:cNvSpPr/>
            <p:nvPr/>
          </p:nvSpPr>
          <p:spPr>
            <a:xfrm>
              <a:off x="-15954649" y="2186825"/>
              <a:ext cx="78775" cy="88250"/>
            </a:xfrm>
            <a:custGeom>
              <a:rect l="l" t="t" r="r" b="b"/>
              <a:pathLst>
                <a:path w="3151" h="3530" extrusionOk="0">
                  <a:moveTo>
                    <a:pt x="1607" y="662"/>
                  </a:moveTo>
                  <a:cubicBezTo>
                    <a:pt x="1891" y="662"/>
                    <a:pt x="2080" y="820"/>
                    <a:pt x="2174" y="1103"/>
                  </a:cubicBezTo>
                  <a:lnTo>
                    <a:pt x="2458" y="2111"/>
                  </a:lnTo>
                  <a:cubicBezTo>
                    <a:pt x="2489" y="2269"/>
                    <a:pt x="2458" y="2490"/>
                    <a:pt x="2332" y="2584"/>
                  </a:cubicBezTo>
                  <a:cubicBezTo>
                    <a:pt x="2206" y="2710"/>
                    <a:pt x="2048" y="2805"/>
                    <a:pt x="1891" y="2805"/>
                  </a:cubicBezTo>
                  <a:lnTo>
                    <a:pt x="1387" y="2805"/>
                  </a:lnTo>
                  <a:cubicBezTo>
                    <a:pt x="1229" y="2805"/>
                    <a:pt x="1072" y="2710"/>
                    <a:pt x="946" y="2584"/>
                  </a:cubicBezTo>
                  <a:cubicBezTo>
                    <a:pt x="788" y="2458"/>
                    <a:pt x="757" y="2269"/>
                    <a:pt x="788" y="2111"/>
                  </a:cubicBezTo>
                  <a:lnTo>
                    <a:pt x="1072" y="1103"/>
                  </a:lnTo>
                  <a:cubicBezTo>
                    <a:pt x="1135" y="851"/>
                    <a:pt x="1355" y="662"/>
                    <a:pt x="1607" y="662"/>
                  </a:cubicBezTo>
                  <a:close/>
                  <a:moveTo>
                    <a:pt x="1576" y="1"/>
                  </a:moveTo>
                  <a:cubicBezTo>
                    <a:pt x="977" y="1"/>
                    <a:pt x="473" y="379"/>
                    <a:pt x="347" y="946"/>
                  </a:cubicBezTo>
                  <a:lnTo>
                    <a:pt x="95" y="1954"/>
                  </a:lnTo>
                  <a:cubicBezTo>
                    <a:pt x="1" y="2364"/>
                    <a:pt x="95" y="2742"/>
                    <a:pt x="316" y="3057"/>
                  </a:cubicBezTo>
                  <a:cubicBezTo>
                    <a:pt x="599" y="3340"/>
                    <a:pt x="946" y="3529"/>
                    <a:pt x="1355" y="3529"/>
                  </a:cubicBezTo>
                  <a:lnTo>
                    <a:pt x="1859" y="3529"/>
                  </a:lnTo>
                  <a:cubicBezTo>
                    <a:pt x="2237" y="3529"/>
                    <a:pt x="2615" y="3340"/>
                    <a:pt x="2836" y="3057"/>
                  </a:cubicBezTo>
                  <a:cubicBezTo>
                    <a:pt x="3088" y="2742"/>
                    <a:pt x="3151" y="2364"/>
                    <a:pt x="3088" y="1954"/>
                  </a:cubicBezTo>
                  <a:lnTo>
                    <a:pt x="2804" y="946"/>
                  </a:lnTo>
                  <a:cubicBezTo>
                    <a:pt x="2647" y="379"/>
                    <a:pt x="2174" y="1"/>
                    <a:pt x="1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22" name="Google Shape;11122;p66"/>
            <p:cNvSpPr/>
            <p:nvPr/>
          </p:nvSpPr>
          <p:spPr>
            <a:xfrm>
              <a:off x="-16066500" y="2060800"/>
              <a:ext cx="304050" cy="284375"/>
            </a:xfrm>
            <a:custGeom>
              <a:rect l="l" t="t" r="r" b="b"/>
              <a:pathLst>
                <a:path w="12162" h="11375" extrusionOk="0">
                  <a:moveTo>
                    <a:pt x="9326" y="694"/>
                  </a:moveTo>
                  <a:cubicBezTo>
                    <a:pt x="10492" y="694"/>
                    <a:pt x="11437" y="1639"/>
                    <a:pt x="11437" y="2836"/>
                  </a:cubicBezTo>
                  <a:cubicBezTo>
                    <a:pt x="11437" y="2962"/>
                    <a:pt x="11437" y="3025"/>
                    <a:pt x="11406" y="3120"/>
                  </a:cubicBezTo>
                  <a:cubicBezTo>
                    <a:pt x="10996" y="2584"/>
                    <a:pt x="10334" y="2269"/>
                    <a:pt x="9673" y="2175"/>
                  </a:cubicBezTo>
                  <a:cubicBezTo>
                    <a:pt x="9649" y="2170"/>
                    <a:pt x="9625" y="2168"/>
                    <a:pt x="9602" y="2168"/>
                  </a:cubicBezTo>
                  <a:cubicBezTo>
                    <a:pt x="9302" y="2168"/>
                    <a:pt x="9153" y="2537"/>
                    <a:pt x="9358" y="2742"/>
                  </a:cubicBezTo>
                  <a:cubicBezTo>
                    <a:pt x="9767" y="3151"/>
                    <a:pt x="9988" y="3687"/>
                    <a:pt x="9988" y="4254"/>
                  </a:cubicBezTo>
                  <a:cubicBezTo>
                    <a:pt x="9988" y="4412"/>
                    <a:pt x="9988" y="4569"/>
                    <a:pt x="9956" y="4727"/>
                  </a:cubicBezTo>
                  <a:cubicBezTo>
                    <a:pt x="9484" y="3844"/>
                    <a:pt x="8759" y="3120"/>
                    <a:pt x="7909" y="2616"/>
                  </a:cubicBezTo>
                  <a:cubicBezTo>
                    <a:pt x="7657" y="2521"/>
                    <a:pt x="7468" y="2395"/>
                    <a:pt x="7247" y="2301"/>
                  </a:cubicBezTo>
                  <a:cubicBezTo>
                    <a:pt x="7468" y="1356"/>
                    <a:pt x="8287" y="694"/>
                    <a:pt x="9326" y="694"/>
                  </a:cubicBezTo>
                  <a:close/>
                  <a:moveTo>
                    <a:pt x="2836" y="757"/>
                  </a:moveTo>
                  <a:cubicBezTo>
                    <a:pt x="3813" y="757"/>
                    <a:pt x="4664" y="1419"/>
                    <a:pt x="4916" y="2364"/>
                  </a:cubicBezTo>
                  <a:cubicBezTo>
                    <a:pt x="3718" y="2742"/>
                    <a:pt x="2773" y="3687"/>
                    <a:pt x="2206" y="4758"/>
                  </a:cubicBezTo>
                  <a:cubicBezTo>
                    <a:pt x="2143" y="4601"/>
                    <a:pt x="2112" y="4443"/>
                    <a:pt x="2112" y="4286"/>
                  </a:cubicBezTo>
                  <a:cubicBezTo>
                    <a:pt x="2112" y="3750"/>
                    <a:pt x="2364" y="3183"/>
                    <a:pt x="2742" y="2773"/>
                  </a:cubicBezTo>
                  <a:cubicBezTo>
                    <a:pt x="2970" y="2574"/>
                    <a:pt x="2811" y="2193"/>
                    <a:pt x="2521" y="2193"/>
                  </a:cubicBezTo>
                  <a:cubicBezTo>
                    <a:pt x="2491" y="2193"/>
                    <a:pt x="2459" y="2197"/>
                    <a:pt x="2427" y="2206"/>
                  </a:cubicBezTo>
                  <a:cubicBezTo>
                    <a:pt x="1765" y="2269"/>
                    <a:pt x="1135" y="2616"/>
                    <a:pt x="694" y="3151"/>
                  </a:cubicBezTo>
                  <a:cubicBezTo>
                    <a:pt x="536" y="1891"/>
                    <a:pt x="1513" y="757"/>
                    <a:pt x="2836" y="757"/>
                  </a:cubicBezTo>
                  <a:close/>
                  <a:moveTo>
                    <a:pt x="6050" y="2836"/>
                  </a:moveTo>
                  <a:cubicBezTo>
                    <a:pt x="8224" y="2836"/>
                    <a:pt x="9988" y="5325"/>
                    <a:pt x="9988" y="7468"/>
                  </a:cubicBezTo>
                  <a:cubicBezTo>
                    <a:pt x="10019" y="9862"/>
                    <a:pt x="7909" y="10713"/>
                    <a:pt x="6050" y="10713"/>
                  </a:cubicBezTo>
                  <a:cubicBezTo>
                    <a:pt x="4254" y="10713"/>
                    <a:pt x="2112" y="9893"/>
                    <a:pt x="2112" y="7468"/>
                  </a:cubicBezTo>
                  <a:cubicBezTo>
                    <a:pt x="2112" y="5325"/>
                    <a:pt x="3876" y="2836"/>
                    <a:pt x="6050" y="2836"/>
                  </a:cubicBezTo>
                  <a:close/>
                  <a:moveTo>
                    <a:pt x="2836" y="1"/>
                  </a:moveTo>
                  <a:cubicBezTo>
                    <a:pt x="1261" y="1"/>
                    <a:pt x="1" y="1293"/>
                    <a:pt x="1" y="2836"/>
                  </a:cubicBezTo>
                  <a:cubicBezTo>
                    <a:pt x="1" y="3246"/>
                    <a:pt x="64" y="3655"/>
                    <a:pt x="253" y="4034"/>
                  </a:cubicBezTo>
                  <a:cubicBezTo>
                    <a:pt x="316" y="4175"/>
                    <a:pt x="450" y="4246"/>
                    <a:pt x="580" y="4246"/>
                  </a:cubicBezTo>
                  <a:cubicBezTo>
                    <a:pt x="710" y="4246"/>
                    <a:pt x="836" y="4175"/>
                    <a:pt x="883" y="4034"/>
                  </a:cubicBezTo>
                  <a:cubicBezTo>
                    <a:pt x="1040" y="3687"/>
                    <a:pt x="1293" y="3403"/>
                    <a:pt x="1608" y="3214"/>
                  </a:cubicBezTo>
                  <a:lnTo>
                    <a:pt x="1608" y="3214"/>
                  </a:lnTo>
                  <a:cubicBezTo>
                    <a:pt x="1482" y="3529"/>
                    <a:pt x="1419" y="3876"/>
                    <a:pt x="1419" y="4254"/>
                  </a:cubicBezTo>
                  <a:cubicBezTo>
                    <a:pt x="1419" y="4727"/>
                    <a:pt x="1513" y="5199"/>
                    <a:pt x="1765" y="5577"/>
                  </a:cubicBezTo>
                  <a:cubicBezTo>
                    <a:pt x="1513" y="6176"/>
                    <a:pt x="1419" y="6806"/>
                    <a:pt x="1419" y="7436"/>
                  </a:cubicBezTo>
                  <a:cubicBezTo>
                    <a:pt x="1419" y="9988"/>
                    <a:pt x="3498" y="11374"/>
                    <a:pt x="6050" y="11374"/>
                  </a:cubicBezTo>
                  <a:cubicBezTo>
                    <a:pt x="8665" y="11374"/>
                    <a:pt x="10713" y="9988"/>
                    <a:pt x="10713" y="7436"/>
                  </a:cubicBezTo>
                  <a:cubicBezTo>
                    <a:pt x="10713" y="6806"/>
                    <a:pt x="10586" y="6176"/>
                    <a:pt x="10334" y="5577"/>
                  </a:cubicBezTo>
                  <a:cubicBezTo>
                    <a:pt x="10586" y="5136"/>
                    <a:pt x="10713" y="4727"/>
                    <a:pt x="10713" y="4254"/>
                  </a:cubicBezTo>
                  <a:cubicBezTo>
                    <a:pt x="10713" y="3876"/>
                    <a:pt x="10618" y="3529"/>
                    <a:pt x="10492" y="3214"/>
                  </a:cubicBezTo>
                  <a:lnTo>
                    <a:pt x="10492" y="3214"/>
                  </a:lnTo>
                  <a:cubicBezTo>
                    <a:pt x="10776" y="3403"/>
                    <a:pt x="11028" y="3687"/>
                    <a:pt x="11217" y="4034"/>
                  </a:cubicBezTo>
                  <a:cubicBezTo>
                    <a:pt x="11280" y="4175"/>
                    <a:pt x="11406" y="4246"/>
                    <a:pt x="11532" y="4246"/>
                  </a:cubicBezTo>
                  <a:cubicBezTo>
                    <a:pt x="11658" y="4246"/>
                    <a:pt x="11784" y="4175"/>
                    <a:pt x="11847" y="4034"/>
                  </a:cubicBezTo>
                  <a:cubicBezTo>
                    <a:pt x="12036" y="3655"/>
                    <a:pt x="12130" y="3246"/>
                    <a:pt x="12130" y="2836"/>
                  </a:cubicBezTo>
                  <a:cubicBezTo>
                    <a:pt x="12162" y="1293"/>
                    <a:pt x="10870" y="1"/>
                    <a:pt x="9295" y="1"/>
                  </a:cubicBezTo>
                  <a:cubicBezTo>
                    <a:pt x="7940" y="1"/>
                    <a:pt x="6837" y="915"/>
                    <a:pt x="6522" y="2175"/>
                  </a:cubicBezTo>
                  <a:cubicBezTo>
                    <a:pt x="6365" y="2112"/>
                    <a:pt x="6207" y="2112"/>
                    <a:pt x="6050" y="2112"/>
                  </a:cubicBezTo>
                  <a:cubicBezTo>
                    <a:pt x="5892" y="2112"/>
                    <a:pt x="5735" y="2112"/>
                    <a:pt x="5577" y="2175"/>
                  </a:cubicBezTo>
                  <a:cubicBezTo>
                    <a:pt x="5262" y="915"/>
                    <a:pt x="4128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23" name="Google Shape;11123;p66"/>
            <p:cNvSpPr/>
            <p:nvPr/>
          </p:nvSpPr>
          <p:spPr>
            <a:xfrm>
              <a:off x="-15960175" y="2287225"/>
              <a:ext cx="91400" cy="24075"/>
            </a:xfrm>
            <a:custGeom>
              <a:rect l="l" t="t" r="r" b="b"/>
              <a:pathLst>
                <a:path w="3656" h="963" extrusionOk="0">
                  <a:moveTo>
                    <a:pt x="437" y="1"/>
                  </a:moveTo>
                  <a:cubicBezTo>
                    <a:pt x="284" y="1"/>
                    <a:pt x="142" y="114"/>
                    <a:pt x="64" y="269"/>
                  </a:cubicBezTo>
                  <a:cubicBezTo>
                    <a:pt x="1" y="458"/>
                    <a:pt x="96" y="647"/>
                    <a:pt x="316" y="742"/>
                  </a:cubicBezTo>
                  <a:cubicBezTo>
                    <a:pt x="852" y="931"/>
                    <a:pt x="1450" y="962"/>
                    <a:pt x="1828" y="962"/>
                  </a:cubicBezTo>
                  <a:cubicBezTo>
                    <a:pt x="2238" y="962"/>
                    <a:pt x="2836" y="931"/>
                    <a:pt x="3372" y="742"/>
                  </a:cubicBezTo>
                  <a:cubicBezTo>
                    <a:pt x="3593" y="647"/>
                    <a:pt x="3656" y="458"/>
                    <a:pt x="3624" y="269"/>
                  </a:cubicBezTo>
                  <a:cubicBezTo>
                    <a:pt x="3546" y="114"/>
                    <a:pt x="3383" y="1"/>
                    <a:pt x="3240" y="1"/>
                  </a:cubicBezTo>
                  <a:cubicBezTo>
                    <a:pt x="3209" y="1"/>
                    <a:pt x="3179" y="6"/>
                    <a:pt x="3151" y="17"/>
                  </a:cubicBezTo>
                  <a:cubicBezTo>
                    <a:pt x="2679" y="206"/>
                    <a:pt x="2143" y="238"/>
                    <a:pt x="1828" y="238"/>
                  </a:cubicBezTo>
                  <a:cubicBezTo>
                    <a:pt x="1482" y="238"/>
                    <a:pt x="1009" y="206"/>
                    <a:pt x="537" y="17"/>
                  </a:cubicBezTo>
                  <a:cubicBezTo>
                    <a:pt x="503" y="6"/>
                    <a:pt x="470" y="1"/>
                    <a:pt x="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124" name="Google Shape;11124;p66"/>
          <p:cNvSpPr/>
          <p:nvPr/>
        </p:nvSpPr>
        <p:spPr>
          <a:xfrm>
            <a:off x="4328946" y="3444762"/>
            <a:ext cx="475125" cy="475086"/>
          </a:xfrm>
          <a:custGeom>
            <a:rect l="l" t="t" r="r" b="b"/>
            <a:pathLst>
              <a:path w="12225" h="12224" extrusionOk="0">
                <a:moveTo>
                  <a:pt x="6522" y="1638"/>
                </a:moveTo>
                <a:lnTo>
                  <a:pt x="9074" y="2678"/>
                </a:lnTo>
                <a:lnTo>
                  <a:pt x="8507" y="3245"/>
                </a:lnTo>
                <a:lnTo>
                  <a:pt x="6522" y="2426"/>
                </a:lnTo>
                <a:lnTo>
                  <a:pt x="6522" y="1638"/>
                </a:lnTo>
                <a:close/>
                <a:moveTo>
                  <a:pt x="5766" y="1670"/>
                </a:moveTo>
                <a:lnTo>
                  <a:pt x="5766" y="2457"/>
                </a:lnTo>
                <a:lnTo>
                  <a:pt x="3750" y="3277"/>
                </a:lnTo>
                <a:lnTo>
                  <a:pt x="3214" y="2741"/>
                </a:lnTo>
                <a:lnTo>
                  <a:pt x="5766" y="1670"/>
                </a:lnTo>
                <a:close/>
                <a:moveTo>
                  <a:pt x="5766" y="3214"/>
                </a:moveTo>
                <a:lnTo>
                  <a:pt x="5766" y="4001"/>
                </a:lnTo>
                <a:lnTo>
                  <a:pt x="4821" y="4348"/>
                </a:lnTo>
                <a:lnTo>
                  <a:pt x="4254" y="3781"/>
                </a:lnTo>
                <a:lnTo>
                  <a:pt x="5766" y="3214"/>
                </a:lnTo>
                <a:close/>
                <a:moveTo>
                  <a:pt x="6459" y="3214"/>
                </a:moveTo>
                <a:lnTo>
                  <a:pt x="7972" y="3781"/>
                </a:lnTo>
                <a:lnTo>
                  <a:pt x="7404" y="4348"/>
                </a:lnTo>
                <a:lnTo>
                  <a:pt x="6459" y="4001"/>
                </a:lnTo>
                <a:lnTo>
                  <a:pt x="6459" y="3214"/>
                </a:lnTo>
                <a:close/>
                <a:moveTo>
                  <a:pt x="5766" y="4726"/>
                </a:moveTo>
                <a:lnTo>
                  <a:pt x="5766" y="5293"/>
                </a:lnTo>
                <a:lnTo>
                  <a:pt x="5357" y="4883"/>
                </a:lnTo>
                <a:lnTo>
                  <a:pt x="5766" y="4726"/>
                </a:lnTo>
                <a:close/>
                <a:moveTo>
                  <a:pt x="6459" y="4726"/>
                </a:moveTo>
                <a:lnTo>
                  <a:pt x="6869" y="4883"/>
                </a:lnTo>
                <a:lnTo>
                  <a:pt x="6459" y="5293"/>
                </a:lnTo>
                <a:lnTo>
                  <a:pt x="6459" y="4726"/>
                </a:lnTo>
                <a:close/>
                <a:moveTo>
                  <a:pt x="2679" y="3214"/>
                </a:moveTo>
                <a:lnTo>
                  <a:pt x="3246" y="3749"/>
                </a:lnTo>
                <a:lnTo>
                  <a:pt x="2427" y="5765"/>
                </a:lnTo>
                <a:lnTo>
                  <a:pt x="1639" y="5765"/>
                </a:lnTo>
                <a:lnTo>
                  <a:pt x="2679" y="3214"/>
                </a:lnTo>
                <a:close/>
                <a:moveTo>
                  <a:pt x="4853" y="5356"/>
                </a:moveTo>
                <a:lnTo>
                  <a:pt x="5262" y="5765"/>
                </a:lnTo>
                <a:lnTo>
                  <a:pt x="4695" y="5765"/>
                </a:lnTo>
                <a:lnTo>
                  <a:pt x="4853" y="5356"/>
                </a:lnTo>
                <a:close/>
                <a:moveTo>
                  <a:pt x="7373" y="5356"/>
                </a:moveTo>
                <a:lnTo>
                  <a:pt x="7531" y="5765"/>
                </a:lnTo>
                <a:lnTo>
                  <a:pt x="6995" y="5765"/>
                </a:lnTo>
                <a:lnTo>
                  <a:pt x="7373" y="5356"/>
                </a:lnTo>
                <a:close/>
                <a:moveTo>
                  <a:pt x="8476" y="4253"/>
                </a:moveTo>
                <a:lnTo>
                  <a:pt x="9074" y="5765"/>
                </a:lnTo>
                <a:lnTo>
                  <a:pt x="8287" y="5765"/>
                </a:lnTo>
                <a:lnTo>
                  <a:pt x="7940" y="4820"/>
                </a:lnTo>
                <a:lnTo>
                  <a:pt x="8476" y="4253"/>
                </a:lnTo>
                <a:close/>
                <a:moveTo>
                  <a:pt x="9547" y="3214"/>
                </a:moveTo>
                <a:lnTo>
                  <a:pt x="10618" y="5765"/>
                </a:lnTo>
                <a:lnTo>
                  <a:pt x="9830" y="5765"/>
                </a:lnTo>
                <a:lnTo>
                  <a:pt x="8980" y="3749"/>
                </a:lnTo>
                <a:lnTo>
                  <a:pt x="9547" y="3214"/>
                </a:lnTo>
                <a:close/>
                <a:moveTo>
                  <a:pt x="3781" y="4316"/>
                </a:moveTo>
                <a:lnTo>
                  <a:pt x="4348" y="4852"/>
                </a:lnTo>
                <a:lnTo>
                  <a:pt x="4002" y="5797"/>
                </a:lnTo>
                <a:lnTo>
                  <a:pt x="3214" y="5797"/>
                </a:lnTo>
                <a:lnTo>
                  <a:pt x="3781" y="4316"/>
                </a:lnTo>
                <a:close/>
                <a:moveTo>
                  <a:pt x="5262" y="6522"/>
                </a:moveTo>
                <a:lnTo>
                  <a:pt x="4853" y="6900"/>
                </a:lnTo>
                <a:lnTo>
                  <a:pt x="4695" y="6522"/>
                </a:lnTo>
                <a:close/>
                <a:moveTo>
                  <a:pt x="7531" y="6522"/>
                </a:moveTo>
                <a:lnTo>
                  <a:pt x="7373" y="6900"/>
                </a:lnTo>
                <a:lnTo>
                  <a:pt x="6995" y="6522"/>
                </a:lnTo>
                <a:close/>
                <a:moveTo>
                  <a:pt x="5766" y="6994"/>
                </a:moveTo>
                <a:lnTo>
                  <a:pt x="5766" y="7530"/>
                </a:lnTo>
                <a:lnTo>
                  <a:pt x="5357" y="7372"/>
                </a:lnTo>
                <a:lnTo>
                  <a:pt x="5766" y="6994"/>
                </a:lnTo>
                <a:close/>
                <a:moveTo>
                  <a:pt x="6459" y="6994"/>
                </a:moveTo>
                <a:lnTo>
                  <a:pt x="6869" y="7372"/>
                </a:lnTo>
                <a:lnTo>
                  <a:pt x="6459" y="7530"/>
                </a:lnTo>
                <a:lnTo>
                  <a:pt x="6459" y="6994"/>
                </a:lnTo>
                <a:close/>
                <a:moveTo>
                  <a:pt x="9074" y="6459"/>
                </a:moveTo>
                <a:lnTo>
                  <a:pt x="8476" y="7971"/>
                </a:lnTo>
                <a:lnTo>
                  <a:pt x="7940" y="7404"/>
                </a:lnTo>
                <a:lnTo>
                  <a:pt x="8287" y="6459"/>
                </a:lnTo>
                <a:close/>
                <a:moveTo>
                  <a:pt x="3939" y="6522"/>
                </a:moveTo>
                <a:lnTo>
                  <a:pt x="4317" y="7467"/>
                </a:lnTo>
                <a:lnTo>
                  <a:pt x="3750" y="8002"/>
                </a:lnTo>
                <a:lnTo>
                  <a:pt x="3151" y="6522"/>
                </a:lnTo>
                <a:close/>
                <a:moveTo>
                  <a:pt x="2458" y="6522"/>
                </a:moveTo>
                <a:lnTo>
                  <a:pt x="3277" y="8506"/>
                </a:lnTo>
                <a:lnTo>
                  <a:pt x="2742" y="9073"/>
                </a:lnTo>
                <a:lnTo>
                  <a:pt x="1671" y="6522"/>
                </a:lnTo>
                <a:close/>
                <a:moveTo>
                  <a:pt x="4853" y="7939"/>
                </a:moveTo>
                <a:lnTo>
                  <a:pt x="5798" y="8286"/>
                </a:lnTo>
                <a:lnTo>
                  <a:pt x="5798" y="9073"/>
                </a:lnTo>
                <a:lnTo>
                  <a:pt x="4317" y="8475"/>
                </a:lnTo>
                <a:lnTo>
                  <a:pt x="4853" y="7939"/>
                </a:lnTo>
                <a:close/>
                <a:moveTo>
                  <a:pt x="7404" y="7939"/>
                </a:moveTo>
                <a:lnTo>
                  <a:pt x="7972" y="8475"/>
                </a:lnTo>
                <a:lnTo>
                  <a:pt x="6491" y="9073"/>
                </a:lnTo>
                <a:lnTo>
                  <a:pt x="6491" y="8286"/>
                </a:lnTo>
                <a:lnTo>
                  <a:pt x="6459" y="8286"/>
                </a:lnTo>
                <a:lnTo>
                  <a:pt x="7404" y="7939"/>
                </a:lnTo>
                <a:close/>
                <a:moveTo>
                  <a:pt x="10649" y="6522"/>
                </a:moveTo>
                <a:lnTo>
                  <a:pt x="9578" y="9073"/>
                </a:lnTo>
                <a:lnTo>
                  <a:pt x="9043" y="8506"/>
                </a:lnTo>
                <a:lnTo>
                  <a:pt x="9862" y="6522"/>
                </a:lnTo>
                <a:close/>
                <a:moveTo>
                  <a:pt x="8476" y="8979"/>
                </a:moveTo>
                <a:lnTo>
                  <a:pt x="9043" y="9546"/>
                </a:lnTo>
                <a:lnTo>
                  <a:pt x="6459" y="10617"/>
                </a:lnTo>
                <a:lnTo>
                  <a:pt x="6459" y="9830"/>
                </a:lnTo>
                <a:lnTo>
                  <a:pt x="8476" y="8979"/>
                </a:lnTo>
                <a:close/>
                <a:moveTo>
                  <a:pt x="3750" y="9042"/>
                </a:moveTo>
                <a:lnTo>
                  <a:pt x="5766" y="9861"/>
                </a:lnTo>
                <a:lnTo>
                  <a:pt x="5766" y="10649"/>
                </a:lnTo>
                <a:lnTo>
                  <a:pt x="3214" y="9578"/>
                </a:lnTo>
                <a:lnTo>
                  <a:pt x="3750" y="9042"/>
                </a:lnTo>
                <a:close/>
                <a:moveTo>
                  <a:pt x="6113" y="0"/>
                </a:moveTo>
                <a:cubicBezTo>
                  <a:pt x="5924" y="0"/>
                  <a:pt x="5766" y="158"/>
                  <a:pt x="5766" y="347"/>
                </a:cubicBezTo>
                <a:lnTo>
                  <a:pt x="5766" y="882"/>
                </a:lnTo>
                <a:lnTo>
                  <a:pt x="2647" y="2142"/>
                </a:lnTo>
                <a:lnTo>
                  <a:pt x="2332" y="1827"/>
                </a:lnTo>
                <a:cubicBezTo>
                  <a:pt x="2253" y="1749"/>
                  <a:pt x="2167" y="1709"/>
                  <a:pt x="2080" y="1709"/>
                </a:cubicBezTo>
                <a:cubicBezTo>
                  <a:pt x="1994" y="1709"/>
                  <a:pt x="1907" y="1749"/>
                  <a:pt x="1828" y="1827"/>
                </a:cubicBezTo>
                <a:cubicBezTo>
                  <a:pt x="1671" y="1985"/>
                  <a:pt x="1671" y="2174"/>
                  <a:pt x="1828" y="2331"/>
                </a:cubicBezTo>
                <a:lnTo>
                  <a:pt x="2143" y="2647"/>
                </a:lnTo>
                <a:lnTo>
                  <a:pt x="883" y="5765"/>
                </a:lnTo>
                <a:lnTo>
                  <a:pt x="379" y="5765"/>
                </a:lnTo>
                <a:cubicBezTo>
                  <a:pt x="158" y="5765"/>
                  <a:pt x="1" y="5923"/>
                  <a:pt x="1" y="6112"/>
                </a:cubicBezTo>
                <a:cubicBezTo>
                  <a:pt x="1" y="6301"/>
                  <a:pt x="158" y="6459"/>
                  <a:pt x="379" y="6459"/>
                </a:cubicBezTo>
                <a:lnTo>
                  <a:pt x="883" y="6459"/>
                </a:lnTo>
                <a:lnTo>
                  <a:pt x="2143" y="9578"/>
                </a:lnTo>
                <a:lnTo>
                  <a:pt x="1828" y="9893"/>
                </a:lnTo>
                <a:cubicBezTo>
                  <a:pt x="1671" y="10050"/>
                  <a:pt x="1671" y="10239"/>
                  <a:pt x="1828" y="10397"/>
                </a:cubicBezTo>
                <a:cubicBezTo>
                  <a:pt x="1907" y="10475"/>
                  <a:pt x="1994" y="10515"/>
                  <a:pt x="2080" y="10515"/>
                </a:cubicBezTo>
                <a:cubicBezTo>
                  <a:pt x="2167" y="10515"/>
                  <a:pt x="2253" y="10475"/>
                  <a:pt x="2332" y="10397"/>
                </a:cubicBezTo>
                <a:lnTo>
                  <a:pt x="2647" y="10082"/>
                </a:lnTo>
                <a:lnTo>
                  <a:pt x="5766" y="11342"/>
                </a:lnTo>
                <a:lnTo>
                  <a:pt x="5766" y="11877"/>
                </a:lnTo>
                <a:cubicBezTo>
                  <a:pt x="5766" y="12066"/>
                  <a:pt x="5924" y="12224"/>
                  <a:pt x="6113" y="12224"/>
                </a:cubicBezTo>
                <a:cubicBezTo>
                  <a:pt x="6302" y="12224"/>
                  <a:pt x="6459" y="12066"/>
                  <a:pt x="6459" y="11877"/>
                </a:cubicBezTo>
                <a:lnTo>
                  <a:pt x="6459" y="11405"/>
                </a:lnTo>
                <a:lnTo>
                  <a:pt x="9578" y="10145"/>
                </a:lnTo>
                <a:lnTo>
                  <a:pt x="9893" y="10460"/>
                </a:lnTo>
                <a:cubicBezTo>
                  <a:pt x="9972" y="10538"/>
                  <a:pt x="10067" y="10578"/>
                  <a:pt x="10157" y="10578"/>
                </a:cubicBezTo>
                <a:cubicBezTo>
                  <a:pt x="10248" y="10578"/>
                  <a:pt x="10334" y="10538"/>
                  <a:pt x="10397" y="10460"/>
                </a:cubicBezTo>
                <a:cubicBezTo>
                  <a:pt x="10555" y="10302"/>
                  <a:pt x="10555" y="10082"/>
                  <a:pt x="10397" y="9924"/>
                </a:cubicBezTo>
                <a:lnTo>
                  <a:pt x="10082" y="9609"/>
                </a:lnTo>
                <a:lnTo>
                  <a:pt x="11343" y="6522"/>
                </a:lnTo>
                <a:lnTo>
                  <a:pt x="11878" y="6522"/>
                </a:lnTo>
                <a:cubicBezTo>
                  <a:pt x="12067" y="6522"/>
                  <a:pt x="12225" y="6364"/>
                  <a:pt x="12225" y="6144"/>
                </a:cubicBezTo>
                <a:cubicBezTo>
                  <a:pt x="12225" y="5955"/>
                  <a:pt x="12067" y="5765"/>
                  <a:pt x="11878" y="5765"/>
                </a:cubicBezTo>
                <a:lnTo>
                  <a:pt x="11343" y="5765"/>
                </a:lnTo>
                <a:lnTo>
                  <a:pt x="10082" y="2647"/>
                </a:lnTo>
                <a:lnTo>
                  <a:pt x="10397" y="2331"/>
                </a:lnTo>
                <a:cubicBezTo>
                  <a:pt x="10555" y="2174"/>
                  <a:pt x="10555" y="1985"/>
                  <a:pt x="10397" y="1827"/>
                </a:cubicBezTo>
                <a:cubicBezTo>
                  <a:pt x="10319" y="1749"/>
                  <a:pt x="10232" y="1709"/>
                  <a:pt x="10145" y="1709"/>
                </a:cubicBezTo>
                <a:cubicBezTo>
                  <a:pt x="10059" y="1709"/>
                  <a:pt x="9972" y="1749"/>
                  <a:pt x="9893" y="1827"/>
                </a:cubicBezTo>
                <a:lnTo>
                  <a:pt x="9578" y="2142"/>
                </a:lnTo>
                <a:lnTo>
                  <a:pt x="6459" y="882"/>
                </a:lnTo>
                <a:lnTo>
                  <a:pt x="6459" y="347"/>
                </a:lnTo>
                <a:cubicBezTo>
                  <a:pt x="6459" y="158"/>
                  <a:pt x="6302" y="0"/>
                  <a:pt x="611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25" name="Google Shape;11125;p66"/>
          <p:cNvSpPr/>
          <p:nvPr/>
        </p:nvSpPr>
        <p:spPr>
          <a:xfrm>
            <a:off x="6702735" y="3444898"/>
            <a:ext cx="391876" cy="474814"/>
          </a:xfrm>
          <a:custGeom>
            <a:rect l="l" t="t" r="r" b="b"/>
            <a:pathLst>
              <a:path w="10083" h="12217" extrusionOk="0">
                <a:moveTo>
                  <a:pt x="5356" y="1001"/>
                </a:moveTo>
                <a:cubicBezTo>
                  <a:pt x="5577" y="1316"/>
                  <a:pt x="5734" y="1694"/>
                  <a:pt x="5734" y="2104"/>
                </a:cubicBezTo>
                <a:cubicBezTo>
                  <a:pt x="5734" y="2135"/>
                  <a:pt x="5734" y="2198"/>
                  <a:pt x="5766" y="2261"/>
                </a:cubicBezTo>
                <a:cubicBezTo>
                  <a:pt x="5624" y="2230"/>
                  <a:pt x="5498" y="2214"/>
                  <a:pt x="5372" y="2214"/>
                </a:cubicBezTo>
                <a:cubicBezTo>
                  <a:pt x="5246" y="2214"/>
                  <a:pt x="5120" y="2230"/>
                  <a:pt x="4978" y="2261"/>
                </a:cubicBezTo>
                <a:cubicBezTo>
                  <a:pt x="5010" y="2198"/>
                  <a:pt x="5010" y="2135"/>
                  <a:pt x="5010" y="2104"/>
                </a:cubicBezTo>
                <a:cubicBezTo>
                  <a:pt x="5041" y="1663"/>
                  <a:pt x="5167" y="1316"/>
                  <a:pt x="5356" y="1001"/>
                </a:cubicBezTo>
                <a:close/>
                <a:moveTo>
                  <a:pt x="3529" y="1474"/>
                </a:moveTo>
                <a:cubicBezTo>
                  <a:pt x="3876" y="1631"/>
                  <a:pt x="4159" y="1883"/>
                  <a:pt x="4380" y="2261"/>
                </a:cubicBezTo>
                <a:lnTo>
                  <a:pt x="4506" y="2356"/>
                </a:lnTo>
                <a:cubicBezTo>
                  <a:pt x="4254" y="2450"/>
                  <a:pt x="4033" y="2608"/>
                  <a:pt x="3844" y="2765"/>
                </a:cubicBezTo>
                <a:cubicBezTo>
                  <a:pt x="3844" y="2734"/>
                  <a:pt x="3844" y="2639"/>
                  <a:pt x="3781" y="2608"/>
                </a:cubicBezTo>
                <a:cubicBezTo>
                  <a:pt x="3592" y="2261"/>
                  <a:pt x="3529" y="1852"/>
                  <a:pt x="3529" y="1474"/>
                </a:cubicBezTo>
                <a:close/>
                <a:moveTo>
                  <a:pt x="7247" y="1474"/>
                </a:moveTo>
                <a:lnTo>
                  <a:pt x="7247" y="1474"/>
                </a:lnTo>
                <a:cubicBezTo>
                  <a:pt x="7310" y="1852"/>
                  <a:pt x="7215" y="2261"/>
                  <a:pt x="7026" y="2608"/>
                </a:cubicBezTo>
                <a:cubicBezTo>
                  <a:pt x="6995" y="2639"/>
                  <a:pt x="6995" y="2734"/>
                  <a:pt x="6995" y="2765"/>
                </a:cubicBezTo>
                <a:cubicBezTo>
                  <a:pt x="6806" y="2608"/>
                  <a:pt x="6554" y="2450"/>
                  <a:pt x="6301" y="2356"/>
                </a:cubicBezTo>
                <a:cubicBezTo>
                  <a:pt x="6301" y="2324"/>
                  <a:pt x="6364" y="2293"/>
                  <a:pt x="6396" y="2261"/>
                </a:cubicBezTo>
                <a:cubicBezTo>
                  <a:pt x="6585" y="1883"/>
                  <a:pt x="6900" y="1663"/>
                  <a:pt x="7247" y="1474"/>
                </a:cubicBezTo>
                <a:close/>
                <a:moveTo>
                  <a:pt x="2143" y="2797"/>
                </a:moveTo>
                <a:cubicBezTo>
                  <a:pt x="2521" y="2797"/>
                  <a:pt x="2930" y="2891"/>
                  <a:pt x="3277" y="3080"/>
                </a:cubicBezTo>
                <a:cubicBezTo>
                  <a:pt x="3309" y="3112"/>
                  <a:pt x="3403" y="3112"/>
                  <a:pt x="3435" y="3112"/>
                </a:cubicBezTo>
                <a:cubicBezTo>
                  <a:pt x="3277" y="3301"/>
                  <a:pt x="3119" y="3553"/>
                  <a:pt x="3056" y="3773"/>
                </a:cubicBezTo>
                <a:lnTo>
                  <a:pt x="2930" y="3647"/>
                </a:lnTo>
                <a:cubicBezTo>
                  <a:pt x="2584" y="3458"/>
                  <a:pt x="2332" y="3143"/>
                  <a:pt x="2143" y="2797"/>
                </a:cubicBezTo>
                <a:close/>
                <a:moveTo>
                  <a:pt x="8487" y="2822"/>
                </a:moveTo>
                <a:cubicBezTo>
                  <a:pt x="8536" y="2822"/>
                  <a:pt x="8585" y="2824"/>
                  <a:pt x="8633" y="2828"/>
                </a:cubicBezTo>
                <a:cubicBezTo>
                  <a:pt x="8475" y="3206"/>
                  <a:pt x="8192" y="3458"/>
                  <a:pt x="7845" y="3710"/>
                </a:cubicBezTo>
                <a:lnTo>
                  <a:pt x="7719" y="3836"/>
                </a:lnTo>
                <a:cubicBezTo>
                  <a:pt x="7656" y="3584"/>
                  <a:pt x="7499" y="3364"/>
                  <a:pt x="7341" y="3143"/>
                </a:cubicBezTo>
                <a:cubicBezTo>
                  <a:pt x="7373" y="3112"/>
                  <a:pt x="7404" y="3112"/>
                  <a:pt x="7499" y="3080"/>
                </a:cubicBezTo>
                <a:cubicBezTo>
                  <a:pt x="7801" y="2915"/>
                  <a:pt x="8152" y="2822"/>
                  <a:pt x="8487" y="2822"/>
                </a:cubicBezTo>
                <a:close/>
                <a:moveTo>
                  <a:pt x="2930" y="4309"/>
                </a:moveTo>
                <a:lnTo>
                  <a:pt x="2930" y="4309"/>
                </a:lnTo>
                <a:cubicBezTo>
                  <a:pt x="2899" y="4561"/>
                  <a:pt x="2899" y="4813"/>
                  <a:pt x="2930" y="5097"/>
                </a:cubicBezTo>
                <a:cubicBezTo>
                  <a:pt x="2899" y="5034"/>
                  <a:pt x="2804" y="5034"/>
                  <a:pt x="2773" y="5034"/>
                </a:cubicBezTo>
                <a:cubicBezTo>
                  <a:pt x="2363" y="5034"/>
                  <a:pt x="1985" y="4939"/>
                  <a:pt x="1670" y="4687"/>
                </a:cubicBezTo>
                <a:cubicBezTo>
                  <a:pt x="1985" y="4498"/>
                  <a:pt x="2363" y="4341"/>
                  <a:pt x="2773" y="4341"/>
                </a:cubicBezTo>
                <a:cubicBezTo>
                  <a:pt x="2804" y="4341"/>
                  <a:pt x="2899" y="4341"/>
                  <a:pt x="2930" y="4309"/>
                </a:cubicBezTo>
                <a:close/>
                <a:moveTo>
                  <a:pt x="7845" y="4309"/>
                </a:moveTo>
                <a:cubicBezTo>
                  <a:pt x="7877" y="4341"/>
                  <a:pt x="7971" y="4341"/>
                  <a:pt x="8003" y="4341"/>
                </a:cubicBezTo>
                <a:cubicBezTo>
                  <a:pt x="8412" y="4372"/>
                  <a:pt x="8790" y="4498"/>
                  <a:pt x="9105" y="4687"/>
                </a:cubicBezTo>
                <a:cubicBezTo>
                  <a:pt x="8790" y="4876"/>
                  <a:pt x="8412" y="5034"/>
                  <a:pt x="8003" y="5034"/>
                </a:cubicBezTo>
                <a:cubicBezTo>
                  <a:pt x="7971" y="5034"/>
                  <a:pt x="7877" y="5034"/>
                  <a:pt x="7845" y="5097"/>
                </a:cubicBezTo>
                <a:cubicBezTo>
                  <a:pt x="7877" y="4813"/>
                  <a:pt x="7877" y="4561"/>
                  <a:pt x="7845" y="4309"/>
                </a:cubicBezTo>
                <a:close/>
                <a:moveTo>
                  <a:pt x="5356" y="2923"/>
                </a:moveTo>
                <a:cubicBezTo>
                  <a:pt x="6364" y="2923"/>
                  <a:pt x="7152" y="3710"/>
                  <a:pt x="7152" y="4687"/>
                </a:cubicBezTo>
                <a:cubicBezTo>
                  <a:pt x="7152" y="5664"/>
                  <a:pt x="6364" y="6451"/>
                  <a:pt x="5356" y="6451"/>
                </a:cubicBezTo>
                <a:cubicBezTo>
                  <a:pt x="4380" y="6451"/>
                  <a:pt x="3592" y="5664"/>
                  <a:pt x="3592" y="4687"/>
                </a:cubicBezTo>
                <a:cubicBezTo>
                  <a:pt x="3592" y="3710"/>
                  <a:pt x="4380" y="2923"/>
                  <a:pt x="5356" y="2923"/>
                </a:cubicBezTo>
                <a:close/>
                <a:moveTo>
                  <a:pt x="3056" y="5601"/>
                </a:moveTo>
                <a:cubicBezTo>
                  <a:pt x="3119" y="5821"/>
                  <a:pt x="3277" y="6073"/>
                  <a:pt x="3435" y="6262"/>
                </a:cubicBezTo>
                <a:cubicBezTo>
                  <a:pt x="3403" y="6262"/>
                  <a:pt x="3309" y="6262"/>
                  <a:pt x="3277" y="6294"/>
                </a:cubicBezTo>
                <a:cubicBezTo>
                  <a:pt x="2985" y="6479"/>
                  <a:pt x="2649" y="6554"/>
                  <a:pt x="2324" y="6554"/>
                </a:cubicBezTo>
                <a:cubicBezTo>
                  <a:pt x="2263" y="6554"/>
                  <a:pt x="2203" y="6551"/>
                  <a:pt x="2143" y="6546"/>
                </a:cubicBezTo>
                <a:cubicBezTo>
                  <a:pt x="2300" y="6199"/>
                  <a:pt x="2584" y="5916"/>
                  <a:pt x="2930" y="5664"/>
                </a:cubicBezTo>
                <a:cubicBezTo>
                  <a:pt x="2962" y="5664"/>
                  <a:pt x="2993" y="5632"/>
                  <a:pt x="3056" y="5601"/>
                </a:cubicBezTo>
                <a:close/>
                <a:moveTo>
                  <a:pt x="7719" y="5601"/>
                </a:moveTo>
                <a:lnTo>
                  <a:pt x="7845" y="5727"/>
                </a:lnTo>
                <a:cubicBezTo>
                  <a:pt x="8192" y="5916"/>
                  <a:pt x="8444" y="6231"/>
                  <a:pt x="8633" y="6577"/>
                </a:cubicBezTo>
                <a:cubicBezTo>
                  <a:pt x="8571" y="6583"/>
                  <a:pt x="8509" y="6585"/>
                  <a:pt x="8447" y="6585"/>
                </a:cubicBezTo>
                <a:cubicBezTo>
                  <a:pt x="8124" y="6585"/>
                  <a:pt x="7789" y="6515"/>
                  <a:pt x="7499" y="6357"/>
                </a:cubicBezTo>
                <a:cubicBezTo>
                  <a:pt x="7467" y="6294"/>
                  <a:pt x="7373" y="6294"/>
                  <a:pt x="7341" y="6294"/>
                </a:cubicBezTo>
                <a:cubicBezTo>
                  <a:pt x="7499" y="6073"/>
                  <a:pt x="7625" y="5821"/>
                  <a:pt x="7719" y="5601"/>
                </a:cubicBezTo>
                <a:close/>
                <a:moveTo>
                  <a:pt x="3781" y="6609"/>
                </a:moveTo>
                <a:cubicBezTo>
                  <a:pt x="4002" y="6766"/>
                  <a:pt x="4222" y="6924"/>
                  <a:pt x="4474" y="7018"/>
                </a:cubicBezTo>
                <a:lnTo>
                  <a:pt x="4348" y="7144"/>
                </a:lnTo>
                <a:cubicBezTo>
                  <a:pt x="4159" y="7491"/>
                  <a:pt x="3844" y="7712"/>
                  <a:pt x="3466" y="7932"/>
                </a:cubicBezTo>
                <a:cubicBezTo>
                  <a:pt x="3529" y="7523"/>
                  <a:pt x="3592" y="7144"/>
                  <a:pt x="3750" y="6766"/>
                </a:cubicBezTo>
                <a:cubicBezTo>
                  <a:pt x="3781" y="6735"/>
                  <a:pt x="3781" y="6672"/>
                  <a:pt x="3781" y="6609"/>
                </a:cubicBezTo>
                <a:close/>
                <a:moveTo>
                  <a:pt x="6932" y="6609"/>
                </a:moveTo>
                <a:cubicBezTo>
                  <a:pt x="6932" y="6672"/>
                  <a:pt x="6932" y="6735"/>
                  <a:pt x="6995" y="6766"/>
                </a:cubicBezTo>
                <a:cubicBezTo>
                  <a:pt x="7184" y="7144"/>
                  <a:pt x="7247" y="7523"/>
                  <a:pt x="7215" y="7932"/>
                </a:cubicBezTo>
                <a:cubicBezTo>
                  <a:pt x="6869" y="7775"/>
                  <a:pt x="6585" y="7491"/>
                  <a:pt x="6364" y="7144"/>
                </a:cubicBezTo>
                <a:lnTo>
                  <a:pt x="6238" y="7018"/>
                </a:lnTo>
                <a:cubicBezTo>
                  <a:pt x="6522" y="6924"/>
                  <a:pt x="6743" y="6829"/>
                  <a:pt x="6932" y="6609"/>
                </a:cubicBezTo>
                <a:close/>
                <a:moveTo>
                  <a:pt x="5766" y="7176"/>
                </a:moveTo>
                <a:cubicBezTo>
                  <a:pt x="5766" y="7207"/>
                  <a:pt x="5734" y="7239"/>
                  <a:pt x="5734" y="7334"/>
                </a:cubicBezTo>
                <a:cubicBezTo>
                  <a:pt x="5734" y="7712"/>
                  <a:pt x="5608" y="8121"/>
                  <a:pt x="5356" y="8436"/>
                </a:cubicBezTo>
                <a:cubicBezTo>
                  <a:pt x="5167" y="8121"/>
                  <a:pt x="5010" y="7712"/>
                  <a:pt x="5010" y="7334"/>
                </a:cubicBezTo>
                <a:cubicBezTo>
                  <a:pt x="5010" y="7302"/>
                  <a:pt x="5010" y="7207"/>
                  <a:pt x="4978" y="7176"/>
                </a:cubicBezTo>
                <a:lnTo>
                  <a:pt x="4978" y="7176"/>
                </a:lnTo>
                <a:cubicBezTo>
                  <a:pt x="5120" y="7192"/>
                  <a:pt x="5246" y="7200"/>
                  <a:pt x="5372" y="7200"/>
                </a:cubicBezTo>
                <a:cubicBezTo>
                  <a:pt x="5498" y="7200"/>
                  <a:pt x="5624" y="7192"/>
                  <a:pt x="5766" y="7176"/>
                </a:cubicBezTo>
                <a:close/>
                <a:moveTo>
                  <a:pt x="7971" y="7460"/>
                </a:moveTo>
                <a:cubicBezTo>
                  <a:pt x="8790" y="7869"/>
                  <a:pt x="9357" y="8751"/>
                  <a:pt x="9357" y="9728"/>
                </a:cubicBezTo>
                <a:lnTo>
                  <a:pt x="9357" y="10295"/>
                </a:lnTo>
                <a:lnTo>
                  <a:pt x="8538" y="9444"/>
                </a:lnTo>
                <a:cubicBezTo>
                  <a:pt x="8460" y="9366"/>
                  <a:pt x="8365" y="9326"/>
                  <a:pt x="8271" y="9326"/>
                </a:cubicBezTo>
                <a:cubicBezTo>
                  <a:pt x="8176" y="9326"/>
                  <a:pt x="8082" y="9366"/>
                  <a:pt x="8003" y="9444"/>
                </a:cubicBezTo>
                <a:cubicBezTo>
                  <a:pt x="7845" y="9602"/>
                  <a:pt x="7845" y="9822"/>
                  <a:pt x="8003" y="9980"/>
                </a:cubicBezTo>
                <a:lnTo>
                  <a:pt x="8853" y="10799"/>
                </a:lnTo>
                <a:lnTo>
                  <a:pt x="8286" y="10799"/>
                </a:lnTo>
                <a:cubicBezTo>
                  <a:pt x="7152" y="10799"/>
                  <a:pt x="6144" y="10043"/>
                  <a:pt x="5829" y="8972"/>
                </a:cubicBezTo>
                <a:cubicBezTo>
                  <a:pt x="6049" y="8751"/>
                  <a:pt x="6207" y="8436"/>
                  <a:pt x="6301" y="8121"/>
                </a:cubicBezTo>
                <a:cubicBezTo>
                  <a:pt x="6617" y="8405"/>
                  <a:pt x="7026" y="8625"/>
                  <a:pt x="7467" y="8720"/>
                </a:cubicBezTo>
                <a:cubicBezTo>
                  <a:pt x="7487" y="8723"/>
                  <a:pt x="7507" y="8725"/>
                  <a:pt x="7526" y="8725"/>
                </a:cubicBezTo>
                <a:cubicBezTo>
                  <a:pt x="7694" y="8725"/>
                  <a:pt x="7849" y="8609"/>
                  <a:pt x="7877" y="8468"/>
                </a:cubicBezTo>
                <a:cubicBezTo>
                  <a:pt x="7971" y="8121"/>
                  <a:pt x="8003" y="7806"/>
                  <a:pt x="7971" y="7460"/>
                </a:cubicBezTo>
                <a:close/>
                <a:moveTo>
                  <a:pt x="2836" y="7365"/>
                </a:moveTo>
                <a:cubicBezTo>
                  <a:pt x="2804" y="7712"/>
                  <a:pt x="2804" y="8121"/>
                  <a:pt x="2930" y="8468"/>
                </a:cubicBezTo>
                <a:cubicBezTo>
                  <a:pt x="2956" y="8623"/>
                  <a:pt x="3089" y="8736"/>
                  <a:pt x="3258" y="8736"/>
                </a:cubicBezTo>
                <a:cubicBezTo>
                  <a:pt x="3294" y="8736"/>
                  <a:pt x="3332" y="8731"/>
                  <a:pt x="3372" y="8720"/>
                </a:cubicBezTo>
                <a:cubicBezTo>
                  <a:pt x="3781" y="8594"/>
                  <a:pt x="4159" y="8373"/>
                  <a:pt x="4506" y="8121"/>
                </a:cubicBezTo>
                <a:cubicBezTo>
                  <a:pt x="4632" y="8436"/>
                  <a:pt x="4789" y="8751"/>
                  <a:pt x="4978" y="8972"/>
                </a:cubicBezTo>
                <a:cubicBezTo>
                  <a:pt x="4569" y="10452"/>
                  <a:pt x="3277" y="11492"/>
                  <a:pt x="1828" y="11492"/>
                </a:cubicBezTo>
                <a:lnTo>
                  <a:pt x="1261" y="11492"/>
                </a:lnTo>
                <a:lnTo>
                  <a:pt x="2804" y="9980"/>
                </a:lnTo>
                <a:cubicBezTo>
                  <a:pt x="2962" y="9822"/>
                  <a:pt x="2962" y="9602"/>
                  <a:pt x="2804" y="9444"/>
                </a:cubicBezTo>
                <a:cubicBezTo>
                  <a:pt x="2726" y="9366"/>
                  <a:pt x="2639" y="9326"/>
                  <a:pt x="2552" y="9326"/>
                </a:cubicBezTo>
                <a:cubicBezTo>
                  <a:pt x="2466" y="9326"/>
                  <a:pt x="2379" y="9366"/>
                  <a:pt x="2300" y="9444"/>
                </a:cubicBezTo>
                <a:lnTo>
                  <a:pt x="757" y="10988"/>
                </a:lnTo>
                <a:lnTo>
                  <a:pt x="757" y="10452"/>
                </a:lnTo>
                <a:cubicBezTo>
                  <a:pt x="757" y="9066"/>
                  <a:pt x="1639" y="7838"/>
                  <a:pt x="2836" y="7365"/>
                </a:cubicBezTo>
                <a:close/>
                <a:moveTo>
                  <a:pt x="5388" y="1"/>
                </a:moveTo>
                <a:cubicBezTo>
                  <a:pt x="5301" y="1"/>
                  <a:pt x="5215" y="40"/>
                  <a:pt x="5136" y="119"/>
                </a:cubicBezTo>
                <a:cubicBezTo>
                  <a:pt x="4821" y="434"/>
                  <a:pt x="4569" y="781"/>
                  <a:pt x="4474" y="1222"/>
                </a:cubicBezTo>
                <a:cubicBezTo>
                  <a:pt x="4159" y="938"/>
                  <a:pt x="3750" y="718"/>
                  <a:pt x="3309" y="623"/>
                </a:cubicBezTo>
                <a:cubicBezTo>
                  <a:pt x="3289" y="620"/>
                  <a:pt x="3269" y="618"/>
                  <a:pt x="3250" y="618"/>
                </a:cubicBezTo>
                <a:cubicBezTo>
                  <a:pt x="3082" y="618"/>
                  <a:pt x="2927" y="734"/>
                  <a:pt x="2899" y="875"/>
                </a:cubicBezTo>
                <a:cubicBezTo>
                  <a:pt x="2773" y="1316"/>
                  <a:pt x="2773" y="1726"/>
                  <a:pt x="2836" y="2135"/>
                </a:cubicBezTo>
                <a:cubicBezTo>
                  <a:pt x="2646" y="2091"/>
                  <a:pt x="2449" y="2068"/>
                  <a:pt x="2252" y="2068"/>
                </a:cubicBezTo>
                <a:cubicBezTo>
                  <a:pt x="2024" y="2068"/>
                  <a:pt x="1795" y="2099"/>
                  <a:pt x="1576" y="2167"/>
                </a:cubicBezTo>
                <a:cubicBezTo>
                  <a:pt x="1513" y="2198"/>
                  <a:pt x="1418" y="2261"/>
                  <a:pt x="1387" y="2324"/>
                </a:cubicBezTo>
                <a:cubicBezTo>
                  <a:pt x="1355" y="2419"/>
                  <a:pt x="1324" y="2513"/>
                  <a:pt x="1355" y="2608"/>
                </a:cubicBezTo>
                <a:cubicBezTo>
                  <a:pt x="1481" y="3049"/>
                  <a:pt x="1670" y="3395"/>
                  <a:pt x="1954" y="3742"/>
                </a:cubicBezTo>
                <a:cubicBezTo>
                  <a:pt x="1544" y="3868"/>
                  <a:pt x="1166" y="4089"/>
                  <a:pt x="851" y="4404"/>
                </a:cubicBezTo>
                <a:cubicBezTo>
                  <a:pt x="694" y="4561"/>
                  <a:pt x="694" y="4782"/>
                  <a:pt x="851" y="4939"/>
                </a:cubicBezTo>
                <a:cubicBezTo>
                  <a:pt x="1166" y="5254"/>
                  <a:pt x="1513" y="5475"/>
                  <a:pt x="1954" y="5601"/>
                </a:cubicBezTo>
                <a:cubicBezTo>
                  <a:pt x="1670" y="5916"/>
                  <a:pt x="1418" y="6294"/>
                  <a:pt x="1355" y="6735"/>
                </a:cubicBezTo>
                <a:cubicBezTo>
                  <a:pt x="1324" y="6924"/>
                  <a:pt x="1418" y="7144"/>
                  <a:pt x="1576" y="7176"/>
                </a:cubicBezTo>
                <a:cubicBezTo>
                  <a:pt x="1639" y="7176"/>
                  <a:pt x="1670" y="7176"/>
                  <a:pt x="1702" y="7207"/>
                </a:cubicBezTo>
                <a:cubicBezTo>
                  <a:pt x="1418" y="7397"/>
                  <a:pt x="1198" y="7649"/>
                  <a:pt x="946" y="7869"/>
                </a:cubicBezTo>
                <a:cubicBezTo>
                  <a:pt x="379" y="8594"/>
                  <a:pt x="0" y="9507"/>
                  <a:pt x="0" y="10452"/>
                </a:cubicBezTo>
                <a:lnTo>
                  <a:pt x="0" y="11870"/>
                </a:lnTo>
                <a:cubicBezTo>
                  <a:pt x="0" y="12028"/>
                  <a:pt x="127" y="12185"/>
                  <a:pt x="284" y="12217"/>
                </a:cubicBezTo>
                <a:lnTo>
                  <a:pt x="1733" y="12217"/>
                </a:lnTo>
                <a:cubicBezTo>
                  <a:pt x="2647" y="12217"/>
                  <a:pt x="3561" y="11870"/>
                  <a:pt x="4254" y="11272"/>
                </a:cubicBezTo>
                <a:cubicBezTo>
                  <a:pt x="4726" y="10862"/>
                  <a:pt x="5104" y="10358"/>
                  <a:pt x="5325" y="9822"/>
                </a:cubicBezTo>
                <a:cubicBezTo>
                  <a:pt x="5892" y="10831"/>
                  <a:pt x="6995" y="11492"/>
                  <a:pt x="8129" y="11492"/>
                </a:cubicBezTo>
                <a:lnTo>
                  <a:pt x="9546" y="11492"/>
                </a:lnTo>
                <a:cubicBezTo>
                  <a:pt x="9862" y="11492"/>
                  <a:pt x="10019" y="11335"/>
                  <a:pt x="10019" y="11146"/>
                </a:cubicBezTo>
                <a:lnTo>
                  <a:pt x="10019" y="9728"/>
                </a:lnTo>
                <a:cubicBezTo>
                  <a:pt x="10019" y="8751"/>
                  <a:pt x="9578" y="7838"/>
                  <a:pt x="8885" y="7239"/>
                </a:cubicBezTo>
                <a:cubicBezTo>
                  <a:pt x="8979" y="7239"/>
                  <a:pt x="9074" y="7207"/>
                  <a:pt x="9200" y="7176"/>
                </a:cubicBezTo>
                <a:cubicBezTo>
                  <a:pt x="9389" y="7144"/>
                  <a:pt x="9515" y="6924"/>
                  <a:pt x="9420" y="6735"/>
                </a:cubicBezTo>
                <a:cubicBezTo>
                  <a:pt x="9294" y="6294"/>
                  <a:pt x="9105" y="5947"/>
                  <a:pt x="8822" y="5601"/>
                </a:cubicBezTo>
                <a:cubicBezTo>
                  <a:pt x="9231" y="5475"/>
                  <a:pt x="9610" y="5254"/>
                  <a:pt x="9925" y="4939"/>
                </a:cubicBezTo>
                <a:cubicBezTo>
                  <a:pt x="10082" y="4782"/>
                  <a:pt x="10082" y="4561"/>
                  <a:pt x="9925" y="4404"/>
                </a:cubicBezTo>
                <a:cubicBezTo>
                  <a:pt x="9610" y="4089"/>
                  <a:pt x="9263" y="3868"/>
                  <a:pt x="8822" y="3742"/>
                </a:cubicBezTo>
                <a:cubicBezTo>
                  <a:pt x="9105" y="3427"/>
                  <a:pt x="9357" y="3049"/>
                  <a:pt x="9420" y="2608"/>
                </a:cubicBezTo>
                <a:cubicBezTo>
                  <a:pt x="9452" y="2419"/>
                  <a:pt x="9357" y="2198"/>
                  <a:pt x="9200" y="2167"/>
                </a:cubicBezTo>
                <a:cubicBezTo>
                  <a:pt x="8964" y="2099"/>
                  <a:pt x="8727" y="2068"/>
                  <a:pt x="8501" y="2068"/>
                </a:cubicBezTo>
                <a:cubicBezTo>
                  <a:pt x="8304" y="2068"/>
                  <a:pt x="8115" y="2091"/>
                  <a:pt x="7940" y="2135"/>
                </a:cubicBezTo>
                <a:cubicBezTo>
                  <a:pt x="8003" y="1694"/>
                  <a:pt x="8003" y="1253"/>
                  <a:pt x="7877" y="875"/>
                </a:cubicBezTo>
                <a:cubicBezTo>
                  <a:pt x="7851" y="719"/>
                  <a:pt x="7718" y="607"/>
                  <a:pt x="7567" y="607"/>
                </a:cubicBezTo>
                <a:cubicBezTo>
                  <a:pt x="7534" y="607"/>
                  <a:pt x="7501" y="612"/>
                  <a:pt x="7467" y="623"/>
                </a:cubicBezTo>
                <a:cubicBezTo>
                  <a:pt x="7026" y="749"/>
                  <a:pt x="6680" y="938"/>
                  <a:pt x="6301" y="1222"/>
                </a:cubicBezTo>
                <a:cubicBezTo>
                  <a:pt x="6207" y="844"/>
                  <a:pt x="5955" y="434"/>
                  <a:pt x="5640" y="119"/>
                </a:cubicBezTo>
                <a:cubicBezTo>
                  <a:pt x="5561" y="40"/>
                  <a:pt x="5474" y="1"/>
                  <a:pt x="53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26" name="Google Shape;11126;p66"/>
          <p:cNvSpPr/>
          <p:nvPr/>
        </p:nvSpPr>
        <p:spPr>
          <a:xfrm>
            <a:off x="5497759" y="3446880"/>
            <a:ext cx="475086" cy="470849"/>
          </a:xfrm>
          <a:custGeom>
            <a:rect l="l" t="t" r="r" b="b"/>
            <a:pathLst>
              <a:path w="12224" h="12115" extrusionOk="0">
                <a:moveTo>
                  <a:pt x="3245" y="741"/>
                </a:moveTo>
                <a:cubicBezTo>
                  <a:pt x="3497" y="993"/>
                  <a:pt x="3938" y="1465"/>
                  <a:pt x="3938" y="2033"/>
                </a:cubicBezTo>
                <a:cubicBezTo>
                  <a:pt x="3938" y="2568"/>
                  <a:pt x="3497" y="3104"/>
                  <a:pt x="3245" y="3324"/>
                </a:cubicBezTo>
                <a:cubicBezTo>
                  <a:pt x="2962" y="3041"/>
                  <a:pt x="2520" y="2568"/>
                  <a:pt x="2520" y="2033"/>
                </a:cubicBezTo>
                <a:cubicBezTo>
                  <a:pt x="2520" y="1528"/>
                  <a:pt x="2962" y="993"/>
                  <a:pt x="3245" y="741"/>
                </a:cubicBezTo>
                <a:close/>
                <a:moveTo>
                  <a:pt x="8979" y="741"/>
                </a:moveTo>
                <a:cubicBezTo>
                  <a:pt x="9263" y="993"/>
                  <a:pt x="9704" y="1465"/>
                  <a:pt x="9704" y="2033"/>
                </a:cubicBezTo>
                <a:cubicBezTo>
                  <a:pt x="9704" y="2568"/>
                  <a:pt x="9263" y="3104"/>
                  <a:pt x="8979" y="3324"/>
                </a:cubicBezTo>
                <a:cubicBezTo>
                  <a:pt x="8695" y="3041"/>
                  <a:pt x="8286" y="2568"/>
                  <a:pt x="8286" y="2033"/>
                </a:cubicBezTo>
                <a:cubicBezTo>
                  <a:pt x="8286" y="1528"/>
                  <a:pt x="8758" y="993"/>
                  <a:pt x="8979" y="741"/>
                </a:cubicBezTo>
                <a:close/>
                <a:moveTo>
                  <a:pt x="1827" y="3482"/>
                </a:moveTo>
                <a:cubicBezTo>
                  <a:pt x="2394" y="3482"/>
                  <a:pt x="2899" y="3954"/>
                  <a:pt x="2899" y="4553"/>
                </a:cubicBezTo>
                <a:lnTo>
                  <a:pt x="2899" y="4899"/>
                </a:lnTo>
                <a:lnTo>
                  <a:pt x="2520" y="4899"/>
                </a:lnTo>
                <a:cubicBezTo>
                  <a:pt x="1922" y="4899"/>
                  <a:pt x="1449" y="4427"/>
                  <a:pt x="1449" y="3828"/>
                </a:cubicBezTo>
                <a:lnTo>
                  <a:pt x="1449" y="3482"/>
                </a:lnTo>
                <a:close/>
                <a:moveTo>
                  <a:pt x="5041" y="3482"/>
                </a:moveTo>
                <a:lnTo>
                  <a:pt x="5041" y="3828"/>
                </a:lnTo>
                <a:cubicBezTo>
                  <a:pt x="5041" y="4427"/>
                  <a:pt x="4568" y="4899"/>
                  <a:pt x="3970" y="4899"/>
                </a:cubicBezTo>
                <a:lnTo>
                  <a:pt x="3623" y="4899"/>
                </a:lnTo>
                <a:lnTo>
                  <a:pt x="3623" y="4553"/>
                </a:lnTo>
                <a:cubicBezTo>
                  <a:pt x="3623" y="3954"/>
                  <a:pt x="4096" y="3482"/>
                  <a:pt x="4694" y="3482"/>
                </a:cubicBezTo>
                <a:close/>
                <a:moveTo>
                  <a:pt x="7561" y="3482"/>
                </a:moveTo>
                <a:cubicBezTo>
                  <a:pt x="8160" y="3482"/>
                  <a:pt x="8632" y="3954"/>
                  <a:pt x="8632" y="4553"/>
                </a:cubicBezTo>
                <a:lnTo>
                  <a:pt x="8632" y="4899"/>
                </a:lnTo>
                <a:lnTo>
                  <a:pt x="8286" y="4899"/>
                </a:lnTo>
                <a:cubicBezTo>
                  <a:pt x="7687" y="4899"/>
                  <a:pt x="7215" y="4427"/>
                  <a:pt x="7215" y="3828"/>
                </a:cubicBezTo>
                <a:lnTo>
                  <a:pt x="7215" y="3482"/>
                </a:lnTo>
                <a:close/>
                <a:moveTo>
                  <a:pt x="10806" y="3482"/>
                </a:moveTo>
                <a:lnTo>
                  <a:pt x="10806" y="3828"/>
                </a:lnTo>
                <a:cubicBezTo>
                  <a:pt x="10806" y="4427"/>
                  <a:pt x="10334" y="4899"/>
                  <a:pt x="9735" y="4899"/>
                </a:cubicBezTo>
                <a:lnTo>
                  <a:pt x="9389" y="4899"/>
                </a:lnTo>
                <a:lnTo>
                  <a:pt x="9389" y="4553"/>
                </a:lnTo>
                <a:cubicBezTo>
                  <a:pt x="9389" y="3954"/>
                  <a:pt x="9861" y="3482"/>
                  <a:pt x="10428" y="3482"/>
                </a:cubicBezTo>
                <a:close/>
                <a:moveTo>
                  <a:pt x="1827" y="5624"/>
                </a:moveTo>
                <a:cubicBezTo>
                  <a:pt x="2394" y="5624"/>
                  <a:pt x="2899" y="6065"/>
                  <a:pt x="2899" y="6664"/>
                </a:cubicBezTo>
                <a:lnTo>
                  <a:pt x="2899" y="7042"/>
                </a:lnTo>
                <a:lnTo>
                  <a:pt x="2520" y="7042"/>
                </a:lnTo>
                <a:cubicBezTo>
                  <a:pt x="1922" y="7042"/>
                  <a:pt x="1449" y="6569"/>
                  <a:pt x="1449" y="5971"/>
                </a:cubicBezTo>
                <a:lnTo>
                  <a:pt x="1449" y="5624"/>
                </a:lnTo>
                <a:close/>
                <a:moveTo>
                  <a:pt x="7561" y="5624"/>
                </a:moveTo>
                <a:cubicBezTo>
                  <a:pt x="8160" y="5624"/>
                  <a:pt x="8632" y="6065"/>
                  <a:pt x="8632" y="6664"/>
                </a:cubicBezTo>
                <a:lnTo>
                  <a:pt x="8632" y="7042"/>
                </a:lnTo>
                <a:lnTo>
                  <a:pt x="8286" y="7042"/>
                </a:lnTo>
                <a:cubicBezTo>
                  <a:pt x="7687" y="7042"/>
                  <a:pt x="7215" y="6569"/>
                  <a:pt x="7215" y="5971"/>
                </a:cubicBezTo>
                <a:lnTo>
                  <a:pt x="7215" y="5624"/>
                </a:lnTo>
                <a:close/>
                <a:moveTo>
                  <a:pt x="5009" y="5656"/>
                </a:moveTo>
                <a:lnTo>
                  <a:pt x="5009" y="6002"/>
                </a:lnTo>
                <a:cubicBezTo>
                  <a:pt x="5009" y="6601"/>
                  <a:pt x="4537" y="7073"/>
                  <a:pt x="3938" y="7073"/>
                </a:cubicBezTo>
                <a:lnTo>
                  <a:pt x="3592" y="7073"/>
                </a:lnTo>
                <a:lnTo>
                  <a:pt x="3592" y="6727"/>
                </a:lnTo>
                <a:cubicBezTo>
                  <a:pt x="3592" y="6128"/>
                  <a:pt x="4064" y="5656"/>
                  <a:pt x="4663" y="5656"/>
                </a:cubicBezTo>
                <a:close/>
                <a:moveTo>
                  <a:pt x="10806" y="5656"/>
                </a:moveTo>
                <a:lnTo>
                  <a:pt x="10806" y="6002"/>
                </a:lnTo>
                <a:cubicBezTo>
                  <a:pt x="10806" y="6601"/>
                  <a:pt x="10334" y="7073"/>
                  <a:pt x="9735" y="7073"/>
                </a:cubicBezTo>
                <a:lnTo>
                  <a:pt x="9389" y="7073"/>
                </a:lnTo>
                <a:lnTo>
                  <a:pt x="9389" y="6727"/>
                </a:lnTo>
                <a:cubicBezTo>
                  <a:pt x="9389" y="6128"/>
                  <a:pt x="9861" y="5656"/>
                  <a:pt x="10428" y="5656"/>
                </a:cubicBezTo>
                <a:close/>
                <a:moveTo>
                  <a:pt x="1827" y="7766"/>
                </a:moveTo>
                <a:cubicBezTo>
                  <a:pt x="2394" y="7766"/>
                  <a:pt x="2899" y="8239"/>
                  <a:pt x="2899" y="8838"/>
                </a:cubicBezTo>
                <a:lnTo>
                  <a:pt x="2899" y="9184"/>
                </a:lnTo>
                <a:lnTo>
                  <a:pt x="2520" y="9184"/>
                </a:lnTo>
                <a:cubicBezTo>
                  <a:pt x="1922" y="9184"/>
                  <a:pt x="1449" y="8712"/>
                  <a:pt x="1449" y="8144"/>
                </a:cubicBezTo>
                <a:lnTo>
                  <a:pt x="1449" y="7766"/>
                </a:lnTo>
                <a:close/>
                <a:moveTo>
                  <a:pt x="5041" y="7766"/>
                </a:moveTo>
                <a:lnTo>
                  <a:pt x="5041" y="8144"/>
                </a:lnTo>
                <a:cubicBezTo>
                  <a:pt x="5041" y="8712"/>
                  <a:pt x="4568" y="9184"/>
                  <a:pt x="3970" y="9184"/>
                </a:cubicBezTo>
                <a:lnTo>
                  <a:pt x="3623" y="9184"/>
                </a:lnTo>
                <a:lnTo>
                  <a:pt x="3623" y="8838"/>
                </a:lnTo>
                <a:cubicBezTo>
                  <a:pt x="3623" y="8239"/>
                  <a:pt x="4096" y="7766"/>
                  <a:pt x="4694" y="7766"/>
                </a:cubicBezTo>
                <a:close/>
                <a:moveTo>
                  <a:pt x="7561" y="7766"/>
                </a:moveTo>
                <a:cubicBezTo>
                  <a:pt x="8160" y="7766"/>
                  <a:pt x="8632" y="8239"/>
                  <a:pt x="8632" y="8838"/>
                </a:cubicBezTo>
                <a:lnTo>
                  <a:pt x="8632" y="9184"/>
                </a:lnTo>
                <a:lnTo>
                  <a:pt x="8286" y="9184"/>
                </a:lnTo>
                <a:cubicBezTo>
                  <a:pt x="7687" y="9184"/>
                  <a:pt x="7215" y="8712"/>
                  <a:pt x="7215" y="8144"/>
                </a:cubicBezTo>
                <a:lnTo>
                  <a:pt x="7215" y="7766"/>
                </a:lnTo>
                <a:close/>
                <a:moveTo>
                  <a:pt x="10806" y="7766"/>
                </a:moveTo>
                <a:lnTo>
                  <a:pt x="10806" y="8144"/>
                </a:lnTo>
                <a:cubicBezTo>
                  <a:pt x="10806" y="8712"/>
                  <a:pt x="10334" y="9184"/>
                  <a:pt x="9735" y="9184"/>
                </a:cubicBezTo>
                <a:lnTo>
                  <a:pt x="9389" y="9184"/>
                </a:lnTo>
                <a:lnTo>
                  <a:pt x="9389" y="8838"/>
                </a:lnTo>
                <a:cubicBezTo>
                  <a:pt x="9389" y="8239"/>
                  <a:pt x="9861" y="7766"/>
                  <a:pt x="10428" y="7766"/>
                </a:cubicBezTo>
                <a:close/>
                <a:moveTo>
                  <a:pt x="3214" y="0"/>
                </a:moveTo>
                <a:cubicBezTo>
                  <a:pt x="3135" y="0"/>
                  <a:pt x="3056" y="16"/>
                  <a:pt x="2993" y="48"/>
                </a:cubicBezTo>
                <a:cubicBezTo>
                  <a:pt x="2962" y="79"/>
                  <a:pt x="1796" y="961"/>
                  <a:pt x="1796" y="2127"/>
                </a:cubicBezTo>
                <a:cubicBezTo>
                  <a:pt x="1796" y="2379"/>
                  <a:pt x="1827" y="2663"/>
                  <a:pt x="1953" y="2852"/>
                </a:cubicBezTo>
                <a:lnTo>
                  <a:pt x="1071" y="2852"/>
                </a:lnTo>
                <a:cubicBezTo>
                  <a:pt x="882" y="2852"/>
                  <a:pt x="725" y="3009"/>
                  <a:pt x="725" y="3198"/>
                </a:cubicBezTo>
                <a:lnTo>
                  <a:pt x="725" y="3923"/>
                </a:lnTo>
                <a:cubicBezTo>
                  <a:pt x="725" y="4301"/>
                  <a:pt x="851" y="4710"/>
                  <a:pt x="1071" y="4994"/>
                </a:cubicBezTo>
                <a:cubicBezTo>
                  <a:pt x="882" y="4994"/>
                  <a:pt x="725" y="5152"/>
                  <a:pt x="725" y="5341"/>
                </a:cubicBezTo>
                <a:lnTo>
                  <a:pt x="725" y="6034"/>
                </a:lnTo>
                <a:cubicBezTo>
                  <a:pt x="725" y="6443"/>
                  <a:pt x="851" y="6821"/>
                  <a:pt x="1071" y="7105"/>
                </a:cubicBezTo>
                <a:cubicBezTo>
                  <a:pt x="882" y="7105"/>
                  <a:pt x="725" y="7262"/>
                  <a:pt x="725" y="7451"/>
                </a:cubicBezTo>
                <a:lnTo>
                  <a:pt x="725" y="8176"/>
                </a:lnTo>
                <a:cubicBezTo>
                  <a:pt x="725" y="9153"/>
                  <a:pt x="1512" y="9940"/>
                  <a:pt x="2489" y="9940"/>
                </a:cubicBezTo>
                <a:lnTo>
                  <a:pt x="2836" y="9940"/>
                </a:lnTo>
                <a:lnTo>
                  <a:pt x="2836" y="11389"/>
                </a:lnTo>
                <a:lnTo>
                  <a:pt x="378" y="11389"/>
                </a:lnTo>
                <a:cubicBezTo>
                  <a:pt x="158" y="11389"/>
                  <a:pt x="0" y="11547"/>
                  <a:pt x="0" y="11768"/>
                </a:cubicBezTo>
                <a:cubicBezTo>
                  <a:pt x="0" y="11957"/>
                  <a:pt x="158" y="12114"/>
                  <a:pt x="378" y="12114"/>
                </a:cubicBezTo>
                <a:lnTo>
                  <a:pt x="11814" y="12114"/>
                </a:lnTo>
                <a:cubicBezTo>
                  <a:pt x="12035" y="12114"/>
                  <a:pt x="12192" y="11957"/>
                  <a:pt x="12192" y="11768"/>
                </a:cubicBezTo>
                <a:cubicBezTo>
                  <a:pt x="12224" y="11547"/>
                  <a:pt x="12066" y="11389"/>
                  <a:pt x="11846" y="11389"/>
                </a:cubicBezTo>
                <a:lnTo>
                  <a:pt x="9389" y="11389"/>
                </a:lnTo>
                <a:lnTo>
                  <a:pt x="9389" y="9940"/>
                </a:lnTo>
                <a:lnTo>
                  <a:pt x="9735" y="9940"/>
                </a:lnTo>
                <a:cubicBezTo>
                  <a:pt x="10712" y="9940"/>
                  <a:pt x="11499" y="9153"/>
                  <a:pt x="11499" y="8176"/>
                </a:cubicBezTo>
                <a:lnTo>
                  <a:pt x="11499" y="7451"/>
                </a:lnTo>
                <a:cubicBezTo>
                  <a:pt x="11499" y="7262"/>
                  <a:pt x="11342" y="7105"/>
                  <a:pt x="11153" y="7105"/>
                </a:cubicBezTo>
                <a:cubicBezTo>
                  <a:pt x="11373" y="6790"/>
                  <a:pt x="11499" y="6443"/>
                  <a:pt x="11499" y="6034"/>
                </a:cubicBezTo>
                <a:lnTo>
                  <a:pt x="11499" y="5341"/>
                </a:lnTo>
                <a:cubicBezTo>
                  <a:pt x="11499" y="5152"/>
                  <a:pt x="11342" y="4994"/>
                  <a:pt x="11153" y="4994"/>
                </a:cubicBezTo>
                <a:cubicBezTo>
                  <a:pt x="11373" y="4679"/>
                  <a:pt x="11499" y="4301"/>
                  <a:pt x="11499" y="3923"/>
                </a:cubicBezTo>
                <a:lnTo>
                  <a:pt x="11499" y="3198"/>
                </a:lnTo>
                <a:cubicBezTo>
                  <a:pt x="11499" y="3009"/>
                  <a:pt x="11342" y="2852"/>
                  <a:pt x="11153" y="2852"/>
                </a:cubicBezTo>
                <a:lnTo>
                  <a:pt x="10271" y="2852"/>
                </a:lnTo>
                <a:cubicBezTo>
                  <a:pt x="10365" y="2631"/>
                  <a:pt x="10428" y="2379"/>
                  <a:pt x="10428" y="2127"/>
                </a:cubicBezTo>
                <a:cubicBezTo>
                  <a:pt x="10428" y="993"/>
                  <a:pt x="9263" y="79"/>
                  <a:pt x="9231" y="48"/>
                </a:cubicBezTo>
                <a:cubicBezTo>
                  <a:pt x="9168" y="16"/>
                  <a:pt x="9089" y="0"/>
                  <a:pt x="9010" y="0"/>
                </a:cubicBezTo>
                <a:cubicBezTo>
                  <a:pt x="8932" y="0"/>
                  <a:pt x="8853" y="16"/>
                  <a:pt x="8790" y="48"/>
                </a:cubicBezTo>
                <a:cubicBezTo>
                  <a:pt x="8758" y="79"/>
                  <a:pt x="7561" y="961"/>
                  <a:pt x="7561" y="2127"/>
                </a:cubicBezTo>
                <a:cubicBezTo>
                  <a:pt x="7561" y="2379"/>
                  <a:pt x="7624" y="2663"/>
                  <a:pt x="7719" y="2852"/>
                </a:cubicBezTo>
                <a:lnTo>
                  <a:pt x="6868" y="2852"/>
                </a:lnTo>
                <a:cubicBezTo>
                  <a:pt x="6679" y="2852"/>
                  <a:pt x="6522" y="3009"/>
                  <a:pt x="6522" y="3198"/>
                </a:cubicBezTo>
                <a:lnTo>
                  <a:pt x="6522" y="3923"/>
                </a:lnTo>
                <a:cubicBezTo>
                  <a:pt x="6522" y="4301"/>
                  <a:pt x="6616" y="4710"/>
                  <a:pt x="6868" y="4994"/>
                </a:cubicBezTo>
                <a:cubicBezTo>
                  <a:pt x="6679" y="4994"/>
                  <a:pt x="6522" y="5152"/>
                  <a:pt x="6522" y="5341"/>
                </a:cubicBezTo>
                <a:lnTo>
                  <a:pt x="6522" y="6034"/>
                </a:lnTo>
                <a:cubicBezTo>
                  <a:pt x="6522" y="6443"/>
                  <a:pt x="6616" y="6821"/>
                  <a:pt x="6868" y="7105"/>
                </a:cubicBezTo>
                <a:cubicBezTo>
                  <a:pt x="6679" y="7105"/>
                  <a:pt x="6522" y="7262"/>
                  <a:pt x="6522" y="7451"/>
                </a:cubicBezTo>
                <a:lnTo>
                  <a:pt x="6522" y="8176"/>
                </a:lnTo>
                <a:cubicBezTo>
                  <a:pt x="6522" y="9153"/>
                  <a:pt x="7309" y="9940"/>
                  <a:pt x="8286" y="9940"/>
                </a:cubicBezTo>
                <a:lnTo>
                  <a:pt x="8632" y="9940"/>
                </a:lnTo>
                <a:lnTo>
                  <a:pt x="8632" y="11389"/>
                </a:lnTo>
                <a:lnTo>
                  <a:pt x="3592" y="11389"/>
                </a:lnTo>
                <a:lnTo>
                  <a:pt x="3592" y="9940"/>
                </a:lnTo>
                <a:lnTo>
                  <a:pt x="3938" y="9940"/>
                </a:lnTo>
                <a:cubicBezTo>
                  <a:pt x="4946" y="9940"/>
                  <a:pt x="5734" y="9153"/>
                  <a:pt x="5734" y="8176"/>
                </a:cubicBezTo>
                <a:lnTo>
                  <a:pt x="5734" y="7451"/>
                </a:lnTo>
                <a:cubicBezTo>
                  <a:pt x="5734" y="7262"/>
                  <a:pt x="5576" y="7105"/>
                  <a:pt x="5356" y="7105"/>
                </a:cubicBezTo>
                <a:cubicBezTo>
                  <a:pt x="5608" y="6790"/>
                  <a:pt x="5734" y="6443"/>
                  <a:pt x="5734" y="6034"/>
                </a:cubicBezTo>
                <a:lnTo>
                  <a:pt x="5734" y="5341"/>
                </a:lnTo>
                <a:cubicBezTo>
                  <a:pt x="5734" y="5152"/>
                  <a:pt x="5576" y="4994"/>
                  <a:pt x="5356" y="4994"/>
                </a:cubicBezTo>
                <a:cubicBezTo>
                  <a:pt x="5608" y="4679"/>
                  <a:pt x="5734" y="4301"/>
                  <a:pt x="5734" y="3923"/>
                </a:cubicBezTo>
                <a:lnTo>
                  <a:pt x="5734" y="3198"/>
                </a:lnTo>
                <a:cubicBezTo>
                  <a:pt x="5734" y="3009"/>
                  <a:pt x="5576" y="2852"/>
                  <a:pt x="5356" y="2852"/>
                </a:cubicBezTo>
                <a:lnTo>
                  <a:pt x="4505" y="2852"/>
                </a:lnTo>
                <a:cubicBezTo>
                  <a:pt x="4568" y="2631"/>
                  <a:pt x="4663" y="2379"/>
                  <a:pt x="4663" y="2127"/>
                </a:cubicBezTo>
                <a:cubicBezTo>
                  <a:pt x="4663" y="993"/>
                  <a:pt x="3466" y="79"/>
                  <a:pt x="3434" y="48"/>
                </a:cubicBezTo>
                <a:cubicBezTo>
                  <a:pt x="3371" y="16"/>
                  <a:pt x="3292" y="0"/>
                  <a:pt x="32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127" name="Google Shape;11127;p66"/>
          <p:cNvGrpSpPr/>
          <p:nvPr/>
        </p:nvGrpSpPr>
        <p:grpSpPr>
          <a:xfrm>
            <a:off x="7907919" y="2297751"/>
            <a:ext cx="368362" cy="419314"/>
            <a:chOff x="4995050" y="3245650"/>
            <a:chExt cx="236950" cy="269725"/>
          </a:xfrm>
        </p:grpSpPr>
        <p:sp>
          <p:nvSpPr>
            <p:cNvPr id="11128" name="Google Shape;11128;p66"/>
            <p:cNvSpPr/>
            <p:nvPr/>
          </p:nvSpPr>
          <p:spPr>
            <a:xfrm>
              <a:off x="5074475" y="3356450"/>
              <a:ext cx="16050" cy="16050"/>
            </a:xfrm>
            <a:custGeom>
              <a:rect l="l" t="t" r="r" b="b"/>
              <a:pathLst>
                <a:path w="642" h="642" extrusionOk="0">
                  <a:moveTo>
                    <a:pt x="307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502"/>
                    <a:pt x="140" y="642"/>
                    <a:pt x="307" y="642"/>
                  </a:cubicBezTo>
                  <a:cubicBezTo>
                    <a:pt x="503" y="642"/>
                    <a:pt x="642" y="502"/>
                    <a:pt x="642" y="307"/>
                  </a:cubicBezTo>
                  <a:cubicBezTo>
                    <a:pt x="642" y="140"/>
                    <a:pt x="503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29" name="Google Shape;11129;p66"/>
            <p:cNvSpPr/>
            <p:nvPr/>
          </p:nvSpPr>
          <p:spPr>
            <a:xfrm>
              <a:off x="5137200" y="3356450"/>
              <a:ext cx="16050" cy="16050"/>
            </a:xfrm>
            <a:custGeom>
              <a:rect l="l" t="t" r="r" b="b"/>
              <a:pathLst>
                <a:path w="642" h="642" extrusionOk="0">
                  <a:moveTo>
                    <a:pt x="307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502"/>
                    <a:pt x="140" y="642"/>
                    <a:pt x="307" y="642"/>
                  </a:cubicBezTo>
                  <a:cubicBezTo>
                    <a:pt x="474" y="642"/>
                    <a:pt x="614" y="502"/>
                    <a:pt x="614" y="307"/>
                  </a:cubicBezTo>
                  <a:cubicBezTo>
                    <a:pt x="642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30" name="Google Shape;11130;p66"/>
            <p:cNvSpPr/>
            <p:nvPr/>
          </p:nvSpPr>
          <p:spPr>
            <a:xfrm>
              <a:off x="5089125" y="3371950"/>
              <a:ext cx="48100" cy="63100"/>
            </a:xfrm>
            <a:custGeom>
              <a:rect l="l" t="t" r="r" b="b"/>
              <a:pathLst>
                <a:path w="1924" h="2524" extrusionOk="0">
                  <a:moveTo>
                    <a:pt x="976" y="774"/>
                  </a:moveTo>
                  <a:lnTo>
                    <a:pt x="1227" y="1025"/>
                  </a:lnTo>
                  <a:lnTo>
                    <a:pt x="976" y="1499"/>
                  </a:lnTo>
                  <a:lnTo>
                    <a:pt x="753" y="1025"/>
                  </a:lnTo>
                  <a:lnTo>
                    <a:pt x="976" y="774"/>
                  </a:lnTo>
                  <a:close/>
                  <a:moveTo>
                    <a:pt x="976" y="1"/>
                  </a:moveTo>
                  <a:cubicBezTo>
                    <a:pt x="899" y="1"/>
                    <a:pt x="822" y="36"/>
                    <a:pt x="753" y="105"/>
                  </a:cubicBezTo>
                  <a:lnTo>
                    <a:pt x="112" y="747"/>
                  </a:lnTo>
                  <a:cubicBezTo>
                    <a:pt x="0" y="858"/>
                    <a:pt x="0" y="997"/>
                    <a:pt x="56" y="1081"/>
                  </a:cubicBezTo>
                  <a:lnTo>
                    <a:pt x="669" y="2335"/>
                  </a:lnTo>
                  <a:cubicBezTo>
                    <a:pt x="725" y="2461"/>
                    <a:pt x="836" y="2524"/>
                    <a:pt x="948" y="2524"/>
                  </a:cubicBezTo>
                  <a:cubicBezTo>
                    <a:pt x="1059" y="2524"/>
                    <a:pt x="1171" y="2461"/>
                    <a:pt x="1227" y="2335"/>
                  </a:cubicBezTo>
                  <a:lnTo>
                    <a:pt x="1840" y="1081"/>
                  </a:lnTo>
                  <a:cubicBezTo>
                    <a:pt x="1924" y="997"/>
                    <a:pt x="1896" y="802"/>
                    <a:pt x="1784" y="747"/>
                  </a:cubicBezTo>
                  <a:lnTo>
                    <a:pt x="1199" y="105"/>
                  </a:lnTo>
                  <a:cubicBezTo>
                    <a:pt x="1129" y="36"/>
                    <a:pt x="1052" y="1"/>
                    <a:pt x="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1131" name="Google Shape;11131;p66"/>
            <p:cNvGrpSpPr/>
            <p:nvPr/>
          </p:nvGrpSpPr>
          <p:grpSpPr>
            <a:xfrm>
              <a:off x="4995050" y="3245650"/>
              <a:ext cx="236950" cy="269725"/>
              <a:chOff x="4995050" y="3245650"/>
              <a:chExt cx="236950" cy="269725"/>
            </a:xfrm>
          </p:grpSpPr>
          <p:sp>
            <p:nvSpPr>
              <p:cNvPr id="11132" name="Google Shape;11132;p66"/>
              <p:cNvSpPr/>
              <p:nvPr/>
            </p:nvSpPr>
            <p:spPr>
              <a:xfrm>
                <a:off x="4995050" y="3245650"/>
                <a:ext cx="236950" cy="269725"/>
              </a:xfrm>
              <a:custGeom>
                <a:rect l="l" t="t" r="r" b="b"/>
                <a:pathLst>
                  <a:path w="9478" h="10789" extrusionOk="0">
                    <a:moveTo>
                      <a:pt x="4822" y="614"/>
                    </a:moveTo>
                    <a:cubicBezTo>
                      <a:pt x="7080" y="614"/>
                      <a:pt x="8920" y="2454"/>
                      <a:pt x="8920" y="4711"/>
                    </a:cubicBezTo>
                    <a:lnTo>
                      <a:pt x="8920" y="10147"/>
                    </a:lnTo>
                    <a:lnTo>
                      <a:pt x="8223" y="10147"/>
                    </a:lnTo>
                    <a:cubicBezTo>
                      <a:pt x="8223" y="8976"/>
                      <a:pt x="7805" y="8001"/>
                      <a:pt x="7108" y="7304"/>
                    </a:cubicBezTo>
                    <a:cubicBezTo>
                      <a:pt x="7471" y="6941"/>
                      <a:pt x="7749" y="6495"/>
                      <a:pt x="7944" y="6049"/>
                    </a:cubicBezTo>
                    <a:cubicBezTo>
                      <a:pt x="8167" y="5548"/>
                      <a:pt x="8251" y="5074"/>
                      <a:pt x="8251" y="4544"/>
                    </a:cubicBezTo>
                    <a:cubicBezTo>
                      <a:pt x="8251" y="3569"/>
                      <a:pt x="7526" y="2649"/>
                      <a:pt x="6551" y="2565"/>
                    </a:cubicBezTo>
                    <a:cubicBezTo>
                      <a:pt x="6475" y="2556"/>
                      <a:pt x="6400" y="2552"/>
                      <a:pt x="6324" y="2552"/>
                    </a:cubicBezTo>
                    <a:cubicBezTo>
                      <a:pt x="5706" y="2552"/>
                      <a:pt x="5115" y="2855"/>
                      <a:pt x="4767" y="3401"/>
                    </a:cubicBezTo>
                    <a:cubicBezTo>
                      <a:pt x="4424" y="2853"/>
                      <a:pt x="3838" y="2548"/>
                      <a:pt x="3192" y="2548"/>
                    </a:cubicBezTo>
                    <a:cubicBezTo>
                      <a:pt x="3050" y="2548"/>
                      <a:pt x="2905" y="2563"/>
                      <a:pt x="2760" y="2593"/>
                    </a:cubicBezTo>
                    <a:cubicBezTo>
                      <a:pt x="1923" y="2788"/>
                      <a:pt x="1338" y="3596"/>
                      <a:pt x="1338" y="4516"/>
                    </a:cubicBezTo>
                    <a:cubicBezTo>
                      <a:pt x="1338" y="5130"/>
                      <a:pt x="1505" y="5715"/>
                      <a:pt x="1868" y="6245"/>
                    </a:cubicBezTo>
                    <a:lnTo>
                      <a:pt x="2509" y="7220"/>
                    </a:lnTo>
                    <a:lnTo>
                      <a:pt x="2035" y="7861"/>
                    </a:lnTo>
                    <a:cubicBezTo>
                      <a:pt x="1589" y="8419"/>
                      <a:pt x="1338" y="9116"/>
                      <a:pt x="1338" y="9841"/>
                    </a:cubicBezTo>
                    <a:lnTo>
                      <a:pt x="1338" y="10119"/>
                    </a:lnTo>
                    <a:lnTo>
                      <a:pt x="697" y="10119"/>
                    </a:lnTo>
                    <a:lnTo>
                      <a:pt x="697" y="4711"/>
                    </a:lnTo>
                    <a:cubicBezTo>
                      <a:pt x="697" y="2454"/>
                      <a:pt x="2565" y="614"/>
                      <a:pt x="4822" y="614"/>
                    </a:cubicBezTo>
                    <a:close/>
                    <a:moveTo>
                      <a:pt x="6241" y="3171"/>
                    </a:moveTo>
                    <a:cubicBezTo>
                      <a:pt x="6288" y="3171"/>
                      <a:pt x="6335" y="3173"/>
                      <a:pt x="6383" y="3178"/>
                    </a:cubicBezTo>
                    <a:cubicBezTo>
                      <a:pt x="6997" y="3234"/>
                      <a:pt x="7498" y="3847"/>
                      <a:pt x="7498" y="4544"/>
                    </a:cubicBezTo>
                    <a:cubicBezTo>
                      <a:pt x="7498" y="5408"/>
                      <a:pt x="7164" y="6245"/>
                      <a:pt x="6523" y="6858"/>
                    </a:cubicBezTo>
                    <a:lnTo>
                      <a:pt x="6328" y="7081"/>
                    </a:lnTo>
                    <a:cubicBezTo>
                      <a:pt x="6188" y="7220"/>
                      <a:pt x="6188" y="7387"/>
                      <a:pt x="6328" y="7527"/>
                    </a:cubicBezTo>
                    <a:cubicBezTo>
                      <a:pt x="6634" y="7834"/>
                      <a:pt x="7498" y="8614"/>
                      <a:pt x="7498" y="10175"/>
                    </a:cubicBezTo>
                    <a:lnTo>
                      <a:pt x="1896" y="10175"/>
                    </a:lnTo>
                    <a:lnTo>
                      <a:pt x="1896" y="10147"/>
                    </a:lnTo>
                    <a:cubicBezTo>
                      <a:pt x="1896" y="9813"/>
                      <a:pt x="1868" y="9032"/>
                      <a:pt x="2453" y="8307"/>
                    </a:cubicBezTo>
                    <a:lnTo>
                      <a:pt x="3066" y="7499"/>
                    </a:lnTo>
                    <a:cubicBezTo>
                      <a:pt x="3150" y="7387"/>
                      <a:pt x="3178" y="7248"/>
                      <a:pt x="3066" y="7109"/>
                    </a:cubicBezTo>
                    <a:lnTo>
                      <a:pt x="2286" y="5938"/>
                    </a:lnTo>
                    <a:cubicBezTo>
                      <a:pt x="2007" y="5520"/>
                      <a:pt x="1868" y="5018"/>
                      <a:pt x="1868" y="4544"/>
                    </a:cubicBezTo>
                    <a:cubicBezTo>
                      <a:pt x="1868" y="3903"/>
                      <a:pt x="2286" y="3346"/>
                      <a:pt x="2788" y="3206"/>
                    </a:cubicBezTo>
                    <a:cubicBezTo>
                      <a:pt x="2884" y="3187"/>
                      <a:pt x="2980" y="3178"/>
                      <a:pt x="3074" y="3178"/>
                    </a:cubicBezTo>
                    <a:cubicBezTo>
                      <a:pt x="3788" y="3178"/>
                      <a:pt x="4376" y="3718"/>
                      <a:pt x="4376" y="4433"/>
                    </a:cubicBezTo>
                    <a:cubicBezTo>
                      <a:pt x="4376" y="4600"/>
                      <a:pt x="4516" y="4739"/>
                      <a:pt x="4683" y="4739"/>
                    </a:cubicBezTo>
                    <a:cubicBezTo>
                      <a:pt x="4850" y="4739"/>
                      <a:pt x="4990" y="4600"/>
                      <a:pt x="4990" y="4433"/>
                    </a:cubicBezTo>
                    <a:cubicBezTo>
                      <a:pt x="4990" y="3753"/>
                      <a:pt x="5530" y="3171"/>
                      <a:pt x="6241" y="3171"/>
                    </a:cubicBezTo>
                    <a:close/>
                    <a:moveTo>
                      <a:pt x="4739" y="1"/>
                    </a:moveTo>
                    <a:cubicBezTo>
                      <a:pt x="2146" y="1"/>
                      <a:pt x="0" y="2147"/>
                      <a:pt x="0" y="4739"/>
                    </a:cubicBezTo>
                    <a:lnTo>
                      <a:pt x="0" y="10454"/>
                    </a:lnTo>
                    <a:cubicBezTo>
                      <a:pt x="0" y="10649"/>
                      <a:pt x="139" y="10788"/>
                      <a:pt x="335" y="10788"/>
                    </a:cubicBezTo>
                    <a:lnTo>
                      <a:pt x="9171" y="10788"/>
                    </a:lnTo>
                    <a:cubicBezTo>
                      <a:pt x="9338" y="10788"/>
                      <a:pt x="9478" y="10649"/>
                      <a:pt x="9478" y="10454"/>
                    </a:cubicBezTo>
                    <a:lnTo>
                      <a:pt x="9478" y="4739"/>
                    </a:lnTo>
                    <a:cubicBezTo>
                      <a:pt x="9478" y="2147"/>
                      <a:pt x="7359" y="1"/>
                      <a:pt x="47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1133" name="Google Shape;11133;p66"/>
              <p:cNvSpPr/>
              <p:nvPr/>
            </p:nvSpPr>
            <p:spPr>
              <a:xfrm flipH="1">
                <a:off x="4995050" y="3245650"/>
                <a:ext cx="236950" cy="269725"/>
              </a:xfrm>
              <a:custGeom>
                <a:rect l="l" t="t" r="r" b="b"/>
                <a:pathLst>
                  <a:path w="9478" h="10789" extrusionOk="0">
                    <a:moveTo>
                      <a:pt x="4822" y="614"/>
                    </a:moveTo>
                    <a:cubicBezTo>
                      <a:pt x="7080" y="614"/>
                      <a:pt x="8920" y="2454"/>
                      <a:pt x="8920" y="4711"/>
                    </a:cubicBezTo>
                    <a:lnTo>
                      <a:pt x="8920" y="10147"/>
                    </a:lnTo>
                    <a:lnTo>
                      <a:pt x="8223" y="10147"/>
                    </a:lnTo>
                    <a:cubicBezTo>
                      <a:pt x="8223" y="8976"/>
                      <a:pt x="7805" y="8001"/>
                      <a:pt x="7108" y="7304"/>
                    </a:cubicBezTo>
                    <a:cubicBezTo>
                      <a:pt x="7471" y="6941"/>
                      <a:pt x="7749" y="6495"/>
                      <a:pt x="7944" y="6049"/>
                    </a:cubicBezTo>
                    <a:cubicBezTo>
                      <a:pt x="8167" y="5548"/>
                      <a:pt x="8251" y="5074"/>
                      <a:pt x="8251" y="4544"/>
                    </a:cubicBezTo>
                    <a:cubicBezTo>
                      <a:pt x="8251" y="3569"/>
                      <a:pt x="7526" y="2649"/>
                      <a:pt x="6551" y="2565"/>
                    </a:cubicBezTo>
                    <a:cubicBezTo>
                      <a:pt x="6475" y="2556"/>
                      <a:pt x="6400" y="2552"/>
                      <a:pt x="6324" y="2552"/>
                    </a:cubicBezTo>
                    <a:cubicBezTo>
                      <a:pt x="5706" y="2552"/>
                      <a:pt x="5115" y="2855"/>
                      <a:pt x="4767" y="3401"/>
                    </a:cubicBezTo>
                    <a:cubicBezTo>
                      <a:pt x="4424" y="2853"/>
                      <a:pt x="3838" y="2548"/>
                      <a:pt x="3192" y="2548"/>
                    </a:cubicBezTo>
                    <a:cubicBezTo>
                      <a:pt x="3050" y="2548"/>
                      <a:pt x="2905" y="2563"/>
                      <a:pt x="2760" y="2593"/>
                    </a:cubicBezTo>
                    <a:cubicBezTo>
                      <a:pt x="1923" y="2788"/>
                      <a:pt x="1338" y="3596"/>
                      <a:pt x="1338" y="4516"/>
                    </a:cubicBezTo>
                    <a:cubicBezTo>
                      <a:pt x="1338" y="5130"/>
                      <a:pt x="1505" y="5715"/>
                      <a:pt x="1868" y="6245"/>
                    </a:cubicBezTo>
                    <a:lnTo>
                      <a:pt x="2509" y="7220"/>
                    </a:lnTo>
                    <a:lnTo>
                      <a:pt x="2035" y="7861"/>
                    </a:lnTo>
                    <a:cubicBezTo>
                      <a:pt x="1589" y="8419"/>
                      <a:pt x="1338" y="9116"/>
                      <a:pt x="1338" y="9841"/>
                    </a:cubicBezTo>
                    <a:lnTo>
                      <a:pt x="1338" y="10119"/>
                    </a:lnTo>
                    <a:lnTo>
                      <a:pt x="697" y="10119"/>
                    </a:lnTo>
                    <a:lnTo>
                      <a:pt x="697" y="4711"/>
                    </a:lnTo>
                    <a:cubicBezTo>
                      <a:pt x="697" y="2454"/>
                      <a:pt x="2565" y="614"/>
                      <a:pt x="4822" y="614"/>
                    </a:cubicBezTo>
                    <a:close/>
                    <a:moveTo>
                      <a:pt x="6241" y="3171"/>
                    </a:moveTo>
                    <a:cubicBezTo>
                      <a:pt x="6288" y="3171"/>
                      <a:pt x="6335" y="3173"/>
                      <a:pt x="6383" y="3178"/>
                    </a:cubicBezTo>
                    <a:cubicBezTo>
                      <a:pt x="6997" y="3234"/>
                      <a:pt x="7498" y="3847"/>
                      <a:pt x="7498" y="4544"/>
                    </a:cubicBezTo>
                    <a:cubicBezTo>
                      <a:pt x="7498" y="5408"/>
                      <a:pt x="7164" y="6245"/>
                      <a:pt x="6523" y="6858"/>
                    </a:cubicBezTo>
                    <a:lnTo>
                      <a:pt x="6328" y="7081"/>
                    </a:lnTo>
                    <a:cubicBezTo>
                      <a:pt x="6188" y="7220"/>
                      <a:pt x="6188" y="7387"/>
                      <a:pt x="6328" y="7527"/>
                    </a:cubicBezTo>
                    <a:cubicBezTo>
                      <a:pt x="6634" y="7834"/>
                      <a:pt x="7498" y="8614"/>
                      <a:pt x="7498" y="10175"/>
                    </a:cubicBezTo>
                    <a:lnTo>
                      <a:pt x="1896" y="10175"/>
                    </a:lnTo>
                    <a:lnTo>
                      <a:pt x="1896" y="10147"/>
                    </a:lnTo>
                    <a:cubicBezTo>
                      <a:pt x="1896" y="9813"/>
                      <a:pt x="1868" y="9032"/>
                      <a:pt x="2453" y="8307"/>
                    </a:cubicBezTo>
                    <a:lnTo>
                      <a:pt x="3066" y="7499"/>
                    </a:lnTo>
                    <a:cubicBezTo>
                      <a:pt x="3150" y="7387"/>
                      <a:pt x="3178" y="7248"/>
                      <a:pt x="3066" y="7109"/>
                    </a:cubicBezTo>
                    <a:lnTo>
                      <a:pt x="2286" y="5938"/>
                    </a:lnTo>
                    <a:cubicBezTo>
                      <a:pt x="2007" y="5520"/>
                      <a:pt x="1868" y="5018"/>
                      <a:pt x="1868" y="4544"/>
                    </a:cubicBezTo>
                    <a:cubicBezTo>
                      <a:pt x="1868" y="3903"/>
                      <a:pt x="2286" y="3346"/>
                      <a:pt x="2788" y="3206"/>
                    </a:cubicBezTo>
                    <a:cubicBezTo>
                      <a:pt x="2884" y="3187"/>
                      <a:pt x="2980" y="3178"/>
                      <a:pt x="3074" y="3178"/>
                    </a:cubicBezTo>
                    <a:cubicBezTo>
                      <a:pt x="3788" y="3178"/>
                      <a:pt x="4376" y="3718"/>
                      <a:pt x="4376" y="4433"/>
                    </a:cubicBezTo>
                    <a:cubicBezTo>
                      <a:pt x="4376" y="4600"/>
                      <a:pt x="4516" y="4739"/>
                      <a:pt x="4683" y="4739"/>
                    </a:cubicBezTo>
                    <a:cubicBezTo>
                      <a:pt x="4850" y="4739"/>
                      <a:pt x="4990" y="4600"/>
                      <a:pt x="4990" y="4433"/>
                    </a:cubicBezTo>
                    <a:cubicBezTo>
                      <a:pt x="4990" y="3753"/>
                      <a:pt x="5530" y="3171"/>
                      <a:pt x="6241" y="3171"/>
                    </a:cubicBezTo>
                    <a:close/>
                    <a:moveTo>
                      <a:pt x="4739" y="1"/>
                    </a:moveTo>
                    <a:cubicBezTo>
                      <a:pt x="2146" y="1"/>
                      <a:pt x="0" y="2147"/>
                      <a:pt x="0" y="4739"/>
                    </a:cubicBezTo>
                    <a:lnTo>
                      <a:pt x="0" y="10454"/>
                    </a:lnTo>
                    <a:cubicBezTo>
                      <a:pt x="0" y="10649"/>
                      <a:pt x="139" y="10788"/>
                      <a:pt x="335" y="10788"/>
                    </a:cubicBezTo>
                    <a:lnTo>
                      <a:pt x="9171" y="10788"/>
                    </a:lnTo>
                    <a:cubicBezTo>
                      <a:pt x="9338" y="10788"/>
                      <a:pt x="9478" y="10649"/>
                      <a:pt x="9478" y="10454"/>
                    </a:cubicBezTo>
                    <a:lnTo>
                      <a:pt x="9478" y="4739"/>
                    </a:lnTo>
                    <a:cubicBezTo>
                      <a:pt x="9478" y="2147"/>
                      <a:pt x="7359" y="1"/>
                      <a:pt x="47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34" name="Google Shape;11134;p66"/>
          <p:cNvGrpSpPr/>
          <p:nvPr/>
        </p:nvGrpSpPr>
        <p:grpSpPr>
          <a:xfrm>
            <a:off x="5507712" y="1689744"/>
            <a:ext cx="483749" cy="481292"/>
            <a:chOff x="4724650" y="2885700"/>
            <a:chExt cx="270750" cy="269375"/>
          </a:xfrm>
        </p:grpSpPr>
        <p:sp>
          <p:nvSpPr>
            <p:cNvPr id="11135" name="Google Shape;11135;p66"/>
            <p:cNvSpPr/>
            <p:nvPr/>
          </p:nvSpPr>
          <p:spPr>
            <a:xfrm flipH="1">
              <a:off x="4725000" y="2885700"/>
              <a:ext cx="270400" cy="269375"/>
            </a:xfrm>
            <a:custGeom>
              <a:rect l="l" t="t" r="r" b="b"/>
              <a:pathLst>
                <a:path w="10816" h="10775" extrusionOk="0">
                  <a:moveTo>
                    <a:pt x="1655" y="3145"/>
                  </a:moveTo>
                  <a:cubicBezTo>
                    <a:pt x="1870" y="3145"/>
                    <a:pt x="2092" y="3219"/>
                    <a:pt x="2286" y="3388"/>
                  </a:cubicBezTo>
                  <a:cubicBezTo>
                    <a:pt x="1840" y="3722"/>
                    <a:pt x="1450" y="4308"/>
                    <a:pt x="1338" y="5005"/>
                  </a:cubicBezTo>
                  <a:cubicBezTo>
                    <a:pt x="948" y="4865"/>
                    <a:pt x="697" y="4503"/>
                    <a:pt x="697" y="4085"/>
                  </a:cubicBezTo>
                  <a:cubicBezTo>
                    <a:pt x="697" y="3540"/>
                    <a:pt x="1158" y="3145"/>
                    <a:pt x="1655" y="3145"/>
                  </a:cubicBezTo>
                  <a:close/>
                  <a:moveTo>
                    <a:pt x="9227" y="3165"/>
                  </a:moveTo>
                  <a:cubicBezTo>
                    <a:pt x="9757" y="3165"/>
                    <a:pt x="10203" y="3555"/>
                    <a:pt x="10203" y="4085"/>
                  </a:cubicBezTo>
                  <a:cubicBezTo>
                    <a:pt x="10203" y="4503"/>
                    <a:pt x="9924" y="4865"/>
                    <a:pt x="9534" y="5005"/>
                  </a:cubicBezTo>
                  <a:cubicBezTo>
                    <a:pt x="9450" y="4419"/>
                    <a:pt x="9199" y="3917"/>
                    <a:pt x="8725" y="3499"/>
                  </a:cubicBezTo>
                  <a:cubicBezTo>
                    <a:pt x="8697" y="3471"/>
                    <a:pt x="8642" y="3444"/>
                    <a:pt x="8586" y="3388"/>
                  </a:cubicBezTo>
                  <a:cubicBezTo>
                    <a:pt x="8781" y="3248"/>
                    <a:pt x="8976" y="3165"/>
                    <a:pt x="9227" y="3165"/>
                  </a:cubicBezTo>
                  <a:close/>
                  <a:moveTo>
                    <a:pt x="5436" y="712"/>
                  </a:moveTo>
                  <a:lnTo>
                    <a:pt x="5882" y="991"/>
                  </a:lnTo>
                  <a:cubicBezTo>
                    <a:pt x="5921" y="1010"/>
                    <a:pt x="5972" y="1042"/>
                    <a:pt x="6037" y="1042"/>
                  </a:cubicBezTo>
                  <a:cubicBezTo>
                    <a:pt x="6066" y="1042"/>
                    <a:pt x="6098" y="1036"/>
                    <a:pt x="6133" y="1018"/>
                  </a:cubicBezTo>
                  <a:lnTo>
                    <a:pt x="6635" y="879"/>
                  </a:lnTo>
                  <a:lnTo>
                    <a:pt x="7025" y="1269"/>
                  </a:lnTo>
                  <a:cubicBezTo>
                    <a:pt x="7109" y="1325"/>
                    <a:pt x="7164" y="1381"/>
                    <a:pt x="7248" y="1381"/>
                  </a:cubicBezTo>
                  <a:lnTo>
                    <a:pt x="7805" y="1409"/>
                  </a:lnTo>
                  <a:lnTo>
                    <a:pt x="8028" y="1910"/>
                  </a:lnTo>
                  <a:cubicBezTo>
                    <a:pt x="8084" y="1966"/>
                    <a:pt x="8140" y="2050"/>
                    <a:pt x="8224" y="2050"/>
                  </a:cubicBezTo>
                  <a:lnTo>
                    <a:pt x="8725" y="2217"/>
                  </a:lnTo>
                  <a:lnTo>
                    <a:pt x="8809" y="2552"/>
                  </a:lnTo>
                  <a:cubicBezTo>
                    <a:pt x="8502" y="2663"/>
                    <a:pt x="8168" y="2830"/>
                    <a:pt x="7973" y="3109"/>
                  </a:cubicBezTo>
                  <a:cubicBezTo>
                    <a:pt x="7879" y="3091"/>
                    <a:pt x="7785" y="3082"/>
                    <a:pt x="7692" y="3082"/>
                  </a:cubicBezTo>
                  <a:cubicBezTo>
                    <a:pt x="7061" y="3082"/>
                    <a:pt x="6459" y="3478"/>
                    <a:pt x="6217" y="4085"/>
                  </a:cubicBezTo>
                  <a:lnTo>
                    <a:pt x="6021" y="4642"/>
                  </a:lnTo>
                  <a:cubicBezTo>
                    <a:pt x="5910" y="4893"/>
                    <a:pt x="5715" y="5032"/>
                    <a:pt x="5464" y="5032"/>
                  </a:cubicBezTo>
                  <a:cubicBezTo>
                    <a:pt x="5213" y="5032"/>
                    <a:pt x="4962" y="4893"/>
                    <a:pt x="4906" y="4642"/>
                  </a:cubicBezTo>
                  <a:lnTo>
                    <a:pt x="4683" y="4085"/>
                  </a:lnTo>
                  <a:cubicBezTo>
                    <a:pt x="4441" y="3478"/>
                    <a:pt x="3839" y="3082"/>
                    <a:pt x="3227" y="3082"/>
                  </a:cubicBezTo>
                  <a:cubicBezTo>
                    <a:pt x="3136" y="3082"/>
                    <a:pt x="3045" y="3091"/>
                    <a:pt x="2955" y="3109"/>
                  </a:cubicBezTo>
                  <a:cubicBezTo>
                    <a:pt x="2732" y="2830"/>
                    <a:pt x="2453" y="2635"/>
                    <a:pt x="2119" y="2552"/>
                  </a:cubicBezTo>
                  <a:lnTo>
                    <a:pt x="2175" y="2217"/>
                  </a:lnTo>
                  <a:lnTo>
                    <a:pt x="2649" y="2050"/>
                  </a:lnTo>
                  <a:cubicBezTo>
                    <a:pt x="2704" y="1994"/>
                    <a:pt x="2788" y="1966"/>
                    <a:pt x="2816" y="1910"/>
                  </a:cubicBezTo>
                  <a:lnTo>
                    <a:pt x="3067" y="1409"/>
                  </a:lnTo>
                  <a:lnTo>
                    <a:pt x="3624" y="1381"/>
                  </a:lnTo>
                  <a:cubicBezTo>
                    <a:pt x="3680" y="1381"/>
                    <a:pt x="3764" y="1353"/>
                    <a:pt x="3819" y="1269"/>
                  </a:cubicBezTo>
                  <a:lnTo>
                    <a:pt x="4210" y="879"/>
                  </a:lnTo>
                  <a:lnTo>
                    <a:pt x="4739" y="1018"/>
                  </a:lnTo>
                  <a:cubicBezTo>
                    <a:pt x="4756" y="1036"/>
                    <a:pt x="4779" y="1042"/>
                    <a:pt x="4804" y="1042"/>
                  </a:cubicBezTo>
                  <a:cubicBezTo>
                    <a:pt x="4859" y="1042"/>
                    <a:pt x="4924" y="1010"/>
                    <a:pt x="4962" y="991"/>
                  </a:cubicBezTo>
                  <a:lnTo>
                    <a:pt x="5436" y="712"/>
                  </a:lnTo>
                  <a:close/>
                  <a:moveTo>
                    <a:pt x="5436" y="7625"/>
                  </a:moveTo>
                  <a:cubicBezTo>
                    <a:pt x="5603" y="7625"/>
                    <a:pt x="5743" y="7681"/>
                    <a:pt x="5882" y="7792"/>
                  </a:cubicBezTo>
                  <a:cubicBezTo>
                    <a:pt x="5966" y="7904"/>
                    <a:pt x="6021" y="7987"/>
                    <a:pt x="6049" y="8099"/>
                  </a:cubicBezTo>
                  <a:cubicBezTo>
                    <a:pt x="5826" y="8350"/>
                    <a:pt x="5603" y="8600"/>
                    <a:pt x="5436" y="8768"/>
                  </a:cubicBezTo>
                  <a:lnTo>
                    <a:pt x="4795" y="8127"/>
                  </a:lnTo>
                  <a:cubicBezTo>
                    <a:pt x="4879" y="7848"/>
                    <a:pt x="5102" y="7625"/>
                    <a:pt x="5436" y="7625"/>
                  </a:cubicBezTo>
                  <a:close/>
                  <a:moveTo>
                    <a:pt x="3226" y="3711"/>
                  </a:moveTo>
                  <a:cubicBezTo>
                    <a:pt x="3600" y="3711"/>
                    <a:pt x="3965" y="3943"/>
                    <a:pt x="4126" y="4336"/>
                  </a:cubicBezTo>
                  <a:lnTo>
                    <a:pt x="4349" y="4893"/>
                  </a:lnTo>
                  <a:cubicBezTo>
                    <a:pt x="4516" y="5395"/>
                    <a:pt x="4990" y="5701"/>
                    <a:pt x="5492" y="5701"/>
                  </a:cubicBezTo>
                  <a:cubicBezTo>
                    <a:pt x="6021" y="5701"/>
                    <a:pt x="6467" y="5395"/>
                    <a:pt x="6635" y="4893"/>
                  </a:cubicBezTo>
                  <a:lnTo>
                    <a:pt x="6858" y="4336"/>
                  </a:lnTo>
                  <a:cubicBezTo>
                    <a:pt x="7002" y="3957"/>
                    <a:pt x="7379" y="3730"/>
                    <a:pt x="7756" y="3730"/>
                  </a:cubicBezTo>
                  <a:cubicBezTo>
                    <a:pt x="7962" y="3730"/>
                    <a:pt x="8168" y="3798"/>
                    <a:pt x="8335" y="3945"/>
                  </a:cubicBezTo>
                  <a:cubicBezTo>
                    <a:pt x="8725" y="4308"/>
                    <a:pt x="8948" y="4782"/>
                    <a:pt x="8948" y="5339"/>
                  </a:cubicBezTo>
                  <a:cubicBezTo>
                    <a:pt x="8920" y="6175"/>
                    <a:pt x="8502" y="7430"/>
                    <a:pt x="7861" y="8405"/>
                  </a:cubicBezTo>
                  <a:cubicBezTo>
                    <a:pt x="7248" y="9381"/>
                    <a:pt x="6467" y="10022"/>
                    <a:pt x="5771" y="10161"/>
                  </a:cubicBezTo>
                  <a:lnTo>
                    <a:pt x="5771" y="9353"/>
                  </a:lnTo>
                  <a:cubicBezTo>
                    <a:pt x="5938" y="9186"/>
                    <a:pt x="6328" y="8796"/>
                    <a:pt x="6635" y="8517"/>
                  </a:cubicBezTo>
                  <a:cubicBezTo>
                    <a:pt x="6718" y="8461"/>
                    <a:pt x="6746" y="8377"/>
                    <a:pt x="6746" y="8322"/>
                  </a:cubicBezTo>
                  <a:cubicBezTo>
                    <a:pt x="6746" y="7959"/>
                    <a:pt x="6607" y="7653"/>
                    <a:pt x="6356" y="7402"/>
                  </a:cubicBezTo>
                  <a:cubicBezTo>
                    <a:pt x="6105" y="7151"/>
                    <a:pt x="5798" y="7012"/>
                    <a:pt x="5464" y="7012"/>
                  </a:cubicBezTo>
                  <a:cubicBezTo>
                    <a:pt x="4767" y="7012"/>
                    <a:pt x="4210" y="7569"/>
                    <a:pt x="4210" y="8266"/>
                  </a:cubicBezTo>
                  <a:cubicBezTo>
                    <a:pt x="4210" y="8350"/>
                    <a:pt x="4237" y="8461"/>
                    <a:pt x="4293" y="8489"/>
                  </a:cubicBezTo>
                  <a:lnTo>
                    <a:pt x="5185" y="9353"/>
                  </a:lnTo>
                  <a:lnTo>
                    <a:pt x="5185" y="10161"/>
                  </a:lnTo>
                  <a:cubicBezTo>
                    <a:pt x="4433" y="10022"/>
                    <a:pt x="3708" y="9381"/>
                    <a:pt x="3095" y="8405"/>
                  </a:cubicBezTo>
                  <a:cubicBezTo>
                    <a:pt x="2453" y="7430"/>
                    <a:pt x="2035" y="6231"/>
                    <a:pt x="2035" y="5339"/>
                  </a:cubicBezTo>
                  <a:cubicBezTo>
                    <a:pt x="2035" y="4782"/>
                    <a:pt x="2258" y="4336"/>
                    <a:pt x="2621" y="3945"/>
                  </a:cubicBezTo>
                  <a:cubicBezTo>
                    <a:pt x="2801" y="3785"/>
                    <a:pt x="3015" y="3711"/>
                    <a:pt x="3226" y="3711"/>
                  </a:cubicBezTo>
                  <a:close/>
                  <a:moveTo>
                    <a:pt x="5408" y="1"/>
                  </a:moveTo>
                  <a:cubicBezTo>
                    <a:pt x="5352" y="1"/>
                    <a:pt x="5297" y="15"/>
                    <a:pt x="5241" y="43"/>
                  </a:cubicBezTo>
                  <a:lnTo>
                    <a:pt x="4739" y="377"/>
                  </a:lnTo>
                  <a:lnTo>
                    <a:pt x="4126" y="238"/>
                  </a:lnTo>
                  <a:cubicBezTo>
                    <a:pt x="4103" y="222"/>
                    <a:pt x="4077" y="215"/>
                    <a:pt x="4050" y="215"/>
                  </a:cubicBezTo>
                  <a:cubicBezTo>
                    <a:pt x="3980" y="215"/>
                    <a:pt x="3900" y="261"/>
                    <a:pt x="3819" y="322"/>
                  </a:cubicBezTo>
                  <a:lnTo>
                    <a:pt x="3401" y="740"/>
                  </a:lnTo>
                  <a:lnTo>
                    <a:pt x="2816" y="795"/>
                  </a:lnTo>
                  <a:cubicBezTo>
                    <a:pt x="2704" y="795"/>
                    <a:pt x="2593" y="851"/>
                    <a:pt x="2537" y="963"/>
                  </a:cubicBezTo>
                  <a:lnTo>
                    <a:pt x="2258" y="1492"/>
                  </a:lnTo>
                  <a:lnTo>
                    <a:pt x="1701" y="1687"/>
                  </a:lnTo>
                  <a:cubicBezTo>
                    <a:pt x="1589" y="1715"/>
                    <a:pt x="1534" y="1827"/>
                    <a:pt x="1478" y="1938"/>
                  </a:cubicBezTo>
                  <a:lnTo>
                    <a:pt x="1394" y="2524"/>
                  </a:lnTo>
                  <a:cubicBezTo>
                    <a:pt x="1032" y="2552"/>
                    <a:pt x="725" y="2747"/>
                    <a:pt x="474" y="2970"/>
                  </a:cubicBezTo>
                  <a:cubicBezTo>
                    <a:pt x="168" y="3304"/>
                    <a:pt x="0" y="3667"/>
                    <a:pt x="0" y="4085"/>
                  </a:cubicBezTo>
                  <a:cubicBezTo>
                    <a:pt x="0" y="4865"/>
                    <a:pt x="586" y="5534"/>
                    <a:pt x="1283" y="5618"/>
                  </a:cubicBezTo>
                  <a:cubicBezTo>
                    <a:pt x="1338" y="6566"/>
                    <a:pt x="1812" y="7764"/>
                    <a:pt x="2426" y="8740"/>
                  </a:cubicBezTo>
                  <a:cubicBezTo>
                    <a:pt x="3290" y="10050"/>
                    <a:pt x="4349" y="10775"/>
                    <a:pt x="5352" y="10775"/>
                  </a:cubicBezTo>
                  <a:cubicBezTo>
                    <a:pt x="6412" y="10775"/>
                    <a:pt x="7443" y="10050"/>
                    <a:pt x="8279" y="8740"/>
                  </a:cubicBezTo>
                  <a:cubicBezTo>
                    <a:pt x="8893" y="7764"/>
                    <a:pt x="9366" y="6566"/>
                    <a:pt x="9422" y="5618"/>
                  </a:cubicBezTo>
                  <a:cubicBezTo>
                    <a:pt x="9729" y="5562"/>
                    <a:pt x="10008" y="5423"/>
                    <a:pt x="10258" y="5200"/>
                  </a:cubicBezTo>
                  <a:cubicBezTo>
                    <a:pt x="10649" y="4921"/>
                    <a:pt x="10816" y="4503"/>
                    <a:pt x="10816" y="4085"/>
                  </a:cubicBezTo>
                  <a:cubicBezTo>
                    <a:pt x="10816" y="3667"/>
                    <a:pt x="10649" y="3248"/>
                    <a:pt x="10342" y="2970"/>
                  </a:cubicBezTo>
                  <a:cubicBezTo>
                    <a:pt x="10091" y="2747"/>
                    <a:pt x="9785" y="2607"/>
                    <a:pt x="9422" y="2524"/>
                  </a:cubicBezTo>
                  <a:lnTo>
                    <a:pt x="9339" y="1938"/>
                  </a:lnTo>
                  <a:cubicBezTo>
                    <a:pt x="9283" y="1827"/>
                    <a:pt x="9227" y="1715"/>
                    <a:pt x="9116" y="1687"/>
                  </a:cubicBezTo>
                  <a:lnTo>
                    <a:pt x="8558" y="1492"/>
                  </a:lnTo>
                  <a:lnTo>
                    <a:pt x="8279" y="963"/>
                  </a:lnTo>
                  <a:cubicBezTo>
                    <a:pt x="8251" y="851"/>
                    <a:pt x="8140" y="795"/>
                    <a:pt x="8001" y="795"/>
                  </a:cubicBezTo>
                  <a:lnTo>
                    <a:pt x="7415" y="740"/>
                  </a:lnTo>
                  <a:lnTo>
                    <a:pt x="6997" y="322"/>
                  </a:lnTo>
                  <a:cubicBezTo>
                    <a:pt x="6913" y="266"/>
                    <a:pt x="6774" y="238"/>
                    <a:pt x="6690" y="238"/>
                  </a:cubicBezTo>
                  <a:lnTo>
                    <a:pt x="6077" y="377"/>
                  </a:lnTo>
                  <a:lnTo>
                    <a:pt x="5575" y="43"/>
                  </a:lnTo>
                  <a:cubicBezTo>
                    <a:pt x="5520" y="15"/>
                    <a:pt x="5464" y="1"/>
                    <a:pt x="5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36" name="Google Shape;11136;p66"/>
            <p:cNvSpPr/>
            <p:nvPr/>
          </p:nvSpPr>
          <p:spPr>
            <a:xfrm>
              <a:off x="4724650" y="2885700"/>
              <a:ext cx="270400" cy="269375"/>
            </a:xfrm>
            <a:custGeom>
              <a:rect l="l" t="t" r="r" b="b"/>
              <a:pathLst>
                <a:path w="10816" h="10775" extrusionOk="0">
                  <a:moveTo>
                    <a:pt x="1655" y="3145"/>
                  </a:moveTo>
                  <a:cubicBezTo>
                    <a:pt x="1870" y="3145"/>
                    <a:pt x="2092" y="3219"/>
                    <a:pt x="2286" y="3388"/>
                  </a:cubicBezTo>
                  <a:cubicBezTo>
                    <a:pt x="1840" y="3722"/>
                    <a:pt x="1450" y="4308"/>
                    <a:pt x="1338" y="5005"/>
                  </a:cubicBezTo>
                  <a:cubicBezTo>
                    <a:pt x="948" y="4865"/>
                    <a:pt x="697" y="4503"/>
                    <a:pt x="697" y="4085"/>
                  </a:cubicBezTo>
                  <a:cubicBezTo>
                    <a:pt x="697" y="3540"/>
                    <a:pt x="1158" y="3145"/>
                    <a:pt x="1655" y="3145"/>
                  </a:cubicBezTo>
                  <a:close/>
                  <a:moveTo>
                    <a:pt x="9227" y="3165"/>
                  </a:moveTo>
                  <a:cubicBezTo>
                    <a:pt x="9757" y="3165"/>
                    <a:pt x="10203" y="3555"/>
                    <a:pt x="10203" y="4085"/>
                  </a:cubicBezTo>
                  <a:cubicBezTo>
                    <a:pt x="10203" y="4503"/>
                    <a:pt x="9924" y="4865"/>
                    <a:pt x="9534" y="5005"/>
                  </a:cubicBezTo>
                  <a:cubicBezTo>
                    <a:pt x="9450" y="4419"/>
                    <a:pt x="9199" y="3917"/>
                    <a:pt x="8725" y="3499"/>
                  </a:cubicBezTo>
                  <a:cubicBezTo>
                    <a:pt x="8697" y="3471"/>
                    <a:pt x="8642" y="3444"/>
                    <a:pt x="8586" y="3388"/>
                  </a:cubicBezTo>
                  <a:cubicBezTo>
                    <a:pt x="8781" y="3248"/>
                    <a:pt x="8976" y="3165"/>
                    <a:pt x="9227" y="3165"/>
                  </a:cubicBezTo>
                  <a:close/>
                  <a:moveTo>
                    <a:pt x="5436" y="712"/>
                  </a:moveTo>
                  <a:lnTo>
                    <a:pt x="5882" y="991"/>
                  </a:lnTo>
                  <a:cubicBezTo>
                    <a:pt x="5921" y="1010"/>
                    <a:pt x="5972" y="1042"/>
                    <a:pt x="6037" y="1042"/>
                  </a:cubicBezTo>
                  <a:cubicBezTo>
                    <a:pt x="6066" y="1042"/>
                    <a:pt x="6098" y="1036"/>
                    <a:pt x="6133" y="1018"/>
                  </a:cubicBezTo>
                  <a:lnTo>
                    <a:pt x="6635" y="879"/>
                  </a:lnTo>
                  <a:lnTo>
                    <a:pt x="7025" y="1269"/>
                  </a:lnTo>
                  <a:cubicBezTo>
                    <a:pt x="7109" y="1325"/>
                    <a:pt x="7164" y="1381"/>
                    <a:pt x="7248" y="1381"/>
                  </a:cubicBezTo>
                  <a:lnTo>
                    <a:pt x="7805" y="1409"/>
                  </a:lnTo>
                  <a:lnTo>
                    <a:pt x="8028" y="1910"/>
                  </a:lnTo>
                  <a:cubicBezTo>
                    <a:pt x="8084" y="1966"/>
                    <a:pt x="8140" y="2050"/>
                    <a:pt x="8224" y="2050"/>
                  </a:cubicBezTo>
                  <a:lnTo>
                    <a:pt x="8725" y="2217"/>
                  </a:lnTo>
                  <a:lnTo>
                    <a:pt x="8809" y="2552"/>
                  </a:lnTo>
                  <a:cubicBezTo>
                    <a:pt x="8502" y="2663"/>
                    <a:pt x="8168" y="2830"/>
                    <a:pt x="7973" y="3109"/>
                  </a:cubicBezTo>
                  <a:cubicBezTo>
                    <a:pt x="7879" y="3091"/>
                    <a:pt x="7785" y="3082"/>
                    <a:pt x="7692" y="3082"/>
                  </a:cubicBezTo>
                  <a:cubicBezTo>
                    <a:pt x="7061" y="3082"/>
                    <a:pt x="6459" y="3478"/>
                    <a:pt x="6217" y="4085"/>
                  </a:cubicBezTo>
                  <a:lnTo>
                    <a:pt x="6021" y="4642"/>
                  </a:lnTo>
                  <a:cubicBezTo>
                    <a:pt x="5910" y="4893"/>
                    <a:pt x="5715" y="5032"/>
                    <a:pt x="5464" y="5032"/>
                  </a:cubicBezTo>
                  <a:cubicBezTo>
                    <a:pt x="5213" y="5032"/>
                    <a:pt x="4962" y="4893"/>
                    <a:pt x="4906" y="4642"/>
                  </a:cubicBezTo>
                  <a:lnTo>
                    <a:pt x="4683" y="4085"/>
                  </a:lnTo>
                  <a:cubicBezTo>
                    <a:pt x="4441" y="3478"/>
                    <a:pt x="3839" y="3082"/>
                    <a:pt x="3227" y="3082"/>
                  </a:cubicBezTo>
                  <a:cubicBezTo>
                    <a:pt x="3136" y="3082"/>
                    <a:pt x="3045" y="3091"/>
                    <a:pt x="2955" y="3109"/>
                  </a:cubicBezTo>
                  <a:cubicBezTo>
                    <a:pt x="2732" y="2830"/>
                    <a:pt x="2453" y="2635"/>
                    <a:pt x="2119" y="2552"/>
                  </a:cubicBezTo>
                  <a:lnTo>
                    <a:pt x="2175" y="2217"/>
                  </a:lnTo>
                  <a:lnTo>
                    <a:pt x="2649" y="2050"/>
                  </a:lnTo>
                  <a:cubicBezTo>
                    <a:pt x="2704" y="1994"/>
                    <a:pt x="2788" y="1966"/>
                    <a:pt x="2816" y="1910"/>
                  </a:cubicBezTo>
                  <a:lnTo>
                    <a:pt x="3067" y="1409"/>
                  </a:lnTo>
                  <a:lnTo>
                    <a:pt x="3624" y="1381"/>
                  </a:lnTo>
                  <a:cubicBezTo>
                    <a:pt x="3680" y="1381"/>
                    <a:pt x="3764" y="1353"/>
                    <a:pt x="3819" y="1269"/>
                  </a:cubicBezTo>
                  <a:lnTo>
                    <a:pt x="4210" y="879"/>
                  </a:lnTo>
                  <a:lnTo>
                    <a:pt x="4739" y="1018"/>
                  </a:lnTo>
                  <a:cubicBezTo>
                    <a:pt x="4756" y="1036"/>
                    <a:pt x="4779" y="1042"/>
                    <a:pt x="4804" y="1042"/>
                  </a:cubicBezTo>
                  <a:cubicBezTo>
                    <a:pt x="4859" y="1042"/>
                    <a:pt x="4924" y="1010"/>
                    <a:pt x="4962" y="991"/>
                  </a:cubicBezTo>
                  <a:lnTo>
                    <a:pt x="5436" y="712"/>
                  </a:lnTo>
                  <a:close/>
                  <a:moveTo>
                    <a:pt x="5436" y="7625"/>
                  </a:moveTo>
                  <a:cubicBezTo>
                    <a:pt x="5603" y="7625"/>
                    <a:pt x="5743" y="7681"/>
                    <a:pt x="5882" y="7792"/>
                  </a:cubicBezTo>
                  <a:cubicBezTo>
                    <a:pt x="5966" y="7904"/>
                    <a:pt x="6021" y="7987"/>
                    <a:pt x="6049" y="8099"/>
                  </a:cubicBezTo>
                  <a:cubicBezTo>
                    <a:pt x="5826" y="8350"/>
                    <a:pt x="5603" y="8600"/>
                    <a:pt x="5436" y="8768"/>
                  </a:cubicBezTo>
                  <a:lnTo>
                    <a:pt x="4795" y="8127"/>
                  </a:lnTo>
                  <a:cubicBezTo>
                    <a:pt x="4879" y="7848"/>
                    <a:pt x="5102" y="7625"/>
                    <a:pt x="5436" y="7625"/>
                  </a:cubicBezTo>
                  <a:close/>
                  <a:moveTo>
                    <a:pt x="3226" y="3711"/>
                  </a:moveTo>
                  <a:cubicBezTo>
                    <a:pt x="3600" y="3711"/>
                    <a:pt x="3965" y="3943"/>
                    <a:pt x="4126" y="4336"/>
                  </a:cubicBezTo>
                  <a:lnTo>
                    <a:pt x="4349" y="4893"/>
                  </a:lnTo>
                  <a:cubicBezTo>
                    <a:pt x="4516" y="5395"/>
                    <a:pt x="4990" y="5701"/>
                    <a:pt x="5492" y="5701"/>
                  </a:cubicBezTo>
                  <a:cubicBezTo>
                    <a:pt x="6021" y="5701"/>
                    <a:pt x="6467" y="5395"/>
                    <a:pt x="6635" y="4893"/>
                  </a:cubicBezTo>
                  <a:lnTo>
                    <a:pt x="6858" y="4336"/>
                  </a:lnTo>
                  <a:cubicBezTo>
                    <a:pt x="7002" y="3957"/>
                    <a:pt x="7379" y="3730"/>
                    <a:pt x="7756" y="3730"/>
                  </a:cubicBezTo>
                  <a:cubicBezTo>
                    <a:pt x="7962" y="3730"/>
                    <a:pt x="8168" y="3798"/>
                    <a:pt x="8335" y="3945"/>
                  </a:cubicBezTo>
                  <a:cubicBezTo>
                    <a:pt x="8725" y="4308"/>
                    <a:pt x="8948" y="4782"/>
                    <a:pt x="8948" y="5339"/>
                  </a:cubicBezTo>
                  <a:cubicBezTo>
                    <a:pt x="8920" y="6175"/>
                    <a:pt x="8502" y="7430"/>
                    <a:pt x="7861" y="8405"/>
                  </a:cubicBezTo>
                  <a:cubicBezTo>
                    <a:pt x="7248" y="9381"/>
                    <a:pt x="6467" y="10022"/>
                    <a:pt x="5771" y="10161"/>
                  </a:cubicBezTo>
                  <a:lnTo>
                    <a:pt x="5771" y="9353"/>
                  </a:lnTo>
                  <a:cubicBezTo>
                    <a:pt x="5938" y="9186"/>
                    <a:pt x="6328" y="8796"/>
                    <a:pt x="6635" y="8517"/>
                  </a:cubicBezTo>
                  <a:cubicBezTo>
                    <a:pt x="6718" y="8461"/>
                    <a:pt x="6746" y="8377"/>
                    <a:pt x="6746" y="8322"/>
                  </a:cubicBezTo>
                  <a:cubicBezTo>
                    <a:pt x="6746" y="7959"/>
                    <a:pt x="6607" y="7653"/>
                    <a:pt x="6356" y="7402"/>
                  </a:cubicBezTo>
                  <a:cubicBezTo>
                    <a:pt x="6105" y="7151"/>
                    <a:pt x="5798" y="7012"/>
                    <a:pt x="5464" y="7012"/>
                  </a:cubicBezTo>
                  <a:cubicBezTo>
                    <a:pt x="4767" y="7012"/>
                    <a:pt x="4210" y="7569"/>
                    <a:pt x="4210" y="8266"/>
                  </a:cubicBezTo>
                  <a:cubicBezTo>
                    <a:pt x="4210" y="8350"/>
                    <a:pt x="4237" y="8461"/>
                    <a:pt x="4293" y="8489"/>
                  </a:cubicBezTo>
                  <a:lnTo>
                    <a:pt x="5185" y="9353"/>
                  </a:lnTo>
                  <a:lnTo>
                    <a:pt x="5185" y="10161"/>
                  </a:lnTo>
                  <a:cubicBezTo>
                    <a:pt x="4433" y="10022"/>
                    <a:pt x="3708" y="9381"/>
                    <a:pt x="3095" y="8405"/>
                  </a:cubicBezTo>
                  <a:cubicBezTo>
                    <a:pt x="2453" y="7430"/>
                    <a:pt x="2035" y="6231"/>
                    <a:pt x="2035" y="5339"/>
                  </a:cubicBezTo>
                  <a:cubicBezTo>
                    <a:pt x="2035" y="4782"/>
                    <a:pt x="2258" y="4336"/>
                    <a:pt x="2621" y="3945"/>
                  </a:cubicBezTo>
                  <a:cubicBezTo>
                    <a:pt x="2801" y="3785"/>
                    <a:pt x="3015" y="3711"/>
                    <a:pt x="3226" y="3711"/>
                  </a:cubicBezTo>
                  <a:close/>
                  <a:moveTo>
                    <a:pt x="5408" y="1"/>
                  </a:moveTo>
                  <a:cubicBezTo>
                    <a:pt x="5352" y="1"/>
                    <a:pt x="5297" y="15"/>
                    <a:pt x="5241" y="43"/>
                  </a:cubicBezTo>
                  <a:lnTo>
                    <a:pt x="4739" y="377"/>
                  </a:lnTo>
                  <a:lnTo>
                    <a:pt x="4126" y="238"/>
                  </a:lnTo>
                  <a:cubicBezTo>
                    <a:pt x="4103" y="222"/>
                    <a:pt x="4077" y="215"/>
                    <a:pt x="4050" y="215"/>
                  </a:cubicBezTo>
                  <a:cubicBezTo>
                    <a:pt x="3980" y="215"/>
                    <a:pt x="3900" y="261"/>
                    <a:pt x="3819" y="322"/>
                  </a:cubicBezTo>
                  <a:lnTo>
                    <a:pt x="3401" y="740"/>
                  </a:lnTo>
                  <a:lnTo>
                    <a:pt x="2816" y="795"/>
                  </a:lnTo>
                  <a:cubicBezTo>
                    <a:pt x="2704" y="795"/>
                    <a:pt x="2593" y="851"/>
                    <a:pt x="2537" y="963"/>
                  </a:cubicBezTo>
                  <a:lnTo>
                    <a:pt x="2258" y="1492"/>
                  </a:lnTo>
                  <a:lnTo>
                    <a:pt x="1701" y="1687"/>
                  </a:lnTo>
                  <a:cubicBezTo>
                    <a:pt x="1589" y="1715"/>
                    <a:pt x="1534" y="1827"/>
                    <a:pt x="1478" y="1938"/>
                  </a:cubicBezTo>
                  <a:lnTo>
                    <a:pt x="1394" y="2524"/>
                  </a:lnTo>
                  <a:cubicBezTo>
                    <a:pt x="1032" y="2552"/>
                    <a:pt x="725" y="2747"/>
                    <a:pt x="474" y="2970"/>
                  </a:cubicBezTo>
                  <a:cubicBezTo>
                    <a:pt x="168" y="3304"/>
                    <a:pt x="0" y="3667"/>
                    <a:pt x="0" y="4085"/>
                  </a:cubicBezTo>
                  <a:cubicBezTo>
                    <a:pt x="0" y="4865"/>
                    <a:pt x="586" y="5534"/>
                    <a:pt x="1283" y="5618"/>
                  </a:cubicBezTo>
                  <a:cubicBezTo>
                    <a:pt x="1338" y="6566"/>
                    <a:pt x="1812" y="7764"/>
                    <a:pt x="2426" y="8740"/>
                  </a:cubicBezTo>
                  <a:cubicBezTo>
                    <a:pt x="3290" y="10050"/>
                    <a:pt x="4349" y="10775"/>
                    <a:pt x="5352" y="10775"/>
                  </a:cubicBezTo>
                  <a:cubicBezTo>
                    <a:pt x="6412" y="10775"/>
                    <a:pt x="7443" y="10050"/>
                    <a:pt x="8279" y="8740"/>
                  </a:cubicBezTo>
                  <a:cubicBezTo>
                    <a:pt x="8893" y="7764"/>
                    <a:pt x="9366" y="6566"/>
                    <a:pt x="9422" y="5618"/>
                  </a:cubicBezTo>
                  <a:cubicBezTo>
                    <a:pt x="9729" y="5562"/>
                    <a:pt x="10008" y="5423"/>
                    <a:pt x="10258" y="5200"/>
                  </a:cubicBezTo>
                  <a:cubicBezTo>
                    <a:pt x="10649" y="4921"/>
                    <a:pt x="10816" y="4503"/>
                    <a:pt x="10816" y="4085"/>
                  </a:cubicBezTo>
                  <a:cubicBezTo>
                    <a:pt x="10816" y="3667"/>
                    <a:pt x="10649" y="3248"/>
                    <a:pt x="10342" y="2970"/>
                  </a:cubicBezTo>
                  <a:cubicBezTo>
                    <a:pt x="10091" y="2747"/>
                    <a:pt x="9785" y="2607"/>
                    <a:pt x="9422" y="2524"/>
                  </a:cubicBezTo>
                  <a:lnTo>
                    <a:pt x="9339" y="1938"/>
                  </a:lnTo>
                  <a:cubicBezTo>
                    <a:pt x="9283" y="1827"/>
                    <a:pt x="9227" y="1715"/>
                    <a:pt x="9116" y="1687"/>
                  </a:cubicBezTo>
                  <a:lnTo>
                    <a:pt x="8558" y="1492"/>
                  </a:lnTo>
                  <a:lnTo>
                    <a:pt x="8279" y="963"/>
                  </a:lnTo>
                  <a:cubicBezTo>
                    <a:pt x="8251" y="851"/>
                    <a:pt x="8140" y="795"/>
                    <a:pt x="8001" y="795"/>
                  </a:cubicBezTo>
                  <a:lnTo>
                    <a:pt x="7415" y="740"/>
                  </a:lnTo>
                  <a:lnTo>
                    <a:pt x="6997" y="322"/>
                  </a:lnTo>
                  <a:cubicBezTo>
                    <a:pt x="6913" y="266"/>
                    <a:pt x="6774" y="238"/>
                    <a:pt x="6690" y="238"/>
                  </a:cubicBezTo>
                  <a:lnTo>
                    <a:pt x="6077" y="377"/>
                  </a:lnTo>
                  <a:lnTo>
                    <a:pt x="5575" y="43"/>
                  </a:lnTo>
                  <a:cubicBezTo>
                    <a:pt x="5520" y="15"/>
                    <a:pt x="5464" y="1"/>
                    <a:pt x="5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37" name="Google Shape;11137;p66"/>
            <p:cNvSpPr/>
            <p:nvPr/>
          </p:nvSpPr>
          <p:spPr>
            <a:xfrm>
              <a:off x="4900250" y="3027525"/>
              <a:ext cx="16075" cy="15350"/>
            </a:xfrm>
            <a:custGeom>
              <a:rect l="l" t="t" r="r" b="b"/>
              <a:pathLst>
                <a:path w="643" h="614" extrusionOk="0">
                  <a:moveTo>
                    <a:pt x="308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503" y="614"/>
                    <a:pt x="642" y="474"/>
                    <a:pt x="642" y="307"/>
                  </a:cubicBezTo>
                  <a:cubicBezTo>
                    <a:pt x="642" y="140"/>
                    <a:pt x="503" y="1"/>
                    <a:pt x="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38" name="Google Shape;11138;p66"/>
            <p:cNvSpPr/>
            <p:nvPr/>
          </p:nvSpPr>
          <p:spPr>
            <a:xfrm>
              <a:off x="4805475" y="3027525"/>
              <a:ext cx="15375" cy="15350"/>
            </a:xfrm>
            <a:custGeom>
              <a:rect l="l" t="t" r="r" b="b"/>
              <a:pathLst>
                <a:path w="615" h="614" extrusionOk="0">
                  <a:moveTo>
                    <a:pt x="308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1"/>
                    <a:pt x="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39" name="Google Shape;11139;p66"/>
            <p:cNvSpPr/>
            <p:nvPr/>
          </p:nvSpPr>
          <p:spPr>
            <a:xfrm>
              <a:off x="4820825" y="2932750"/>
              <a:ext cx="16050" cy="32075"/>
            </a:xfrm>
            <a:custGeom>
              <a:rect l="l" t="t" r="r" b="b"/>
              <a:pathLst>
                <a:path w="642" h="1283" extrusionOk="0">
                  <a:moveTo>
                    <a:pt x="335" y="1"/>
                  </a:moveTo>
                  <a:cubicBezTo>
                    <a:pt x="140" y="1"/>
                    <a:pt x="0" y="140"/>
                    <a:pt x="0" y="335"/>
                  </a:cubicBezTo>
                  <a:lnTo>
                    <a:pt x="0" y="948"/>
                  </a:lnTo>
                  <a:cubicBezTo>
                    <a:pt x="0" y="1143"/>
                    <a:pt x="140" y="1283"/>
                    <a:pt x="335" y="1283"/>
                  </a:cubicBezTo>
                  <a:cubicBezTo>
                    <a:pt x="502" y="1283"/>
                    <a:pt x="641" y="1143"/>
                    <a:pt x="641" y="948"/>
                  </a:cubicBezTo>
                  <a:lnTo>
                    <a:pt x="641" y="335"/>
                  </a:lnTo>
                  <a:cubicBezTo>
                    <a:pt x="641" y="140"/>
                    <a:pt x="502" y="1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40" name="Google Shape;11140;p66"/>
            <p:cNvSpPr/>
            <p:nvPr/>
          </p:nvSpPr>
          <p:spPr>
            <a:xfrm>
              <a:off x="4884925" y="2932750"/>
              <a:ext cx="15350" cy="32075"/>
            </a:xfrm>
            <a:custGeom>
              <a:rect l="l" t="t" r="r" b="b"/>
              <a:pathLst>
                <a:path w="614" h="1283" extrusionOk="0">
                  <a:moveTo>
                    <a:pt x="307" y="1"/>
                  </a:moveTo>
                  <a:cubicBezTo>
                    <a:pt x="112" y="1"/>
                    <a:pt x="1" y="140"/>
                    <a:pt x="1" y="335"/>
                  </a:cubicBezTo>
                  <a:lnTo>
                    <a:pt x="1" y="948"/>
                  </a:lnTo>
                  <a:cubicBezTo>
                    <a:pt x="1" y="1143"/>
                    <a:pt x="112" y="1283"/>
                    <a:pt x="307" y="1283"/>
                  </a:cubicBezTo>
                  <a:cubicBezTo>
                    <a:pt x="475" y="1283"/>
                    <a:pt x="614" y="1143"/>
                    <a:pt x="614" y="948"/>
                  </a:cubicBezTo>
                  <a:lnTo>
                    <a:pt x="614" y="335"/>
                  </a:lnTo>
                  <a:cubicBezTo>
                    <a:pt x="614" y="140"/>
                    <a:pt x="475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41" name="Google Shape;11141;p66"/>
            <p:cNvSpPr/>
            <p:nvPr/>
          </p:nvSpPr>
          <p:spPr>
            <a:xfrm>
              <a:off x="4852175" y="2948775"/>
              <a:ext cx="16050" cy="31400"/>
            </a:xfrm>
            <a:custGeom>
              <a:rect l="l" t="t" r="r" b="b"/>
              <a:pathLst>
                <a:path w="642" h="1256" extrusionOk="0">
                  <a:moveTo>
                    <a:pt x="335" y="1"/>
                  </a:moveTo>
                  <a:cubicBezTo>
                    <a:pt x="140" y="1"/>
                    <a:pt x="1" y="140"/>
                    <a:pt x="1" y="307"/>
                  </a:cubicBezTo>
                  <a:lnTo>
                    <a:pt x="1" y="948"/>
                  </a:lnTo>
                  <a:cubicBezTo>
                    <a:pt x="1" y="1116"/>
                    <a:pt x="140" y="1255"/>
                    <a:pt x="335" y="1255"/>
                  </a:cubicBezTo>
                  <a:cubicBezTo>
                    <a:pt x="502" y="1255"/>
                    <a:pt x="642" y="1116"/>
                    <a:pt x="642" y="948"/>
                  </a:cubicBezTo>
                  <a:lnTo>
                    <a:pt x="642" y="307"/>
                  </a:lnTo>
                  <a:cubicBezTo>
                    <a:pt x="642" y="140"/>
                    <a:pt x="502" y="1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42" name="Google Shape;11142;p66"/>
          <p:cNvGrpSpPr/>
          <p:nvPr/>
        </p:nvGrpSpPr>
        <p:grpSpPr>
          <a:xfrm>
            <a:off x="4374817" y="1683870"/>
            <a:ext cx="389425" cy="467822"/>
            <a:chOff x="4459350" y="2882125"/>
            <a:chExt cx="228375" cy="274350"/>
          </a:xfrm>
        </p:grpSpPr>
        <p:sp>
          <p:nvSpPr>
            <p:cNvPr id="11143" name="Google Shape;11143;p66"/>
            <p:cNvSpPr/>
            <p:nvPr/>
          </p:nvSpPr>
          <p:spPr>
            <a:xfrm>
              <a:off x="4537175" y="3045650"/>
              <a:ext cx="15375" cy="15350"/>
            </a:xfrm>
            <a:custGeom>
              <a:rect l="l" t="t" r="r" b="b"/>
              <a:pathLst>
                <a:path w="615" h="614" extrusionOk="0">
                  <a:moveTo>
                    <a:pt x="308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44" name="Google Shape;11144;p66"/>
            <p:cNvSpPr/>
            <p:nvPr/>
          </p:nvSpPr>
          <p:spPr>
            <a:xfrm>
              <a:off x="4599900" y="3045650"/>
              <a:ext cx="15350" cy="15350"/>
            </a:xfrm>
            <a:custGeom>
              <a:rect l="l" t="t" r="r" b="b"/>
              <a:pathLst>
                <a:path w="614" h="614" extrusionOk="0"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4"/>
                    <a:pt x="307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0"/>
                    <a:pt x="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45" name="Google Shape;11145;p66"/>
            <p:cNvSpPr/>
            <p:nvPr/>
          </p:nvSpPr>
          <p:spPr>
            <a:xfrm>
              <a:off x="4464700" y="2886250"/>
              <a:ext cx="223025" cy="270225"/>
            </a:xfrm>
            <a:custGeom>
              <a:rect l="l" t="t" r="r" b="b"/>
              <a:pathLst>
                <a:path w="8921" h="10809" extrusionOk="0">
                  <a:moveTo>
                    <a:pt x="921" y="773"/>
                  </a:moveTo>
                  <a:cubicBezTo>
                    <a:pt x="1757" y="1219"/>
                    <a:pt x="2398" y="1916"/>
                    <a:pt x="2788" y="2808"/>
                  </a:cubicBezTo>
                  <a:cubicBezTo>
                    <a:pt x="2900" y="3059"/>
                    <a:pt x="2956" y="3310"/>
                    <a:pt x="3039" y="3589"/>
                  </a:cubicBezTo>
                  <a:cubicBezTo>
                    <a:pt x="2538" y="3868"/>
                    <a:pt x="2175" y="4314"/>
                    <a:pt x="1924" y="4843"/>
                  </a:cubicBezTo>
                  <a:cubicBezTo>
                    <a:pt x="1534" y="4481"/>
                    <a:pt x="1255" y="4035"/>
                    <a:pt x="1060" y="3561"/>
                  </a:cubicBezTo>
                  <a:cubicBezTo>
                    <a:pt x="670" y="2641"/>
                    <a:pt x="642" y="1665"/>
                    <a:pt x="921" y="773"/>
                  </a:cubicBezTo>
                  <a:close/>
                  <a:moveTo>
                    <a:pt x="8029" y="773"/>
                  </a:moveTo>
                  <a:lnTo>
                    <a:pt x="8029" y="773"/>
                  </a:lnTo>
                  <a:cubicBezTo>
                    <a:pt x="8308" y="1665"/>
                    <a:pt x="8252" y="2641"/>
                    <a:pt x="7890" y="3561"/>
                  </a:cubicBezTo>
                  <a:cubicBezTo>
                    <a:pt x="7667" y="4035"/>
                    <a:pt x="7388" y="4481"/>
                    <a:pt x="6998" y="4843"/>
                  </a:cubicBezTo>
                  <a:cubicBezTo>
                    <a:pt x="6775" y="4314"/>
                    <a:pt x="6356" y="3868"/>
                    <a:pt x="5883" y="3589"/>
                  </a:cubicBezTo>
                  <a:cubicBezTo>
                    <a:pt x="5966" y="3310"/>
                    <a:pt x="6022" y="3031"/>
                    <a:pt x="6133" y="2808"/>
                  </a:cubicBezTo>
                  <a:cubicBezTo>
                    <a:pt x="6496" y="1944"/>
                    <a:pt x="7137" y="1219"/>
                    <a:pt x="8029" y="773"/>
                  </a:cubicBezTo>
                  <a:close/>
                  <a:moveTo>
                    <a:pt x="4545" y="3840"/>
                  </a:moveTo>
                  <a:cubicBezTo>
                    <a:pt x="5660" y="3923"/>
                    <a:pt x="6524" y="4983"/>
                    <a:pt x="6524" y="6153"/>
                  </a:cubicBezTo>
                  <a:lnTo>
                    <a:pt x="6524" y="6265"/>
                  </a:lnTo>
                  <a:cubicBezTo>
                    <a:pt x="6524" y="6655"/>
                    <a:pt x="6663" y="6990"/>
                    <a:pt x="6942" y="7352"/>
                  </a:cubicBezTo>
                  <a:cubicBezTo>
                    <a:pt x="7081" y="7547"/>
                    <a:pt x="7165" y="7742"/>
                    <a:pt x="7165" y="7937"/>
                  </a:cubicBezTo>
                  <a:cubicBezTo>
                    <a:pt x="7276" y="8300"/>
                    <a:pt x="7053" y="8662"/>
                    <a:pt x="6635" y="8941"/>
                  </a:cubicBezTo>
                  <a:cubicBezTo>
                    <a:pt x="6579" y="8774"/>
                    <a:pt x="6496" y="8578"/>
                    <a:pt x="6356" y="8383"/>
                  </a:cubicBezTo>
                  <a:cubicBezTo>
                    <a:pt x="6291" y="8302"/>
                    <a:pt x="6189" y="8259"/>
                    <a:pt x="6087" y="8259"/>
                  </a:cubicBezTo>
                  <a:cubicBezTo>
                    <a:pt x="6014" y="8259"/>
                    <a:pt x="5941" y="8281"/>
                    <a:pt x="5883" y="8328"/>
                  </a:cubicBezTo>
                  <a:cubicBezTo>
                    <a:pt x="5743" y="8439"/>
                    <a:pt x="5715" y="8634"/>
                    <a:pt x="5827" y="8774"/>
                  </a:cubicBezTo>
                  <a:cubicBezTo>
                    <a:pt x="5994" y="9024"/>
                    <a:pt x="6022" y="9275"/>
                    <a:pt x="5938" y="9470"/>
                  </a:cubicBezTo>
                  <a:cubicBezTo>
                    <a:pt x="5827" y="9693"/>
                    <a:pt x="5604" y="9861"/>
                    <a:pt x="5297" y="10000"/>
                  </a:cubicBezTo>
                  <a:lnTo>
                    <a:pt x="4712" y="9136"/>
                  </a:lnTo>
                  <a:lnTo>
                    <a:pt x="4712" y="8718"/>
                  </a:lnTo>
                  <a:lnTo>
                    <a:pt x="5241" y="8188"/>
                  </a:lnTo>
                  <a:cubicBezTo>
                    <a:pt x="5381" y="8049"/>
                    <a:pt x="5381" y="7882"/>
                    <a:pt x="5241" y="7742"/>
                  </a:cubicBezTo>
                  <a:cubicBezTo>
                    <a:pt x="5172" y="7673"/>
                    <a:pt x="5088" y="7638"/>
                    <a:pt x="5005" y="7638"/>
                  </a:cubicBezTo>
                  <a:cubicBezTo>
                    <a:pt x="4921" y="7638"/>
                    <a:pt x="4837" y="7673"/>
                    <a:pt x="4768" y="7742"/>
                  </a:cubicBezTo>
                  <a:lnTo>
                    <a:pt x="4349" y="8160"/>
                  </a:lnTo>
                  <a:lnTo>
                    <a:pt x="3931" y="7742"/>
                  </a:lnTo>
                  <a:cubicBezTo>
                    <a:pt x="3862" y="7673"/>
                    <a:pt x="3785" y="7638"/>
                    <a:pt x="3708" y="7638"/>
                  </a:cubicBezTo>
                  <a:cubicBezTo>
                    <a:pt x="3632" y="7638"/>
                    <a:pt x="3555" y="7673"/>
                    <a:pt x="3485" y="7742"/>
                  </a:cubicBezTo>
                  <a:cubicBezTo>
                    <a:pt x="3346" y="7882"/>
                    <a:pt x="3346" y="8049"/>
                    <a:pt x="3485" y="8188"/>
                  </a:cubicBezTo>
                  <a:lnTo>
                    <a:pt x="4015" y="8718"/>
                  </a:lnTo>
                  <a:lnTo>
                    <a:pt x="4015" y="9136"/>
                  </a:lnTo>
                  <a:lnTo>
                    <a:pt x="3430" y="10000"/>
                  </a:lnTo>
                  <a:cubicBezTo>
                    <a:pt x="3151" y="9889"/>
                    <a:pt x="2900" y="9693"/>
                    <a:pt x="2788" y="9470"/>
                  </a:cubicBezTo>
                  <a:cubicBezTo>
                    <a:pt x="2677" y="9275"/>
                    <a:pt x="2733" y="9024"/>
                    <a:pt x="2900" y="8774"/>
                  </a:cubicBezTo>
                  <a:cubicBezTo>
                    <a:pt x="3011" y="8634"/>
                    <a:pt x="2956" y="8439"/>
                    <a:pt x="2816" y="8328"/>
                  </a:cubicBezTo>
                  <a:cubicBezTo>
                    <a:pt x="2758" y="8281"/>
                    <a:pt x="2690" y="8259"/>
                    <a:pt x="2623" y="8259"/>
                  </a:cubicBezTo>
                  <a:cubicBezTo>
                    <a:pt x="2529" y="8259"/>
                    <a:pt x="2435" y="8302"/>
                    <a:pt x="2370" y="8383"/>
                  </a:cubicBezTo>
                  <a:cubicBezTo>
                    <a:pt x="2231" y="8578"/>
                    <a:pt x="2175" y="8774"/>
                    <a:pt x="2092" y="8941"/>
                  </a:cubicBezTo>
                  <a:cubicBezTo>
                    <a:pt x="1673" y="8662"/>
                    <a:pt x="1423" y="8328"/>
                    <a:pt x="1423" y="7937"/>
                  </a:cubicBezTo>
                  <a:cubicBezTo>
                    <a:pt x="1423" y="7742"/>
                    <a:pt x="1506" y="7519"/>
                    <a:pt x="1673" y="7352"/>
                  </a:cubicBezTo>
                  <a:cubicBezTo>
                    <a:pt x="1952" y="6990"/>
                    <a:pt x="2092" y="6655"/>
                    <a:pt x="2092" y="6265"/>
                  </a:cubicBezTo>
                  <a:lnTo>
                    <a:pt x="2092" y="6153"/>
                  </a:lnTo>
                  <a:cubicBezTo>
                    <a:pt x="2092" y="4983"/>
                    <a:pt x="2956" y="3923"/>
                    <a:pt x="4071" y="3840"/>
                  </a:cubicBezTo>
                  <a:close/>
                  <a:moveTo>
                    <a:pt x="4461" y="9749"/>
                  </a:moveTo>
                  <a:lnTo>
                    <a:pt x="4712" y="10139"/>
                  </a:lnTo>
                  <a:lnTo>
                    <a:pt x="4461" y="10139"/>
                  </a:lnTo>
                  <a:cubicBezTo>
                    <a:pt x="4405" y="10153"/>
                    <a:pt x="4363" y="10160"/>
                    <a:pt x="4325" y="10160"/>
                  </a:cubicBezTo>
                  <a:cubicBezTo>
                    <a:pt x="4287" y="10160"/>
                    <a:pt x="4252" y="10153"/>
                    <a:pt x="4210" y="10139"/>
                  </a:cubicBezTo>
                  <a:lnTo>
                    <a:pt x="4461" y="9749"/>
                  </a:lnTo>
                  <a:close/>
                  <a:moveTo>
                    <a:pt x="744" y="0"/>
                  </a:moveTo>
                  <a:cubicBezTo>
                    <a:pt x="622" y="0"/>
                    <a:pt x="510" y="68"/>
                    <a:pt x="447" y="216"/>
                  </a:cubicBezTo>
                  <a:cubicBezTo>
                    <a:pt x="1" y="1359"/>
                    <a:pt x="1" y="2641"/>
                    <a:pt x="503" y="3784"/>
                  </a:cubicBezTo>
                  <a:cubicBezTo>
                    <a:pt x="781" y="4453"/>
                    <a:pt x="1200" y="5038"/>
                    <a:pt x="1701" y="5512"/>
                  </a:cubicBezTo>
                  <a:cubicBezTo>
                    <a:pt x="1646" y="5847"/>
                    <a:pt x="1646" y="6098"/>
                    <a:pt x="1646" y="6265"/>
                  </a:cubicBezTo>
                  <a:cubicBezTo>
                    <a:pt x="1646" y="6516"/>
                    <a:pt x="1534" y="6711"/>
                    <a:pt x="1367" y="6962"/>
                  </a:cubicBezTo>
                  <a:cubicBezTo>
                    <a:pt x="1116" y="7268"/>
                    <a:pt x="1004" y="7603"/>
                    <a:pt x="1004" y="7937"/>
                  </a:cubicBezTo>
                  <a:cubicBezTo>
                    <a:pt x="1004" y="8746"/>
                    <a:pt x="1646" y="9359"/>
                    <a:pt x="2370" y="9721"/>
                  </a:cubicBezTo>
                  <a:cubicBezTo>
                    <a:pt x="2677" y="10390"/>
                    <a:pt x="3569" y="10809"/>
                    <a:pt x="4461" y="10809"/>
                  </a:cubicBezTo>
                  <a:cubicBezTo>
                    <a:pt x="5381" y="10809"/>
                    <a:pt x="6217" y="10418"/>
                    <a:pt x="6552" y="9749"/>
                  </a:cubicBezTo>
                  <a:cubicBezTo>
                    <a:pt x="6552" y="9749"/>
                    <a:pt x="6552" y="9721"/>
                    <a:pt x="6579" y="9721"/>
                  </a:cubicBezTo>
                  <a:cubicBezTo>
                    <a:pt x="7332" y="9359"/>
                    <a:pt x="7945" y="8746"/>
                    <a:pt x="7945" y="7937"/>
                  </a:cubicBezTo>
                  <a:cubicBezTo>
                    <a:pt x="7945" y="7603"/>
                    <a:pt x="7834" y="7268"/>
                    <a:pt x="7611" y="6962"/>
                  </a:cubicBezTo>
                  <a:cubicBezTo>
                    <a:pt x="7416" y="6711"/>
                    <a:pt x="7332" y="6516"/>
                    <a:pt x="7332" y="6265"/>
                  </a:cubicBezTo>
                  <a:cubicBezTo>
                    <a:pt x="7332" y="6125"/>
                    <a:pt x="7332" y="5847"/>
                    <a:pt x="7248" y="5512"/>
                  </a:cubicBezTo>
                  <a:cubicBezTo>
                    <a:pt x="7750" y="5038"/>
                    <a:pt x="8168" y="4453"/>
                    <a:pt x="8447" y="3784"/>
                  </a:cubicBezTo>
                  <a:cubicBezTo>
                    <a:pt x="8921" y="2641"/>
                    <a:pt x="8921" y="1359"/>
                    <a:pt x="8475" y="216"/>
                  </a:cubicBezTo>
                  <a:cubicBezTo>
                    <a:pt x="8412" y="68"/>
                    <a:pt x="8300" y="0"/>
                    <a:pt x="8177" y="0"/>
                  </a:cubicBezTo>
                  <a:cubicBezTo>
                    <a:pt x="8138" y="0"/>
                    <a:pt x="8097" y="7"/>
                    <a:pt x="8057" y="21"/>
                  </a:cubicBezTo>
                  <a:cubicBezTo>
                    <a:pt x="6914" y="523"/>
                    <a:pt x="5994" y="1415"/>
                    <a:pt x="5548" y="2530"/>
                  </a:cubicBezTo>
                  <a:cubicBezTo>
                    <a:pt x="5437" y="2780"/>
                    <a:pt x="5381" y="3031"/>
                    <a:pt x="5297" y="3310"/>
                  </a:cubicBezTo>
                  <a:cubicBezTo>
                    <a:pt x="5130" y="3226"/>
                    <a:pt x="4963" y="3199"/>
                    <a:pt x="4740" y="3199"/>
                  </a:cubicBezTo>
                  <a:cubicBezTo>
                    <a:pt x="4656" y="3185"/>
                    <a:pt x="4558" y="3178"/>
                    <a:pt x="4461" y="3178"/>
                  </a:cubicBezTo>
                  <a:cubicBezTo>
                    <a:pt x="4363" y="3178"/>
                    <a:pt x="4266" y="3185"/>
                    <a:pt x="4182" y="3199"/>
                  </a:cubicBezTo>
                  <a:cubicBezTo>
                    <a:pt x="4015" y="3226"/>
                    <a:pt x="3792" y="3254"/>
                    <a:pt x="3625" y="3310"/>
                  </a:cubicBezTo>
                  <a:cubicBezTo>
                    <a:pt x="3569" y="3031"/>
                    <a:pt x="3485" y="2780"/>
                    <a:pt x="3374" y="2530"/>
                  </a:cubicBezTo>
                  <a:cubicBezTo>
                    <a:pt x="2928" y="1387"/>
                    <a:pt x="2036" y="523"/>
                    <a:pt x="865" y="21"/>
                  </a:cubicBezTo>
                  <a:cubicBezTo>
                    <a:pt x="824" y="7"/>
                    <a:pt x="784" y="0"/>
                    <a:pt x="7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46" name="Google Shape;11146;p66"/>
            <p:cNvSpPr/>
            <p:nvPr/>
          </p:nvSpPr>
          <p:spPr>
            <a:xfrm flipH="1">
              <a:off x="4459350" y="2886250"/>
              <a:ext cx="223025" cy="270225"/>
            </a:xfrm>
            <a:custGeom>
              <a:rect l="l" t="t" r="r" b="b"/>
              <a:pathLst>
                <a:path w="8921" h="10809" extrusionOk="0">
                  <a:moveTo>
                    <a:pt x="921" y="773"/>
                  </a:moveTo>
                  <a:cubicBezTo>
                    <a:pt x="1757" y="1219"/>
                    <a:pt x="2398" y="1916"/>
                    <a:pt x="2788" y="2808"/>
                  </a:cubicBezTo>
                  <a:cubicBezTo>
                    <a:pt x="2900" y="3059"/>
                    <a:pt x="2956" y="3310"/>
                    <a:pt x="3039" y="3589"/>
                  </a:cubicBezTo>
                  <a:cubicBezTo>
                    <a:pt x="2538" y="3868"/>
                    <a:pt x="2175" y="4314"/>
                    <a:pt x="1924" y="4843"/>
                  </a:cubicBezTo>
                  <a:cubicBezTo>
                    <a:pt x="1534" y="4481"/>
                    <a:pt x="1255" y="4035"/>
                    <a:pt x="1060" y="3561"/>
                  </a:cubicBezTo>
                  <a:cubicBezTo>
                    <a:pt x="670" y="2641"/>
                    <a:pt x="642" y="1665"/>
                    <a:pt x="921" y="773"/>
                  </a:cubicBezTo>
                  <a:close/>
                  <a:moveTo>
                    <a:pt x="8029" y="773"/>
                  </a:moveTo>
                  <a:lnTo>
                    <a:pt x="8029" y="773"/>
                  </a:lnTo>
                  <a:cubicBezTo>
                    <a:pt x="8308" y="1665"/>
                    <a:pt x="8252" y="2641"/>
                    <a:pt x="7890" y="3561"/>
                  </a:cubicBezTo>
                  <a:cubicBezTo>
                    <a:pt x="7667" y="4035"/>
                    <a:pt x="7388" y="4481"/>
                    <a:pt x="6998" y="4843"/>
                  </a:cubicBezTo>
                  <a:cubicBezTo>
                    <a:pt x="6775" y="4314"/>
                    <a:pt x="6356" y="3868"/>
                    <a:pt x="5883" y="3589"/>
                  </a:cubicBezTo>
                  <a:cubicBezTo>
                    <a:pt x="5966" y="3310"/>
                    <a:pt x="6022" y="3031"/>
                    <a:pt x="6133" y="2808"/>
                  </a:cubicBezTo>
                  <a:cubicBezTo>
                    <a:pt x="6496" y="1944"/>
                    <a:pt x="7137" y="1219"/>
                    <a:pt x="8029" y="773"/>
                  </a:cubicBezTo>
                  <a:close/>
                  <a:moveTo>
                    <a:pt x="4545" y="3840"/>
                  </a:moveTo>
                  <a:cubicBezTo>
                    <a:pt x="5660" y="3923"/>
                    <a:pt x="6524" y="4983"/>
                    <a:pt x="6524" y="6153"/>
                  </a:cubicBezTo>
                  <a:lnTo>
                    <a:pt x="6524" y="6265"/>
                  </a:lnTo>
                  <a:cubicBezTo>
                    <a:pt x="6524" y="6655"/>
                    <a:pt x="6663" y="6990"/>
                    <a:pt x="6942" y="7352"/>
                  </a:cubicBezTo>
                  <a:cubicBezTo>
                    <a:pt x="7081" y="7547"/>
                    <a:pt x="7165" y="7742"/>
                    <a:pt x="7165" y="7937"/>
                  </a:cubicBezTo>
                  <a:cubicBezTo>
                    <a:pt x="7276" y="8300"/>
                    <a:pt x="7053" y="8662"/>
                    <a:pt x="6635" y="8941"/>
                  </a:cubicBezTo>
                  <a:cubicBezTo>
                    <a:pt x="6579" y="8774"/>
                    <a:pt x="6496" y="8578"/>
                    <a:pt x="6356" y="8383"/>
                  </a:cubicBezTo>
                  <a:cubicBezTo>
                    <a:pt x="6291" y="8302"/>
                    <a:pt x="6189" y="8259"/>
                    <a:pt x="6087" y="8259"/>
                  </a:cubicBezTo>
                  <a:cubicBezTo>
                    <a:pt x="6014" y="8259"/>
                    <a:pt x="5941" y="8281"/>
                    <a:pt x="5883" y="8328"/>
                  </a:cubicBezTo>
                  <a:cubicBezTo>
                    <a:pt x="5743" y="8439"/>
                    <a:pt x="5715" y="8634"/>
                    <a:pt x="5827" y="8774"/>
                  </a:cubicBezTo>
                  <a:cubicBezTo>
                    <a:pt x="5994" y="9024"/>
                    <a:pt x="6022" y="9275"/>
                    <a:pt x="5938" y="9470"/>
                  </a:cubicBezTo>
                  <a:cubicBezTo>
                    <a:pt x="5827" y="9693"/>
                    <a:pt x="5604" y="9861"/>
                    <a:pt x="5297" y="10000"/>
                  </a:cubicBezTo>
                  <a:lnTo>
                    <a:pt x="4712" y="9136"/>
                  </a:lnTo>
                  <a:lnTo>
                    <a:pt x="4712" y="8718"/>
                  </a:lnTo>
                  <a:lnTo>
                    <a:pt x="5241" y="8188"/>
                  </a:lnTo>
                  <a:cubicBezTo>
                    <a:pt x="5381" y="8049"/>
                    <a:pt x="5381" y="7882"/>
                    <a:pt x="5241" y="7742"/>
                  </a:cubicBezTo>
                  <a:cubicBezTo>
                    <a:pt x="5172" y="7673"/>
                    <a:pt x="5088" y="7638"/>
                    <a:pt x="5005" y="7638"/>
                  </a:cubicBezTo>
                  <a:cubicBezTo>
                    <a:pt x="4921" y="7638"/>
                    <a:pt x="4837" y="7673"/>
                    <a:pt x="4768" y="7742"/>
                  </a:cubicBezTo>
                  <a:lnTo>
                    <a:pt x="4349" y="8160"/>
                  </a:lnTo>
                  <a:lnTo>
                    <a:pt x="3931" y="7742"/>
                  </a:lnTo>
                  <a:cubicBezTo>
                    <a:pt x="3862" y="7673"/>
                    <a:pt x="3785" y="7638"/>
                    <a:pt x="3708" y="7638"/>
                  </a:cubicBezTo>
                  <a:cubicBezTo>
                    <a:pt x="3632" y="7638"/>
                    <a:pt x="3555" y="7673"/>
                    <a:pt x="3485" y="7742"/>
                  </a:cubicBezTo>
                  <a:cubicBezTo>
                    <a:pt x="3346" y="7882"/>
                    <a:pt x="3346" y="8049"/>
                    <a:pt x="3485" y="8188"/>
                  </a:cubicBezTo>
                  <a:lnTo>
                    <a:pt x="4015" y="8718"/>
                  </a:lnTo>
                  <a:lnTo>
                    <a:pt x="4015" y="9136"/>
                  </a:lnTo>
                  <a:lnTo>
                    <a:pt x="3430" y="10000"/>
                  </a:lnTo>
                  <a:cubicBezTo>
                    <a:pt x="3151" y="9889"/>
                    <a:pt x="2900" y="9693"/>
                    <a:pt x="2788" y="9470"/>
                  </a:cubicBezTo>
                  <a:cubicBezTo>
                    <a:pt x="2677" y="9275"/>
                    <a:pt x="2733" y="9024"/>
                    <a:pt x="2900" y="8774"/>
                  </a:cubicBezTo>
                  <a:cubicBezTo>
                    <a:pt x="3011" y="8634"/>
                    <a:pt x="2956" y="8439"/>
                    <a:pt x="2816" y="8328"/>
                  </a:cubicBezTo>
                  <a:cubicBezTo>
                    <a:pt x="2758" y="8281"/>
                    <a:pt x="2690" y="8259"/>
                    <a:pt x="2623" y="8259"/>
                  </a:cubicBezTo>
                  <a:cubicBezTo>
                    <a:pt x="2529" y="8259"/>
                    <a:pt x="2435" y="8302"/>
                    <a:pt x="2370" y="8383"/>
                  </a:cubicBezTo>
                  <a:cubicBezTo>
                    <a:pt x="2231" y="8578"/>
                    <a:pt x="2175" y="8774"/>
                    <a:pt x="2092" y="8941"/>
                  </a:cubicBezTo>
                  <a:cubicBezTo>
                    <a:pt x="1673" y="8662"/>
                    <a:pt x="1423" y="8328"/>
                    <a:pt x="1423" y="7937"/>
                  </a:cubicBezTo>
                  <a:cubicBezTo>
                    <a:pt x="1423" y="7742"/>
                    <a:pt x="1506" y="7519"/>
                    <a:pt x="1673" y="7352"/>
                  </a:cubicBezTo>
                  <a:cubicBezTo>
                    <a:pt x="1952" y="6990"/>
                    <a:pt x="2092" y="6655"/>
                    <a:pt x="2092" y="6265"/>
                  </a:cubicBezTo>
                  <a:lnTo>
                    <a:pt x="2092" y="6153"/>
                  </a:lnTo>
                  <a:cubicBezTo>
                    <a:pt x="2092" y="4983"/>
                    <a:pt x="2956" y="3923"/>
                    <a:pt x="4071" y="3840"/>
                  </a:cubicBezTo>
                  <a:close/>
                  <a:moveTo>
                    <a:pt x="4461" y="9749"/>
                  </a:moveTo>
                  <a:lnTo>
                    <a:pt x="4712" y="10139"/>
                  </a:lnTo>
                  <a:lnTo>
                    <a:pt x="4461" y="10139"/>
                  </a:lnTo>
                  <a:cubicBezTo>
                    <a:pt x="4405" y="10153"/>
                    <a:pt x="4363" y="10160"/>
                    <a:pt x="4325" y="10160"/>
                  </a:cubicBezTo>
                  <a:cubicBezTo>
                    <a:pt x="4287" y="10160"/>
                    <a:pt x="4252" y="10153"/>
                    <a:pt x="4210" y="10139"/>
                  </a:cubicBezTo>
                  <a:lnTo>
                    <a:pt x="4461" y="9749"/>
                  </a:lnTo>
                  <a:close/>
                  <a:moveTo>
                    <a:pt x="744" y="0"/>
                  </a:moveTo>
                  <a:cubicBezTo>
                    <a:pt x="622" y="0"/>
                    <a:pt x="510" y="68"/>
                    <a:pt x="447" y="216"/>
                  </a:cubicBezTo>
                  <a:cubicBezTo>
                    <a:pt x="1" y="1359"/>
                    <a:pt x="1" y="2641"/>
                    <a:pt x="503" y="3784"/>
                  </a:cubicBezTo>
                  <a:cubicBezTo>
                    <a:pt x="781" y="4453"/>
                    <a:pt x="1200" y="5038"/>
                    <a:pt x="1701" y="5512"/>
                  </a:cubicBezTo>
                  <a:cubicBezTo>
                    <a:pt x="1646" y="5847"/>
                    <a:pt x="1646" y="6098"/>
                    <a:pt x="1646" y="6265"/>
                  </a:cubicBezTo>
                  <a:cubicBezTo>
                    <a:pt x="1646" y="6516"/>
                    <a:pt x="1534" y="6711"/>
                    <a:pt x="1367" y="6962"/>
                  </a:cubicBezTo>
                  <a:cubicBezTo>
                    <a:pt x="1116" y="7268"/>
                    <a:pt x="1004" y="7603"/>
                    <a:pt x="1004" y="7937"/>
                  </a:cubicBezTo>
                  <a:cubicBezTo>
                    <a:pt x="1004" y="8746"/>
                    <a:pt x="1646" y="9359"/>
                    <a:pt x="2370" y="9721"/>
                  </a:cubicBezTo>
                  <a:cubicBezTo>
                    <a:pt x="2677" y="10390"/>
                    <a:pt x="3569" y="10809"/>
                    <a:pt x="4461" y="10809"/>
                  </a:cubicBezTo>
                  <a:cubicBezTo>
                    <a:pt x="5381" y="10809"/>
                    <a:pt x="6217" y="10418"/>
                    <a:pt x="6552" y="9749"/>
                  </a:cubicBezTo>
                  <a:cubicBezTo>
                    <a:pt x="6552" y="9749"/>
                    <a:pt x="6552" y="9721"/>
                    <a:pt x="6579" y="9721"/>
                  </a:cubicBezTo>
                  <a:cubicBezTo>
                    <a:pt x="7332" y="9359"/>
                    <a:pt x="7945" y="8746"/>
                    <a:pt x="7945" y="7937"/>
                  </a:cubicBezTo>
                  <a:cubicBezTo>
                    <a:pt x="7945" y="7603"/>
                    <a:pt x="7834" y="7268"/>
                    <a:pt x="7611" y="6962"/>
                  </a:cubicBezTo>
                  <a:cubicBezTo>
                    <a:pt x="7416" y="6711"/>
                    <a:pt x="7332" y="6516"/>
                    <a:pt x="7332" y="6265"/>
                  </a:cubicBezTo>
                  <a:cubicBezTo>
                    <a:pt x="7332" y="6125"/>
                    <a:pt x="7332" y="5847"/>
                    <a:pt x="7248" y="5512"/>
                  </a:cubicBezTo>
                  <a:cubicBezTo>
                    <a:pt x="7750" y="5038"/>
                    <a:pt x="8168" y="4453"/>
                    <a:pt x="8447" y="3784"/>
                  </a:cubicBezTo>
                  <a:cubicBezTo>
                    <a:pt x="8921" y="2641"/>
                    <a:pt x="8921" y="1359"/>
                    <a:pt x="8475" y="216"/>
                  </a:cubicBezTo>
                  <a:cubicBezTo>
                    <a:pt x="8412" y="68"/>
                    <a:pt x="8300" y="0"/>
                    <a:pt x="8177" y="0"/>
                  </a:cubicBezTo>
                  <a:cubicBezTo>
                    <a:pt x="8138" y="0"/>
                    <a:pt x="8097" y="7"/>
                    <a:pt x="8057" y="21"/>
                  </a:cubicBezTo>
                  <a:cubicBezTo>
                    <a:pt x="6914" y="523"/>
                    <a:pt x="5994" y="1415"/>
                    <a:pt x="5548" y="2530"/>
                  </a:cubicBezTo>
                  <a:cubicBezTo>
                    <a:pt x="5437" y="2780"/>
                    <a:pt x="5381" y="3031"/>
                    <a:pt x="5297" y="3310"/>
                  </a:cubicBezTo>
                  <a:cubicBezTo>
                    <a:pt x="5130" y="3226"/>
                    <a:pt x="4963" y="3199"/>
                    <a:pt x="4740" y="3199"/>
                  </a:cubicBezTo>
                  <a:cubicBezTo>
                    <a:pt x="4656" y="3185"/>
                    <a:pt x="4558" y="3178"/>
                    <a:pt x="4461" y="3178"/>
                  </a:cubicBezTo>
                  <a:cubicBezTo>
                    <a:pt x="4363" y="3178"/>
                    <a:pt x="4266" y="3185"/>
                    <a:pt x="4182" y="3199"/>
                  </a:cubicBezTo>
                  <a:cubicBezTo>
                    <a:pt x="4015" y="3226"/>
                    <a:pt x="3792" y="3254"/>
                    <a:pt x="3625" y="3310"/>
                  </a:cubicBezTo>
                  <a:cubicBezTo>
                    <a:pt x="3569" y="3031"/>
                    <a:pt x="3485" y="2780"/>
                    <a:pt x="3374" y="2530"/>
                  </a:cubicBezTo>
                  <a:cubicBezTo>
                    <a:pt x="2928" y="1387"/>
                    <a:pt x="2036" y="523"/>
                    <a:pt x="865" y="21"/>
                  </a:cubicBezTo>
                  <a:cubicBezTo>
                    <a:pt x="824" y="7"/>
                    <a:pt x="784" y="0"/>
                    <a:pt x="7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47" name="Google Shape;11147;p66"/>
            <p:cNvSpPr/>
            <p:nvPr/>
          </p:nvSpPr>
          <p:spPr>
            <a:xfrm rot="-537108">
              <a:off x="4468759" y="2883937"/>
              <a:ext cx="24732" cy="18476"/>
            </a:xfrm>
            <a:custGeom>
              <a:rect l="l" t="t" r="r" b="b"/>
              <a:pathLst>
                <a:path w="1081" h="721" extrusionOk="0">
                  <a:moveTo>
                    <a:pt x="17" y="657"/>
                  </a:moveTo>
                  <a:cubicBezTo>
                    <a:pt x="-46" y="550"/>
                    <a:pt x="128" y="70"/>
                    <a:pt x="303" y="14"/>
                  </a:cubicBezTo>
                  <a:cubicBezTo>
                    <a:pt x="478" y="-41"/>
                    <a:pt x="1002" y="217"/>
                    <a:pt x="1065" y="324"/>
                  </a:cubicBezTo>
                  <a:cubicBezTo>
                    <a:pt x="1129" y="431"/>
                    <a:pt x="859" y="602"/>
                    <a:pt x="684" y="657"/>
                  </a:cubicBezTo>
                  <a:cubicBezTo>
                    <a:pt x="509" y="713"/>
                    <a:pt x="81" y="764"/>
                    <a:pt x="17" y="6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11148" name="Google Shape;11148;p66"/>
            <p:cNvSpPr/>
            <p:nvPr/>
          </p:nvSpPr>
          <p:spPr>
            <a:xfrm rot="537108" flipH="1">
              <a:off x="4653897" y="2883937"/>
              <a:ext cx="24732" cy="18476"/>
            </a:xfrm>
            <a:custGeom>
              <a:rect l="l" t="t" r="r" b="b"/>
              <a:pathLst>
                <a:path w="1081" h="721" extrusionOk="0">
                  <a:moveTo>
                    <a:pt x="17" y="657"/>
                  </a:moveTo>
                  <a:cubicBezTo>
                    <a:pt x="-46" y="550"/>
                    <a:pt x="128" y="70"/>
                    <a:pt x="303" y="14"/>
                  </a:cubicBezTo>
                  <a:cubicBezTo>
                    <a:pt x="478" y="-41"/>
                    <a:pt x="1002" y="217"/>
                    <a:pt x="1065" y="324"/>
                  </a:cubicBezTo>
                  <a:cubicBezTo>
                    <a:pt x="1129" y="431"/>
                    <a:pt x="859" y="602"/>
                    <a:pt x="684" y="657"/>
                  </a:cubicBezTo>
                  <a:cubicBezTo>
                    <a:pt x="509" y="713"/>
                    <a:pt x="81" y="764"/>
                    <a:pt x="17" y="6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2A8F4F7-E57E-F17F-B148-57F2809CC42E}"/>
              </a:ext>
            </a:extLst>
          </p:cNvPr>
          <p:cNvSpPr txBox="1"/>
          <p:nvPr/>
        </p:nvSpPr>
        <p:spPr>
          <a:xfrm>
            <a:off x="3123747" y="520096"/>
            <a:ext cx="28958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>
                <a:solidFill>
                  <a:schemeClr val="bg1"/>
                </a:solidFill>
              </a:rPr>
              <a:t>Природные иконки</a:t>
            </a:r>
            <a:endParaRPr lang="ru-RU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2026-08-02T20:29:55.845</cp:lastPrinted>
  <dcterms:created xsi:type="dcterms:W3CDTF">2026-08-02T20:29:55Z</dcterms:created>
  <dcterms:modified xsi:type="dcterms:W3CDTF">2026-08-02T20:29:56Z</dcterms:modified>
</cp:coreProperties>
</file>