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955"/>
        <p:cNvGrpSpPr/>
        <p:nvPr/>
      </p:nvGrpSpPr>
      <p:grpSpPr>
        <a:xfrm>
          <a:off x="0" y="0"/>
          <a:ext cx="0" cy="0"/>
        </a:xfrm>
      </p:grpSpPr>
      <p:sp>
        <p:nvSpPr>
          <p:cNvPr id="956" name="Google Shape;956;g190cccfa9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190cccfa9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1694EDF-DA9E-47CF-AD32-6FB30EDD01F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B10F462-52F7-4B36-90F8-FF405810CC4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BDE045C-5DA2-46EE-8C3E-7B382825085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FBD99275-B87F-4A89-9E87-51FB7A9D30D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E61C94DE-6FD8-46B8-9C0B-82469A622CF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9A0C4A09-61F6-4C69-99D8-4EF97D89C1F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C78D56A0-51A5-45AA-8D78-E6EFA392F17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A59F5AC-BB9D-409E-9535-6373075DFAB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FDD2C81-B437-4B0B-ADD6-D5242062B24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0A1951A-0E53-4E11-91B6-864F720A3B4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C83D5B7-4C85-41AA-A005-7CA5E3D6874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958"/>
        <p:cNvGrpSpPr/>
        <p:nvPr/>
      </p:nvGrpSpPr>
      <p:grpSpPr>
        <a:xfrm>
          <a:off x="0" y="0"/>
          <a:ext cx="0" cy="0"/>
        </a:xfrm>
      </p:grpSpPr>
      <p:sp>
        <p:nvSpPr>
          <p:cNvPr id="960" name="Google Shape;960;p41"/>
          <p:cNvSpPr txBox="1"/>
          <p:nvPr/>
        </p:nvSpPr>
        <p:spPr>
          <a:xfrm>
            <a:off x="838975" y="1274325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" sz="1600" b="1">
                <a:solidFill>
                  <a:srgbClr val="FFFFFF"/>
                </a:solidFill>
                <a:sym typeface="Raleway Black"/>
              </a:rPr>
              <a:t>[СВОЙСТВО 1]</a:t>
            </a:r>
            <a:endParaRPr lang="en" sz="1600" b="1">
              <a:solidFill>
                <a:srgbClr val="FFFFFF"/>
              </a:solidFill>
            </a:endParaRPr>
          </a:p>
        </p:txBody>
      </p:sp>
      <p:sp>
        <p:nvSpPr>
          <p:cNvPr id="961" name="Google Shape;961;p41"/>
          <p:cNvSpPr txBox="1"/>
          <p:nvPr/>
        </p:nvSpPr>
        <p:spPr>
          <a:xfrm>
            <a:off x="838975" y="2287977"/>
            <a:ext cx="1663800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" sz="1600" b="1">
                <a:solidFill>
                  <a:schemeClr val="dk1"/>
                </a:solidFill>
                <a:sym typeface="Raleway Black"/>
              </a:rPr>
              <a:t>[СВОЙСТВО 2]</a:t>
            </a:r>
            <a:endParaRPr lang="en" sz="1600" b="1">
              <a:solidFill>
                <a:schemeClr val="dk1"/>
              </a:solidFill>
            </a:endParaRPr>
          </a:p>
        </p:txBody>
      </p:sp>
      <p:sp>
        <p:nvSpPr>
          <p:cNvPr id="962" name="Google Shape;962;p41"/>
          <p:cNvSpPr txBox="1"/>
          <p:nvPr/>
        </p:nvSpPr>
        <p:spPr>
          <a:xfrm>
            <a:off x="838975" y="3404903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" sz="1600" b="1">
                <a:solidFill>
                  <a:schemeClr val="dk1"/>
                </a:solidFill>
                <a:sym typeface="Raleway Black"/>
              </a:rPr>
              <a:t>[СВОЙСТВО 3]</a:t>
            </a:r>
            <a:endParaRPr lang="ru-RU" b="1">
              <a:solidFill>
                <a:schemeClr val="dk1"/>
              </a:solidFill>
            </a:endParaRPr>
          </a:p>
        </p:txBody>
      </p:sp>
      <p:sp>
        <p:nvSpPr>
          <p:cNvPr id="963" name="Google Shape;963;p41"/>
          <p:cNvSpPr txBox="1"/>
          <p:nvPr/>
        </p:nvSpPr>
        <p:spPr>
          <a:xfrm>
            <a:off x="6641225" y="1274325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b="1">
                <a:solidFill>
                  <a:schemeClr val="dk1"/>
                </a:solidFill>
                <a:sym typeface="Raleway Black"/>
              </a:rPr>
              <a:t>[СВОЙСТВО 4]</a:t>
            </a:r>
            <a:endParaRPr lang="en" sz="1600" b="1">
              <a:solidFill>
                <a:schemeClr val="dk1"/>
              </a:solidFill>
            </a:endParaRPr>
          </a:p>
        </p:txBody>
      </p:sp>
      <p:sp>
        <p:nvSpPr>
          <p:cNvPr id="964" name="Google Shape;964;p41"/>
          <p:cNvSpPr txBox="1"/>
          <p:nvPr/>
        </p:nvSpPr>
        <p:spPr>
          <a:xfrm>
            <a:off x="6641225" y="2287977"/>
            <a:ext cx="1663800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b="1">
                <a:solidFill>
                  <a:schemeClr val="dk1"/>
                </a:solidFill>
                <a:sym typeface="Raleway Black"/>
              </a:rPr>
              <a:t>[СВОЙСТВО 5]</a:t>
            </a:r>
            <a:endParaRPr lang="ru-RU" b="1">
              <a:solidFill>
                <a:schemeClr val="dk1"/>
              </a:solidFill>
            </a:endParaRPr>
          </a:p>
        </p:txBody>
      </p:sp>
      <p:sp>
        <p:nvSpPr>
          <p:cNvPr id="965" name="Google Shape;965;p41"/>
          <p:cNvSpPr txBox="1"/>
          <p:nvPr/>
        </p:nvSpPr>
        <p:spPr>
          <a:xfrm>
            <a:off x="6641225" y="3404903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b="1">
                <a:solidFill>
                  <a:schemeClr val="dk1"/>
                </a:solidFill>
                <a:sym typeface="Raleway Black"/>
              </a:rPr>
              <a:t>[СВОЙСТВО 6]</a:t>
            </a:r>
            <a:endParaRPr lang="ru-RU" b="1">
              <a:solidFill>
                <a:schemeClr val="dk1"/>
              </a:solidFill>
            </a:endParaRPr>
          </a:p>
        </p:txBody>
      </p:sp>
      <p:sp>
        <p:nvSpPr>
          <p:cNvPr id="966" name="Google Shape;966;p41"/>
          <p:cNvSpPr txBox="1"/>
          <p:nvPr/>
        </p:nvSpPr>
        <p:spPr>
          <a:xfrm>
            <a:off x="291124" y="1556126"/>
            <a:ext cx="2211651" cy="63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" sz="1200">
                <a:solidFill>
                  <a:schemeClr val="dk1"/>
                </a:solidFill>
              </a:rPr>
              <a:t>[Краткое описание свойства или функции]</a:t>
            </a:r>
            <a:br>
              <a:rPr lang="en" sz="1200"/>
            </a:br>
            <a:endParaRPr lang="en" sz="1200">
              <a:solidFill>
                <a:srgbClr val="FFFFFF"/>
              </a:solidFill>
              <a:latin typeface="Hanken Grotesk"/>
            </a:endParaRPr>
          </a:p>
        </p:txBody>
      </p:sp>
      <p:sp>
        <p:nvSpPr>
          <p:cNvPr id="967" name="Google Shape;967;p41"/>
          <p:cNvSpPr txBox="1"/>
          <p:nvPr/>
        </p:nvSpPr>
        <p:spPr>
          <a:xfrm>
            <a:off x="291124" y="2621449"/>
            <a:ext cx="2211651" cy="63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" sz="1200">
                <a:solidFill>
                  <a:schemeClr val="dk1"/>
                </a:solidFill>
                <a:sym typeface="Hanken Grotesk"/>
              </a:rPr>
              <a:t>[Краткое описание свойства или функции]</a:t>
            </a:r>
            <a:br>
              <a:rPr lang="en" sz="1200"/>
            </a:br>
            <a:endParaRPr lang="en" sz="1200">
              <a:solidFill>
                <a:schemeClr val="dk1"/>
              </a:solidFill>
              <a:latin typeface="Hanken Grotesk"/>
            </a:endParaRPr>
          </a:p>
        </p:txBody>
      </p:sp>
      <p:sp>
        <p:nvSpPr>
          <p:cNvPr id="968" name="Google Shape;968;p41"/>
          <p:cNvSpPr txBox="1"/>
          <p:nvPr/>
        </p:nvSpPr>
        <p:spPr>
          <a:xfrm>
            <a:off x="291124" y="3686775"/>
            <a:ext cx="2211651" cy="63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" sz="1200">
                <a:solidFill>
                  <a:schemeClr val="dk1"/>
                </a:solidFill>
                <a:sym typeface="Hanken Grotesk"/>
              </a:rPr>
              <a:t>[Краткое описание свойства или функции]</a:t>
            </a:r>
            <a:br>
              <a:rPr lang="en" sz="1200"/>
            </a:br>
            <a:endParaRPr lang="en" sz="1200">
              <a:solidFill>
                <a:schemeClr val="dk1"/>
              </a:solidFill>
              <a:latin typeface="Hanken Grotesk"/>
            </a:endParaRPr>
          </a:p>
        </p:txBody>
      </p:sp>
      <p:sp>
        <p:nvSpPr>
          <p:cNvPr id="969" name="Google Shape;969;p41"/>
          <p:cNvSpPr txBox="1"/>
          <p:nvPr/>
        </p:nvSpPr>
        <p:spPr>
          <a:xfrm>
            <a:off x="6641225" y="1556126"/>
            <a:ext cx="1841162" cy="63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200">
                <a:solidFill>
                  <a:schemeClr val="dk1"/>
                </a:solidFill>
                <a:sym typeface="Hanken Grotesk"/>
              </a:rPr>
              <a:t>[Краткое описание свойства или функции]</a:t>
            </a:r>
            <a:br>
              <a:rPr lang="en" sz="1200">
                <a:latin typeface="Hanken Grotesk"/>
              </a:rPr>
            </a:br>
            <a:endParaRPr lang="en" sz="1200">
              <a:solidFill>
                <a:schemeClr val="dk1"/>
              </a:solidFill>
              <a:latin typeface="Hanken Grotesk"/>
            </a:endParaRPr>
          </a:p>
        </p:txBody>
      </p:sp>
      <p:sp>
        <p:nvSpPr>
          <p:cNvPr id="970" name="Google Shape;970;p41"/>
          <p:cNvSpPr txBox="1"/>
          <p:nvPr/>
        </p:nvSpPr>
        <p:spPr>
          <a:xfrm>
            <a:off x="6641225" y="2621450"/>
            <a:ext cx="1841162" cy="63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200">
                <a:solidFill>
                  <a:schemeClr val="dk1"/>
                </a:solidFill>
              </a:rPr>
              <a:t>[Краткое описание свойства или функции]</a:t>
            </a:r>
            <a:endParaRPr lang="ru-RU"/>
          </a:p>
          <a:p>
            <a:endParaRPr lang="ru-RU"/>
          </a:p>
          <a:p>
            <a:endParaRPr lang="ru-RU"/>
          </a:p>
        </p:txBody>
      </p:sp>
      <p:sp>
        <p:nvSpPr>
          <p:cNvPr id="971" name="Google Shape;971;p41"/>
          <p:cNvSpPr txBox="1"/>
          <p:nvPr/>
        </p:nvSpPr>
        <p:spPr>
          <a:xfrm>
            <a:off x="6641225" y="3686775"/>
            <a:ext cx="1841162" cy="63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200">
                <a:solidFill>
                  <a:srgbClr val="FCFCFC"/>
                </a:solidFill>
                <a:sym typeface="Hanken Grotesk"/>
              </a:rPr>
              <a:t>[Краткое описание свойства или функции]</a:t>
            </a:r>
            <a:endParaRPr lang="ru-RU" sz="1200">
              <a:sym typeface="Hanken Grotesk"/>
            </a:endParaRPr>
          </a:p>
          <a:p>
            <a:pPr marL="0" lvl="0" indent="0" algn="l">
              <a:spcBef>
                <a:spcPct val="0"/>
              </a:spcBef>
              <a:spcAft>
                <a:spcPct val="0"/>
              </a:spcAft>
              <a:buNone/>
            </a:pPr>
            <a:endParaRPr lang="ru-RU"/>
          </a:p>
        </p:txBody>
      </p:sp>
      <p:sp>
        <p:nvSpPr>
          <p:cNvPr id="972" name="Google Shape;972;p41"/>
          <p:cNvSpPr/>
          <p:nvPr/>
        </p:nvSpPr>
        <p:spPr>
          <a:xfrm>
            <a:off x="3889991" y="1149143"/>
            <a:ext cx="1407579" cy="2685758"/>
          </a:xfrm>
          <a:custGeom>
            <a:rect l="l" t="t" r="r" b="b"/>
            <a:pathLst>
              <a:path w="84552" h="161331" extrusionOk="0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909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7" name="Google Shape;977;p41"/>
          <p:cNvSpPr/>
          <p:nvPr/>
        </p:nvSpPr>
        <p:spPr>
          <a:xfrm>
            <a:off x="2578975" y="12743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8" name="Google Shape;978;p41"/>
          <p:cNvSpPr/>
          <p:nvPr/>
        </p:nvSpPr>
        <p:spPr>
          <a:xfrm>
            <a:off x="2578975" y="229395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9" name="Google Shape;979;p41"/>
          <p:cNvSpPr/>
          <p:nvPr/>
        </p:nvSpPr>
        <p:spPr>
          <a:xfrm>
            <a:off x="2578975" y="34049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0" name="Google Shape;980;p41"/>
          <p:cNvSpPr/>
          <p:nvPr/>
        </p:nvSpPr>
        <p:spPr>
          <a:xfrm>
            <a:off x="6016325" y="12743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1" name="Google Shape;981;p41"/>
          <p:cNvSpPr/>
          <p:nvPr/>
        </p:nvSpPr>
        <p:spPr>
          <a:xfrm>
            <a:off x="6016325" y="229395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2" name="Google Shape;982;p41"/>
          <p:cNvSpPr/>
          <p:nvPr/>
        </p:nvSpPr>
        <p:spPr>
          <a:xfrm>
            <a:off x="6016325" y="34049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983" name="Google Shape;983;p41"/>
          <p:cNvCxnSpPr>
            <a:stCxn id="977" idx="3"/>
          </p:cNvCxnSpPr>
          <p:nvPr/>
        </p:nvCxnSpPr>
        <p:spPr>
          <a:xfrm>
            <a:off x="3127675" y="1548675"/>
            <a:ext cx="1052700" cy="482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984" name="Google Shape;984;p41"/>
          <p:cNvCxnSpPr>
            <a:stCxn id="978" idx="3"/>
          </p:cNvCxnSpPr>
          <p:nvPr/>
        </p:nvCxnSpPr>
        <p:spPr>
          <a:xfrm rot="10800000" flipH="1">
            <a:off x="3127675" y="2191200"/>
            <a:ext cx="1754700" cy="377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985" name="Google Shape;985;p41"/>
          <p:cNvCxnSpPr>
            <a:stCxn id="979" idx="3"/>
          </p:cNvCxnSpPr>
          <p:nvPr/>
        </p:nvCxnSpPr>
        <p:spPr>
          <a:xfrm rot="10800000" flipH="1">
            <a:off x="3127675" y="3125150"/>
            <a:ext cx="1072500" cy="554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986" name="Google Shape;986;p41"/>
          <p:cNvCxnSpPr>
            <a:stCxn id="980" idx="1"/>
          </p:cNvCxnSpPr>
          <p:nvPr/>
        </p:nvCxnSpPr>
        <p:spPr>
          <a:xfrm flipH="1">
            <a:off x="4718525" y="1548675"/>
            <a:ext cx="1297800" cy="167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987" name="Google Shape;987;p41"/>
          <p:cNvCxnSpPr>
            <a:stCxn id="981" idx="1"/>
          </p:cNvCxnSpPr>
          <p:nvPr/>
        </p:nvCxnSpPr>
        <p:spPr>
          <a:xfrm flipH="1">
            <a:off x="5033225" y="2568300"/>
            <a:ext cx="983100" cy="298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988" name="Google Shape;988;p41"/>
          <p:cNvCxnSpPr>
            <a:stCxn id="982" idx="1"/>
          </p:cNvCxnSpPr>
          <p:nvPr/>
        </p:nvCxnSpPr>
        <p:spPr>
          <a:xfrm rot="10800000">
            <a:off x="5164625" y="3249950"/>
            <a:ext cx="851700" cy="429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989" name="Google Shape;989;p41"/>
          <p:cNvGrpSpPr/>
          <p:nvPr/>
        </p:nvGrpSpPr>
        <p:grpSpPr>
          <a:xfrm>
            <a:off x="2681488" y="3506675"/>
            <a:ext cx="343675" cy="345150"/>
            <a:chOff x="6289363" y="3797375"/>
            <a:chExt cx="343675" cy="345150"/>
          </a:xfrm>
        </p:grpSpPr>
        <p:sp>
          <p:nvSpPr>
            <p:cNvPr id="990" name="Google Shape;990;p41"/>
            <p:cNvSpPr/>
            <p:nvPr/>
          </p:nvSpPr>
          <p:spPr>
            <a:xfrm>
              <a:off x="6289363" y="3797375"/>
              <a:ext cx="343675" cy="345150"/>
            </a:xfrm>
            <a:custGeom>
              <a:rect l="l" t="t" r="r" b="b"/>
              <a:pathLst>
                <a:path w="13746" h="13805" extrusionOk="0">
                  <a:moveTo>
                    <a:pt x="6874" y="809"/>
                  </a:moveTo>
                  <a:cubicBezTo>
                    <a:pt x="7552" y="809"/>
                    <a:pt x="8125" y="1263"/>
                    <a:pt x="8299" y="1883"/>
                  </a:cubicBezTo>
                  <a:lnTo>
                    <a:pt x="5448" y="1883"/>
                  </a:lnTo>
                  <a:cubicBezTo>
                    <a:pt x="5622" y="1263"/>
                    <a:pt x="6195" y="809"/>
                    <a:pt x="6874" y="809"/>
                  </a:cubicBezTo>
                  <a:close/>
                  <a:moveTo>
                    <a:pt x="5390" y="2691"/>
                  </a:moveTo>
                  <a:lnTo>
                    <a:pt x="5390" y="3496"/>
                  </a:lnTo>
                  <a:lnTo>
                    <a:pt x="4582" y="3496"/>
                  </a:lnTo>
                  <a:lnTo>
                    <a:pt x="4582" y="2691"/>
                  </a:lnTo>
                  <a:close/>
                  <a:moveTo>
                    <a:pt x="9165" y="2691"/>
                  </a:moveTo>
                  <a:lnTo>
                    <a:pt x="9165" y="3496"/>
                  </a:lnTo>
                  <a:lnTo>
                    <a:pt x="6195" y="3496"/>
                  </a:lnTo>
                  <a:lnTo>
                    <a:pt x="6195" y="2691"/>
                  </a:lnTo>
                  <a:close/>
                  <a:moveTo>
                    <a:pt x="8299" y="4315"/>
                  </a:moveTo>
                  <a:cubicBezTo>
                    <a:pt x="8125" y="4935"/>
                    <a:pt x="7552" y="5390"/>
                    <a:pt x="6874" y="5390"/>
                  </a:cubicBezTo>
                  <a:cubicBezTo>
                    <a:pt x="6195" y="5390"/>
                    <a:pt x="5622" y="4935"/>
                    <a:pt x="5448" y="4315"/>
                  </a:cubicBezTo>
                  <a:close/>
                  <a:moveTo>
                    <a:pt x="1614" y="4315"/>
                  </a:moveTo>
                  <a:lnTo>
                    <a:pt x="1614" y="6220"/>
                  </a:lnTo>
                  <a:cubicBezTo>
                    <a:pt x="1100" y="5917"/>
                    <a:pt x="808" y="5578"/>
                    <a:pt x="808" y="5261"/>
                  </a:cubicBezTo>
                  <a:cubicBezTo>
                    <a:pt x="808" y="4958"/>
                    <a:pt x="1100" y="4618"/>
                    <a:pt x="1614" y="4315"/>
                  </a:cubicBezTo>
                  <a:close/>
                  <a:moveTo>
                    <a:pt x="12133" y="4315"/>
                  </a:moveTo>
                  <a:cubicBezTo>
                    <a:pt x="12647" y="4618"/>
                    <a:pt x="12941" y="4958"/>
                    <a:pt x="12941" y="5261"/>
                  </a:cubicBezTo>
                  <a:cubicBezTo>
                    <a:pt x="12941" y="5578"/>
                    <a:pt x="12647" y="5917"/>
                    <a:pt x="12133" y="6220"/>
                  </a:cubicBezTo>
                  <a:lnTo>
                    <a:pt x="12133" y="4315"/>
                  </a:lnTo>
                  <a:close/>
                  <a:moveTo>
                    <a:pt x="8487" y="6198"/>
                  </a:moveTo>
                  <a:cubicBezTo>
                    <a:pt x="9084" y="6198"/>
                    <a:pt x="9631" y="6501"/>
                    <a:pt x="9948" y="6980"/>
                  </a:cubicBezTo>
                  <a:cubicBezTo>
                    <a:pt x="9025" y="7168"/>
                    <a:pt x="7973" y="7272"/>
                    <a:pt x="6874" y="7272"/>
                  </a:cubicBezTo>
                  <a:cubicBezTo>
                    <a:pt x="5774" y="7272"/>
                    <a:pt x="4722" y="7168"/>
                    <a:pt x="3799" y="6980"/>
                  </a:cubicBezTo>
                  <a:cubicBezTo>
                    <a:pt x="4116" y="6501"/>
                    <a:pt x="4666" y="6198"/>
                    <a:pt x="5260" y="6198"/>
                  </a:cubicBezTo>
                  <a:close/>
                  <a:moveTo>
                    <a:pt x="12941" y="6630"/>
                  </a:moveTo>
                  <a:lnTo>
                    <a:pt x="12941" y="10967"/>
                  </a:lnTo>
                  <a:cubicBezTo>
                    <a:pt x="12941" y="11421"/>
                    <a:pt x="12333" y="11923"/>
                    <a:pt x="11303" y="12311"/>
                  </a:cubicBezTo>
                  <a:cubicBezTo>
                    <a:pt x="10837" y="12484"/>
                    <a:pt x="10299" y="12625"/>
                    <a:pt x="9727" y="12743"/>
                  </a:cubicBezTo>
                  <a:lnTo>
                    <a:pt x="8837" y="11292"/>
                  </a:lnTo>
                  <a:cubicBezTo>
                    <a:pt x="8767" y="11177"/>
                    <a:pt x="8627" y="11107"/>
                    <a:pt x="8487" y="11107"/>
                  </a:cubicBezTo>
                  <a:lnTo>
                    <a:pt x="7364" y="11107"/>
                  </a:lnTo>
                  <a:lnTo>
                    <a:pt x="6139" y="9143"/>
                  </a:lnTo>
                  <a:cubicBezTo>
                    <a:pt x="6068" y="9026"/>
                    <a:pt x="5939" y="8944"/>
                    <a:pt x="5799" y="8944"/>
                  </a:cubicBezTo>
                  <a:cubicBezTo>
                    <a:pt x="5670" y="8944"/>
                    <a:pt x="5541" y="9014"/>
                    <a:pt x="5460" y="9132"/>
                  </a:cubicBezTo>
                  <a:lnTo>
                    <a:pt x="3179" y="12543"/>
                  </a:lnTo>
                  <a:cubicBezTo>
                    <a:pt x="2924" y="12473"/>
                    <a:pt x="2677" y="12392"/>
                    <a:pt x="2444" y="12311"/>
                  </a:cubicBezTo>
                  <a:cubicBezTo>
                    <a:pt x="1414" y="11923"/>
                    <a:pt x="808" y="11421"/>
                    <a:pt x="808" y="10967"/>
                  </a:cubicBezTo>
                  <a:lnTo>
                    <a:pt x="808" y="6630"/>
                  </a:lnTo>
                  <a:cubicBezTo>
                    <a:pt x="1159" y="6899"/>
                    <a:pt x="1602" y="7143"/>
                    <a:pt x="2152" y="7342"/>
                  </a:cubicBezTo>
                  <a:cubicBezTo>
                    <a:pt x="3426" y="7822"/>
                    <a:pt x="5098" y="8080"/>
                    <a:pt x="6874" y="8080"/>
                  </a:cubicBezTo>
                  <a:cubicBezTo>
                    <a:pt x="8649" y="8080"/>
                    <a:pt x="10321" y="7822"/>
                    <a:pt x="11595" y="7342"/>
                  </a:cubicBezTo>
                  <a:cubicBezTo>
                    <a:pt x="12145" y="7143"/>
                    <a:pt x="12591" y="6899"/>
                    <a:pt x="12941" y="6630"/>
                  </a:cubicBezTo>
                  <a:close/>
                  <a:moveTo>
                    <a:pt x="5788" y="10100"/>
                  </a:moveTo>
                  <a:lnTo>
                    <a:pt x="6803" y="11727"/>
                  </a:lnTo>
                  <a:cubicBezTo>
                    <a:pt x="6874" y="11842"/>
                    <a:pt x="7003" y="11912"/>
                    <a:pt x="7143" y="11912"/>
                  </a:cubicBezTo>
                  <a:lnTo>
                    <a:pt x="8265" y="11912"/>
                  </a:lnTo>
                  <a:lnTo>
                    <a:pt x="8860" y="12872"/>
                  </a:lnTo>
                  <a:cubicBezTo>
                    <a:pt x="8228" y="12953"/>
                    <a:pt x="7564" y="12989"/>
                    <a:pt x="6874" y="12989"/>
                  </a:cubicBezTo>
                  <a:cubicBezTo>
                    <a:pt x="5869" y="12989"/>
                    <a:pt x="4899" y="12905"/>
                    <a:pt x="4021" y="12743"/>
                  </a:cubicBezTo>
                  <a:lnTo>
                    <a:pt x="5788" y="10100"/>
                  </a:lnTo>
                  <a:close/>
                  <a:moveTo>
                    <a:pt x="6874" y="1"/>
                  </a:moveTo>
                  <a:cubicBezTo>
                    <a:pt x="5751" y="1"/>
                    <a:pt x="4817" y="809"/>
                    <a:pt x="4618" y="1883"/>
                  </a:cubicBezTo>
                  <a:lnTo>
                    <a:pt x="4175" y="1883"/>
                  </a:lnTo>
                  <a:cubicBezTo>
                    <a:pt x="3950" y="1883"/>
                    <a:pt x="3776" y="2060"/>
                    <a:pt x="3776" y="2293"/>
                  </a:cubicBezTo>
                  <a:lnTo>
                    <a:pt x="3776" y="3906"/>
                  </a:lnTo>
                  <a:cubicBezTo>
                    <a:pt x="3776" y="4127"/>
                    <a:pt x="3950" y="4315"/>
                    <a:pt x="4175" y="4315"/>
                  </a:cubicBezTo>
                  <a:lnTo>
                    <a:pt x="4618" y="4315"/>
                  </a:lnTo>
                  <a:cubicBezTo>
                    <a:pt x="4688" y="4714"/>
                    <a:pt x="4876" y="5087"/>
                    <a:pt x="5131" y="5390"/>
                  </a:cubicBezTo>
                  <a:cubicBezTo>
                    <a:pt x="4220" y="5438"/>
                    <a:pt x="3403" y="5962"/>
                    <a:pt x="2983" y="6770"/>
                  </a:cubicBezTo>
                  <a:cubicBezTo>
                    <a:pt x="2795" y="6711"/>
                    <a:pt x="2607" y="6652"/>
                    <a:pt x="2421" y="6582"/>
                  </a:cubicBezTo>
                  <a:lnTo>
                    <a:pt x="2421" y="3662"/>
                  </a:lnTo>
                  <a:cubicBezTo>
                    <a:pt x="2421" y="3566"/>
                    <a:pt x="2396" y="3474"/>
                    <a:pt x="2337" y="3392"/>
                  </a:cubicBezTo>
                  <a:cubicBezTo>
                    <a:pt x="2258" y="3295"/>
                    <a:pt x="2138" y="3243"/>
                    <a:pt x="2017" y="3243"/>
                  </a:cubicBezTo>
                  <a:cubicBezTo>
                    <a:pt x="1964" y="3243"/>
                    <a:pt x="1910" y="3253"/>
                    <a:pt x="1860" y="3275"/>
                  </a:cubicBezTo>
                  <a:cubicBezTo>
                    <a:pt x="329" y="3928"/>
                    <a:pt x="0" y="4714"/>
                    <a:pt x="0" y="5250"/>
                  </a:cubicBezTo>
                  <a:lnTo>
                    <a:pt x="0" y="10978"/>
                  </a:lnTo>
                  <a:cubicBezTo>
                    <a:pt x="0" y="11808"/>
                    <a:pt x="761" y="12555"/>
                    <a:pt x="2152" y="13071"/>
                  </a:cubicBezTo>
                  <a:cubicBezTo>
                    <a:pt x="3426" y="13550"/>
                    <a:pt x="5098" y="13806"/>
                    <a:pt x="6874" y="13806"/>
                  </a:cubicBezTo>
                  <a:cubicBezTo>
                    <a:pt x="8649" y="13806"/>
                    <a:pt x="10321" y="13550"/>
                    <a:pt x="11595" y="13071"/>
                  </a:cubicBezTo>
                  <a:cubicBezTo>
                    <a:pt x="12986" y="12555"/>
                    <a:pt x="13747" y="11808"/>
                    <a:pt x="13747" y="10978"/>
                  </a:cubicBezTo>
                  <a:lnTo>
                    <a:pt x="13747" y="5250"/>
                  </a:lnTo>
                  <a:cubicBezTo>
                    <a:pt x="13747" y="4714"/>
                    <a:pt x="13432" y="3928"/>
                    <a:pt x="11889" y="3275"/>
                  </a:cubicBezTo>
                  <a:cubicBezTo>
                    <a:pt x="11838" y="3253"/>
                    <a:pt x="11784" y="3243"/>
                    <a:pt x="11730" y="3243"/>
                  </a:cubicBezTo>
                  <a:cubicBezTo>
                    <a:pt x="11609" y="3243"/>
                    <a:pt x="11489" y="3295"/>
                    <a:pt x="11410" y="3392"/>
                  </a:cubicBezTo>
                  <a:cubicBezTo>
                    <a:pt x="11351" y="3474"/>
                    <a:pt x="11328" y="3566"/>
                    <a:pt x="11328" y="3662"/>
                  </a:cubicBezTo>
                  <a:lnTo>
                    <a:pt x="11328" y="6582"/>
                  </a:lnTo>
                  <a:cubicBezTo>
                    <a:pt x="11140" y="6652"/>
                    <a:pt x="10964" y="6711"/>
                    <a:pt x="10767" y="6770"/>
                  </a:cubicBezTo>
                  <a:cubicBezTo>
                    <a:pt x="10347" y="5962"/>
                    <a:pt x="9539" y="5438"/>
                    <a:pt x="8616" y="5390"/>
                  </a:cubicBezTo>
                  <a:cubicBezTo>
                    <a:pt x="8874" y="5087"/>
                    <a:pt x="9059" y="4714"/>
                    <a:pt x="9129" y="4315"/>
                  </a:cubicBezTo>
                  <a:lnTo>
                    <a:pt x="9575" y="4315"/>
                  </a:lnTo>
                  <a:cubicBezTo>
                    <a:pt x="9797" y="4315"/>
                    <a:pt x="9971" y="4127"/>
                    <a:pt x="9971" y="3906"/>
                  </a:cubicBezTo>
                  <a:lnTo>
                    <a:pt x="9971" y="2293"/>
                  </a:lnTo>
                  <a:cubicBezTo>
                    <a:pt x="9971" y="2060"/>
                    <a:pt x="9797" y="1883"/>
                    <a:pt x="9575" y="1883"/>
                  </a:cubicBezTo>
                  <a:lnTo>
                    <a:pt x="9129" y="1883"/>
                  </a:lnTo>
                  <a:cubicBezTo>
                    <a:pt x="8944" y="809"/>
                    <a:pt x="7996" y="1"/>
                    <a:pt x="68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91" name="Google Shape;991;p41"/>
            <p:cNvSpPr/>
            <p:nvPr/>
          </p:nvSpPr>
          <p:spPr>
            <a:xfrm>
              <a:off x="6531888" y="4009250"/>
              <a:ext cx="60825" cy="60550"/>
            </a:xfrm>
            <a:custGeom>
              <a:rect l="l" t="t" r="r" b="b"/>
              <a:pathLst>
                <a:path w="2433" h="2422" extrusionOk="0">
                  <a:moveTo>
                    <a:pt x="1218" y="809"/>
                  </a:moveTo>
                  <a:cubicBezTo>
                    <a:pt x="1439" y="809"/>
                    <a:pt x="1627" y="983"/>
                    <a:pt x="1627" y="1204"/>
                  </a:cubicBezTo>
                  <a:cubicBezTo>
                    <a:pt x="1627" y="1440"/>
                    <a:pt x="1439" y="1614"/>
                    <a:pt x="1218" y="1614"/>
                  </a:cubicBezTo>
                  <a:cubicBezTo>
                    <a:pt x="996" y="1614"/>
                    <a:pt x="808" y="1440"/>
                    <a:pt x="808" y="1204"/>
                  </a:cubicBezTo>
                  <a:cubicBezTo>
                    <a:pt x="808" y="983"/>
                    <a:pt x="996" y="809"/>
                    <a:pt x="1218" y="809"/>
                  </a:cubicBezTo>
                  <a:close/>
                  <a:moveTo>
                    <a:pt x="1218" y="1"/>
                  </a:moveTo>
                  <a:cubicBezTo>
                    <a:pt x="550" y="1"/>
                    <a:pt x="0" y="539"/>
                    <a:pt x="0" y="1204"/>
                  </a:cubicBezTo>
                  <a:cubicBezTo>
                    <a:pt x="0" y="1883"/>
                    <a:pt x="550" y="2422"/>
                    <a:pt x="1218" y="2422"/>
                  </a:cubicBezTo>
                  <a:cubicBezTo>
                    <a:pt x="1883" y="2422"/>
                    <a:pt x="2432" y="1883"/>
                    <a:pt x="2432" y="1204"/>
                  </a:cubicBezTo>
                  <a:cubicBezTo>
                    <a:pt x="2432" y="539"/>
                    <a:pt x="1883" y="1"/>
                    <a:pt x="1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92" name="Google Shape;992;p41"/>
            <p:cNvSpPr/>
            <p:nvPr/>
          </p:nvSpPr>
          <p:spPr>
            <a:xfrm>
              <a:off x="6328488" y="4012200"/>
              <a:ext cx="41550" cy="20500"/>
            </a:xfrm>
            <a:custGeom>
              <a:rect l="l" t="t" r="r" b="b"/>
              <a:pathLst>
                <a:path w="1662" h="820" extrusionOk="0">
                  <a:moveTo>
                    <a:pt x="436" y="0"/>
                  </a:moveTo>
                  <a:cubicBezTo>
                    <a:pt x="236" y="0"/>
                    <a:pt x="49" y="152"/>
                    <a:pt x="26" y="362"/>
                  </a:cubicBezTo>
                  <a:cubicBezTo>
                    <a:pt x="1" y="609"/>
                    <a:pt x="189" y="820"/>
                    <a:pt x="436" y="820"/>
                  </a:cubicBezTo>
                  <a:lnTo>
                    <a:pt x="1230" y="820"/>
                  </a:lnTo>
                  <a:cubicBezTo>
                    <a:pt x="1440" y="820"/>
                    <a:pt x="1614" y="654"/>
                    <a:pt x="1639" y="455"/>
                  </a:cubicBezTo>
                  <a:cubicBezTo>
                    <a:pt x="1662" y="211"/>
                    <a:pt x="1474" y="0"/>
                    <a:pt x="1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93" name="Google Shape;993;p41"/>
            <p:cNvSpPr/>
            <p:nvPr/>
          </p:nvSpPr>
          <p:spPr>
            <a:xfrm>
              <a:off x="6328488" y="4052800"/>
              <a:ext cx="41550" cy="20225"/>
            </a:xfrm>
            <a:custGeom>
              <a:rect l="l" t="t" r="r" b="b"/>
              <a:pathLst>
                <a:path w="1662" h="809" extrusionOk="0">
                  <a:moveTo>
                    <a:pt x="436" y="1"/>
                  </a:moveTo>
                  <a:cubicBezTo>
                    <a:pt x="236" y="1"/>
                    <a:pt x="49" y="152"/>
                    <a:pt x="26" y="351"/>
                  </a:cubicBezTo>
                  <a:cubicBezTo>
                    <a:pt x="1" y="598"/>
                    <a:pt x="189" y="809"/>
                    <a:pt x="436" y="809"/>
                  </a:cubicBezTo>
                  <a:lnTo>
                    <a:pt x="1230" y="809"/>
                  </a:lnTo>
                  <a:cubicBezTo>
                    <a:pt x="1440" y="809"/>
                    <a:pt x="1614" y="654"/>
                    <a:pt x="1639" y="444"/>
                  </a:cubicBezTo>
                  <a:cubicBezTo>
                    <a:pt x="1662" y="200"/>
                    <a:pt x="1474" y="1"/>
                    <a:pt x="12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994" name="Google Shape;994;p41"/>
          <p:cNvGrpSpPr/>
          <p:nvPr/>
        </p:nvGrpSpPr>
        <p:grpSpPr>
          <a:xfrm>
            <a:off x="2680188" y="2395725"/>
            <a:ext cx="346275" cy="345150"/>
            <a:chOff x="5521113" y="3797375"/>
            <a:chExt cx="346275" cy="345150"/>
          </a:xfrm>
        </p:grpSpPr>
        <p:sp>
          <p:nvSpPr>
            <p:cNvPr id="995" name="Google Shape;995;p41"/>
            <p:cNvSpPr/>
            <p:nvPr/>
          </p:nvSpPr>
          <p:spPr>
            <a:xfrm>
              <a:off x="5576313" y="3797375"/>
              <a:ext cx="235900" cy="345150"/>
            </a:xfrm>
            <a:custGeom>
              <a:rect l="l" t="t" r="r" b="b"/>
              <a:pathLst>
                <a:path w="9436" h="13805" extrusionOk="0">
                  <a:moveTo>
                    <a:pt x="6607" y="3507"/>
                  </a:moveTo>
                  <a:cubicBezTo>
                    <a:pt x="6829" y="3507"/>
                    <a:pt x="7014" y="3684"/>
                    <a:pt x="7014" y="3906"/>
                  </a:cubicBezTo>
                  <a:cubicBezTo>
                    <a:pt x="7014" y="4127"/>
                    <a:pt x="6829" y="4315"/>
                    <a:pt x="6607" y="4315"/>
                  </a:cubicBezTo>
                  <a:cubicBezTo>
                    <a:pt x="6383" y="4315"/>
                    <a:pt x="6198" y="4127"/>
                    <a:pt x="6198" y="3906"/>
                  </a:cubicBezTo>
                  <a:cubicBezTo>
                    <a:pt x="6198" y="3684"/>
                    <a:pt x="6383" y="3507"/>
                    <a:pt x="6607" y="3507"/>
                  </a:cubicBezTo>
                  <a:close/>
                  <a:moveTo>
                    <a:pt x="2831" y="4315"/>
                  </a:moveTo>
                  <a:cubicBezTo>
                    <a:pt x="3053" y="4315"/>
                    <a:pt x="3241" y="4489"/>
                    <a:pt x="3241" y="4714"/>
                  </a:cubicBezTo>
                  <a:cubicBezTo>
                    <a:pt x="3241" y="4935"/>
                    <a:pt x="3053" y="5121"/>
                    <a:pt x="2831" y="5121"/>
                  </a:cubicBezTo>
                  <a:cubicBezTo>
                    <a:pt x="2610" y="5121"/>
                    <a:pt x="2433" y="4935"/>
                    <a:pt x="2433" y="4714"/>
                  </a:cubicBezTo>
                  <a:cubicBezTo>
                    <a:pt x="2433" y="4489"/>
                    <a:pt x="2610" y="4315"/>
                    <a:pt x="2831" y="4315"/>
                  </a:cubicBezTo>
                  <a:close/>
                  <a:moveTo>
                    <a:pt x="4725" y="809"/>
                  </a:moveTo>
                  <a:cubicBezTo>
                    <a:pt x="6874" y="809"/>
                    <a:pt x="8627" y="2562"/>
                    <a:pt x="8627" y="4725"/>
                  </a:cubicBezTo>
                  <a:cubicBezTo>
                    <a:pt x="8627" y="5836"/>
                    <a:pt x="8150" y="6910"/>
                    <a:pt x="7309" y="7645"/>
                  </a:cubicBezTo>
                  <a:cubicBezTo>
                    <a:pt x="6711" y="8184"/>
                    <a:pt x="6327" y="8922"/>
                    <a:pt x="6231" y="9716"/>
                  </a:cubicBezTo>
                  <a:lnTo>
                    <a:pt x="5120" y="9716"/>
                  </a:lnTo>
                  <a:lnTo>
                    <a:pt x="5120" y="7623"/>
                  </a:lnTo>
                  <a:lnTo>
                    <a:pt x="6840" y="6397"/>
                  </a:lnTo>
                  <a:cubicBezTo>
                    <a:pt x="6944" y="6327"/>
                    <a:pt x="7014" y="6198"/>
                    <a:pt x="7014" y="6069"/>
                  </a:cubicBezTo>
                  <a:lnTo>
                    <a:pt x="7014" y="5050"/>
                  </a:lnTo>
                  <a:cubicBezTo>
                    <a:pt x="7505" y="4876"/>
                    <a:pt x="7844" y="4397"/>
                    <a:pt x="7822" y="3836"/>
                  </a:cubicBezTo>
                  <a:cubicBezTo>
                    <a:pt x="7786" y="3216"/>
                    <a:pt x="7272" y="2725"/>
                    <a:pt x="6652" y="2691"/>
                  </a:cubicBezTo>
                  <a:cubicBezTo>
                    <a:pt x="6637" y="2691"/>
                    <a:pt x="6622" y="2690"/>
                    <a:pt x="6607" y="2690"/>
                  </a:cubicBezTo>
                  <a:cubicBezTo>
                    <a:pt x="5937" y="2690"/>
                    <a:pt x="5390" y="3242"/>
                    <a:pt x="5390" y="3906"/>
                  </a:cubicBezTo>
                  <a:cubicBezTo>
                    <a:pt x="5390" y="4433"/>
                    <a:pt x="5729" y="4888"/>
                    <a:pt x="6198" y="5050"/>
                  </a:cubicBezTo>
                  <a:lnTo>
                    <a:pt x="6198" y="5858"/>
                  </a:lnTo>
                  <a:lnTo>
                    <a:pt x="5120" y="6630"/>
                  </a:lnTo>
                  <a:lnTo>
                    <a:pt x="5120" y="5811"/>
                  </a:lnTo>
                  <a:cubicBezTo>
                    <a:pt x="5120" y="5600"/>
                    <a:pt x="4969" y="5415"/>
                    <a:pt x="4770" y="5390"/>
                  </a:cubicBezTo>
                  <a:cubicBezTo>
                    <a:pt x="4757" y="5389"/>
                    <a:pt x="4743" y="5388"/>
                    <a:pt x="4730" y="5388"/>
                  </a:cubicBezTo>
                  <a:cubicBezTo>
                    <a:pt x="4503" y="5388"/>
                    <a:pt x="4315" y="5569"/>
                    <a:pt x="4315" y="5799"/>
                  </a:cubicBezTo>
                  <a:lnTo>
                    <a:pt x="4315" y="7612"/>
                  </a:lnTo>
                  <a:lnTo>
                    <a:pt x="3241" y="6689"/>
                  </a:lnTo>
                  <a:lnTo>
                    <a:pt x="3241" y="5858"/>
                  </a:lnTo>
                  <a:cubicBezTo>
                    <a:pt x="3732" y="5682"/>
                    <a:pt x="4068" y="5205"/>
                    <a:pt x="4046" y="4644"/>
                  </a:cubicBezTo>
                  <a:cubicBezTo>
                    <a:pt x="4012" y="4024"/>
                    <a:pt x="3496" y="3533"/>
                    <a:pt x="2876" y="3507"/>
                  </a:cubicBezTo>
                  <a:cubicBezTo>
                    <a:pt x="2857" y="3507"/>
                    <a:pt x="2837" y="3506"/>
                    <a:pt x="2817" y="3506"/>
                  </a:cubicBezTo>
                  <a:cubicBezTo>
                    <a:pt x="2156" y="3506"/>
                    <a:pt x="1614" y="4054"/>
                    <a:pt x="1614" y="4714"/>
                  </a:cubicBezTo>
                  <a:cubicBezTo>
                    <a:pt x="1614" y="5238"/>
                    <a:pt x="1953" y="5696"/>
                    <a:pt x="2433" y="5858"/>
                  </a:cubicBezTo>
                  <a:lnTo>
                    <a:pt x="2433" y="6874"/>
                  </a:lnTo>
                  <a:cubicBezTo>
                    <a:pt x="2433" y="6992"/>
                    <a:pt x="2481" y="7109"/>
                    <a:pt x="2573" y="7191"/>
                  </a:cubicBezTo>
                  <a:lnTo>
                    <a:pt x="4315" y="8686"/>
                  </a:lnTo>
                  <a:lnTo>
                    <a:pt x="4315" y="9716"/>
                  </a:lnTo>
                  <a:lnTo>
                    <a:pt x="3216" y="9716"/>
                  </a:lnTo>
                  <a:cubicBezTo>
                    <a:pt x="3112" y="8922"/>
                    <a:pt x="2725" y="8184"/>
                    <a:pt x="2130" y="7645"/>
                  </a:cubicBezTo>
                  <a:cubicBezTo>
                    <a:pt x="1288" y="6910"/>
                    <a:pt x="809" y="5836"/>
                    <a:pt x="809" y="4725"/>
                  </a:cubicBezTo>
                  <a:cubicBezTo>
                    <a:pt x="809" y="2562"/>
                    <a:pt x="2562" y="809"/>
                    <a:pt x="4725" y="809"/>
                  </a:cubicBezTo>
                  <a:close/>
                  <a:moveTo>
                    <a:pt x="6198" y="10521"/>
                  </a:moveTo>
                  <a:lnTo>
                    <a:pt x="6198" y="11247"/>
                  </a:lnTo>
                  <a:cubicBezTo>
                    <a:pt x="6198" y="11317"/>
                    <a:pt x="6139" y="11388"/>
                    <a:pt x="6069" y="11388"/>
                  </a:cubicBezTo>
                  <a:lnTo>
                    <a:pt x="3367" y="11388"/>
                  </a:lnTo>
                  <a:cubicBezTo>
                    <a:pt x="3297" y="11388"/>
                    <a:pt x="3241" y="11317"/>
                    <a:pt x="3241" y="11247"/>
                  </a:cubicBezTo>
                  <a:lnTo>
                    <a:pt x="3241" y="10521"/>
                  </a:lnTo>
                  <a:close/>
                  <a:moveTo>
                    <a:pt x="5659" y="12193"/>
                  </a:moveTo>
                  <a:lnTo>
                    <a:pt x="5659" y="12591"/>
                  </a:lnTo>
                  <a:cubicBezTo>
                    <a:pt x="5659" y="12813"/>
                    <a:pt x="5485" y="13001"/>
                    <a:pt x="5261" y="13001"/>
                  </a:cubicBezTo>
                  <a:lnTo>
                    <a:pt x="4175" y="13001"/>
                  </a:lnTo>
                  <a:cubicBezTo>
                    <a:pt x="3953" y="13001"/>
                    <a:pt x="3777" y="12813"/>
                    <a:pt x="3777" y="12591"/>
                  </a:cubicBezTo>
                  <a:lnTo>
                    <a:pt x="3777" y="12193"/>
                  </a:lnTo>
                  <a:close/>
                  <a:moveTo>
                    <a:pt x="4725" y="1"/>
                  </a:moveTo>
                  <a:cubicBezTo>
                    <a:pt x="2119" y="1"/>
                    <a:pt x="1" y="2119"/>
                    <a:pt x="1" y="4714"/>
                  </a:cubicBezTo>
                  <a:cubicBezTo>
                    <a:pt x="1" y="6069"/>
                    <a:pt x="587" y="7354"/>
                    <a:pt x="1591" y="8243"/>
                  </a:cubicBezTo>
                  <a:cubicBezTo>
                    <a:pt x="2119" y="8723"/>
                    <a:pt x="2433" y="9399"/>
                    <a:pt x="2433" y="10114"/>
                  </a:cubicBezTo>
                  <a:lnTo>
                    <a:pt x="2433" y="11247"/>
                  </a:lnTo>
                  <a:cubicBezTo>
                    <a:pt x="2433" y="11620"/>
                    <a:pt x="2643" y="11949"/>
                    <a:pt x="2972" y="12100"/>
                  </a:cubicBezTo>
                  <a:lnTo>
                    <a:pt x="2972" y="12591"/>
                  </a:lnTo>
                  <a:cubicBezTo>
                    <a:pt x="2972" y="13270"/>
                    <a:pt x="3507" y="13806"/>
                    <a:pt x="4175" y="13806"/>
                  </a:cubicBezTo>
                  <a:lnTo>
                    <a:pt x="5261" y="13806"/>
                  </a:lnTo>
                  <a:cubicBezTo>
                    <a:pt x="5928" y="13806"/>
                    <a:pt x="6478" y="13270"/>
                    <a:pt x="6478" y="12591"/>
                  </a:cubicBezTo>
                  <a:lnTo>
                    <a:pt x="6478" y="12100"/>
                  </a:lnTo>
                  <a:cubicBezTo>
                    <a:pt x="6792" y="11949"/>
                    <a:pt x="7014" y="11620"/>
                    <a:pt x="7014" y="11247"/>
                  </a:cubicBezTo>
                  <a:lnTo>
                    <a:pt x="7014" y="10114"/>
                  </a:lnTo>
                  <a:cubicBezTo>
                    <a:pt x="7014" y="9399"/>
                    <a:pt x="7320" y="8723"/>
                    <a:pt x="7844" y="8243"/>
                  </a:cubicBezTo>
                  <a:cubicBezTo>
                    <a:pt x="8863" y="7354"/>
                    <a:pt x="9435" y="6069"/>
                    <a:pt x="9435" y="4714"/>
                  </a:cubicBezTo>
                  <a:cubicBezTo>
                    <a:pt x="9435" y="2119"/>
                    <a:pt x="7320" y="1"/>
                    <a:pt x="47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96" name="Google Shape;996;p41"/>
            <p:cNvSpPr/>
            <p:nvPr/>
          </p:nvSpPr>
          <p:spPr>
            <a:xfrm>
              <a:off x="5825913" y="3905250"/>
              <a:ext cx="41475" cy="20150"/>
            </a:xfrm>
            <a:custGeom>
              <a:rect l="l" t="t" r="r" b="b"/>
              <a:pathLst>
                <a:path w="1659" h="805" extrusionOk="0">
                  <a:moveTo>
                    <a:pt x="433" y="0"/>
                  </a:moveTo>
                  <a:cubicBezTo>
                    <a:pt x="223" y="0"/>
                    <a:pt x="46" y="152"/>
                    <a:pt x="23" y="362"/>
                  </a:cubicBezTo>
                  <a:cubicBezTo>
                    <a:pt x="1" y="609"/>
                    <a:pt x="186" y="806"/>
                    <a:pt x="422" y="806"/>
                  </a:cubicBezTo>
                  <a:lnTo>
                    <a:pt x="1227" y="806"/>
                  </a:lnTo>
                  <a:cubicBezTo>
                    <a:pt x="1426" y="806"/>
                    <a:pt x="1614" y="654"/>
                    <a:pt x="1636" y="455"/>
                  </a:cubicBezTo>
                  <a:cubicBezTo>
                    <a:pt x="1659" y="211"/>
                    <a:pt x="1474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97" name="Google Shape;997;p41"/>
            <p:cNvSpPr/>
            <p:nvPr/>
          </p:nvSpPr>
          <p:spPr>
            <a:xfrm>
              <a:off x="5818288" y="3837775"/>
              <a:ext cx="40700" cy="30375"/>
            </a:xfrm>
            <a:custGeom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9"/>
                    <a:pt x="960" y="57"/>
                  </a:cubicBezTo>
                  <a:lnTo>
                    <a:pt x="258" y="455"/>
                  </a:lnTo>
                  <a:cubicBezTo>
                    <a:pt x="59" y="573"/>
                    <a:pt x="0" y="817"/>
                    <a:pt x="107" y="1016"/>
                  </a:cubicBezTo>
                  <a:cubicBezTo>
                    <a:pt x="185" y="1141"/>
                    <a:pt x="320" y="1214"/>
                    <a:pt x="459" y="1214"/>
                  </a:cubicBezTo>
                  <a:cubicBezTo>
                    <a:pt x="530" y="1214"/>
                    <a:pt x="601" y="1196"/>
                    <a:pt x="668" y="1156"/>
                  </a:cubicBezTo>
                  <a:lnTo>
                    <a:pt x="1358" y="758"/>
                  </a:lnTo>
                  <a:cubicBezTo>
                    <a:pt x="1557" y="643"/>
                    <a:pt x="1627" y="396"/>
                    <a:pt x="1509" y="197"/>
                  </a:cubicBezTo>
                  <a:cubicBezTo>
                    <a:pt x="1438" y="73"/>
                    <a:pt x="1300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98" name="Google Shape;998;p41"/>
            <p:cNvSpPr/>
            <p:nvPr/>
          </p:nvSpPr>
          <p:spPr>
            <a:xfrm>
              <a:off x="5818288" y="3962475"/>
              <a:ext cx="40700" cy="30425"/>
            </a:xfrm>
            <a:custGeom>
              <a:rect l="l" t="t" r="r" b="b"/>
              <a:pathLst>
                <a:path w="1628" h="1217" extrusionOk="0">
                  <a:moveTo>
                    <a:pt x="471" y="0"/>
                  </a:moveTo>
                  <a:cubicBezTo>
                    <a:pt x="327" y="0"/>
                    <a:pt x="187" y="73"/>
                    <a:pt x="107" y="200"/>
                  </a:cubicBezTo>
                  <a:cubicBezTo>
                    <a:pt x="0" y="399"/>
                    <a:pt x="59" y="646"/>
                    <a:pt x="258" y="750"/>
                  </a:cubicBezTo>
                  <a:lnTo>
                    <a:pt x="960" y="1159"/>
                  </a:lnTo>
                  <a:cubicBezTo>
                    <a:pt x="1022" y="1198"/>
                    <a:pt x="1091" y="1216"/>
                    <a:pt x="1160" y="1216"/>
                  </a:cubicBezTo>
                  <a:cubicBezTo>
                    <a:pt x="1300" y="1216"/>
                    <a:pt x="1438" y="1141"/>
                    <a:pt x="1509" y="1008"/>
                  </a:cubicBezTo>
                  <a:cubicBezTo>
                    <a:pt x="1627" y="820"/>
                    <a:pt x="1557" y="576"/>
                    <a:pt x="1358" y="458"/>
                  </a:cubicBezTo>
                  <a:lnTo>
                    <a:pt x="668" y="48"/>
                  </a:lnTo>
                  <a:cubicBezTo>
                    <a:pt x="605" y="16"/>
                    <a:pt x="538" y="0"/>
                    <a:pt x="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99" name="Google Shape;999;p41"/>
            <p:cNvSpPr/>
            <p:nvPr/>
          </p:nvSpPr>
          <p:spPr>
            <a:xfrm>
              <a:off x="5521113" y="3905250"/>
              <a:ext cx="41825" cy="20150"/>
            </a:xfrm>
            <a:custGeom>
              <a:rect l="l" t="t" r="r" b="b"/>
              <a:pathLst>
                <a:path w="1672" h="805" extrusionOk="0">
                  <a:moveTo>
                    <a:pt x="444" y="0"/>
                  </a:moveTo>
                  <a:cubicBezTo>
                    <a:pt x="234" y="0"/>
                    <a:pt x="49" y="152"/>
                    <a:pt x="23" y="362"/>
                  </a:cubicBezTo>
                  <a:cubicBezTo>
                    <a:pt x="1" y="609"/>
                    <a:pt x="189" y="806"/>
                    <a:pt x="433" y="806"/>
                  </a:cubicBezTo>
                  <a:lnTo>
                    <a:pt x="1241" y="806"/>
                  </a:lnTo>
                  <a:cubicBezTo>
                    <a:pt x="1474" y="806"/>
                    <a:pt x="1673" y="609"/>
                    <a:pt x="1636" y="362"/>
                  </a:cubicBezTo>
                  <a:cubicBezTo>
                    <a:pt x="1614" y="152"/>
                    <a:pt x="1437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00" name="Google Shape;1000;p41"/>
            <p:cNvSpPr/>
            <p:nvPr/>
          </p:nvSpPr>
          <p:spPr>
            <a:xfrm>
              <a:off x="5529888" y="3837775"/>
              <a:ext cx="40350" cy="30375"/>
            </a:xfrm>
            <a:custGeom>
              <a:rect l="l" t="t" r="r" b="b"/>
              <a:pathLst>
                <a:path w="1613" h="1215" extrusionOk="0">
                  <a:moveTo>
                    <a:pt x="457" y="1"/>
                  </a:moveTo>
                  <a:cubicBezTo>
                    <a:pt x="320" y="1"/>
                    <a:pt x="183" y="73"/>
                    <a:pt x="104" y="197"/>
                  </a:cubicBezTo>
                  <a:cubicBezTo>
                    <a:pt x="1" y="396"/>
                    <a:pt x="60" y="643"/>
                    <a:pt x="259" y="758"/>
                  </a:cubicBezTo>
                  <a:lnTo>
                    <a:pt x="960" y="1156"/>
                  </a:lnTo>
                  <a:cubicBezTo>
                    <a:pt x="1022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07" y="1016"/>
                  </a:cubicBezTo>
                  <a:cubicBezTo>
                    <a:pt x="1614" y="817"/>
                    <a:pt x="1555" y="573"/>
                    <a:pt x="1356" y="455"/>
                  </a:cubicBezTo>
                  <a:lnTo>
                    <a:pt x="654" y="57"/>
                  </a:lnTo>
                  <a:cubicBezTo>
                    <a:pt x="593" y="19"/>
                    <a:pt x="525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01" name="Google Shape;1001;p41"/>
            <p:cNvSpPr/>
            <p:nvPr/>
          </p:nvSpPr>
          <p:spPr>
            <a:xfrm>
              <a:off x="5529888" y="3962475"/>
              <a:ext cx="40350" cy="30425"/>
            </a:xfrm>
            <a:custGeom>
              <a:rect l="l" t="t" r="r" b="b"/>
              <a:pathLst>
                <a:path w="1613" h="1217" extrusionOk="0">
                  <a:moveTo>
                    <a:pt x="1147" y="0"/>
                  </a:moveTo>
                  <a:cubicBezTo>
                    <a:pt x="1083" y="0"/>
                    <a:pt x="1018" y="16"/>
                    <a:pt x="960" y="48"/>
                  </a:cubicBezTo>
                  <a:lnTo>
                    <a:pt x="259" y="458"/>
                  </a:lnTo>
                  <a:cubicBezTo>
                    <a:pt x="60" y="576"/>
                    <a:pt x="1" y="820"/>
                    <a:pt x="104" y="1008"/>
                  </a:cubicBezTo>
                  <a:cubicBezTo>
                    <a:pt x="183" y="1141"/>
                    <a:pt x="320" y="1216"/>
                    <a:pt x="457" y="1216"/>
                  </a:cubicBezTo>
                  <a:cubicBezTo>
                    <a:pt x="525" y="1216"/>
                    <a:pt x="593" y="1198"/>
                    <a:pt x="654" y="1159"/>
                  </a:cubicBezTo>
                  <a:lnTo>
                    <a:pt x="1356" y="750"/>
                  </a:lnTo>
                  <a:cubicBezTo>
                    <a:pt x="1555" y="646"/>
                    <a:pt x="1614" y="399"/>
                    <a:pt x="1507" y="200"/>
                  </a:cubicBezTo>
                  <a:cubicBezTo>
                    <a:pt x="1428" y="73"/>
                    <a:pt x="1288" y="0"/>
                    <a:pt x="1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02" name="Google Shape;1002;p41"/>
          <p:cNvGrpSpPr/>
          <p:nvPr/>
        </p:nvGrpSpPr>
        <p:grpSpPr>
          <a:xfrm>
            <a:off x="6118138" y="3506675"/>
            <a:ext cx="345075" cy="345150"/>
            <a:chOff x="6269238" y="3243975"/>
            <a:chExt cx="345075" cy="345150"/>
          </a:xfrm>
        </p:grpSpPr>
        <p:sp>
          <p:nvSpPr>
            <p:cNvPr id="1003" name="Google Shape;1003;p41"/>
            <p:cNvSpPr/>
            <p:nvPr/>
          </p:nvSpPr>
          <p:spPr>
            <a:xfrm>
              <a:off x="6323588" y="3243975"/>
              <a:ext cx="235800" cy="345150"/>
            </a:xfrm>
            <a:custGeom>
              <a:rect l="l" t="t" r="r" b="b"/>
              <a:pathLst>
                <a:path w="9432" h="13805" extrusionOk="0">
                  <a:moveTo>
                    <a:pt x="4733" y="2991"/>
                  </a:moveTo>
                  <a:lnTo>
                    <a:pt x="4966" y="3507"/>
                  </a:lnTo>
                  <a:lnTo>
                    <a:pt x="4489" y="3507"/>
                  </a:lnTo>
                  <a:lnTo>
                    <a:pt x="4733" y="2991"/>
                  </a:lnTo>
                  <a:close/>
                  <a:moveTo>
                    <a:pt x="5342" y="4312"/>
                  </a:moveTo>
                  <a:lnTo>
                    <a:pt x="5715" y="5131"/>
                  </a:lnTo>
                  <a:lnTo>
                    <a:pt x="3740" y="5131"/>
                  </a:lnTo>
                  <a:lnTo>
                    <a:pt x="4113" y="4312"/>
                  </a:lnTo>
                  <a:close/>
                  <a:moveTo>
                    <a:pt x="4722" y="816"/>
                  </a:moveTo>
                  <a:cubicBezTo>
                    <a:pt x="6874" y="816"/>
                    <a:pt x="8627" y="2570"/>
                    <a:pt x="8627" y="4721"/>
                  </a:cubicBezTo>
                  <a:cubicBezTo>
                    <a:pt x="8627" y="6113"/>
                    <a:pt x="7900" y="7364"/>
                    <a:pt x="6744" y="8065"/>
                  </a:cubicBezTo>
                  <a:lnTo>
                    <a:pt x="6744" y="5529"/>
                  </a:lnTo>
                  <a:cubicBezTo>
                    <a:pt x="6744" y="5471"/>
                    <a:pt x="6733" y="5412"/>
                    <a:pt x="6708" y="5364"/>
                  </a:cubicBezTo>
                  <a:lnTo>
                    <a:pt x="5084" y="1857"/>
                  </a:lnTo>
                  <a:cubicBezTo>
                    <a:pt x="5014" y="1717"/>
                    <a:pt x="4873" y="1624"/>
                    <a:pt x="4722" y="1624"/>
                  </a:cubicBezTo>
                  <a:cubicBezTo>
                    <a:pt x="4559" y="1624"/>
                    <a:pt x="4419" y="1717"/>
                    <a:pt x="4349" y="1857"/>
                  </a:cubicBezTo>
                  <a:lnTo>
                    <a:pt x="2736" y="5364"/>
                  </a:lnTo>
                  <a:cubicBezTo>
                    <a:pt x="2710" y="5412"/>
                    <a:pt x="2699" y="5471"/>
                    <a:pt x="2699" y="5529"/>
                  </a:cubicBezTo>
                  <a:lnTo>
                    <a:pt x="2699" y="8065"/>
                  </a:lnTo>
                  <a:cubicBezTo>
                    <a:pt x="1529" y="7364"/>
                    <a:pt x="806" y="6113"/>
                    <a:pt x="806" y="4721"/>
                  </a:cubicBezTo>
                  <a:cubicBezTo>
                    <a:pt x="806" y="2570"/>
                    <a:pt x="2559" y="816"/>
                    <a:pt x="4722" y="816"/>
                  </a:cubicBezTo>
                  <a:close/>
                  <a:moveTo>
                    <a:pt x="4312" y="5936"/>
                  </a:moveTo>
                  <a:lnTo>
                    <a:pt x="4312" y="11384"/>
                  </a:lnTo>
                  <a:lnTo>
                    <a:pt x="3507" y="11384"/>
                  </a:lnTo>
                  <a:lnTo>
                    <a:pt x="3507" y="5936"/>
                  </a:lnTo>
                  <a:close/>
                  <a:moveTo>
                    <a:pt x="5937" y="5936"/>
                  </a:moveTo>
                  <a:lnTo>
                    <a:pt x="5937" y="11384"/>
                  </a:lnTo>
                  <a:lnTo>
                    <a:pt x="5120" y="11384"/>
                  </a:lnTo>
                  <a:lnTo>
                    <a:pt x="5120" y="5936"/>
                  </a:lnTo>
                  <a:close/>
                  <a:moveTo>
                    <a:pt x="5937" y="12192"/>
                  </a:moveTo>
                  <a:lnTo>
                    <a:pt x="5937" y="12599"/>
                  </a:lnTo>
                  <a:cubicBezTo>
                    <a:pt x="5937" y="12823"/>
                    <a:pt x="5751" y="12997"/>
                    <a:pt x="5527" y="12997"/>
                  </a:cubicBezTo>
                  <a:lnTo>
                    <a:pt x="3914" y="12997"/>
                  </a:lnTo>
                  <a:cubicBezTo>
                    <a:pt x="3681" y="12997"/>
                    <a:pt x="3507" y="12823"/>
                    <a:pt x="3507" y="12599"/>
                  </a:cubicBezTo>
                  <a:lnTo>
                    <a:pt x="3507" y="12192"/>
                  </a:lnTo>
                  <a:close/>
                  <a:moveTo>
                    <a:pt x="4722" y="0"/>
                  </a:moveTo>
                  <a:cubicBezTo>
                    <a:pt x="2116" y="0"/>
                    <a:pt x="0" y="2115"/>
                    <a:pt x="0" y="4721"/>
                  </a:cubicBezTo>
                  <a:cubicBezTo>
                    <a:pt x="0" y="5681"/>
                    <a:pt x="292" y="6604"/>
                    <a:pt x="828" y="7387"/>
                  </a:cubicBezTo>
                  <a:cubicBezTo>
                    <a:pt x="1297" y="8077"/>
                    <a:pt x="1939" y="8626"/>
                    <a:pt x="2699" y="8977"/>
                  </a:cubicBezTo>
                  <a:lnTo>
                    <a:pt x="2699" y="12599"/>
                  </a:lnTo>
                  <a:cubicBezTo>
                    <a:pt x="2699" y="13266"/>
                    <a:pt x="3238" y="13805"/>
                    <a:pt x="3914" y="13805"/>
                  </a:cubicBezTo>
                  <a:lnTo>
                    <a:pt x="5527" y="13805"/>
                  </a:lnTo>
                  <a:cubicBezTo>
                    <a:pt x="6195" y="13805"/>
                    <a:pt x="6744" y="13266"/>
                    <a:pt x="6744" y="12599"/>
                  </a:cubicBezTo>
                  <a:lnTo>
                    <a:pt x="6744" y="8977"/>
                  </a:lnTo>
                  <a:cubicBezTo>
                    <a:pt x="7491" y="8626"/>
                    <a:pt x="8136" y="8077"/>
                    <a:pt x="8613" y="7387"/>
                  </a:cubicBezTo>
                  <a:cubicBezTo>
                    <a:pt x="9151" y="6604"/>
                    <a:pt x="9432" y="5681"/>
                    <a:pt x="9432" y="4721"/>
                  </a:cubicBezTo>
                  <a:cubicBezTo>
                    <a:pt x="9432" y="2115"/>
                    <a:pt x="7317" y="0"/>
                    <a:pt x="47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04" name="Google Shape;1004;p41"/>
            <p:cNvSpPr/>
            <p:nvPr/>
          </p:nvSpPr>
          <p:spPr>
            <a:xfrm>
              <a:off x="6573963" y="3351750"/>
              <a:ext cx="40350" cy="20525"/>
            </a:xfrm>
            <a:custGeom>
              <a:rect l="l" t="t" r="r" b="b"/>
              <a:pathLst>
                <a:path w="1613" h="821" extrusionOk="0">
                  <a:moveTo>
                    <a:pt x="399" y="1"/>
                  </a:moveTo>
                  <a:cubicBezTo>
                    <a:pt x="177" y="1"/>
                    <a:pt x="0" y="189"/>
                    <a:pt x="0" y="410"/>
                  </a:cubicBezTo>
                  <a:cubicBezTo>
                    <a:pt x="0" y="632"/>
                    <a:pt x="177" y="820"/>
                    <a:pt x="399" y="820"/>
                  </a:cubicBezTo>
                  <a:lnTo>
                    <a:pt x="1207" y="820"/>
                  </a:lnTo>
                  <a:cubicBezTo>
                    <a:pt x="1440" y="820"/>
                    <a:pt x="1614" y="632"/>
                    <a:pt x="1614" y="410"/>
                  </a:cubicBezTo>
                  <a:cubicBezTo>
                    <a:pt x="1614" y="189"/>
                    <a:pt x="1440" y="1"/>
                    <a:pt x="12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05" name="Google Shape;1005;p41"/>
            <p:cNvSpPr/>
            <p:nvPr/>
          </p:nvSpPr>
          <p:spPr>
            <a:xfrm>
              <a:off x="6565838" y="3284525"/>
              <a:ext cx="40625" cy="30275"/>
            </a:xfrm>
            <a:custGeom>
              <a:rect l="l" t="t" r="r" b="b"/>
              <a:pathLst>
                <a:path w="1625" h="1211" extrusionOk="0">
                  <a:moveTo>
                    <a:pt x="1150" y="0"/>
                  </a:moveTo>
                  <a:cubicBezTo>
                    <a:pt x="1084" y="0"/>
                    <a:pt x="1017" y="16"/>
                    <a:pt x="957" y="50"/>
                  </a:cubicBezTo>
                  <a:lnTo>
                    <a:pt x="255" y="457"/>
                  </a:lnTo>
                  <a:cubicBezTo>
                    <a:pt x="59" y="575"/>
                    <a:pt x="0" y="822"/>
                    <a:pt x="104" y="1007"/>
                  </a:cubicBezTo>
                  <a:cubicBezTo>
                    <a:pt x="183" y="1140"/>
                    <a:pt x="318" y="1211"/>
                    <a:pt x="459" y="1211"/>
                  </a:cubicBezTo>
                  <a:cubicBezTo>
                    <a:pt x="528" y="1211"/>
                    <a:pt x="599" y="1193"/>
                    <a:pt x="665" y="1158"/>
                  </a:cubicBezTo>
                  <a:lnTo>
                    <a:pt x="1355" y="751"/>
                  </a:lnTo>
                  <a:cubicBezTo>
                    <a:pt x="1554" y="645"/>
                    <a:pt x="1624" y="401"/>
                    <a:pt x="1507" y="202"/>
                  </a:cubicBezTo>
                  <a:cubicBezTo>
                    <a:pt x="1436" y="74"/>
                    <a:pt x="1293" y="0"/>
                    <a:pt x="11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06" name="Google Shape;1006;p41"/>
            <p:cNvSpPr/>
            <p:nvPr/>
          </p:nvSpPr>
          <p:spPr>
            <a:xfrm>
              <a:off x="6565838" y="3409225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459" y="0"/>
                  </a:moveTo>
                  <a:cubicBezTo>
                    <a:pt x="318" y="0"/>
                    <a:pt x="183" y="71"/>
                    <a:pt x="104" y="204"/>
                  </a:cubicBezTo>
                  <a:cubicBezTo>
                    <a:pt x="0" y="392"/>
                    <a:pt x="59" y="636"/>
                    <a:pt x="255" y="754"/>
                  </a:cubicBezTo>
                  <a:lnTo>
                    <a:pt x="957" y="1164"/>
                  </a:lnTo>
                  <a:cubicBezTo>
                    <a:pt x="1018" y="1198"/>
                    <a:pt x="1087" y="1214"/>
                    <a:pt x="1155" y="1214"/>
                  </a:cubicBezTo>
                  <a:cubicBezTo>
                    <a:pt x="1297" y="1214"/>
                    <a:pt x="1437" y="1144"/>
                    <a:pt x="1507" y="1009"/>
                  </a:cubicBezTo>
                  <a:cubicBezTo>
                    <a:pt x="1624" y="813"/>
                    <a:pt x="1554" y="566"/>
                    <a:pt x="1355" y="462"/>
                  </a:cubicBezTo>
                  <a:lnTo>
                    <a:pt x="665" y="53"/>
                  </a:lnTo>
                  <a:cubicBezTo>
                    <a:pt x="599" y="18"/>
                    <a:pt x="528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07" name="Google Shape;1007;p41"/>
            <p:cNvSpPr/>
            <p:nvPr/>
          </p:nvSpPr>
          <p:spPr>
            <a:xfrm>
              <a:off x="6269238" y="3351750"/>
              <a:ext cx="40625" cy="20525"/>
            </a:xfrm>
            <a:custGeom>
              <a:rect l="l" t="t" r="r" b="b"/>
              <a:pathLst>
                <a:path w="1625" h="821" extrusionOk="0">
                  <a:moveTo>
                    <a:pt x="407" y="1"/>
                  </a:moveTo>
                  <a:cubicBezTo>
                    <a:pt x="186" y="1"/>
                    <a:pt x="0" y="189"/>
                    <a:pt x="0" y="410"/>
                  </a:cubicBezTo>
                  <a:cubicBezTo>
                    <a:pt x="0" y="632"/>
                    <a:pt x="186" y="820"/>
                    <a:pt x="407" y="820"/>
                  </a:cubicBezTo>
                  <a:lnTo>
                    <a:pt x="1215" y="820"/>
                  </a:lnTo>
                  <a:cubicBezTo>
                    <a:pt x="1437" y="820"/>
                    <a:pt x="1625" y="632"/>
                    <a:pt x="1625" y="410"/>
                  </a:cubicBezTo>
                  <a:cubicBezTo>
                    <a:pt x="1625" y="189"/>
                    <a:pt x="1437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08" name="Google Shape;1008;p41"/>
            <p:cNvSpPr/>
            <p:nvPr/>
          </p:nvSpPr>
          <p:spPr>
            <a:xfrm>
              <a:off x="6277363" y="3284525"/>
              <a:ext cx="40650" cy="30275"/>
            </a:xfrm>
            <a:custGeom>
              <a:rect l="l" t="t" r="r" b="b"/>
              <a:pathLst>
                <a:path w="1626" h="1211" extrusionOk="0">
                  <a:moveTo>
                    <a:pt x="466" y="0"/>
                  </a:moveTo>
                  <a:cubicBezTo>
                    <a:pt x="325" y="0"/>
                    <a:pt x="186" y="74"/>
                    <a:pt x="107" y="202"/>
                  </a:cubicBezTo>
                  <a:cubicBezTo>
                    <a:pt x="1" y="401"/>
                    <a:pt x="60" y="645"/>
                    <a:pt x="259" y="751"/>
                  </a:cubicBezTo>
                  <a:lnTo>
                    <a:pt x="960" y="1158"/>
                  </a:lnTo>
                  <a:cubicBezTo>
                    <a:pt x="1022" y="1193"/>
                    <a:pt x="1090" y="1211"/>
                    <a:pt x="1158" y="1211"/>
                  </a:cubicBezTo>
                  <a:cubicBezTo>
                    <a:pt x="1296" y="1211"/>
                    <a:pt x="1431" y="1140"/>
                    <a:pt x="1510" y="1007"/>
                  </a:cubicBezTo>
                  <a:cubicBezTo>
                    <a:pt x="1625" y="822"/>
                    <a:pt x="1555" y="575"/>
                    <a:pt x="1359" y="457"/>
                  </a:cubicBezTo>
                  <a:lnTo>
                    <a:pt x="657" y="50"/>
                  </a:lnTo>
                  <a:cubicBezTo>
                    <a:pt x="597" y="16"/>
                    <a:pt x="532" y="0"/>
                    <a:pt x="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09" name="Google Shape;1009;p41"/>
            <p:cNvSpPr/>
            <p:nvPr/>
          </p:nvSpPr>
          <p:spPr>
            <a:xfrm>
              <a:off x="6277363" y="3409225"/>
              <a:ext cx="40650" cy="30375"/>
            </a:xfrm>
            <a:custGeom>
              <a:rect l="l" t="t" r="r" b="b"/>
              <a:pathLst>
                <a:path w="1626" h="1215" extrusionOk="0">
                  <a:moveTo>
                    <a:pt x="1158" y="0"/>
                  </a:moveTo>
                  <a:cubicBezTo>
                    <a:pt x="1090" y="0"/>
                    <a:pt x="1022" y="18"/>
                    <a:pt x="960" y="53"/>
                  </a:cubicBezTo>
                  <a:lnTo>
                    <a:pt x="259" y="462"/>
                  </a:lnTo>
                  <a:cubicBezTo>
                    <a:pt x="60" y="566"/>
                    <a:pt x="1" y="813"/>
                    <a:pt x="107" y="1009"/>
                  </a:cubicBezTo>
                  <a:cubicBezTo>
                    <a:pt x="185" y="1144"/>
                    <a:pt x="322" y="1214"/>
                    <a:pt x="461" y="1214"/>
                  </a:cubicBezTo>
                  <a:cubicBezTo>
                    <a:pt x="528" y="1214"/>
                    <a:pt x="596" y="1198"/>
                    <a:pt x="657" y="1164"/>
                  </a:cubicBezTo>
                  <a:lnTo>
                    <a:pt x="1359" y="754"/>
                  </a:lnTo>
                  <a:cubicBezTo>
                    <a:pt x="1555" y="636"/>
                    <a:pt x="1625" y="392"/>
                    <a:pt x="1510" y="204"/>
                  </a:cubicBezTo>
                  <a:cubicBezTo>
                    <a:pt x="1431" y="71"/>
                    <a:pt x="1296" y="0"/>
                    <a:pt x="1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10" name="Google Shape;1010;p41"/>
          <p:cNvGrpSpPr/>
          <p:nvPr/>
        </p:nvGrpSpPr>
        <p:grpSpPr>
          <a:xfrm>
            <a:off x="6118100" y="2395725"/>
            <a:ext cx="345150" cy="345150"/>
            <a:chOff x="5512088" y="3243975"/>
            <a:chExt cx="345150" cy="345150"/>
          </a:xfrm>
        </p:grpSpPr>
        <p:sp>
          <p:nvSpPr>
            <p:cNvPr id="1011" name="Google Shape;1011;p41"/>
            <p:cNvSpPr/>
            <p:nvPr/>
          </p:nvSpPr>
          <p:spPr>
            <a:xfrm>
              <a:off x="5755513" y="3243975"/>
              <a:ext cx="101725" cy="101125"/>
            </a:xfrm>
            <a:custGeom>
              <a:rect l="l" t="t" r="r" b="b"/>
              <a:pathLst>
                <a:path w="4069" h="4044" extrusionOk="0">
                  <a:moveTo>
                    <a:pt x="432" y="0"/>
                  </a:moveTo>
                  <a:cubicBezTo>
                    <a:pt x="233" y="0"/>
                    <a:pt x="45" y="152"/>
                    <a:pt x="23" y="362"/>
                  </a:cubicBezTo>
                  <a:cubicBezTo>
                    <a:pt x="0" y="606"/>
                    <a:pt x="186" y="816"/>
                    <a:pt x="421" y="816"/>
                  </a:cubicBezTo>
                  <a:lnTo>
                    <a:pt x="3260" y="816"/>
                  </a:lnTo>
                  <a:lnTo>
                    <a:pt x="3260" y="3636"/>
                  </a:lnTo>
                  <a:cubicBezTo>
                    <a:pt x="3260" y="3846"/>
                    <a:pt x="3412" y="4020"/>
                    <a:pt x="3611" y="4043"/>
                  </a:cubicBezTo>
                  <a:cubicBezTo>
                    <a:pt x="3626" y="4044"/>
                    <a:pt x="3641" y="4045"/>
                    <a:pt x="3655" y="4045"/>
                  </a:cubicBezTo>
                  <a:cubicBezTo>
                    <a:pt x="3882" y="4045"/>
                    <a:pt x="4068" y="3866"/>
                    <a:pt x="4068" y="3647"/>
                  </a:cubicBezTo>
                  <a:lnTo>
                    <a:pt x="4068" y="410"/>
                  </a:lnTo>
                  <a:cubicBezTo>
                    <a:pt x="4068" y="185"/>
                    <a:pt x="3880" y="0"/>
                    <a:pt x="36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12" name="Google Shape;1012;p41"/>
            <p:cNvSpPr/>
            <p:nvPr/>
          </p:nvSpPr>
          <p:spPr>
            <a:xfrm>
              <a:off x="5512088" y="3488150"/>
              <a:ext cx="101700" cy="100975"/>
            </a:xfrm>
            <a:custGeom>
              <a:rect l="l" t="t" r="r" b="b"/>
              <a:pathLst>
                <a:path w="4068" h="4039" extrusionOk="0">
                  <a:moveTo>
                    <a:pt x="391" y="0"/>
                  </a:moveTo>
                  <a:cubicBezTo>
                    <a:pt x="180" y="0"/>
                    <a:pt x="0" y="185"/>
                    <a:pt x="0" y="402"/>
                  </a:cubicBezTo>
                  <a:lnTo>
                    <a:pt x="0" y="3640"/>
                  </a:lnTo>
                  <a:cubicBezTo>
                    <a:pt x="0" y="3861"/>
                    <a:pt x="174" y="4038"/>
                    <a:pt x="396" y="4038"/>
                  </a:cubicBezTo>
                  <a:lnTo>
                    <a:pt x="3636" y="4038"/>
                  </a:lnTo>
                  <a:cubicBezTo>
                    <a:pt x="3880" y="4038"/>
                    <a:pt x="4068" y="3839"/>
                    <a:pt x="4043" y="3592"/>
                  </a:cubicBezTo>
                  <a:cubicBezTo>
                    <a:pt x="4020" y="3382"/>
                    <a:pt x="3832" y="3230"/>
                    <a:pt x="3622" y="3230"/>
                  </a:cubicBezTo>
                  <a:lnTo>
                    <a:pt x="805" y="3230"/>
                  </a:lnTo>
                  <a:lnTo>
                    <a:pt x="805" y="414"/>
                  </a:lnTo>
                  <a:cubicBezTo>
                    <a:pt x="805" y="203"/>
                    <a:pt x="654" y="26"/>
                    <a:pt x="443" y="4"/>
                  </a:cubicBezTo>
                  <a:cubicBezTo>
                    <a:pt x="426" y="1"/>
                    <a:pt x="408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13" name="Google Shape;1013;p41"/>
            <p:cNvSpPr/>
            <p:nvPr/>
          </p:nvSpPr>
          <p:spPr>
            <a:xfrm>
              <a:off x="5512088" y="3243975"/>
              <a:ext cx="101700" cy="101125"/>
            </a:xfrm>
            <a:custGeom>
              <a:rect l="l" t="t" r="r" b="b"/>
              <a:pathLst>
                <a:path w="4068" h="4044" extrusionOk="0">
                  <a:moveTo>
                    <a:pt x="396" y="0"/>
                  </a:moveTo>
                  <a:cubicBezTo>
                    <a:pt x="174" y="0"/>
                    <a:pt x="0" y="185"/>
                    <a:pt x="0" y="410"/>
                  </a:cubicBezTo>
                  <a:lnTo>
                    <a:pt x="0" y="3647"/>
                  </a:lnTo>
                  <a:cubicBezTo>
                    <a:pt x="0" y="3866"/>
                    <a:pt x="186" y="4045"/>
                    <a:pt x="401" y="4045"/>
                  </a:cubicBezTo>
                  <a:cubicBezTo>
                    <a:pt x="415" y="4045"/>
                    <a:pt x="429" y="4044"/>
                    <a:pt x="443" y="4043"/>
                  </a:cubicBezTo>
                  <a:cubicBezTo>
                    <a:pt x="654" y="4020"/>
                    <a:pt x="805" y="3846"/>
                    <a:pt x="805" y="3636"/>
                  </a:cubicBezTo>
                  <a:lnTo>
                    <a:pt x="805" y="816"/>
                  </a:lnTo>
                  <a:lnTo>
                    <a:pt x="3622" y="816"/>
                  </a:lnTo>
                  <a:cubicBezTo>
                    <a:pt x="3832" y="816"/>
                    <a:pt x="4020" y="665"/>
                    <a:pt x="4043" y="455"/>
                  </a:cubicBezTo>
                  <a:cubicBezTo>
                    <a:pt x="4068" y="211"/>
                    <a:pt x="3880" y="0"/>
                    <a:pt x="36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14" name="Google Shape;1014;p41"/>
            <p:cNvSpPr/>
            <p:nvPr/>
          </p:nvSpPr>
          <p:spPr>
            <a:xfrm>
              <a:off x="5755513" y="3488150"/>
              <a:ext cx="101725" cy="100975"/>
            </a:xfrm>
            <a:custGeom>
              <a:rect l="l" t="t" r="r" b="b"/>
              <a:pathLst>
                <a:path w="4069" h="4039" extrusionOk="0">
                  <a:moveTo>
                    <a:pt x="3666" y="0"/>
                  </a:moveTo>
                  <a:cubicBezTo>
                    <a:pt x="3648" y="0"/>
                    <a:pt x="3629" y="1"/>
                    <a:pt x="3611" y="4"/>
                  </a:cubicBezTo>
                  <a:cubicBezTo>
                    <a:pt x="3412" y="26"/>
                    <a:pt x="3260" y="203"/>
                    <a:pt x="3260" y="414"/>
                  </a:cubicBezTo>
                  <a:lnTo>
                    <a:pt x="3260" y="3230"/>
                  </a:lnTo>
                  <a:lnTo>
                    <a:pt x="432" y="3230"/>
                  </a:lnTo>
                  <a:cubicBezTo>
                    <a:pt x="233" y="3230"/>
                    <a:pt x="45" y="3382"/>
                    <a:pt x="23" y="3592"/>
                  </a:cubicBezTo>
                  <a:cubicBezTo>
                    <a:pt x="0" y="3839"/>
                    <a:pt x="186" y="4038"/>
                    <a:pt x="421" y="4038"/>
                  </a:cubicBezTo>
                  <a:lnTo>
                    <a:pt x="3659" y="4038"/>
                  </a:lnTo>
                  <a:cubicBezTo>
                    <a:pt x="3880" y="4038"/>
                    <a:pt x="4068" y="3861"/>
                    <a:pt x="4068" y="3640"/>
                  </a:cubicBezTo>
                  <a:lnTo>
                    <a:pt x="4068" y="402"/>
                  </a:lnTo>
                  <a:cubicBezTo>
                    <a:pt x="4068" y="185"/>
                    <a:pt x="3888" y="0"/>
                    <a:pt x="36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15" name="Google Shape;1015;p41"/>
            <p:cNvSpPr/>
            <p:nvPr/>
          </p:nvSpPr>
          <p:spPr>
            <a:xfrm>
              <a:off x="5611413" y="3312175"/>
              <a:ext cx="144125" cy="107925"/>
            </a:xfrm>
            <a:custGeom>
              <a:rect l="l" t="t" r="r" b="b"/>
              <a:pathLst>
                <a:path w="5765" h="4317" extrusionOk="0">
                  <a:moveTo>
                    <a:pt x="2927" y="1"/>
                  </a:moveTo>
                  <a:cubicBezTo>
                    <a:pt x="1307" y="1"/>
                    <a:pt x="0" y="1370"/>
                    <a:pt x="106" y="3012"/>
                  </a:cubicBezTo>
                  <a:cubicBezTo>
                    <a:pt x="106" y="3023"/>
                    <a:pt x="106" y="3034"/>
                    <a:pt x="117" y="3045"/>
                  </a:cubicBezTo>
                  <a:cubicBezTo>
                    <a:pt x="242" y="3178"/>
                    <a:pt x="377" y="3233"/>
                    <a:pt x="499" y="3233"/>
                  </a:cubicBezTo>
                  <a:cubicBezTo>
                    <a:pt x="721" y="3233"/>
                    <a:pt x="900" y="3054"/>
                    <a:pt x="900" y="2835"/>
                  </a:cubicBezTo>
                  <a:cubicBezTo>
                    <a:pt x="900" y="1718"/>
                    <a:pt x="1810" y="808"/>
                    <a:pt x="2928" y="808"/>
                  </a:cubicBezTo>
                  <a:cubicBezTo>
                    <a:pt x="3552" y="808"/>
                    <a:pt x="4242" y="1092"/>
                    <a:pt x="4875" y="1783"/>
                  </a:cubicBezTo>
                  <a:cubicBezTo>
                    <a:pt x="4923" y="1842"/>
                    <a:pt x="4945" y="1912"/>
                    <a:pt x="4945" y="1982"/>
                  </a:cubicBezTo>
                  <a:lnTo>
                    <a:pt x="4945" y="4075"/>
                  </a:lnTo>
                  <a:cubicBezTo>
                    <a:pt x="4945" y="4097"/>
                    <a:pt x="4956" y="4109"/>
                    <a:pt x="4968" y="4120"/>
                  </a:cubicBezTo>
                  <a:cubicBezTo>
                    <a:pt x="5094" y="4259"/>
                    <a:pt x="5232" y="4316"/>
                    <a:pt x="5357" y="4316"/>
                  </a:cubicBezTo>
                  <a:cubicBezTo>
                    <a:pt x="5581" y="4316"/>
                    <a:pt x="5764" y="4134"/>
                    <a:pt x="5764" y="3910"/>
                  </a:cubicBezTo>
                  <a:lnTo>
                    <a:pt x="5764" y="1643"/>
                  </a:lnTo>
                  <a:cubicBezTo>
                    <a:pt x="5764" y="1539"/>
                    <a:pt x="5717" y="1444"/>
                    <a:pt x="5647" y="1362"/>
                  </a:cubicBezTo>
                  <a:cubicBezTo>
                    <a:pt x="4763" y="397"/>
                    <a:pt x="3800" y="1"/>
                    <a:pt x="29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16" name="Google Shape;1016;p41"/>
            <p:cNvSpPr/>
            <p:nvPr/>
          </p:nvSpPr>
          <p:spPr>
            <a:xfrm>
              <a:off x="5613763" y="3413225"/>
              <a:ext cx="144100" cy="107950"/>
            </a:xfrm>
            <a:custGeom>
              <a:rect l="l" t="t" r="r" b="b"/>
              <a:pathLst>
                <a:path w="5764" h="4318" extrusionOk="0">
                  <a:moveTo>
                    <a:pt x="409" y="1"/>
                  </a:moveTo>
                  <a:cubicBezTo>
                    <a:pt x="286" y="1"/>
                    <a:pt x="149" y="58"/>
                    <a:pt x="23" y="196"/>
                  </a:cubicBezTo>
                  <a:cubicBezTo>
                    <a:pt x="12" y="207"/>
                    <a:pt x="1" y="218"/>
                    <a:pt x="1" y="232"/>
                  </a:cubicBezTo>
                  <a:lnTo>
                    <a:pt x="1" y="2673"/>
                  </a:lnTo>
                  <a:cubicBezTo>
                    <a:pt x="1" y="2768"/>
                    <a:pt x="34" y="2872"/>
                    <a:pt x="105" y="2953"/>
                  </a:cubicBezTo>
                  <a:cubicBezTo>
                    <a:pt x="988" y="3920"/>
                    <a:pt x="1954" y="4317"/>
                    <a:pt x="2829" y="4317"/>
                  </a:cubicBezTo>
                  <a:cubicBezTo>
                    <a:pt x="4453" y="4317"/>
                    <a:pt x="5764" y="2948"/>
                    <a:pt x="5656" y="1307"/>
                  </a:cubicBezTo>
                  <a:cubicBezTo>
                    <a:pt x="5656" y="1295"/>
                    <a:pt x="5645" y="1270"/>
                    <a:pt x="5645" y="1259"/>
                  </a:cubicBezTo>
                  <a:cubicBezTo>
                    <a:pt x="5519" y="1133"/>
                    <a:pt x="5384" y="1080"/>
                    <a:pt x="5262" y="1080"/>
                  </a:cubicBezTo>
                  <a:cubicBezTo>
                    <a:pt x="5034" y="1080"/>
                    <a:pt x="4851" y="1261"/>
                    <a:pt x="4851" y="1481"/>
                  </a:cubicBezTo>
                  <a:cubicBezTo>
                    <a:pt x="4851" y="2598"/>
                    <a:pt x="3948" y="3504"/>
                    <a:pt x="2833" y="3504"/>
                  </a:cubicBezTo>
                  <a:cubicBezTo>
                    <a:pt x="2210" y="3504"/>
                    <a:pt x="1521" y="3221"/>
                    <a:pt x="887" y="2533"/>
                  </a:cubicBezTo>
                  <a:cubicBezTo>
                    <a:pt x="842" y="2476"/>
                    <a:pt x="806" y="2406"/>
                    <a:pt x="806" y="2336"/>
                  </a:cubicBezTo>
                  <a:lnTo>
                    <a:pt x="806" y="406"/>
                  </a:lnTo>
                  <a:cubicBezTo>
                    <a:pt x="806" y="182"/>
                    <a:pt x="629" y="1"/>
                    <a:pt x="4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17" name="Google Shape;1017;p41"/>
            <p:cNvSpPr/>
            <p:nvPr/>
          </p:nvSpPr>
          <p:spPr>
            <a:xfrm>
              <a:off x="5673963" y="3379475"/>
              <a:ext cx="40900" cy="101225"/>
            </a:xfrm>
            <a:custGeom>
              <a:rect l="l" t="t" r="r" b="b"/>
              <a:pathLst>
                <a:path w="1636" h="4048" extrusionOk="0">
                  <a:moveTo>
                    <a:pt x="1235" y="1"/>
                  </a:moveTo>
                  <a:cubicBezTo>
                    <a:pt x="1018" y="1"/>
                    <a:pt x="830" y="179"/>
                    <a:pt x="830" y="412"/>
                  </a:cubicBezTo>
                  <a:lnTo>
                    <a:pt x="830" y="2831"/>
                  </a:lnTo>
                  <a:cubicBezTo>
                    <a:pt x="830" y="3055"/>
                    <a:pt x="653" y="3240"/>
                    <a:pt x="432" y="3240"/>
                  </a:cubicBezTo>
                  <a:cubicBezTo>
                    <a:pt x="426" y="3240"/>
                    <a:pt x="419" y="3240"/>
                    <a:pt x="413" y="3240"/>
                  </a:cubicBezTo>
                  <a:cubicBezTo>
                    <a:pt x="178" y="3240"/>
                    <a:pt x="0" y="3446"/>
                    <a:pt x="22" y="3686"/>
                  </a:cubicBezTo>
                  <a:cubicBezTo>
                    <a:pt x="47" y="3897"/>
                    <a:pt x="247" y="4048"/>
                    <a:pt x="443" y="4048"/>
                  </a:cubicBezTo>
                  <a:cubicBezTo>
                    <a:pt x="1111" y="4037"/>
                    <a:pt x="1635" y="3498"/>
                    <a:pt x="1635" y="2831"/>
                  </a:cubicBezTo>
                  <a:lnTo>
                    <a:pt x="1635" y="412"/>
                  </a:lnTo>
                  <a:cubicBezTo>
                    <a:pt x="1635" y="213"/>
                    <a:pt x="1484" y="25"/>
                    <a:pt x="1273" y="3"/>
                  </a:cubicBezTo>
                  <a:cubicBezTo>
                    <a:pt x="1261" y="2"/>
                    <a:pt x="1248" y="1"/>
                    <a:pt x="1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18" name="Google Shape;1018;p41"/>
            <p:cNvSpPr/>
            <p:nvPr/>
          </p:nvSpPr>
          <p:spPr>
            <a:xfrm>
              <a:off x="5654388" y="3352650"/>
              <a:ext cx="40900" cy="100950"/>
            </a:xfrm>
            <a:custGeom>
              <a:rect l="l" t="t" r="r" b="b"/>
              <a:pathLst>
                <a:path w="1636" h="4038" extrusionOk="0">
                  <a:moveTo>
                    <a:pt x="1202" y="1"/>
                  </a:moveTo>
                  <a:cubicBezTo>
                    <a:pt x="1195" y="1"/>
                    <a:pt x="1188" y="1"/>
                    <a:pt x="1181" y="1"/>
                  </a:cubicBezTo>
                  <a:cubicBezTo>
                    <a:pt x="525" y="13"/>
                    <a:pt x="0" y="551"/>
                    <a:pt x="0" y="1216"/>
                  </a:cubicBezTo>
                  <a:lnTo>
                    <a:pt x="0" y="3623"/>
                  </a:lnTo>
                  <a:cubicBezTo>
                    <a:pt x="0" y="3833"/>
                    <a:pt x="152" y="4021"/>
                    <a:pt x="351" y="4033"/>
                  </a:cubicBezTo>
                  <a:cubicBezTo>
                    <a:pt x="371" y="4036"/>
                    <a:pt x="391" y="4037"/>
                    <a:pt x="411" y="4037"/>
                  </a:cubicBezTo>
                  <a:cubicBezTo>
                    <a:pt x="629" y="4037"/>
                    <a:pt x="805" y="3861"/>
                    <a:pt x="805" y="3637"/>
                  </a:cubicBezTo>
                  <a:lnTo>
                    <a:pt x="805" y="1216"/>
                  </a:lnTo>
                  <a:cubicBezTo>
                    <a:pt x="805" y="994"/>
                    <a:pt x="982" y="807"/>
                    <a:pt x="1204" y="807"/>
                  </a:cubicBezTo>
                  <a:cubicBezTo>
                    <a:pt x="1436" y="807"/>
                    <a:pt x="1636" y="607"/>
                    <a:pt x="1613" y="363"/>
                  </a:cubicBezTo>
                  <a:cubicBezTo>
                    <a:pt x="1591" y="160"/>
                    <a:pt x="1404" y="1"/>
                    <a:pt x="1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19" name="Google Shape;1019;p41"/>
            <p:cNvSpPr/>
            <p:nvPr/>
          </p:nvSpPr>
          <p:spPr>
            <a:xfrm>
              <a:off x="5673938" y="3287450"/>
              <a:ext cx="121925" cy="274175"/>
            </a:xfrm>
            <a:custGeom>
              <a:rect l="l" t="t" r="r" b="b"/>
              <a:pathLst>
                <a:path w="4877" h="10967" extrusionOk="0">
                  <a:moveTo>
                    <a:pt x="2586" y="0"/>
                  </a:moveTo>
                  <a:cubicBezTo>
                    <a:pt x="2453" y="0"/>
                    <a:pt x="2322" y="68"/>
                    <a:pt x="2245" y="188"/>
                  </a:cubicBezTo>
                  <a:cubicBezTo>
                    <a:pt x="2116" y="376"/>
                    <a:pt x="2175" y="620"/>
                    <a:pt x="2363" y="738"/>
                  </a:cubicBezTo>
                  <a:cubicBezTo>
                    <a:pt x="3426" y="1417"/>
                    <a:pt x="4069" y="2562"/>
                    <a:pt x="4069" y="3824"/>
                  </a:cubicBezTo>
                  <a:lnTo>
                    <a:pt x="4069" y="6512"/>
                  </a:lnTo>
                  <a:cubicBezTo>
                    <a:pt x="4069" y="8523"/>
                    <a:pt x="2433" y="10147"/>
                    <a:pt x="433" y="10158"/>
                  </a:cubicBezTo>
                  <a:cubicBezTo>
                    <a:pt x="222" y="10158"/>
                    <a:pt x="48" y="10299"/>
                    <a:pt x="23" y="10509"/>
                  </a:cubicBezTo>
                  <a:cubicBezTo>
                    <a:pt x="1" y="10756"/>
                    <a:pt x="189" y="10966"/>
                    <a:pt x="422" y="10966"/>
                  </a:cubicBezTo>
                  <a:cubicBezTo>
                    <a:pt x="2876" y="10966"/>
                    <a:pt x="4876" y="8966"/>
                    <a:pt x="4876" y="6512"/>
                  </a:cubicBezTo>
                  <a:lnTo>
                    <a:pt x="4876" y="3824"/>
                  </a:lnTo>
                  <a:cubicBezTo>
                    <a:pt x="4876" y="2292"/>
                    <a:pt x="4105" y="879"/>
                    <a:pt x="2795" y="59"/>
                  </a:cubicBezTo>
                  <a:cubicBezTo>
                    <a:pt x="2730" y="19"/>
                    <a:pt x="2658" y="0"/>
                    <a:pt x="25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20" name="Google Shape;1020;p41"/>
            <p:cNvSpPr/>
            <p:nvPr/>
          </p:nvSpPr>
          <p:spPr>
            <a:xfrm>
              <a:off x="5573438" y="3271750"/>
              <a:ext cx="121850" cy="274075"/>
            </a:xfrm>
            <a:custGeom>
              <a:rect l="l" t="t" r="r" b="b"/>
              <a:pathLst>
                <a:path w="4874" h="10963" extrusionOk="0">
                  <a:moveTo>
                    <a:pt x="4442" y="0"/>
                  </a:moveTo>
                  <a:cubicBezTo>
                    <a:pt x="1987" y="0"/>
                    <a:pt x="1" y="1986"/>
                    <a:pt x="1" y="4452"/>
                  </a:cubicBezTo>
                  <a:lnTo>
                    <a:pt x="1" y="7140"/>
                  </a:lnTo>
                  <a:cubicBezTo>
                    <a:pt x="1" y="8671"/>
                    <a:pt x="772" y="10074"/>
                    <a:pt x="2057" y="10893"/>
                  </a:cubicBezTo>
                  <a:cubicBezTo>
                    <a:pt x="2132" y="10940"/>
                    <a:pt x="2213" y="10962"/>
                    <a:pt x="2292" y="10962"/>
                  </a:cubicBezTo>
                  <a:cubicBezTo>
                    <a:pt x="2413" y="10962"/>
                    <a:pt x="2529" y="10910"/>
                    <a:pt x="2607" y="10812"/>
                  </a:cubicBezTo>
                  <a:cubicBezTo>
                    <a:pt x="2758" y="10624"/>
                    <a:pt x="2711" y="10343"/>
                    <a:pt x="2500" y="10214"/>
                  </a:cubicBezTo>
                  <a:cubicBezTo>
                    <a:pt x="1437" y="9549"/>
                    <a:pt x="806" y="8391"/>
                    <a:pt x="806" y="7140"/>
                  </a:cubicBezTo>
                  <a:lnTo>
                    <a:pt x="806" y="4452"/>
                  </a:lnTo>
                  <a:cubicBezTo>
                    <a:pt x="806" y="2441"/>
                    <a:pt x="2430" y="805"/>
                    <a:pt x="4442" y="805"/>
                  </a:cubicBezTo>
                  <a:cubicBezTo>
                    <a:pt x="4641" y="805"/>
                    <a:pt x="4829" y="654"/>
                    <a:pt x="4851" y="455"/>
                  </a:cubicBezTo>
                  <a:cubicBezTo>
                    <a:pt x="4874" y="210"/>
                    <a:pt x="4688" y="0"/>
                    <a:pt x="4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21" name="Google Shape;1021;p41"/>
            <p:cNvSpPr/>
            <p:nvPr/>
          </p:nvSpPr>
          <p:spPr>
            <a:xfrm>
              <a:off x="5552688" y="3284575"/>
              <a:ext cx="20150" cy="20150"/>
            </a:xfrm>
            <a:custGeom>
              <a:rect l="l" t="t" r="r" b="b"/>
              <a:pathLst>
                <a:path w="805" h="805" extrusionOk="0">
                  <a:moveTo>
                    <a:pt x="399" y="0"/>
                  </a:moveTo>
                  <a:cubicBezTo>
                    <a:pt x="174" y="0"/>
                    <a:pt x="0" y="174"/>
                    <a:pt x="0" y="399"/>
                  </a:cubicBezTo>
                  <a:cubicBezTo>
                    <a:pt x="0" y="620"/>
                    <a:pt x="174" y="806"/>
                    <a:pt x="399" y="806"/>
                  </a:cubicBezTo>
                  <a:cubicBezTo>
                    <a:pt x="620" y="806"/>
                    <a:pt x="806" y="620"/>
                    <a:pt x="806" y="399"/>
                  </a:cubicBezTo>
                  <a:cubicBezTo>
                    <a:pt x="806" y="174"/>
                    <a:pt x="620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22" name="Google Shape;1022;p41"/>
            <p:cNvSpPr/>
            <p:nvPr/>
          </p:nvSpPr>
          <p:spPr>
            <a:xfrm>
              <a:off x="5796388" y="3284575"/>
              <a:ext cx="20525" cy="20150"/>
            </a:xfrm>
            <a:custGeom>
              <a:rect l="l" t="t" r="r" b="b"/>
              <a:pathLst>
                <a:path w="821" h="805" extrusionOk="0">
                  <a:moveTo>
                    <a:pt x="410" y="0"/>
                  </a:moveTo>
                  <a:cubicBezTo>
                    <a:pt x="189" y="0"/>
                    <a:pt x="1" y="174"/>
                    <a:pt x="1" y="399"/>
                  </a:cubicBezTo>
                  <a:cubicBezTo>
                    <a:pt x="1" y="620"/>
                    <a:pt x="189" y="806"/>
                    <a:pt x="410" y="806"/>
                  </a:cubicBezTo>
                  <a:cubicBezTo>
                    <a:pt x="632" y="806"/>
                    <a:pt x="820" y="620"/>
                    <a:pt x="820" y="399"/>
                  </a:cubicBezTo>
                  <a:cubicBezTo>
                    <a:pt x="820" y="174"/>
                    <a:pt x="632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23" name="Google Shape;1023;p41"/>
            <p:cNvSpPr/>
            <p:nvPr/>
          </p:nvSpPr>
          <p:spPr>
            <a:xfrm>
              <a:off x="5552688" y="3528575"/>
              <a:ext cx="20150" cy="20225"/>
            </a:xfrm>
            <a:custGeom>
              <a:rect l="l" t="t" r="r" b="b"/>
              <a:pathLst>
                <a:path w="805" h="809" extrusionOk="0">
                  <a:moveTo>
                    <a:pt x="399" y="0"/>
                  </a:moveTo>
                  <a:cubicBezTo>
                    <a:pt x="174" y="0"/>
                    <a:pt x="0" y="177"/>
                    <a:pt x="0" y="398"/>
                  </a:cubicBezTo>
                  <a:cubicBezTo>
                    <a:pt x="0" y="620"/>
                    <a:pt x="174" y="808"/>
                    <a:pt x="399" y="808"/>
                  </a:cubicBezTo>
                  <a:cubicBezTo>
                    <a:pt x="620" y="808"/>
                    <a:pt x="806" y="620"/>
                    <a:pt x="806" y="398"/>
                  </a:cubicBezTo>
                  <a:cubicBezTo>
                    <a:pt x="806" y="177"/>
                    <a:pt x="620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24" name="Google Shape;1024;p41"/>
            <p:cNvSpPr/>
            <p:nvPr/>
          </p:nvSpPr>
          <p:spPr>
            <a:xfrm>
              <a:off x="5796388" y="3528575"/>
              <a:ext cx="20525" cy="20225"/>
            </a:xfrm>
            <a:custGeom>
              <a:rect l="l" t="t" r="r" b="b"/>
              <a:pathLst>
                <a:path w="821" h="809" extrusionOk="0">
                  <a:moveTo>
                    <a:pt x="410" y="0"/>
                  </a:moveTo>
                  <a:cubicBezTo>
                    <a:pt x="189" y="0"/>
                    <a:pt x="1" y="177"/>
                    <a:pt x="1" y="398"/>
                  </a:cubicBezTo>
                  <a:cubicBezTo>
                    <a:pt x="1" y="620"/>
                    <a:pt x="189" y="808"/>
                    <a:pt x="410" y="808"/>
                  </a:cubicBezTo>
                  <a:cubicBezTo>
                    <a:pt x="632" y="808"/>
                    <a:pt x="820" y="620"/>
                    <a:pt x="820" y="398"/>
                  </a:cubicBezTo>
                  <a:cubicBezTo>
                    <a:pt x="820" y="177"/>
                    <a:pt x="632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25" name="Google Shape;1025;p41"/>
          <p:cNvGrpSpPr/>
          <p:nvPr/>
        </p:nvGrpSpPr>
        <p:grpSpPr>
          <a:xfrm>
            <a:off x="6124688" y="1376275"/>
            <a:ext cx="331975" cy="344800"/>
            <a:chOff x="6285563" y="2681150"/>
            <a:chExt cx="331975" cy="344800"/>
          </a:xfrm>
        </p:grpSpPr>
        <p:sp>
          <p:nvSpPr>
            <p:cNvPr id="1026" name="Google Shape;1026;p41"/>
            <p:cNvSpPr/>
            <p:nvPr/>
          </p:nvSpPr>
          <p:spPr>
            <a:xfrm>
              <a:off x="6285563" y="2721475"/>
              <a:ext cx="236175" cy="304475"/>
            </a:xfrm>
            <a:custGeom>
              <a:rect l="l" t="t" r="r" b="b"/>
              <a:pathLst>
                <a:path w="9447" h="12179" extrusionOk="0">
                  <a:moveTo>
                    <a:pt x="4313" y="831"/>
                  </a:moveTo>
                  <a:lnTo>
                    <a:pt x="4313" y="1765"/>
                  </a:lnTo>
                  <a:cubicBezTo>
                    <a:pt x="4313" y="1978"/>
                    <a:pt x="4487" y="2150"/>
                    <a:pt x="4698" y="2150"/>
                  </a:cubicBezTo>
                  <a:cubicBezTo>
                    <a:pt x="4706" y="2150"/>
                    <a:pt x="4714" y="2150"/>
                    <a:pt x="4722" y="2149"/>
                  </a:cubicBezTo>
                  <a:cubicBezTo>
                    <a:pt x="5003" y="2149"/>
                    <a:pt x="5213" y="2444"/>
                    <a:pt x="5084" y="2736"/>
                  </a:cubicBezTo>
                  <a:cubicBezTo>
                    <a:pt x="5028" y="2876"/>
                    <a:pt x="4888" y="2969"/>
                    <a:pt x="4722" y="2969"/>
                  </a:cubicBezTo>
                  <a:cubicBezTo>
                    <a:pt x="4501" y="2969"/>
                    <a:pt x="4313" y="3145"/>
                    <a:pt x="4313" y="3367"/>
                  </a:cubicBezTo>
                  <a:lnTo>
                    <a:pt x="4313" y="4312"/>
                  </a:lnTo>
                  <a:lnTo>
                    <a:pt x="3707" y="4312"/>
                  </a:lnTo>
                  <a:cubicBezTo>
                    <a:pt x="3541" y="3847"/>
                    <a:pt x="3098" y="3507"/>
                    <a:pt x="2573" y="3507"/>
                  </a:cubicBezTo>
                  <a:cubicBezTo>
                    <a:pt x="2035" y="3507"/>
                    <a:pt x="1592" y="3847"/>
                    <a:pt x="1426" y="4312"/>
                  </a:cubicBezTo>
                  <a:lnTo>
                    <a:pt x="831" y="4312"/>
                  </a:lnTo>
                  <a:cubicBezTo>
                    <a:pt x="1031" y="2478"/>
                    <a:pt x="2489" y="1016"/>
                    <a:pt x="4313" y="831"/>
                  </a:cubicBezTo>
                  <a:close/>
                  <a:moveTo>
                    <a:pt x="2570" y="4311"/>
                  </a:moveTo>
                  <a:cubicBezTo>
                    <a:pt x="2627" y="4311"/>
                    <a:pt x="2687" y="4323"/>
                    <a:pt x="2747" y="4349"/>
                  </a:cubicBezTo>
                  <a:cubicBezTo>
                    <a:pt x="2888" y="4408"/>
                    <a:pt x="2969" y="4559"/>
                    <a:pt x="2969" y="4711"/>
                  </a:cubicBezTo>
                  <a:cubicBezTo>
                    <a:pt x="2969" y="4944"/>
                    <a:pt x="3157" y="5120"/>
                    <a:pt x="3379" y="5120"/>
                  </a:cubicBezTo>
                  <a:lnTo>
                    <a:pt x="4313" y="5120"/>
                  </a:lnTo>
                  <a:lnTo>
                    <a:pt x="4313" y="6077"/>
                  </a:lnTo>
                  <a:cubicBezTo>
                    <a:pt x="4313" y="6294"/>
                    <a:pt x="4489" y="6465"/>
                    <a:pt x="4702" y="6465"/>
                  </a:cubicBezTo>
                  <a:cubicBezTo>
                    <a:pt x="4709" y="6465"/>
                    <a:pt x="4716" y="6464"/>
                    <a:pt x="4722" y="6464"/>
                  </a:cubicBezTo>
                  <a:cubicBezTo>
                    <a:pt x="5003" y="6464"/>
                    <a:pt x="5213" y="6756"/>
                    <a:pt x="5084" y="7048"/>
                  </a:cubicBezTo>
                  <a:cubicBezTo>
                    <a:pt x="5028" y="7188"/>
                    <a:pt x="4888" y="7283"/>
                    <a:pt x="4722" y="7283"/>
                  </a:cubicBezTo>
                  <a:cubicBezTo>
                    <a:pt x="4501" y="7283"/>
                    <a:pt x="4313" y="7457"/>
                    <a:pt x="4313" y="7679"/>
                  </a:cubicBezTo>
                  <a:lnTo>
                    <a:pt x="4313" y="9701"/>
                  </a:lnTo>
                  <a:lnTo>
                    <a:pt x="3216" y="9701"/>
                  </a:lnTo>
                  <a:cubicBezTo>
                    <a:pt x="3121" y="8907"/>
                    <a:pt x="2736" y="8170"/>
                    <a:pt x="2127" y="7645"/>
                  </a:cubicBezTo>
                  <a:cubicBezTo>
                    <a:pt x="1392" y="6989"/>
                    <a:pt x="935" y="6091"/>
                    <a:pt x="831" y="5120"/>
                  </a:cubicBezTo>
                  <a:lnTo>
                    <a:pt x="1766" y="5120"/>
                  </a:lnTo>
                  <a:cubicBezTo>
                    <a:pt x="1987" y="5120"/>
                    <a:pt x="2164" y="4944"/>
                    <a:pt x="2164" y="4722"/>
                  </a:cubicBezTo>
                  <a:cubicBezTo>
                    <a:pt x="2164" y="4498"/>
                    <a:pt x="2343" y="4311"/>
                    <a:pt x="2570" y="4311"/>
                  </a:cubicBezTo>
                  <a:close/>
                  <a:moveTo>
                    <a:pt x="8616" y="5120"/>
                  </a:moveTo>
                  <a:cubicBezTo>
                    <a:pt x="8510" y="6091"/>
                    <a:pt x="8055" y="6989"/>
                    <a:pt x="7317" y="7645"/>
                  </a:cubicBezTo>
                  <a:cubicBezTo>
                    <a:pt x="6711" y="8170"/>
                    <a:pt x="6324" y="8907"/>
                    <a:pt x="6232" y="9701"/>
                  </a:cubicBezTo>
                  <a:lnTo>
                    <a:pt x="5132" y="9701"/>
                  </a:lnTo>
                  <a:lnTo>
                    <a:pt x="5132" y="8018"/>
                  </a:lnTo>
                  <a:cubicBezTo>
                    <a:pt x="5600" y="7855"/>
                    <a:pt x="5940" y="7398"/>
                    <a:pt x="5940" y="6874"/>
                  </a:cubicBezTo>
                  <a:cubicBezTo>
                    <a:pt x="5940" y="6346"/>
                    <a:pt x="5600" y="5903"/>
                    <a:pt x="5132" y="5726"/>
                  </a:cubicBezTo>
                  <a:lnTo>
                    <a:pt x="5132" y="5120"/>
                  </a:lnTo>
                  <a:lnTo>
                    <a:pt x="5741" y="5120"/>
                  </a:lnTo>
                  <a:cubicBezTo>
                    <a:pt x="5903" y="5586"/>
                    <a:pt x="6347" y="5925"/>
                    <a:pt x="6885" y="5925"/>
                  </a:cubicBezTo>
                  <a:cubicBezTo>
                    <a:pt x="7413" y="5925"/>
                    <a:pt x="7856" y="5586"/>
                    <a:pt x="8019" y="5120"/>
                  </a:cubicBezTo>
                  <a:close/>
                  <a:moveTo>
                    <a:pt x="6206" y="10509"/>
                  </a:moveTo>
                  <a:lnTo>
                    <a:pt x="6206" y="11244"/>
                  </a:lnTo>
                  <a:cubicBezTo>
                    <a:pt x="6206" y="11314"/>
                    <a:pt x="6150" y="11373"/>
                    <a:pt x="6066" y="11373"/>
                  </a:cubicBezTo>
                  <a:lnTo>
                    <a:pt x="3379" y="11373"/>
                  </a:lnTo>
                  <a:cubicBezTo>
                    <a:pt x="3297" y="11373"/>
                    <a:pt x="3238" y="11314"/>
                    <a:pt x="3238" y="11244"/>
                  </a:cubicBezTo>
                  <a:lnTo>
                    <a:pt x="3238" y="10509"/>
                  </a:lnTo>
                  <a:close/>
                  <a:moveTo>
                    <a:pt x="4734" y="1"/>
                  </a:moveTo>
                  <a:cubicBezTo>
                    <a:pt x="2127" y="1"/>
                    <a:pt x="1" y="2116"/>
                    <a:pt x="1" y="4722"/>
                  </a:cubicBezTo>
                  <a:cubicBezTo>
                    <a:pt x="1" y="6066"/>
                    <a:pt x="584" y="7353"/>
                    <a:pt x="1592" y="8240"/>
                  </a:cubicBezTo>
                  <a:cubicBezTo>
                    <a:pt x="2127" y="8720"/>
                    <a:pt x="2433" y="9398"/>
                    <a:pt x="2433" y="10111"/>
                  </a:cubicBezTo>
                  <a:lnTo>
                    <a:pt x="2433" y="11244"/>
                  </a:lnTo>
                  <a:cubicBezTo>
                    <a:pt x="2433" y="11758"/>
                    <a:pt x="2854" y="12178"/>
                    <a:pt x="3379" y="12178"/>
                  </a:cubicBezTo>
                  <a:lnTo>
                    <a:pt x="6066" y="12178"/>
                  </a:lnTo>
                  <a:cubicBezTo>
                    <a:pt x="6593" y="12178"/>
                    <a:pt x="7014" y="11758"/>
                    <a:pt x="7014" y="11244"/>
                  </a:cubicBezTo>
                  <a:lnTo>
                    <a:pt x="7014" y="10111"/>
                  </a:lnTo>
                  <a:cubicBezTo>
                    <a:pt x="7014" y="9398"/>
                    <a:pt x="7317" y="8720"/>
                    <a:pt x="7856" y="8240"/>
                  </a:cubicBezTo>
                  <a:cubicBezTo>
                    <a:pt x="8860" y="7353"/>
                    <a:pt x="9447" y="6066"/>
                    <a:pt x="9447" y="4722"/>
                  </a:cubicBezTo>
                  <a:cubicBezTo>
                    <a:pt x="9447" y="4500"/>
                    <a:pt x="9259" y="4312"/>
                    <a:pt x="9037" y="4312"/>
                  </a:cubicBezTo>
                  <a:lnTo>
                    <a:pt x="7679" y="4312"/>
                  </a:lnTo>
                  <a:cubicBezTo>
                    <a:pt x="7458" y="4312"/>
                    <a:pt x="7284" y="4500"/>
                    <a:pt x="7284" y="4711"/>
                  </a:cubicBezTo>
                  <a:cubicBezTo>
                    <a:pt x="7284" y="4935"/>
                    <a:pt x="7104" y="5122"/>
                    <a:pt x="6884" y="5122"/>
                  </a:cubicBezTo>
                  <a:cubicBezTo>
                    <a:pt x="6828" y="5122"/>
                    <a:pt x="6770" y="5110"/>
                    <a:pt x="6711" y="5084"/>
                  </a:cubicBezTo>
                  <a:cubicBezTo>
                    <a:pt x="6557" y="5025"/>
                    <a:pt x="6476" y="4873"/>
                    <a:pt x="6476" y="4722"/>
                  </a:cubicBezTo>
                  <a:cubicBezTo>
                    <a:pt x="6476" y="4500"/>
                    <a:pt x="6302" y="4312"/>
                    <a:pt x="6066" y="4312"/>
                  </a:cubicBezTo>
                  <a:lnTo>
                    <a:pt x="5132" y="4312"/>
                  </a:lnTo>
                  <a:lnTo>
                    <a:pt x="5132" y="3706"/>
                  </a:lnTo>
                  <a:cubicBezTo>
                    <a:pt x="5600" y="3541"/>
                    <a:pt x="5940" y="3086"/>
                    <a:pt x="5940" y="2559"/>
                  </a:cubicBezTo>
                  <a:cubicBezTo>
                    <a:pt x="5940" y="2034"/>
                    <a:pt x="5600" y="1577"/>
                    <a:pt x="5132" y="1414"/>
                  </a:cubicBezTo>
                  <a:lnTo>
                    <a:pt x="5132" y="396"/>
                  </a:lnTo>
                  <a:cubicBezTo>
                    <a:pt x="5132" y="175"/>
                    <a:pt x="4958" y="1"/>
                    <a:pt x="4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27" name="Google Shape;1027;p41"/>
            <p:cNvSpPr/>
            <p:nvPr/>
          </p:nvSpPr>
          <p:spPr>
            <a:xfrm>
              <a:off x="6489238" y="2681150"/>
              <a:ext cx="128300" cy="148150"/>
            </a:xfrm>
            <a:custGeom>
              <a:rect l="l" t="t" r="r" b="b"/>
              <a:pathLst>
                <a:path w="5132" h="5926" extrusionOk="0">
                  <a:moveTo>
                    <a:pt x="809" y="817"/>
                  </a:moveTo>
                  <a:cubicBezTo>
                    <a:pt x="2643" y="1016"/>
                    <a:pt x="4105" y="2478"/>
                    <a:pt x="4290" y="4312"/>
                  </a:cubicBezTo>
                  <a:lnTo>
                    <a:pt x="3367" y="4312"/>
                  </a:lnTo>
                  <a:cubicBezTo>
                    <a:pt x="3145" y="4312"/>
                    <a:pt x="2969" y="4489"/>
                    <a:pt x="2969" y="4711"/>
                  </a:cubicBezTo>
                  <a:cubicBezTo>
                    <a:pt x="2969" y="4873"/>
                    <a:pt x="2876" y="5014"/>
                    <a:pt x="2736" y="5084"/>
                  </a:cubicBezTo>
                  <a:cubicBezTo>
                    <a:pt x="2679" y="5107"/>
                    <a:pt x="2622" y="5117"/>
                    <a:pt x="2568" y="5117"/>
                  </a:cubicBezTo>
                  <a:cubicBezTo>
                    <a:pt x="2345" y="5117"/>
                    <a:pt x="2164" y="4939"/>
                    <a:pt x="2164" y="4722"/>
                  </a:cubicBezTo>
                  <a:cubicBezTo>
                    <a:pt x="2152" y="4489"/>
                    <a:pt x="1976" y="4312"/>
                    <a:pt x="1754" y="4312"/>
                  </a:cubicBezTo>
                  <a:lnTo>
                    <a:pt x="809" y="4312"/>
                  </a:lnTo>
                  <a:lnTo>
                    <a:pt x="809" y="3706"/>
                  </a:lnTo>
                  <a:cubicBezTo>
                    <a:pt x="1274" y="3530"/>
                    <a:pt x="1614" y="3086"/>
                    <a:pt x="1614" y="2559"/>
                  </a:cubicBezTo>
                  <a:cubicBezTo>
                    <a:pt x="1614" y="2034"/>
                    <a:pt x="1274" y="1577"/>
                    <a:pt x="809" y="1414"/>
                  </a:cubicBezTo>
                  <a:lnTo>
                    <a:pt x="809" y="817"/>
                  </a:lnTo>
                  <a:close/>
                  <a:moveTo>
                    <a:pt x="420" y="1"/>
                  </a:moveTo>
                  <a:cubicBezTo>
                    <a:pt x="413" y="1"/>
                    <a:pt x="406" y="1"/>
                    <a:pt x="399" y="1"/>
                  </a:cubicBezTo>
                  <a:cubicBezTo>
                    <a:pt x="177" y="1"/>
                    <a:pt x="1" y="174"/>
                    <a:pt x="1" y="385"/>
                  </a:cubicBezTo>
                  <a:lnTo>
                    <a:pt x="1" y="1754"/>
                  </a:lnTo>
                  <a:cubicBezTo>
                    <a:pt x="1" y="1975"/>
                    <a:pt x="189" y="2149"/>
                    <a:pt x="399" y="2149"/>
                  </a:cubicBezTo>
                  <a:cubicBezTo>
                    <a:pt x="680" y="2149"/>
                    <a:pt x="901" y="2430"/>
                    <a:pt x="772" y="2736"/>
                  </a:cubicBezTo>
                  <a:cubicBezTo>
                    <a:pt x="713" y="2876"/>
                    <a:pt x="562" y="2957"/>
                    <a:pt x="410" y="2957"/>
                  </a:cubicBezTo>
                  <a:cubicBezTo>
                    <a:pt x="189" y="2957"/>
                    <a:pt x="1" y="3145"/>
                    <a:pt x="1" y="3367"/>
                  </a:cubicBezTo>
                  <a:lnTo>
                    <a:pt x="1" y="4722"/>
                  </a:lnTo>
                  <a:cubicBezTo>
                    <a:pt x="1" y="4944"/>
                    <a:pt x="177" y="5120"/>
                    <a:pt x="399" y="5120"/>
                  </a:cubicBezTo>
                  <a:lnTo>
                    <a:pt x="1415" y="5120"/>
                  </a:lnTo>
                  <a:cubicBezTo>
                    <a:pt x="1591" y="5586"/>
                    <a:pt x="2035" y="5925"/>
                    <a:pt x="2562" y="5925"/>
                  </a:cubicBezTo>
                  <a:cubicBezTo>
                    <a:pt x="3086" y="5925"/>
                    <a:pt x="3544" y="5586"/>
                    <a:pt x="3706" y="5120"/>
                  </a:cubicBezTo>
                  <a:lnTo>
                    <a:pt x="4722" y="5120"/>
                  </a:lnTo>
                  <a:cubicBezTo>
                    <a:pt x="4946" y="5120"/>
                    <a:pt x="5120" y="4944"/>
                    <a:pt x="5120" y="4722"/>
                  </a:cubicBezTo>
                  <a:cubicBezTo>
                    <a:pt x="5132" y="2123"/>
                    <a:pt x="3016" y="1"/>
                    <a:pt x="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28" name="Google Shape;1028;p41"/>
          <p:cNvGrpSpPr/>
          <p:nvPr/>
        </p:nvGrpSpPr>
        <p:grpSpPr>
          <a:xfrm>
            <a:off x="2680750" y="1376275"/>
            <a:ext cx="345150" cy="344800"/>
            <a:chOff x="5512088" y="2681150"/>
            <a:chExt cx="345150" cy="344800"/>
          </a:xfrm>
        </p:grpSpPr>
        <p:sp>
          <p:nvSpPr>
            <p:cNvPr id="1029" name="Google Shape;1029;p41"/>
            <p:cNvSpPr/>
            <p:nvPr/>
          </p:nvSpPr>
          <p:spPr>
            <a:xfrm>
              <a:off x="5512088" y="2681150"/>
              <a:ext cx="345150" cy="344800"/>
            </a:xfrm>
            <a:custGeom>
              <a:rect l="l" t="t" r="r" b="b"/>
              <a:pathLst>
                <a:path w="13805" h="13792" extrusionOk="0">
                  <a:moveTo>
                    <a:pt x="6896" y="806"/>
                  </a:moveTo>
                  <a:cubicBezTo>
                    <a:pt x="8158" y="806"/>
                    <a:pt x="9188" y="1835"/>
                    <a:pt x="9188" y="3098"/>
                  </a:cubicBezTo>
                  <a:cubicBezTo>
                    <a:pt x="9188" y="3776"/>
                    <a:pt x="8882" y="4419"/>
                    <a:pt x="8357" y="4862"/>
                  </a:cubicBezTo>
                  <a:cubicBezTo>
                    <a:pt x="8018" y="5143"/>
                    <a:pt x="7785" y="5516"/>
                    <a:pt x="7704" y="5925"/>
                  </a:cubicBezTo>
                  <a:lnTo>
                    <a:pt x="7305" y="5925"/>
                  </a:lnTo>
                  <a:lnTo>
                    <a:pt x="7305" y="3799"/>
                  </a:lnTo>
                  <a:lnTo>
                    <a:pt x="7984" y="3120"/>
                  </a:lnTo>
                  <a:cubicBezTo>
                    <a:pt x="8136" y="2969"/>
                    <a:pt x="8158" y="2736"/>
                    <a:pt x="8029" y="2570"/>
                  </a:cubicBezTo>
                  <a:cubicBezTo>
                    <a:pt x="7948" y="2472"/>
                    <a:pt x="7831" y="2422"/>
                    <a:pt x="7713" y="2422"/>
                  </a:cubicBezTo>
                  <a:cubicBezTo>
                    <a:pt x="7609" y="2422"/>
                    <a:pt x="7504" y="2460"/>
                    <a:pt x="7423" y="2537"/>
                  </a:cubicBezTo>
                  <a:lnTo>
                    <a:pt x="6896" y="3061"/>
                  </a:lnTo>
                  <a:lnTo>
                    <a:pt x="6382" y="2537"/>
                  </a:lnTo>
                  <a:cubicBezTo>
                    <a:pt x="6300" y="2460"/>
                    <a:pt x="6194" y="2422"/>
                    <a:pt x="6090" y="2422"/>
                  </a:cubicBezTo>
                  <a:cubicBezTo>
                    <a:pt x="5971" y="2422"/>
                    <a:pt x="5854" y="2472"/>
                    <a:pt x="5773" y="2570"/>
                  </a:cubicBezTo>
                  <a:cubicBezTo>
                    <a:pt x="5644" y="2736"/>
                    <a:pt x="5670" y="2969"/>
                    <a:pt x="5810" y="3120"/>
                  </a:cubicBezTo>
                  <a:lnTo>
                    <a:pt x="6497" y="3799"/>
                  </a:lnTo>
                  <a:lnTo>
                    <a:pt x="6497" y="5925"/>
                  </a:lnTo>
                  <a:lnTo>
                    <a:pt x="6090" y="5925"/>
                  </a:lnTo>
                  <a:cubicBezTo>
                    <a:pt x="6006" y="5516"/>
                    <a:pt x="5785" y="5143"/>
                    <a:pt x="5445" y="4862"/>
                  </a:cubicBezTo>
                  <a:cubicBezTo>
                    <a:pt x="4909" y="4419"/>
                    <a:pt x="4604" y="3776"/>
                    <a:pt x="4604" y="3098"/>
                  </a:cubicBezTo>
                  <a:cubicBezTo>
                    <a:pt x="4604" y="1835"/>
                    <a:pt x="5633" y="806"/>
                    <a:pt x="6896" y="806"/>
                  </a:cubicBezTo>
                  <a:close/>
                  <a:moveTo>
                    <a:pt x="7678" y="6733"/>
                  </a:moveTo>
                  <a:lnTo>
                    <a:pt x="7678" y="7409"/>
                  </a:lnTo>
                  <a:cubicBezTo>
                    <a:pt x="7678" y="7480"/>
                    <a:pt x="7619" y="7538"/>
                    <a:pt x="7549" y="7538"/>
                  </a:cubicBezTo>
                  <a:lnTo>
                    <a:pt x="6253" y="7538"/>
                  </a:lnTo>
                  <a:cubicBezTo>
                    <a:pt x="6183" y="7538"/>
                    <a:pt x="6113" y="7480"/>
                    <a:pt x="6113" y="7409"/>
                  </a:cubicBezTo>
                  <a:lnTo>
                    <a:pt x="6113" y="6733"/>
                  </a:lnTo>
                  <a:close/>
                  <a:moveTo>
                    <a:pt x="2023" y="11772"/>
                  </a:moveTo>
                  <a:lnTo>
                    <a:pt x="2023" y="12986"/>
                  </a:lnTo>
                  <a:lnTo>
                    <a:pt x="805" y="12986"/>
                  </a:lnTo>
                  <a:lnTo>
                    <a:pt x="805" y="11772"/>
                  </a:lnTo>
                  <a:close/>
                  <a:moveTo>
                    <a:pt x="5692" y="11772"/>
                  </a:moveTo>
                  <a:lnTo>
                    <a:pt x="5692" y="12986"/>
                  </a:lnTo>
                  <a:lnTo>
                    <a:pt x="4477" y="12986"/>
                  </a:lnTo>
                  <a:lnTo>
                    <a:pt x="4477" y="11772"/>
                  </a:lnTo>
                  <a:close/>
                  <a:moveTo>
                    <a:pt x="9350" y="11772"/>
                  </a:moveTo>
                  <a:lnTo>
                    <a:pt x="9350" y="12986"/>
                  </a:lnTo>
                  <a:lnTo>
                    <a:pt x="8136" y="12986"/>
                  </a:lnTo>
                  <a:lnTo>
                    <a:pt x="8136" y="11772"/>
                  </a:lnTo>
                  <a:close/>
                  <a:moveTo>
                    <a:pt x="12997" y="11772"/>
                  </a:moveTo>
                  <a:lnTo>
                    <a:pt x="12997" y="12986"/>
                  </a:lnTo>
                  <a:lnTo>
                    <a:pt x="11782" y="12986"/>
                  </a:lnTo>
                  <a:lnTo>
                    <a:pt x="11782" y="11772"/>
                  </a:lnTo>
                  <a:close/>
                  <a:moveTo>
                    <a:pt x="6896" y="1"/>
                  </a:moveTo>
                  <a:cubicBezTo>
                    <a:pt x="5179" y="1"/>
                    <a:pt x="3787" y="1392"/>
                    <a:pt x="3787" y="3098"/>
                  </a:cubicBezTo>
                  <a:cubicBezTo>
                    <a:pt x="3787" y="4021"/>
                    <a:pt x="4197" y="4899"/>
                    <a:pt x="4921" y="5482"/>
                  </a:cubicBezTo>
                  <a:cubicBezTo>
                    <a:pt x="5165" y="5693"/>
                    <a:pt x="5305" y="5973"/>
                    <a:pt x="5305" y="6254"/>
                  </a:cubicBezTo>
                  <a:lnTo>
                    <a:pt x="5305" y="7409"/>
                  </a:lnTo>
                  <a:cubicBezTo>
                    <a:pt x="5305" y="7926"/>
                    <a:pt x="5726" y="8358"/>
                    <a:pt x="6253" y="8358"/>
                  </a:cubicBezTo>
                  <a:lnTo>
                    <a:pt x="6497" y="8358"/>
                  </a:lnTo>
                  <a:lnTo>
                    <a:pt x="6497" y="9188"/>
                  </a:lnTo>
                  <a:lnTo>
                    <a:pt x="1425" y="9188"/>
                  </a:lnTo>
                  <a:cubicBezTo>
                    <a:pt x="1204" y="9188"/>
                    <a:pt x="1027" y="9373"/>
                    <a:pt x="1027" y="9598"/>
                  </a:cubicBezTo>
                  <a:lnTo>
                    <a:pt x="1027" y="10964"/>
                  </a:lnTo>
                  <a:lnTo>
                    <a:pt x="396" y="10964"/>
                  </a:lnTo>
                  <a:cubicBezTo>
                    <a:pt x="174" y="10964"/>
                    <a:pt x="0" y="11152"/>
                    <a:pt x="0" y="11373"/>
                  </a:cubicBezTo>
                  <a:lnTo>
                    <a:pt x="0" y="13396"/>
                  </a:lnTo>
                  <a:cubicBezTo>
                    <a:pt x="0" y="13618"/>
                    <a:pt x="174" y="13791"/>
                    <a:pt x="396" y="13791"/>
                  </a:cubicBezTo>
                  <a:lnTo>
                    <a:pt x="2418" y="13791"/>
                  </a:lnTo>
                  <a:cubicBezTo>
                    <a:pt x="2654" y="13791"/>
                    <a:pt x="2828" y="13618"/>
                    <a:pt x="2828" y="13396"/>
                  </a:cubicBezTo>
                  <a:lnTo>
                    <a:pt x="2828" y="11373"/>
                  </a:lnTo>
                  <a:cubicBezTo>
                    <a:pt x="2828" y="11152"/>
                    <a:pt x="2654" y="10964"/>
                    <a:pt x="2418" y="10964"/>
                  </a:cubicBezTo>
                  <a:lnTo>
                    <a:pt x="1835" y="10964"/>
                  </a:lnTo>
                  <a:lnTo>
                    <a:pt x="1835" y="9993"/>
                  </a:lnTo>
                  <a:lnTo>
                    <a:pt x="4688" y="9993"/>
                  </a:lnTo>
                  <a:lnTo>
                    <a:pt x="4688" y="10964"/>
                  </a:lnTo>
                  <a:lnTo>
                    <a:pt x="4068" y="10964"/>
                  </a:lnTo>
                  <a:cubicBezTo>
                    <a:pt x="3846" y="10964"/>
                    <a:pt x="3669" y="11152"/>
                    <a:pt x="3669" y="11373"/>
                  </a:cubicBezTo>
                  <a:lnTo>
                    <a:pt x="3669" y="13396"/>
                  </a:lnTo>
                  <a:cubicBezTo>
                    <a:pt x="3669" y="13618"/>
                    <a:pt x="3846" y="13791"/>
                    <a:pt x="4068" y="13791"/>
                  </a:cubicBezTo>
                  <a:lnTo>
                    <a:pt x="6090" y="13791"/>
                  </a:lnTo>
                  <a:cubicBezTo>
                    <a:pt x="6312" y="13791"/>
                    <a:pt x="6497" y="13618"/>
                    <a:pt x="6497" y="13396"/>
                  </a:cubicBezTo>
                  <a:lnTo>
                    <a:pt x="6497" y="11373"/>
                  </a:lnTo>
                  <a:cubicBezTo>
                    <a:pt x="6497" y="11152"/>
                    <a:pt x="6312" y="10964"/>
                    <a:pt x="6090" y="10964"/>
                  </a:cubicBezTo>
                  <a:lnTo>
                    <a:pt x="5470" y="10964"/>
                  </a:lnTo>
                  <a:lnTo>
                    <a:pt x="5470" y="9993"/>
                  </a:lnTo>
                  <a:lnTo>
                    <a:pt x="8335" y="9993"/>
                  </a:lnTo>
                  <a:lnTo>
                    <a:pt x="8335" y="10964"/>
                  </a:lnTo>
                  <a:lnTo>
                    <a:pt x="7737" y="10964"/>
                  </a:lnTo>
                  <a:cubicBezTo>
                    <a:pt x="7516" y="10964"/>
                    <a:pt x="7328" y="11152"/>
                    <a:pt x="7328" y="11373"/>
                  </a:cubicBezTo>
                  <a:lnTo>
                    <a:pt x="7328" y="13396"/>
                  </a:lnTo>
                  <a:cubicBezTo>
                    <a:pt x="7328" y="13618"/>
                    <a:pt x="7516" y="13791"/>
                    <a:pt x="7737" y="13791"/>
                  </a:cubicBezTo>
                  <a:lnTo>
                    <a:pt x="9760" y="13791"/>
                  </a:lnTo>
                  <a:cubicBezTo>
                    <a:pt x="9981" y="13791"/>
                    <a:pt x="10158" y="13618"/>
                    <a:pt x="10158" y="13396"/>
                  </a:cubicBezTo>
                  <a:lnTo>
                    <a:pt x="10158" y="11373"/>
                  </a:lnTo>
                  <a:cubicBezTo>
                    <a:pt x="10158" y="11152"/>
                    <a:pt x="9981" y="10964"/>
                    <a:pt x="9760" y="10964"/>
                  </a:cubicBezTo>
                  <a:lnTo>
                    <a:pt x="9140" y="10964"/>
                  </a:lnTo>
                  <a:lnTo>
                    <a:pt x="9140" y="9993"/>
                  </a:lnTo>
                  <a:lnTo>
                    <a:pt x="11993" y="9993"/>
                  </a:lnTo>
                  <a:lnTo>
                    <a:pt x="11993" y="10964"/>
                  </a:lnTo>
                  <a:lnTo>
                    <a:pt x="11373" y="10964"/>
                  </a:lnTo>
                  <a:cubicBezTo>
                    <a:pt x="11151" y="10964"/>
                    <a:pt x="10975" y="11152"/>
                    <a:pt x="10975" y="11373"/>
                  </a:cubicBezTo>
                  <a:lnTo>
                    <a:pt x="10975" y="13396"/>
                  </a:lnTo>
                  <a:cubicBezTo>
                    <a:pt x="10975" y="13618"/>
                    <a:pt x="11151" y="13791"/>
                    <a:pt x="11373" y="13791"/>
                  </a:cubicBezTo>
                  <a:lnTo>
                    <a:pt x="13396" y="13791"/>
                  </a:lnTo>
                  <a:cubicBezTo>
                    <a:pt x="13617" y="13791"/>
                    <a:pt x="13805" y="13618"/>
                    <a:pt x="13805" y="13396"/>
                  </a:cubicBezTo>
                  <a:lnTo>
                    <a:pt x="13805" y="11373"/>
                  </a:lnTo>
                  <a:cubicBezTo>
                    <a:pt x="13805" y="11152"/>
                    <a:pt x="13617" y="10964"/>
                    <a:pt x="13396" y="10964"/>
                  </a:cubicBezTo>
                  <a:lnTo>
                    <a:pt x="12798" y="10964"/>
                  </a:lnTo>
                  <a:lnTo>
                    <a:pt x="12798" y="9598"/>
                  </a:lnTo>
                  <a:cubicBezTo>
                    <a:pt x="12798" y="9373"/>
                    <a:pt x="12624" y="9188"/>
                    <a:pt x="12402" y="9188"/>
                  </a:cubicBezTo>
                  <a:lnTo>
                    <a:pt x="7305" y="9188"/>
                  </a:lnTo>
                  <a:lnTo>
                    <a:pt x="7305" y="8358"/>
                  </a:lnTo>
                  <a:lnTo>
                    <a:pt x="7549" y="8358"/>
                  </a:lnTo>
                  <a:cubicBezTo>
                    <a:pt x="8065" y="8358"/>
                    <a:pt x="8486" y="7926"/>
                    <a:pt x="8486" y="7409"/>
                  </a:cubicBezTo>
                  <a:lnTo>
                    <a:pt x="8486" y="6254"/>
                  </a:lnTo>
                  <a:cubicBezTo>
                    <a:pt x="8486" y="5973"/>
                    <a:pt x="8638" y="5693"/>
                    <a:pt x="8882" y="5482"/>
                  </a:cubicBezTo>
                  <a:cubicBezTo>
                    <a:pt x="9597" y="4899"/>
                    <a:pt x="10018" y="4021"/>
                    <a:pt x="10018" y="3098"/>
                  </a:cubicBezTo>
                  <a:cubicBezTo>
                    <a:pt x="10018" y="1392"/>
                    <a:pt x="8615" y="1"/>
                    <a:pt x="68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30" name="Google Shape;1030;p41"/>
            <p:cNvSpPr/>
            <p:nvPr/>
          </p:nvSpPr>
          <p:spPr>
            <a:xfrm>
              <a:off x="5782663" y="2748350"/>
              <a:ext cx="40350" cy="20200"/>
            </a:xfrm>
            <a:custGeom>
              <a:rect l="l" t="t" r="r" b="b"/>
              <a:pathLst>
                <a:path w="1613" h="806" extrusionOk="0">
                  <a:moveTo>
                    <a:pt x="398" y="0"/>
                  </a:moveTo>
                  <a:cubicBezTo>
                    <a:pt x="177" y="0"/>
                    <a:pt x="0" y="188"/>
                    <a:pt x="0" y="410"/>
                  </a:cubicBezTo>
                  <a:cubicBezTo>
                    <a:pt x="0" y="631"/>
                    <a:pt x="177" y="808"/>
                    <a:pt x="398" y="808"/>
                  </a:cubicBezTo>
                  <a:lnTo>
                    <a:pt x="1204" y="808"/>
                  </a:lnTo>
                  <a:cubicBezTo>
                    <a:pt x="1439" y="808"/>
                    <a:pt x="1613" y="631"/>
                    <a:pt x="1613" y="410"/>
                  </a:cubicBezTo>
                  <a:cubicBezTo>
                    <a:pt x="1613" y="188"/>
                    <a:pt x="1439" y="0"/>
                    <a:pt x="12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31" name="Google Shape;1031;p41"/>
            <p:cNvSpPr/>
            <p:nvPr/>
          </p:nvSpPr>
          <p:spPr>
            <a:xfrm>
              <a:off x="5774438" y="2694450"/>
              <a:ext cx="40700" cy="30375"/>
            </a:xfrm>
            <a:custGeom>
              <a:rect l="l" t="t" r="r" b="b"/>
              <a:pathLst>
                <a:path w="1628" h="1215" extrusionOk="0">
                  <a:moveTo>
                    <a:pt x="1158" y="1"/>
                  </a:moveTo>
                  <a:cubicBezTo>
                    <a:pt x="1091" y="1"/>
                    <a:pt x="1022" y="18"/>
                    <a:pt x="960" y="52"/>
                  </a:cubicBezTo>
                  <a:lnTo>
                    <a:pt x="259" y="462"/>
                  </a:lnTo>
                  <a:cubicBezTo>
                    <a:pt x="60" y="565"/>
                    <a:pt x="1" y="824"/>
                    <a:pt x="107" y="1011"/>
                  </a:cubicBezTo>
                  <a:cubicBezTo>
                    <a:pt x="186" y="1145"/>
                    <a:pt x="322" y="1214"/>
                    <a:pt x="459" y="1214"/>
                  </a:cubicBezTo>
                  <a:cubicBezTo>
                    <a:pt x="527" y="1214"/>
                    <a:pt x="595" y="1197"/>
                    <a:pt x="657" y="1163"/>
                  </a:cubicBezTo>
                  <a:lnTo>
                    <a:pt x="1359" y="753"/>
                  </a:lnTo>
                  <a:cubicBezTo>
                    <a:pt x="1558" y="650"/>
                    <a:pt x="1628" y="403"/>
                    <a:pt x="1510" y="204"/>
                  </a:cubicBezTo>
                  <a:cubicBezTo>
                    <a:pt x="1431" y="70"/>
                    <a:pt x="1296" y="1"/>
                    <a:pt x="1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32" name="Google Shape;1032;p41"/>
            <p:cNvSpPr/>
            <p:nvPr/>
          </p:nvSpPr>
          <p:spPr>
            <a:xfrm>
              <a:off x="5774438" y="2792200"/>
              <a:ext cx="40700" cy="30350"/>
            </a:xfrm>
            <a:custGeom>
              <a:rect l="l" t="t" r="r" b="b"/>
              <a:pathLst>
                <a:path w="1628" h="1214" extrusionOk="0">
                  <a:moveTo>
                    <a:pt x="457" y="0"/>
                  </a:moveTo>
                  <a:cubicBezTo>
                    <a:pt x="320" y="0"/>
                    <a:pt x="186" y="73"/>
                    <a:pt x="107" y="199"/>
                  </a:cubicBezTo>
                  <a:cubicBezTo>
                    <a:pt x="1" y="398"/>
                    <a:pt x="60" y="642"/>
                    <a:pt x="259" y="760"/>
                  </a:cubicBezTo>
                  <a:lnTo>
                    <a:pt x="960" y="1158"/>
                  </a:lnTo>
                  <a:cubicBezTo>
                    <a:pt x="1023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10" y="1018"/>
                  </a:cubicBezTo>
                  <a:cubicBezTo>
                    <a:pt x="1628" y="819"/>
                    <a:pt x="1558" y="572"/>
                    <a:pt x="1359" y="457"/>
                  </a:cubicBezTo>
                  <a:lnTo>
                    <a:pt x="657" y="58"/>
                  </a:lnTo>
                  <a:cubicBezTo>
                    <a:pt x="594" y="19"/>
                    <a:pt x="525" y="0"/>
                    <a:pt x="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33" name="Google Shape;1033;p41"/>
            <p:cNvSpPr/>
            <p:nvPr/>
          </p:nvSpPr>
          <p:spPr>
            <a:xfrm>
              <a:off x="5546513" y="2748350"/>
              <a:ext cx="40700" cy="20200"/>
            </a:xfrm>
            <a:custGeom>
              <a:rect l="l" t="t" r="r" b="b"/>
              <a:pathLst>
                <a:path w="1628" h="806" extrusionOk="0">
                  <a:moveTo>
                    <a:pt x="410" y="0"/>
                  </a:moveTo>
                  <a:cubicBezTo>
                    <a:pt x="188" y="0"/>
                    <a:pt x="1" y="188"/>
                    <a:pt x="1" y="410"/>
                  </a:cubicBezTo>
                  <a:cubicBezTo>
                    <a:pt x="1" y="631"/>
                    <a:pt x="188" y="808"/>
                    <a:pt x="410" y="808"/>
                  </a:cubicBezTo>
                  <a:lnTo>
                    <a:pt x="1218" y="808"/>
                  </a:lnTo>
                  <a:cubicBezTo>
                    <a:pt x="1440" y="808"/>
                    <a:pt x="1628" y="631"/>
                    <a:pt x="1628" y="410"/>
                  </a:cubicBezTo>
                  <a:cubicBezTo>
                    <a:pt x="1628" y="188"/>
                    <a:pt x="1440" y="0"/>
                    <a:pt x="1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34" name="Google Shape;1034;p41"/>
            <p:cNvSpPr/>
            <p:nvPr/>
          </p:nvSpPr>
          <p:spPr>
            <a:xfrm>
              <a:off x="5554713" y="2694450"/>
              <a:ext cx="40650" cy="30375"/>
            </a:xfrm>
            <a:custGeom>
              <a:rect l="l" t="t" r="r" b="b"/>
              <a:pathLst>
                <a:path w="1626" h="1215" extrusionOk="0">
                  <a:moveTo>
                    <a:pt x="462" y="1"/>
                  </a:moveTo>
                  <a:cubicBezTo>
                    <a:pt x="321" y="1"/>
                    <a:pt x="184" y="70"/>
                    <a:pt x="107" y="204"/>
                  </a:cubicBezTo>
                  <a:cubicBezTo>
                    <a:pt x="1" y="403"/>
                    <a:pt x="60" y="650"/>
                    <a:pt x="259" y="753"/>
                  </a:cubicBezTo>
                  <a:lnTo>
                    <a:pt x="960" y="1163"/>
                  </a:lnTo>
                  <a:cubicBezTo>
                    <a:pt x="1021" y="1197"/>
                    <a:pt x="1090" y="1214"/>
                    <a:pt x="1159" y="1214"/>
                  </a:cubicBezTo>
                  <a:cubicBezTo>
                    <a:pt x="1299" y="1214"/>
                    <a:pt x="1439" y="1145"/>
                    <a:pt x="1510" y="1011"/>
                  </a:cubicBezTo>
                  <a:cubicBezTo>
                    <a:pt x="1625" y="824"/>
                    <a:pt x="1555" y="565"/>
                    <a:pt x="1356" y="462"/>
                  </a:cubicBezTo>
                  <a:lnTo>
                    <a:pt x="668" y="52"/>
                  </a:lnTo>
                  <a:cubicBezTo>
                    <a:pt x="603" y="18"/>
                    <a:pt x="532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35" name="Google Shape;1035;p41"/>
            <p:cNvSpPr/>
            <p:nvPr/>
          </p:nvSpPr>
          <p:spPr>
            <a:xfrm>
              <a:off x="5554713" y="2792200"/>
              <a:ext cx="40650" cy="30350"/>
            </a:xfrm>
            <a:custGeom>
              <a:rect l="l" t="t" r="r" b="b"/>
              <a:pathLst>
                <a:path w="1626" h="1214" extrusionOk="0">
                  <a:moveTo>
                    <a:pt x="1162" y="0"/>
                  </a:moveTo>
                  <a:cubicBezTo>
                    <a:pt x="1092" y="0"/>
                    <a:pt x="1022" y="19"/>
                    <a:pt x="960" y="58"/>
                  </a:cubicBezTo>
                  <a:lnTo>
                    <a:pt x="259" y="457"/>
                  </a:lnTo>
                  <a:cubicBezTo>
                    <a:pt x="60" y="572"/>
                    <a:pt x="1" y="819"/>
                    <a:pt x="107" y="1018"/>
                  </a:cubicBezTo>
                  <a:cubicBezTo>
                    <a:pt x="184" y="1141"/>
                    <a:pt x="320" y="1214"/>
                    <a:pt x="461" y="1214"/>
                  </a:cubicBezTo>
                  <a:cubicBezTo>
                    <a:pt x="531" y="1214"/>
                    <a:pt x="602" y="1196"/>
                    <a:pt x="668" y="1158"/>
                  </a:cubicBezTo>
                  <a:lnTo>
                    <a:pt x="1356" y="760"/>
                  </a:lnTo>
                  <a:cubicBezTo>
                    <a:pt x="1555" y="642"/>
                    <a:pt x="1625" y="398"/>
                    <a:pt x="1510" y="199"/>
                  </a:cubicBezTo>
                  <a:cubicBezTo>
                    <a:pt x="1439" y="73"/>
                    <a:pt x="1301" y="0"/>
                    <a:pt x="11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48824B0-C555-4B7B-6FF8-CC7781D91A73}"/>
              </a:ext>
            </a:extLst>
          </p:cNvPr>
          <p:cNvSpPr txBox="1"/>
          <p:nvPr/>
        </p:nvSpPr>
        <p:spPr>
          <a:xfrm>
            <a:off x="730770" y="510763"/>
            <a:ext cx="424588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b="1">
                <a:solidFill>
                  <a:schemeClr val="tx1"/>
                </a:solidFill>
              </a:rPr>
              <a:t>ХАРКТЕРИСТИКИ ОБЪКТА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13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9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2026-08-03T14:31:50.645</cp:lastPrinted>
  <dcterms:created xsi:type="dcterms:W3CDTF">2026-08-03T14:31:50Z</dcterms:created>
  <dcterms:modified xsi:type="dcterms:W3CDTF">2026-08-03T14:31:50Z</dcterms:modified>
</cp:coreProperties>
</file>