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55"/>
        <p:cNvGrpSpPr/>
        <p:nvPr/>
      </p:nvGrpSpPr>
      <p:grpSpPr>
        <a:xfrm>
          <a:off x="0" y="0"/>
          <a:ext cx="0" cy="0"/>
        </a:xfrm>
      </p:grpSpPr>
      <p:sp>
        <p:nvSpPr>
          <p:cNvPr id="956" name="Google Shape;956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7849BE3-33E7-4F8C-9D3D-D8322C8E32B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4343118-5662-4758-B8C5-9F41242321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E345AD8-9B9C-4153-AB71-2A17B6B999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D707459-5CD7-4BFC-95EE-B470A7029F1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805AC12-E7A9-4CEB-866E-04BC085095E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B7927E7-5676-4016-9467-487F634608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33AFC7E-F440-49E9-B528-CA9BE677EAA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11E769E-B7F4-4080-A2EB-EC1C619BA2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BAB5946-B4BE-48FF-9FDD-296EF76BA0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0C949EE-B44A-4CDE-B513-AF1F09509B0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255331E-AD21-4896-B989-71127FE760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8"/>
        <p:cNvGrpSpPr/>
        <p:nvPr/>
      </p:nvGrpSpPr>
      <p:grpSpPr>
        <a:xfrm>
          <a:off x="0" y="0"/>
          <a:ext cx="0" cy="0"/>
        </a:xfrm>
      </p:grpSpPr>
      <p:sp>
        <p:nvSpPr>
          <p:cNvPr id="959" name="Google Shape;959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[ХАРАКТЕРИСТИКИ</a:t>
            </a:r>
            <a:r>
              <a:rPr lang="en" b="1">
                <a:latin typeface="Arial"/>
                <a:cs typeface="Arial"/>
              </a:rPr>
              <a:t> ОБЪЕКТА]</a:t>
            </a:r>
            <a:endParaRPr lang="ru-RU" b="1">
              <a:latin typeface="Arial"/>
              <a:cs typeface="Arial"/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960" name="Google Shape;960;p41"/>
          <p:cNvSpPr txBox="1"/>
          <p:nvPr/>
        </p:nvSpPr>
        <p:spPr>
          <a:xfrm>
            <a:off x="83897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rgbClr val="FFFFFF"/>
                </a:solidFill>
                <a:sym typeface="Raleway Black"/>
              </a:rPr>
              <a:t>[СВОЙСТВО 1]</a:t>
            </a:r>
            <a:endParaRPr lang="en" sz="1600" b="1">
              <a:solidFill>
                <a:srgbClr val="FFFFFF"/>
              </a:solidFill>
            </a:endParaRPr>
          </a:p>
        </p:txBody>
      </p:sp>
      <p:sp>
        <p:nvSpPr>
          <p:cNvPr id="961" name="Google Shape;961;p41"/>
          <p:cNvSpPr txBox="1"/>
          <p:nvPr/>
        </p:nvSpPr>
        <p:spPr>
          <a:xfrm>
            <a:off x="83897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2]</a:t>
            </a:r>
            <a:endParaRPr lang="en" sz="1600" b="1">
              <a:solidFill>
                <a:schemeClr val="dk1"/>
              </a:solidFill>
            </a:endParaRPr>
          </a:p>
        </p:txBody>
      </p:sp>
      <p:sp>
        <p:nvSpPr>
          <p:cNvPr id="962" name="Google Shape;962;p41"/>
          <p:cNvSpPr txBox="1"/>
          <p:nvPr/>
        </p:nvSpPr>
        <p:spPr>
          <a:xfrm>
            <a:off x="83897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3]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3" name="Google Shape;963;p41"/>
          <p:cNvSpPr txBox="1"/>
          <p:nvPr/>
        </p:nvSpPr>
        <p:spPr>
          <a:xfrm>
            <a:off x="664122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4]</a:t>
            </a:r>
            <a:endParaRPr lang="en" sz="1600" b="1">
              <a:solidFill>
                <a:schemeClr val="dk1"/>
              </a:solidFill>
            </a:endParaRPr>
          </a:p>
        </p:txBody>
      </p:sp>
      <p:sp>
        <p:nvSpPr>
          <p:cNvPr id="964" name="Google Shape;964;p41"/>
          <p:cNvSpPr txBox="1"/>
          <p:nvPr/>
        </p:nvSpPr>
        <p:spPr>
          <a:xfrm>
            <a:off x="664122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5]</a:t>
            </a:r>
            <a:endParaRPr lang="ru-RU" b="1">
              <a:solidFill>
                <a:schemeClr val="dk1"/>
              </a:solidFill>
              <a:sym typeface="Raleway Black"/>
            </a:endParaRPr>
          </a:p>
        </p:txBody>
      </p:sp>
      <p:sp>
        <p:nvSpPr>
          <p:cNvPr id="965" name="Google Shape;965;p41"/>
          <p:cNvSpPr txBox="1"/>
          <p:nvPr/>
        </p:nvSpPr>
        <p:spPr>
          <a:xfrm>
            <a:off x="664122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6]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6" name="Google Shape;966;p41"/>
          <p:cNvSpPr txBox="1"/>
          <p:nvPr/>
        </p:nvSpPr>
        <p:spPr>
          <a:xfrm>
            <a:off x="291124" y="1556126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rgbClr val="FFFFFF"/>
              </a:solidFill>
              <a:latin typeface="Hanken Grotesk"/>
            </a:endParaRPr>
          </a:p>
        </p:txBody>
      </p:sp>
      <p:sp>
        <p:nvSpPr>
          <p:cNvPr id="967" name="Google Shape;967;p41"/>
          <p:cNvSpPr txBox="1"/>
          <p:nvPr/>
        </p:nvSpPr>
        <p:spPr>
          <a:xfrm>
            <a:off x="291124" y="2621449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8" name="Google Shape;968;p41"/>
          <p:cNvSpPr txBox="1"/>
          <p:nvPr/>
        </p:nvSpPr>
        <p:spPr>
          <a:xfrm>
            <a:off x="291124" y="3686775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9" name="Google Shape;969;p41"/>
          <p:cNvSpPr txBox="1"/>
          <p:nvPr/>
        </p:nvSpPr>
        <p:spPr>
          <a:xfrm>
            <a:off x="6641225" y="1556126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>
                <a:latin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70" name="Google Shape;970;p41"/>
          <p:cNvSpPr txBox="1"/>
          <p:nvPr/>
        </p:nvSpPr>
        <p:spPr>
          <a:xfrm>
            <a:off x="6641225" y="2621450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</a:rPr>
              <a:t>[Краткое описание свойства или функции]</a:t>
            </a:r>
            <a:endParaRPr lang="ru-RU"/>
          </a:p>
          <a:p>
            <a:endParaRPr lang="ru-RU"/>
          </a:p>
          <a:p>
            <a:endParaRPr lang="ru-RU"/>
          </a:p>
        </p:txBody>
      </p:sp>
      <p:sp>
        <p:nvSpPr>
          <p:cNvPr id="971" name="Google Shape;971;p41"/>
          <p:cNvSpPr txBox="1"/>
          <p:nvPr/>
        </p:nvSpPr>
        <p:spPr>
          <a:xfrm>
            <a:off x="6641225" y="3686775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rgbClr val="FCFCFC"/>
                </a:solidFill>
                <a:sym typeface="Hanken Grotesk"/>
              </a:rPr>
              <a:t>[Краткое описание свойства или функции]</a:t>
            </a:r>
            <a:endParaRPr lang="ru-RU" sz="1200">
              <a:sym typeface="Hanken Grotesk"/>
            </a:endParaRPr>
          </a:p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972" name="Google Shape;972;p41"/>
          <p:cNvSpPr/>
          <p:nvPr/>
        </p:nvSpPr>
        <p:spPr>
          <a:xfrm>
            <a:off x="3889991" y="1149143"/>
            <a:ext cx="1407579" cy="2685758"/>
          </a:xfrm>
          <a:custGeom>
            <a:rect l="l" t="t" r="r" b="b"/>
            <a:pathLst>
              <a:path w="84552" h="161331" extrusionOk="0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rgbClr val="9090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7" name="Google Shape;977;p41"/>
          <p:cNvSpPr/>
          <p:nvPr/>
        </p:nvSpPr>
        <p:spPr>
          <a:xfrm>
            <a:off x="257897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8" name="Google Shape;978;p41"/>
          <p:cNvSpPr/>
          <p:nvPr/>
        </p:nvSpPr>
        <p:spPr>
          <a:xfrm>
            <a:off x="257897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9" name="Google Shape;979;p41"/>
          <p:cNvSpPr/>
          <p:nvPr/>
        </p:nvSpPr>
        <p:spPr>
          <a:xfrm>
            <a:off x="257897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0" name="Google Shape;980;p41"/>
          <p:cNvSpPr/>
          <p:nvPr/>
        </p:nvSpPr>
        <p:spPr>
          <a:xfrm>
            <a:off x="601632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1" name="Google Shape;981;p41"/>
          <p:cNvSpPr/>
          <p:nvPr/>
        </p:nvSpPr>
        <p:spPr>
          <a:xfrm>
            <a:off x="601632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2" name="Google Shape;982;p41"/>
          <p:cNvSpPr/>
          <p:nvPr/>
        </p:nvSpPr>
        <p:spPr>
          <a:xfrm>
            <a:off x="601632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cxnSp>
        <p:nvCxnSpPr>
          <p:cNvPr id="983" name="Google Shape;983;p41"/>
          <p:cNvCxnSpPr>
            <a:stCxn id="977" idx="3"/>
          </p:cNvCxnSpPr>
          <p:nvPr/>
        </p:nvCxnSpPr>
        <p:spPr>
          <a:xfrm>
            <a:off x="3127675" y="1548675"/>
            <a:ext cx="1052700" cy="482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4" name="Google Shape;984;p41"/>
          <p:cNvCxnSpPr>
            <a:stCxn id="978" idx="3"/>
          </p:cNvCxnSpPr>
          <p:nvPr/>
        </p:nvCxnSpPr>
        <p:spPr>
          <a:xfrm rot="10800000" flipH="1">
            <a:off x="3127675" y="2191200"/>
            <a:ext cx="1754700" cy="377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5" name="Google Shape;985;p41"/>
          <p:cNvCxnSpPr>
            <a:stCxn id="979" idx="3"/>
          </p:cNvCxnSpPr>
          <p:nvPr/>
        </p:nvCxnSpPr>
        <p:spPr>
          <a:xfrm rot="10800000" flipH="1">
            <a:off x="3127675" y="3125150"/>
            <a:ext cx="1072500" cy="554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6" name="Google Shape;986;p41"/>
          <p:cNvCxnSpPr>
            <a:stCxn id="980" idx="1"/>
          </p:cNvCxnSpPr>
          <p:nvPr/>
        </p:nvCxnSpPr>
        <p:spPr>
          <a:xfrm flipH="1">
            <a:off x="4718525" y="1548675"/>
            <a:ext cx="1297800" cy="1677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7" name="Google Shape;987;p41"/>
          <p:cNvCxnSpPr>
            <a:stCxn id="981" idx="1"/>
          </p:cNvCxnSpPr>
          <p:nvPr/>
        </p:nvCxnSpPr>
        <p:spPr>
          <a:xfrm flipH="1">
            <a:off x="5033225" y="2568300"/>
            <a:ext cx="983100" cy="298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8" name="Google Shape;988;p41"/>
          <p:cNvCxnSpPr>
            <a:stCxn id="982" idx="1"/>
          </p:cNvCxnSpPr>
          <p:nvPr/>
        </p:nvCxnSpPr>
        <p:spPr>
          <a:xfrm rot="10800000">
            <a:off x="5164625" y="3249950"/>
            <a:ext cx="851700" cy="429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989" name="Google Shape;989;p41"/>
          <p:cNvGrpSpPr/>
          <p:nvPr/>
        </p:nvGrpSpPr>
        <p:grpSpPr>
          <a:xfrm>
            <a:off x="2681488" y="3506675"/>
            <a:ext cx="343675" cy="345150"/>
            <a:chOff x="6289363" y="3797375"/>
            <a:chExt cx="343675" cy="345150"/>
          </a:xfrm>
        </p:grpSpPr>
        <p:sp>
          <p:nvSpPr>
            <p:cNvPr id="990" name="Google Shape;990;p41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1" name="Google Shape;991;p41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2" name="Google Shape;992;p41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3" name="Google Shape;993;p41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94" name="Google Shape;994;p41"/>
          <p:cNvGrpSpPr/>
          <p:nvPr/>
        </p:nvGrpSpPr>
        <p:grpSpPr>
          <a:xfrm>
            <a:off x="2680188" y="2395725"/>
            <a:ext cx="346275" cy="345150"/>
            <a:chOff x="5521113" y="3797375"/>
            <a:chExt cx="346275" cy="345150"/>
          </a:xfrm>
        </p:grpSpPr>
        <p:sp>
          <p:nvSpPr>
            <p:cNvPr id="995" name="Google Shape;995;p41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6" name="Google Shape;996;p41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7" name="Google Shape;997;p41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8" name="Google Shape;998;p41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9" name="Google Shape;999;p41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0" name="Google Shape;1000;p41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1" name="Google Shape;1001;p41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02" name="Google Shape;1002;p41"/>
          <p:cNvGrpSpPr/>
          <p:nvPr/>
        </p:nvGrpSpPr>
        <p:grpSpPr>
          <a:xfrm>
            <a:off x="6118138" y="3506675"/>
            <a:ext cx="345075" cy="345150"/>
            <a:chOff x="6269238" y="3243975"/>
            <a:chExt cx="345075" cy="345150"/>
          </a:xfrm>
        </p:grpSpPr>
        <p:sp>
          <p:nvSpPr>
            <p:cNvPr id="1003" name="Google Shape;1003;p41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4" name="Google Shape;1004;p41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5" name="Google Shape;1005;p41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6" name="Google Shape;1006;p41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7" name="Google Shape;1007;p41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8" name="Google Shape;1008;p41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9" name="Google Shape;1009;p41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10" name="Google Shape;1010;p41"/>
          <p:cNvGrpSpPr/>
          <p:nvPr/>
        </p:nvGrpSpPr>
        <p:grpSpPr>
          <a:xfrm>
            <a:off x="6118100" y="2395725"/>
            <a:ext cx="345150" cy="345150"/>
            <a:chOff x="5512088" y="3243975"/>
            <a:chExt cx="345150" cy="345150"/>
          </a:xfrm>
        </p:grpSpPr>
        <p:sp>
          <p:nvSpPr>
            <p:cNvPr id="1011" name="Google Shape;1011;p41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2" name="Google Shape;1012;p41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3" name="Google Shape;1013;p41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4" name="Google Shape;1014;p41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5" name="Google Shape;1015;p41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6" name="Google Shape;1016;p41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7" name="Google Shape;1017;p41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8" name="Google Shape;1018;p41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9" name="Google Shape;1019;p41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0" name="Google Shape;1020;p41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1" name="Google Shape;1021;p41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2" name="Google Shape;1022;p41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3" name="Google Shape;1023;p41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4" name="Google Shape;1024;p41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5" name="Google Shape;1025;p41"/>
          <p:cNvGrpSpPr/>
          <p:nvPr/>
        </p:nvGrpSpPr>
        <p:grpSpPr>
          <a:xfrm>
            <a:off x="6124688" y="1376275"/>
            <a:ext cx="331975" cy="344800"/>
            <a:chOff x="6285563" y="2681150"/>
            <a:chExt cx="331975" cy="344800"/>
          </a:xfrm>
        </p:grpSpPr>
        <p:sp>
          <p:nvSpPr>
            <p:cNvPr id="1026" name="Google Shape;1026;p41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7" name="Google Shape;1027;p41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8" name="Google Shape;1028;p41"/>
          <p:cNvGrpSpPr/>
          <p:nvPr/>
        </p:nvGrpSpPr>
        <p:grpSpPr>
          <a:xfrm>
            <a:off x="2680750" y="1376275"/>
            <a:ext cx="345150" cy="344800"/>
            <a:chOff x="5512088" y="2681150"/>
            <a:chExt cx="345150" cy="344800"/>
          </a:xfrm>
        </p:grpSpPr>
        <p:sp>
          <p:nvSpPr>
            <p:cNvPr id="1029" name="Google Shape;1029;p41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0" name="Google Shape;1030;p41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1" name="Google Shape;1031;p41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2" name="Google Shape;1032;p41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3" name="Google Shape;1033;p41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4" name="Google Shape;1034;p41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5" name="Google Shape;1035;p41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14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[ХАРАКТЕРИСТИКИ ОБЪЕКТА]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2026-07-13T08:41:53.233</cp:lastPrinted>
  <dcterms:created xsi:type="dcterms:W3CDTF">2026-07-13T15:41:53Z</dcterms:created>
  <dcterms:modified xsi:type="dcterms:W3CDTF">2026-07-13T15:41:53Z</dcterms:modified>
</cp:coreProperties>
</file>