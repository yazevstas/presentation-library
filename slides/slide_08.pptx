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86"/>
        <p:cNvGrpSpPr/>
        <p:nvPr/>
      </p:nvGrpSpPr>
      <p:grpSpPr>
        <a:xfrm>
          <a:off x="0" y="0"/>
          <a:ext cx="0" cy="0"/>
        </a:xfrm>
      </p:grpSpPr>
      <p:sp>
        <p:nvSpPr>
          <p:cNvPr id="887" name="Google Shape;887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8" name="Google Shape;888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645D9C5-9DDE-483D-B36A-9B634AC90F1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4A18398-0792-4E6C-B648-BE42047A072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1E7177-172E-4D49-B17F-B2B949B6BF3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635B1D8-F6E3-4CF1-A0D4-A51972F5F06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14D46552-6282-413D-A2B4-4D01C758485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B0E909C0-0BDF-4CFD-97D3-9339C98C686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7C4335B1-7D16-4A9B-8F40-BAC0FB417F3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8F5F7BA-DFF0-4DEB-99A3-153CB0BD7E1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B31599F-B78C-4993-AB41-D71FB5E25C3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73A65DC-DD11-4841-AE0C-D56564E3F3E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0E12DD7-CE94-4C8C-AB16-107824A59E9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89"/>
        <p:cNvGrpSpPr/>
        <p:nvPr/>
      </p:nvGrpSpPr>
      <p:grpSpPr>
        <a:xfrm>
          <a:off x="0" y="0"/>
          <a:ext cx="0" cy="0"/>
        </a:xfrm>
      </p:grpSpPr>
      <p:sp>
        <p:nvSpPr>
          <p:cNvPr id="890" name="Google Shape;890;p38"/>
          <p:cNvSpPr txBox="1">
            <a:spLocks noGrp="1"/>
          </p:cNvSpPr>
          <p:nvPr>
            <p:ph type="title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4,498,300,000</a:t>
            </a:r>
            <a:endParaRPr/>
          </a:p>
        </p:txBody>
      </p:sp>
      <p:sp>
        <p:nvSpPr>
          <p:cNvPr id="891" name="Google Shape;891;p38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Количество пользователей, проанализированных в нашем маркетинговом исследовании</a:t>
            </a:r>
            <a:endParaRPr lang="ru-RU" err="1"/>
          </a:p>
        </p:txBody>
      </p:sp>
      <p:sp>
        <p:nvSpPr>
          <p:cNvPr id="892" name="Google Shape;892;p38"/>
          <p:cNvSpPr/>
          <p:nvPr/>
        </p:nvSpPr>
        <p:spPr>
          <a:xfrm rot="-5400000">
            <a:off x="1995762" y="2464178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93" name="Google Shape;893;p38"/>
          <p:cNvGrpSpPr/>
          <p:nvPr/>
        </p:nvGrpSpPr>
        <p:grpSpPr>
          <a:xfrm flipH="1">
            <a:off x="5252081" y="429752"/>
            <a:ext cx="4791669" cy="923822"/>
            <a:chOff x="-78438" y="3775205"/>
            <a:chExt cx="4791669" cy="923822"/>
          </a:xfrm>
        </p:grpSpPr>
        <p:cxnSp>
          <p:nvCxnSpPr>
            <p:cNvPr id="894" name="Google Shape;894;p3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5" name="Google Shape;895;p3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96" name="Google Shape;896;p3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97" name="Google Shape;897;p38"/>
          <p:cNvSpPr/>
          <p:nvPr/>
        </p:nvSpPr>
        <p:spPr>
          <a:xfrm>
            <a:off x="928558" y="-516457"/>
            <a:ext cx="43116" cy="474994"/>
          </a:xfrm>
          <a:custGeom>
            <a:rect l="l" t="t" r="r" b="b"/>
            <a:pathLst>
              <a:path w="754" h="8307" fill="none" extrusionOk="0">
                <a:moveTo>
                  <a:pt x="391" y="8307"/>
                </a:moveTo>
                <a:lnTo>
                  <a:pt x="391" y="8307"/>
                </a:lnTo>
                <a:cubicBezTo>
                  <a:pt x="181" y="8307"/>
                  <a:pt x="0" y="8155"/>
                  <a:pt x="0" y="7944"/>
                </a:cubicBezTo>
                <a:lnTo>
                  <a:pt x="0" y="363"/>
                </a:lnTo>
                <a:cubicBezTo>
                  <a:pt x="0" y="182"/>
                  <a:pt x="181" y="1"/>
                  <a:pt x="391" y="1"/>
                </a:cubicBezTo>
                <a:lnTo>
                  <a:pt x="391" y="1"/>
                </a:lnTo>
                <a:cubicBezTo>
                  <a:pt x="573" y="1"/>
                  <a:pt x="754" y="182"/>
                  <a:pt x="754" y="363"/>
                </a:cubicBezTo>
                <a:lnTo>
                  <a:pt x="754" y="7944"/>
                </a:lnTo>
                <a:cubicBezTo>
                  <a:pt x="754" y="8155"/>
                  <a:pt x="573" y="8307"/>
                  <a:pt x="391" y="8307"/>
                </a:cubicBezTo>
                <a:close/>
              </a:path>
            </a:pathLst>
          </a:custGeom>
          <a:noFill/>
          <a:ln w="9525" cap="flat" cmpd="sng">
            <a:solidFill>
              <a:schemeClr val="lt1"/>
            </a:solidFill>
            <a:prstDash val="solid"/>
            <a:miter lim="7247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98" name="Google Shape;898;p38"/>
          <p:cNvGrpSpPr/>
          <p:nvPr/>
        </p:nvGrpSpPr>
        <p:grpSpPr>
          <a:xfrm>
            <a:off x="-2522039" y="3127329"/>
            <a:ext cx="3859204" cy="615399"/>
            <a:chOff x="-6675" y="307100"/>
            <a:chExt cx="9140700" cy="4634025"/>
          </a:xfrm>
        </p:grpSpPr>
        <p:cxnSp>
          <p:nvCxnSpPr>
            <p:cNvPr id="899" name="Google Shape;899;p38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0" name="Google Shape;900;p38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1" name="Google Shape;901;p38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2" name="Google Shape;902;p38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3" name="Google Shape;903;p38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4" name="Google Shape;904;p38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5" name="Google Shape;905;p38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6" name="Google Shape;906;p38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7" name="Google Shape;907;p38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8" name="Google Shape;908;p38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09" name="Google Shape;909;p38"/>
          <p:cNvSpPr/>
          <p:nvPr/>
        </p:nvSpPr>
        <p:spPr>
          <a:xfrm rot="-5400000">
            <a:off x="-1516637" y="124704"/>
            <a:ext cx="6471825" cy="764225"/>
          </a:xfrm>
          <a:custGeom>
            <a:rect l="l" t="t" r="r" b="b"/>
            <a:pathLst>
              <a:path w="258873" h="30569" extrusionOk="0">
                <a:moveTo>
                  <a:pt x="0" y="0"/>
                </a:moveTo>
                <a:lnTo>
                  <a:pt x="76910" y="0"/>
                </a:lnTo>
                <a:lnTo>
                  <a:pt x="107480" y="30569"/>
                </a:lnTo>
                <a:lnTo>
                  <a:pt x="167406" y="30569"/>
                </a:lnTo>
                <a:lnTo>
                  <a:pt x="176418" y="14960"/>
                </a:lnTo>
                <a:lnTo>
                  <a:pt x="258873" y="14960"/>
                </a:lnTo>
                <a:lnTo>
                  <a:pt x="258873" y="1091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4,498,300,000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2026-07-08T12:42:55.744</cp:lastPrinted>
  <dcterms:created xsi:type="dcterms:W3CDTF">2026-07-08T19:42:55Z</dcterms:created>
  <dcterms:modified xsi:type="dcterms:W3CDTF">2026-07-08T19:42:56Z</dcterms:modified>
</cp:coreProperties>
</file>