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6"/>
        <p:cNvGrpSpPr/>
        <p:nvPr/>
      </p:nvGrpSpPr>
      <p:grpSpPr>
        <a:xfrm>
          <a:off x="0" y="0"/>
          <a: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68F9BFE-C176-485B-920B-20924459C23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196BC80-C6BB-42BD-A568-9F5C9C27E72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BD43D7D-2562-41CE-8ECC-C315B93847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39656F7-60BA-4C66-802A-682B780B25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2853E0D-CDE3-4AE9-818F-9BB8F491424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92AE159-B703-4675-8DD5-7657488FF27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72614238-F702-4BC9-BEC1-5B2108D3994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4A119F9-2F85-4B31-B1E6-47472E06C1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C88997A-538C-4164-AEAB-C1547D00AD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48710DB-F82F-4FAC-AA9D-BA1EB880C13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DDEE49-2264-409D-8850-BD05999668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9"/>
        <p:cNvGrpSpPr/>
        <p:nvPr/>
      </p:nvGrpSpPr>
      <p:grpSpPr>
        <a:xfrm>
          <a:off x="0" y="0"/>
          <a: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334181" y="2131427"/>
            <a:ext cx="4786738" cy="98627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solidFill>
                  <a:srgbClr val="00CADB"/>
                </a:solidFill>
                <a:latin typeface="Arial"/>
                <a:cs typeface="Arial"/>
              </a:rPr>
              <a:t>4,498,300,000</a:t>
            </a:r>
            <a:endParaRPr lang="en" b="1">
              <a:solidFill>
                <a:srgbClr val="00CADB"/>
              </a:solidFill>
              <a:latin typeface="Arial"/>
              <a:cs typeface="Arial"/>
            </a:endParaRPr>
          </a:p>
        </p:txBody>
      </p:sp>
      <p:sp>
        <p:nvSpPr>
          <p:cNvPr id="891" name="Google Shape;891;p38"/>
          <p:cNvSpPr txBox="1">
            <a:spLocks noGrp="1"/>
          </p:cNvSpPr>
          <p:nvPr>
            <p:ph type="subTitle" idx="1"/>
          </p:nvPr>
        </p:nvSpPr>
        <p:spPr>
          <a:xfrm>
            <a:off x="2342063" y="3125585"/>
            <a:ext cx="5295177" cy="5483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Количество пользователей, проанализированных в нашем маркетинговом исследовании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4,498,300,000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2026-08-03T14:31:48.785</cp:lastPrinted>
  <dcterms:created xsi:type="dcterms:W3CDTF">2026-08-03T14:31:48Z</dcterms:created>
  <dcterms:modified xsi:type="dcterms:W3CDTF">2026-08-03T14:31:48Z</dcterms:modified>
</cp:coreProperties>
</file>