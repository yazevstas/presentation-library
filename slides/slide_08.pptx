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6"/>
        <p:cNvGrpSpPr/>
        <p:nvPr/>
      </p:nvGrpSpPr>
      <p:grpSpPr>
        <a:xfrm>
          <a:off x="0" y="0"/>
          <a: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96F8108-37CD-48E1-A123-05C7468D221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D03A070-CAE5-418F-BD28-15D162656E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B12A2DB-1EC8-4E11-ADF3-3D1FFCE86DC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3EE2F34-B287-44CC-8DC3-9EF4BF4E53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8AC8AB3-F105-41E2-B299-DAFD40CDDA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3C9C245-6E3E-4932-89E3-1F5E96ED9B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D331643-32E8-4A9F-80EA-C012C246BB0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4484190-62F9-4C32-A109-53D636FC497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B61D10B-F51F-4450-AE9A-C2FAAD72FE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5F59971-F6C4-4AC7-B52A-6581ADE9F5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D270EF1-952C-42B1-9F96-874EBDAA24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9"/>
        <p:cNvGrpSpPr/>
        <p:nvPr/>
      </p:nvGrpSpPr>
      <p:grpSpPr>
        <a:xfrm>
          <a:off x="0" y="0"/>
          <a: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4,498,300,000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91" name="Google Shape;891;p38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Количество пользователей, проанализированных в нашем маркетинговом исследовании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4,498,300,000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2026-07-14T10:08:20.844</cp:lastPrinted>
  <dcterms:created xsi:type="dcterms:W3CDTF">2026-07-14T17:08:20Z</dcterms:created>
  <dcterms:modified xsi:type="dcterms:W3CDTF">2026-07-14T17:08:21Z</dcterms:modified>
</cp:coreProperties>
</file>