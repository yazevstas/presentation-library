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86"/>
        <p:cNvGrpSpPr/>
        <p:nvPr/>
      </p:nvGrpSpPr>
      <p:grpSpPr>
        <a:xfrm>
          <a:off x="0" y="0"/>
          <a:ext cx="0" cy="0"/>
        </a:xfrm>
      </p:grpSpPr>
      <p:sp>
        <p:nvSpPr>
          <p:cNvPr id="887" name="Google Shape;88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D5F0F95-3650-4164-86D1-3054CE1876E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49613E0-9DC9-4C52-82E2-5974EF3318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6FEBB29-277E-40E1-863C-764AC82CF86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49D59F3-67BB-4CC7-81E4-1F3E7D9677B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27E8D34-1C15-4576-BA75-B459DCC9CDE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6B772FBB-E022-45C6-9793-328B9D17A68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7C16E98-B2C4-46B4-BEE8-64877BB0BB4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3029F2A-D0B4-4DAE-B074-1039D49E844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263E8BA-C823-45A0-AAAE-D11F37BFC08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3CECAAF-254F-4819-B3F7-3084F60B675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7CD2C93-6913-4CA8-88D7-72CDE163DE0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p38"/>
          <p:cNvSpPr txBox="1">
            <a:spLocks noGrp="1"/>
          </p:cNvSpPr>
          <p:nvPr>
            <p:ph type="title"/>
          </p:nvPr>
        </p:nvSpPr>
        <p:spPr>
          <a:xfrm>
            <a:off x="2334181" y="2131427"/>
            <a:ext cx="4786738" cy="9862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solidFill>
                  <a:srgbClr val="00CADB"/>
                </a:solidFill>
                <a:latin typeface="Arial"/>
                <a:cs typeface="Arial"/>
              </a:rPr>
              <a:t>4,498,300,000</a:t>
            </a:r>
            <a:endParaRPr lang="en" b="1">
              <a:solidFill>
                <a:srgbClr val="00CADB"/>
              </a:solidFill>
              <a:latin typeface="Arial"/>
              <a:cs typeface="Arial"/>
            </a:endParaRPr>
          </a:p>
        </p:txBody>
      </p:sp>
      <p:sp>
        <p:nvSpPr>
          <p:cNvPr id="891" name="Google Shape;891;p38"/>
          <p:cNvSpPr txBox="1">
            <a:spLocks noGrp="1"/>
          </p:cNvSpPr>
          <p:nvPr>
            <p:ph type="subTitle" idx="1"/>
          </p:nvPr>
        </p:nvSpPr>
        <p:spPr>
          <a:xfrm>
            <a:off x="2329270" y="3125585"/>
            <a:ext cx="4796179" cy="548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">
                <a:latin typeface="Arial"/>
                <a:cs typeface="Arial"/>
              </a:rPr>
              <a:t>Количество пользователей, проанализированных в нашем маркетинговом исследовании</a:t>
            </a:r>
            <a:endParaRPr lang="ru-RU" err="1">
              <a:latin typeface="Arial"/>
              <a:cs typeface="Arial"/>
            </a:endParaRPr>
          </a:p>
        </p:txBody>
      </p:sp>
      <p:sp>
        <p:nvSpPr>
          <p:cNvPr id="892" name="Google Shape;892;p38"/>
          <p:cNvSpPr/>
          <p:nvPr/>
        </p:nvSpPr>
        <p:spPr>
          <a:xfrm rot="-5400000">
            <a:off x="1995762" y="2464178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893" name="Google Shape;893;p38"/>
          <p:cNvGrpSpPr/>
          <p:nvPr/>
        </p:nvGrpSpPr>
        <p:grpSpPr>
          <a:xfrm flipH="1">
            <a:off x="5252081" y="429752"/>
            <a:ext cx="4791669" cy="923822"/>
            <a:chOff x="-78438" y="3775205"/>
            <a:chExt cx="4791669" cy="923822"/>
          </a:xfrm>
        </p:grpSpPr>
        <p:cxnSp>
          <p:nvCxnSpPr>
            <p:cNvPr id="894" name="Google Shape;894;p3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5" name="Google Shape;895;p3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96" name="Google Shape;896;p3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97" name="Google Shape;897;p38"/>
          <p:cNvSpPr/>
          <p:nvPr/>
        </p:nvSpPr>
        <p:spPr>
          <a:xfrm>
            <a:off x="928558" y="-516457"/>
            <a:ext cx="43116" cy="474994"/>
          </a:xfrm>
          <a:custGeom>
            <a:rect l="l" t="t" r="r" b="b"/>
            <a:pathLst>
              <a:path w="754" h="8307" fill="none" extrusionOk="0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72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898" name="Google Shape;898;p38"/>
          <p:cNvGrpSpPr/>
          <p:nvPr/>
        </p:nvGrpSpPr>
        <p:grpSpPr>
          <a:xfrm>
            <a:off x="-2522039" y="3127329"/>
            <a:ext cx="3859204" cy="615399"/>
            <a:chOff x="-6675" y="307100"/>
            <a:chExt cx="9140700" cy="4634025"/>
          </a:xfrm>
        </p:grpSpPr>
        <p:cxnSp>
          <p:nvCxnSpPr>
            <p:cNvPr id="899" name="Google Shape;899;p38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0" name="Google Shape;900;p38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38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38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3" name="Google Shape;903;p38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4" name="Google Shape;904;p38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5" name="Google Shape;905;p38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6" name="Google Shape;906;p38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38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38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9" name="Google Shape;909;p38"/>
          <p:cNvSpPr/>
          <p:nvPr/>
        </p:nvSpPr>
        <p:spPr>
          <a:xfrm rot="-5400000">
            <a:off x="-1516637" y="124704"/>
            <a:ext cx="6471825" cy="764225"/>
          </a:xfrm>
          <a:custGeom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4,498,300,000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2026-08-03T15:09:00.457</cp:lastPrinted>
  <dcterms:created xsi:type="dcterms:W3CDTF">2026-08-03T15:09:00Z</dcterms:created>
  <dcterms:modified xsi:type="dcterms:W3CDTF">2026-08-03T15:09:00Z</dcterms:modified>
</cp:coreProperties>
</file>