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6"/>
        <p:cNvGrpSpPr/>
        <p:nvPr/>
      </p:nvGrpSpPr>
      <p:grpSpPr>
        <a:xfrm>
          <a:off x="0" y="0"/>
          <a: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7152292-FB1B-4388-AF80-C193F981E9A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A77948C-9B5B-4DDC-AE10-30371CEA775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60E8813-FF1A-4DB8-AA23-896CBBB7066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9C132C8-EEE9-403B-AA13-71BEA5B11A9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6EBA84C-5A56-46F6-AE84-20A2697A0A0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10BAAB29-7ACA-4E4F-8390-5AF67F3E78B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3A98A9A-7AC9-43B6-952C-0306C6046E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2DE7081-E454-4474-8DFE-F50223A1CE0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13202CD-C64A-47F1-8815-74AE70E6F8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C5450C3-88B2-44DE-A819-BCCF25E078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0D4AAB0-1E73-4F7A-BFC6-801D1E8C1C4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9"/>
        <p:cNvGrpSpPr/>
        <p:nvPr/>
      </p:nvGrpSpPr>
      <p:grpSpPr>
        <a:xfrm>
          <a:off x="0" y="0"/>
          <a: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4,498,300,000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91" name="Google Shape;891;p38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Количество пользователей, проанализированных в нашем маркетинговом исследовании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4,498,300,000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2026-07-13T08:41:47.718</cp:lastPrinted>
  <dcterms:created xsi:type="dcterms:W3CDTF">2026-07-13T15:41:47Z</dcterms:created>
  <dcterms:modified xsi:type="dcterms:W3CDTF">2026-07-13T15:41:48Z</dcterms:modified>
</cp:coreProperties>
</file>