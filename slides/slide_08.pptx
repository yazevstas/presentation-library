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6"/>
        <p:cNvGrpSpPr/>
        <p:nvPr/>
      </p:nvGrpSpPr>
      <p:grpSpPr>
        <a:xfrm>
          <a:off x="0" y="0"/>
          <a: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CCBD989-B6BF-4E0D-82AA-FF6CB2ADD61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9356A69-A88B-4D35-9D6D-D98E6373E6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B17DC71-06B1-421E-823F-9DDFAA8D161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2490446-E917-4202-9F06-C0C84A7154E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53CDE2D-0A60-442D-9303-99EF00F6A9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D8DF345-4C01-457D-9F11-681229673A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9C0F571-5FC3-45BD-89DF-41C765BE06E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585554A-BDE2-4111-B771-DD8FBC76D18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930B9CF-18F7-4393-B189-89A95552988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60270BB-1E9B-4E42-8F21-B0894959EC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984AFF0-E224-4A18-93FC-22C7133CF1D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9"/>
        <p:cNvGrpSpPr/>
        <p:nvPr/>
      </p:nvGrpSpPr>
      <p:grpSpPr>
        <a:xfrm>
          <a:off x="0" y="0"/>
          <a: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334181" y="2131427"/>
            <a:ext cx="4786738" cy="98627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solidFill>
                  <a:srgbClr val="00CADB"/>
                </a:solidFill>
                <a:latin typeface="Arial"/>
                <a:cs typeface="Arial"/>
              </a:rPr>
              <a:t>4,498,300,000</a:t>
            </a:r>
            <a:endParaRPr lang="ru-RU" b="1">
              <a:solidFill>
                <a:srgbClr val="00CADB"/>
              </a:solidFill>
              <a:latin typeface="Arial"/>
              <a:cs typeface="Arial"/>
            </a:endParaRPr>
          </a:p>
        </p:txBody>
      </p:sp>
      <p:sp>
        <p:nvSpPr>
          <p:cNvPr id="891" name="Google Shape;891;p38"/>
          <p:cNvSpPr txBox="1">
            <a:spLocks noGrp="1"/>
          </p:cNvSpPr>
          <p:nvPr>
            <p:ph type="subTitle" idx="1"/>
          </p:nvPr>
        </p:nvSpPr>
        <p:spPr>
          <a:xfrm>
            <a:off x="2342063" y="3125585"/>
            <a:ext cx="5295177" cy="5483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Количество пользователей, проанализированных в нашем маркетинговом исследовании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4,498,300,000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2026-08-02T20:29:36.994</cp:lastPrinted>
  <dcterms:created xsi:type="dcterms:W3CDTF">2026-08-02T20:29:36Z</dcterms:created>
  <dcterms:modified xsi:type="dcterms:W3CDTF">2026-08-02T20:29:37Z</dcterms:modified>
</cp:coreProperties>
</file>