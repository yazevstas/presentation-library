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878"/>
        <p:cNvGrpSpPr/>
        <p:nvPr/>
      </p:nvGrpSpPr>
      <p:grpSpPr>
        <a:xfrm>
          <a:off x="0" y="0"/>
          <a:ext cx="0" cy="0"/>
        </a:xfrm>
      </p:grpSpPr>
      <p:sp>
        <p:nvSpPr>
          <p:cNvPr id="7879" name="Google Shape;7879;g2574187ba63_7_6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0" name="Google Shape;7880;g2574187ba63_7_6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C3E6A47-B668-4DE5-BE9B-2EB7D46EC7F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DB2B593-1640-4FB6-BD63-8DE76B641BE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D88C545-6E37-466B-A2A5-621A5FE27B6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198FCD3-DFE4-4B9E-8082-5E6187A792E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3CF8AC8-8B69-42E2-A4E7-D7BE6379C18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5EEC25E-F776-4E93-9D90-226ABF2BE91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8FABBF2-7F50-4A42-9C4C-6FED1D0C300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7449A7A-98D3-4281-9F3B-909D819377B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06419C0-663E-477C-9AB6-55100EA5186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20D2D8-3E6A-4A0F-BAAA-3D9154B7264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963DF31-4FB4-4060-9742-4BA1F34B8E5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881"/>
        <p:cNvGrpSpPr/>
        <p:nvPr/>
      </p:nvGrpSpPr>
      <p:grpSpPr>
        <a:xfrm>
          <a:off x="0" y="0"/>
          <a:ext cx="0" cy="0"/>
        </a:xfrm>
      </p:grpSpPr>
      <p:grpSp>
        <p:nvGrpSpPr>
          <p:cNvPr id="7882" name="Google Shape;7882;p57"/>
          <p:cNvGrpSpPr/>
          <p:nvPr/>
        </p:nvGrpSpPr>
        <p:grpSpPr>
          <a:xfrm>
            <a:off x="2100560" y="3398663"/>
            <a:ext cx="1102891" cy="760337"/>
            <a:chOff x="4967783" y="2151471"/>
            <a:chExt cx="3920692" cy="2702940"/>
          </a:xfrm>
        </p:grpSpPr>
        <p:grpSp>
          <p:nvGrpSpPr>
            <p:cNvPr id="7883" name="Google Shape;7883;p57"/>
            <p:cNvGrpSpPr/>
            <p:nvPr/>
          </p:nvGrpSpPr>
          <p:grpSpPr>
            <a:xfrm>
              <a:off x="5045709" y="2252109"/>
              <a:ext cx="3761071" cy="2501708"/>
              <a:chOff x="2691784" y="1805334"/>
              <a:chExt cx="3761071" cy="2501708"/>
            </a:xfrm>
          </p:grpSpPr>
          <p:sp>
            <p:nvSpPr>
              <p:cNvPr id="7884" name="Google Shape;7884;p57"/>
              <p:cNvSpPr/>
              <p:nvPr/>
            </p:nvSpPr>
            <p:spPr>
              <a:xfrm>
                <a:off x="4306153" y="4266675"/>
                <a:ext cx="932050" cy="40353"/>
              </a:xfrm>
              <a:custGeom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85" name="Google Shape;7885;p57"/>
              <p:cNvSpPr/>
              <p:nvPr/>
            </p:nvSpPr>
            <p:spPr>
              <a:xfrm>
                <a:off x="2691784" y="3762285"/>
                <a:ext cx="1916675" cy="544757"/>
              </a:xfrm>
              <a:custGeom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86" name="Google Shape;7886;p57"/>
              <p:cNvSpPr/>
              <p:nvPr/>
            </p:nvSpPr>
            <p:spPr>
              <a:xfrm>
                <a:off x="2695021" y="3035999"/>
                <a:ext cx="754960" cy="529407"/>
              </a:xfrm>
              <a:custGeom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87" name="Google Shape;7887;p57"/>
              <p:cNvSpPr/>
              <p:nvPr/>
            </p:nvSpPr>
            <p:spPr>
              <a:xfrm>
                <a:off x="3661791" y="2531620"/>
                <a:ext cx="2791064" cy="544757"/>
              </a:xfrm>
              <a:custGeom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88" name="Google Shape;7888;p57"/>
              <p:cNvSpPr/>
              <p:nvPr/>
            </p:nvSpPr>
            <p:spPr>
              <a:xfrm>
                <a:off x="5153124" y="1805334"/>
                <a:ext cx="1294451" cy="512461"/>
              </a:xfrm>
              <a:custGeom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89" name="Google Shape;7889;p57"/>
              <p:cNvSpPr/>
              <p:nvPr/>
            </p:nvSpPr>
            <p:spPr>
              <a:xfrm>
                <a:off x="2785807" y="1805334"/>
                <a:ext cx="2143839" cy="40367"/>
              </a:xfrm>
              <a:custGeom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90" name="Google Shape;7890;p57"/>
              <p:cNvSpPr/>
              <p:nvPr/>
            </p:nvSpPr>
            <p:spPr>
              <a:xfrm>
                <a:off x="5447728" y="4266675"/>
                <a:ext cx="932050" cy="40353"/>
              </a:xfrm>
              <a:custGeom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1" name="Google Shape;7891;p57"/>
            <p:cNvGrpSpPr/>
            <p:nvPr/>
          </p:nvGrpSpPr>
          <p:grpSpPr>
            <a:xfrm>
              <a:off x="4967783" y="2151471"/>
              <a:ext cx="3920692" cy="2702940"/>
              <a:chOff x="2613858" y="1704696"/>
              <a:chExt cx="3920692" cy="2702940"/>
            </a:xfrm>
          </p:grpSpPr>
          <p:sp>
            <p:nvSpPr>
              <p:cNvPr id="7892" name="Google Shape;7892;p57"/>
              <p:cNvSpPr/>
              <p:nvPr/>
            </p:nvSpPr>
            <p:spPr>
              <a:xfrm rot="5400000">
                <a:off x="4924676" y="1720789"/>
                <a:ext cx="241614" cy="209428"/>
              </a:xfrm>
              <a:custGeom>
                <a:rect l="l" t="t" r="r" b="b"/>
                <a:pathLst>
                  <a:path w="31948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93" name="Google Shape;7893;p57"/>
              <p:cNvSpPr/>
              <p:nvPr/>
            </p:nvSpPr>
            <p:spPr>
              <a:xfrm rot="5400000">
                <a:off x="6309028" y="2311963"/>
                <a:ext cx="241614" cy="209428"/>
              </a:xfrm>
              <a:custGeom>
                <a:rect l="l" t="t" r="r" b="b"/>
                <a:pathLst>
                  <a:path w="31948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94" name="Google Shape;7894;p57"/>
              <p:cNvSpPr/>
              <p:nvPr/>
            </p:nvSpPr>
            <p:spPr>
              <a:xfrm rot="5400000">
                <a:off x="5222154" y="4182115"/>
                <a:ext cx="241614" cy="209428"/>
              </a:xfrm>
              <a:custGeom>
                <a:rect l="l" t="t" r="r" b="b"/>
                <a:pathLst>
                  <a:path w="31948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95" name="Google Shape;7895;p57"/>
              <p:cNvSpPr/>
              <p:nvPr/>
            </p:nvSpPr>
            <p:spPr>
              <a:xfrm rot="5400000">
                <a:off x="2597765" y="3554395"/>
                <a:ext cx="241614" cy="209428"/>
              </a:xfrm>
              <a:custGeom>
                <a:rect l="l" t="t" r="r" b="b"/>
                <a:pathLst>
                  <a:path w="31948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896" name="Google Shape;7896;p57"/>
              <p:cNvSpPr/>
              <p:nvPr/>
            </p:nvSpPr>
            <p:spPr>
              <a:xfrm rot="5400000">
                <a:off x="3433899" y="2945028"/>
                <a:ext cx="241614" cy="209428"/>
              </a:xfrm>
              <a:custGeom>
                <a:rect l="l" t="t" r="r" b="b"/>
                <a:pathLst>
                  <a:path w="31948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97" name="Google Shape;7897;p57"/>
          <p:cNvGrpSpPr/>
          <p:nvPr/>
        </p:nvGrpSpPr>
        <p:grpSpPr>
          <a:xfrm>
            <a:off x="3504468" y="1286940"/>
            <a:ext cx="1561911" cy="708580"/>
            <a:chOff x="3530532" y="1496185"/>
            <a:chExt cx="1561911" cy="708580"/>
          </a:xfrm>
        </p:grpSpPr>
        <p:grpSp>
          <p:nvGrpSpPr>
            <p:cNvPr id="7898" name="Google Shape;7898;p57"/>
            <p:cNvGrpSpPr/>
            <p:nvPr/>
          </p:nvGrpSpPr>
          <p:grpSpPr>
            <a:xfrm>
              <a:off x="3720318" y="1857562"/>
              <a:ext cx="1372125" cy="54"/>
              <a:chOff x="3720318" y="1857562"/>
              <a:chExt cx="1372125" cy="54"/>
            </a:xfrm>
          </p:grpSpPr>
          <p:cxnSp>
            <p:nvCxnSpPr>
              <p:cNvPr id="7899" name="Google Shape;7899;p57"/>
              <p:cNvCxnSpPr>
                <a:endCxn id="7900" idx="2"/>
              </p:cNvCxnSpPr>
              <p:nvPr/>
            </p:nvCxnSpPr>
            <p:spPr>
              <a:xfrm>
                <a:off x="4440243" y="1857616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01" name="Google Shape;7901;p57"/>
              <p:cNvCxnSpPr/>
              <p:nvPr/>
            </p:nvCxnSpPr>
            <p:spPr>
              <a:xfrm>
                <a:off x="4074943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02" name="Google Shape;7902;p57"/>
              <p:cNvCxnSpPr/>
              <p:nvPr/>
            </p:nvCxnSpPr>
            <p:spPr>
              <a:xfrm>
                <a:off x="3720318" y="1857562"/>
                <a:ext cx="173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03" name="Google Shape;7903;p57"/>
              <p:cNvCxnSpPr>
                <a:stCxn id="7900" idx="6"/>
              </p:cNvCxnSpPr>
              <p:nvPr/>
            </p:nvCxnSpPr>
            <p:spPr>
              <a:xfrm>
                <a:off x="4801443" y="1857616"/>
                <a:ext cx="29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7904" name="Google Shape;7904;p57"/>
            <p:cNvGrpSpPr/>
            <p:nvPr/>
          </p:nvGrpSpPr>
          <p:grpSpPr>
            <a:xfrm>
              <a:off x="3567462" y="1496185"/>
              <a:ext cx="286587" cy="272914"/>
              <a:chOff x="3567462" y="1496185"/>
              <a:chExt cx="286587" cy="272914"/>
            </a:xfrm>
          </p:grpSpPr>
          <p:cxnSp>
            <p:nvCxnSpPr>
              <p:cNvPr id="7905" name="Google Shape;7905;p57"/>
              <p:cNvCxnSpPr/>
              <p:nvPr/>
            </p:nvCxnSpPr>
            <p:spPr>
              <a:xfrm rot="10800000" flipH="1">
                <a:off x="3626625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06" name="Google Shape;7906;p57"/>
              <p:cNvSpPr/>
              <p:nvPr/>
            </p:nvSpPr>
            <p:spPr>
              <a:xfrm>
                <a:off x="3567462" y="1496185"/>
                <a:ext cx="286587" cy="99936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7907" name="Google Shape;7907;p57"/>
            <p:cNvSpPr/>
            <p:nvPr/>
          </p:nvSpPr>
          <p:spPr>
            <a:xfrm>
              <a:off x="3530532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08" name="Google Shape;7908;p57"/>
            <p:cNvSpPr/>
            <p:nvPr/>
          </p:nvSpPr>
          <p:spPr>
            <a:xfrm>
              <a:off x="3891569" y="1779209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7909" name="Google Shape;7909;p57"/>
            <p:cNvGrpSpPr/>
            <p:nvPr/>
          </p:nvGrpSpPr>
          <p:grpSpPr>
            <a:xfrm>
              <a:off x="3929014" y="1960574"/>
              <a:ext cx="286587" cy="242378"/>
              <a:chOff x="3929014" y="1960574"/>
              <a:chExt cx="286587" cy="242378"/>
            </a:xfrm>
          </p:grpSpPr>
          <p:cxnSp>
            <p:nvCxnSpPr>
              <p:cNvPr id="7910" name="Google Shape;7910;p57"/>
              <p:cNvCxnSpPr/>
              <p:nvPr/>
            </p:nvCxnSpPr>
            <p:spPr>
              <a:xfrm rot="10800000" flipH="1">
                <a:off x="3988400" y="1960574"/>
                <a:ext cx="0" cy="14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1" name="Google Shape;7911;p57"/>
              <p:cNvSpPr/>
              <p:nvPr/>
            </p:nvSpPr>
            <p:spPr>
              <a:xfrm>
                <a:off x="3929014" y="2103016"/>
                <a:ext cx="286587" cy="99936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912" name="Google Shape;7912;p57"/>
            <p:cNvGrpSpPr/>
            <p:nvPr/>
          </p:nvGrpSpPr>
          <p:grpSpPr>
            <a:xfrm>
              <a:off x="4290828" y="1496185"/>
              <a:ext cx="286587" cy="272914"/>
              <a:chOff x="4290828" y="1496185"/>
              <a:chExt cx="286587" cy="272914"/>
            </a:xfrm>
          </p:grpSpPr>
          <p:cxnSp>
            <p:nvCxnSpPr>
              <p:cNvPr id="7913" name="Google Shape;7913;p57"/>
              <p:cNvCxnSpPr/>
              <p:nvPr/>
            </p:nvCxnSpPr>
            <p:spPr>
              <a:xfrm rot="10800000" flipH="1">
                <a:off x="4350000" y="1596000"/>
                <a:ext cx="0" cy="17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4" name="Google Shape;7914;p57"/>
              <p:cNvSpPr/>
              <p:nvPr/>
            </p:nvSpPr>
            <p:spPr>
              <a:xfrm>
                <a:off x="4290828" y="1496185"/>
                <a:ext cx="286587" cy="99936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7915" name="Google Shape;7915;p57"/>
            <p:cNvSpPr/>
            <p:nvPr/>
          </p:nvSpPr>
          <p:spPr>
            <a:xfrm>
              <a:off x="4252606" y="1771972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00" name="Google Shape;7900;p57"/>
            <p:cNvSpPr/>
            <p:nvPr/>
          </p:nvSpPr>
          <p:spPr>
            <a:xfrm>
              <a:off x="4613643" y="1763716"/>
              <a:ext cx="187800" cy="187800"/>
            </a:xfrm>
            <a:prstGeom prst="ellipse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7916" name="Google Shape;7916;p57"/>
            <p:cNvGrpSpPr/>
            <p:nvPr/>
          </p:nvGrpSpPr>
          <p:grpSpPr>
            <a:xfrm>
              <a:off x="4657726" y="1959674"/>
              <a:ext cx="286500" cy="245092"/>
              <a:chOff x="4657726" y="1959674"/>
              <a:chExt cx="286500" cy="245092"/>
            </a:xfrm>
          </p:grpSpPr>
          <p:cxnSp>
            <p:nvCxnSpPr>
              <p:cNvPr id="7917" name="Google Shape;7917;p57"/>
              <p:cNvCxnSpPr/>
              <p:nvPr/>
            </p:nvCxnSpPr>
            <p:spPr>
              <a:xfrm rot="10800000" flipH="1">
                <a:off x="4707475" y="1959674"/>
                <a:ext cx="0" cy="145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8" name="Google Shape;7918;p57"/>
              <p:cNvSpPr/>
              <p:nvPr/>
            </p:nvSpPr>
            <p:spPr>
              <a:xfrm>
                <a:off x="4657726" y="2104866"/>
                <a:ext cx="286500" cy="99900"/>
              </a:xfrm>
              <a:prstGeom prst="rect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19" name="Google Shape;7919;p57"/>
          <p:cNvGrpSpPr/>
          <p:nvPr/>
        </p:nvGrpSpPr>
        <p:grpSpPr>
          <a:xfrm>
            <a:off x="3486488" y="2149036"/>
            <a:ext cx="1597045" cy="378522"/>
            <a:chOff x="3512551" y="2358282"/>
            <a:chExt cx="1597045" cy="378522"/>
          </a:xfrm>
        </p:grpSpPr>
        <p:grpSp>
          <p:nvGrpSpPr>
            <p:cNvPr id="7920" name="Google Shape;7920;p57"/>
            <p:cNvGrpSpPr/>
            <p:nvPr/>
          </p:nvGrpSpPr>
          <p:grpSpPr>
            <a:xfrm>
              <a:off x="3738198" y="2553002"/>
              <a:ext cx="1145834" cy="117"/>
              <a:chOff x="3738198" y="2553002"/>
              <a:chExt cx="1145834" cy="117"/>
            </a:xfrm>
          </p:grpSpPr>
          <p:cxnSp>
            <p:nvCxnSpPr>
              <p:cNvPr id="7921" name="Google Shape;7921;p57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22" name="Google Shape;7922;p57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23" name="Google Shape;7923;p57"/>
              <p:cNvCxnSpPr>
                <a:stCxn id="7924" idx="6"/>
                <a:endCxn id="7925" idx="2"/>
              </p:cNvCxnSpPr>
              <p:nvPr/>
            </p:nvCxnSpPr>
            <p:spPr>
              <a:xfrm>
                <a:off x="3738198" y="2553118"/>
                <a:ext cx="231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926" name="Google Shape;7926;p57"/>
            <p:cNvGrpSpPr/>
            <p:nvPr/>
          </p:nvGrpSpPr>
          <p:grpSpPr>
            <a:xfrm>
              <a:off x="3969644" y="2440153"/>
              <a:ext cx="225853" cy="296651"/>
              <a:chOff x="3969644" y="2440153"/>
              <a:chExt cx="225853" cy="296651"/>
            </a:xfrm>
          </p:grpSpPr>
          <p:cxnSp>
            <p:nvCxnSpPr>
              <p:cNvPr id="7927" name="Google Shape;7927;p57"/>
              <p:cNvCxnSpPr/>
              <p:nvPr/>
            </p:nvCxnSpPr>
            <p:spPr>
              <a:xfrm flipH="1">
                <a:off x="4082390" y="2637031"/>
                <a:ext cx="0" cy="99772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25" name="Google Shape;7925;p57"/>
              <p:cNvSpPr/>
              <p:nvPr/>
            </p:nvSpPr>
            <p:spPr>
              <a:xfrm>
                <a:off x="3969644" y="2440153"/>
                <a:ext cx="225853" cy="225853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28" name="Google Shape;7928;p57"/>
              <p:cNvSpPr/>
              <p:nvPr/>
            </p:nvSpPr>
            <p:spPr>
              <a:xfrm>
                <a:off x="3998471" y="2468982"/>
                <a:ext cx="168273" cy="168273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929" name="Google Shape;7929;p57"/>
            <p:cNvGrpSpPr/>
            <p:nvPr/>
          </p:nvGrpSpPr>
          <p:grpSpPr>
            <a:xfrm>
              <a:off x="4426818" y="2358282"/>
              <a:ext cx="225613" cy="307569"/>
              <a:chOff x="4426818" y="2358282"/>
              <a:chExt cx="225613" cy="307569"/>
            </a:xfrm>
          </p:grpSpPr>
          <p:cxnSp>
            <p:nvCxnSpPr>
              <p:cNvPr id="7930" name="Google Shape;7930;p57"/>
              <p:cNvCxnSpPr>
                <a:stCxn id="7931" idx="0"/>
              </p:cNvCxnSpPr>
              <p:nvPr/>
            </p:nvCxnSpPr>
            <p:spPr>
              <a:xfrm rot="10800000" flipH="1">
                <a:off x="4539662" y="2358282"/>
                <a:ext cx="0" cy="11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2" name="Google Shape;7932;p57"/>
              <p:cNvSpPr/>
              <p:nvPr/>
            </p:nvSpPr>
            <p:spPr>
              <a:xfrm>
                <a:off x="4426818" y="2440153"/>
                <a:ext cx="225613" cy="225698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31" name="Google Shape;7931;p57"/>
              <p:cNvSpPr/>
              <p:nvPr/>
            </p:nvSpPr>
            <p:spPr>
              <a:xfrm>
                <a:off x="4455644" y="2468982"/>
                <a:ext cx="168035" cy="168035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3" name="Google Shape;7933;p57"/>
            <p:cNvGrpSpPr/>
            <p:nvPr/>
          </p:nvGrpSpPr>
          <p:grpSpPr>
            <a:xfrm>
              <a:off x="4883984" y="2440153"/>
              <a:ext cx="225613" cy="296486"/>
              <a:chOff x="4883984" y="2440153"/>
              <a:chExt cx="225613" cy="296486"/>
            </a:xfrm>
          </p:grpSpPr>
          <p:cxnSp>
            <p:nvCxnSpPr>
              <p:cNvPr id="7934" name="Google Shape;7934;p57"/>
              <p:cNvCxnSpPr/>
              <p:nvPr/>
            </p:nvCxnSpPr>
            <p:spPr>
              <a:xfrm flipH="1">
                <a:off x="4996858" y="2637031"/>
                <a:ext cx="0" cy="99608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5" name="Google Shape;7935;p57"/>
              <p:cNvSpPr/>
              <p:nvPr/>
            </p:nvSpPr>
            <p:spPr>
              <a:xfrm>
                <a:off x="4883984" y="2440153"/>
                <a:ext cx="225613" cy="225698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36" name="Google Shape;7936;p57"/>
              <p:cNvSpPr/>
              <p:nvPr/>
            </p:nvSpPr>
            <p:spPr>
              <a:xfrm>
                <a:off x="4912810" y="2468982"/>
                <a:ext cx="168035" cy="168035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7" name="Google Shape;7937;p57"/>
            <p:cNvGrpSpPr/>
            <p:nvPr/>
          </p:nvGrpSpPr>
          <p:grpSpPr>
            <a:xfrm>
              <a:off x="3512551" y="2358356"/>
              <a:ext cx="225647" cy="307629"/>
              <a:chOff x="2182679" y="2005014"/>
              <a:chExt cx="792300" cy="1080158"/>
            </a:xfrm>
          </p:grpSpPr>
          <p:cxnSp>
            <p:nvCxnSpPr>
              <p:cNvPr id="7938" name="Google Shape;7938;p57"/>
              <p:cNvCxnSpPr>
                <a:stCxn id="7939" idx="0"/>
              </p:cNvCxnSpPr>
              <p:nvPr/>
            </p:nvCxnSpPr>
            <p:spPr>
              <a:xfrm rot="10800000" flipH="1">
                <a:off x="2578961" y="2005014"/>
                <a:ext cx="0" cy="388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24" name="Google Shape;7924;p57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39" name="Google Shape;7939;p57"/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40" name="Google Shape;7940;p57"/>
          <p:cNvGrpSpPr/>
          <p:nvPr/>
        </p:nvGrpSpPr>
        <p:grpSpPr>
          <a:xfrm>
            <a:off x="6846570" y="972834"/>
            <a:ext cx="1559809" cy="722610"/>
            <a:chOff x="634175" y="2986275"/>
            <a:chExt cx="3147949" cy="1458344"/>
          </a:xfrm>
        </p:grpSpPr>
        <p:cxnSp>
          <p:nvCxnSpPr>
            <p:cNvPr id="7941" name="Google Shape;7941;p57"/>
            <p:cNvCxnSpPr>
              <a:stCxn id="7942" idx="4"/>
              <a:endCxn id="7943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4" name="Google Shape;7944;p57"/>
            <p:cNvCxnSpPr>
              <a:stCxn id="7943" idx="0"/>
              <a:endCxn id="7945" idx="4"/>
            </p:cNvCxnSpPr>
            <p:nvPr/>
          </p:nvCxnSpPr>
          <p:spPr>
            <a:xfrm rot="10800000" flipH="1">
              <a:off x="1521366" y="3577919"/>
              <a:ext cx="686700" cy="27510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6" name="Google Shape;7946;p57"/>
            <p:cNvCxnSpPr>
              <a:stCxn id="7945" idx="4"/>
              <a:endCxn id="7947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8" name="Google Shape;7948;p57"/>
            <p:cNvCxnSpPr>
              <a:stCxn id="7947" idx="0"/>
              <a:endCxn id="7949" idx="4"/>
            </p:cNvCxnSpPr>
            <p:nvPr/>
          </p:nvCxnSpPr>
          <p:spPr>
            <a:xfrm rot="10800000" flipH="1">
              <a:off x="2894933" y="3577918"/>
              <a:ext cx="591300" cy="27510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49" name="Google Shape;7949;p57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5" name="Google Shape;7945;p57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2" name="Google Shape;7942;p57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7" name="Google Shape;7947;p57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3" name="Google Shape;7943;p57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50" name="Google Shape;7950;p57"/>
          <p:cNvGrpSpPr/>
          <p:nvPr/>
        </p:nvGrpSpPr>
        <p:grpSpPr>
          <a:xfrm>
            <a:off x="3500360" y="2682741"/>
            <a:ext cx="1570719" cy="294123"/>
            <a:chOff x="998425" y="1182125"/>
            <a:chExt cx="1065400" cy="199500"/>
          </a:xfrm>
        </p:grpSpPr>
        <p:sp>
          <p:nvSpPr>
            <p:cNvPr id="7951" name="Google Shape;7951;p57"/>
            <p:cNvSpPr/>
            <p:nvPr/>
          </p:nvSpPr>
          <p:spPr>
            <a:xfrm>
              <a:off x="998425" y="1182125"/>
              <a:ext cx="1065400" cy="199500"/>
            </a:xfrm>
            <a:custGeom>
              <a:rect l="l" t="t" r="r" b="b"/>
              <a:pathLst>
                <a:path w="42616" h="7979" extrusionOk="0">
                  <a:moveTo>
                    <a:pt x="4324" y="1"/>
                  </a:moveTo>
                  <a:cubicBezTo>
                    <a:pt x="3159" y="1"/>
                    <a:pt x="1997" y="512"/>
                    <a:pt x="1246" y="1424"/>
                  </a:cubicBezTo>
                  <a:cubicBezTo>
                    <a:pt x="180" y="2720"/>
                    <a:pt x="1" y="4577"/>
                    <a:pt x="867" y="6031"/>
                  </a:cubicBezTo>
                  <a:cubicBezTo>
                    <a:pt x="1600" y="7262"/>
                    <a:pt x="2935" y="7980"/>
                    <a:pt x="4331" y="7980"/>
                  </a:cubicBezTo>
                  <a:cubicBezTo>
                    <a:pt x="4576" y="7980"/>
                    <a:pt x="4822" y="7958"/>
                    <a:pt x="5067" y="7913"/>
                  </a:cubicBezTo>
                  <a:cubicBezTo>
                    <a:pt x="6219" y="7700"/>
                    <a:pt x="7170" y="6971"/>
                    <a:pt x="7733" y="6006"/>
                  </a:cubicBezTo>
                  <a:cubicBezTo>
                    <a:pt x="8105" y="5370"/>
                    <a:pt x="8773" y="4970"/>
                    <a:pt x="9508" y="4970"/>
                  </a:cubicBezTo>
                  <a:lnTo>
                    <a:pt x="10488" y="4970"/>
                  </a:lnTo>
                  <a:cubicBezTo>
                    <a:pt x="11237" y="4970"/>
                    <a:pt x="11919" y="5376"/>
                    <a:pt x="12300" y="6020"/>
                  </a:cubicBezTo>
                  <a:lnTo>
                    <a:pt x="12307" y="6031"/>
                  </a:lnTo>
                  <a:cubicBezTo>
                    <a:pt x="13039" y="7262"/>
                    <a:pt x="14375" y="7980"/>
                    <a:pt x="15771" y="7980"/>
                  </a:cubicBezTo>
                  <a:cubicBezTo>
                    <a:pt x="16016" y="7980"/>
                    <a:pt x="16262" y="7958"/>
                    <a:pt x="16507" y="7913"/>
                  </a:cubicBezTo>
                  <a:cubicBezTo>
                    <a:pt x="17658" y="7700"/>
                    <a:pt x="18610" y="6971"/>
                    <a:pt x="19173" y="6006"/>
                  </a:cubicBezTo>
                  <a:cubicBezTo>
                    <a:pt x="19545" y="5370"/>
                    <a:pt x="20213" y="4970"/>
                    <a:pt x="20946" y="4970"/>
                  </a:cubicBezTo>
                  <a:lnTo>
                    <a:pt x="21928" y="4970"/>
                  </a:lnTo>
                  <a:cubicBezTo>
                    <a:pt x="22677" y="4970"/>
                    <a:pt x="23359" y="5376"/>
                    <a:pt x="23740" y="6020"/>
                  </a:cubicBezTo>
                  <a:lnTo>
                    <a:pt x="23747" y="6031"/>
                  </a:lnTo>
                  <a:cubicBezTo>
                    <a:pt x="24479" y="7262"/>
                    <a:pt x="25815" y="7980"/>
                    <a:pt x="27210" y="7980"/>
                  </a:cubicBezTo>
                  <a:cubicBezTo>
                    <a:pt x="27454" y="7980"/>
                    <a:pt x="27700" y="7958"/>
                    <a:pt x="27945" y="7913"/>
                  </a:cubicBezTo>
                  <a:cubicBezTo>
                    <a:pt x="29098" y="7700"/>
                    <a:pt x="30048" y="6971"/>
                    <a:pt x="30613" y="6006"/>
                  </a:cubicBezTo>
                  <a:cubicBezTo>
                    <a:pt x="30985" y="5370"/>
                    <a:pt x="31652" y="4970"/>
                    <a:pt x="32388" y="4970"/>
                  </a:cubicBezTo>
                  <a:lnTo>
                    <a:pt x="33368" y="4970"/>
                  </a:lnTo>
                  <a:cubicBezTo>
                    <a:pt x="34117" y="4970"/>
                    <a:pt x="34799" y="5376"/>
                    <a:pt x="35180" y="6020"/>
                  </a:cubicBezTo>
                  <a:lnTo>
                    <a:pt x="35187" y="6031"/>
                  </a:lnTo>
                  <a:cubicBezTo>
                    <a:pt x="35920" y="7262"/>
                    <a:pt x="37255" y="7980"/>
                    <a:pt x="38651" y="7980"/>
                  </a:cubicBezTo>
                  <a:cubicBezTo>
                    <a:pt x="38896" y="7980"/>
                    <a:pt x="39142" y="7958"/>
                    <a:pt x="39387" y="7913"/>
                  </a:cubicBezTo>
                  <a:cubicBezTo>
                    <a:pt x="41256" y="7567"/>
                    <a:pt x="42594" y="5866"/>
                    <a:pt x="42615" y="3993"/>
                  </a:cubicBezTo>
                  <a:cubicBezTo>
                    <a:pt x="42599" y="2323"/>
                    <a:pt x="41557" y="833"/>
                    <a:pt x="39994" y="246"/>
                  </a:cubicBezTo>
                  <a:cubicBezTo>
                    <a:pt x="39559" y="81"/>
                    <a:pt x="39100" y="2"/>
                    <a:pt x="38642" y="2"/>
                  </a:cubicBezTo>
                  <a:cubicBezTo>
                    <a:pt x="37477" y="2"/>
                    <a:pt x="36315" y="513"/>
                    <a:pt x="35565" y="1426"/>
                  </a:cubicBezTo>
                  <a:cubicBezTo>
                    <a:pt x="35428" y="1592"/>
                    <a:pt x="35304" y="1770"/>
                    <a:pt x="35195" y="1957"/>
                  </a:cubicBezTo>
                  <a:cubicBezTo>
                    <a:pt x="34817" y="2606"/>
                    <a:pt x="34133" y="3018"/>
                    <a:pt x="33382" y="3018"/>
                  </a:cubicBezTo>
                  <a:lnTo>
                    <a:pt x="32420" y="3018"/>
                  </a:lnTo>
                  <a:cubicBezTo>
                    <a:pt x="31683" y="3018"/>
                    <a:pt x="30996" y="2632"/>
                    <a:pt x="30624" y="1994"/>
                  </a:cubicBezTo>
                  <a:cubicBezTo>
                    <a:pt x="30157" y="1190"/>
                    <a:pt x="29425" y="572"/>
                    <a:pt x="28556" y="244"/>
                  </a:cubicBezTo>
                  <a:cubicBezTo>
                    <a:pt x="28121" y="80"/>
                    <a:pt x="27663" y="1"/>
                    <a:pt x="27205" y="1"/>
                  </a:cubicBezTo>
                  <a:cubicBezTo>
                    <a:pt x="26039" y="1"/>
                    <a:pt x="24877" y="513"/>
                    <a:pt x="24125" y="1426"/>
                  </a:cubicBezTo>
                  <a:cubicBezTo>
                    <a:pt x="23989" y="1592"/>
                    <a:pt x="23865" y="1770"/>
                    <a:pt x="23755" y="1957"/>
                  </a:cubicBezTo>
                  <a:cubicBezTo>
                    <a:pt x="23377" y="2606"/>
                    <a:pt x="22695" y="3018"/>
                    <a:pt x="21944" y="3018"/>
                  </a:cubicBezTo>
                  <a:lnTo>
                    <a:pt x="20981" y="3018"/>
                  </a:lnTo>
                  <a:cubicBezTo>
                    <a:pt x="20243" y="3018"/>
                    <a:pt x="19556" y="2632"/>
                    <a:pt x="19185" y="1994"/>
                  </a:cubicBezTo>
                  <a:cubicBezTo>
                    <a:pt x="18717" y="1190"/>
                    <a:pt x="17987" y="572"/>
                    <a:pt x="17116" y="244"/>
                  </a:cubicBezTo>
                  <a:cubicBezTo>
                    <a:pt x="16681" y="80"/>
                    <a:pt x="16223" y="1"/>
                    <a:pt x="15766" y="1"/>
                  </a:cubicBezTo>
                  <a:cubicBezTo>
                    <a:pt x="14600" y="1"/>
                    <a:pt x="13437" y="513"/>
                    <a:pt x="12686" y="1426"/>
                  </a:cubicBezTo>
                  <a:cubicBezTo>
                    <a:pt x="12549" y="1592"/>
                    <a:pt x="12425" y="1770"/>
                    <a:pt x="12316" y="1957"/>
                  </a:cubicBezTo>
                  <a:cubicBezTo>
                    <a:pt x="11937" y="2606"/>
                    <a:pt x="11255" y="3016"/>
                    <a:pt x="10504" y="3016"/>
                  </a:cubicBezTo>
                  <a:lnTo>
                    <a:pt x="9541" y="3016"/>
                  </a:lnTo>
                  <a:cubicBezTo>
                    <a:pt x="8805" y="3016"/>
                    <a:pt x="8116" y="2632"/>
                    <a:pt x="7745" y="1994"/>
                  </a:cubicBezTo>
                  <a:cubicBezTo>
                    <a:pt x="7277" y="1190"/>
                    <a:pt x="6547" y="572"/>
                    <a:pt x="5676" y="244"/>
                  </a:cubicBezTo>
                  <a:cubicBezTo>
                    <a:pt x="5241" y="80"/>
                    <a:pt x="4782" y="1"/>
                    <a:pt x="432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2" name="Google Shape;7952;p57"/>
            <p:cNvSpPr/>
            <p:nvPr/>
          </p:nvSpPr>
          <p:spPr>
            <a:xfrm>
              <a:off x="1017250" y="1193175"/>
              <a:ext cx="177475" cy="177500"/>
            </a:xfrm>
            <a:custGeom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3" name="Google Shape;7953;p57"/>
            <p:cNvSpPr/>
            <p:nvPr/>
          </p:nvSpPr>
          <p:spPr>
            <a:xfrm>
              <a:off x="1303250" y="1193175"/>
              <a:ext cx="177475" cy="177500"/>
            </a:xfrm>
            <a:custGeom>
              <a:rect l="l" t="t" r="r" b="b"/>
              <a:pathLst>
                <a:path w="7099" h="7100" extrusionOk="0">
                  <a:moveTo>
                    <a:pt x="3550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50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5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4" name="Google Shape;7954;p57"/>
            <p:cNvSpPr/>
            <p:nvPr/>
          </p:nvSpPr>
          <p:spPr>
            <a:xfrm>
              <a:off x="1589250" y="1193175"/>
              <a:ext cx="177475" cy="177500"/>
            </a:xfrm>
            <a:custGeom>
              <a:rect l="l" t="t" r="r" b="b"/>
              <a:pathLst>
                <a:path w="7099" h="7100" extrusionOk="0">
                  <a:moveTo>
                    <a:pt x="3549" y="1"/>
                  </a:moveTo>
                  <a:cubicBezTo>
                    <a:pt x="1589" y="1"/>
                    <a:pt x="0" y="1589"/>
                    <a:pt x="0" y="3551"/>
                  </a:cubicBezTo>
                  <a:cubicBezTo>
                    <a:pt x="0" y="5511"/>
                    <a:pt x="1589" y="7099"/>
                    <a:pt x="3549" y="7099"/>
                  </a:cubicBezTo>
                  <a:cubicBezTo>
                    <a:pt x="5510" y="7099"/>
                    <a:pt x="7099" y="5511"/>
                    <a:pt x="7099" y="3551"/>
                  </a:cubicBezTo>
                  <a:cubicBezTo>
                    <a:pt x="7099" y="1589"/>
                    <a:pt x="5510" y="1"/>
                    <a:pt x="354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5" name="Google Shape;7955;p57"/>
            <p:cNvSpPr/>
            <p:nvPr/>
          </p:nvSpPr>
          <p:spPr>
            <a:xfrm>
              <a:off x="1875200" y="1193175"/>
              <a:ext cx="177525" cy="177500"/>
            </a:xfrm>
            <a:custGeom>
              <a:rect l="l" t="t" r="r" b="b"/>
              <a:pathLst>
                <a:path w="7101" h="7100" extrusionOk="0">
                  <a:moveTo>
                    <a:pt x="3551" y="1"/>
                  </a:moveTo>
                  <a:cubicBezTo>
                    <a:pt x="1590" y="1"/>
                    <a:pt x="0" y="1589"/>
                    <a:pt x="0" y="3551"/>
                  </a:cubicBezTo>
                  <a:cubicBezTo>
                    <a:pt x="0" y="5511"/>
                    <a:pt x="1590" y="7099"/>
                    <a:pt x="3551" y="7099"/>
                  </a:cubicBezTo>
                  <a:cubicBezTo>
                    <a:pt x="5511" y="7099"/>
                    <a:pt x="7101" y="5511"/>
                    <a:pt x="7101" y="3551"/>
                  </a:cubicBezTo>
                  <a:cubicBezTo>
                    <a:pt x="7101" y="1589"/>
                    <a:pt x="5511" y="1"/>
                    <a:pt x="3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7956" name="Google Shape;7956;p57"/>
          <p:cNvGrpSpPr/>
          <p:nvPr/>
        </p:nvGrpSpPr>
        <p:grpSpPr>
          <a:xfrm>
            <a:off x="6843616" y="1800228"/>
            <a:ext cx="1565716" cy="366729"/>
            <a:chOff x="1247650" y="2075423"/>
            <a:chExt cx="6648477" cy="1557238"/>
          </a:xfrm>
        </p:grpSpPr>
        <p:sp>
          <p:nvSpPr>
            <p:cNvPr id="7957" name="Google Shape;7957;p57"/>
            <p:cNvSpPr/>
            <p:nvPr/>
          </p:nvSpPr>
          <p:spPr>
            <a:xfrm>
              <a:off x="6633862" y="2075423"/>
              <a:ext cx="953444" cy="825696"/>
            </a:xfrm>
            <a:custGeom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4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4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8" name="Google Shape;7958;p57"/>
            <p:cNvSpPr/>
            <p:nvPr/>
          </p:nvSpPr>
          <p:spPr>
            <a:xfrm>
              <a:off x="5359252" y="2806965"/>
              <a:ext cx="953461" cy="825696"/>
            </a:xfrm>
            <a:custGeom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7" y="25013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9" name="Google Shape;7959;p57"/>
            <p:cNvSpPr/>
            <p:nvPr/>
          </p:nvSpPr>
          <p:spPr>
            <a:xfrm>
              <a:off x="1601478" y="2075425"/>
              <a:ext cx="953316" cy="825696"/>
            </a:xfrm>
            <a:custGeom>
              <a:rect l="l" t="t" r="r" b="b"/>
              <a:pathLst>
                <a:path w="57768" h="50027" extrusionOk="0">
                  <a:moveTo>
                    <a:pt x="14439" y="0"/>
                  </a:moveTo>
                  <a:lnTo>
                    <a:pt x="1" y="25013"/>
                  </a:lnTo>
                  <a:lnTo>
                    <a:pt x="14439" y="50027"/>
                  </a:lnTo>
                  <a:lnTo>
                    <a:pt x="43329" y="50027"/>
                  </a:lnTo>
                  <a:lnTo>
                    <a:pt x="57768" y="25013"/>
                  </a:lnTo>
                  <a:lnTo>
                    <a:pt x="43329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60" name="Google Shape;7960;p57"/>
            <p:cNvSpPr/>
            <p:nvPr/>
          </p:nvSpPr>
          <p:spPr>
            <a:xfrm>
              <a:off x="2857827" y="2807112"/>
              <a:ext cx="953370" cy="825320"/>
            </a:xfrm>
            <a:custGeom>
              <a:rect l="l" t="t" r="r" b="b"/>
              <a:pathLst>
                <a:path w="57780" h="50027" extrusionOk="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61" name="Google Shape;7961;p57"/>
            <p:cNvSpPr/>
            <p:nvPr/>
          </p:nvSpPr>
          <p:spPr>
            <a:xfrm>
              <a:off x="4097386" y="2075425"/>
              <a:ext cx="953444" cy="825696"/>
            </a:xfrm>
            <a:custGeom>
              <a:rect l="l" t="t" r="r" b="b"/>
              <a:pathLst>
                <a:path w="57767" h="50027" extrusionOk="0">
                  <a:moveTo>
                    <a:pt x="14439" y="0"/>
                  </a:moveTo>
                  <a:lnTo>
                    <a:pt x="0" y="25013"/>
                  </a:lnTo>
                  <a:lnTo>
                    <a:pt x="14439" y="50027"/>
                  </a:lnTo>
                  <a:lnTo>
                    <a:pt x="43328" y="50027"/>
                  </a:lnTo>
                  <a:lnTo>
                    <a:pt x="57767" y="25013"/>
                  </a:lnTo>
                  <a:lnTo>
                    <a:pt x="4332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BAC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62" name="Google Shape;7962;p57"/>
            <p:cNvSpPr/>
            <p:nvPr/>
          </p:nvSpPr>
          <p:spPr>
            <a:xfrm>
              <a:off x="1247650" y="2490334"/>
              <a:ext cx="6648477" cy="729445"/>
            </a:xfrm>
            <a:custGeom>
              <a:rect l="l" t="t" r="r" b="b"/>
              <a:pathLst>
                <a:path w="285373" h="31310" fill="none" extrusionOk="0">
                  <a:moveTo>
                    <a:pt x="285373" y="3317"/>
                  </a:moveTo>
                  <a:lnTo>
                    <a:pt x="269256" y="31309"/>
                  </a:lnTo>
                  <a:lnTo>
                    <a:pt x="233095" y="31309"/>
                  </a:lnTo>
                  <a:lnTo>
                    <a:pt x="215067" y="352"/>
                  </a:lnTo>
                  <a:lnTo>
                    <a:pt x="179426" y="352"/>
                  </a:lnTo>
                  <a:lnTo>
                    <a:pt x="161606" y="31218"/>
                  </a:lnTo>
                  <a:lnTo>
                    <a:pt x="125718" y="31309"/>
                  </a:lnTo>
                  <a:lnTo>
                    <a:pt x="107651" y="0"/>
                  </a:lnTo>
                  <a:lnTo>
                    <a:pt x="71490" y="0"/>
                  </a:lnTo>
                  <a:lnTo>
                    <a:pt x="53669" y="31075"/>
                  </a:lnTo>
                  <a:lnTo>
                    <a:pt x="18042" y="31075"/>
                  </a:lnTo>
                  <a:lnTo>
                    <a:pt x="0" y="118"/>
                  </a:lnTo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miter lim="1300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7963" name="Google Shape;7963;p57"/>
          <p:cNvGrpSpPr/>
          <p:nvPr/>
        </p:nvGrpSpPr>
        <p:grpSpPr>
          <a:xfrm>
            <a:off x="6827928" y="2948932"/>
            <a:ext cx="1597092" cy="663663"/>
            <a:chOff x="6796238" y="3158184"/>
            <a:chExt cx="1630351" cy="677483"/>
          </a:xfrm>
        </p:grpSpPr>
        <p:cxnSp>
          <p:nvCxnSpPr>
            <p:cNvPr id="7964" name="Google Shape;7964;p57"/>
            <p:cNvCxnSpPr/>
            <p:nvPr/>
          </p:nvCxnSpPr>
          <p:spPr>
            <a:xfrm flipH="1">
              <a:off x="7012244" y="3664854"/>
              <a:ext cx="0" cy="170813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7965" name="Google Shape;7965;p57"/>
            <p:cNvCxnSpPr/>
            <p:nvPr/>
          </p:nvCxnSpPr>
          <p:spPr>
            <a:xfrm flipH="1">
              <a:off x="7810957" y="3664854"/>
              <a:ext cx="0" cy="170813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7966" name="Google Shape;7966;p57"/>
            <p:cNvCxnSpPr/>
            <p:nvPr/>
          </p:nvCxnSpPr>
          <p:spPr>
            <a:xfrm rot="10800000" flipH="1">
              <a:off x="8196652" y="3170679"/>
              <a:ext cx="0" cy="169947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cxnSp>
          <p:nvCxnSpPr>
            <p:cNvPr id="7967" name="Google Shape;7967;p57"/>
            <p:cNvCxnSpPr/>
            <p:nvPr/>
          </p:nvCxnSpPr>
          <p:spPr>
            <a:xfrm rot="10800000" flipH="1">
              <a:off x="7411601" y="3158184"/>
              <a:ext cx="0" cy="170813"/>
            </a:xfrm>
            <a:prstGeom prst="straightConnector1">
              <a:avLst/>
            </a:pr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  <p:grpSp>
          <p:nvGrpSpPr>
            <p:cNvPr id="7968" name="Google Shape;7968;p57"/>
            <p:cNvGrpSpPr/>
            <p:nvPr/>
          </p:nvGrpSpPr>
          <p:grpSpPr>
            <a:xfrm>
              <a:off x="6796238" y="3311904"/>
              <a:ext cx="1630351" cy="377711"/>
              <a:chOff x="6796238" y="3311904"/>
              <a:chExt cx="1630351" cy="377711"/>
            </a:xfrm>
          </p:grpSpPr>
          <p:sp>
            <p:nvSpPr>
              <p:cNvPr id="7969" name="Google Shape;7969;p57"/>
              <p:cNvSpPr/>
              <p:nvPr/>
            </p:nvSpPr>
            <p:spPr>
              <a:xfrm>
                <a:off x="6796238" y="3311904"/>
                <a:ext cx="798057" cy="377711"/>
              </a:xfrm>
              <a:custGeom>
                <a:rect l="l" t="t" r="r" b="b"/>
                <a:pathLst>
                  <a:path w="34368" h="16266" extrusionOk="0">
                    <a:moveTo>
                      <a:pt x="4679" y="0"/>
                    </a:moveTo>
                    <a:lnTo>
                      <a:pt x="0" y="8133"/>
                    </a:lnTo>
                    <a:lnTo>
                      <a:pt x="4679" y="16265"/>
                    </a:lnTo>
                    <a:lnTo>
                      <a:pt x="14094" y="16265"/>
                    </a:lnTo>
                    <a:lnTo>
                      <a:pt x="17913" y="9590"/>
                    </a:lnTo>
                    <a:lnTo>
                      <a:pt x="22591" y="1458"/>
                    </a:lnTo>
                    <a:lnTo>
                      <a:pt x="30301" y="1458"/>
                    </a:lnTo>
                    <a:lnTo>
                      <a:pt x="33522" y="7098"/>
                    </a:lnTo>
                    <a:lnTo>
                      <a:pt x="34367" y="5640"/>
                    </a:lnTo>
                    <a:lnTo>
                      <a:pt x="33522" y="4183"/>
                    </a:lnTo>
                    <a:lnTo>
                      <a:pt x="31146" y="0"/>
                    </a:lnTo>
                    <a:lnTo>
                      <a:pt x="21746" y="0"/>
                    </a:lnTo>
                    <a:lnTo>
                      <a:pt x="17067" y="8133"/>
                    </a:lnTo>
                    <a:lnTo>
                      <a:pt x="13234" y="14808"/>
                    </a:lnTo>
                    <a:lnTo>
                      <a:pt x="5524" y="14808"/>
                    </a:lnTo>
                    <a:lnTo>
                      <a:pt x="1706" y="8133"/>
                    </a:lnTo>
                    <a:lnTo>
                      <a:pt x="5524" y="1458"/>
                    </a:lnTo>
                    <a:lnTo>
                      <a:pt x="13234" y="1458"/>
                    </a:lnTo>
                    <a:lnTo>
                      <a:pt x="16455" y="7098"/>
                    </a:lnTo>
                    <a:lnTo>
                      <a:pt x="17301" y="5640"/>
                    </a:lnTo>
                    <a:lnTo>
                      <a:pt x="16455" y="4183"/>
                    </a:lnTo>
                    <a:lnTo>
                      <a:pt x="14094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70" name="Google Shape;7970;p57"/>
              <p:cNvSpPr/>
              <p:nvPr/>
            </p:nvSpPr>
            <p:spPr>
              <a:xfrm>
                <a:off x="7628207" y="3311904"/>
                <a:ext cx="798382" cy="377711"/>
              </a:xfrm>
              <a:custGeom>
                <a:rect l="l" t="t" r="r" b="b"/>
                <a:pathLst>
                  <a:path w="34382" h="16266" extrusionOk="0">
                    <a:moveTo>
                      <a:pt x="20288" y="0"/>
                    </a:moveTo>
                    <a:lnTo>
                      <a:pt x="16470" y="6675"/>
                    </a:lnTo>
                    <a:lnTo>
                      <a:pt x="11791" y="14808"/>
                    </a:lnTo>
                    <a:lnTo>
                      <a:pt x="4081" y="14808"/>
                    </a:lnTo>
                    <a:lnTo>
                      <a:pt x="860" y="9167"/>
                    </a:lnTo>
                    <a:lnTo>
                      <a:pt x="0" y="10625"/>
                    </a:lnTo>
                    <a:lnTo>
                      <a:pt x="860" y="12082"/>
                    </a:lnTo>
                    <a:lnTo>
                      <a:pt x="3221" y="16265"/>
                    </a:lnTo>
                    <a:lnTo>
                      <a:pt x="12637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858" y="1458"/>
                    </a:lnTo>
                    <a:lnTo>
                      <a:pt x="32677" y="8133"/>
                    </a:lnTo>
                    <a:lnTo>
                      <a:pt x="28858" y="14808"/>
                    </a:lnTo>
                    <a:lnTo>
                      <a:pt x="21134" y="14808"/>
                    </a:lnTo>
                    <a:lnTo>
                      <a:pt x="17927" y="9167"/>
                    </a:lnTo>
                    <a:lnTo>
                      <a:pt x="17067" y="10625"/>
                    </a:lnTo>
                    <a:lnTo>
                      <a:pt x="17927" y="12082"/>
                    </a:lnTo>
                    <a:lnTo>
                      <a:pt x="20288" y="16265"/>
                    </a:lnTo>
                    <a:lnTo>
                      <a:pt x="29703" y="16265"/>
                    </a:lnTo>
                    <a:lnTo>
                      <a:pt x="34382" y="8133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971" name="Google Shape;7971;p57"/>
              <p:cNvSpPr/>
              <p:nvPr/>
            </p:nvSpPr>
            <p:spPr>
              <a:xfrm>
                <a:off x="7229098" y="3311904"/>
                <a:ext cx="762854" cy="377711"/>
              </a:xfrm>
              <a:custGeom>
                <a:rect l="l" t="t" r="r" b="b"/>
                <a:pathLst>
                  <a:path w="32852" h="16266" extrusionOk="0">
                    <a:moveTo>
                      <a:pt x="20347" y="0"/>
                    </a:moveTo>
                    <a:lnTo>
                      <a:pt x="16455" y="6675"/>
                    </a:lnTo>
                    <a:lnTo>
                      <a:pt x="11850" y="14808"/>
                    </a:lnTo>
                    <a:lnTo>
                      <a:pt x="4125" y="14808"/>
                    </a:lnTo>
                    <a:lnTo>
                      <a:pt x="846" y="9167"/>
                    </a:lnTo>
                    <a:lnTo>
                      <a:pt x="0" y="10625"/>
                    </a:lnTo>
                    <a:lnTo>
                      <a:pt x="846" y="12082"/>
                    </a:lnTo>
                    <a:lnTo>
                      <a:pt x="3280" y="16265"/>
                    </a:lnTo>
                    <a:lnTo>
                      <a:pt x="12695" y="16265"/>
                    </a:lnTo>
                    <a:lnTo>
                      <a:pt x="17315" y="8133"/>
                    </a:lnTo>
                    <a:lnTo>
                      <a:pt x="21134" y="1458"/>
                    </a:lnTo>
                    <a:lnTo>
                      <a:pt x="28902" y="1458"/>
                    </a:lnTo>
                    <a:lnTo>
                      <a:pt x="32065" y="6981"/>
                    </a:lnTo>
                    <a:lnTo>
                      <a:pt x="32852" y="5524"/>
                    </a:lnTo>
                    <a:lnTo>
                      <a:pt x="29703" y="0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72" name="Google Shape;7972;p57"/>
          <p:cNvGrpSpPr/>
          <p:nvPr/>
        </p:nvGrpSpPr>
        <p:grpSpPr>
          <a:xfrm>
            <a:off x="5349066" y="970435"/>
            <a:ext cx="1368606" cy="1593805"/>
            <a:chOff x="1839112" y="2209163"/>
            <a:chExt cx="1918159" cy="2233784"/>
          </a:xfrm>
        </p:grpSpPr>
        <p:sp>
          <p:nvSpPr>
            <p:cNvPr id="7973" name="Google Shape;7973;p57"/>
            <p:cNvSpPr/>
            <p:nvPr/>
          </p:nvSpPr>
          <p:spPr>
            <a:xfrm>
              <a:off x="1839112" y="2209163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74" name="Google Shape;7974;p57"/>
            <p:cNvSpPr/>
            <p:nvPr/>
          </p:nvSpPr>
          <p:spPr>
            <a:xfrm>
              <a:off x="3182171" y="2209163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75" name="Google Shape;7975;p57"/>
            <p:cNvSpPr/>
            <p:nvPr/>
          </p:nvSpPr>
          <p:spPr>
            <a:xfrm>
              <a:off x="3182171" y="3040766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7976" name="Google Shape;7976;p57"/>
            <p:cNvCxnSpPr>
              <a:stCxn id="7973" idx="6"/>
              <a:endCxn id="7974" idx="2"/>
            </p:cNvCxnSpPr>
            <p:nvPr/>
          </p:nvCxnSpPr>
          <p:spPr>
            <a:xfrm>
              <a:off x="2414212" y="2496713"/>
              <a:ext cx="768000" cy="600"/>
            </a:xfrm>
            <a:prstGeom prst="bentConnector3">
              <a:avLst>
                <a:gd name="adj1" fmla="val 50017"/>
              </a:avLst>
            </a:prstGeom>
            <a:noFill/>
            <a:ln w="9525" cap="flat" cmpd="sng">
              <a:solidFill>
                <a:srgbClr val="325D7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7" name="Google Shape;7977;p57"/>
            <p:cNvCxnSpPr>
              <a:stCxn id="7974" idx="4"/>
              <a:endCxn id="7978" idx="0"/>
            </p:cNvCxnSpPr>
            <p:nvPr/>
          </p:nvCxnSpPr>
          <p:spPr>
            <a:xfrm rot="5400000">
              <a:off x="2669921" y="2240963"/>
              <a:ext cx="256500" cy="1343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325D7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9" name="Google Shape;7979;p57"/>
            <p:cNvCxnSpPr>
              <a:stCxn id="7978" idx="6"/>
              <a:endCxn id="7975" idx="2"/>
            </p:cNvCxnSpPr>
            <p:nvPr/>
          </p:nvCxnSpPr>
          <p:spPr>
            <a:xfrm>
              <a:off x="2414212" y="3328316"/>
              <a:ext cx="768000" cy="600"/>
            </a:xfrm>
            <a:prstGeom prst="bentConnector3">
              <a:avLst>
                <a:gd name="adj1" fmla="val 50017"/>
              </a:avLst>
            </a:prstGeom>
            <a:noFill/>
            <a:ln w="9525" cap="flat" cmpd="sng">
              <a:solidFill>
                <a:srgbClr val="325D7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0" name="Google Shape;7980;p57"/>
            <p:cNvCxnSpPr>
              <a:stCxn id="7975" idx="4"/>
              <a:endCxn id="7981" idx="0"/>
            </p:cNvCxnSpPr>
            <p:nvPr/>
          </p:nvCxnSpPr>
          <p:spPr>
            <a:xfrm rot="5400000">
              <a:off x="2672171" y="3070316"/>
              <a:ext cx="252000" cy="1343100"/>
            </a:xfrm>
            <a:prstGeom prst="bentConnector3">
              <a:avLst>
                <a:gd name="adj1" fmla="val 49996"/>
              </a:avLst>
            </a:prstGeom>
            <a:noFill/>
            <a:ln w="9525" cap="flat" cmpd="sng">
              <a:solidFill>
                <a:srgbClr val="325D7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78" name="Google Shape;7978;p57"/>
            <p:cNvSpPr/>
            <p:nvPr/>
          </p:nvSpPr>
          <p:spPr>
            <a:xfrm>
              <a:off x="1839112" y="3040766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1" name="Google Shape;7981;p57"/>
            <p:cNvSpPr/>
            <p:nvPr/>
          </p:nvSpPr>
          <p:spPr>
            <a:xfrm>
              <a:off x="1839112" y="3867848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2" name="Google Shape;7982;p57"/>
            <p:cNvSpPr/>
            <p:nvPr/>
          </p:nvSpPr>
          <p:spPr>
            <a:xfrm>
              <a:off x="3182171" y="3867848"/>
              <a:ext cx="575100" cy="575100"/>
            </a:xfrm>
            <a:prstGeom prst="flowChartConnector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7983" name="Google Shape;7983;p57"/>
            <p:cNvCxnSpPr>
              <a:endCxn id="7982" idx="2"/>
            </p:cNvCxnSpPr>
            <p:nvPr/>
          </p:nvCxnSpPr>
          <p:spPr>
            <a:xfrm>
              <a:off x="2413871" y="4154498"/>
              <a:ext cx="768300" cy="9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325D7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984" name="Google Shape;7984;p57"/>
          <p:cNvGrpSpPr/>
          <p:nvPr/>
        </p:nvGrpSpPr>
        <p:grpSpPr>
          <a:xfrm>
            <a:off x="3481439" y="976671"/>
            <a:ext cx="1637968" cy="154942"/>
            <a:chOff x="238125" y="2506075"/>
            <a:chExt cx="7115411" cy="673075"/>
          </a:xfrm>
        </p:grpSpPr>
        <p:sp>
          <p:nvSpPr>
            <p:cNvPr id="7985" name="Google Shape;7985;p57"/>
            <p:cNvSpPr/>
            <p:nvPr/>
          </p:nvSpPr>
          <p:spPr>
            <a:xfrm>
              <a:off x="238125" y="2506075"/>
              <a:ext cx="1643150" cy="673075"/>
            </a:xfrm>
            <a:custGeom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6" name="Google Shape;7986;p57"/>
            <p:cNvSpPr/>
            <p:nvPr/>
          </p:nvSpPr>
          <p:spPr>
            <a:xfrm>
              <a:off x="1606190" y="2506075"/>
              <a:ext cx="1643925" cy="673075"/>
            </a:xfrm>
            <a:custGeom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7" name="Google Shape;7987;p57"/>
            <p:cNvSpPr/>
            <p:nvPr/>
          </p:nvSpPr>
          <p:spPr>
            <a:xfrm>
              <a:off x="2973481" y="2506075"/>
              <a:ext cx="1643925" cy="673075"/>
            </a:xfrm>
            <a:custGeom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8" name="Google Shape;7988;p57"/>
            <p:cNvSpPr/>
            <p:nvPr/>
          </p:nvSpPr>
          <p:spPr>
            <a:xfrm>
              <a:off x="5709611" y="2506075"/>
              <a:ext cx="1643925" cy="673075"/>
            </a:xfrm>
            <a:custGeom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89" name="Google Shape;7989;p57"/>
            <p:cNvSpPr/>
            <p:nvPr/>
          </p:nvSpPr>
          <p:spPr>
            <a:xfrm>
              <a:off x="4342321" y="2506075"/>
              <a:ext cx="1643150" cy="673075"/>
            </a:xfrm>
            <a:custGeom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7990" name="Google Shape;7990;p57"/>
          <p:cNvGrpSpPr/>
          <p:nvPr/>
        </p:nvGrpSpPr>
        <p:grpSpPr>
          <a:xfrm>
            <a:off x="720124" y="1298269"/>
            <a:ext cx="2476762" cy="91743"/>
            <a:chOff x="1464850" y="436376"/>
            <a:chExt cx="6001362" cy="222300"/>
          </a:xfrm>
        </p:grpSpPr>
        <p:sp>
          <p:nvSpPr>
            <p:cNvPr id="7991" name="Google Shape;7991;p57"/>
            <p:cNvSpPr/>
            <p:nvPr/>
          </p:nvSpPr>
          <p:spPr>
            <a:xfrm>
              <a:off x="1464850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2" name="Google Shape;7992;p57"/>
            <p:cNvSpPr/>
            <p:nvPr/>
          </p:nvSpPr>
          <p:spPr>
            <a:xfrm>
              <a:off x="4410215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3" name="Google Shape;7993;p57"/>
            <p:cNvSpPr/>
            <p:nvPr/>
          </p:nvSpPr>
          <p:spPr>
            <a:xfrm>
              <a:off x="7243912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4" name="Google Shape;7994;p57"/>
            <p:cNvSpPr/>
            <p:nvPr/>
          </p:nvSpPr>
          <p:spPr>
            <a:xfrm>
              <a:off x="2920366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5" name="Google Shape;7995;p57"/>
            <p:cNvSpPr/>
            <p:nvPr/>
          </p:nvSpPr>
          <p:spPr>
            <a:xfrm>
              <a:off x="5831847" y="436376"/>
              <a:ext cx="222300" cy="222300"/>
            </a:xfrm>
            <a:prstGeom prst="diamond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7996" name="Google Shape;7996;p57"/>
            <p:cNvCxnSpPr/>
            <p:nvPr/>
          </p:nvCxnSpPr>
          <p:spPr>
            <a:xfrm>
              <a:off x="1798637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7" name="Google Shape;7997;p57"/>
            <p:cNvCxnSpPr/>
            <p:nvPr/>
          </p:nvCxnSpPr>
          <p:spPr>
            <a:xfrm>
              <a:off x="3276248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8" name="Google Shape;7998;p57"/>
            <p:cNvCxnSpPr/>
            <p:nvPr/>
          </p:nvCxnSpPr>
          <p:spPr>
            <a:xfrm>
              <a:off x="4753898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9" name="Google Shape;7999;p57"/>
            <p:cNvCxnSpPr/>
            <p:nvPr/>
          </p:nvCxnSpPr>
          <p:spPr>
            <a:xfrm>
              <a:off x="6143961" y="547513"/>
              <a:ext cx="9882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000" name="Google Shape;8000;p57"/>
          <p:cNvGrpSpPr/>
          <p:nvPr/>
        </p:nvGrpSpPr>
        <p:grpSpPr>
          <a:xfrm>
            <a:off x="706391" y="2533734"/>
            <a:ext cx="1452862" cy="651872"/>
            <a:chOff x="803162" y="2667727"/>
            <a:chExt cx="1412054" cy="633562"/>
          </a:xfrm>
        </p:grpSpPr>
        <p:cxnSp>
          <p:nvCxnSpPr>
            <p:cNvPr id="8001" name="Google Shape;8001;p57"/>
            <p:cNvCxnSpPr>
              <a:stCxn id="8002" idx="2"/>
              <a:endCxn id="8003" idx="0"/>
            </p:cNvCxnSpPr>
            <p:nvPr/>
          </p:nvCxnSpPr>
          <p:spPr>
            <a:xfrm rot="-5400000" flipH="1">
              <a:off x="1629188" y="2672777"/>
              <a:ext cx="129300" cy="3693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04" name="Google Shape;8004;p57"/>
            <p:cNvCxnSpPr>
              <a:stCxn id="8005" idx="0"/>
              <a:endCxn id="8002" idx="2"/>
            </p:cNvCxnSpPr>
            <p:nvPr/>
          </p:nvCxnSpPr>
          <p:spPr>
            <a:xfrm rot="-5400000">
              <a:off x="1259904" y="2672682"/>
              <a:ext cx="129300" cy="3693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06" name="Google Shape;8006;p57"/>
            <p:cNvCxnSpPr>
              <a:stCxn id="8005" idx="2"/>
              <a:endCxn id="8007" idx="0"/>
            </p:cNvCxnSpPr>
            <p:nvPr/>
          </p:nvCxnSpPr>
          <p:spPr>
            <a:xfrm rot="-5400000" flipH="1">
              <a:off x="1163454" y="3023483"/>
              <a:ext cx="129300" cy="1764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08" name="Google Shape;8008;p57"/>
            <p:cNvCxnSpPr>
              <a:stCxn id="8009" idx="0"/>
              <a:endCxn id="8005" idx="2"/>
            </p:cNvCxnSpPr>
            <p:nvPr/>
          </p:nvCxnSpPr>
          <p:spPr>
            <a:xfrm rot="-5400000">
              <a:off x="987135" y="3023388"/>
              <a:ext cx="129300" cy="1764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10" name="Google Shape;8010;p57"/>
            <p:cNvCxnSpPr>
              <a:stCxn id="8003" idx="2"/>
              <a:endCxn id="8011" idx="0"/>
            </p:cNvCxnSpPr>
            <p:nvPr/>
          </p:nvCxnSpPr>
          <p:spPr>
            <a:xfrm rot="-5400000" flipH="1">
              <a:off x="1902022" y="3023483"/>
              <a:ext cx="129300" cy="1764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12" name="Google Shape;8012;p57"/>
            <p:cNvCxnSpPr>
              <a:stCxn id="8013" idx="0"/>
              <a:endCxn id="8003" idx="2"/>
            </p:cNvCxnSpPr>
            <p:nvPr/>
          </p:nvCxnSpPr>
          <p:spPr>
            <a:xfrm rot="-5400000">
              <a:off x="1725705" y="3023388"/>
              <a:ext cx="129300" cy="176400"/>
            </a:xfrm>
            <a:prstGeom prst="bentConnector3">
              <a:avLst>
                <a:gd name="adj1" fmla="val 49963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009" name="Google Shape;8009;p57"/>
            <p:cNvSpPr/>
            <p:nvPr/>
          </p:nvSpPr>
          <p:spPr>
            <a:xfrm>
              <a:off x="803162" y="3176238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07" name="Google Shape;8007;p57"/>
            <p:cNvSpPr/>
            <p:nvPr/>
          </p:nvSpPr>
          <p:spPr>
            <a:xfrm>
              <a:off x="1155799" y="3176238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13" name="Google Shape;8013;p57"/>
            <p:cNvSpPr/>
            <p:nvPr/>
          </p:nvSpPr>
          <p:spPr>
            <a:xfrm>
              <a:off x="1541731" y="3176238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11" name="Google Shape;8011;p57"/>
            <p:cNvSpPr/>
            <p:nvPr/>
          </p:nvSpPr>
          <p:spPr>
            <a:xfrm>
              <a:off x="1894368" y="3176238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03" name="Google Shape;8003;p57"/>
            <p:cNvSpPr/>
            <p:nvPr/>
          </p:nvSpPr>
          <p:spPr>
            <a:xfrm>
              <a:off x="1718048" y="2921982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05" name="Google Shape;8005;p57"/>
            <p:cNvSpPr/>
            <p:nvPr/>
          </p:nvSpPr>
          <p:spPr>
            <a:xfrm>
              <a:off x="979480" y="2921982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002" name="Google Shape;8002;p57"/>
            <p:cNvSpPr/>
            <p:nvPr/>
          </p:nvSpPr>
          <p:spPr>
            <a:xfrm>
              <a:off x="1348764" y="2667727"/>
              <a:ext cx="320848" cy="125051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014" name="Google Shape;8014;p57"/>
          <p:cNvGrpSpPr/>
          <p:nvPr/>
        </p:nvGrpSpPr>
        <p:grpSpPr>
          <a:xfrm>
            <a:off x="706383" y="969273"/>
            <a:ext cx="2518423" cy="209218"/>
            <a:chOff x="803154" y="1111966"/>
            <a:chExt cx="2447684" cy="203341"/>
          </a:xfrm>
        </p:grpSpPr>
        <p:grpSp>
          <p:nvGrpSpPr>
            <p:cNvPr id="8015" name="Google Shape;8015;p57"/>
            <p:cNvGrpSpPr/>
            <p:nvPr/>
          </p:nvGrpSpPr>
          <p:grpSpPr>
            <a:xfrm>
              <a:off x="1958180" y="1111966"/>
              <a:ext cx="588019" cy="121396"/>
              <a:chOff x="4808316" y="2800065"/>
              <a:chExt cx="1999386" cy="412910"/>
            </a:xfrm>
          </p:grpSpPr>
          <p:sp>
            <p:nvSpPr>
              <p:cNvPr id="8016" name="Google Shape;8016;p57"/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8017" name="Google Shape;8017;p57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8018" name="Google Shape;8018;p57"/>
                <p:cNvCxnSpPr/>
                <p:nvPr/>
              </p:nvCxnSpPr>
              <p:spPr>
                <a:xfrm flipH="1"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019" name="Google Shape;8019;p5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8020" name="Google Shape;8020;p57"/>
            <p:cNvCxnSpPr/>
            <p:nvPr/>
          </p:nvCxnSpPr>
          <p:spPr>
            <a:xfrm flipH="1">
              <a:off x="3237251" y="1127387"/>
              <a:ext cx="0" cy="105664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021" name="Google Shape;8021;p57"/>
            <p:cNvSpPr/>
            <p:nvPr/>
          </p:nvSpPr>
          <p:spPr>
            <a:xfrm>
              <a:off x="3223663" y="1111974"/>
              <a:ext cx="27175" cy="27166"/>
            </a:xfrm>
            <a:prstGeom prst="ellipse">
              <a:avLst/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022" name="Google Shape;8022;p57"/>
            <p:cNvGrpSpPr/>
            <p:nvPr/>
          </p:nvGrpSpPr>
          <p:grpSpPr>
            <a:xfrm>
              <a:off x="803154" y="1112063"/>
              <a:ext cx="591111" cy="121410"/>
              <a:chOff x="803154" y="1112063"/>
              <a:chExt cx="591111" cy="121410"/>
            </a:xfrm>
          </p:grpSpPr>
          <p:grpSp>
            <p:nvGrpSpPr>
              <p:cNvPr id="8023" name="Google Shape;8023;p57"/>
              <p:cNvGrpSpPr/>
              <p:nvPr/>
            </p:nvGrpSpPr>
            <p:grpSpPr>
              <a:xfrm>
                <a:off x="803154" y="1112063"/>
                <a:ext cx="27174" cy="121091"/>
                <a:chOff x="845575" y="2563700"/>
                <a:chExt cx="92400" cy="411825"/>
              </a:xfrm>
            </p:grpSpPr>
            <p:cxnSp>
              <p:nvCxnSpPr>
                <p:cNvPr id="8024" name="Google Shape;8024;p57"/>
                <p:cNvCxnSpPr/>
                <p:nvPr/>
              </p:nvCxnSpPr>
              <p:spPr>
                <a:xfrm flipH="1"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025" name="Google Shape;8025;p5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26" name="Google Shape;8026;p57"/>
              <p:cNvSpPr/>
              <p:nvPr/>
            </p:nvSpPr>
            <p:spPr>
              <a:xfrm>
                <a:off x="818321" y="1194219"/>
                <a:ext cx="575943" cy="39254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027" name="Google Shape;8027;p57"/>
            <p:cNvGrpSpPr/>
            <p:nvPr/>
          </p:nvGrpSpPr>
          <p:grpSpPr>
            <a:xfrm>
              <a:off x="1381934" y="1194217"/>
              <a:ext cx="588259" cy="121091"/>
              <a:chOff x="1381934" y="1194217"/>
              <a:chExt cx="588259" cy="121091"/>
            </a:xfrm>
          </p:grpSpPr>
          <p:grpSp>
            <p:nvGrpSpPr>
              <p:cNvPr id="8028" name="Google Shape;8028;p57"/>
              <p:cNvGrpSpPr/>
              <p:nvPr/>
            </p:nvGrpSpPr>
            <p:grpSpPr>
              <a:xfrm rot="10800000">
                <a:off x="1381934" y="1194217"/>
                <a:ext cx="27174" cy="121091"/>
                <a:chOff x="2070100" y="2563700"/>
                <a:chExt cx="92400" cy="411825"/>
              </a:xfrm>
            </p:grpSpPr>
            <p:cxnSp>
              <p:nvCxnSpPr>
                <p:cNvPr id="8029" name="Google Shape;8029;p57"/>
                <p:cNvCxnSpPr/>
                <p:nvPr/>
              </p:nvCxnSpPr>
              <p:spPr>
                <a:xfrm flipH="1"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030" name="Google Shape;8030;p5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31" name="Google Shape;8031;p57"/>
              <p:cNvSpPr/>
              <p:nvPr/>
            </p:nvSpPr>
            <p:spPr>
              <a:xfrm>
                <a:off x="1394250" y="1194219"/>
                <a:ext cx="575943" cy="39254"/>
              </a:xfrm>
              <a:prstGeom prst="rect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032" name="Google Shape;8032;p57"/>
            <p:cNvGrpSpPr/>
            <p:nvPr/>
          </p:nvGrpSpPr>
          <p:grpSpPr>
            <a:xfrm>
              <a:off x="2532104" y="1194217"/>
              <a:ext cx="704905" cy="121091"/>
              <a:chOff x="2532104" y="1194217"/>
              <a:chExt cx="704905" cy="121091"/>
            </a:xfrm>
          </p:grpSpPr>
          <p:grpSp>
            <p:nvGrpSpPr>
              <p:cNvPr id="8033" name="Google Shape;8033;p57"/>
              <p:cNvGrpSpPr/>
              <p:nvPr/>
            </p:nvGrpSpPr>
            <p:grpSpPr>
              <a:xfrm rot="10800000">
                <a:off x="2532104" y="1194217"/>
                <a:ext cx="27174" cy="121091"/>
                <a:chOff x="2070100" y="2563700"/>
                <a:chExt cx="92400" cy="411825"/>
              </a:xfrm>
            </p:grpSpPr>
            <p:cxnSp>
              <p:nvCxnSpPr>
                <p:cNvPr id="8034" name="Google Shape;8034;p57"/>
                <p:cNvCxnSpPr/>
                <p:nvPr/>
              </p:nvCxnSpPr>
              <p:spPr>
                <a:xfrm flipH="1"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8035" name="Google Shape;8035;p5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36" name="Google Shape;8036;p57"/>
              <p:cNvSpPr/>
              <p:nvPr/>
            </p:nvSpPr>
            <p:spPr>
              <a:xfrm>
                <a:off x="2546107" y="1194219"/>
                <a:ext cx="690902" cy="39254"/>
              </a:xfrm>
              <a:prstGeom prst="rect">
                <a:avLst/>
              </a:pr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37" name="Google Shape;8037;p57"/>
          <p:cNvGrpSpPr/>
          <p:nvPr/>
        </p:nvGrpSpPr>
        <p:grpSpPr>
          <a:xfrm>
            <a:off x="3499403" y="3665904"/>
            <a:ext cx="1567778" cy="491677"/>
            <a:chOff x="5194708" y="3484366"/>
            <a:chExt cx="3148148" cy="987304"/>
          </a:xfrm>
        </p:grpSpPr>
        <p:grpSp>
          <p:nvGrpSpPr>
            <p:cNvPr id="8038" name="Google Shape;8038;p57"/>
            <p:cNvGrpSpPr/>
            <p:nvPr/>
          </p:nvGrpSpPr>
          <p:grpSpPr>
            <a:xfrm>
              <a:off x="7531521" y="3484366"/>
              <a:ext cx="811335" cy="987304"/>
              <a:chOff x="3379425" y="1617275"/>
              <a:chExt cx="1090650" cy="1327200"/>
            </a:xfrm>
          </p:grpSpPr>
          <p:sp>
            <p:nvSpPr>
              <p:cNvPr id="8039" name="Google Shape;8039;p57"/>
              <p:cNvSpPr/>
              <p:nvPr/>
            </p:nvSpPr>
            <p:spPr>
              <a:xfrm>
                <a:off x="3554475" y="1792400"/>
                <a:ext cx="740475" cy="740375"/>
              </a:xfrm>
              <a:custGeom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57"/>
              <p:cNvSpPr/>
              <p:nvPr/>
            </p:nvSpPr>
            <p:spPr>
              <a:xfrm>
                <a:off x="3379425" y="1617275"/>
                <a:ext cx="1090650" cy="1273950"/>
              </a:xfrm>
              <a:custGeom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5" y="42750"/>
                    </a:cubicBezTo>
                    <a:lnTo>
                      <a:pt x="20935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57"/>
              <p:cNvSpPr/>
              <p:nvPr/>
            </p:nvSpPr>
            <p:spPr>
              <a:xfrm>
                <a:off x="3775050" y="2771175"/>
                <a:ext cx="300875" cy="173300"/>
              </a:xfrm>
              <a:custGeom>
                <a:rect l="l" t="t" r="r" b="b"/>
                <a:pathLst>
                  <a:path w="12035" h="6932" extrusionOk="0">
                    <a:moveTo>
                      <a:pt x="11087" y="1"/>
                    </a:moveTo>
                    <a:cubicBezTo>
                      <a:pt x="10861" y="1"/>
                      <a:pt x="10636" y="87"/>
                      <a:pt x="10465" y="260"/>
                    </a:cubicBezTo>
                    <a:lnTo>
                      <a:pt x="6866" y="3859"/>
                    </a:lnTo>
                    <a:lnTo>
                      <a:pt x="5979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6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3" y="1306"/>
                      <a:pt x="350" y="1636"/>
                    </a:cubicBezTo>
                    <a:lnTo>
                      <a:pt x="5389" y="6675"/>
                    </a:lnTo>
                    <a:cubicBezTo>
                      <a:pt x="5559" y="6846"/>
                      <a:pt x="5784" y="6931"/>
                      <a:pt x="6009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6" y="1250"/>
                      <a:pt x="12034" y="668"/>
                      <a:pt x="11712" y="260"/>
                    </a:cubicBezTo>
                    <a:cubicBezTo>
                      <a:pt x="11539" y="87"/>
                      <a:pt x="11313" y="1"/>
                      <a:pt x="1108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042" name="Google Shape;8042;p57"/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8043" name="Google Shape;8043;p57"/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57"/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57"/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046" name="Google Shape;8046;p57"/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8047" name="Google Shape;8047;p57"/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8" name="Google Shape;8048;p57"/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49" name="Google Shape;8049;p57"/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050" name="Google Shape;8050;p57"/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8051" name="Google Shape;8051;p57"/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57"/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57"/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4" name="Google Shape;8054;p57"/>
          <p:cNvGrpSpPr/>
          <p:nvPr/>
        </p:nvGrpSpPr>
        <p:grpSpPr>
          <a:xfrm>
            <a:off x="3460012" y="3146315"/>
            <a:ext cx="1616964" cy="346256"/>
            <a:chOff x="1808063" y="4294338"/>
            <a:chExt cx="3370782" cy="721817"/>
          </a:xfrm>
        </p:grpSpPr>
        <p:sp>
          <p:nvSpPr>
            <p:cNvPr id="8055" name="Google Shape;8055;p57"/>
            <p:cNvSpPr/>
            <p:nvPr/>
          </p:nvSpPr>
          <p:spPr>
            <a:xfrm>
              <a:off x="1906300" y="4423127"/>
              <a:ext cx="526025" cy="525979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56" name="Google Shape;8056;p57"/>
            <p:cNvSpPr/>
            <p:nvPr/>
          </p:nvSpPr>
          <p:spPr>
            <a:xfrm>
              <a:off x="3795035" y="4655290"/>
              <a:ext cx="721912" cy="360865"/>
            </a:xfrm>
            <a:custGeom>
              <a:rect l="l" t="t" r="r" b="b"/>
              <a:pathLst>
                <a:path w="7903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57" name="Google Shape;8057;p57"/>
            <p:cNvSpPr/>
            <p:nvPr/>
          </p:nvSpPr>
          <p:spPr>
            <a:xfrm>
              <a:off x="3133137" y="4294338"/>
              <a:ext cx="721729" cy="360865"/>
            </a:xfrm>
            <a:custGeom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58" name="Google Shape;8058;p57"/>
            <p:cNvSpPr/>
            <p:nvPr/>
          </p:nvSpPr>
          <p:spPr>
            <a:xfrm>
              <a:off x="1808063" y="4294338"/>
              <a:ext cx="722460" cy="362052"/>
            </a:xfrm>
            <a:custGeom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59" name="Google Shape;8059;p57"/>
            <p:cNvSpPr/>
            <p:nvPr/>
          </p:nvSpPr>
          <p:spPr>
            <a:xfrm>
              <a:off x="2470965" y="4655290"/>
              <a:ext cx="721912" cy="360865"/>
            </a:xfrm>
            <a:custGeom>
              <a:rect l="l" t="t" r="r" b="b"/>
              <a:pathLst>
                <a:path w="7903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0" name="Google Shape;8060;p57"/>
            <p:cNvSpPr/>
            <p:nvPr/>
          </p:nvSpPr>
          <p:spPr>
            <a:xfrm>
              <a:off x="4456385" y="4294338"/>
              <a:ext cx="722460" cy="362052"/>
            </a:xfrm>
            <a:custGeom>
              <a:rect l="l" t="t" r="r" b="b"/>
              <a:pathLst>
                <a:path w="7910" h="3964" extrusionOk="0">
                  <a:moveTo>
                    <a:pt x="3959" y="0"/>
                  </a:moveTo>
                  <a:cubicBezTo>
                    <a:pt x="3955" y="0"/>
                    <a:pt x="3951" y="0"/>
                    <a:pt x="3947" y="0"/>
                  </a:cubicBezTo>
                  <a:cubicBezTo>
                    <a:pt x="1769" y="8"/>
                    <a:pt x="1" y="1786"/>
                    <a:pt x="7" y="3963"/>
                  </a:cubicBezTo>
                  <a:lnTo>
                    <a:pt x="664" y="3962"/>
                  </a:lnTo>
                  <a:cubicBezTo>
                    <a:pt x="658" y="2144"/>
                    <a:pt x="2132" y="661"/>
                    <a:pt x="3948" y="657"/>
                  </a:cubicBezTo>
                  <a:cubicBezTo>
                    <a:pt x="3952" y="657"/>
                    <a:pt x="3956" y="657"/>
                    <a:pt x="3960" y="657"/>
                  </a:cubicBezTo>
                  <a:cubicBezTo>
                    <a:pt x="5772" y="657"/>
                    <a:pt x="7249" y="2127"/>
                    <a:pt x="7255" y="3941"/>
                  </a:cubicBezTo>
                  <a:lnTo>
                    <a:pt x="7257" y="3941"/>
                  </a:lnTo>
                  <a:lnTo>
                    <a:pt x="7910" y="3939"/>
                  </a:lnTo>
                  <a:cubicBezTo>
                    <a:pt x="7908" y="3398"/>
                    <a:pt x="7796" y="2865"/>
                    <a:pt x="7578" y="2370"/>
                  </a:cubicBezTo>
                  <a:cubicBezTo>
                    <a:pt x="6967" y="976"/>
                    <a:pt x="5574" y="0"/>
                    <a:pt x="395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1" name="Google Shape;8061;p57"/>
            <p:cNvSpPr/>
            <p:nvPr/>
          </p:nvSpPr>
          <p:spPr>
            <a:xfrm>
              <a:off x="2568813" y="4351427"/>
              <a:ext cx="526025" cy="525979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2" name="Google Shape;8062;p57"/>
            <p:cNvSpPr/>
            <p:nvPr/>
          </p:nvSpPr>
          <p:spPr>
            <a:xfrm>
              <a:off x="3231883" y="4423127"/>
              <a:ext cx="526025" cy="525979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3" name="Google Shape;8063;p57"/>
            <p:cNvSpPr/>
            <p:nvPr/>
          </p:nvSpPr>
          <p:spPr>
            <a:xfrm>
              <a:off x="3894395" y="4351427"/>
              <a:ext cx="526025" cy="525979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4" name="Google Shape;8064;p57"/>
            <p:cNvSpPr/>
            <p:nvPr/>
          </p:nvSpPr>
          <p:spPr>
            <a:xfrm>
              <a:off x="4560958" y="4423127"/>
              <a:ext cx="526025" cy="525979"/>
            </a:xfrm>
            <a:custGeom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D7DF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065" name="Google Shape;8065;p57"/>
          <p:cNvGrpSpPr/>
          <p:nvPr/>
        </p:nvGrpSpPr>
        <p:grpSpPr>
          <a:xfrm>
            <a:off x="738224" y="3432344"/>
            <a:ext cx="1295882" cy="646587"/>
            <a:chOff x="834100" y="3642869"/>
            <a:chExt cx="1259483" cy="628426"/>
          </a:xfrm>
        </p:grpSpPr>
        <p:sp>
          <p:nvSpPr>
            <p:cNvPr id="8066" name="Google Shape;8066;p57"/>
            <p:cNvSpPr/>
            <p:nvPr/>
          </p:nvSpPr>
          <p:spPr>
            <a:xfrm>
              <a:off x="1557115" y="4061516"/>
              <a:ext cx="127079" cy="163426"/>
            </a:xfrm>
            <a:custGeom>
              <a:rect l="l" t="t" r="r" b="b"/>
              <a:pathLst>
                <a:path w="28816" h="37079" fill="none" extrusionOk="0">
                  <a:moveTo>
                    <a:pt x="28815" y="37078"/>
                  </a:moveTo>
                  <a:lnTo>
                    <a:pt x="17922" y="37078"/>
                  </a:lnTo>
                  <a:cubicBezTo>
                    <a:pt x="14829" y="37078"/>
                    <a:pt x="14212" y="33613"/>
                    <a:pt x="14212" y="33613"/>
                  </a:cubicBezTo>
                  <a:lnTo>
                    <a:pt x="14212" y="10631"/>
                  </a:lnTo>
                  <a:lnTo>
                    <a:pt x="0" y="10631"/>
                  </a:ln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7" name="Google Shape;8067;p57"/>
            <p:cNvSpPr/>
            <p:nvPr/>
          </p:nvSpPr>
          <p:spPr>
            <a:xfrm>
              <a:off x="1847875" y="4224937"/>
              <a:ext cx="161119" cy="4"/>
            </a:xfrm>
            <a:custGeom>
              <a:rect l="l" t="t" r="r" b="b"/>
              <a:pathLst>
                <a:path w="36535" h="1" fill="none" extrusionOk="0">
                  <a:moveTo>
                    <a:pt x="1" y="0"/>
                  </a:moveTo>
                  <a:lnTo>
                    <a:pt x="36535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8" name="Google Shape;8068;p57"/>
            <p:cNvSpPr/>
            <p:nvPr/>
          </p:nvSpPr>
          <p:spPr>
            <a:xfrm>
              <a:off x="1684189" y="4176763"/>
              <a:ext cx="163690" cy="94532"/>
            </a:xfrm>
            <a:custGeom>
              <a:rect l="l" t="t" r="r" b="b"/>
              <a:pathLst>
                <a:path w="37118" h="21448" extrusionOk="0">
                  <a:moveTo>
                    <a:pt x="4950" y="1"/>
                  </a:moveTo>
                  <a:cubicBezTo>
                    <a:pt x="2218" y="1"/>
                    <a:pt x="0" y="2679"/>
                    <a:pt x="0" y="5984"/>
                  </a:cubicBezTo>
                  <a:lnTo>
                    <a:pt x="0" y="15461"/>
                  </a:lnTo>
                  <a:cubicBezTo>
                    <a:pt x="0" y="18766"/>
                    <a:pt x="2218" y="21447"/>
                    <a:pt x="4950" y="21447"/>
                  </a:cubicBezTo>
                  <a:lnTo>
                    <a:pt x="32168" y="21447"/>
                  </a:lnTo>
                  <a:cubicBezTo>
                    <a:pt x="34904" y="21447"/>
                    <a:pt x="37118" y="18766"/>
                    <a:pt x="37118" y="15461"/>
                  </a:cubicBezTo>
                  <a:lnTo>
                    <a:pt x="37118" y="5984"/>
                  </a:lnTo>
                  <a:cubicBezTo>
                    <a:pt x="37118" y="2679"/>
                    <a:pt x="34904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9" name="Google Shape;8069;p57"/>
            <p:cNvSpPr/>
            <p:nvPr/>
          </p:nvSpPr>
          <p:spPr>
            <a:xfrm>
              <a:off x="1246916" y="3961205"/>
              <a:ext cx="77612" cy="4"/>
            </a:xfrm>
            <a:custGeom>
              <a:rect l="l" t="t" r="r" b="b"/>
              <a:pathLst>
                <a:path w="17599" h="1" fill="none" extrusionOk="0">
                  <a:moveTo>
                    <a:pt x="1759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0" name="Google Shape;8070;p57"/>
            <p:cNvSpPr/>
            <p:nvPr/>
          </p:nvSpPr>
          <p:spPr>
            <a:xfrm>
              <a:off x="854078" y="3861292"/>
              <a:ext cx="154429" cy="4"/>
            </a:xfrm>
            <a:custGeom>
              <a:rect l="l" t="t" r="r" b="b"/>
              <a:pathLst>
                <a:path w="35018" h="1" fill="none" extrusionOk="0">
                  <a:moveTo>
                    <a:pt x="35017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1" name="Google Shape;8071;p57"/>
            <p:cNvSpPr/>
            <p:nvPr/>
          </p:nvSpPr>
          <p:spPr>
            <a:xfrm>
              <a:off x="1164630" y="3861309"/>
              <a:ext cx="79574" cy="199792"/>
            </a:xfrm>
            <a:custGeom>
              <a:rect l="l" t="t" r="r" b="b"/>
              <a:pathLst>
                <a:path w="18044" h="45330" fill="none" extrusionOk="0">
                  <a:moveTo>
                    <a:pt x="0" y="45330"/>
                  </a:moveTo>
                  <a:lnTo>
                    <a:pt x="12418" y="45330"/>
                  </a:lnTo>
                  <a:cubicBezTo>
                    <a:pt x="15150" y="45330"/>
                    <a:pt x="18043" y="42619"/>
                    <a:pt x="18043" y="35634"/>
                  </a:cubicBezTo>
                  <a:lnTo>
                    <a:pt x="18043" y="9697"/>
                  </a:lnTo>
                  <a:cubicBezTo>
                    <a:pt x="18043" y="2711"/>
                    <a:pt x="15150" y="1"/>
                    <a:pt x="12418" y="1"/>
                  </a:cubicBezTo>
                  <a:lnTo>
                    <a:pt x="1715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2" name="Google Shape;8072;p57"/>
            <p:cNvSpPr/>
            <p:nvPr/>
          </p:nvSpPr>
          <p:spPr>
            <a:xfrm>
              <a:off x="854078" y="4061097"/>
              <a:ext cx="146866" cy="4"/>
            </a:xfrm>
            <a:custGeom>
              <a:rect l="l" t="t" r="r" b="b"/>
              <a:pathLst>
                <a:path w="33303" h="1" fill="none" extrusionOk="0">
                  <a:moveTo>
                    <a:pt x="1" y="1"/>
                  </a:moveTo>
                  <a:lnTo>
                    <a:pt x="3330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3" name="Google Shape;8073;p57"/>
            <p:cNvSpPr/>
            <p:nvPr/>
          </p:nvSpPr>
          <p:spPr>
            <a:xfrm>
              <a:off x="1000939" y="4005884"/>
              <a:ext cx="163695" cy="94514"/>
            </a:xfrm>
            <a:custGeom>
              <a:rect l="l" t="t" r="r" b="b"/>
              <a:pathLst>
                <a:path w="37119" h="21444" extrusionOk="0">
                  <a:moveTo>
                    <a:pt x="4947" y="1"/>
                  </a:moveTo>
                  <a:cubicBezTo>
                    <a:pt x="2215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5" y="21443"/>
                    <a:pt x="4947" y="21443"/>
                  </a:cubicBezTo>
                  <a:lnTo>
                    <a:pt x="32168" y="21443"/>
                  </a:lnTo>
                  <a:cubicBezTo>
                    <a:pt x="34901" y="21443"/>
                    <a:pt x="37118" y="18766"/>
                    <a:pt x="37118" y="15461"/>
                  </a:cubicBezTo>
                  <a:lnTo>
                    <a:pt x="37118" y="5983"/>
                  </a:lnTo>
                  <a:cubicBezTo>
                    <a:pt x="37118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4" name="Google Shape;8074;p57"/>
            <p:cNvSpPr/>
            <p:nvPr/>
          </p:nvSpPr>
          <p:spPr>
            <a:xfrm>
              <a:off x="1008502" y="3822418"/>
              <a:ext cx="163690" cy="94528"/>
            </a:xfrm>
            <a:custGeom>
              <a:rect l="l" t="t" r="r" b="b"/>
              <a:pathLst>
                <a:path w="37118" h="21447" extrusionOk="0">
                  <a:moveTo>
                    <a:pt x="4951" y="0"/>
                  </a:moveTo>
                  <a:cubicBezTo>
                    <a:pt x="2218" y="0"/>
                    <a:pt x="0" y="2678"/>
                    <a:pt x="0" y="5983"/>
                  </a:cubicBezTo>
                  <a:lnTo>
                    <a:pt x="0" y="15460"/>
                  </a:lnTo>
                  <a:cubicBezTo>
                    <a:pt x="0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0" y="21446"/>
                    <a:pt x="37118" y="18765"/>
                    <a:pt x="37118" y="15460"/>
                  </a:cubicBezTo>
                  <a:lnTo>
                    <a:pt x="37118" y="5983"/>
                  </a:lnTo>
                  <a:cubicBezTo>
                    <a:pt x="37118" y="2678"/>
                    <a:pt x="34900" y="0"/>
                    <a:pt x="3216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5" name="Google Shape;8075;p57"/>
            <p:cNvSpPr/>
            <p:nvPr/>
          </p:nvSpPr>
          <p:spPr>
            <a:xfrm>
              <a:off x="1603156" y="3961205"/>
              <a:ext cx="77612" cy="4"/>
            </a:xfrm>
            <a:custGeom>
              <a:rect l="l" t="t" r="r" b="b"/>
              <a:pathLst>
                <a:path w="17599" h="1" fill="none" extrusionOk="0">
                  <a:moveTo>
                    <a:pt x="1" y="0"/>
                  </a:moveTo>
                  <a:lnTo>
                    <a:pt x="17598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6" name="Google Shape;8076;p57"/>
            <p:cNvSpPr/>
            <p:nvPr/>
          </p:nvSpPr>
          <p:spPr>
            <a:xfrm>
              <a:off x="1926576" y="3861292"/>
              <a:ext cx="144308" cy="4"/>
            </a:xfrm>
            <a:custGeom>
              <a:rect l="l" t="t" r="r" b="b"/>
              <a:pathLst>
                <a:path w="32723" h="1" fill="none" extrusionOk="0">
                  <a:moveTo>
                    <a:pt x="1" y="1"/>
                  </a:moveTo>
                  <a:lnTo>
                    <a:pt x="3272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7" name="Google Shape;8077;p57"/>
            <p:cNvSpPr/>
            <p:nvPr/>
          </p:nvSpPr>
          <p:spPr>
            <a:xfrm>
              <a:off x="1680763" y="3861309"/>
              <a:ext cx="82127" cy="199792"/>
            </a:xfrm>
            <a:custGeom>
              <a:rect l="l" t="t" r="r" b="b"/>
              <a:pathLst>
                <a:path w="18623" h="45330" fill="none" extrusionOk="0">
                  <a:moveTo>
                    <a:pt x="18623" y="45330"/>
                  </a:moveTo>
                  <a:lnTo>
                    <a:pt x="5625" y="45330"/>
                  </a:lnTo>
                  <a:cubicBezTo>
                    <a:pt x="2889" y="45330"/>
                    <a:pt x="0" y="42619"/>
                    <a:pt x="0" y="35634"/>
                  </a:cubicBezTo>
                  <a:lnTo>
                    <a:pt x="0" y="9697"/>
                  </a:lnTo>
                  <a:cubicBezTo>
                    <a:pt x="0" y="2711"/>
                    <a:pt x="2889" y="1"/>
                    <a:pt x="5625" y="1"/>
                  </a:cubicBezTo>
                  <a:lnTo>
                    <a:pt x="18623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8" name="Google Shape;8078;p57"/>
            <p:cNvSpPr/>
            <p:nvPr/>
          </p:nvSpPr>
          <p:spPr>
            <a:xfrm>
              <a:off x="1926576" y="4061097"/>
              <a:ext cx="144308" cy="4"/>
            </a:xfrm>
            <a:custGeom>
              <a:rect l="l" t="t" r="r" b="b"/>
              <a:pathLst>
                <a:path w="32723" h="1" fill="none" extrusionOk="0">
                  <a:moveTo>
                    <a:pt x="32723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79" name="Google Shape;8079;p57"/>
            <p:cNvSpPr/>
            <p:nvPr/>
          </p:nvSpPr>
          <p:spPr>
            <a:xfrm>
              <a:off x="1762436" y="3822418"/>
              <a:ext cx="163677" cy="94528"/>
            </a:xfrm>
            <a:custGeom>
              <a:rect l="l" t="t" r="r" b="b"/>
              <a:pathLst>
                <a:path w="37115" h="21447" extrusionOk="0">
                  <a:moveTo>
                    <a:pt x="4951" y="0"/>
                  </a:moveTo>
                  <a:cubicBezTo>
                    <a:pt x="2215" y="0"/>
                    <a:pt x="1" y="2678"/>
                    <a:pt x="1" y="5983"/>
                  </a:cubicBezTo>
                  <a:lnTo>
                    <a:pt x="1" y="15460"/>
                  </a:lnTo>
                  <a:cubicBezTo>
                    <a:pt x="1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1" y="21446"/>
                    <a:pt x="37115" y="18765"/>
                    <a:pt x="37115" y="15460"/>
                  </a:cubicBezTo>
                  <a:lnTo>
                    <a:pt x="37115" y="5983"/>
                  </a:lnTo>
                  <a:cubicBezTo>
                    <a:pt x="37115" y="2678"/>
                    <a:pt x="34901" y="0"/>
                    <a:pt x="3216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0" name="Google Shape;8080;p57"/>
            <p:cNvSpPr/>
            <p:nvPr/>
          </p:nvSpPr>
          <p:spPr>
            <a:xfrm>
              <a:off x="1762886" y="4005884"/>
              <a:ext cx="163695" cy="94514"/>
            </a:xfrm>
            <a:custGeom>
              <a:rect l="l" t="t" r="r" b="b"/>
              <a:pathLst>
                <a:path w="37119" h="21444" extrusionOk="0">
                  <a:moveTo>
                    <a:pt x="4951" y="1"/>
                  </a:moveTo>
                  <a:cubicBezTo>
                    <a:pt x="2219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9" y="21443"/>
                    <a:pt x="4951" y="21443"/>
                  </a:cubicBezTo>
                  <a:lnTo>
                    <a:pt x="32168" y="21443"/>
                  </a:lnTo>
                  <a:cubicBezTo>
                    <a:pt x="34901" y="21443"/>
                    <a:pt x="37119" y="18766"/>
                    <a:pt x="37119" y="15461"/>
                  </a:cubicBezTo>
                  <a:lnTo>
                    <a:pt x="37119" y="5983"/>
                  </a:lnTo>
                  <a:cubicBezTo>
                    <a:pt x="37119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1" name="Google Shape;8081;p57"/>
            <p:cNvSpPr/>
            <p:nvPr/>
          </p:nvSpPr>
          <p:spPr>
            <a:xfrm>
              <a:off x="1325004" y="3820086"/>
              <a:ext cx="278558" cy="278382"/>
            </a:xfrm>
            <a:custGeom>
              <a:rect l="l" t="t" r="r" b="b"/>
              <a:pathLst>
                <a:path w="63165" h="63160" fill="none" extrusionOk="0">
                  <a:moveTo>
                    <a:pt x="63165" y="31580"/>
                  </a:moveTo>
                  <a:cubicBezTo>
                    <a:pt x="63165" y="49021"/>
                    <a:pt x="49025" y="63161"/>
                    <a:pt x="31585" y="63161"/>
                  </a:cubicBezTo>
                  <a:cubicBezTo>
                    <a:pt x="14140" y="63161"/>
                    <a:pt x="1" y="49021"/>
                    <a:pt x="1" y="31580"/>
                  </a:cubicBezTo>
                  <a:cubicBezTo>
                    <a:pt x="1" y="14140"/>
                    <a:pt x="14140" y="0"/>
                    <a:pt x="31585" y="0"/>
                  </a:cubicBezTo>
                  <a:cubicBezTo>
                    <a:pt x="49025" y="0"/>
                    <a:pt x="63165" y="14140"/>
                    <a:pt x="63165" y="3158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2" name="Google Shape;8082;p57"/>
            <p:cNvSpPr/>
            <p:nvPr/>
          </p:nvSpPr>
          <p:spPr>
            <a:xfrm>
              <a:off x="1235816" y="3689223"/>
              <a:ext cx="134752" cy="171223"/>
            </a:xfrm>
            <a:custGeom>
              <a:rect l="l" t="t" r="r" b="b"/>
              <a:pathLst>
                <a:path w="30556" h="38848" fill="none" extrusionOk="0">
                  <a:moveTo>
                    <a:pt x="1" y="1"/>
                  </a:moveTo>
                  <a:lnTo>
                    <a:pt x="12633" y="1"/>
                  </a:lnTo>
                  <a:cubicBezTo>
                    <a:pt x="15723" y="1"/>
                    <a:pt x="16343" y="3466"/>
                    <a:pt x="16343" y="3466"/>
                  </a:cubicBezTo>
                  <a:lnTo>
                    <a:pt x="16343" y="26448"/>
                  </a:lnTo>
                  <a:lnTo>
                    <a:pt x="30556" y="26448"/>
                  </a:lnTo>
                  <a:lnTo>
                    <a:pt x="30556" y="38848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3" name="Google Shape;8083;p57"/>
            <p:cNvSpPr/>
            <p:nvPr/>
          </p:nvSpPr>
          <p:spPr>
            <a:xfrm>
              <a:off x="910512" y="3689223"/>
              <a:ext cx="161618" cy="4"/>
            </a:xfrm>
            <a:custGeom>
              <a:rect l="l" t="t" r="r" b="b"/>
              <a:pathLst>
                <a:path w="36648" h="1" fill="none" extrusionOk="0">
                  <a:moveTo>
                    <a:pt x="36648" y="1"/>
                  </a:move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4" name="Google Shape;8084;p57"/>
            <p:cNvSpPr/>
            <p:nvPr/>
          </p:nvSpPr>
          <p:spPr>
            <a:xfrm>
              <a:off x="1072126" y="3642869"/>
              <a:ext cx="163695" cy="94532"/>
            </a:xfrm>
            <a:custGeom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82"/>
                    <a:pt x="1" y="5987"/>
                  </a:cubicBezTo>
                  <a:lnTo>
                    <a:pt x="1" y="15464"/>
                  </a:lnTo>
                  <a:cubicBezTo>
                    <a:pt x="1" y="18769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9"/>
                    <a:pt x="37119" y="15464"/>
                  </a:cubicBezTo>
                  <a:lnTo>
                    <a:pt x="37119" y="5987"/>
                  </a:lnTo>
                  <a:cubicBezTo>
                    <a:pt x="37119" y="2682"/>
                    <a:pt x="34904" y="1"/>
                    <a:pt x="321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5" name="Google Shape;8085;p57"/>
            <p:cNvSpPr/>
            <p:nvPr/>
          </p:nvSpPr>
          <p:spPr>
            <a:xfrm>
              <a:off x="1235913" y="4073301"/>
              <a:ext cx="134655" cy="151640"/>
            </a:xfrm>
            <a:custGeom>
              <a:rect l="l" t="t" r="r" b="b"/>
              <a:pathLst>
                <a:path w="30534" h="34405" fill="none" extrusionOk="0">
                  <a:moveTo>
                    <a:pt x="0" y="34404"/>
                  </a:moveTo>
                  <a:lnTo>
                    <a:pt x="12611" y="34404"/>
                  </a:lnTo>
                  <a:cubicBezTo>
                    <a:pt x="15705" y="34404"/>
                    <a:pt x="16325" y="30939"/>
                    <a:pt x="16325" y="30939"/>
                  </a:cubicBezTo>
                  <a:lnTo>
                    <a:pt x="16325" y="7957"/>
                  </a:lnTo>
                  <a:lnTo>
                    <a:pt x="30534" y="7957"/>
                  </a:lnTo>
                  <a:lnTo>
                    <a:pt x="30534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6" name="Google Shape;8086;p57"/>
            <p:cNvSpPr/>
            <p:nvPr/>
          </p:nvSpPr>
          <p:spPr>
            <a:xfrm>
              <a:off x="910512" y="4224937"/>
              <a:ext cx="161618" cy="4"/>
            </a:xfrm>
            <a:custGeom>
              <a:rect l="l" t="t" r="r" b="b"/>
              <a:pathLst>
                <a:path w="36648" h="1" fill="none" extrusionOk="0">
                  <a:moveTo>
                    <a:pt x="36648" y="0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7" name="Google Shape;8087;p57"/>
            <p:cNvSpPr/>
            <p:nvPr/>
          </p:nvSpPr>
          <p:spPr>
            <a:xfrm>
              <a:off x="1072126" y="4176763"/>
              <a:ext cx="163695" cy="94532"/>
            </a:xfrm>
            <a:custGeom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79"/>
                    <a:pt x="1" y="5984"/>
                  </a:cubicBezTo>
                  <a:lnTo>
                    <a:pt x="1" y="15461"/>
                  </a:lnTo>
                  <a:cubicBezTo>
                    <a:pt x="1" y="18766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6"/>
                    <a:pt x="37119" y="15461"/>
                  </a:cubicBezTo>
                  <a:lnTo>
                    <a:pt x="37119" y="5984"/>
                  </a:lnTo>
                  <a:cubicBezTo>
                    <a:pt x="37119" y="2679"/>
                    <a:pt x="34904" y="1"/>
                    <a:pt x="3217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8" name="Google Shape;8088;p57"/>
            <p:cNvSpPr/>
            <p:nvPr/>
          </p:nvSpPr>
          <p:spPr>
            <a:xfrm>
              <a:off x="1562328" y="3689223"/>
              <a:ext cx="128816" cy="171223"/>
            </a:xfrm>
            <a:custGeom>
              <a:rect l="l" t="t" r="r" b="b"/>
              <a:pathLst>
                <a:path w="29209" h="38848" fill="none" extrusionOk="0">
                  <a:moveTo>
                    <a:pt x="29209" y="1"/>
                  </a:moveTo>
                  <a:lnTo>
                    <a:pt x="17922" y="1"/>
                  </a:lnTo>
                  <a:cubicBezTo>
                    <a:pt x="14829" y="1"/>
                    <a:pt x="14209" y="3466"/>
                    <a:pt x="14209" y="3466"/>
                  </a:cubicBezTo>
                  <a:lnTo>
                    <a:pt x="14209" y="26448"/>
                  </a:lnTo>
                  <a:lnTo>
                    <a:pt x="0" y="26448"/>
                  </a:lnTo>
                  <a:lnTo>
                    <a:pt x="0" y="38848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9" name="Google Shape;8089;p57"/>
            <p:cNvSpPr/>
            <p:nvPr/>
          </p:nvSpPr>
          <p:spPr>
            <a:xfrm>
              <a:off x="1854826" y="3689223"/>
              <a:ext cx="154169" cy="4"/>
            </a:xfrm>
            <a:custGeom>
              <a:rect l="l" t="t" r="r" b="b"/>
              <a:pathLst>
                <a:path w="34959" h="1" fill="none" extrusionOk="0">
                  <a:moveTo>
                    <a:pt x="1" y="1"/>
                  </a:moveTo>
                  <a:lnTo>
                    <a:pt x="34959" y="1"/>
                  </a:lnTo>
                </a:path>
              </a:pathLst>
            </a:custGeom>
            <a:noFill/>
            <a:ln w="9525" cap="rnd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90" name="Google Shape;8090;p57"/>
            <p:cNvSpPr/>
            <p:nvPr/>
          </p:nvSpPr>
          <p:spPr>
            <a:xfrm>
              <a:off x="1691140" y="3642869"/>
              <a:ext cx="163690" cy="94532"/>
            </a:xfrm>
            <a:custGeom>
              <a:rect l="l" t="t" r="r" b="b"/>
              <a:pathLst>
                <a:path w="37118" h="21448" extrusionOk="0">
                  <a:moveTo>
                    <a:pt x="4947" y="1"/>
                  </a:moveTo>
                  <a:cubicBezTo>
                    <a:pt x="2214" y="1"/>
                    <a:pt x="0" y="2682"/>
                    <a:pt x="0" y="5987"/>
                  </a:cubicBezTo>
                  <a:lnTo>
                    <a:pt x="0" y="15464"/>
                  </a:lnTo>
                  <a:cubicBezTo>
                    <a:pt x="0" y="18769"/>
                    <a:pt x="2214" y="21447"/>
                    <a:pt x="4950" y="21447"/>
                  </a:cubicBezTo>
                  <a:lnTo>
                    <a:pt x="32168" y="21447"/>
                  </a:lnTo>
                  <a:cubicBezTo>
                    <a:pt x="34900" y="21447"/>
                    <a:pt x="37118" y="18769"/>
                    <a:pt x="37118" y="15464"/>
                  </a:cubicBezTo>
                  <a:lnTo>
                    <a:pt x="37118" y="5987"/>
                  </a:lnTo>
                  <a:cubicBezTo>
                    <a:pt x="37118" y="2682"/>
                    <a:pt x="34900" y="1"/>
                    <a:pt x="321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091" name="Google Shape;8091;p57"/>
            <p:cNvGrpSpPr/>
            <p:nvPr/>
          </p:nvGrpSpPr>
          <p:grpSpPr>
            <a:xfrm>
              <a:off x="1360364" y="3847835"/>
              <a:ext cx="208119" cy="224359"/>
              <a:chOff x="1360769" y="3847100"/>
              <a:chExt cx="208119" cy="224359"/>
            </a:xfrm>
          </p:grpSpPr>
          <p:sp>
            <p:nvSpPr>
              <p:cNvPr id="8092" name="Google Shape;8092;p57"/>
              <p:cNvSpPr/>
              <p:nvPr/>
            </p:nvSpPr>
            <p:spPr>
              <a:xfrm>
                <a:off x="1360769" y="3847113"/>
                <a:ext cx="99163" cy="224346"/>
              </a:xfrm>
              <a:custGeom>
                <a:rect l="l" t="t" r="r" b="b"/>
                <a:pathLst>
                  <a:path w="22486" h="50901" fill="none" extrusionOk="0">
                    <a:moveTo>
                      <a:pt x="22384" y="2729"/>
                    </a:moveTo>
                    <a:cubicBezTo>
                      <a:pt x="22333" y="2383"/>
                      <a:pt x="22249" y="2040"/>
                      <a:pt x="22128" y="1711"/>
                    </a:cubicBezTo>
                    <a:cubicBezTo>
                      <a:pt x="21742" y="675"/>
                      <a:pt x="20979" y="1"/>
                      <a:pt x="19582" y="1"/>
                    </a:cubicBezTo>
                    <a:cubicBezTo>
                      <a:pt x="17966" y="1"/>
                      <a:pt x="17204" y="913"/>
                      <a:pt x="16883" y="2229"/>
                    </a:cubicBezTo>
                    <a:cubicBezTo>
                      <a:pt x="13443" y="1682"/>
                      <a:pt x="10331" y="4356"/>
                      <a:pt x="10353" y="7840"/>
                    </a:cubicBezTo>
                    <a:cubicBezTo>
                      <a:pt x="10353" y="7997"/>
                      <a:pt x="10364" y="8150"/>
                      <a:pt x="10378" y="8300"/>
                    </a:cubicBezTo>
                    <a:cubicBezTo>
                      <a:pt x="7945" y="7307"/>
                      <a:pt x="5147" y="7957"/>
                      <a:pt x="3404" y="9923"/>
                    </a:cubicBezTo>
                    <a:cubicBezTo>
                      <a:pt x="1660" y="11889"/>
                      <a:pt x="1343" y="14742"/>
                      <a:pt x="2616" y="17040"/>
                    </a:cubicBezTo>
                    <a:cubicBezTo>
                      <a:pt x="930" y="18382"/>
                      <a:pt x="0" y="20454"/>
                      <a:pt x="120" y="22607"/>
                    </a:cubicBezTo>
                    <a:cubicBezTo>
                      <a:pt x="241" y="24755"/>
                      <a:pt x="1394" y="26714"/>
                      <a:pt x="3218" y="27860"/>
                    </a:cubicBezTo>
                    <a:cubicBezTo>
                      <a:pt x="748" y="30913"/>
                      <a:pt x="1707" y="35462"/>
                      <a:pt x="5202" y="37260"/>
                    </a:cubicBezTo>
                    <a:cubicBezTo>
                      <a:pt x="5173" y="37490"/>
                      <a:pt x="5162" y="37720"/>
                      <a:pt x="5162" y="37954"/>
                    </a:cubicBezTo>
                    <a:cubicBezTo>
                      <a:pt x="5162" y="40832"/>
                      <a:pt x="7125" y="43243"/>
                      <a:pt x="9784" y="43943"/>
                    </a:cubicBezTo>
                    <a:cubicBezTo>
                      <a:pt x="10776" y="46782"/>
                      <a:pt x="13818" y="48350"/>
                      <a:pt x="16708" y="47511"/>
                    </a:cubicBezTo>
                    <a:cubicBezTo>
                      <a:pt x="16835" y="49437"/>
                      <a:pt x="17525" y="50900"/>
                      <a:pt x="19582" y="50900"/>
                    </a:cubicBezTo>
                    <a:cubicBezTo>
                      <a:pt x="22482" y="50900"/>
                      <a:pt x="22439" y="48390"/>
                      <a:pt x="22482" y="48401"/>
                    </a:cubicBezTo>
                    <a:cubicBezTo>
                      <a:pt x="22486" y="48401"/>
                      <a:pt x="22417" y="2722"/>
                      <a:pt x="22384" y="27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9E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57"/>
              <p:cNvSpPr/>
              <p:nvPr/>
            </p:nvSpPr>
            <p:spPr>
              <a:xfrm>
                <a:off x="1418941" y="3907967"/>
                <a:ext cx="40718" cy="51312"/>
              </a:xfrm>
              <a:custGeom>
                <a:rect l="l" t="t" r="r" b="b"/>
                <a:pathLst>
                  <a:path w="9233" h="11642" fill="none" extrusionOk="0">
                    <a:moveTo>
                      <a:pt x="9233" y="1"/>
                    </a:moveTo>
                    <a:cubicBezTo>
                      <a:pt x="9233" y="1"/>
                      <a:pt x="0" y="570"/>
                      <a:pt x="2586" y="1164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57"/>
              <p:cNvSpPr/>
              <p:nvPr/>
            </p:nvSpPr>
            <p:spPr>
              <a:xfrm>
                <a:off x="1432983" y="3877824"/>
                <a:ext cx="26566" cy="25035"/>
              </a:xfrm>
              <a:custGeom>
                <a:rect l="l" t="t" r="r" b="b"/>
                <a:pathLst>
                  <a:path w="6024" h="5680" fill="none" extrusionOk="0">
                    <a:moveTo>
                      <a:pt x="1" y="1795"/>
                    </a:moveTo>
                    <a:cubicBezTo>
                      <a:pt x="1" y="1795"/>
                      <a:pt x="6023" y="0"/>
                      <a:pt x="6023" y="5680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57"/>
              <p:cNvSpPr/>
              <p:nvPr/>
            </p:nvSpPr>
            <p:spPr>
              <a:xfrm>
                <a:off x="1406421" y="3881663"/>
                <a:ext cx="8727" cy="21196"/>
              </a:xfrm>
              <a:custGeom>
                <a:rect l="l" t="t" r="r" b="b"/>
                <a:pathLst>
                  <a:path w="1979" h="4809" fill="none" extrusionOk="0">
                    <a:moveTo>
                      <a:pt x="1" y="1"/>
                    </a:moveTo>
                    <a:cubicBezTo>
                      <a:pt x="1" y="1"/>
                      <a:pt x="1" y="2730"/>
                      <a:pt x="1978" y="4809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57"/>
              <p:cNvSpPr/>
              <p:nvPr/>
            </p:nvSpPr>
            <p:spPr>
              <a:xfrm>
                <a:off x="1372301" y="3910479"/>
                <a:ext cx="51967" cy="15131"/>
              </a:xfrm>
              <a:custGeom>
                <a:rect l="l" t="t" r="r" b="b"/>
                <a:pathLst>
                  <a:path w="11784" h="3433" fill="none" extrusionOk="0">
                    <a:moveTo>
                      <a:pt x="1" y="2663"/>
                    </a:moveTo>
                    <a:cubicBezTo>
                      <a:pt x="3364" y="0"/>
                      <a:pt x="6622" y="3433"/>
                      <a:pt x="6622" y="3433"/>
                    </a:cubicBezTo>
                    <a:cubicBezTo>
                      <a:pt x="6622" y="3433"/>
                      <a:pt x="7307" y="387"/>
                      <a:pt x="11783" y="1653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57"/>
              <p:cNvSpPr/>
              <p:nvPr/>
            </p:nvSpPr>
            <p:spPr>
              <a:xfrm>
                <a:off x="1383436" y="3963823"/>
                <a:ext cx="27351" cy="50572"/>
              </a:xfrm>
              <a:custGeom>
                <a:rect l="l" t="t" r="r" b="b"/>
                <a:pathLst>
                  <a:path w="6202" h="11474" fill="none" extrusionOk="0">
                    <a:moveTo>
                      <a:pt x="22" y="11474"/>
                    </a:moveTo>
                    <a:cubicBezTo>
                      <a:pt x="22" y="11474"/>
                      <a:pt x="0" y="5735"/>
                      <a:pt x="4440" y="6297"/>
                    </a:cubicBezTo>
                    <a:cubicBezTo>
                      <a:pt x="4440" y="6297"/>
                      <a:pt x="2134" y="3149"/>
                      <a:pt x="6202" y="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57"/>
              <p:cNvSpPr/>
              <p:nvPr/>
            </p:nvSpPr>
            <p:spPr>
              <a:xfrm>
                <a:off x="1398461" y="4014391"/>
                <a:ext cx="12132" cy="31518"/>
              </a:xfrm>
              <a:custGeom>
                <a:rect l="l" t="t" r="r" b="b"/>
                <a:pathLst>
                  <a:path w="2751" h="7151" fill="none" extrusionOk="0">
                    <a:moveTo>
                      <a:pt x="2751" y="1"/>
                    </a:moveTo>
                    <a:cubicBezTo>
                      <a:pt x="2751" y="1"/>
                      <a:pt x="0" y="2963"/>
                      <a:pt x="1806" y="715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57"/>
              <p:cNvSpPr/>
              <p:nvPr/>
            </p:nvSpPr>
            <p:spPr>
              <a:xfrm>
                <a:off x="1424264" y="4012138"/>
                <a:ext cx="35284" cy="21165"/>
              </a:xfrm>
              <a:custGeom>
                <a:rect l="l" t="t" r="r" b="b"/>
                <a:pathLst>
                  <a:path w="8001" h="4802" fill="none" extrusionOk="0">
                    <a:moveTo>
                      <a:pt x="8000" y="512"/>
                    </a:moveTo>
                    <a:cubicBezTo>
                      <a:pt x="3783" y="1"/>
                      <a:pt x="1978" y="4087"/>
                      <a:pt x="1978" y="4087"/>
                    </a:cubicBezTo>
                    <a:cubicBezTo>
                      <a:pt x="1978" y="4087"/>
                      <a:pt x="858" y="3598"/>
                      <a:pt x="0" y="4802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57"/>
              <p:cNvSpPr/>
              <p:nvPr/>
            </p:nvSpPr>
            <p:spPr>
              <a:xfrm>
                <a:off x="1397156" y="3942280"/>
                <a:ext cx="31183" cy="17449"/>
              </a:xfrm>
              <a:custGeom>
                <a:rect l="l" t="t" r="r" b="b"/>
                <a:pathLst>
                  <a:path w="7070" h="3959" fill="none" extrusionOk="0">
                    <a:moveTo>
                      <a:pt x="7070" y="1"/>
                    </a:moveTo>
                    <a:cubicBezTo>
                      <a:pt x="7070" y="1"/>
                      <a:pt x="2802" y="3959"/>
                      <a:pt x="1" y="1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57"/>
              <p:cNvSpPr/>
              <p:nvPr/>
            </p:nvSpPr>
            <p:spPr>
              <a:xfrm>
                <a:off x="1428334" y="3973727"/>
                <a:ext cx="31214" cy="15378"/>
              </a:xfrm>
              <a:custGeom>
                <a:rect l="l" t="t" r="r" b="b"/>
                <a:pathLst>
                  <a:path w="7078" h="3488" fill="none" extrusionOk="0">
                    <a:moveTo>
                      <a:pt x="0" y="1125"/>
                    </a:moveTo>
                    <a:cubicBezTo>
                      <a:pt x="0" y="1125"/>
                      <a:pt x="4411" y="1"/>
                      <a:pt x="7077" y="3488"/>
                    </a:cubicBezTo>
                  </a:path>
                </a:pathLst>
              </a:custGeom>
              <a:noFill/>
              <a:ln w="95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57"/>
              <p:cNvSpPr/>
              <p:nvPr/>
            </p:nvSpPr>
            <p:spPr>
              <a:xfrm>
                <a:off x="1468924" y="3907967"/>
                <a:ext cx="40704" cy="51312"/>
              </a:xfrm>
              <a:custGeom>
                <a:rect l="l" t="t" r="r" b="b"/>
                <a:pathLst>
                  <a:path w="9230" h="11642" fill="none" extrusionOk="0">
                    <a:moveTo>
                      <a:pt x="0" y="1"/>
                    </a:moveTo>
                    <a:cubicBezTo>
                      <a:pt x="0" y="1"/>
                      <a:pt x="9229" y="570"/>
                      <a:pt x="6647" y="1164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57"/>
              <p:cNvSpPr/>
              <p:nvPr/>
            </p:nvSpPr>
            <p:spPr>
              <a:xfrm>
                <a:off x="1469021" y="3877824"/>
                <a:ext cx="26561" cy="25035"/>
              </a:xfrm>
              <a:custGeom>
                <a:rect l="l" t="t" r="r" b="b"/>
                <a:pathLst>
                  <a:path w="6023" h="5680" fill="none" extrusionOk="0">
                    <a:moveTo>
                      <a:pt x="6023" y="1795"/>
                    </a:moveTo>
                    <a:cubicBezTo>
                      <a:pt x="6023" y="1795"/>
                      <a:pt x="0" y="0"/>
                      <a:pt x="0" y="5680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57"/>
              <p:cNvSpPr/>
              <p:nvPr/>
            </p:nvSpPr>
            <p:spPr>
              <a:xfrm>
                <a:off x="1513434" y="3881663"/>
                <a:ext cx="8710" cy="21196"/>
              </a:xfrm>
              <a:custGeom>
                <a:rect l="l" t="t" r="r" b="b"/>
                <a:pathLst>
                  <a:path w="1975" h="4809" fill="none" extrusionOk="0">
                    <a:moveTo>
                      <a:pt x="1975" y="1"/>
                    </a:moveTo>
                    <a:cubicBezTo>
                      <a:pt x="1975" y="1"/>
                      <a:pt x="1975" y="2730"/>
                      <a:pt x="1" y="4809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57"/>
              <p:cNvSpPr/>
              <p:nvPr/>
            </p:nvSpPr>
            <p:spPr>
              <a:xfrm>
                <a:off x="1517778" y="3963823"/>
                <a:ext cx="27355" cy="50572"/>
              </a:xfrm>
              <a:custGeom>
                <a:rect l="l" t="t" r="r" b="b"/>
                <a:pathLst>
                  <a:path w="6203" h="11474" fill="none" extrusionOk="0">
                    <a:moveTo>
                      <a:pt x="6181" y="11474"/>
                    </a:moveTo>
                    <a:cubicBezTo>
                      <a:pt x="6181" y="11474"/>
                      <a:pt x="6202" y="5735"/>
                      <a:pt x="1767" y="6297"/>
                    </a:cubicBezTo>
                    <a:cubicBezTo>
                      <a:pt x="1767" y="6297"/>
                      <a:pt x="4068" y="3149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6" name="Google Shape;8106;p57"/>
              <p:cNvSpPr/>
              <p:nvPr/>
            </p:nvSpPr>
            <p:spPr>
              <a:xfrm>
                <a:off x="1517990" y="4014391"/>
                <a:ext cx="12119" cy="31518"/>
              </a:xfrm>
              <a:custGeom>
                <a:rect l="l" t="t" r="r" b="b"/>
                <a:pathLst>
                  <a:path w="2748" h="7151" fill="none" extrusionOk="0">
                    <a:moveTo>
                      <a:pt x="0" y="1"/>
                    </a:moveTo>
                    <a:cubicBezTo>
                      <a:pt x="0" y="1"/>
                      <a:pt x="2747" y="2963"/>
                      <a:pt x="942" y="715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7" name="Google Shape;8107;p57"/>
              <p:cNvSpPr/>
              <p:nvPr/>
            </p:nvSpPr>
            <p:spPr>
              <a:xfrm>
                <a:off x="1469021" y="4012138"/>
                <a:ext cx="35298" cy="21165"/>
              </a:xfrm>
              <a:custGeom>
                <a:rect l="l" t="t" r="r" b="b"/>
                <a:pathLst>
                  <a:path w="8004" h="4802" fill="none" extrusionOk="0">
                    <a:moveTo>
                      <a:pt x="0" y="512"/>
                    </a:moveTo>
                    <a:cubicBezTo>
                      <a:pt x="4217" y="1"/>
                      <a:pt x="6023" y="4087"/>
                      <a:pt x="6023" y="4087"/>
                    </a:cubicBezTo>
                    <a:cubicBezTo>
                      <a:pt x="6023" y="4087"/>
                      <a:pt x="7143" y="3598"/>
                      <a:pt x="8004" y="4802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57"/>
              <p:cNvSpPr/>
              <p:nvPr/>
            </p:nvSpPr>
            <p:spPr>
              <a:xfrm>
                <a:off x="1500244" y="3942280"/>
                <a:ext cx="31183" cy="17449"/>
              </a:xfrm>
              <a:custGeom>
                <a:rect l="l" t="t" r="r" b="b"/>
                <a:pathLst>
                  <a:path w="7070" h="3959" fill="none" extrusionOk="0">
                    <a:moveTo>
                      <a:pt x="1" y="1"/>
                    </a:moveTo>
                    <a:cubicBezTo>
                      <a:pt x="1" y="1"/>
                      <a:pt x="4265" y="3959"/>
                      <a:pt x="7070" y="1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57"/>
              <p:cNvSpPr/>
              <p:nvPr/>
            </p:nvSpPr>
            <p:spPr>
              <a:xfrm>
                <a:off x="1469021" y="3973727"/>
                <a:ext cx="31227" cy="15378"/>
              </a:xfrm>
              <a:custGeom>
                <a:rect l="l" t="t" r="r" b="b"/>
                <a:pathLst>
                  <a:path w="7081" h="3488" fill="none" extrusionOk="0">
                    <a:moveTo>
                      <a:pt x="7081" y="1125"/>
                    </a:moveTo>
                    <a:cubicBezTo>
                      <a:pt x="7081" y="1125"/>
                      <a:pt x="2670" y="1"/>
                      <a:pt x="0" y="3488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57"/>
              <p:cNvSpPr/>
              <p:nvPr/>
            </p:nvSpPr>
            <p:spPr>
              <a:xfrm>
                <a:off x="1504314" y="3910479"/>
                <a:ext cx="51950" cy="15131"/>
              </a:xfrm>
              <a:custGeom>
                <a:rect l="l" t="t" r="r" b="b"/>
                <a:pathLst>
                  <a:path w="11780" h="3433" fill="none" extrusionOk="0">
                    <a:moveTo>
                      <a:pt x="11780" y="2663"/>
                    </a:moveTo>
                    <a:cubicBezTo>
                      <a:pt x="8420" y="0"/>
                      <a:pt x="5162" y="3433"/>
                      <a:pt x="5162" y="3433"/>
                    </a:cubicBezTo>
                    <a:cubicBezTo>
                      <a:pt x="5162" y="3433"/>
                      <a:pt x="4473" y="387"/>
                      <a:pt x="1" y="1653"/>
                    </a:cubicBezTo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57"/>
              <p:cNvSpPr/>
              <p:nvPr/>
            </p:nvSpPr>
            <p:spPr>
              <a:xfrm>
                <a:off x="1469738" y="3847100"/>
                <a:ext cx="99150" cy="224346"/>
              </a:xfrm>
              <a:custGeom>
                <a:rect l="l" t="t" r="r" b="b"/>
                <a:pathLst>
                  <a:path w="22483" h="50901" fill="none" extrusionOk="0">
                    <a:moveTo>
                      <a:pt x="99" y="2729"/>
                    </a:moveTo>
                    <a:cubicBezTo>
                      <a:pt x="150" y="2383"/>
                      <a:pt x="237" y="2040"/>
                      <a:pt x="354" y="1711"/>
                    </a:cubicBezTo>
                    <a:cubicBezTo>
                      <a:pt x="744" y="675"/>
                      <a:pt x="1503" y="1"/>
                      <a:pt x="2900" y="1"/>
                    </a:cubicBezTo>
                    <a:cubicBezTo>
                      <a:pt x="4516" y="1"/>
                      <a:pt x="5282" y="913"/>
                      <a:pt x="5600" y="2229"/>
                    </a:cubicBezTo>
                    <a:cubicBezTo>
                      <a:pt x="9040" y="1682"/>
                      <a:pt x="12151" y="4356"/>
                      <a:pt x="12130" y="7840"/>
                    </a:cubicBezTo>
                    <a:cubicBezTo>
                      <a:pt x="12130" y="7997"/>
                      <a:pt x="12119" y="8150"/>
                      <a:pt x="12108" y="8300"/>
                    </a:cubicBezTo>
                    <a:cubicBezTo>
                      <a:pt x="14541" y="7307"/>
                      <a:pt x="17335" y="7957"/>
                      <a:pt x="19082" y="9923"/>
                    </a:cubicBezTo>
                    <a:cubicBezTo>
                      <a:pt x="20826" y="11889"/>
                      <a:pt x="21140" y="14742"/>
                      <a:pt x="19867" y="17040"/>
                    </a:cubicBezTo>
                    <a:cubicBezTo>
                      <a:pt x="21552" y="18379"/>
                      <a:pt x="22482" y="20454"/>
                      <a:pt x="22362" y="22603"/>
                    </a:cubicBezTo>
                    <a:cubicBezTo>
                      <a:pt x="22242" y="24755"/>
                      <a:pt x="21089" y="26714"/>
                      <a:pt x="19265" y="27860"/>
                    </a:cubicBezTo>
                    <a:cubicBezTo>
                      <a:pt x="20440" y="29308"/>
                      <a:pt x="20896" y="31205"/>
                      <a:pt x="20512" y="33029"/>
                    </a:cubicBezTo>
                    <a:cubicBezTo>
                      <a:pt x="20126" y="34853"/>
                      <a:pt x="18940" y="36407"/>
                      <a:pt x="17284" y="37257"/>
                    </a:cubicBezTo>
                    <a:cubicBezTo>
                      <a:pt x="17310" y="37487"/>
                      <a:pt x="17321" y="37720"/>
                      <a:pt x="17324" y="37950"/>
                    </a:cubicBezTo>
                    <a:cubicBezTo>
                      <a:pt x="17321" y="40766"/>
                      <a:pt x="15420" y="43225"/>
                      <a:pt x="12699" y="43940"/>
                    </a:cubicBezTo>
                    <a:cubicBezTo>
                      <a:pt x="11710" y="46782"/>
                      <a:pt x="8664" y="48350"/>
                      <a:pt x="5778" y="47507"/>
                    </a:cubicBezTo>
                    <a:cubicBezTo>
                      <a:pt x="5647" y="49434"/>
                      <a:pt x="4958" y="50900"/>
                      <a:pt x="2900" y="50900"/>
                    </a:cubicBezTo>
                    <a:cubicBezTo>
                      <a:pt x="0" y="50900"/>
                      <a:pt x="40" y="48390"/>
                      <a:pt x="0" y="48401"/>
                    </a:cubicBezTo>
                    <a:cubicBezTo>
                      <a:pt x="0" y="48401"/>
                      <a:pt x="69" y="2722"/>
                      <a:pt x="99" y="272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0566D"/>
                </a:solidFill>
                <a:prstDash val="solid"/>
                <a:miter lim="36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112" name="Google Shape;8112;p57"/>
            <p:cNvSpPr/>
            <p:nvPr/>
          </p:nvSpPr>
          <p:spPr>
            <a:xfrm>
              <a:off x="2008060" y="4212384"/>
              <a:ext cx="24537" cy="23585"/>
            </a:xfrm>
            <a:custGeom>
              <a:rect l="l" t="t" r="r" b="b"/>
              <a:pathLst>
                <a:path w="5564" h="5351" extrusionOk="0">
                  <a:moveTo>
                    <a:pt x="2887" y="0"/>
                  </a:moveTo>
                  <a:cubicBezTo>
                    <a:pt x="2190" y="0"/>
                    <a:pt x="1506" y="271"/>
                    <a:pt x="996" y="783"/>
                  </a:cubicBezTo>
                  <a:cubicBezTo>
                    <a:pt x="230" y="1550"/>
                    <a:pt x="0" y="2699"/>
                    <a:pt x="416" y="3698"/>
                  </a:cubicBezTo>
                  <a:cubicBezTo>
                    <a:pt x="828" y="4698"/>
                    <a:pt x="1806" y="5351"/>
                    <a:pt x="2886" y="5351"/>
                  </a:cubicBezTo>
                  <a:cubicBezTo>
                    <a:pt x="4363" y="5351"/>
                    <a:pt x="5560" y="4150"/>
                    <a:pt x="5563" y="2677"/>
                  </a:cubicBezTo>
                  <a:cubicBezTo>
                    <a:pt x="5560" y="1593"/>
                    <a:pt x="4911" y="619"/>
                    <a:pt x="3911" y="203"/>
                  </a:cubicBezTo>
                  <a:cubicBezTo>
                    <a:pt x="3580" y="67"/>
                    <a:pt x="3232" y="0"/>
                    <a:pt x="2887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3" name="Google Shape;8113;p57"/>
            <p:cNvSpPr/>
            <p:nvPr/>
          </p:nvSpPr>
          <p:spPr>
            <a:xfrm>
              <a:off x="1545645" y="4049730"/>
              <a:ext cx="24520" cy="23576"/>
            </a:xfrm>
            <a:custGeom>
              <a:rect l="l" t="t" r="r" b="b"/>
              <a:pathLst>
                <a:path w="5560" h="5349" extrusionOk="0">
                  <a:moveTo>
                    <a:pt x="2886" y="1"/>
                  </a:moveTo>
                  <a:cubicBezTo>
                    <a:pt x="1806" y="1"/>
                    <a:pt x="828" y="654"/>
                    <a:pt x="416" y="1653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7"/>
                    <a:pt x="2190" y="5349"/>
                    <a:pt x="2886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5"/>
                  </a:cubicBezTo>
                  <a:cubicBezTo>
                    <a:pt x="5560" y="1197"/>
                    <a:pt x="4363" y="1"/>
                    <a:pt x="28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4" name="Google Shape;8114;p57"/>
            <p:cNvSpPr/>
            <p:nvPr/>
          </p:nvSpPr>
          <p:spPr>
            <a:xfrm>
              <a:off x="1231521" y="3947489"/>
              <a:ext cx="24524" cy="23576"/>
            </a:xfrm>
            <a:custGeom>
              <a:rect l="l" t="t" r="r" b="b"/>
              <a:pathLst>
                <a:path w="5561" h="5349" extrusionOk="0">
                  <a:moveTo>
                    <a:pt x="2886" y="1"/>
                  </a:moveTo>
                  <a:cubicBezTo>
                    <a:pt x="1803" y="1"/>
                    <a:pt x="829" y="650"/>
                    <a:pt x="413" y="1649"/>
                  </a:cubicBezTo>
                  <a:cubicBezTo>
                    <a:pt x="1" y="2649"/>
                    <a:pt x="227" y="3798"/>
                    <a:pt x="993" y="4564"/>
                  </a:cubicBezTo>
                  <a:cubicBezTo>
                    <a:pt x="1505" y="5076"/>
                    <a:pt x="2189" y="5349"/>
                    <a:pt x="2884" y="5349"/>
                  </a:cubicBezTo>
                  <a:cubicBezTo>
                    <a:pt x="3229" y="5349"/>
                    <a:pt x="3576" y="5282"/>
                    <a:pt x="3908" y="5144"/>
                  </a:cubicBezTo>
                  <a:cubicBezTo>
                    <a:pt x="4907" y="4732"/>
                    <a:pt x="5560" y="3758"/>
                    <a:pt x="5560" y="2674"/>
                  </a:cubicBezTo>
                  <a:cubicBezTo>
                    <a:pt x="5560" y="1197"/>
                    <a:pt x="4364" y="1"/>
                    <a:pt x="2886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5" name="Google Shape;8115;p57"/>
            <p:cNvSpPr/>
            <p:nvPr/>
          </p:nvSpPr>
          <p:spPr>
            <a:xfrm>
              <a:off x="834100" y="4046742"/>
              <a:ext cx="24520" cy="23580"/>
            </a:xfrm>
            <a:custGeom>
              <a:rect l="l" t="t" r="r" b="b"/>
              <a:pathLst>
                <a:path w="5560" h="5350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3758"/>
                    <a:pt x="653" y="4732"/>
                    <a:pt x="1653" y="5147"/>
                  </a:cubicBezTo>
                  <a:cubicBezTo>
                    <a:pt x="1983" y="5284"/>
                    <a:pt x="2329" y="5350"/>
                    <a:pt x="2673" y="5350"/>
                  </a:cubicBezTo>
                  <a:cubicBezTo>
                    <a:pt x="3369" y="5350"/>
                    <a:pt x="4054" y="5078"/>
                    <a:pt x="4567" y="4567"/>
                  </a:cubicBezTo>
                  <a:cubicBezTo>
                    <a:pt x="5330" y="3801"/>
                    <a:pt x="5559" y="2649"/>
                    <a:pt x="5147" y="1653"/>
                  </a:cubicBezTo>
                  <a:cubicBezTo>
                    <a:pt x="4731" y="653"/>
                    <a:pt x="3757" y="0"/>
                    <a:pt x="267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6" name="Google Shape;8116;p57"/>
            <p:cNvSpPr/>
            <p:nvPr/>
          </p:nvSpPr>
          <p:spPr>
            <a:xfrm>
              <a:off x="834100" y="3849652"/>
              <a:ext cx="24520" cy="23580"/>
            </a:xfrm>
            <a:custGeom>
              <a:rect l="l" t="t" r="r" b="b"/>
              <a:pathLst>
                <a:path w="5560" h="5350" extrusionOk="0">
                  <a:moveTo>
                    <a:pt x="2674" y="1"/>
                  </a:moveTo>
                  <a:cubicBezTo>
                    <a:pt x="1197" y="1"/>
                    <a:pt x="0" y="1197"/>
                    <a:pt x="0" y="2675"/>
                  </a:cubicBezTo>
                  <a:cubicBezTo>
                    <a:pt x="0" y="3758"/>
                    <a:pt x="653" y="4732"/>
                    <a:pt x="1653" y="5144"/>
                  </a:cubicBezTo>
                  <a:cubicBezTo>
                    <a:pt x="1984" y="5282"/>
                    <a:pt x="2331" y="5349"/>
                    <a:pt x="2676" y="5349"/>
                  </a:cubicBezTo>
                  <a:cubicBezTo>
                    <a:pt x="3371" y="5349"/>
                    <a:pt x="4055" y="5077"/>
                    <a:pt x="4567" y="4564"/>
                  </a:cubicBezTo>
                  <a:cubicBezTo>
                    <a:pt x="5330" y="3802"/>
                    <a:pt x="5559" y="2649"/>
                    <a:pt x="5147" y="1650"/>
                  </a:cubicBezTo>
                  <a:cubicBezTo>
                    <a:pt x="4731" y="650"/>
                    <a:pt x="3757" y="1"/>
                    <a:pt x="2674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7" name="Google Shape;8117;p57"/>
            <p:cNvSpPr/>
            <p:nvPr/>
          </p:nvSpPr>
          <p:spPr>
            <a:xfrm>
              <a:off x="1668053" y="3947489"/>
              <a:ext cx="24520" cy="23576"/>
            </a:xfrm>
            <a:custGeom>
              <a:rect l="l" t="t" r="r" b="b"/>
              <a:pathLst>
                <a:path w="5560" h="5349" extrusionOk="0">
                  <a:moveTo>
                    <a:pt x="2882" y="1"/>
                  </a:moveTo>
                  <a:cubicBezTo>
                    <a:pt x="1802" y="1"/>
                    <a:pt x="828" y="650"/>
                    <a:pt x="412" y="1649"/>
                  </a:cubicBezTo>
                  <a:cubicBezTo>
                    <a:pt x="0" y="2649"/>
                    <a:pt x="226" y="3798"/>
                    <a:pt x="993" y="4564"/>
                  </a:cubicBezTo>
                  <a:cubicBezTo>
                    <a:pt x="1502" y="5076"/>
                    <a:pt x="2187" y="5349"/>
                    <a:pt x="2883" y="5349"/>
                  </a:cubicBezTo>
                  <a:cubicBezTo>
                    <a:pt x="3228" y="5349"/>
                    <a:pt x="3576" y="5282"/>
                    <a:pt x="3907" y="5144"/>
                  </a:cubicBezTo>
                  <a:cubicBezTo>
                    <a:pt x="4907" y="4732"/>
                    <a:pt x="5556" y="3758"/>
                    <a:pt x="5560" y="2674"/>
                  </a:cubicBezTo>
                  <a:cubicBezTo>
                    <a:pt x="5560" y="1197"/>
                    <a:pt x="4360" y="1"/>
                    <a:pt x="288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8" name="Google Shape;8118;p57"/>
            <p:cNvSpPr/>
            <p:nvPr/>
          </p:nvSpPr>
          <p:spPr>
            <a:xfrm>
              <a:off x="889649" y="3678195"/>
              <a:ext cx="23589" cy="23576"/>
            </a:xfrm>
            <a:custGeom>
              <a:rect l="l" t="t" r="r" b="b"/>
              <a:pathLst>
                <a:path w="5349" h="5349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4152"/>
                    <a:pt x="1197" y="5348"/>
                    <a:pt x="2674" y="5348"/>
                  </a:cubicBezTo>
                  <a:cubicBezTo>
                    <a:pt x="4152" y="5348"/>
                    <a:pt x="5348" y="4152"/>
                    <a:pt x="5348" y="2674"/>
                  </a:cubicBezTo>
                  <a:cubicBezTo>
                    <a:pt x="5348" y="1197"/>
                    <a:pt x="4152" y="0"/>
                    <a:pt x="2674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9" name="Google Shape;8119;p57"/>
            <p:cNvSpPr/>
            <p:nvPr/>
          </p:nvSpPr>
          <p:spPr>
            <a:xfrm>
              <a:off x="1357708" y="3848642"/>
              <a:ext cx="24542" cy="23585"/>
            </a:xfrm>
            <a:custGeom>
              <a:rect l="l" t="t" r="r" b="b"/>
              <a:pathLst>
                <a:path w="5565" h="5351" extrusionOk="0">
                  <a:moveTo>
                    <a:pt x="2890" y="0"/>
                  </a:moveTo>
                  <a:cubicBezTo>
                    <a:pt x="1807" y="0"/>
                    <a:pt x="833" y="653"/>
                    <a:pt x="417" y="1653"/>
                  </a:cubicBezTo>
                  <a:cubicBezTo>
                    <a:pt x="1" y="2652"/>
                    <a:pt x="231" y="3801"/>
                    <a:pt x="997" y="4567"/>
                  </a:cubicBezTo>
                  <a:cubicBezTo>
                    <a:pt x="1509" y="5080"/>
                    <a:pt x="2193" y="5350"/>
                    <a:pt x="2888" y="5350"/>
                  </a:cubicBezTo>
                  <a:cubicBezTo>
                    <a:pt x="3233" y="5350"/>
                    <a:pt x="3580" y="5284"/>
                    <a:pt x="3912" y="5147"/>
                  </a:cubicBezTo>
                  <a:cubicBezTo>
                    <a:pt x="4911" y="4731"/>
                    <a:pt x="5564" y="3757"/>
                    <a:pt x="5564" y="2678"/>
                  </a:cubicBezTo>
                  <a:cubicBezTo>
                    <a:pt x="5564" y="1200"/>
                    <a:pt x="4364" y="0"/>
                    <a:pt x="289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0" name="Google Shape;8120;p57"/>
            <p:cNvSpPr/>
            <p:nvPr/>
          </p:nvSpPr>
          <p:spPr>
            <a:xfrm>
              <a:off x="1357708" y="4049730"/>
              <a:ext cx="24542" cy="23585"/>
            </a:xfrm>
            <a:custGeom>
              <a:rect l="l" t="t" r="r" b="b"/>
              <a:pathLst>
                <a:path w="5565" h="5351" extrusionOk="0">
                  <a:moveTo>
                    <a:pt x="2890" y="1"/>
                  </a:moveTo>
                  <a:cubicBezTo>
                    <a:pt x="1807" y="1"/>
                    <a:pt x="833" y="654"/>
                    <a:pt x="417" y="1653"/>
                  </a:cubicBezTo>
                  <a:cubicBezTo>
                    <a:pt x="1" y="2653"/>
                    <a:pt x="231" y="3802"/>
                    <a:pt x="997" y="4568"/>
                  </a:cubicBezTo>
                  <a:cubicBezTo>
                    <a:pt x="1510" y="5078"/>
                    <a:pt x="2195" y="5350"/>
                    <a:pt x="2891" y="5350"/>
                  </a:cubicBezTo>
                  <a:cubicBezTo>
                    <a:pt x="3235" y="5350"/>
                    <a:pt x="3581" y="5284"/>
                    <a:pt x="3912" y="5148"/>
                  </a:cubicBezTo>
                  <a:cubicBezTo>
                    <a:pt x="4911" y="4732"/>
                    <a:pt x="5564" y="3758"/>
                    <a:pt x="5564" y="2675"/>
                  </a:cubicBezTo>
                  <a:cubicBezTo>
                    <a:pt x="5564" y="1197"/>
                    <a:pt x="4364" y="1"/>
                    <a:pt x="2890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1" name="Google Shape;8121;p57"/>
            <p:cNvSpPr/>
            <p:nvPr/>
          </p:nvSpPr>
          <p:spPr>
            <a:xfrm>
              <a:off x="889649" y="4212384"/>
              <a:ext cx="24520" cy="23585"/>
            </a:xfrm>
            <a:custGeom>
              <a:rect l="l" t="t" r="r" b="b"/>
              <a:pathLst>
                <a:path w="5560" h="5351" extrusionOk="0">
                  <a:moveTo>
                    <a:pt x="2674" y="0"/>
                  </a:moveTo>
                  <a:cubicBezTo>
                    <a:pt x="2328" y="0"/>
                    <a:pt x="1980" y="67"/>
                    <a:pt x="1649" y="203"/>
                  </a:cubicBezTo>
                  <a:cubicBezTo>
                    <a:pt x="650" y="619"/>
                    <a:pt x="0" y="1593"/>
                    <a:pt x="0" y="2677"/>
                  </a:cubicBezTo>
                  <a:cubicBezTo>
                    <a:pt x="0" y="4150"/>
                    <a:pt x="1197" y="5351"/>
                    <a:pt x="2674" y="5351"/>
                  </a:cubicBezTo>
                  <a:cubicBezTo>
                    <a:pt x="3754" y="5351"/>
                    <a:pt x="4732" y="4698"/>
                    <a:pt x="5144" y="3698"/>
                  </a:cubicBezTo>
                  <a:cubicBezTo>
                    <a:pt x="5560" y="2699"/>
                    <a:pt x="5330" y="1550"/>
                    <a:pt x="4568" y="783"/>
                  </a:cubicBezTo>
                  <a:cubicBezTo>
                    <a:pt x="4055" y="271"/>
                    <a:pt x="3370" y="0"/>
                    <a:pt x="2674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2" name="Google Shape;8122;p57"/>
            <p:cNvSpPr/>
            <p:nvPr/>
          </p:nvSpPr>
          <p:spPr>
            <a:xfrm>
              <a:off x="2008060" y="3678195"/>
              <a:ext cx="24537" cy="23576"/>
            </a:xfrm>
            <a:custGeom>
              <a:rect l="l" t="t" r="r" b="b"/>
              <a:pathLst>
                <a:path w="5564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1" y="4732"/>
                    <a:pt x="5560" y="3758"/>
                    <a:pt x="5563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3" name="Google Shape;8123;p57"/>
            <p:cNvSpPr/>
            <p:nvPr/>
          </p:nvSpPr>
          <p:spPr>
            <a:xfrm>
              <a:off x="1548251" y="3848642"/>
              <a:ext cx="24520" cy="23580"/>
            </a:xfrm>
            <a:custGeom>
              <a:rect l="l" t="t" r="r" b="b"/>
              <a:pathLst>
                <a:path w="5560" h="5350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6" y="4567"/>
                  </a:cubicBezTo>
                  <a:cubicBezTo>
                    <a:pt x="1507" y="5078"/>
                    <a:pt x="2192" y="5350"/>
                    <a:pt x="2890" y="5350"/>
                  </a:cubicBezTo>
                  <a:cubicBezTo>
                    <a:pt x="3234" y="5350"/>
                    <a:pt x="3581" y="5283"/>
                    <a:pt x="3911" y="5147"/>
                  </a:cubicBezTo>
                  <a:cubicBezTo>
                    <a:pt x="4910" y="4731"/>
                    <a:pt x="5560" y="3757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4" name="Google Shape;8124;p57"/>
            <p:cNvSpPr/>
            <p:nvPr/>
          </p:nvSpPr>
          <p:spPr>
            <a:xfrm>
              <a:off x="2069063" y="3847033"/>
              <a:ext cx="24520" cy="23585"/>
            </a:xfrm>
            <a:custGeom>
              <a:rect l="l" t="t" r="r" b="b"/>
              <a:pathLst>
                <a:path w="5560" h="5351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3" y="4567"/>
                  </a:cubicBezTo>
                  <a:cubicBezTo>
                    <a:pt x="1505" y="5080"/>
                    <a:pt x="2190" y="5351"/>
                    <a:pt x="2887" y="5351"/>
                  </a:cubicBezTo>
                  <a:cubicBezTo>
                    <a:pt x="3232" y="5351"/>
                    <a:pt x="3580" y="5284"/>
                    <a:pt x="3911" y="5148"/>
                  </a:cubicBezTo>
                  <a:cubicBezTo>
                    <a:pt x="4910" y="4732"/>
                    <a:pt x="5560" y="3758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5" name="Google Shape;8125;p57"/>
            <p:cNvSpPr/>
            <p:nvPr/>
          </p:nvSpPr>
          <p:spPr>
            <a:xfrm>
              <a:off x="2069063" y="4046870"/>
              <a:ext cx="24520" cy="23576"/>
            </a:xfrm>
            <a:custGeom>
              <a:rect l="l" t="t" r="r" b="b"/>
              <a:pathLst>
                <a:path w="5560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3" y="4564"/>
                  </a:cubicBezTo>
                  <a:cubicBezTo>
                    <a:pt x="1505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126" name="Google Shape;8126;p57"/>
          <p:cNvGrpSpPr/>
          <p:nvPr/>
        </p:nvGrpSpPr>
        <p:grpSpPr>
          <a:xfrm rot="5400000">
            <a:off x="5951337" y="3228841"/>
            <a:ext cx="164064" cy="1414916"/>
            <a:chOff x="4428249" y="1369375"/>
            <a:chExt cx="36905" cy="429569"/>
          </a:xfrm>
        </p:grpSpPr>
        <p:sp>
          <p:nvSpPr>
            <p:cNvPr id="8127" name="Google Shape;8127;p57"/>
            <p:cNvSpPr/>
            <p:nvPr/>
          </p:nvSpPr>
          <p:spPr>
            <a:xfrm>
              <a:off x="4428249" y="1369375"/>
              <a:ext cx="2375" cy="429104"/>
            </a:xfrm>
            <a:custGeom>
              <a:rect l="l" t="t" r="r" b="b"/>
              <a:pathLst>
                <a:path w="95" h="18328" extrusionOk="0">
                  <a:moveTo>
                    <a:pt x="48" y="1"/>
                  </a:moveTo>
                  <a:cubicBezTo>
                    <a:pt x="24" y="1"/>
                    <a:pt x="1" y="15"/>
                    <a:pt x="1" y="44"/>
                  </a:cubicBezTo>
                  <a:lnTo>
                    <a:pt x="1" y="18284"/>
                  </a:lnTo>
                  <a:cubicBezTo>
                    <a:pt x="1" y="18306"/>
                    <a:pt x="22" y="18328"/>
                    <a:pt x="51" y="18328"/>
                  </a:cubicBezTo>
                  <a:cubicBezTo>
                    <a:pt x="73" y="18328"/>
                    <a:pt x="95" y="18306"/>
                    <a:pt x="95" y="18284"/>
                  </a:cubicBezTo>
                  <a:lnTo>
                    <a:pt x="95" y="44"/>
                  </a:lnTo>
                  <a:cubicBezTo>
                    <a:pt x="95" y="15"/>
                    <a:pt x="71" y="1"/>
                    <a:pt x="48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8" name="Google Shape;8128;p57"/>
            <p:cNvSpPr/>
            <p:nvPr/>
          </p:nvSpPr>
          <p:spPr>
            <a:xfrm>
              <a:off x="4428354" y="1369375"/>
              <a:ext cx="36800" cy="2200"/>
            </a:xfrm>
            <a:custGeom>
              <a:rect l="l" t="t" r="r" b="b"/>
              <a:pathLst>
                <a:path w="1472" h="88" extrusionOk="0">
                  <a:moveTo>
                    <a:pt x="65" y="1"/>
                  </a:moveTo>
                  <a:cubicBezTo>
                    <a:pt x="0" y="1"/>
                    <a:pt x="0" y="87"/>
                    <a:pt x="65" y="87"/>
                  </a:cubicBezTo>
                  <a:lnTo>
                    <a:pt x="1414" y="87"/>
                  </a:lnTo>
                  <a:cubicBezTo>
                    <a:pt x="1472" y="87"/>
                    <a:pt x="1472" y="1"/>
                    <a:pt x="141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9" name="Google Shape;8129;p57"/>
            <p:cNvSpPr/>
            <p:nvPr/>
          </p:nvSpPr>
          <p:spPr>
            <a:xfrm>
              <a:off x="4428704" y="1383625"/>
              <a:ext cx="17350" cy="2200"/>
            </a:xfrm>
            <a:custGeom>
              <a:rect l="l" t="t" r="r" b="b"/>
              <a:pathLst>
                <a:path w="694" h="88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65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65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0" name="Google Shape;8130;p57"/>
            <p:cNvSpPr/>
            <p:nvPr/>
          </p:nvSpPr>
          <p:spPr>
            <a:xfrm>
              <a:off x="4428704" y="1397875"/>
              <a:ext cx="17350" cy="2175"/>
            </a:xfrm>
            <a:custGeom>
              <a:rect l="l" t="t" r="r" b="b"/>
              <a:pathLst>
                <a:path w="694" h="87" extrusionOk="0">
                  <a:moveTo>
                    <a:pt x="51" y="0"/>
                  </a:moveTo>
                  <a:cubicBezTo>
                    <a:pt x="22" y="0"/>
                    <a:pt x="1" y="22"/>
                    <a:pt x="1" y="44"/>
                  </a:cubicBezTo>
                  <a:cubicBezTo>
                    <a:pt x="1" y="72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72"/>
                    <a:pt x="693" y="44"/>
                  </a:cubicBezTo>
                  <a:cubicBezTo>
                    <a:pt x="693" y="22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1" name="Google Shape;8131;p57"/>
            <p:cNvSpPr/>
            <p:nvPr/>
          </p:nvSpPr>
          <p:spPr>
            <a:xfrm>
              <a:off x="4428704" y="1412125"/>
              <a:ext cx="36100" cy="2175"/>
            </a:xfrm>
            <a:custGeom>
              <a:rect l="l" t="t" r="r" b="b"/>
              <a:pathLst>
                <a:path w="1444" h="87" extrusionOk="0">
                  <a:moveTo>
                    <a:pt x="51" y="0"/>
                  </a:moveTo>
                  <a:cubicBezTo>
                    <a:pt x="22" y="0"/>
                    <a:pt x="1" y="22"/>
                    <a:pt x="1" y="43"/>
                  </a:cubicBezTo>
                  <a:cubicBezTo>
                    <a:pt x="1" y="72"/>
                    <a:pt x="22" y="87"/>
                    <a:pt x="51" y="87"/>
                  </a:cubicBezTo>
                  <a:lnTo>
                    <a:pt x="1400" y="87"/>
                  </a:lnTo>
                  <a:cubicBezTo>
                    <a:pt x="1422" y="87"/>
                    <a:pt x="1443" y="72"/>
                    <a:pt x="1443" y="43"/>
                  </a:cubicBezTo>
                  <a:cubicBezTo>
                    <a:pt x="1443" y="22"/>
                    <a:pt x="1422" y="0"/>
                    <a:pt x="140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2" name="Google Shape;8132;p57"/>
            <p:cNvSpPr/>
            <p:nvPr/>
          </p:nvSpPr>
          <p:spPr>
            <a:xfrm>
              <a:off x="4428354" y="1426350"/>
              <a:ext cx="18050" cy="2200"/>
            </a:xfrm>
            <a:custGeom>
              <a:rect l="l" t="t" r="r" b="b"/>
              <a:pathLst>
                <a:path w="722" h="88" extrusionOk="0">
                  <a:moveTo>
                    <a:pt x="65" y="1"/>
                  </a:moveTo>
                  <a:cubicBezTo>
                    <a:pt x="0" y="1"/>
                    <a:pt x="0" y="87"/>
                    <a:pt x="65" y="87"/>
                  </a:cubicBezTo>
                  <a:lnTo>
                    <a:pt x="664" y="87"/>
                  </a:lnTo>
                  <a:cubicBezTo>
                    <a:pt x="722" y="87"/>
                    <a:pt x="722" y="1"/>
                    <a:pt x="66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3" name="Google Shape;8133;p57"/>
            <p:cNvSpPr/>
            <p:nvPr/>
          </p:nvSpPr>
          <p:spPr>
            <a:xfrm>
              <a:off x="4428704" y="1440600"/>
              <a:ext cx="17350" cy="2200"/>
            </a:xfrm>
            <a:custGeom>
              <a:rect l="l" t="t" r="r" b="b"/>
              <a:pathLst>
                <a:path w="694" h="88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73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73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4" name="Google Shape;8134;p57"/>
            <p:cNvSpPr/>
            <p:nvPr/>
          </p:nvSpPr>
          <p:spPr>
            <a:xfrm>
              <a:off x="4428704" y="1454850"/>
              <a:ext cx="36100" cy="2375"/>
            </a:xfrm>
            <a:custGeom>
              <a:rect l="l" t="t" r="r" b="b"/>
              <a:pathLst>
                <a:path w="1444" h="95" extrusionOk="0">
                  <a:moveTo>
                    <a:pt x="51" y="0"/>
                  </a:moveTo>
                  <a:cubicBezTo>
                    <a:pt x="22" y="0"/>
                    <a:pt x="1" y="22"/>
                    <a:pt x="1" y="44"/>
                  </a:cubicBezTo>
                  <a:cubicBezTo>
                    <a:pt x="1" y="73"/>
                    <a:pt x="22" y="94"/>
                    <a:pt x="51" y="94"/>
                  </a:cubicBezTo>
                  <a:lnTo>
                    <a:pt x="1400" y="94"/>
                  </a:lnTo>
                  <a:cubicBezTo>
                    <a:pt x="1422" y="94"/>
                    <a:pt x="1443" y="73"/>
                    <a:pt x="1443" y="44"/>
                  </a:cubicBezTo>
                  <a:cubicBezTo>
                    <a:pt x="1443" y="22"/>
                    <a:pt x="1422" y="0"/>
                    <a:pt x="140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5" name="Google Shape;8135;p57"/>
            <p:cNvSpPr/>
            <p:nvPr/>
          </p:nvSpPr>
          <p:spPr>
            <a:xfrm>
              <a:off x="4428354" y="1469100"/>
              <a:ext cx="18050" cy="2375"/>
            </a:xfrm>
            <a:custGeom>
              <a:rect l="l" t="t" r="r" b="b"/>
              <a:pathLst>
                <a:path w="722" h="95" extrusionOk="0">
                  <a:moveTo>
                    <a:pt x="65" y="0"/>
                  </a:moveTo>
                  <a:cubicBezTo>
                    <a:pt x="0" y="0"/>
                    <a:pt x="0" y="94"/>
                    <a:pt x="65" y="94"/>
                  </a:cubicBezTo>
                  <a:lnTo>
                    <a:pt x="664" y="94"/>
                  </a:lnTo>
                  <a:cubicBezTo>
                    <a:pt x="722" y="94"/>
                    <a:pt x="722" y="0"/>
                    <a:pt x="66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6" name="Google Shape;8136;p57"/>
            <p:cNvSpPr/>
            <p:nvPr/>
          </p:nvSpPr>
          <p:spPr>
            <a:xfrm>
              <a:off x="4428354" y="1483350"/>
              <a:ext cx="18050" cy="2350"/>
            </a:xfrm>
            <a:custGeom>
              <a:rect l="l" t="t" r="r" b="b"/>
              <a:pathLst>
                <a:path w="722" h="94" extrusionOk="0">
                  <a:moveTo>
                    <a:pt x="65" y="0"/>
                  </a:moveTo>
                  <a:cubicBezTo>
                    <a:pt x="0" y="0"/>
                    <a:pt x="0" y="94"/>
                    <a:pt x="65" y="94"/>
                  </a:cubicBezTo>
                  <a:lnTo>
                    <a:pt x="664" y="94"/>
                  </a:lnTo>
                  <a:cubicBezTo>
                    <a:pt x="722" y="94"/>
                    <a:pt x="722" y="0"/>
                    <a:pt x="66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7" name="Google Shape;8137;p57"/>
            <p:cNvSpPr/>
            <p:nvPr/>
          </p:nvSpPr>
          <p:spPr>
            <a:xfrm>
              <a:off x="4428704" y="1497575"/>
              <a:ext cx="36100" cy="2200"/>
            </a:xfrm>
            <a:custGeom>
              <a:rect l="l" t="t" r="r" b="b"/>
              <a:pathLst>
                <a:path w="1444" h="88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73"/>
                    <a:pt x="22" y="87"/>
                    <a:pt x="51" y="87"/>
                  </a:cubicBezTo>
                  <a:lnTo>
                    <a:pt x="1400" y="87"/>
                  </a:lnTo>
                  <a:cubicBezTo>
                    <a:pt x="1422" y="87"/>
                    <a:pt x="1443" y="73"/>
                    <a:pt x="1443" y="44"/>
                  </a:cubicBezTo>
                  <a:cubicBezTo>
                    <a:pt x="1443" y="22"/>
                    <a:pt x="1422" y="1"/>
                    <a:pt x="140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8" name="Google Shape;8138;p57"/>
            <p:cNvSpPr/>
            <p:nvPr/>
          </p:nvSpPr>
          <p:spPr>
            <a:xfrm>
              <a:off x="4428704" y="1511825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73"/>
                    <a:pt x="22" y="94"/>
                    <a:pt x="51" y="94"/>
                  </a:cubicBezTo>
                  <a:lnTo>
                    <a:pt x="650" y="94"/>
                  </a:lnTo>
                  <a:cubicBezTo>
                    <a:pt x="672" y="94"/>
                    <a:pt x="693" y="73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39" name="Google Shape;8139;p57"/>
            <p:cNvSpPr/>
            <p:nvPr/>
          </p:nvSpPr>
          <p:spPr>
            <a:xfrm>
              <a:off x="4428354" y="1526075"/>
              <a:ext cx="18050" cy="2375"/>
            </a:xfrm>
            <a:custGeom>
              <a:rect l="l" t="t" r="r" b="b"/>
              <a:pathLst>
                <a:path w="722" h="95" extrusionOk="0">
                  <a:moveTo>
                    <a:pt x="65" y="0"/>
                  </a:moveTo>
                  <a:cubicBezTo>
                    <a:pt x="0" y="0"/>
                    <a:pt x="0" y="94"/>
                    <a:pt x="65" y="94"/>
                  </a:cubicBezTo>
                  <a:lnTo>
                    <a:pt x="664" y="94"/>
                  </a:lnTo>
                  <a:cubicBezTo>
                    <a:pt x="722" y="94"/>
                    <a:pt x="722" y="0"/>
                    <a:pt x="66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0" name="Google Shape;8140;p57"/>
            <p:cNvSpPr/>
            <p:nvPr/>
          </p:nvSpPr>
          <p:spPr>
            <a:xfrm>
              <a:off x="4428704" y="1540325"/>
              <a:ext cx="36100" cy="2350"/>
            </a:xfrm>
            <a:custGeom>
              <a:rect l="l" t="t" r="r" b="b"/>
              <a:pathLst>
                <a:path w="1444" h="94" extrusionOk="0">
                  <a:moveTo>
                    <a:pt x="51" y="0"/>
                  </a:moveTo>
                  <a:cubicBezTo>
                    <a:pt x="22" y="0"/>
                    <a:pt x="1" y="22"/>
                    <a:pt x="1" y="43"/>
                  </a:cubicBezTo>
                  <a:cubicBezTo>
                    <a:pt x="1" y="72"/>
                    <a:pt x="22" y="94"/>
                    <a:pt x="51" y="94"/>
                  </a:cubicBezTo>
                  <a:lnTo>
                    <a:pt x="1400" y="94"/>
                  </a:lnTo>
                  <a:cubicBezTo>
                    <a:pt x="1422" y="94"/>
                    <a:pt x="1443" y="72"/>
                    <a:pt x="1443" y="43"/>
                  </a:cubicBezTo>
                  <a:cubicBezTo>
                    <a:pt x="1443" y="22"/>
                    <a:pt x="1422" y="0"/>
                    <a:pt x="140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1" name="Google Shape;8141;p57"/>
            <p:cNvSpPr/>
            <p:nvPr/>
          </p:nvSpPr>
          <p:spPr>
            <a:xfrm>
              <a:off x="4428704" y="1554550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1"/>
                  </a:moveTo>
                  <a:cubicBezTo>
                    <a:pt x="22" y="1"/>
                    <a:pt x="1" y="23"/>
                    <a:pt x="1" y="44"/>
                  </a:cubicBezTo>
                  <a:cubicBezTo>
                    <a:pt x="1" y="73"/>
                    <a:pt x="22" y="95"/>
                    <a:pt x="51" y="95"/>
                  </a:cubicBezTo>
                  <a:lnTo>
                    <a:pt x="650" y="95"/>
                  </a:lnTo>
                  <a:cubicBezTo>
                    <a:pt x="672" y="95"/>
                    <a:pt x="693" y="73"/>
                    <a:pt x="693" y="44"/>
                  </a:cubicBezTo>
                  <a:cubicBezTo>
                    <a:pt x="693" y="23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2" name="Google Shape;8142;p57"/>
            <p:cNvSpPr/>
            <p:nvPr/>
          </p:nvSpPr>
          <p:spPr>
            <a:xfrm>
              <a:off x="4428704" y="1568800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73"/>
                    <a:pt x="22" y="95"/>
                    <a:pt x="51" y="95"/>
                  </a:cubicBezTo>
                  <a:lnTo>
                    <a:pt x="650" y="95"/>
                  </a:lnTo>
                  <a:cubicBezTo>
                    <a:pt x="672" y="95"/>
                    <a:pt x="693" y="73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3" name="Google Shape;8143;p57"/>
            <p:cNvSpPr/>
            <p:nvPr/>
          </p:nvSpPr>
          <p:spPr>
            <a:xfrm>
              <a:off x="4428354" y="1583050"/>
              <a:ext cx="36800" cy="2375"/>
            </a:xfrm>
            <a:custGeom>
              <a:rect l="l" t="t" r="r" b="b"/>
              <a:pathLst>
                <a:path w="1472" h="95" extrusionOk="0">
                  <a:moveTo>
                    <a:pt x="65" y="1"/>
                  </a:moveTo>
                  <a:cubicBezTo>
                    <a:pt x="0" y="1"/>
                    <a:pt x="0" y="94"/>
                    <a:pt x="65" y="94"/>
                  </a:cubicBezTo>
                  <a:lnTo>
                    <a:pt x="1414" y="94"/>
                  </a:lnTo>
                  <a:cubicBezTo>
                    <a:pt x="1472" y="94"/>
                    <a:pt x="1472" y="1"/>
                    <a:pt x="141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4" name="Google Shape;8144;p57"/>
            <p:cNvSpPr/>
            <p:nvPr/>
          </p:nvSpPr>
          <p:spPr>
            <a:xfrm>
              <a:off x="4428704" y="1597300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0"/>
                  </a:moveTo>
                  <a:cubicBezTo>
                    <a:pt x="22" y="0"/>
                    <a:pt x="1" y="22"/>
                    <a:pt x="1" y="44"/>
                  </a:cubicBezTo>
                  <a:cubicBezTo>
                    <a:pt x="1" y="72"/>
                    <a:pt x="22" y="94"/>
                    <a:pt x="51" y="94"/>
                  </a:cubicBezTo>
                  <a:lnTo>
                    <a:pt x="650" y="94"/>
                  </a:lnTo>
                  <a:cubicBezTo>
                    <a:pt x="672" y="94"/>
                    <a:pt x="693" y="72"/>
                    <a:pt x="693" y="44"/>
                  </a:cubicBezTo>
                  <a:cubicBezTo>
                    <a:pt x="693" y="22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5" name="Google Shape;8145;p57"/>
            <p:cNvSpPr/>
            <p:nvPr/>
          </p:nvSpPr>
          <p:spPr>
            <a:xfrm>
              <a:off x="4428704" y="1611550"/>
              <a:ext cx="17350" cy="2350"/>
            </a:xfrm>
            <a:custGeom>
              <a:rect l="l" t="t" r="r" b="b"/>
              <a:pathLst>
                <a:path w="694" h="94" extrusionOk="0">
                  <a:moveTo>
                    <a:pt x="51" y="0"/>
                  </a:moveTo>
                  <a:cubicBezTo>
                    <a:pt x="22" y="0"/>
                    <a:pt x="1" y="22"/>
                    <a:pt x="1" y="51"/>
                  </a:cubicBezTo>
                  <a:cubicBezTo>
                    <a:pt x="1" y="72"/>
                    <a:pt x="22" y="94"/>
                    <a:pt x="51" y="94"/>
                  </a:cubicBezTo>
                  <a:lnTo>
                    <a:pt x="650" y="94"/>
                  </a:lnTo>
                  <a:cubicBezTo>
                    <a:pt x="672" y="94"/>
                    <a:pt x="693" y="72"/>
                    <a:pt x="693" y="51"/>
                  </a:cubicBezTo>
                  <a:cubicBezTo>
                    <a:pt x="693" y="22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6" name="Google Shape;8146;p57"/>
            <p:cNvSpPr/>
            <p:nvPr/>
          </p:nvSpPr>
          <p:spPr>
            <a:xfrm>
              <a:off x="4428704" y="1625775"/>
              <a:ext cx="36100" cy="2375"/>
            </a:xfrm>
            <a:custGeom>
              <a:rect l="l" t="t" r="r" b="b"/>
              <a:pathLst>
                <a:path w="1444" h="95" extrusionOk="0">
                  <a:moveTo>
                    <a:pt x="51" y="1"/>
                  </a:moveTo>
                  <a:cubicBezTo>
                    <a:pt x="22" y="1"/>
                    <a:pt x="1" y="23"/>
                    <a:pt x="1" y="51"/>
                  </a:cubicBezTo>
                  <a:cubicBezTo>
                    <a:pt x="1" y="73"/>
                    <a:pt x="22" y="95"/>
                    <a:pt x="51" y="95"/>
                  </a:cubicBezTo>
                  <a:lnTo>
                    <a:pt x="1400" y="95"/>
                  </a:lnTo>
                  <a:cubicBezTo>
                    <a:pt x="1422" y="95"/>
                    <a:pt x="1443" y="73"/>
                    <a:pt x="1443" y="51"/>
                  </a:cubicBezTo>
                  <a:cubicBezTo>
                    <a:pt x="1443" y="23"/>
                    <a:pt x="1422" y="1"/>
                    <a:pt x="140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7" name="Google Shape;8147;p57"/>
            <p:cNvSpPr/>
            <p:nvPr/>
          </p:nvSpPr>
          <p:spPr>
            <a:xfrm>
              <a:off x="4428354" y="1640025"/>
              <a:ext cx="18050" cy="2375"/>
            </a:xfrm>
            <a:custGeom>
              <a:rect l="l" t="t" r="r" b="b"/>
              <a:pathLst>
                <a:path w="722" h="95" extrusionOk="0">
                  <a:moveTo>
                    <a:pt x="65" y="1"/>
                  </a:moveTo>
                  <a:cubicBezTo>
                    <a:pt x="0" y="1"/>
                    <a:pt x="0" y="94"/>
                    <a:pt x="65" y="94"/>
                  </a:cubicBezTo>
                  <a:lnTo>
                    <a:pt x="664" y="94"/>
                  </a:lnTo>
                  <a:cubicBezTo>
                    <a:pt x="722" y="94"/>
                    <a:pt x="722" y="1"/>
                    <a:pt x="664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8" name="Google Shape;8148;p57"/>
            <p:cNvSpPr/>
            <p:nvPr/>
          </p:nvSpPr>
          <p:spPr>
            <a:xfrm>
              <a:off x="4428704" y="1654275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0"/>
                  </a:moveTo>
                  <a:cubicBezTo>
                    <a:pt x="22" y="0"/>
                    <a:pt x="1" y="22"/>
                    <a:pt x="1" y="51"/>
                  </a:cubicBezTo>
                  <a:cubicBezTo>
                    <a:pt x="1" y="73"/>
                    <a:pt x="22" y="94"/>
                    <a:pt x="51" y="94"/>
                  </a:cubicBezTo>
                  <a:lnTo>
                    <a:pt x="650" y="94"/>
                  </a:lnTo>
                  <a:cubicBezTo>
                    <a:pt x="672" y="94"/>
                    <a:pt x="693" y="73"/>
                    <a:pt x="693" y="51"/>
                  </a:cubicBezTo>
                  <a:cubicBezTo>
                    <a:pt x="693" y="22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9" name="Google Shape;8149;p57"/>
            <p:cNvSpPr/>
            <p:nvPr/>
          </p:nvSpPr>
          <p:spPr>
            <a:xfrm>
              <a:off x="4428704" y="1668525"/>
              <a:ext cx="36100" cy="2350"/>
            </a:xfrm>
            <a:custGeom>
              <a:rect l="l" t="t" r="r" b="b"/>
              <a:pathLst>
                <a:path w="1444" h="94" extrusionOk="0">
                  <a:moveTo>
                    <a:pt x="51" y="0"/>
                  </a:moveTo>
                  <a:cubicBezTo>
                    <a:pt x="22" y="0"/>
                    <a:pt x="1" y="22"/>
                    <a:pt x="1" y="51"/>
                  </a:cubicBezTo>
                  <a:cubicBezTo>
                    <a:pt x="1" y="72"/>
                    <a:pt x="22" y="94"/>
                    <a:pt x="51" y="94"/>
                  </a:cubicBezTo>
                  <a:lnTo>
                    <a:pt x="1400" y="94"/>
                  </a:lnTo>
                  <a:cubicBezTo>
                    <a:pt x="1422" y="94"/>
                    <a:pt x="1443" y="72"/>
                    <a:pt x="1443" y="51"/>
                  </a:cubicBezTo>
                  <a:cubicBezTo>
                    <a:pt x="1443" y="22"/>
                    <a:pt x="1422" y="0"/>
                    <a:pt x="140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0" name="Google Shape;8150;p57"/>
            <p:cNvSpPr/>
            <p:nvPr/>
          </p:nvSpPr>
          <p:spPr>
            <a:xfrm>
              <a:off x="4428704" y="1682950"/>
              <a:ext cx="17350" cy="2175"/>
            </a:xfrm>
            <a:custGeom>
              <a:rect l="l" t="t" r="r" b="b"/>
              <a:pathLst>
                <a:path w="694" h="87" extrusionOk="0">
                  <a:moveTo>
                    <a:pt x="51" y="0"/>
                  </a:moveTo>
                  <a:cubicBezTo>
                    <a:pt x="22" y="0"/>
                    <a:pt x="1" y="15"/>
                    <a:pt x="1" y="43"/>
                  </a:cubicBezTo>
                  <a:cubicBezTo>
                    <a:pt x="1" y="65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65"/>
                    <a:pt x="693" y="43"/>
                  </a:cubicBezTo>
                  <a:cubicBezTo>
                    <a:pt x="693" y="15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1" name="Google Shape;8151;p57"/>
            <p:cNvSpPr/>
            <p:nvPr/>
          </p:nvSpPr>
          <p:spPr>
            <a:xfrm>
              <a:off x="4428354" y="1697200"/>
              <a:ext cx="18050" cy="2175"/>
            </a:xfrm>
            <a:custGeom>
              <a:rect l="l" t="t" r="r" b="b"/>
              <a:pathLst>
                <a:path w="722" h="87" extrusionOk="0">
                  <a:moveTo>
                    <a:pt x="65" y="0"/>
                  </a:moveTo>
                  <a:cubicBezTo>
                    <a:pt x="0" y="0"/>
                    <a:pt x="0" y="87"/>
                    <a:pt x="65" y="87"/>
                  </a:cubicBezTo>
                  <a:lnTo>
                    <a:pt x="664" y="87"/>
                  </a:lnTo>
                  <a:cubicBezTo>
                    <a:pt x="722" y="87"/>
                    <a:pt x="722" y="0"/>
                    <a:pt x="66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2" name="Google Shape;8152;p57"/>
            <p:cNvSpPr/>
            <p:nvPr/>
          </p:nvSpPr>
          <p:spPr>
            <a:xfrm>
              <a:off x="4428704" y="1711425"/>
              <a:ext cx="36100" cy="2200"/>
            </a:xfrm>
            <a:custGeom>
              <a:rect l="l" t="t" r="r" b="b"/>
              <a:pathLst>
                <a:path w="1444" h="88" extrusionOk="0">
                  <a:moveTo>
                    <a:pt x="51" y="1"/>
                  </a:moveTo>
                  <a:cubicBezTo>
                    <a:pt x="22" y="1"/>
                    <a:pt x="1" y="15"/>
                    <a:pt x="1" y="44"/>
                  </a:cubicBezTo>
                  <a:cubicBezTo>
                    <a:pt x="1" y="66"/>
                    <a:pt x="22" y="87"/>
                    <a:pt x="51" y="87"/>
                  </a:cubicBezTo>
                  <a:lnTo>
                    <a:pt x="1400" y="87"/>
                  </a:lnTo>
                  <a:cubicBezTo>
                    <a:pt x="1422" y="87"/>
                    <a:pt x="1443" y="66"/>
                    <a:pt x="1443" y="44"/>
                  </a:cubicBezTo>
                  <a:cubicBezTo>
                    <a:pt x="1443" y="15"/>
                    <a:pt x="1422" y="1"/>
                    <a:pt x="140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3" name="Google Shape;8153;p57"/>
            <p:cNvSpPr/>
            <p:nvPr/>
          </p:nvSpPr>
          <p:spPr>
            <a:xfrm>
              <a:off x="4428704" y="1725675"/>
              <a:ext cx="17350" cy="2375"/>
            </a:xfrm>
            <a:custGeom>
              <a:rect l="l" t="t" r="r" b="b"/>
              <a:pathLst>
                <a:path w="694" h="95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73"/>
                    <a:pt x="22" y="94"/>
                    <a:pt x="51" y="94"/>
                  </a:cubicBezTo>
                  <a:lnTo>
                    <a:pt x="650" y="94"/>
                  </a:lnTo>
                  <a:cubicBezTo>
                    <a:pt x="672" y="87"/>
                    <a:pt x="693" y="73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4" name="Google Shape;8154;p57"/>
            <p:cNvSpPr/>
            <p:nvPr/>
          </p:nvSpPr>
          <p:spPr>
            <a:xfrm>
              <a:off x="4428704" y="1739925"/>
              <a:ext cx="17350" cy="2175"/>
            </a:xfrm>
            <a:custGeom>
              <a:rect l="l" t="t" r="r" b="b"/>
              <a:pathLst>
                <a:path w="694" h="87" extrusionOk="0">
                  <a:moveTo>
                    <a:pt x="51" y="0"/>
                  </a:moveTo>
                  <a:cubicBezTo>
                    <a:pt x="22" y="0"/>
                    <a:pt x="1" y="15"/>
                    <a:pt x="1" y="44"/>
                  </a:cubicBezTo>
                  <a:cubicBezTo>
                    <a:pt x="1" y="65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65"/>
                    <a:pt x="693" y="44"/>
                  </a:cubicBezTo>
                  <a:cubicBezTo>
                    <a:pt x="693" y="15"/>
                    <a:pt x="672" y="0"/>
                    <a:pt x="65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5" name="Google Shape;8155;p57"/>
            <p:cNvSpPr/>
            <p:nvPr/>
          </p:nvSpPr>
          <p:spPr>
            <a:xfrm>
              <a:off x="4428354" y="1754175"/>
              <a:ext cx="36800" cy="2175"/>
            </a:xfrm>
            <a:custGeom>
              <a:rect l="l" t="t" r="r" b="b"/>
              <a:pathLst>
                <a:path w="1472" h="87" extrusionOk="0">
                  <a:moveTo>
                    <a:pt x="65" y="0"/>
                  </a:moveTo>
                  <a:cubicBezTo>
                    <a:pt x="0" y="0"/>
                    <a:pt x="0" y="87"/>
                    <a:pt x="65" y="87"/>
                  </a:cubicBezTo>
                  <a:lnTo>
                    <a:pt x="1414" y="87"/>
                  </a:lnTo>
                  <a:cubicBezTo>
                    <a:pt x="1472" y="87"/>
                    <a:pt x="1472" y="0"/>
                    <a:pt x="1414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6" name="Google Shape;8156;p57"/>
            <p:cNvSpPr/>
            <p:nvPr/>
          </p:nvSpPr>
          <p:spPr>
            <a:xfrm>
              <a:off x="4428704" y="1768400"/>
              <a:ext cx="17350" cy="2200"/>
            </a:xfrm>
            <a:custGeom>
              <a:rect l="l" t="t" r="r" b="b"/>
              <a:pathLst>
                <a:path w="694" h="88" extrusionOk="0">
                  <a:moveTo>
                    <a:pt x="51" y="1"/>
                  </a:moveTo>
                  <a:cubicBezTo>
                    <a:pt x="22" y="1"/>
                    <a:pt x="1" y="15"/>
                    <a:pt x="1" y="44"/>
                  </a:cubicBezTo>
                  <a:cubicBezTo>
                    <a:pt x="1" y="66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66"/>
                    <a:pt x="693" y="44"/>
                  </a:cubicBezTo>
                  <a:cubicBezTo>
                    <a:pt x="693" y="15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7" name="Google Shape;8157;p57"/>
            <p:cNvSpPr/>
            <p:nvPr/>
          </p:nvSpPr>
          <p:spPr>
            <a:xfrm>
              <a:off x="4428704" y="1782650"/>
              <a:ext cx="17350" cy="2200"/>
            </a:xfrm>
            <a:custGeom>
              <a:rect l="l" t="t" r="r" b="b"/>
              <a:pathLst>
                <a:path w="694" h="88" extrusionOk="0">
                  <a:moveTo>
                    <a:pt x="51" y="1"/>
                  </a:moveTo>
                  <a:cubicBezTo>
                    <a:pt x="22" y="1"/>
                    <a:pt x="1" y="22"/>
                    <a:pt x="1" y="44"/>
                  </a:cubicBezTo>
                  <a:cubicBezTo>
                    <a:pt x="1" y="66"/>
                    <a:pt x="22" y="87"/>
                    <a:pt x="51" y="87"/>
                  </a:cubicBezTo>
                  <a:lnTo>
                    <a:pt x="650" y="87"/>
                  </a:lnTo>
                  <a:cubicBezTo>
                    <a:pt x="672" y="87"/>
                    <a:pt x="693" y="66"/>
                    <a:pt x="693" y="44"/>
                  </a:cubicBezTo>
                  <a:cubicBezTo>
                    <a:pt x="693" y="22"/>
                    <a:pt x="672" y="1"/>
                    <a:pt x="65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58" name="Google Shape;8158;p57"/>
            <p:cNvSpPr/>
            <p:nvPr/>
          </p:nvSpPr>
          <p:spPr>
            <a:xfrm>
              <a:off x="4428542" y="1796744"/>
              <a:ext cx="36100" cy="2200"/>
            </a:xfrm>
            <a:custGeom>
              <a:rect l="l" t="t" r="r" b="b"/>
              <a:pathLst>
                <a:path w="1444" h="88" extrusionOk="0">
                  <a:moveTo>
                    <a:pt x="51" y="0"/>
                  </a:moveTo>
                  <a:cubicBezTo>
                    <a:pt x="22" y="0"/>
                    <a:pt x="1" y="22"/>
                    <a:pt x="1" y="44"/>
                  </a:cubicBezTo>
                  <a:cubicBezTo>
                    <a:pt x="1" y="65"/>
                    <a:pt x="22" y="87"/>
                    <a:pt x="51" y="87"/>
                  </a:cubicBezTo>
                  <a:lnTo>
                    <a:pt x="1400" y="87"/>
                  </a:lnTo>
                  <a:cubicBezTo>
                    <a:pt x="1422" y="87"/>
                    <a:pt x="1443" y="65"/>
                    <a:pt x="1443" y="44"/>
                  </a:cubicBezTo>
                  <a:cubicBezTo>
                    <a:pt x="1443" y="22"/>
                    <a:pt x="1422" y="0"/>
                    <a:pt x="140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159" name="Google Shape;8159;p57"/>
          <p:cNvGrpSpPr/>
          <p:nvPr/>
        </p:nvGrpSpPr>
        <p:grpSpPr>
          <a:xfrm rot="10800000" flipH="1">
            <a:off x="5323766" y="2817385"/>
            <a:ext cx="1419207" cy="24808"/>
            <a:chOff x="219558" y="4738465"/>
            <a:chExt cx="5852400" cy="102300"/>
          </a:xfrm>
        </p:grpSpPr>
        <p:cxnSp>
          <p:nvCxnSpPr>
            <p:cNvPr id="8160" name="Google Shape;8160;p57"/>
            <p:cNvCxnSpPr/>
            <p:nvPr/>
          </p:nvCxnSpPr>
          <p:spPr>
            <a:xfrm>
              <a:off x="219558" y="4789684"/>
              <a:ext cx="5852400" cy="0"/>
            </a:xfrm>
            <a:prstGeom prst="straightConnector1">
              <a:avLst/>
            </a:prstGeom>
            <a:noFill/>
            <a:ln w="9525" cap="flat" cmpd="sng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8161" name="Google Shape;8161;p57"/>
            <p:cNvSpPr/>
            <p:nvPr/>
          </p:nvSpPr>
          <p:spPr>
            <a:xfrm>
              <a:off x="1200298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62" name="Google Shape;8162;p57"/>
            <p:cNvSpPr/>
            <p:nvPr/>
          </p:nvSpPr>
          <p:spPr>
            <a:xfrm>
              <a:off x="2175146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63" name="Google Shape;8163;p57"/>
            <p:cNvSpPr/>
            <p:nvPr/>
          </p:nvSpPr>
          <p:spPr>
            <a:xfrm>
              <a:off x="3040751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64" name="Google Shape;8164;p57"/>
            <p:cNvSpPr/>
            <p:nvPr/>
          </p:nvSpPr>
          <p:spPr>
            <a:xfrm>
              <a:off x="402815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65" name="Google Shape;8165;p57"/>
            <p:cNvSpPr/>
            <p:nvPr/>
          </p:nvSpPr>
          <p:spPr>
            <a:xfrm>
              <a:off x="5040827" y="4738465"/>
              <a:ext cx="102300" cy="102300"/>
            </a:xfrm>
            <a:prstGeom prst="ellipse">
              <a:avLst/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166" name="Google Shape;8166;p57"/>
          <p:cNvGrpSpPr/>
          <p:nvPr/>
        </p:nvGrpSpPr>
        <p:grpSpPr>
          <a:xfrm>
            <a:off x="5335084" y="3190448"/>
            <a:ext cx="1396570" cy="385016"/>
            <a:chOff x="5286284" y="2966544"/>
            <a:chExt cx="1396570" cy="385016"/>
          </a:xfrm>
        </p:grpSpPr>
        <p:cxnSp>
          <p:nvCxnSpPr>
            <p:cNvPr id="8167" name="Google Shape;8167;p57"/>
            <p:cNvCxnSpPr/>
            <p:nvPr/>
          </p:nvCxnSpPr>
          <p:spPr>
            <a:xfrm>
              <a:off x="5752056" y="3094781"/>
              <a:ext cx="470100" cy="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8168" name="Google Shape;8168;p57"/>
            <p:cNvCxnSpPr/>
            <p:nvPr/>
          </p:nvCxnSpPr>
          <p:spPr>
            <a:xfrm>
              <a:off x="5980194" y="3351560"/>
              <a:ext cx="594300" cy="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grpSp>
          <p:nvGrpSpPr>
            <p:cNvPr id="8169" name="Google Shape;8169;p57"/>
            <p:cNvGrpSpPr/>
            <p:nvPr/>
          </p:nvGrpSpPr>
          <p:grpSpPr>
            <a:xfrm>
              <a:off x="5287688" y="3173364"/>
              <a:ext cx="1395166" cy="74015"/>
              <a:chOff x="5287688" y="3173364"/>
              <a:chExt cx="1395166" cy="74015"/>
            </a:xfrm>
          </p:grpSpPr>
          <p:cxnSp>
            <p:nvCxnSpPr>
              <p:cNvPr id="8170" name="Google Shape;8170;p57"/>
              <p:cNvCxnSpPr/>
              <p:nvPr/>
            </p:nvCxnSpPr>
            <p:spPr>
              <a:xfrm flipH="1">
                <a:off x="6682853" y="3173540"/>
                <a:ext cx="0" cy="73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1" name="Google Shape;8171;p57"/>
              <p:cNvCxnSpPr/>
              <p:nvPr/>
            </p:nvCxnSpPr>
            <p:spPr>
              <a:xfrm>
                <a:off x="5287688" y="3210371"/>
                <a:ext cx="139483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2" name="Google Shape;8172;p57"/>
              <p:cNvCxnSpPr/>
              <p:nvPr/>
            </p:nvCxnSpPr>
            <p:spPr>
              <a:xfrm flipH="1">
                <a:off x="5518476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3" name="Google Shape;8173;p57"/>
              <p:cNvCxnSpPr/>
              <p:nvPr/>
            </p:nvCxnSpPr>
            <p:spPr>
              <a:xfrm flipH="1">
                <a:off x="5287935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4" name="Google Shape;8174;p57"/>
              <p:cNvCxnSpPr/>
              <p:nvPr/>
            </p:nvCxnSpPr>
            <p:spPr>
              <a:xfrm flipH="1">
                <a:off x="5751239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5" name="Google Shape;8175;p57"/>
              <p:cNvCxnSpPr/>
              <p:nvPr/>
            </p:nvCxnSpPr>
            <p:spPr>
              <a:xfrm flipH="1">
                <a:off x="5982252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6" name="Google Shape;8176;p57"/>
              <p:cNvCxnSpPr/>
              <p:nvPr/>
            </p:nvCxnSpPr>
            <p:spPr>
              <a:xfrm flipH="1">
                <a:off x="6216184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7" name="Google Shape;8177;p57"/>
              <p:cNvCxnSpPr/>
              <p:nvPr/>
            </p:nvCxnSpPr>
            <p:spPr>
              <a:xfrm flipH="1">
                <a:off x="6449534" y="3173364"/>
                <a:ext cx="0" cy="7401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F7D9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78" name="Google Shape;8178;p57"/>
            <p:cNvCxnSpPr/>
            <p:nvPr/>
          </p:nvCxnSpPr>
          <p:spPr>
            <a:xfrm>
              <a:off x="5286284" y="2966544"/>
              <a:ext cx="468600" cy="0"/>
            </a:xfrm>
            <a:prstGeom prst="straightConnector1">
              <a:avLst/>
            </a:prstGeom>
            <a:noFill/>
            <a:ln w="9525" cap="flat" cmpd="sng">
              <a:solidFill>
                <a:srgbClr val="435D74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grpSp>
        <p:nvGrpSpPr>
          <p:cNvPr id="8179" name="Google Shape;8179;p57"/>
          <p:cNvGrpSpPr/>
          <p:nvPr/>
        </p:nvGrpSpPr>
        <p:grpSpPr>
          <a:xfrm>
            <a:off x="2021150" y="1609224"/>
            <a:ext cx="1182276" cy="662027"/>
            <a:chOff x="2029517" y="1732295"/>
            <a:chExt cx="1149068" cy="643432"/>
          </a:xfrm>
        </p:grpSpPr>
        <p:grpSp>
          <p:nvGrpSpPr>
            <p:cNvPr id="8180" name="Google Shape;8180;p57"/>
            <p:cNvGrpSpPr/>
            <p:nvPr/>
          </p:nvGrpSpPr>
          <p:grpSpPr>
            <a:xfrm>
              <a:off x="2708660" y="1746937"/>
              <a:ext cx="455427" cy="244429"/>
              <a:chOff x="2700693" y="1746937"/>
              <a:chExt cx="455427" cy="244429"/>
            </a:xfrm>
          </p:grpSpPr>
          <p:grpSp>
            <p:nvGrpSpPr>
              <p:cNvPr id="8181" name="Google Shape;8181;p57"/>
              <p:cNvGrpSpPr/>
              <p:nvPr/>
            </p:nvGrpSpPr>
            <p:grpSpPr>
              <a:xfrm>
                <a:off x="2905682" y="1782817"/>
                <a:ext cx="250438" cy="208549"/>
                <a:chOff x="2905682" y="1782817"/>
                <a:chExt cx="250438" cy="208549"/>
              </a:xfrm>
            </p:grpSpPr>
            <p:cxnSp>
              <p:nvCxnSpPr>
                <p:cNvPr id="8182" name="Google Shape;8182;p57"/>
                <p:cNvCxnSpPr/>
                <p:nvPr/>
              </p:nvCxnSpPr>
              <p:spPr>
                <a:xfrm rot="-5400000" flipH="1">
                  <a:off x="2905682" y="1782817"/>
                  <a:ext cx="175200" cy="1752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183" name="Google Shape;8183;p57"/>
                <p:cNvSpPr/>
                <p:nvPr/>
              </p:nvSpPr>
              <p:spPr>
                <a:xfrm>
                  <a:off x="3078213" y="1919045"/>
                  <a:ext cx="77906" cy="72321"/>
                </a:xfrm>
                <a:custGeom>
                  <a:rect l="l" t="t" r="r" b="b"/>
                  <a:pathLst>
                    <a:path w="11576" h="10746" extrusionOk="0">
                      <a:moveTo>
                        <a:pt x="5775" y="1"/>
                      </a:moveTo>
                      <a:cubicBezTo>
                        <a:pt x="3179" y="1"/>
                        <a:pt x="889" y="1860"/>
                        <a:pt x="468" y="4506"/>
                      </a:cubicBezTo>
                      <a:cubicBezTo>
                        <a:pt x="1" y="7441"/>
                        <a:pt x="2002" y="10210"/>
                        <a:pt x="4904" y="10677"/>
                      </a:cubicBezTo>
                      <a:cubicBezTo>
                        <a:pt x="5194" y="10723"/>
                        <a:pt x="5483" y="10745"/>
                        <a:pt x="5768" y="10745"/>
                      </a:cubicBezTo>
                      <a:cubicBezTo>
                        <a:pt x="8364" y="10745"/>
                        <a:pt x="10655" y="8886"/>
                        <a:pt x="11075" y="6240"/>
                      </a:cubicBezTo>
                      <a:cubicBezTo>
                        <a:pt x="11576" y="3305"/>
                        <a:pt x="9574" y="536"/>
                        <a:pt x="6639" y="69"/>
                      </a:cubicBezTo>
                      <a:cubicBezTo>
                        <a:pt x="6349" y="23"/>
                        <a:pt x="6060" y="1"/>
                        <a:pt x="577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84" name="Google Shape;8184;p57"/>
              <p:cNvGrpSpPr/>
              <p:nvPr/>
            </p:nvGrpSpPr>
            <p:grpSpPr>
              <a:xfrm>
                <a:off x="2700693" y="1746937"/>
                <a:ext cx="449967" cy="72374"/>
                <a:chOff x="2700693" y="1746937"/>
                <a:chExt cx="449967" cy="72374"/>
              </a:xfrm>
            </p:grpSpPr>
            <p:cxnSp>
              <p:nvCxnSpPr>
                <p:cNvPr id="8185" name="Google Shape;8185;p57"/>
                <p:cNvCxnSpPr/>
                <p:nvPr/>
              </p:nvCxnSpPr>
              <p:spPr>
                <a:xfrm>
                  <a:off x="2700693" y="1782453"/>
                  <a:ext cx="3798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186" name="Google Shape;8186;p57"/>
                <p:cNvSpPr/>
                <p:nvPr/>
              </p:nvSpPr>
              <p:spPr>
                <a:xfrm>
                  <a:off x="3072753" y="1746937"/>
                  <a:ext cx="77906" cy="72374"/>
                </a:xfrm>
                <a:custGeom>
                  <a:rect l="l" t="t" r="r" b="b"/>
                  <a:pathLst>
                    <a:path w="11576" h="10754" extrusionOk="0">
                      <a:moveTo>
                        <a:pt x="5736" y="0"/>
                      </a:moveTo>
                      <a:cubicBezTo>
                        <a:pt x="3156" y="0"/>
                        <a:pt x="887" y="1881"/>
                        <a:pt x="468" y="4513"/>
                      </a:cubicBezTo>
                      <a:cubicBezTo>
                        <a:pt x="1" y="7449"/>
                        <a:pt x="2002" y="10218"/>
                        <a:pt x="4904" y="10685"/>
                      </a:cubicBezTo>
                      <a:cubicBezTo>
                        <a:pt x="5194" y="10731"/>
                        <a:pt x="5483" y="10753"/>
                        <a:pt x="5768" y="10753"/>
                      </a:cubicBezTo>
                      <a:cubicBezTo>
                        <a:pt x="8364" y="10753"/>
                        <a:pt x="10655" y="8893"/>
                        <a:pt x="11075" y="6248"/>
                      </a:cubicBezTo>
                      <a:cubicBezTo>
                        <a:pt x="11576" y="3313"/>
                        <a:pt x="9574" y="544"/>
                        <a:pt x="6639" y="77"/>
                      </a:cubicBezTo>
                      <a:cubicBezTo>
                        <a:pt x="6335" y="25"/>
                        <a:pt x="6034" y="0"/>
                        <a:pt x="57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187" name="Google Shape;8187;p57"/>
            <p:cNvGrpSpPr/>
            <p:nvPr/>
          </p:nvGrpSpPr>
          <p:grpSpPr>
            <a:xfrm>
              <a:off x="2029517" y="1732295"/>
              <a:ext cx="1149068" cy="643432"/>
              <a:chOff x="2029517" y="1732295"/>
              <a:chExt cx="1149068" cy="643432"/>
            </a:xfrm>
          </p:grpSpPr>
          <p:grpSp>
            <p:nvGrpSpPr>
              <p:cNvPr id="8188" name="Google Shape;8188;p57"/>
              <p:cNvGrpSpPr/>
              <p:nvPr/>
            </p:nvGrpSpPr>
            <p:grpSpPr>
              <a:xfrm>
                <a:off x="2703618" y="2103152"/>
                <a:ext cx="474966" cy="260017"/>
                <a:chOff x="2703618" y="2103152"/>
                <a:chExt cx="474966" cy="260017"/>
              </a:xfrm>
            </p:grpSpPr>
            <p:grpSp>
              <p:nvGrpSpPr>
                <p:cNvPr id="8189" name="Google Shape;8189;p57"/>
                <p:cNvGrpSpPr/>
                <p:nvPr/>
              </p:nvGrpSpPr>
              <p:grpSpPr>
                <a:xfrm>
                  <a:off x="2703618" y="2290640"/>
                  <a:ext cx="450291" cy="72529"/>
                  <a:chOff x="2703618" y="2290640"/>
                  <a:chExt cx="450291" cy="72529"/>
                </a:xfrm>
              </p:grpSpPr>
              <p:cxnSp>
                <p:nvCxnSpPr>
                  <p:cNvPr id="8190" name="Google Shape;8190;p57"/>
                  <p:cNvCxnSpPr/>
                  <p:nvPr/>
                </p:nvCxnSpPr>
                <p:spPr>
                  <a:xfrm>
                    <a:off x="2703618" y="2326818"/>
                    <a:ext cx="379800" cy="6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8191" name="Google Shape;8191;p57"/>
                  <p:cNvSpPr/>
                  <p:nvPr/>
                </p:nvSpPr>
                <p:spPr>
                  <a:xfrm>
                    <a:off x="3076003" y="2290640"/>
                    <a:ext cx="77906" cy="72529"/>
                  </a:xfrm>
                  <a:custGeom>
                    <a:rect l="l" t="t" r="r" b="b"/>
                    <a:pathLst>
                      <a:path w="11576" h="10777" extrusionOk="0">
                        <a:moveTo>
                          <a:pt x="5787" y="0"/>
                        </a:moveTo>
                        <a:cubicBezTo>
                          <a:pt x="3185" y="0"/>
                          <a:pt x="889" y="1889"/>
                          <a:pt x="468" y="4538"/>
                        </a:cubicBezTo>
                        <a:cubicBezTo>
                          <a:pt x="1" y="7473"/>
                          <a:pt x="2002" y="10208"/>
                          <a:pt x="4938" y="10709"/>
                        </a:cubicBezTo>
                        <a:cubicBezTo>
                          <a:pt x="5221" y="10754"/>
                          <a:pt x="5503" y="10776"/>
                          <a:pt x="5781" y="10776"/>
                        </a:cubicBezTo>
                        <a:cubicBezTo>
                          <a:pt x="8358" y="10776"/>
                          <a:pt x="10654" y="8888"/>
                          <a:pt x="11075" y="6239"/>
                        </a:cubicBezTo>
                        <a:cubicBezTo>
                          <a:pt x="11576" y="3303"/>
                          <a:pt x="9574" y="535"/>
                          <a:pt x="6639" y="68"/>
                        </a:cubicBezTo>
                        <a:cubicBezTo>
                          <a:pt x="6352" y="22"/>
                          <a:pt x="6068" y="0"/>
                          <a:pt x="5787" y="0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192" name="Google Shape;8192;p57"/>
                <p:cNvGrpSpPr/>
                <p:nvPr/>
              </p:nvGrpSpPr>
              <p:grpSpPr>
                <a:xfrm>
                  <a:off x="2908607" y="2103152"/>
                  <a:ext cx="269977" cy="223538"/>
                  <a:chOff x="2908607" y="2103152"/>
                  <a:chExt cx="269977" cy="223538"/>
                </a:xfrm>
              </p:grpSpPr>
              <p:cxnSp>
                <p:nvCxnSpPr>
                  <p:cNvPr id="8193" name="Google Shape;8193;p57"/>
                  <p:cNvCxnSpPr/>
                  <p:nvPr/>
                </p:nvCxnSpPr>
                <p:spPr>
                  <a:xfrm rot="10800000" flipH="1">
                    <a:off x="2908607" y="2140990"/>
                    <a:ext cx="199800" cy="1857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8194" name="Google Shape;8194;p57"/>
                  <p:cNvSpPr/>
                  <p:nvPr/>
                </p:nvSpPr>
                <p:spPr>
                  <a:xfrm>
                    <a:off x="3100678" y="2103152"/>
                    <a:ext cx="77906" cy="72368"/>
                  </a:xfrm>
                  <a:custGeom>
                    <a:rect l="l" t="t" r="r" b="b"/>
                    <a:pathLst>
                      <a:path w="11576" h="10753" extrusionOk="0">
                        <a:moveTo>
                          <a:pt x="5786" y="1"/>
                        </a:moveTo>
                        <a:cubicBezTo>
                          <a:pt x="3185" y="1"/>
                          <a:pt x="889" y="1886"/>
                          <a:pt x="468" y="4505"/>
                        </a:cubicBezTo>
                        <a:cubicBezTo>
                          <a:pt x="1" y="7440"/>
                          <a:pt x="2002" y="10209"/>
                          <a:pt x="4904" y="10676"/>
                        </a:cubicBezTo>
                        <a:cubicBezTo>
                          <a:pt x="5208" y="10728"/>
                          <a:pt x="5509" y="10753"/>
                          <a:pt x="5807" y="10753"/>
                        </a:cubicBezTo>
                        <a:cubicBezTo>
                          <a:pt x="8387" y="10753"/>
                          <a:pt x="10657" y="8872"/>
                          <a:pt x="11075" y="6240"/>
                        </a:cubicBezTo>
                        <a:cubicBezTo>
                          <a:pt x="11576" y="3304"/>
                          <a:pt x="9574" y="535"/>
                          <a:pt x="6639" y="68"/>
                        </a:cubicBezTo>
                        <a:cubicBezTo>
                          <a:pt x="6352" y="23"/>
                          <a:pt x="6067" y="1"/>
                          <a:pt x="5786" y="1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195" name="Google Shape;8195;p57"/>
              <p:cNvGrpSpPr/>
              <p:nvPr/>
            </p:nvGrpSpPr>
            <p:grpSpPr>
              <a:xfrm>
                <a:off x="2029517" y="1732295"/>
                <a:ext cx="685827" cy="643432"/>
                <a:chOff x="2029517" y="1732295"/>
                <a:chExt cx="685827" cy="643432"/>
              </a:xfrm>
            </p:grpSpPr>
            <p:sp>
              <p:nvSpPr>
                <p:cNvPr id="8196" name="Google Shape;8196;p57"/>
                <p:cNvSpPr/>
                <p:nvPr/>
              </p:nvSpPr>
              <p:spPr>
                <a:xfrm>
                  <a:off x="2029517" y="1996395"/>
                  <a:ext cx="135152" cy="135374"/>
                </a:xfrm>
                <a:custGeom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869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197" name="Google Shape;8197;p57"/>
                <p:cNvGrpSpPr/>
                <p:nvPr/>
              </p:nvGrpSpPr>
              <p:grpSpPr>
                <a:xfrm>
                  <a:off x="2158948" y="1732295"/>
                  <a:ext cx="556396" cy="333108"/>
                  <a:chOff x="2158948" y="1732295"/>
                  <a:chExt cx="556396" cy="333108"/>
                </a:xfrm>
              </p:grpSpPr>
              <p:cxnSp>
                <p:nvCxnSpPr>
                  <p:cNvPr id="8198" name="Google Shape;8198;p57"/>
                  <p:cNvCxnSpPr/>
                  <p:nvPr/>
                </p:nvCxnSpPr>
                <p:spPr>
                  <a:xfrm rot="10800000" flipH="1">
                    <a:off x="2158948" y="1783103"/>
                    <a:ext cx="459000" cy="2823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>
                    <a:solidFill>
                      <a:srgbClr val="BAC8D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8199" name="Google Shape;8199;p57"/>
                  <p:cNvSpPr/>
                  <p:nvPr/>
                </p:nvSpPr>
                <p:spPr>
                  <a:xfrm>
                    <a:off x="2612072" y="1732295"/>
                    <a:ext cx="103272" cy="100095"/>
                  </a:xfrm>
                  <a:custGeom>
                    <a:rect l="l" t="t" r="r" b="b"/>
                    <a:pathLst>
                      <a:path w="15344" h="14872" extrusionOk="0">
                        <a:moveTo>
                          <a:pt x="7692" y="1"/>
                        </a:moveTo>
                        <a:cubicBezTo>
                          <a:pt x="7531" y="1"/>
                          <a:pt x="7369" y="6"/>
                          <a:pt x="7206" y="16"/>
                        </a:cubicBezTo>
                        <a:cubicBezTo>
                          <a:pt x="3136" y="283"/>
                          <a:pt x="0" y="3786"/>
                          <a:pt x="267" y="7889"/>
                        </a:cubicBezTo>
                        <a:cubicBezTo>
                          <a:pt x="493" y="11846"/>
                          <a:pt x="3790" y="14873"/>
                          <a:pt x="7706" y="14873"/>
                        </a:cubicBezTo>
                        <a:cubicBezTo>
                          <a:pt x="7850" y="14873"/>
                          <a:pt x="7994" y="14869"/>
                          <a:pt x="8140" y="14860"/>
                        </a:cubicBezTo>
                        <a:cubicBezTo>
                          <a:pt x="12243" y="14594"/>
                          <a:pt x="15345" y="11058"/>
                          <a:pt x="15111" y="6988"/>
                        </a:cubicBezTo>
                        <a:cubicBezTo>
                          <a:pt x="14855" y="3048"/>
                          <a:pt x="11585" y="1"/>
                          <a:pt x="7692" y="1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00" name="Google Shape;8200;p57"/>
                <p:cNvGrpSpPr/>
                <p:nvPr/>
              </p:nvGrpSpPr>
              <p:grpSpPr>
                <a:xfrm>
                  <a:off x="2159908" y="2065057"/>
                  <a:ext cx="550884" cy="310670"/>
                  <a:chOff x="2159908" y="2065057"/>
                  <a:chExt cx="550884" cy="310670"/>
                </a:xfrm>
              </p:grpSpPr>
              <p:cxnSp>
                <p:nvCxnSpPr>
                  <p:cNvPr id="8201" name="Google Shape;8201;p57"/>
                  <p:cNvCxnSpPr/>
                  <p:nvPr/>
                </p:nvCxnSpPr>
                <p:spPr>
                  <a:xfrm>
                    <a:off x="2159908" y="2065057"/>
                    <a:ext cx="454500" cy="262200"/>
                  </a:xfrm>
                  <a:prstGeom prst="bentConnector3">
                    <a:avLst>
                      <a:gd name="adj1" fmla="val 50000"/>
                    </a:avLst>
                  </a:prstGeom>
                  <a:noFill/>
                  <a:ln w="9525" cap="flat" cmpd="sng">
                    <a:solidFill>
                      <a:srgbClr val="BAC8D3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8202" name="Google Shape;8202;p57"/>
                  <p:cNvSpPr/>
                  <p:nvPr/>
                </p:nvSpPr>
                <p:spPr>
                  <a:xfrm>
                    <a:off x="2607514" y="2275632"/>
                    <a:ext cx="103279" cy="100095"/>
                  </a:xfrm>
                  <a:custGeom>
                    <a:rect l="l" t="t" r="r" b="b"/>
                    <a:pathLst>
                      <a:path w="15346" h="14872" extrusionOk="0">
                        <a:moveTo>
                          <a:pt x="7697" y="0"/>
                        </a:moveTo>
                        <a:cubicBezTo>
                          <a:pt x="7535" y="0"/>
                          <a:pt x="7371" y="5"/>
                          <a:pt x="7206" y="16"/>
                        </a:cubicBezTo>
                        <a:cubicBezTo>
                          <a:pt x="3103" y="250"/>
                          <a:pt x="1" y="3785"/>
                          <a:pt x="268" y="7888"/>
                        </a:cubicBezTo>
                        <a:cubicBezTo>
                          <a:pt x="493" y="11846"/>
                          <a:pt x="3790" y="14872"/>
                          <a:pt x="7706" y="14872"/>
                        </a:cubicBezTo>
                        <a:cubicBezTo>
                          <a:pt x="7850" y="14872"/>
                          <a:pt x="7994" y="14868"/>
                          <a:pt x="8140" y="14860"/>
                        </a:cubicBezTo>
                        <a:cubicBezTo>
                          <a:pt x="12243" y="14593"/>
                          <a:pt x="15345" y="11057"/>
                          <a:pt x="15112" y="6954"/>
                        </a:cubicBezTo>
                        <a:cubicBezTo>
                          <a:pt x="14855" y="3016"/>
                          <a:pt x="11588" y="0"/>
                          <a:pt x="7697" y="0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8203" name="Google Shape;8203;p57"/>
          <p:cNvGrpSpPr/>
          <p:nvPr/>
        </p:nvGrpSpPr>
        <p:grpSpPr>
          <a:xfrm>
            <a:off x="706399" y="1556837"/>
            <a:ext cx="962651" cy="810058"/>
            <a:chOff x="732462" y="1766083"/>
            <a:chExt cx="962651" cy="810058"/>
          </a:xfrm>
        </p:grpSpPr>
        <p:grpSp>
          <p:nvGrpSpPr>
            <p:cNvPr id="8204" name="Google Shape;8204;p57"/>
            <p:cNvGrpSpPr/>
            <p:nvPr/>
          </p:nvGrpSpPr>
          <p:grpSpPr>
            <a:xfrm>
              <a:off x="732462" y="1908333"/>
              <a:ext cx="339364" cy="524749"/>
              <a:chOff x="844912" y="1819635"/>
              <a:chExt cx="329831" cy="510010"/>
            </a:xfrm>
          </p:grpSpPr>
          <p:sp>
            <p:nvSpPr>
              <p:cNvPr id="8205" name="Google Shape;8205;p57"/>
              <p:cNvSpPr/>
              <p:nvPr/>
            </p:nvSpPr>
            <p:spPr>
              <a:xfrm>
                <a:off x="844912" y="2015566"/>
                <a:ext cx="118261" cy="118455"/>
              </a:xfrm>
              <a:custGeom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06" name="Google Shape;8206;p57"/>
              <p:cNvSpPr/>
              <p:nvPr/>
            </p:nvSpPr>
            <p:spPr>
              <a:xfrm>
                <a:off x="1013654" y="2074499"/>
                <a:ext cx="148123" cy="238282"/>
              </a:xfrm>
              <a:custGeom>
                <a:rect l="l" t="t" r="r" b="b"/>
                <a:pathLst>
                  <a:path w="25153" h="40463" fill="none" extrusionOk="0">
                    <a:moveTo>
                      <a:pt x="25152" y="40463"/>
                    </a:moveTo>
                    <a:cubicBezTo>
                      <a:pt x="19315" y="40463"/>
                      <a:pt x="14378" y="32724"/>
                      <a:pt x="12777" y="22150"/>
                    </a:cubicBezTo>
                    <a:lnTo>
                      <a:pt x="12810" y="22350"/>
                    </a:lnTo>
                    <a:cubicBezTo>
                      <a:pt x="10542" y="7606"/>
                      <a:pt x="6372" y="1"/>
                      <a:pt x="1" y="1"/>
                    </a:cubicBezTo>
                    <a:lnTo>
                      <a:pt x="1" y="1"/>
                    </a:lnTo>
                  </a:path>
                </a:pathLst>
              </a:custGeom>
              <a:noFill/>
              <a:ln w="9525" cap="rnd" cmpd="sng">
                <a:solidFill>
                  <a:srgbClr val="435D74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07" name="Google Shape;8207;p57"/>
              <p:cNvSpPr/>
              <p:nvPr/>
            </p:nvSpPr>
            <p:spPr>
              <a:xfrm>
                <a:off x="1013654" y="1836607"/>
                <a:ext cx="148123" cy="238282"/>
              </a:xfrm>
              <a:custGeom>
                <a:rect l="l" t="t" r="r" b="b"/>
                <a:pathLst>
                  <a:path w="25153" h="40463" fill="none" extrusionOk="0">
                    <a:moveTo>
                      <a:pt x="25152" y="0"/>
                    </a:moveTo>
                    <a:cubicBezTo>
                      <a:pt x="19315" y="0"/>
                      <a:pt x="14378" y="7706"/>
                      <a:pt x="12777" y="18313"/>
                    </a:cubicBezTo>
                    <a:lnTo>
                      <a:pt x="12810" y="18113"/>
                    </a:lnTo>
                    <a:cubicBezTo>
                      <a:pt x="10542" y="32857"/>
                      <a:pt x="6372" y="40462"/>
                      <a:pt x="1" y="40462"/>
                    </a:cubicBezTo>
                    <a:lnTo>
                      <a:pt x="1" y="40462"/>
                    </a:lnTo>
                  </a:path>
                </a:pathLst>
              </a:custGeom>
              <a:noFill/>
              <a:ln w="9525" cap="rnd" cmpd="sng">
                <a:solidFill>
                  <a:srgbClr val="435D74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08" name="Google Shape;8208;p57"/>
              <p:cNvSpPr/>
              <p:nvPr/>
            </p:nvSpPr>
            <p:spPr>
              <a:xfrm>
                <a:off x="1004031" y="2056625"/>
                <a:ext cx="35952" cy="35952"/>
              </a:xfrm>
              <a:custGeom>
                <a:rect l="l" t="t" r="r" b="b"/>
                <a:pathLst>
                  <a:path w="6105" h="6105" extrusionOk="0">
                    <a:moveTo>
                      <a:pt x="3069" y="0"/>
                    </a:moveTo>
                    <a:cubicBezTo>
                      <a:pt x="1368" y="0"/>
                      <a:pt x="0" y="1368"/>
                      <a:pt x="0" y="3036"/>
                    </a:cubicBezTo>
                    <a:cubicBezTo>
                      <a:pt x="0" y="4737"/>
                      <a:pt x="1368" y="6105"/>
                      <a:pt x="3069" y="6105"/>
                    </a:cubicBezTo>
                    <a:cubicBezTo>
                      <a:pt x="4737" y="6105"/>
                      <a:pt x="6105" y="4737"/>
                      <a:pt x="6105" y="3036"/>
                    </a:cubicBezTo>
                    <a:cubicBezTo>
                      <a:pt x="6105" y="1368"/>
                      <a:pt x="4737" y="0"/>
                      <a:pt x="30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09" name="Google Shape;8209;p57"/>
              <p:cNvSpPr/>
              <p:nvPr/>
            </p:nvSpPr>
            <p:spPr>
              <a:xfrm>
                <a:off x="1149398" y="2295742"/>
                <a:ext cx="25346" cy="33902"/>
              </a:xfrm>
              <a:custGeom>
                <a:rect l="l" t="t" r="r" b="b"/>
                <a:pathLst>
                  <a:path w="4304" h="5757" extrusionOk="0">
                    <a:moveTo>
                      <a:pt x="509" y="0"/>
                    </a:moveTo>
                    <a:cubicBezTo>
                      <a:pt x="247" y="0"/>
                      <a:pt x="1" y="203"/>
                      <a:pt x="1" y="493"/>
                    </a:cubicBezTo>
                    <a:lnTo>
                      <a:pt x="1" y="5263"/>
                    </a:lnTo>
                    <a:cubicBezTo>
                      <a:pt x="1" y="5554"/>
                      <a:pt x="229" y="5757"/>
                      <a:pt x="482" y="5757"/>
                    </a:cubicBezTo>
                    <a:cubicBezTo>
                      <a:pt x="577" y="5757"/>
                      <a:pt x="676" y="5728"/>
                      <a:pt x="768" y="5664"/>
                    </a:cubicBezTo>
                    <a:lnTo>
                      <a:pt x="4003" y="3395"/>
                    </a:lnTo>
                    <a:cubicBezTo>
                      <a:pt x="4304" y="3195"/>
                      <a:pt x="4304" y="2795"/>
                      <a:pt x="4037" y="2595"/>
                    </a:cubicBezTo>
                    <a:lnTo>
                      <a:pt x="801" y="93"/>
                    </a:lnTo>
                    <a:cubicBezTo>
                      <a:pt x="710" y="29"/>
                      <a:pt x="608" y="0"/>
                      <a:pt x="5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10" name="Google Shape;8210;p57"/>
              <p:cNvSpPr/>
              <p:nvPr/>
            </p:nvSpPr>
            <p:spPr>
              <a:xfrm>
                <a:off x="1149398" y="1819635"/>
                <a:ext cx="25346" cy="34026"/>
              </a:xfrm>
              <a:custGeom>
                <a:rect l="l" t="t" r="r" b="b"/>
                <a:pathLst>
                  <a:path w="4304" h="5778" extrusionOk="0">
                    <a:moveTo>
                      <a:pt x="489" y="0"/>
                    </a:moveTo>
                    <a:cubicBezTo>
                      <a:pt x="234" y="0"/>
                      <a:pt x="1" y="207"/>
                      <a:pt x="1" y="514"/>
                    </a:cubicBezTo>
                    <a:lnTo>
                      <a:pt x="1" y="5284"/>
                    </a:lnTo>
                    <a:cubicBezTo>
                      <a:pt x="1" y="5574"/>
                      <a:pt x="229" y="5777"/>
                      <a:pt x="482" y="5777"/>
                    </a:cubicBezTo>
                    <a:cubicBezTo>
                      <a:pt x="577" y="5777"/>
                      <a:pt x="676" y="5748"/>
                      <a:pt x="768" y="5684"/>
                    </a:cubicBezTo>
                    <a:lnTo>
                      <a:pt x="4003" y="3382"/>
                    </a:lnTo>
                    <a:cubicBezTo>
                      <a:pt x="4304" y="3182"/>
                      <a:pt x="4304" y="2782"/>
                      <a:pt x="4037" y="2582"/>
                    </a:cubicBezTo>
                    <a:lnTo>
                      <a:pt x="801" y="113"/>
                    </a:lnTo>
                    <a:cubicBezTo>
                      <a:pt x="704" y="35"/>
                      <a:pt x="595" y="0"/>
                      <a:pt x="4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211" name="Google Shape;8211;p57"/>
            <p:cNvGrpSpPr/>
            <p:nvPr/>
          </p:nvGrpSpPr>
          <p:grpSpPr>
            <a:xfrm>
              <a:off x="1184858" y="2256650"/>
              <a:ext cx="510255" cy="319491"/>
              <a:chOff x="1284601" y="2158168"/>
              <a:chExt cx="495923" cy="310517"/>
            </a:xfrm>
          </p:grpSpPr>
          <p:sp>
            <p:nvSpPr>
              <p:cNvPr id="8212" name="Google Shape;8212;p57"/>
              <p:cNvSpPr/>
              <p:nvPr/>
            </p:nvSpPr>
            <p:spPr>
              <a:xfrm>
                <a:off x="1284601" y="2265773"/>
                <a:ext cx="93683" cy="93836"/>
              </a:xfrm>
              <a:custGeom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8213" name="Google Shape;8213;p57"/>
              <p:cNvGrpSpPr/>
              <p:nvPr/>
            </p:nvGrpSpPr>
            <p:grpSpPr>
              <a:xfrm>
                <a:off x="1507666" y="2158168"/>
                <a:ext cx="272858" cy="310517"/>
                <a:chOff x="1507666" y="2158168"/>
                <a:chExt cx="272858" cy="310517"/>
              </a:xfrm>
            </p:grpSpPr>
            <p:grpSp>
              <p:nvGrpSpPr>
                <p:cNvPr id="8214" name="Google Shape;8214;p57"/>
                <p:cNvGrpSpPr/>
                <p:nvPr/>
              </p:nvGrpSpPr>
              <p:grpSpPr>
                <a:xfrm>
                  <a:off x="1507666" y="2176104"/>
                  <a:ext cx="166390" cy="273143"/>
                  <a:chOff x="1507666" y="2176104"/>
                  <a:chExt cx="166390" cy="273143"/>
                </a:xfrm>
              </p:grpSpPr>
              <p:sp>
                <p:nvSpPr>
                  <p:cNvPr id="8215" name="Google Shape;8215;p57"/>
                  <p:cNvSpPr/>
                  <p:nvPr/>
                </p:nvSpPr>
                <p:spPr>
                  <a:xfrm>
                    <a:off x="1512966" y="2312791"/>
                    <a:ext cx="75437" cy="66009"/>
                  </a:xfrm>
                  <a:custGeom>
                    <a:rect l="l" t="t" r="r" b="b"/>
                    <a:pathLst>
                      <a:path w="12809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6" name="Google Shape;8216;p57"/>
                  <p:cNvSpPr/>
                  <p:nvPr/>
                </p:nvSpPr>
                <p:spPr>
                  <a:xfrm>
                    <a:off x="1588205" y="2193153"/>
                    <a:ext cx="72887" cy="54025"/>
                  </a:xfrm>
                  <a:custGeom>
                    <a:rect l="l" t="t" r="r" b="b"/>
                    <a:pathLst>
                      <a:path w="12377" h="9174" fill="none" extrusionOk="0">
                        <a:moveTo>
                          <a:pt x="1" y="9174"/>
                        </a:moveTo>
                        <a:cubicBezTo>
                          <a:pt x="1635" y="3870"/>
                          <a:pt x="6539" y="0"/>
                          <a:pt x="12376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7" name="Google Shape;8217;p57"/>
                  <p:cNvSpPr/>
                  <p:nvPr/>
                </p:nvSpPr>
                <p:spPr>
                  <a:xfrm>
                    <a:off x="1588205" y="2378202"/>
                    <a:ext cx="72887" cy="54031"/>
                  </a:xfrm>
                  <a:custGeom>
                    <a:rect l="l" t="t" r="r" b="b"/>
                    <a:pathLst>
                      <a:path w="12377" h="9175" fill="none" extrusionOk="0">
                        <a:moveTo>
                          <a:pt x="1" y="1"/>
                        </a:moveTo>
                        <a:cubicBezTo>
                          <a:pt x="1635" y="5305"/>
                          <a:pt x="6539" y="9174"/>
                          <a:pt x="12376" y="9174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8" name="Google Shape;8218;p57"/>
                  <p:cNvSpPr/>
                  <p:nvPr/>
                </p:nvSpPr>
                <p:spPr>
                  <a:xfrm>
                    <a:off x="1512966" y="2246980"/>
                    <a:ext cx="75437" cy="65808"/>
                  </a:xfrm>
                  <a:custGeom>
                    <a:rect l="l" t="t" r="r" b="b"/>
                    <a:pathLst>
                      <a:path w="12809" h="11175" fill="none" extrusionOk="0">
                        <a:moveTo>
                          <a:pt x="1" y="11175"/>
                        </a:moveTo>
                        <a:cubicBezTo>
                          <a:pt x="6539" y="11175"/>
                          <a:pt x="10275" y="7105"/>
                          <a:pt x="12810" y="0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9" name="Google Shape;8219;p57"/>
                  <p:cNvSpPr/>
                  <p:nvPr/>
                </p:nvSpPr>
                <p:spPr>
                  <a:xfrm>
                    <a:off x="1507666" y="2294782"/>
                    <a:ext cx="37919" cy="35816"/>
                  </a:xfrm>
                  <a:custGeom>
                    <a:rect l="l" t="t" r="r" b="b"/>
                    <a:pathLst>
                      <a:path w="6438" h="6082" extrusionOk="0">
                        <a:moveTo>
                          <a:pt x="3241" y="0"/>
                        </a:moveTo>
                        <a:cubicBezTo>
                          <a:pt x="3118" y="0"/>
                          <a:pt x="2994" y="8"/>
                          <a:pt x="2869" y="23"/>
                        </a:cubicBezTo>
                        <a:cubicBezTo>
                          <a:pt x="1168" y="223"/>
                          <a:pt x="0" y="1724"/>
                          <a:pt x="200" y="3392"/>
                        </a:cubicBezTo>
                        <a:cubicBezTo>
                          <a:pt x="386" y="4937"/>
                          <a:pt x="1717" y="6082"/>
                          <a:pt x="3239" y="6082"/>
                        </a:cubicBezTo>
                        <a:cubicBezTo>
                          <a:pt x="3359" y="6082"/>
                          <a:pt x="3481" y="6075"/>
                          <a:pt x="3603" y="6060"/>
                        </a:cubicBezTo>
                        <a:cubicBezTo>
                          <a:pt x="5271" y="5860"/>
                          <a:pt x="6438" y="4326"/>
                          <a:pt x="6238" y="2658"/>
                        </a:cubicBezTo>
                        <a:cubicBezTo>
                          <a:pt x="6053" y="1115"/>
                          <a:pt x="4754" y="0"/>
                          <a:pt x="324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20" name="Google Shape;8220;p57"/>
                  <p:cNvSpPr/>
                  <p:nvPr/>
                </p:nvSpPr>
                <p:spPr>
                  <a:xfrm>
                    <a:off x="1648710" y="2415180"/>
                    <a:ext cx="25346" cy="34067"/>
                  </a:xfrm>
                  <a:custGeom>
                    <a:rect l="l" t="t" r="r" b="b"/>
                    <a:pathLst>
                      <a:path w="4304" h="5785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4"/>
                        </a:lnTo>
                        <a:cubicBezTo>
                          <a:pt x="1" y="5561"/>
                          <a:pt x="240" y="5784"/>
                          <a:pt x="499" y="5784"/>
                        </a:cubicBezTo>
                        <a:cubicBezTo>
                          <a:pt x="589" y="5784"/>
                          <a:pt x="682" y="5757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21" name="Google Shape;8221;p57"/>
                  <p:cNvSpPr/>
                  <p:nvPr/>
                </p:nvSpPr>
                <p:spPr>
                  <a:xfrm>
                    <a:off x="1648710" y="2176104"/>
                    <a:ext cx="25346" cy="34097"/>
                  </a:xfrm>
                  <a:custGeom>
                    <a:rect l="l" t="t" r="r" b="b"/>
                    <a:pathLst>
                      <a:path w="4304" h="5790" extrusionOk="0">
                        <a:moveTo>
                          <a:pt x="509" y="1"/>
                        </a:moveTo>
                        <a:cubicBezTo>
                          <a:pt x="247" y="1"/>
                          <a:pt x="1" y="203"/>
                          <a:pt x="1" y="494"/>
                        </a:cubicBezTo>
                        <a:lnTo>
                          <a:pt x="1" y="5264"/>
                        </a:lnTo>
                        <a:cubicBezTo>
                          <a:pt x="1" y="5580"/>
                          <a:pt x="231" y="5790"/>
                          <a:pt x="485" y="5790"/>
                        </a:cubicBezTo>
                        <a:cubicBezTo>
                          <a:pt x="580" y="5790"/>
                          <a:pt x="677" y="5761"/>
                          <a:pt x="768" y="5697"/>
                        </a:cubicBezTo>
                        <a:lnTo>
                          <a:pt x="4037" y="3396"/>
                        </a:lnTo>
                        <a:cubicBezTo>
                          <a:pt x="4304" y="3196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1"/>
                          <a:pt x="50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222" name="Google Shape;8222;p57"/>
                <p:cNvSpPr/>
                <p:nvPr/>
              </p:nvSpPr>
              <p:spPr>
                <a:xfrm>
                  <a:off x="1707626" y="2395718"/>
                  <a:ext cx="72898" cy="72967"/>
                </a:xfrm>
                <a:custGeom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23" name="Google Shape;8223;p57"/>
                <p:cNvSpPr/>
                <p:nvPr/>
              </p:nvSpPr>
              <p:spPr>
                <a:xfrm>
                  <a:off x="1707626" y="2158168"/>
                  <a:ext cx="72898" cy="72967"/>
                </a:xfrm>
                <a:custGeom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224" name="Google Shape;8224;p57"/>
            <p:cNvGrpSpPr/>
            <p:nvPr/>
          </p:nvGrpSpPr>
          <p:grpSpPr>
            <a:xfrm>
              <a:off x="1184858" y="1766083"/>
              <a:ext cx="510255" cy="319491"/>
              <a:chOff x="1284601" y="1681380"/>
              <a:chExt cx="495923" cy="310517"/>
            </a:xfrm>
          </p:grpSpPr>
          <p:sp>
            <p:nvSpPr>
              <p:cNvPr id="8225" name="Google Shape;8225;p57"/>
              <p:cNvSpPr/>
              <p:nvPr/>
            </p:nvSpPr>
            <p:spPr>
              <a:xfrm>
                <a:off x="1284601" y="1789723"/>
                <a:ext cx="93683" cy="93836"/>
              </a:xfrm>
              <a:custGeom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8226" name="Google Shape;8226;p57"/>
              <p:cNvGrpSpPr/>
              <p:nvPr/>
            </p:nvGrpSpPr>
            <p:grpSpPr>
              <a:xfrm>
                <a:off x="1507666" y="1681380"/>
                <a:ext cx="272858" cy="310517"/>
                <a:chOff x="1507666" y="1681380"/>
                <a:chExt cx="272858" cy="310517"/>
              </a:xfrm>
            </p:grpSpPr>
            <p:grpSp>
              <p:nvGrpSpPr>
                <p:cNvPr id="8227" name="Google Shape;8227;p57"/>
                <p:cNvGrpSpPr/>
                <p:nvPr/>
              </p:nvGrpSpPr>
              <p:grpSpPr>
                <a:xfrm>
                  <a:off x="1507666" y="1700120"/>
                  <a:ext cx="166390" cy="272978"/>
                  <a:chOff x="1507666" y="1700120"/>
                  <a:chExt cx="166390" cy="272978"/>
                </a:xfrm>
              </p:grpSpPr>
              <p:sp>
                <p:nvSpPr>
                  <p:cNvPr id="8228" name="Google Shape;8228;p57"/>
                  <p:cNvSpPr/>
                  <p:nvPr/>
                </p:nvSpPr>
                <p:spPr>
                  <a:xfrm>
                    <a:off x="1512966" y="1836607"/>
                    <a:ext cx="75437" cy="66009"/>
                  </a:xfrm>
                  <a:custGeom>
                    <a:rect l="l" t="t" r="r" b="b"/>
                    <a:pathLst>
                      <a:path w="12809" h="11209" fill="none" extrusionOk="0">
                        <a:moveTo>
                          <a:pt x="1" y="0"/>
                        </a:moveTo>
                        <a:lnTo>
                          <a:pt x="1" y="0"/>
                        </a:lnTo>
                        <a:cubicBezTo>
                          <a:pt x="6372" y="0"/>
                          <a:pt x="10542" y="3803"/>
                          <a:pt x="12810" y="11208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29" name="Google Shape;8229;p57"/>
                  <p:cNvSpPr/>
                  <p:nvPr/>
                </p:nvSpPr>
                <p:spPr>
                  <a:xfrm>
                    <a:off x="1588205" y="1716969"/>
                    <a:ext cx="72887" cy="54225"/>
                  </a:xfrm>
                  <a:custGeom>
                    <a:rect l="l" t="t" r="r" b="b"/>
                    <a:pathLst>
                      <a:path w="12377" h="9208" fill="none" extrusionOk="0">
                        <a:moveTo>
                          <a:pt x="1" y="9207"/>
                        </a:moveTo>
                        <a:cubicBezTo>
                          <a:pt x="1635" y="3870"/>
                          <a:pt x="6539" y="1"/>
                          <a:pt x="12376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0" name="Google Shape;8230;p57"/>
                  <p:cNvSpPr/>
                  <p:nvPr/>
                </p:nvSpPr>
                <p:spPr>
                  <a:xfrm>
                    <a:off x="1588205" y="1902024"/>
                    <a:ext cx="72887" cy="54025"/>
                  </a:xfrm>
                  <a:custGeom>
                    <a:rect l="l" t="t" r="r" b="b"/>
                    <a:pathLst>
                      <a:path w="12377" h="9174" fill="none" extrusionOk="0">
                        <a:moveTo>
                          <a:pt x="1" y="0"/>
                        </a:moveTo>
                        <a:cubicBezTo>
                          <a:pt x="1635" y="5304"/>
                          <a:pt x="6539" y="9173"/>
                          <a:pt x="12376" y="9173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1" name="Google Shape;8231;p57"/>
                  <p:cNvSpPr/>
                  <p:nvPr/>
                </p:nvSpPr>
                <p:spPr>
                  <a:xfrm>
                    <a:off x="1512966" y="1770990"/>
                    <a:ext cx="75437" cy="65620"/>
                  </a:xfrm>
                  <a:custGeom>
                    <a:rect l="l" t="t" r="r" b="b"/>
                    <a:pathLst>
                      <a:path w="12809" h="11143" fill="none" extrusionOk="0">
                        <a:moveTo>
                          <a:pt x="1" y="11142"/>
                        </a:moveTo>
                        <a:cubicBezTo>
                          <a:pt x="6539" y="11142"/>
                          <a:pt x="10275" y="7106"/>
                          <a:pt x="12810" y="1"/>
                        </a:cubicBezTo>
                      </a:path>
                    </a:pathLst>
                  </a:custGeom>
                  <a:noFill/>
                  <a:ln w="9525" cap="rnd" cmpd="sng">
                    <a:solidFill>
                      <a:srgbClr val="5F7D95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2" name="Google Shape;8232;p57"/>
                  <p:cNvSpPr/>
                  <p:nvPr/>
                </p:nvSpPr>
                <p:spPr>
                  <a:xfrm>
                    <a:off x="1507666" y="1818598"/>
                    <a:ext cx="37919" cy="36016"/>
                  </a:xfrm>
                  <a:custGeom>
                    <a:rect l="l" t="t" r="r" b="b"/>
                    <a:pathLst>
                      <a:path w="6438" h="6116" extrusionOk="0">
                        <a:moveTo>
                          <a:pt x="3199" y="1"/>
                        </a:moveTo>
                        <a:cubicBezTo>
                          <a:pt x="3079" y="1"/>
                          <a:pt x="2958" y="8"/>
                          <a:pt x="2835" y="23"/>
                        </a:cubicBezTo>
                        <a:cubicBezTo>
                          <a:pt x="1168" y="256"/>
                          <a:pt x="0" y="1757"/>
                          <a:pt x="200" y="3425"/>
                        </a:cubicBezTo>
                        <a:cubicBezTo>
                          <a:pt x="386" y="4971"/>
                          <a:pt x="1717" y="6115"/>
                          <a:pt x="3239" y="6115"/>
                        </a:cubicBezTo>
                        <a:cubicBezTo>
                          <a:pt x="3359" y="6115"/>
                          <a:pt x="3481" y="6108"/>
                          <a:pt x="3603" y="6094"/>
                        </a:cubicBezTo>
                        <a:cubicBezTo>
                          <a:pt x="5271" y="5860"/>
                          <a:pt x="6438" y="4359"/>
                          <a:pt x="6238" y="2691"/>
                        </a:cubicBezTo>
                        <a:cubicBezTo>
                          <a:pt x="6052" y="1145"/>
                          <a:pt x="4721" y="1"/>
                          <a:pt x="3199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3" name="Google Shape;8233;p57"/>
                  <p:cNvSpPr/>
                  <p:nvPr/>
                </p:nvSpPr>
                <p:spPr>
                  <a:xfrm>
                    <a:off x="1648710" y="1939072"/>
                    <a:ext cx="25346" cy="34026"/>
                  </a:xfrm>
                  <a:custGeom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5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37" y="3383"/>
                        </a:lnTo>
                        <a:cubicBezTo>
                          <a:pt x="4304" y="3183"/>
                          <a:pt x="4304" y="2782"/>
                          <a:pt x="4037" y="2582"/>
                        </a:cubicBezTo>
                        <a:lnTo>
                          <a:pt x="801" y="114"/>
                        </a:lnTo>
                        <a:cubicBezTo>
                          <a:pt x="704" y="36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4" name="Google Shape;8234;p57"/>
                  <p:cNvSpPr/>
                  <p:nvPr/>
                </p:nvSpPr>
                <p:spPr>
                  <a:xfrm>
                    <a:off x="1648710" y="1700120"/>
                    <a:ext cx="25346" cy="33902"/>
                  </a:xfrm>
                  <a:custGeom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37" y="3395"/>
                        </a:lnTo>
                        <a:cubicBezTo>
                          <a:pt x="4304" y="3195"/>
                          <a:pt x="4304" y="2795"/>
                          <a:pt x="4037" y="2561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235" name="Google Shape;8235;p57"/>
                <p:cNvSpPr/>
                <p:nvPr/>
              </p:nvSpPr>
              <p:spPr>
                <a:xfrm>
                  <a:off x="1707626" y="1918930"/>
                  <a:ext cx="72898" cy="72967"/>
                </a:xfrm>
                <a:custGeom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6" name="Google Shape;8236;p57"/>
                <p:cNvSpPr/>
                <p:nvPr/>
              </p:nvSpPr>
              <p:spPr>
                <a:xfrm>
                  <a:off x="1707626" y="1681380"/>
                  <a:ext cx="72898" cy="72967"/>
                </a:xfrm>
                <a:custGeom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8237" name="Google Shape;8237;p57"/>
          <p:cNvGrpSpPr/>
          <p:nvPr/>
        </p:nvGrpSpPr>
        <p:grpSpPr>
          <a:xfrm>
            <a:off x="6815339" y="2324267"/>
            <a:ext cx="1622269" cy="552443"/>
            <a:chOff x="6894650" y="2574740"/>
            <a:chExt cx="1445100" cy="492111"/>
          </a:xfrm>
        </p:grpSpPr>
        <p:sp>
          <p:nvSpPr>
            <p:cNvPr id="8238" name="Google Shape;8238;p57"/>
            <p:cNvSpPr/>
            <p:nvPr/>
          </p:nvSpPr>
          <p:spPr>
            <a:xfrm>
              <a:off x="7151862" y="2854413"/>
              <a:ext cx="414806" cy="212438"/>
            </a:xfrm>
            <a:custGeom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39" name="Google Shape;8239;p57"/>
            <p:cNvSpPr/>
            <p:nvPr/>
          </p:nvSpPr>
          <p:spPr>
            <a:xfrm>
              <a:off x="7664213" y="2854413"/>
              <a:ext cx="414806" cy="212438"/>
            </a:xfrm>
            <a:custGeom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7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40" name="Google Shape;8240;p57"/>
            <p:cNvSpPr/>
            <p:nvPr/>
          </p:nvSpPr>
          <p:spPr>
            <a:xfrm>
              <a:off x="6895687" y="2575804"/>
              <a:ext cx="420489" cy="212471"/>
            </a:xfrm>
            <a:custGeom>
              <a:rect l="l" t="t" r="r" b="b"/>
              <a:pathLst>
                <a:path w="12652" h="6393" extrusionOk="0">
                  <a:moveTo>
                    <a:pt x="6326" y="0"/>
                  </a:moveTo>
                  <a:cubicBezTo>
                    <a:pt x="2832" y="0"/>
                    <a:pt x="1" y="2833"/>
                    <a:pt x="1" y="6326"/>
                  </a:cubicBezTo>
                  <a:lnTo>
                    <a:pt x="1" y="6393"/>
                  </a:lnTo>
                  <a:lnTo>
                    <a:pt x="4883" y="6393"/>
                  </a:lnTo>
                  <a:cubicBezTo>
                    <a:pt x="4883" y="6382"/>
                    <a:pt x="4882" y="6370"/>
                    <a:pt x="4882" y="6359"/>
                  </a:cubicBezTo>
                  <a:cubicBezTo>
                    <a:pt x="4882" y="5555"/>
                    <a:pt x="5534" y="4904"/>
                    <a:pt x="6337" y="4904"/>
                  </a:cubicBezTo>
                  <a:cubicBezTo>
                    <a:pt x="7141" y="4904"/>
                    <a:pt x="7793" y="5555"/>
                    <a:pt x="7793" y="6359"/>
                  </a:cubicBezTo>
                  <a:cubicBezTo>
                    <a:pt x="7793" y="6370"/>
                    <a:pt x="7791" y="6382"/>
                    <a:pt x="7791" y="6393"/>
                  </a:cubicBezTo>
                  <a:lnTo>
                    <a:pt x="12651" y="6393"/>
                  </a:lnTo>
                  <a:lnTo>
                    <a:pt x="12651" y="6326"/>
                  </a:lnTo>
                  <a:cubicBezTo>
                    <a:pt x="12651" y="2833"/>
                    <a:pt x="9820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41" name="Google Shape;8241;p57"/>
            <p:cNvSpPr/>
            <p:nvPr/>
          </p:nvSpPr>
          <p:spPr>
            <a:xfrm>
              <a:off x="7399530" y="2574740"/>
              <a:ext cx="420489" cy="212438"/>
            </a:xfrm>
            <a:custGeom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42" name="Google Shape;8242;p57"/>
            <p:cNvSpPr/>
            <p:nvPr/>
          </p:nvSpPr>
          <p:spPr>
            <a:xfrm>
              <a:off x="7911880" y="2574740"/>
              <a:ext cx="420489" cy="212438"/>
            </a:xfrm>
            <a:custGeom>
              <a:rect l="l" t="t" r="r" b="b"/>
              <a:pathLst>
                <a:path w="12652" h="6392" extrusionOk="0">
                  <a:moveTo>
                    <a:pt x="6326" y="0"/>
                  </a:moveTo>
                  <a:cubicBezTo>
                    <a:pt x="2832" y="0"/>
                    <a:pt x="1" y="2832"/>
                    <a:pt x="1" y="6326"/>
                  </a:cubicBezTo>
                  <a:lnTo>
                    <a:pt x="1" y="6391"/>
                  </a:lnTo>
                  <a:lnTo>
                    <a:pt x="4883" y="6391"/>
                  </a:lnTo>
                  <a:cubicBezTo>
                    <a:pt x="4883" y="6380"/>
                    <a:pt x="4882" y="6369"/>
                    <a:pt x="4882" y="6358"/>
                  </a:cubicBezTo>
                  <a:cubicBezTo>
                    <a:pt x="4882" y="5554"/>
                    <a:pt x="5533" y="4902"/>
                    <a:pt x="6337" y="4902"/>
                  </a:cubicBezTo>
                  <a:cubicBezTo>
                    <a:pt x="7141" y="4902"/>
                    <a:pt x="7793" y="5554"/>
                    <a:pt x="7793" y="6358"/>
                  </a:cubicBezTo>
                  <a:cubicBezTo>
                    <a:pt x="7793" y="6369"/>
                    <a:pt x="7791" y="6380"/>
                    <a:pt x="7791" y="6391"/>
                  </a:cubicBezTo>
                  <a:lnTo>
                    <a:pt x="12650" y="6391"/>
                  </a:lnTo>
                  <a:lnTo>
                    <a:pt x="12650" y="6326"/>
                  </a:lnTo>
                  <a:cubicBezTo>
                    <a:pt x="12651" y="2833"/>
                    <a:pt x="9819" y="0"/>
                    <a:pt x="632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8243" name="Google Shape;8243;p57"/>
            <p:cNvCxnSpPr/>
            <p:nvPr/>
          </p:nvCxnSpPr>
          <p:spPr>
            <a:xfrm>
              <a:off x="6894650" y="2821921"/>
              <a:ext cx="1445100" cy="0"/>
            </a:xfrm>
            <a:prstGeom prst="straightConnector1">
              <a:avLst/>
            </a:pr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44" name="Google Shape;8244;p57"/>
          <p:cNvGrpSpPr/>
          <p:nvPr/>
        </p:nvGrpSpPr>
        <p:grpSpPr>
          <a:xfrm>
            <a:off x="6834859" y="3698386"/>
            <a:ext cx="1583229" cy="475842"/>
            <a:chOff x="6953899" y="3907783"/>
            <a:chExt cx="1377320" cy="475842"/>
          </a:xfrm>
        </p:grpSpPr>
        <p:cxnSp>
          <p:nvCxnSpPr>
            <p:cNvPr id="8245" name="Google Shape;8245;p57"/>
            <p:cNvCxnSpPr/>
            <p:nvPr/>
          </p:nvCxnSpPr>
          <p:spPr>
            <a:xfrm rot="10800000" flipH="1">
              <a:off x="7118546" y="4100552"/>
              <a:ext cx="0" cy="185236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6" name="Google Shape;8246;p57"/>
            <p:cNvCxnSpPr/>
            <p:nvPr/>
          </p:nvCxnSpPr>
          <p:spPr>
            <a:xfrm flipH="1">
              <a:off x="7480500" y="4197025"/>
              <a:ext cx="0" cy="186600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7" name="Google Shape;8247;p57"/>
            <p:cNvCxnSpPr/>
            <p:nvPr/>
          </p:nvCxnSpPr>
          <p:spPr>
            <a:xfrm rot="10800000" flipH="1">
              <a:off x="7848574" y="3907783"/>
              <a:ext cx="0" cy="185236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8" name="Google Shape;8248;p57"/>
            <p:cNvCxnSpPr/>
            <p:nvPr/>
          </p:nvCxnSpPr>
          <p:spPr>
            <a:xfrm flipH="1">
              <a:off x="8218032" y="3997243"/>
              <a:ext cx="0" cy="197219"/>
            </a:xfrm>
            <a:prstGeom prst="straightConnector1">
              <a:avLst/>
            </a:prstGeom>
            <a:noFill/>
            <a:ln w="19050" cap="flat" cmpd="sng">
              <a:solidFill>
                <a:srgbClr val="5F7D9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9" name="Google Shape;8249;p57"/>
            <p:cNvCxnSpPr/>
            <p:nvPr/>
          </p:nvCxnSpPr>
          <p:spPr>
            <a:xfrm flipH="1">
              <a:off x="6953899" y="3961822"/>
              <a:ext cx="1377320" cy="376718"/>
            </a:xfrm>
            <a:prstGeom prst="straightConnector1">
              <a:avLst/>
            </a:prstGeom>
            <a:noFill/>
            <a:ln w="19050" cap="flat" cmpd="sng">
              <a:solidFill>
                <a:srgbClr val="435D7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50" name="Google Shape;8250;p57"/>
          <p:cNvGrpSpPr/>
          <p:nvPr/>
        </p:nvGrpSpPr>
        <p:grpSpPr>
          <a:xfrm>
            <a:off x="2338470" y="2459668"/>
            <a:ext cx="836286" cy="824529"/>
            <a:chOff x="2389399" y="2595741"/>
            <a:chExt cx="812796" cy="801369"/>
          </a:xfrm>
        </p:grpSpPr>
        <p:grpSp>
          <p:nvGrpSpPr>
            <p:cNvPr id="8251" name="Google Shape;8251;p57"/>
            <p:cNvGrpSpPr/>
            <p:nvPr/>
          </p:nvGrpSpPr>
          <p:grpSpPr>
            <a:xfrm>
              <a:off x="2492145" y="2881565"/>
              <a:ext cx="607243" cy="229690"/>
              <a:chOff x="2492145" y="2881565"/>
              <a:chExt cx="607243" cy="229690"/>
            </a:xfrm>
          </p:grpSpPr>
          <p:sp>
            <p:nvSpPr>
              <p:cNvPr id="8252" name="Google Shape;8252;p57"/>
              <p:cNvSpPr/>
              <p:nvPr/>
            </p:nvSpPr>
            <p:spPr>
              <a:xfrm>
                <a:off x="2530550" y="2913581"/>
                <a:ext cx="530449" cy="165654"/>
              </a:xfrm>
              <a:custGeom>
                <a:rect l="l" t="t" r="r" b="b"/>
                <a:pathLst>
                  <a:path w="116549" h="36397" extrusionOk="0">
                    <a:moveTo>
                      <a:pt x="18199" y="1"/>
                    </a:moveTo>
                    <a:cubicBezTo>
                      <a:pt x="8148" y="1"/>
                      <a:pt x="1" y="8148"/>
                      <a:pt x="1" y="18198"/>
                    </a:cubicBezTo>
                    <a:cubicBezTo>
                      <a:pt x="1" y="28249"/>
                      <a:pt x="8148" y="36396"/>
                      <a:pt x="18199" y="36396"/>
                    </a:cubicBezTo>
                    <a:lnTo>
                      <a:pt x="98350" y="36396"/>
                    </a:lnTo>
                    <a:cubicBezTo>
                      <a:pt x="108401" y="36396"/>
                      <a:pt x="116548" y="28249"/>
                      <a:pt x="116548" y="18198"/>
                    </a:cubicBezTo>
                    <a:cubicBezTo>
                      <a:pt x="116548" y="8148"/>
                      <a:pt x="108401" y="1"/>
                      <a:pt x="9835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53" name="Google Shape;8253;p57"/>
              <p:cNvSpPr/>
              <p:nvPr/>
            </p:nvSpPr>
            <p:spPr>
              <a:xfrm>
                <a:off x="2886492" y="2881565"/>
                <a:ext cx="212896" cy="229690"/>
              </a:xfrm>
              <a:custGeom>
                <a:rect l="l" t="t" r="r" b="b"/>
                <a:pathLst>
                  <a:path w="46777" h="50467" extrusionOk="0">
                    <a:moveTo>
                      <a:pt x="1" y="1"/>
                    </a:moveTo>
                    <a:lnTo>
                      <a:pt x="1" y="1458"/>
                    </a:lnTo>
                    <a:lnTo>
                      <a:pt x="21544" y="1458"/>
                    </a:lnTo>
                    <a:cubicBezTo>
                      <a:pt x="34653" y="1458"/>
                      <a:pt x="45320" y="12123"/>
                      <a:pt x="45320" y="25233"/>
                    </a:cubicBezTo>
                    <a:cubicBezTo>
                      <a:pt x="45320" y="38344"/>
                      <a:pt x="34653" y="49009"/>
                      <a:pt x="21544" y="49009"/>
                    </a:cubicBezTo>
                    <a:lnTo>
                      <a:pt x="1" y="49009"/>
                    </a:lnTo>
                    <a:lnTo>
                      <a:pt x="1" y="50466"/>
                    </a:lnTo>
                    <a:lnTo>
                      <a:pt x="21544" y="50466"/>
                    </a:lnTo>
                    <a:cubicBezTo>
                      <a:pt x="35457" y="50466"/>
                      <a:pt x="46776" y="39146"/>
                      <a:pt x="46776" y="25233"/>
                    </a:cubicBezTo>
                    <a:cubicBezTo>
                      <a:pt x="46776" y="11322"/>
                      <a:pt x="35457" y="1"/>
                      <a:pt x="21544" y="1"/>
                    </a:cubicBez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254" name="Google Shape;8254;p57"/>
              <p:cNvSpPr/>
              <p:nvPr/>
            </p:nvSpPr>
            <p:spPr>
              <a:xfrm>
                <a:off x="2492145" y="2881565"/>
                <a:ext cx="212878" cy="229690"/>
              </a:xfrm>
              <a:custGeom>
                <a:rect l="l" t="t" r="r" b="b"/>
                <a:pathLst>
                  <a:path w="46773" h="50467" extrusionOk="0">
                    <a:moveTo>
                      <a:pt x="25232" y="1"/>
                    </a:moveTo>
                    <a:cubicBezTo>
                      <a:pt x="11319" y="1"/>
                      <a:pt x="0" y="11322"/>
                      <a:pt x="0" y="25233"/>
                    </a:cubicBezTo>
                    <a:cubicBezTo>
                      <a:pt x="0" y="39146"/>
                      <a:pt x="11319" y="50466"/>
                      <a:pt x="25232" y="50466"/>
                    </a:cubicBezTo>
                    <a:lnTo>
                      <a:pt x="46773" y="50466"/>
                    </a:lnTo>
                    <a:lnTo>
                      <a:pt x="46773" y="49007"/>
                    </a:lnTo>
                    <a:lnTo>
                      <a:pt x="25232" y="49007"/>
                    </a:lnTo>
                    <a:cubicBezTo>
                      <a:pt x="12124" y="49007"/>
                      <a:pt x="1456" y="38344"/>
                      <a:pt x="1456" y="25233"/>
                    </a:cubicBezTo>
                    <a:cubicBezTo>
                      <a:pt x="1456" y="12123"/>
                      <a:pt x="12124" y="1457"/>
                      <a:pt x="25232" y="1457"/>
                    </a:cubicBezTo>
                    <a:lnTo>
                      <a:pt x="46773" y="1457"/>
                    </a:lnTo>
                    <a:lnTo>
                      <a:pt x="46773" y="1"/>
                    </a:ln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255" name="Google Shape;8255;p57"/>
            <p:cNvGrpSpPr/>
            <p:nvPr/>
          </p:nvGrpSpPr>
          <p:grpSpPr>
            <a:xfrm>
              <a:off x="2389399" y="2595741"/>
              <a:ext cx="812737" cy="296821"/>
              <a:chOff x="2389399" y="2595741"/>
              <a:chExt cx="812737" cy="296821"/>
            </a:xfrm>
          </p:grpSpPr>
          <p:grpSp>
            <p:nvGrpSpPr>
              <p:cNvPr id="8256" name="Google Shape;8256;p57"/>
              <p:cNvGrpSpPr/>
              <p:nvPr/>
            </p:nvGrpSpPr>
            <p:grpSpPr>
              <a:xfrm>
                <a:off x="2389399" y="2595741"/>
                <a:ext cx="363634" cy="296821"/>
                <a:chOff x="2389399" y="2595741"/>
                <a:chExt cx="363634" cy="296821"/>
              </a:xfrm>
            </p:grpSpPr>
            <p:grpSp>
              <p:nvGrpSpPr>
                <p:cNvPr id="8257" name="Google Shape;8257;p57"/>
                <p:cNvGrpSpPr/>
                <p:nvPr/>
              </p:nvGrpSpPr>
              <p:grpSpPr>
                <a:xfrm>
                  <a:off x="2493852" y="2794333"/>
                  <a:ext cx="259181" cy="98228"/>
                  <a:chOff x="2493852" y="2794333"/>
                  <a:chExt cx="259181" cy="98228"/>
                </a:xfrm>
              </p:grpSpPr>
              <p:sp>
                <p:nvSpPr>
                  <p:cNvPr id="8258" name="Google Shape;8258;p57"/>
                  <p:cNvSpPr/>
                  <p:nvPr/>
                </p:nvSpPr>
                <p:spPr>
                  <a:xfrm>
                    <a:off x="2500419" y="2800896"/>
                    <a:ext cx="246071" cy="85100"/>
                  </a:xfrm>
                  <a:custGeom>
                    <a:rect l="l" t="t" r="r" b="b"/>
                    <a:pathLst>
                      <a:path w="54066" h="18698" extrusionOk="0">
                        <a:moveTo>
                          <a:pt x="243" y="1"/>
                        </a:moveTo>
                        <a:cubicBezTo>
                          <a:pt x="108" y="1"/>
                          <a:pt x="1" y="108"/>
                          <a:pt x="1" y="243"/>
                        </a:cubicBezTo>
                        <a:cubicBezTo>
                          <a:pt x="1" y="4216"/>
                          <a:pt x="3233" y="7447"/>
                          <a:pt x="7204" y="7447"/>
                        </a:cubicBezTo>
                        <a:lnTo>
                          <a:pt x="47616" y="7447"/>
                        </a:lnTo>
                        <a:cubicBezTo>
                          <a:pt x="50905" y="7447"/>
                          <a:pt x="53581" y="10122"/>
                          <a:pt x="53581" y="13412"/>
                        </a:cubicBezTo>
                        <a:lnTo>
                          <a:pt x="53581" y="18455"/>
                        </a:lnTo>
                        <a:cubicBezTo>
                          <a:pt x="53581" y="18590"/>
                          <a:pt x="53688" y="18697"/>
                          <a:pt x="53823" y="18697"/>
                        </a:cubicBezTo>
                        <a:cubicBezTo>
                          <a:pt x="53957" y="18697"/>
                          <a:pt x="54065" y="18590"/>
                          <a:pt x="54062" y="18455"/>
                        </a:cubicBezTo>
                        <a:lnTo>
                          <a:pt x="54062" y="13412"/>
                        </a:lnTo>
                        <a:cubicBezTo>
                          <a:pt x="54062" y="9854"/>
                          <a:pt x="51169" y="6961"/>
                          <a:pt x="47611" y="6961"/>
                        </a:cubicBezTo>
                        <a:lnTo>
                          <a:pt x="7203" y="6961"/>
                        </a:lnTo>
                        <a:cubicBezTo>
                          <a:pt x="3498" y="6961"/>
                          <a:pt x="485" y="3946"/>
                          <a:pt x="485" y="243"/>
                        </a:cubicBezTo>
                        <a:cubicBezTo>
                          <a:pt x="485" y="108"/>
                          <a:pt x="377" y="1"/>
                          <a:pt x="243" y="1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59" name="Google Shape;8259;p57"/>
                  <p:cNvSpPr/>
                  <p:nvPr/>
                </p:nvSpPr>
                <p:spPr>
                  <a:xfrm>
                    <a:off x="2493852" y="2794333"/>
                    <a:ext cx="15356" cy="15352"/>
                  </a:xfrm>
                  <a:custGeom>
                    <a:rect l="l" t="t" r="r" b="b"/>
                    <a:pathLst>
                      <a:path w="3374" h="3373" extrusionOk="0">
                        <a:moveTo>
                          <a:pt x="1687" y="0"/>
                        </a:moveTo>
                        <a:cubicBezTo>
                          <a:pt x="755" y="0"/>
                          <a:pt x="1" y="754"/>
                          <a:pt x="1" y="1687"/>
                        </a:cubicBezTo>
                        <a:cubicBezTo>
                          <a:pt x="1" y="2619"/>
                          <a:pt x="755" y="3373"/>
                          <a:pt x="1687" y="3373"/>
                        </a:cubicBezTo>
                        <a:cubicBezTo>
                          <a:pt x="2619" y="3370"/>
                          <a:pt x="3374" y="2617"/>
                          <a:pt x="3374" y="1687"/>
                        </a:cubicBezTo>
                        <a:cubicBezTo>
                          <a:pt x="3374" y="754"/>
                          <a:pt x="2619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0" name="Google Shape;8260;p57"/>
                  <p:cNvSpPr/>
                  <p:nvPr/>
                </p:nvSpPr>
                <p:spPr>
                  <a:xfrm>
                    <a:off x="2737686" y="2877210"/>
                    <a:ext cx="15347" cy="15352"/>
                  </a:xfrm>
                  <a:custGeom>
                    <a:rect l="l" t="t" r="r" b="b"/>
                    <a:pathLst>
                      <a:path w="3372" h="3373" extrusionOk="0">
                        <a:moveTo>
                          <a:pt x="1687" y="1"/>
                        </a:moveTo>
                        <a:cubicBezTo>
                          <a:pt x="755" y="1"/>
                          <a:pt x="1" y="754"/>
                          <a:pt x="1" y="1686"/>
                        </a:cubicBezTo>
                        <a:cubicBezTo>
                          <a:pt x="1" y="2618"/>
                          <a:pt x="755" y="3372"/>
                          <a:pt x="1687" y="3372"/>
                        </a:cubicBezTo>
                        <a:cubicBezTo>
                          <a:pt x="2619" y="3372"/>
                          <a:pt x="3372" y="2616"/>
                          <a:pt x="3372" y="1686"/>
                        </a:cubicBezTo>
                        <a:cubicBezTo>
                          <a:pt x="3372" y="754"/>
                          <a:pt x="2619" y="1"/>
                          <a:pt x="1687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61" name="Google Shape;8261;p57"/>
                <p:cNvGrpSpPr/>
                <p:nvPr/>
              </p:nvGrpSpPr>
              <p:grpSpPr>
                <a:xfrm>
                  <a:off x="2389399" y="2595741"/>
                  <a:ext cx="224284" cy="182006"/>
                  <a:chOff x="2389399" y="2595741"/>
                  <a:chExt cx="224284" cy="182006"/>
                </a:xfrm>
              </p:grpSpPr>
              <p:sp>
                <p:nvSpPr>
                  <p:cNvPr id="8262" name="Google Shape;8262;p57"/>
                  <p:cNvSpPr/>
                  <p:nvPr/>
                </p:nvSpPr>
                <p:spPr>
                  <a:xfrm>
                    <a:off x="2389399" y="2595741"/>
                    <a:ext cx="224284" cy="182006"/>
                  </a:xfrm>
                  <a:custGeom>
                    <a:rect l="l" t="t" r="r" b="b"/>
                    <a:pathLst>
                      <a:path w="49279" h="39990" extrusionOk="0">
                        <a:moveTo>
                          <a:pt x="7997" y="1"/>
                        </a:moveTo>
                        <a:cubicBezTo>
                          <a:pt x="3580" y="1"/>
                          <a:pt x="0" y="3580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9"/>
                          <a:pt x="7997" y="39989"/>
                        </a:cubicBezTo>
                        <a:lnTo>
                          <a:pt x="41282" y="39989"/>
                        </a:lnTo>
                        <a:cubicBezTo>
                          <a:pt x="45697" y="39989"/>
                          <a:pt x="49277" y="36409"/>
                          <a:pt x="49277" y="31993"/>
                        </a:cubicBezTo>
                        <a:lnTo>
                          <a:pt x="49277" y="7995"/>
                        </a:lnTo>
                        <a:cubicBezTo>
                          <a:pt x="49278" y="3580"/>
                          <a:pt x="45697" y="1"/>
                          <a:pt x="41282" y="1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657E9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3" name="Google Shape;8263;p57"/>
                  <p:cNvSpPr/>
                  <p:nvPr/>
                </p:nvSpPr>
                <p:spPr>
                  <a:xfrm>
                    <a:off x="2430284" y="2686181"/>
                    <a:ext cx="140289" cy="1106"/>
                  </a:xfrm>
                  <a:custGeom>
                    <a:rect l="l" t="t" r="r" b="b"/>
                    <a:pathLst>
                      <a:path w="30824" h="243" extrusionOk="0">
                        <a:moveTo>
                          <a:pt x="121" y="1"/>
                        </a:moveTo>
                        <a:cubicBezTo>
                          <a:pt x="55" y="1"/>
                          <a:pt x="0" y="55"/>
                          <a:pt x="0" y="121"/>
                        </a:cubicBezTo>
                        <a:cubicBezTo>
                          <a:pt x="0" y="187"/>
                          <a:pt x="55" y="243"/>
                          <a:pt x="121" y="243"/>
                        </a:cubicBezTo>
                        <a:lnTo>
                          <a:pt x="30703" y="243"/>
                        </a:lnTo>
                        <a:cubicBezTo>
                          <a:pt x="30769" y="243"/>
                          <a:pt x="30823" y="187"/>
                          <a:pt x="30823" y="121"/>
                        </a:cubicBezTo>
                        <a:cubicBezTo>
                          <a:pt x="30823" y="55"/>
                          <a:pt x="30767" y="1"/>
                          <a:pt x="30701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264" name="Google Shape;8264;p57"/>
              <p:cNvGrpSpPr/>
              <p:nvPr/>
            </p:nvGrpSpPr>
            <p:grpSpPr>
              <a:xfrm>
                <a:off x="2683630" y="2595741"/>
                <a:ext cx="224274" cy="296821"/>
                <a:chOff x="2683630" y="2595741"/>
                <a:chExt cx="224274" cy="296821"/>
              </a:xfrm>
            </p:grpSpPr>
            <p:grpSp>
              <p:nvGrpSpPr>
                <p:cNvPr id="8265" name="Google Shape;8265;p57"/>
                <p:cNvGrpSpPr/>
                <p:nvPr/>
              </p:nvGrpSpPr>
              <p:grpSpPr>
                <a:xfrm>
                  <a:off x="2788083" y="2794333"/>
                  <a:ext cx="15352" cy="98228"/>
                  <a:chOff x="2788083" y="2794333"/>
                  <a:chExt cx="15352" cy="98228"/>
                </a:xfrm>
              </p:grpSpPr>
              <p:sp>
                <p:nvSpPr>
                  <p:cNvPr id="8266" name="Google Shape;8266;p57"/>
                  <p:cNvSpPr/>
                  <p:nvPr/>
                </p:nvSpPr>
                <p:spPr>
                  <a:xfrm>
                    <a:off x="2794655" y="2800905"/>
                    <a:ext cx="2212" cy="85091"/>
                  </a:xfrm>
                  <a:custGeom>
                    <a:rect l="l" t="t" r="r" b="b"/>
                    <a:pathLst>
                      <a:path w="486" h="18696" extrusionOk="0">
                        <a:moveTo>
                          <a:pt x="243" y="0"/>
                        </a:moveTo>
                        <a:cubicBezTo>
                          <a:pt x="108" y="0"/>
                          <a:pt x="1" y="109"/>
                          <a:pt x="1" y="243"/>
                        </a:cubicBezTo>
                        <a:lnTo>
                          <a:pt x="1" y="18453"/>
                        </a:lnTo>
                        <a:cubicBezTo>
                          <a:pt x="1" y="18588"/>
                          <a:pt x="108" y="18695"/>
                          <a:pt x="243" y="18695"/>
                        </a:cubicBezTo>
                        <a:cubicBezTo>
                          <a:pt x="377" y="18695"/>
                          <a:pt x="485" y="18588"/>
                          <a:pt x="485" y="18453"/>
                        </a:cubicBezTo>
                        <a:lnTo>
                          <a:pt x="485" y="243"/>
                        </a:lnTo>
                        <a:cubicBezTo>
                          <a:pt x="485" y="109"/>
                          <a:pt x="377" y="0"/>
                          <a:pt x="243" y="0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7" name="Google Shape;8267;p57"/>
                  <p:cNvSpPr/>
                  <p:nvPr/>
                </p:nvSpPr>
                <p:spPr>
                  <a:xfrm>
                    <a:off x="2788083" y="2794333"/>
                    <a:ext cx="15352" cy="15352"/>
                  </a:xfrm>
                  <a:custGeom>
                    <a:rect l="l" t="t" r="r" b="b"/>
                    <a:pathLst>
                      <a:path w="3373" h="3373" extrusionOk="0">
                        <a:moveTo>
                          <a:pt x="1687" y="0"/>
                        </a:moveTo>
                        <a:cubicBezTo>
                          <a:pt x="755" y="0"/>
                          <a:pt x="1" y="754"/>
                          <a:pt x="1" y="1687"/>
                        </a:cubicBezTo>
                        <a:cubicBezTo>
                          <a:pt x="1" y="2619"/>
                          <a:pt x="755" y="3373"/>
                          <a:pt x="1687" y="3373"/>
                        </a:cubicBezTo>
                        <a:cubicBezTo>
                          <a:pt x="2618" y="3373"/>
                          <a:pt x="3372" y="2617"/>
                          <a:pt x="3372" y="1687"/>
                        </a:cubicBezTo>
                        <a:cubicBezTo>
                          <a:pt x="3372" y="754"/>
                          <a:pt x="2618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8" name="Google Shape;8268;p57"/>
                  <p:cNvSpPr/>
                  <p:nvPr/>
                </p:nvSpPr>
                <p:spPr>
                  <a:xfrm>
                    <a:off x="2788083" y="2877210"/>
                    <a:ext cx="15352" cy="15352"/>
                  </a:xfrm>
                  <a:custGeom>
                    <a:rect l="l" t="t" r="r" b="b"/>
                    <a:pathLst>
                      <a:path w="3373" h="3373" extrusionOk="0">
                        <a:moveTo>
                          <a:pt x="1687" y="1"/>
                        </a:moveTo>
                        <a:cubicBezTo>
                          <a:pt x="755" y="1"/>
                          <a:pt x="1" y="754"/>
                          <a:pt x="1" y="1686"/>
                        </a:cubicBezTo>
                        <a:cubicBezTo>
                          <a:pt x="1" y="2618"/>
                          <a:pt x="755" y="3372"/>
                          <a:pt x="1687" y="3372"/>
                        </a:cubicBezTo>
                        <a:cubicBezTo>
                          <a:pt x="2618" y="3372"/>
                          <a:pt x="3372" y="2616"/>
                          <a:pt x="3372" y="1686"/>
                        </a:cubicBezTo>
                        <a:cubicBezTo>
                          <a:pt x="3372" y="754"/>
                          <a:pt x="2618" y="1"/>
                          <a:pt x="1687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69" name="Google Shape;8269;p57"/>
                <p:cNvGrpSpPr/>
                <p:nvPr/>
              </p:nvGrpSpPr>
              <p:grpSpPr>
                <a:xfrm>
                  <a:off x="2683630" y="2595741"/>
                  <a:ext cx="224274" cy="182006"/>
                  <a:chOff x="2683630" y="2595741"/>
                  <a:chExt cx="224274" cy="182006"/>
                </a:xfrm>
              </p:grpSpPr>
              <p:sp>
                <p:nvSpPr>
                  <p:cNvPr id="8270" name="Google Shape;8270;p57"/>
                  <p:cNvSpPr/>
                  <p:nvPr/>
                </p:nvSpPr>
                <p:spPr>
                  <a:xfrm>
                    <a:off x="2683630" y="2595741"/>
                    <a:ext cx="224274" cy="182006"/>
                  </a:xfrm>
                  <a:custGeom>
                    <a:rect l="l" t="t" r="r" b="b"/>
                    <a:pathLst>
                      <a:path w="49277" h="39990" extrusionOk="0">
                        <a:moveTo>
                          <a:pt x="7996" y="1"/>
                        </a:moveTo>
                        <a:cubicBezTo>
                          <a:pt x="3580" y="1"/>
                          <a:pt x="0" y="3580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9"/>
                          <a:pt x="7996" y="39989"/>
                        </a:cubicBezTo>
                        <a:lnTo>
                          <a:pt x="41280" y="39989"/>
                        </a:lnTo>
                        <a:cubicBezTo>
                          <a:pt x="45697" y="39989"/>
                          <a:pt x="49277" y="36409"/>
                          <a:pt x="49277" y="31993"/>
                        </a:cubicBezTo>
                        <a:lnTo>
                          <a:pt x="49277" y="7995"/>
                        </a:lnTo>
                        <a:cubicBezTo>
                          <a:pt x="49277" y="3580"/>
                          <a:pt x="45697" y="1"/>
                          <a:pt x="41280" y="1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657E9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1" name="Google Shape;8271;p57"/>
                  <p:cNvSpPr/>
                  <p:nvPr/>
                </p:nvSpPr>
                <p:spPr>
                  <a:xfrm>
                    <a:off x="2724889" y="2686181"/>
                    <a:ext cx="140285" cy="1106"/>
                  </a:xfrm>
                  <a:custGeom>
                    <a:rect l="l" t="t" r="r" b="b"/>
                    <a:pathLst>
                      <a:path w="30823" h="243" extrusionOk="0">
                        <a:moveTo>
                          <a:pt x="121" y="1"/>
                        </a:moveTo>
                        <a:cubicBezTo>
                          <a:pt x="55" y="1"/>
                          <a:pt x="0" y="55"/>
                          <a:pt x="0" y="121"/>
                        </a:cubicBezTo>
                        <a:cubicBezTo>
                          <a:pt x="0" y="187"/>
                          <a:pt x="55" y="243"/>
                          <a:pt x="121" y="243"/>
                        </a:cubicBezTo>
                        <a:lnTo>
                          <a:pt x="30701" y="243"/>
                        </a:lnTo>
                        <a:cubicBezTo>
                          <a:pt x="30769" y="243"/>
                          <a:pt x="30823" y="187"/>
                          <a:pt x="30823" y="121"/>
                        </a:cubicBezTo>
                        <a:cubicBezTo>
                          <a:pt x="30823" y="55"/>
                          <a:pt x="30767" y="1"/>
                          <a:pt x="30701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272" name="Google Shape;8272;p57"/>
              <p:cNvGrpSpPr/>
              <p:nvPr/>
            </p:nvGrpSpPr>
            <p:grpSpPr>
              <a:xfrm>
                <a:off x="2838475" y="2595741"/>
                <a:ext cx="363660" cy="296821"/>
                <a:chOff x="2838475" y="2595741"/>
                <a:chExt cx="363660" cy="296821"/>
              </a:xfrm>
            </p:grpSpPr>
            <p:grpSp>
              <p:nvGrpSpPr>
                <p:cNvPr id="8273" name="Google Shape;8273;p57"/>
                <p:cNvGrpSpPr/>
                <p:nvPr/>
              </p:nvGrpSpPr>
              <p:grpSpPr>
                <a:xfrm>
                  <a:off x="2838475" y="2794333"/>
                  <a:ext cx="259181" cy="98228"/>
                  <a:chOff x="2838475" y="2794333"/>
                  <a:chExt cx="259181" cy="98228"/>
                </a:xfrm>
              </p:grpSpPr>
              <p:sp>
                <p:nvSpPr>
                  <p:cNvPr id="8274" name="Google Shape;8274;p57"/>
                  <p:cNvSpPr/>
                  <p:nvPr/>
                </p:nvSpPr>
                <p:spPr>
                  <a:xfrm>
                    <a:off x="2845042" y="2800896"/>
                    <a:ext cx="246057" cy="85100"/>
                  </a:xfrm>
                  <a:custGeom>
                    <a:rect l="l" t="t" r="r" b="b"/>
                    <a:pathLst>
                      <a:path w="54063" h="18698" extrusionOk="0">
                        <a:moveTo>
                          <a:pt x="53821" y="1"/>
                        </a:moveTo>
                        <a:cubicBezTo>
                          <a:pt x="53687" y="1"/>
                          <a:pt x="53579" y="108"/>
                          <a:pt x="53579" y="243"/>
                        </a:cubicBezTo>
                        <a:cubicBezTo>
                          <a:pt x="53579" y="3946"/>
                          <a:pt x="50564" y="6961"/>
                          <a:pt x="46861" y="6961"/>
                        </a:cubicBezTo>
                        <a:lnTo>
                          <a:pt x="6451" y="6961"/>
                        </a:lnTo>
                        <a:cubicBezTo>
                          <a:pt x="2895" y="6961"/>
                          <a:pt x="0" y="9857"/>
                          <a:pt x="0" y="13412"/>
                        </a:cubicBezTo>
                        <a:lnTo>
                          <a:pt x="0" y="18455"/>
                        </a:lnTo>
                        <a:cubicBezTo>
                          <a:pt x="0" y="18590"/>
                          <a:pt x="109" y="18697"/>
                          <a:pt x="242" y="18697"/>
                        </a:cubicBezTo>
                        <a:cubicBezTo>
                          <a:pt x="379" y="18697"/>
                          <a:pt x="487" y="18590"/>
                          <a:pt x="486" y="18455"/>
                        </a:cubicBezTo>
                        <a:lnTo>
                          <a:pt x="486" y="13412"/>
                        </a:lnTo>
                        <a:cubicBezTo>
                          <a:pt x="486" y="10122"/>
                          <a:pt x="3162" y="7447"/>
                          <a:pt x="6451" y="7447"/>
                        </a:cubicBezTo>
                        <a:lnTo>
                          <a:pt x="46858" y="7447"/>
                        </a:lnTo>
                        <a:cubicBezTo>
                          <a:pt x="50831" y="7447"/>
                          <a:pt x="54063" y="4215"/>
                          <a:pt x="54063" y="243"/>
                        </a:cubicBezTo>
                        <a:cubicBezTo>
                          <a:pt x="54063" y="108"/>
                          <a:pt x="53954" y="1"/>
                          <a:pt x="53821" y="1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5" name="Google Shape;8275;p57"/>
                  <p:cNvSpPr/>
                  <p:nvPr/>
                </p:nvSpPr>
                <p:spPr>
                  <a:xfrm>
                    <a:off x="3082301" y="2794333"/>
                    <a:ext cx="15356" cy="15352"/>
                  </a:xfrm>
                  <a:custGeom>
                    <a:rect l="l" t="t" r="r" b="b"/>
                    <a:pathLst>
                      <a:path w="3374" h="3373" extrusionOk="0">
                        <a:moveTo>
                          <a:pt x="1687" y="0"/>
                        </a:moveTo>
                        <a:cubicBezTo>
                          <a:pt x="755" y="0"/>
                          <a:pt x="0" y="754"/>
                          <a:pt x="0" y="1687"/>
                        </a:cubicBezTo>
                        <a:cubicBezTo>
                          <a:pt x="0" y="2619"/>
                          <a:pt x="755" y="3373"/>
                          <a:pt x="1687" y="3373"/>
                        </a:cubicBezTo>
                        <a:cubicBezTo>
                          <a:pt x="2619" y="3370"/>
                          <a:pt x="3373" y="2617"/>
                          <a:pt x="3373" y="1687"/>
                        </a:cubicBezTo>
                        <a:cubicBezTo>
                          <a:pt x="3373" y="754"/>
                          <a:pt x="2619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6" name="Google Shape;8276;p57"/>
                  <p:cNvSpPr/>
                  <p:nvPr/>
                </p:nvSpPr>
                <p:spPr>
                  <a:xfrm>
                    <a:off x="2838475" y="2877210"/>
                    <a:ext cx="15347" cy="15352"/>
                  </a:xfrm>
                  <a:custGeom>
                    <a:rect l="l" t="t" r="r" b="b"/>
                    <a:pathLst>
                      <a:path w="3372" h="3373" extrusionOk="0">
                        <a:moveTo>
                          <a:pt x="1685" y="1"/>
                        </a:moveTo>
                        <a:cubicBezTo>
                          <a:pt x="753" y="1"/>
                          <a:pt x="0" y="754"/>
                          <a:pt x="0" y="1686"/>
                        </a:cubicBezTo>
                        <a:cubicBezTo>
                          <a:pt x="0" y="2618"/>
                          <a:pt x="753" y="3372"/>
                          <a:pt x="1685" y="3372"/>
                        </a:cubicBezTo>
                        <a:cubicBezTo>
                          <a:pt x="2617" y="3372"/>
                          <a:pt x="3372" y="2616"/>
                          <a:pt x="3372" y="1686"/>
                        </a:cubicBezTo>
                        <a:cubicBezTo>
                          <a:pt x="3372" y="754"/>
                          <a:pt x="2617" y="1"/>
                          <a:pt x="1685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77" name="Google Shape;8277;p57"/>
                <p:cNvGrpSpPr/>
                <p:nvPr/>
              </p:nvGrpSpPr>
              <p:grpSpPr>
                <a:xfrm>
                  <a:off x="2977852" y="2595741"/>
                  <a:ext cx="224284" cy="182006"/>
                  <a:chOff x="2977852" y="2595741"/>
                  <a:chExt cx="224284" cy="182006"/>
                </a:xfrm>
              </p:grpSpPr>
              <p:sp>
                <p:nvSpPr>
                  <p:cNvPr id="8278" name="Google Shape;8278;p57"/>
                  <p:cNvSpPr/>
                  <p:nvPr/>
                </p:nvSpPr>
                <p:spPr>
                  <a:xfrm>
                    <a:off x="2977852" y="2595741"/>
                    <a:ext cx="224284" cy="182006"/>
                  </a:xfrm>
                  <a:custGeom>
                    <a:rect l="l" t="t" r="r" b="b"/>
                    <a:pathLst>
                      <a:path w="49279" h="39990" extrusionOk="0">
                        <a:moveTo>
                          <a:pt x="7995" y="1"/>
                        </a:moveTo>
                        <a:cubicBezTo>
                          <a:pt x="3580" y="1"/>
                          <a:pt x="0" y="3580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9"/>
                          <a:pt x="7995" y="39989"/>
                        </a:cubicBezTo>
                        <a:lnTo>
                          <a:pt x="41282" y="39989"/>
                        </a:lnTo>
                        <a:cubicBezTo>
                          <a:pt x="45698" y="39989"/>
                          <a:pt x="49278" y="36409"/>
                          <a:pt x="49278" y="31993"/>
                        </a:cubicBezTo>
                        <a:lnTo>
                          <a:pt x="49278" y="7995"/>
                        </a:lnTo>
                        <a:cubicBezTo>
                          <a:pt x="49278" y="3580"/>
                          <a:pt x="45698" y="1"/>
                          <a:pt x="41282" y="1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657E9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9" name="Google Shape;8279;p57"/>
                  <p:cNvSpPr/>
                  <p:nvPr/>
                </p:nvSpPr>
                <p:spPr>
                  <a:xfrm>
                    <a:off x="3020572" y="2686181"/>
                    <a:ext cx="140289" cy="1106"/>
                  </a:xfrm>
                  <a:custGeom>
                    <a:rect l="l" t="t" r="r" b="b"/>
                    <a:pathLst>
                      <a:path w="30824" h="243" extrusionOk="0">
                        <a:moveTo>
                          <a:pt x="123" y="1"/>
                        </a:moveTo>
                        <a:cubicBezTo>
                          <a:pt x="57" y="1"/>
                          <a:pt x="1" y="55"/>
                          <a:pt x="1" y="121"/>
                        </a:cubicBezTo>
                        <a:cubicBezTo>
                          <a:pt x="1" y="187"/>
                          <a:pt x="57" y="243"/>
                          <a:pt x="123" y="243"/>
                        </a:cubicBezTo>
                        <a:lnTo>
                          <a:pt x="30703" y="243"/>
                        </a:lnTo>
                        <a:cubicBezTo>
                          <a:pt x="30769" y="243"/>
                          <a:pt x="30824" y="187"/>
                          <a:pt x="30824" y="121"/>
                        </a:cubicBezTo>
                        <a:cubicBezTo>
                          <a:pt x="30824" y="55"/>
                          <a:pt x="30769" y="1"/>
                          <a:pt x="30703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8280" name="Google Shape;8280;p57"/>
            <p:cNvGrpSpPr/>
            <p:nvPr/>
          </p:nvGrpSpPr>
          <p:grpSpPr>
            <a:xfrm>
              <a:off x="2389399" y="3100241"/>
              <a:ext cx="812796" cy="296869"/>
              <a:chOff x="2389399" y="3100241"/>
              <a:chExt cx="812796" cy="296869"/>
            </a:xfrm>
          </p:grpSpPr>
          <p:grpSp>
            <p:nvGrpSpPr>
              <p:cNvPr id="8281" name="Google Shape;8281;p57"/>
              <p:cNvGrpSpPr/>
              <p:nvPr/>
            </p:nvGrpSpPr>
            <p:grpSpPr>
              <a:xfrm>
                <a:off x="2683630" y="3100241"/>
                <a:ext cx="224334" cy="296869"/>
                <a:chOff x="2683630" y="3100241"/>
                <a:chExt cx="224334" cy="296869"/>
              </a:xfrm>
            </p:grpSpPr>
            <p:grpSp>
              <p:nvGrpSpPr>
                <p:cNvPr id="8282" name="Google Shape;8282;p57"/>
                <p:cNvGrpSpPr/>
                <p:nvPr/>
              </p:nvGrpSpPr>
              <p:grpSpPr>
                <a:xfrm>
                  <a:off x="2788083" y="3100241"/>
                  <a:ext cx="15356" cy="98237"/>
                  <a:chOff x="2788083" y="3100241"/>
                  <a:chExt cx="15356" cy="98237"/>
                </a:xfrm>
              </p:grpSpPr>
              <p:sp>
                <p:nvSpPr>
                  <p:cNvPr id="8283" name="Google Shape;8283;p57"/>
                  <p:cNvSpPr/>
                  <p:nvPr/>
                </p:nvSpPr>
                <p:spPr>
                  <a:xfrm>
                    <a:off x="2794655" y="3106808"/>
                    <a:ext cx="2213" cy="85118"/>
                  </a:xfrm>
                  <a:custGeom>
                    <a:rect l="l" t="t" r="r" b="b"/>
                    <a:pathLst>
                      <a:path w="486" h="18697" extrusionOk="0">
                        <a:moveTo>
                          <a:pt x="243" y="1"/>
                        </a:moveTo>
                        <a:cubicBezTo>
                          <a:pt x="108" y="1"/>
                          <a:pt x="1" y="109"/>
                          <a:pt x="1" y="243"/>
                        </a:cubicBezTo>
                        <a:lnTo>
                          <a:pt x="1" y="18455"/>
                        </a:lnTo>
                        <a:cubicBezTo>
                          <a:pt x="1" y="18588"/>
                          <a:pt x="108" y="18697"/>
                          <a:pt x="243" y="18697"/>
                        </a:cubicBezTo>
                        <a:cubicBezTo>
                          <a:pt x="377" y="18697"/>
                          <a:pt x="485" y="18588"/>
                          <a:pt x="485" y="18455"/>
                        </a:cubicBezTo>
                        <a:lnTo>
                          <a:pt x="485" y="243"/>
                        </a:lnTo>
                        <a:cubicBezTo>
                          <a:pt x="485" y="109"/>
                          <a:pt x="377" y="1"/>
                          <a:pt x="243" y="1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84" name="Google Shape;8284;p57"/>
                  <p:cNvSpPr/>
                  <p:nvPr/>
                </p:nvSpPr>
                <p:spPr>
                  <a:xfrm>
                    <a:off x="2788083" y="3183117"/>
                    <a:ext cx="15356" cy="15360"/>
                  </a:xfrm>
                  <a:custGeom>
                    <a:rect l="l" t="t" r="r" b="b"/>
                    <a:pathLst>
                      <a:path w="3373" h="3374" extrusionOk="0">
                        <a:moveTo>
                          <a:pt x="1687" y="0"/>
                        </a:moveTo>
                        <a:cubicBezTo>
                          <a:pt x="755" y="0"/>
                          <a:pt x="1" y="755"/>
                          <a:pt x="1" y="1687"/>
                        </a:cubicBezTo>
                        <a:cubicBezTo>
                          <a:pt x="1" y="2619"/>
                          <a:pt x="755" y="3373"/>
                          <a:pt x="1687" y="3373"/>
                        </a:cubicBezTo>
                        <a:cubicBezTo>
                          <a:pt x="2618" y="3373"/>
                          <a:pt x="3372" y="2619"/>
                          <a:pt x="3372" y="1687"/>
                        </a:cubicBezTo>
                        <a:cubicBezTo>
                          <a:pt x="3372" y="755"/>
                          <a:pt x="2618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85" name="Google Shape;8285;p57"/>
                  <p:cNvSpPr/>
                  <p:nvPr/>
                </p:nvSpPr>
                <p:spPr>
                  <a:xfrm>
                    <a:off x="2788083" y="3100241"/>
                    <a:ext cx="15356" cy="15356"/>
                  </a:xfrm>
                  <a:custGeom>
                    <a:rect l="l" t="t" r="r" b="b"/>
                    <a:pathLst>
                      <a:path w="3373" h="3373" extrusionOk="0">
                        <a:moveTo>
                          <a:pt x="1687" y="1"/>
                        </a:moveTo>
                        <a:cubicBezTo>
                          <a:pt x="755" y="1"/>
                          <a:pt x="1" y="754"/>
                          <a:pt x="1" y="1686"/>
                        </a:cubicBezTo>
                        <a:cubicBezTo>
                          <a:pt x="1" y="2618"/>
                          <a:pt x="755" y="3372"/>
                          <a:pt x="1687" y="3372"/>
                        </a:cubicBezTo>
                        <a:cubicBezTo>
                          <a:pt x="2618" y="3372"/>
                          <a:pt x="3372" y="2618"/>
                          <a:pt x="3372" y="1686"/>
                        </a:cubicBezTo>
                        <a:cubicBezTo>
                          <a:pt x="3372" y="754"/>
                          <a:pt x="2618" y="1"/>
                          <a:pt x="1687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86" name="Google Shape;8286;p57"/>
                <p:cNvGrpSpPr/>
                <p:nvPr/>
              </p:nvGrpSpPr>
              <p:grpSpPr>
                <a:xfrm>
                  <a:off x="2683630" y="3215065"/>
                  <a:ext cx="224334" cy="182045"/>
                  <a:chOff x="2683630" y="3215065"/>
                  <a:chExt cx="224334" cy="182045"/>
                </a:xfrm>
              </p:grpSpPr>
              <p:sp>
                <p:nvSpPr>
                  <p:cNvPr id="8287" name="Google Shape;8287;p57"/>
                  <p:cNvSpPr/>
                  <p:nvPr/>
                </p:nvSpPr>
                <p:spPr>
                  <a:xfrm>
                    <a:off x="2683630" y="3215065"/>
                    <a:ext cx="224334" cy="182045"/>
                  </a:xfrm>
                  <a:custGeom>
                    <a:rect l="l" t="t" r="r" b="b"/>
                    <a:pathLst>
                      <a:path w="49277" h="39988" extrusionOk="0">
                        <a:moveTo>
                          <a:pt x="7996" y="0"/>
                        </a:moveTo>
                        <a:cubicBezTo>
                          <a:pt x="3580" y="0"/>
                          <a:pt x="0" y="3579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8"/>
                          <a:pt x="7996" y="39988"/>
                        </a:cubicBezTo>
                        <a:lnTo>
                          <a:pt x="41280" y="39988"/>
                        </a:lnTo>
                        <a:cubicBezTo>
                          <a:pt x="45697" y="39988"/>
                          <a:pt x="49277" y="36409"/>
                          <a:pt x="49277" y="31993"/>
                        </a:cubicBezTo>
                        <a:lnTo>
                          <a:pt x="49277" y="7995"/>
                        </a:lnTo>
                        <a:cubicBezTo>
                          <a:pt x="49277" y="3579"/>
                          <a:pt x="45697" y="0"/>
                          <a:pt x="41280" y="0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88" name="Google Shape;8288;p57"/>
                  <p:cNvSpPr/>
                  <p:nvPr/>
                </p:nvSpPr>
                <p:spPr>
                  <a:xfrm>
                    <a:off x="2724889" y="3305500"/>
                    <a:ext cx="140331" cy="1106"/>
                  </a:xfrm>
                  <a:custGeom>
                    <a:rect l="l" t="t" r="r" b="b"/>
                    <a:pathLst>
                      <a:path w="30825" h="243" extrusionOk="0">
                        <a:moveTo>
                          <a:pt x="121" y="0"/>
                        </a:moveTo>
                        <a:cubicBezTo>
                          <a:pt x="55" y="0"/>
                          <a:pt x="0" y="55"/>
                          <a:pt x="0" y="122"/>
                        </a:cubicBezTo>
                        <a:cubicBezTo>
                          <a:pt x="0" y="188"/>
                          <a:pt x="55" y="242"/>
                          <a:pt x="121" y="242"/>
                        </a:cubicBezTo>
                        <a:lnTo>
                          <a:pt x="30701" y="242"/>
                        </a:lnTo>
                        <a:cubicBezTo>
                          <a:pt x="30769" y="242"/>
                          <a:pt x="30824" y="190"/>
                          <a:pt x="30823" y="122"/>
                        </a:cubicBezTo>
                        <a:cubicBezTo>
                          <a:pt x="30823" y="56"/>
                          <a:pt x="30767" y="0"/>
                          <a:pt x="30701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289" name="Google Shape;8289;p57"/>
              <p:cNvGrpSpPr/>
              <p:nvPr/>
            </p:nvGrpSpPr>
            <p:grpSpPr>
              <a:xfrm>
                <a:off x="2389399" y="3100241"/>
                <a:ext cx="363638" cy="296869"/>
                <a:chOff x="2389399" y="3100241"/>
                <a:chExt cx="363638" cy="296869"/>
              </a:xfrm>
            </p:grpSpPr>
            <p:grpSp>
              <p:nvGrpSpPr>
                <p:cNvPr id="8290" name="Google Shape;8290;p57"/>
                <p:cNvGrpSpPr/>
                <p:nvPr/>
              </p:nvGrpSpPr>
              <p:grpSpPr>
                <a:xfrm>
                  <a:off x="2493852" y="3100241"/>
                  <a:ext cx="259185" cy="98237"/>
                  <a:chOff x="2493852" y="3100241"/>
                  <a:chExt cx="259185" cy="98237"/>
                </a:xfrm>
              </p:grpSpPr>
              <p:sp>
                <p:nvSpPr>
                  <p:cNvPr id="8291" name="Google Shape;8291;p57"/>
                  <p:cNvSpPr/>
                  <p:nvPr/>
                </p:nvSpPr>
                <p:spPr>
                  <a:xfrm>
                    <a:off x="2500428" y="3106803"/>
                    <a:ext cx="246126" cy="85123"/>
                  </a:xfrm>
                  <a:custGeom>
                    <a:rect l="l" t="t" r="r" b="b"/>
                    <a:pathLst>
                      <a:path w="54064" h="18698" extrusionOk="0">
                        <a:moveTo>
                          <a:pt x="53821" y="0"/>
                        </a:moveTo>
                        <a:cubicBezTo>
                          <a:pt x="53686" y="0"/>
                          <a:pt x="53579" y="109"/>
                          <a:pt x="53579" y="242"/>
                        </a:cubicBezTo>
                        <a:lnTo>
                          <a:pt x="53579" y="5286"/>
                        </a:lnTo>
                        <a:cubicBezTo>
                          <a:pt x="53579" y="8576"/>
                          <a:pt x="50903" y="11250"/>
                          <a:pt x="47614" y="11250"/>
                        </a:cubicBezTo>
                        <a:lnTo>
                          <a:pt x="7205" y="11250"/>
                        </a:lnTo>
                        <a:cubicBezTo>
                          <a:pt x="3232" y="11250"/>
                          <a:pt x="0" y="14484"/>
                          <a:pt x="0" y="18456"/>
                        </a:cubicBezTo>
                        <a:cubicBezTo>
                          <a:pt x="0" y="18589"/>
                          <a:pt x="109" y="18698"/>
                          <a:pt x="242" y="18698"/>
                        </a:cubicBezTo>
                        <a:cubicBezTo>
                          <a:pt x="376" y="18698"/>
                          <a:pt x="485" y="18589"/>
                          <a:pt x="485" y="18456"/>
                        </a:cubicBezTo>
                        <a:cubicBezTo>
                          <a:pt x="485" y="14751"/>
                          <a:pt x="3499" y="11736"/>
                          <a:pt x="7202" y="11736"/>
                        </a:cubicBezTo>
                        <a:lnTo>
                          <a:pt x="47612" y="11736"/>
                        </a:lnTo>
                        <a:cubicBezTo>
                          <a:pt x="51169" y="11736"/>
                          <a:pt x="54063" y="8843"/>
                          <a:pt x="54063" y="5286"/>
                        </a:cubicBezTo>
                        <a:lnTo>
                          <a:pt x="54063" y="242"/>
                        </a:lnTo>
                        <a:cubicBezTo>
                          <a:pt x="54063" y="109"/>
                          <a:pt x="53955" y="0"/>
                          <a:pt x="53821" y="0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2" name="Google Shape;8292;p57"/>
                  <p:cNvSpPr/>
                  <p:nvPr/>
                </p:nvSpPr>
                <p:spPr>
                  <a:xfrm>
                    <a:off x="2493852" y="3183117"/>
                    <a:ext cx="15360" cy="15360"/>
                  </a:xfrm>
                  <a:custGeom>
                    <a:rect l="l" t="t" r="r" b="b"/>
                    <a:pathLst>
                      <a:path w="3374" h="3374" extrusionOk="0">
                        <a:moveTo>
                          <a:pt x="1687" y="0"/>
                        </a:moveTo>
                        <a:cubicBezTo>
                          <a:pt x="755" y="0"/>
                          <a:pt x="1" y="755"/>
                          <a:pt x="1" y="1687"/>
                        </a:cubicBezTo>
                        <a:cubicBezTo>
                          <a:pt x="1" y="2619"/>
                          <a:pt x="755" y="3373"/>
                          <a:pt x="1687" y="3373"/>
                        </a:cubicBezTo>
                        <a:cubicBezTo>
                          <a:pt x="2619" y="3373"/>
                          <a:pt x="3374" y="2619"/>
                          <a:pt x="3374" y="1687"/>
                        </a:cubicBezTo>
                        <a:cubicBezTo>
                          <a:pt x="3374" y="755"/>
                          <a:pt x="2619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3" name="Google Shape;8293;p57"/>
                  <p:cNvSpPr/>
                  <p:nvPr/>
                </p:nvSpPr>
                <p:spPr>
                  <a:xfrm>
                    <a:off x="2737686" y="3100241"/>
                    <a:ext cx="15351" cy="15356"/>
                  </a:xfrm>
                  <a:custGeom>
                    <a:rect l="l" t="t" r="r" b="b"/>
                    <a:pathLst>
                      <a:path w="3372" h="3373" extrusionOk="0">
                        <a:moveTo>
                          <a:pt x="1687" y="1"/>
                        </a:moveTo>
                        <a:cubicBezTo>
                          <a:pt x="755" y="1"/>
                          <a:pt x="1" y="754"/>
                          <a:pt x="1" y="1686"/>
                        </a:cubicBezTo>
                        <a:cubicBezTo>
                          <a:pt x="1" y="2618"/>
                          <a:pt x="755" y="3372"/>
                          <a:pt x="1687" y="3372"/>
                        </a:cubicBezTo>
                        <a:cubicBezTo>
                          <a:pt x="2619" y="3372"/>
                          <a:pt x="3372" y="2618"/>
                          <a:pt x="3372" y="1686"/>
                        </a:cubicBezTo>
                        <a:cubicBezTo>
                          <a:pt x="3372" y="754"/>
                          <a:pt x="2619" y="1"/>
                          <a:pt x="1687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294" name="Google Shape;8294;p57"/>
                <p:cNvGrpSpPr/>
                <p:nvPr/>
              </p:nvGrpSpPr>
              <p:grpSpPr>
                <a:xfrm>
                  <a:off x="2389399" y="3215065"/>
                  <a:ext cx="224343" cy="182045"/>
                  <a:chOff x="2389399" y="3215065"/>
                  <a:chExt cx="224343" cy="182045"/>
                </a:xfrm>
              </p:grpSpPr>
              <p:sp>
                <p:nvSpPr>
                  <p:cNvPr id="8295" name="Google Shape;8295;p57"/>
                  <p:cNvSpPr/>
                  <p:nvPr/>
                </p:nvSpPr>
                <p:spPr>
                  <a:xfrm>
                    <a:off x="2389399" y="3215065"/>
                    <a:ext cx="224343" cy="182045"/>
                  </a:xfrm>
                  <a:custGeom>
                    <a:rect l="l" t="t" r="r" b="b"/>
                    <a:pathLst>
                      <a:path w="49279" h="39988" extrusionOk="0">
                        <a:moveTo>
                          <a:pt x="7997" y="0"/>
                        </a:moveTo>
                        <a:cubicBezTo>
                          <a:pt x="3580" y="0"/>
                          <a:pt x="0" y="3579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8"/>
                          <a:pt x="7997" y="39988"/>
                        </a:cubicBezTo>
                        <a:lnTo>
                          <a:pt x="41282" y="39988"/>
                        </a:lnTo>
                        <a:cubicBezTo>
                          <a:pt x="45697" y="39988"/>
                          <a:pt x="49277" y="36409"/>
                          <a:pt x="49277" y="31993"/>
                        </a:cubicBezTo>
                        <a:lnTo>
                          <a:pt x="49277" y="7995"/>
                        </a:lnTo>
                        <a:cubicBezTo>
                          <a:pt x="49278" y="3579"/>
                          <a:pt x="45697" y="0"/>
                          <a:pt x="41282" y="0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6" name="Google Shape;8296;p57"/>
                  <p:cNvSpPr/>
                  <p:nvPr/>
                </p:nvSpPr>
                <p:spPr>
                  <a:xfrm>
                    <a:off x="2430630" y="3305500"/>
                    <a:ext cx="140331" cy="1106"/>
                  </a:xfrm>
                  <a:custGeom>
                    <a:rect l="l" t="t" r="r" b="b"/>
                    <a:pathLst>
                      <a:path w="30825" h="243" extrusionOk="0">
                        <a:moveTo>
                          <a:pt x="123" y="0"/>
                        </a:moveTo>
                        <a:cubicBezTo>
                          <a:pt x="57" y="0"/>
                          <a:pt x="1" y="55"/>
                          <a:pt x="1" y="122"/>
                        </a:cubicBezTo>
                        <a:cubicBezTo>
                          <a:pt x="1" y="188"/>
                          <a:pt x="57" y="242"/>
                          <a:pt x="123" y="242"/>
                        </a:cubicBezTo>
                        <a:lnTo>
                          <a:pt x="30702" y="242"/>
                        </a:lnTo>
                        <a:cubicBezTo>
                          <a:pt x="30771" y="242"/>
                          <a:pt x="30825" y="190"/>
                          <a:pt x="30823" y="122"/>
                        </a:cubicBezTo>
                        <a:cubicBezTo>
                          <a:pt x="30823" y="56"/>
                          <a:pt x="30769" y="0"/>
                          <a:pt x="30702" y="0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8297" name="Google Shape;8297;p57"/>
              <p:cNvGrpSpPr/>
              <p:nvPr/>
            </p:nvGrpSpPr>
            <p:grpSpPr>
              <a:xfrm>
                <a:off x="2838475" y="3100241"/>
                <a:ext cx="363719" cy="296869"/>
                <a:chOff x="2838475" y="3100241"/>
                <a:chExt cx="363719" cy="296869"/>
              </a:xfrm>
            </p:grpSpPr>
            <p:grpSp>
              <p:nvGrpSpPr>
                <p:cNvPr id="8298" name="Google Shape;8298;p57"/>
                <p:cNvGrpSpPr/>
                <p:nvPr/>
              </p:nvGrpSpPr>
              <p:grpSpPr>
                <a:xfrm>
                  <a:off x="2838475" y="3100241"/>
                  <a:ext cx="259185" cy="98237"/>
                  <a:chOff x="2838475" y="3100241"/>
                  <a:chExt cx="259185" cy="98237"/>
                </a:xfrm>
              </p:grpSpPr>
              <p:sp>
                <p:nvSpPr>
                  <p:cNvPr id="8299" name="Google Shape;8299;p57"/>
                  <p:cNvSpPr/>
                  <p:nvPr/>
                </p:nvSpPr>
                <p:spPr>
                  <a:xfrm>
                    <a:off x="2845042" y="3106803"/>
                    <a:ext cx="246131" cy="85123"/>
                  </a:xfrm>
                  <a:custGeom>
                    <a:rect l="l" t="t" r="r" b="b"/>
                    <a:pathLst>
                      <a:path w="54064" h="18698" extrusionOk="0">
                        <a:moveTo>
                          <a:pt x="242" y="0"/>
                        </a:moveTo>
                        <a:cubicBezTo>
                          <a:pt x="109" y="0"/>
                          <a:pt x="0" y="109"/>
                          <a:pt x="0" y="242"/>
                        </a:cubicBezTo>
                        <a:lnTo>
                          <a:pt x="0" y="5286"/>
                        </a:lnTo>
                        <a:cubicBezTo>
                          <a:pt x="0" y="8843"/>
                          <a:pt x="2895" y="11736"/>
                          <a:pt x="6451" y="11736"/>
                        </a:cubicBezTo>
                        <a:lnTo>
                          <a:pt x="46862" y="11736"/>
                        </a:lnTo>
                        <a:cubicBezTo>
                          <a:pt x="50567" y="11736"/>
                          <a:pt x="53580" y="14751"/>
                          <a:pt x="53580" y="18456"/>
                        </a:cubicBezTo>
                        <a:cubicBezTo>
                          <a:pt x="53580" y="18589"/>
                          <a:pt x="53689" y="18698"/>
                          <a:pt x="53822" y="18698"/>
                        </a:cubicBezTo>
                        <a:cubicBezTo>
                          <a:pt x="53957" y="18698"/>
                          <a:pt x="54064" y="18589"/>
                          <a:pt x="54063" y="18456"/>
                        </a:cubicBezTo>
                        <a:cubicBezTo>
                          <a:pt x="54063" y="14484"/>
                          <a:pt x="50831" y="11250"/>
                          <a:pt x="46858" y="11250"/>
                        </a:cubicBezTo>
                        <a:lnTo>
                          <a:pt x="6449" y="11250"/>
                        </a:lnTo>
                        <a:cubicBezTo>
                          <a:pt x="3160" y="11250"/>
                          <a:pt x="484" y="8576"/>
                          <a:pt x="484" y="5286"/>
                        </a:cubicBezTo>
                        <a:lnTo>
                          <a:pt x="484" y="242"/>
                        </a:lnTo>
                        <a:cubicBezTo>
                          <a:pt x="484" y="109"/>
                          <a:pt x="376" y="0"/>
                          <a:pt x="242" y="0"/>
                        </a:cubicBezTo>
                        <a:close/>
                      </a:path>
                    </a:pathLst>
                  </a:custGeom>
                  <a:solidFill>
                    <a:srgbClr val="9FA0A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0" name="Google Shape;8300;p57"/>
                  <p:cNvSpPr/>
                  <p:nvPr/>
                </p:nvSpPr>
                <p:spPr>
                  <a:xfrm>
                    <a:off x="3082301" y="3183117"/>
                    <a:ext cx="15360" cy="15360"/>
                  </a:xfrm>
                  <a:custGeom>
                    <a:rect l="l" t="t" r="r" b="b"/>
                    <a:pathLst>
                      <a:path w="3374" h="3374" extrusionOk="0">
                        <a:moveTo>
                          <a:pt x="1687" y="0"/>
                        </a:moveTo>
                        <a:cubicBezTo>
                          <a:pt x="755" y="0"/>
                          <a:pt x="0" y="755"/>
                          <a:pt x="0" y="1687"/>
                        </a:cubicBezTo>
                        <a:cubicBezTo>
                          <a:pt x="0" y="2619"/>
                          <a:pt x="755" y="3373"/>
                          <a:pt x="1687" y="3373"/>
                        </a:cubicBezTo>
                        <a:cubicBezTo>
                          <a:pt x="2619" y="3373"/>
                          <a:pt x="3373" y="2619"/>
                          <a:pt x="3373" y="1687"/>
                        </a:cubicBezTo>
                        <a:cubicBezTo>
                          <a:pt x="3373" y="755"/>
                          <a:pt x="2619" y="0"/>
                          <a:pt x="1687" y="0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1" name="Google Shape;8301;p57"/>
                  <p:cNvSpPr/>
                  <p:nvPr/>
                </p:nvSpPr>
                <p:spPr>
                  <a:xfrm>
                    <a:off x="2838475" y="3100241"/>
                    <a:ext cx="15351" cy="15356"/>
                  </a:xfrm>
                  <a:custGeom>
                    <a:rect l="l" t="t" r="r" b="b"/>
                    <a:pathLst>
                      <a:path w="3372" h="3373" extrusionOk="0">
                        <a:moveTo>
                          <a:pt x="1685" y="1"/>
                        </a:moveTo>
                        <a:cubicBezTo>
                          <a:pt x="753" y="1"/>
                          <a:pt x="0" y="754"/>
                          <a:pt x="0" y="1686"/>
                        </a:cubicBezTo>
                        <a:cubicBezTo>
                          <a:pt x="0" y="2618"/>
                          <a:pt x="753" y="3372"/>
                          <a:pt x="1685" y="3372"/>
                        </a:cubicBezTo>
                        <a:cubicBezTo>
                          <a:pt x="2617" y="3372"/>
                          <a:pt x="3372" y="2618"/>
                          <a:pt x="3372" y="1686"/>
                        </a:cubicBezTo>
                        <a:cubicBezTo>
                          <a:pt x="3372" y="754"/>
                          <a:pt x="2617" y="1"/>
                          <a:pt x="1685" y="1"/>
                        </a:cubicBezTo>
                        <a:close/>
                      </a:path>
                    </a:pathLst>
                  </a:custGeom>
                  <a:solidFill>
                    <a:srgbClr val="435D7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302" name="Google Shape;8302;p57"/>
                <p:cNvGrpSpPr/>
                <p:nvPr/>
              </p:nvGrpSpPr>
              <p:grpSpPr>
                <a:xfrm>
                  <a:off x="2977852" y="3215065"/>
                  <a:ext cx="224343" cy="182045"/>
                  <a:chOff x="2977852" y="3215065"/>
                  <a:chExt cx="224343" cy="182045"/>
                </a:xfrm>
              </p:grpSpPr>
              <p:sp>
                <p:nvSpPr>
                  <p:cNvPr id="8303" name="Google Shape;8303;p57"/>
                  <p:cNvSpPr/>
                  <p:nvPr/>
                </p:nvSpPr>
                <p:spPr>
                  <a:xfrm>
                    <a:off x="2977852" y="3215065"/>
                    <a:ext cx="224343" cy="182045"/>
                  </a:xfrm>
                  <a:custGeom>
                    <a:rect l="l" t="t" r="r" b="b"/>
                    <a:pathLst>
                      <a:path w="49279" h="39988" extrusionOk="0">
                        <a:moveTo>
                          <a:pt x="7995" y="0"/>
                        </a:moveTo>
                        <a:cubicBezTo>
                          <a:pt x="3580" y="0"/>
                          <a:pt x="0" y="3579"/>
                          <a:pt x="0" y="7995"/>
                        </a:cubicBezTo>
                        <a:lnTo>
                          <a:pt x="0" y="31993"/>
                        </a:lnTo>
                        <a:cubicBezTo>
                          <a:pt x="0" y="36409"/>
                          <a:pt x="3580" y="39988"/>
                          <a:pt x="7995" y="39988"/>
                        </a:cubicBezTo>
                        <a:lnTo>
                          <a:pt x="41282" y="39988"/>
                        </a:lnTo>
                        <a:cubicBezTo>
                          <a:pt x="45698" y="39988"/>
                          <a:pt x="49278" y="36409"/>
                          <a:pt x="49278" y="31993"/>
                        </a:cubicBezTo>
                        <a:lnTo>
                          <a:pt x="49278" y="7995"/>
                        </a:lnTo>
                        <a:cubicBezTo>
                          <a:pt x="49278" y="3579"/>
                          <a:pt x="45698" y="0"/>
                          <a:pt x="41282" y="0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4" name="Google Shape;8304;p57"/>
                  <p:cNvSpPr/>
                  <p:nvPr/>
                </p:nvSpPr>
                <p:spPr>
                  <a:xfrm>
                    <a:off x="3020598" y="3305519"/>
                    <a:ext cx="140326" cy="1106"/>
                  </a:xfrm>
                  <a:custGeom>
                    <a:rect l="l" t="t" r="r" b="b"/>
                    <a:pathLst>
                      <a:path w="30824" h="243" extrusionOk="0">
                        <a:moveTo>
                          <a:pt x="123" y="1"/>
                        </a:moveTo>
                        <a:cubicBezTo>
                          <a:pt x="57" y="1"/>
                          <a:pt x="1" y="55"/>
                          <a:pt x="1" y="121"/>
                        </a:cubicBezTo>
                        <a:cubicBezTo>
                          <a:pt x="1" y="187"/>
                          <a:pt x="57" y="243"/>
                          <a:pt x="123" y="243"/>
                        </a:cubicBezTo>
                        <a:lnTo>
                          <a:pt x="30703" y="243"/>
                        </a:lnTo>
                        <a:cubicBezTo>
                          <a:pt x="30769" y="243"/>
                          <a:pt x="30824" y="187"/>
                          <a:pt x="30824" y="121"/>
                        </a:cubicBezTo>
                        <a:cubicBezTo>
                          <a:pt x="30824" y="55"/>
                          <a:pt x="30769" y="1"/>
                          <a:pt x="30703" y="1"/>
                        </a:cubicBezTo>
                        <a:close/>
                      </a:path>
                    </a:pathLst>
                  </a:custGeom>
                  <a:solidFill>
                    <a:srgbClr val="E3E9E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2026-08-03T14:31:56.868</cp:lastPrinted>
  <dcterms:created xsi:type="dcterms:W3CDTF">2026-08-03T14:31:56Z</dcterms:created>
  <dcterms:modified xsi:type="dcterms:W3CDTF">2026-08-03T14:31:57Z</dcterms:modified>
</cp:coreProperties>
</file>