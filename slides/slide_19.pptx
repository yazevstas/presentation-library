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878"/>
        <p:cNvGrpSpPr/>
        <p:nvPr/>
      </p:nvGrpSpPr>
      <p:grpSpPr>
        <a:xfrm>
          <a:off x="0" y="0"/>
          <a:ext cx="0" cy="0"/>
        </a:xfrm>
      </p:grpSpPr>
      <p:sp>
        <p:nvSpPr>
          <p:cNvPr id="7879" name="Google Shape;7879;g2574187ba63_7_6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0" name="Google Shape;7880;g2574187ba63_7_6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F0E9089-EBA5-45D1-A042-7D3DF6A284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4862602-D071-4452-A3B8-804E42664A2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E6F6ADD-6663-42FE-88FB-FD3395BB91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0FA6AA0-1E8B-41E1-AB6F-A4FC4D28306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2067C3E-C24A-4A64-9E52-248A3C0BAA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FBA7734-C232-41B5-976A-C0A9DDBF18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321FE22-EAED-43F5-937B-7EBA145776C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383FE72-3ADC-448F-BDE7-691E9F6574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D2CB736-12D8-4D93-918E-95AF812528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8A4670-CFE5-4ED2-AD2C-125AF91E25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F7C48A9-1542-4A62-BB36-2916AA77DB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881"/>
        <p:cNvGrpSpPr/>
        <p:nvPr/>
      </p:nvGrpSpPr>
      <p:grpSpPr>
        <a:xfrm>
          <a:off x="0" y="0"/>
          <a:ext cx="0" cy="0"/>
        </a:xfrm>
      </p:grpSpPr>
      <p:grpSp>
        <p:nvGrpSpPr>
          <p:cNvPr id="7882" name="Google Shape;7882;p57"/>
          <p:cNvGrpSpPr/>
          <p:nvPr/>
        </p:nvGrpSpPr>
        <p:grpSpPr>
          <a:xfrm>
            <a:off x="2100560" y="3398663"/>
            <a:ext cx="1102891" cy="760337"/>
            <a:chOff x="4967783" y="2151471"/>
            <a:chExt cx="3920692" cy="2702940"/>
          </a:xfrm>
        </p:grpSpPr>
        <p:grpSp>
          <p:nvGrpSpPr>
            <p:cNvPr id="7883" name="Google Shape;7883;p57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7884" name="Google Shape;7884;p57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5" name="Google Shape;7885;p57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6" name="Google Shape;7886;p57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7" name="Google Shape;7887;p57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8" name="Google Shape;7888;p57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9" name="Google Shape;7889;p57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0" name="Google Shape;7890;p57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891" name="Google Shape;7891;p57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7892" name="Google Shape;7892;p57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3" name="Google Shape;7893;p57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4" name="Google Shape;7894;p57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5" name="Google Shape;7895;p57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6" name="Google Shape;7896;p57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897" name="Google Shape;7897;p57"/>
          <p:cNvGrpSpPr/>
          <p:nvPr/>
        </p:nvGrpSpPr>
        <p:grpSpPr>
          <a:xfrm>
            <a:off x="3504468" y="1286940"/>
            <a:ext cx="1561911" cy="708580"/>
            <a:chOff x="3530532" y="1496185"/>
            <a:chExt cx="1561911" cy="708580"/>
          </a:xfrm>
        </p:grpSpPr>
        <p:grpSp>
          <p:nvGrpSpPr>
            <p:cNvPr id="7898" name="Google Shape;7898;p57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7899" name="Google Shape;7899;p57"/>
              <p:cNvCxnSpPr>
                <a:endCxn id="7900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1" name="Google Shape;7901;p57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2" name="Google Shape;7902;p57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3" name="Google Shape;7903;p57"/>
              <p:cNvCxnSpPr>
                <a:stCxn id="7900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7904" name="Google Shape;7904;p57"/>
            <p:cNvGrpSpPr/>
            <p:nvPr/>
          </p:nvGrpSpPr>
          <p:grpSpPr>
            <a:xfrm>
              <a:off x="3567462" y="1496185"/>
              <a:ext cx="286587" cy="272914"/>
              <a:chOff x="3567462" y="1496185"/>
              <a:chExt cx="286587" cy="272914"/>
            </a:xfrm>
          </p:grpSpPr>
          <p:cxnSp>
            <p:nvCxnSpPr>
              <p:cNvPr id="7905" name="Google Shape;7905;p57"/>
              <p:cNvCxnSpPr/>
              <p:nvPr/>
            </p:nvCxnSpPr>
            <p:spPr>
              <a:xfrm rot="10800000" flipH="1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06" name="Google Shape;7906;p57"/>
              <p:cNvSpPr/>
              <p:nvPr/>
            </p:nvSpPr>
            <p:spPr>
              <a:xfrm>
                <a:off x="3567462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07" name="Google Shape;7907;p57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8" name="Google Shape;7908;p57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09" name="Google Shape;7909;p57"/>
            <p:cNvGrpSpPr/>
            <p:nvPr/>
          </p:nvGrpSpPr>
          <p:grpSpPr>
            <a:xfrm>
              <a:off x="3929014" y="1960574"/>
              <a:ext cx="286587" cy="242378"/>
              <a:chOff x="3929014" y="1960574"/>
              <a:chExt cx="286587" cy="242378"/>
            </a:xfrm>
          </p:grpSpPr>
          <p:cxnSp>
            <p:nvCxnSpPr>
              <p:cNvPr id="7910" name="Google Shape;7910;p57"/>
              <p:cNvCxnSpPr/>
              <p:nvPr/>
            </p:nvCxnSpPr>
            <p:spPr>
              <a:xfrm rot="10800000" flipH="1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1" name="Google Shape;7911;p57"/>
              <p:cNvSpPr/>
              <p:nvPr/>
            </p:nvSpPr>
            <p:spPr>
              <a:xfrm>
                <a:off x="3929014" y="2103016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12" name="Google Shape;7912;p57"/>
            <p:cNvGrpSpPr/>
            <p:nvPr/>
          </p:nvGrpSpPr>
          <p:grpSpPr>
            <a:xfrm>
              <a:off x="4290828" y="1496185"/>
              <a:ext cx="286587" cy="272914"/>
              <a:chOff x="4290828" y="1496185"/>
              <a:chExt cx="286587" cy="272914"/>
            </a:xfrm>
          </p:grpSpPr>
          <p:cxnSp>
            <p:nvCxnSpPr>
              <p:cNvPr id="7913" name="Google Shape;7913;p57"/>
              <p:cNvCxnSpPr/>
              <p:nvPr/>
            </p:nvCxnSpPr>
            <p:spPr>
              <a:xfrm rot="10800000" flipH="1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4" name="Google Shape;7914;p57"/>
              <p:cNvSpPr/>
              <p:nvPr/>
            </p:nvSpPr>
            <p:spPr>
              <a:xfrm>
                <a:off x="4290828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15" name="Google Shape;7915;p57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0" name="Google Shape;7900;p57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16" name="Google Shape;7916;p57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7917" name="Google Shape;7917;p57"/>
              <p:cNvCxnSpPr/>
              <p:nvPr/>
            </p:nvCxnSpPr>
            <p:spPr>
              <a:xfrm rot="10800000" flipH="1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8" name="Google Shape;7918;p57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19" name="Google Shape;7919;p57"/>
          <p:cNvGrpSpPr/>
          <p:nvPr/>
        </p:nvGrpSpPr>
        <p:grpSpPr>
          <a:xfrm>
            <a:off x="3486488" y="2149036"/>
            <a:ext cx="1597045" cy="378522"/>
            <a:chOff x="3512551" y="2358282"/>
            <a:chExt cx="1597045" cy="378522"/>
          </a:xfrm>
        </p:grpSpPr>
        <p:grpSp>
          <p:nvGrpSpPr>
            <p:cNvPr id="7920" name="Google Shape;7920;p57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7921" name="Google Shape;7921;p57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2" name="Google Shape;7922;p57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3" name="Google Shape;7923;p57"/>
              <p:cNvCxnSpPr>
                <a:stCxn id="7924" idx="6"/>
                <a:endCxn id="7925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7926" name="Google Shape;7926;p57"/>
            <p:cNvGrpSpPr/>
            <p:nvPr/>
          </p:nvGrpSpPr>
          <p:grpSpPr>
            <a:xfrm>
              <a:off x="3969644" y="2440153"/>
              <a:ext cx="225853" cy="296651"/>
              <a:chOff x="3969644" y="2440153"/>
              <a:chExt cx="225853" cy="296651"/>
            </a:xfrm>
          </p:grpSpPr>
          <p:cxnSp>
            <p:nvCxnSpPr>
              <p:cNvPr id="7927" name="Google Shape;7927;p57"/>
              <p:cNvCxnSpPr/>
              <p:nvPr/>
            </p:nvCxnSpPr>
            <p:spPr>
              <a:xfrm flipH="1">
                <a:off x="4082390" y="2637031"/>
                <a:ext cx="0" cy="99772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5" name="Google Shape;7925;p57"/>
              <p:cNvSpPr/>
              <p:nvPr/>
            </p:nvSpPr>
            <p:spPr>
              <a:xfrm>
                <a:off x="3969644" y="2440153"/>
                <a:ext cx="225853" cy="225853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28" name="Google Shape;7928;p57"/>
              <p:cNvSpPr/>
              <p:nvPr/>
            </p:nvSpPr>
            <p:spPr>
              <a:xfrm>
                <a:off x="3998471" y="2468982"/>
                <a:ext cx="168273" cy="168273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29" name="Google Shape;7929;p57"/>
            <p:cNvGrpSpPr/>
            <p:nvPr/>
          </p:nvGrpSpPr>
          <p:grpSpPr>
            <a:xfrm>
              <a:off x="4426818" y="2358282"/>
              <a:ext cx="225613" cy="307569"/>
              <a:chOff x="4426818" y="2358282"/>
              <a:chExt cx="225613" cy="307569"/>
            </a:xfrm>
          </p:grpSpPr>
          <p:cxnSp>
            <p:nvCxnSpPr>
              <p:cNvPr id="7930" name="Google Shape;7930;p57"/>
              <p:cNvCxnSpPr>
                <a:stCxn id="7931" idx="0"/>
              </p:cNvCxnSpPr>
              <p:nvPr/>
            </p:nvCxnSpPr>
            <p:spPr>
              <a:xfrm rot="10800000" flipH="1">
                <a:off x="4539662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2" name="Google Shape;7932;p57"/>
              <p:cNvSpPr/>
              <p:nvPr/>
            </p:nvSpPr>
            <p:spPr>
              <a:xfrm>
                <a:off x="4426818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1" name="Google Shape;7931;p57"/>
              <p:cNvSpPr/>
              <p:nvPr/>
            </p:nvSpPr>
            <p:spPr>
              <a:xfrm>
                <a:off x="4455644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3" name="Google Shape;7933;p57"/>
            <p:cNvGrpSpPr/>
            <p:nvPr/>
          </p:nvGrpSpPr>
          <p:grpSpPr>
            <a:xfrm>
              <a:off x="4883984" y="2440153"/>
              <a:ext cx="225613" cy="296486"/>
              <a:chOff x="4883984" y="2440153"/>
              <a:chExt cx="225613" cy="296486"/>
            </a:xfrm>
          </p:grpSpPr>
          <p:cxnSp>
            <p:nvCxnSpPr>
              <p:cNvPr id="7934" name="Google Shape;7934;p57"/>
              <p:cNvCxnSpPr/>
              <p:nvPr/>
            </p:nvCxnSpPr>
            <p:spPr>
              <a:xfrm flipH="1">
                <a:off x="4996858" y="2637031"/>
                <a:ext cx="0" cy="99608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5" name="Google Shape;7935;p57"/>
              <p:cNvSpPr/>
              <p:nvPr/>
            </p:nvSpPr>
            <p:spPr>
              <a:xfrm>
                <a:off x="4883984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6" name="Google Shape;7936;p57"/>
              <p:cNvSpPr/>
              <p:nvPr/>
            </p:nvSpPr>
            <p:spPr>
              <a:xfrm>
                <a:off x="4912810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7" name="Google Shape;7937;p57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7938" name="Google Shape;7938;p57"/>
              <p:cNvCxnSpPr>
                <a:stCxn id="7939" idx="0"/>
              </p:cNvCxnSpPr>
              <p:nvPr/>
            </p:nvCxnSpPr>
            <p:spPr>
              <a:xfrm rot="10800000" flipH="1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4" name="Google Shape;7924;p57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9" name="Google Shape;7939;p57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40" name="Google Shape;7940;p57"/>
          <p:cNvGrpSpPr/>
          <p:nvPr/>
        </p:nvGrpSpPr>
        <p:grpSpPr>
          <a:xfrm>
            <a:off x="6846570" y="972834"/>
            <a:ext cx="1559809" cy="722610"/>
            <a:chOff x="634175" y="2986275"/>
            <a:chExt cx="3147949" cy="1458344"/>
          </a:xfrm>
        </p:grpSpPr>
        <p:cxnSp>
          <p:nvCxnSpPr>
            <p:cNvPr id="7941" name="Google Shape;7941;p57"/>
            <p:cNvCxnSpPr>
              <a:stCxn id="7942" idx="4"/>
              <a:endCxn id="7943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4" name="Google Shape;7944;p57"/>
            <p:cNvCxnSpPr>
              <a:stCxn id="7943" idx="0"/>
              <a:endCxn id="7945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6" name="Google Shape;7946;p57"/>
            <p:cNvCxnSpPr>
              <a:stCxn id="7945" idx="4"/>
              <a:endCxn id="7947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8" name="Google Shape;7948;p57"/>
            <p:cNvCxnSpPr>
              <a:stCxn id="7947" idx="0"/>
              <a:endCxn id="7949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49" name="Google Shape;7949;p57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5" name="Google Shape;7945;p57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2" name="Google Shape;7942;p57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7" name="Google Shape;7947;p57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3" name="Google Shape;7943;p57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50" name="Google Shape;7950;p57"/>
          <p:cNvGrpSpPr/>
          <p:nvPr/>
        </p:nvGrpSpPr>
        <p:grpSpPr>
          <a:xfrm>
            <a:off x="3500360" y="2682741"/>
            <a:ext cx="1570719" cy="294123"/>
            <a:chOff x="998425" y="1182125"/>
            <a:chExt cx="1065400" cy="199500"/>
          </a:xfrm>
        </p:grpSpPr>
        <p:sp>
          <p:nvSpPr>
            <p:cNvPr id="7951" name="Google Shape;7951;p57"/>
            <p:cNvSpPr/>
            <p:nvPr/>
          </p:nvSpPr>
          <p:spPr>
            <a:xfrm>
              <a:off x="998425" y="1182125"/>
              <a:ext cx="1065400" cy="199500"/>
            </a:xfrm>
            <a:custGeom>
              <a:rect l="l" t="t" r="r" b="b"/>
              <a:pathLst>
                <a:path w="42616" h="7979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2" name="Google Shape;7952;p57"/>
            <p:cNvSpPr/>
            <p:nvPr/>
          </p:nvSpPr>
          <p:spPr>
            <a:xfrm>
              <a:off x="1017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3" name="Google Shape;7953;p57"/>
            <p:cNvSpPr/>
            <p:nvPr/>
          </p:nvSpPr>
          <p:spPr>
            <a:xfrm>
              <a:off x="1303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4" name="Google Shape;7954;p57"/>
            <p:cNvSpPr/>
            <p:nvPr/>
          </p:nvSpPr>
          <p:spPr>
            <a:xfrm>
              <a:off x="1589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5" name="Google Shape;7955;p57"/>
            <p:cNvSpPr/>
            <p:nvPr/>
          </p:nvSpPr>
          <p:spPr>
            <a:xfrm>
              <a:off x="1875200" y="1193175"/>
              <a:ext cx="177525" cy="177500"/>
            </a:xfrm>
            <a:custGeom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56" name="Google Shape;7956;p57"/>
          <p:cNvGrpSpPr/>
          <p:nvPr/>
        </p:nvGrpSpPr>
        <p:grpSpPr>
          <a:xfrm>
            <a:off x="6843616" y="1800228"/>
            <a:ext cx="1565716" cy="366729"/>
            <a:chOff x="1247650" y="2075423"/>
            <a:chExt cx="6648477" cy="1557238"/>
          </a:xfrm>
        </p:grpSpPr>
        <p:sp>
          <p:nvSpPr>
            <p:cNvPr id="7957" name="Google Shape;7957;p57"/>
            <p:cNvSpPr/>
            <p:nvPr/>
          </p:nvSpPr>
          <p:spPr>
            <a:xfrm>
              <a:off x="6633862" y="2075423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8" name="Google Shape;7958;p57"/>
            <p:cNvSpPr/>
            <p:nvPr/>
          </p:nvSpPr>
          <p:spPr>
            <a:xfrm>
              <a:off x="5359252" y="2806965"/>
              <a:ext cx="953461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9" name="Google Shape;7959;p57"/>
            <p:cNvSpPr/>
            <p:nvPr/>
          </p:nvSpPr>
          <p:spPr>
            <a:xfrm>
              <a:off x="1601478" y="2075425"/>
              <a:ext cx="953316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0" name="Google Shape;7960;p57"/>
            <p:cNvSpPr/>
            <p:nvPr/>
          </p:nvSpPr>
          <p:spPr>
            <a:xfrm>
              <a:off x="2857827" y="2807112"/>
              <a:ext cx="953370" cy="825320"/>
            </a:xfrm>
            <a:custGeom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1" name="Google Shape;7961;p57"/>
            <p:cNvSpPr/>
            <p:nvPr/>
          </p:nvSpPr>
          <p:spPr>
            <a:xfrm>
              <a:off x="4097386" y="2075425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2" name="Google Shape;7962;p57"/>
            <p:cNvSpPr/>
            <p:nvPr/>
          </p:nvSpPr>
          <p:spPr>
            <a:xfrm>
              <a:off x="1247650" y="2490334"/>
              <a:ext cx="6648477" cy="729445"/>
            </a:xfrm>
            <a:custGeom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63" name="Google Shape;7963;p57"/>
          <p:cNvGrpSpPr/>
          <p:nvPr/>
        </p:nvGrpSpPr>
        <p:grpSpPr>
          <a:xfrm>
            <a:off x="6827928" y="2948932"/>
            <a:ext cx="1597092" cy="663663"/>
            <a:chOff x="6796238" y="3158184"/>
            <a:chExt cx="1630351" cy="677483"/>
          </a:xfrm>
        </p:grpSpPr>
        <p:cxnSp>
          <p:nvCxnSpPr>
            <p:cNvPr id="7964" name="Google Shape;7964;p57"/>
            <p:cNvCxnSpPr/>
            <p:nvPr/>
          </p:nvCxnSpPr>
          <p:spPr>
            <a:xfrm flipH="1">
              <a:off x="7012244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5" name="Google Shape;7965;p57"/>
            <p:cNvCxnSpPr/>
            <p:nvPr/>
          </p:nvCxnSpPr>
          <p:spPr>
            <a:xfrm flipH="1">
              <a:off x="7810957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6" name="Google Shape;7966;p57"/>
            <p:cNvCxnSpPr/>
            <p:nvPr/>
          </p:nvCxnSpPr>
          <p:spPr>
            <a:xfrm rot="10800000" flipH="1">
              <a:off x="8196652" y="3170679"/>
              <a:ext cx="0" cy="169947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7" name="Google Shape;7967;p57"/>
            <p:cNvCxnSpPr/>
            <p:nvPr/>
          </p:nvCxnSpPr>
          <p:spPr>
            <a:xfrm rot="10800000" flipH="1">
              <a:off x="7411601" y="315818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7968" name="Google Shape;7968;p57"/>
            <p:cNvGrpSpPr/>
            <p:nvPr/>
          </p:nvGrpSpPr>
          <p:grpSpPr>
            <a:xfrm>
              <a:off x="6796238" y="3311904"/>
              <a:ext cx="1630351" cy="377711"/>
              <a:chOff x="6796238" y="3311904"/>
              <a:chExt cx="1630351" cy="377711"/>
            </a:xfrm>
          </p:grpSpPr>
          <p:sp>
            <p:nvSpPr>
              <p:cNvPr id="7969" name="Google Shape;7969;p57"/>
              <p:cNvSpPr/>
              <p:nvPr/>
            </p:nvSpPr>
            <p:spPr>
              <a:xfrm>
                <a:off x="6796238" y="3311904"/>
                <a:ext cx="798057" cy="377711"/>
              </a:xfrm>
              <a:custGeom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0" name="Google Shape;7970;p57"/>
              <p:cNvSpPr/>
              <p:nvPr/>
            </p:nvSpPr>
            <p:spPr>
              <a:xfrm>
                <a:off x="7628207" y="3311904"/>
                <a:ext cx="798382" cy="377711"/>
              </a:xfrm>
              <a:custGeom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1" name="Google Shape;7971;p57"/>
              <p:cNvSpPr/>
              <p:nvPr/>
            </p:nvSpPr>
            <p:spPr>
              <a:xfrm>
                <a:off x="7229098" y="3311904"/>
                <a:ext cx="762854" cy="377711"/>
              </a:xfrm>
              <a:custGeom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72" name="Google Shape;7972;p57"/>
          <p:cNvGrpSpPr/>
          <p:nvPr/>
        </p:nvGrpSpPr>
        <p:grpSpPr>
          <a:xfrm>
            <a:off x="5349066" y="970435"/>
            <a:ext cx="1368606" cy="1593805"/>
            <a:chOff x="1839112" y="2209163"/>
            <a:chExt cx="1918159" cy="2233784"/>
          </a:xfrm>
        </p:grpSpPr>
        <p:sp>
          <p:nvSpPr>
            <p:cNvPr id="7973" name="Google Shape;7973;p57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4" name="Google Shape;7974;p57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5" name="Google Shape;7975;p57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76" name="Google Shape;7976;p57"/>
            <p:cNvCxnSpPr>
              <a:stCxn id="7973" idx="6"/>
              <a:endCxn id="7974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7" name="Google Shape;7977;p57"/>
            <p:cNvCxnSpPr>
              <a:stCxn id="7974" idx="4"/>
              <a:endCxn id="7978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9" name="Google Shape;7979;p57"/>
            <p:cNvCxnSpPr>
              <a:stCxn id="7978" idx="6"/>
              <a:endCxn id="7975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80" name="Google Shape;7980;p57"/>
            <p:cNvCxnSpPr>
              <a:stCxn id="7975" idx="4"/>
              <a:endCxn id="7981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78" name="Google Shape;7978;p57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1" name="Google Shape;7981;p57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2" name="Google Shape;7982;p57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83" name="Google Shape;7983;p57"/>
            <p:cNvCxnSpPr>
              <a:endCxn id="7982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984" name="Google Shape;7984;p57"/>
          <p:cNvGrpSpPr/>
          <p:nvPr/>
        </p:nvGrpSpPr>
        <p:grpSpPr>
          <a:xfrm>
            <a:off x="3481439" y="976671"/>
            <a:ext cx="1637968" cy="154942"/>
            <a:chOff x="238125" y="2506075"/>
            <a:chExt cx="7115411" cy="673075"/>
          </a:xfrm>
        </p:grpSpPr>
        <p:sp>
          <p:nvSpPr>
            <p:cNvPr id="7985" name="Google Shape;7985;p57"/>
            <p:cNvSpPr/>
            <p:nvPr/>
          </p:nvSpPr>
          <p:spPr>
            <a:xfrm>
              <a:off x="238125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6" name="Google Shape;7986;p57"/>
            <p:cNvSpPr/>
            <p:nvPr/>
          </p:nvSpPr>
          <p:spPr>
            <a:xfrm>
              <a:off x="1606190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7" name="Google Shape;7987;p57"/>
            <p:cNvSpPr/>
            <p:nvPr/>
          </p:nvSpPr>
          <p:spPr>
            <a:xfrm>
              <a:off x="297348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8" name="Google Shape;7988;p57"/>
            <p:cNvSpPr/>
            <p:nvPr/>
          </p:nvSpPr>
          <p:spPr>
            <a:xfrm>
              <a:off x="570961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9" name="Google Shape;7989;p57"/>
            <p:cNvSpPr/>
            <p:nvPr/>
          </p:nvSpPr>
          <p:spPr>
            <a:xfrm>
              <a:off x="4342321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90" name="Google Shape;7990;p57"/>
          <p:cNvGrpSpPr/>
          <p:nvPr/>
        </p:nvGrpSpPr>
        <p:grpSpPr>
          <a:xfrm>
            <a:off x="720124" y="1298269"/>
            <a:ext cx="2476762" cy="91743"/>
            <a:chOff x="1464850" y="436376"/>
            <a:chExt cx="6001362" cy="222300"/>
          </a:xfrm>
        </p:grpSpPr>
        <p:sp>
          <p:nvSpPr>
            <p:cNvPr id="7991" name="Google Shape;7991;p57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2" name="Google Shape;7992;p57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3" name="Google Shape;7993;p57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4" name="Google Shape;7994;p57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5" name="Google Shape;7995;p57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96" name="Google Shape;7996;p57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7" name="Google Shape;7997;p57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8" name="Google Shape;7998;p57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9" name="Google Shape;7999;p57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000" name="Google Shape;8000;p57"/>
          <p:cNvGrpSpPr/>
          <p:nvPr/>
        </p:nvGrpSpPr>
        <p:grpSpPr>
          <a:xfrm>
            <a:off x="706391" y="2533734"/>
            <a:ext cx="1452862" cy="651872"/>
            <a:chOff x="803162" y="2667727"/>
            <a:chExt cx="1412054" cy="633562"/>
          </a:xfrm>
        </p:grpSpPr>
        <p:cxnSp>
          <p:nvCxnSpPr>
            <p:cNvPr id="8001" name="Google Shape;8001;p57"/>
            <p:cNvCxnSpPr>
              <a:stCxn id="8002" idx="2"/>
              <a:endCxn id="8003" idx="0"/>
            </p:cNvCxnSpPr>
            <p:nvPr/>
          </p:nvCxnSpPr>
          <p:spPr>
            <a:xfrm rot="-5400000" flipH="1">
              <a:off x="1629188" y="267277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4" name="Google Shape;8004;p57"/>
            <p:cNvCxnSpPr>
              <a:stCxn id="8005" idx="0"/>
              <a:endCxn id="8002" idx="2"/>
            </p:cNvCxnSpPr>
            <p:nvPr/>
          </p:nvCxnSpPr>
          <p:spPr>
            <a:xfrm rot="-5400000">
              <a:off x="1259904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6" name="Google Shape;8006;p57"/>
            <p:cNvCxnSpPr>
              <a:stCxn id="8005" idx="2"/>
              <a:endCxn id="8007" idx="0"/>
            </p:cNvCxnSpPr>
            <p:nvPr/>
          </p:nvCxnSpPr>
          <p:spPr>
            <a:xfrm rot="-5400000" flipH="1">
              <a:off x="1163454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8" name="Google Shape;8008;p57"/>
            <p:cNvCxnSpPr>
              <a:stCxn id="8009" idx="0"/>
              <a:endCxn id="8005" idx="2"/>
            </p:cNvCxnSpPr>
            <p:nvPr/>
          </p:nvCxnSpPr>
          <p:spPr>
            <a:xfrm rot="-5400000">
              <a:off x="98713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0" name="Google Shape;8010;p57"/>
            <p:cNvCxnSpPr>
              <a:stCxn id="8003" idx="2"/>
              <a:endCxn id="8011" idx="0"/>
            </p:cNvCxnSpPr>
            <p:nvPr/>
          </p:nvCxnSpPr>
          <p:spPr>
            <a:xfrm rot="-5400000" flipH="1">
              <a:off x="1902022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2" name="Google Shape;8012;p57"/>
            <p:cNvCxnSpPr>
              <a:stCxn id="8013" idx="0"/>
              <a:endCxn id="8003" idx="2"/>
            </p:cNvCxnSpPr>
            <p:nvPr/>
          </p:nvCxnSpPr>
          <p:spPr>
            <a:xfrm rot="-5400000">
              <a:off x="172570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09" name="Google Shape;8009;p57"/>
            <p:cNvSpPr/>
            <p:nvPr/>
          </p:nvSpPr>
          <p:spPr>
            <a:xfrm>
              <a:off x="803162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7" name="Google Shape;8007;p57"/>
            <p:cNvSpPr/>
            <p:nvPr/>
          </p:nvSpPr>
          <p:spPr>
            <a:xfrm>
              <a:off x="1155799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3" name="Google Shape;8013;p57"/>
            <p:cNvSpPr/>
            <p:nvPr/>
          </p:nvSpPr>
          <p:spPr>
            <a:xfrm>
              <a:off x="1541731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1" name="Google Shape;8011;p57"/>
            <p:cNvSpPr/>
            <p:nvPr/>
          </p:nvSpPr>
          <p:spPr>
            <a:xfrm>
              <a:off x="1894368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3" name="Google Shape;8003;p57"/>
            <p:cNvSpPr/>
            <p:nvPr/>
          </p:nvSpPr>
          <p:spPr>
            <a:xfrm>
              <a:off x="1718048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5" name="Google Shape;8005;p57"/>
            <p:cNvSpPr/>
            <p:nvPr/>
          </p:nvSpPr>
          <p:spPr>
            <a:xfrm>
              <a:off x="979480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2" name="Google Shape;8002;p57"/>
            <p:cNvSpPr/>
            <p:nvPr/>
          </p:nvSpPr>
          <p:spPr>
            <a:xfrm>
              <a:off x="1348764" y="2667727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8014" name="Google Shape;8014;p57"/>
          <p:cNvGrpSpPr/>
          <p:nvPr/>
        </p:nvGrpSpPr>
        <p:grpSpPr>
          <a:xfrm>
            <a:off x="706383" y="969273"/>
            <a:ext cx="2518423" cy="209218"/>
            <a:chOff x="803154" y="1111966"/>
            <a:chExt cx="2447684" cy="203341"/>
          </a:xfrm>
        </p:grpSpPr>
        <p:grpSp>
          <p:nvGrpSpPr>
            <p:cNvPr id="8015" name="Google Shape;8015;p57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8016" name="Google Shape;8016;p57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017" name="Google Shape;8017;p57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8018" name="Google Shape;8018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19" name="Google Shape;8019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8020" name="Google Shape;8020;p57"/>
            <p:cNvCxnSpPr/>
            <p:nvPr/>
          </p:nvCxnSpPr>
          <p:spPr>
            <a:xfrm flipH="1">
              <a:off x="3237251" y="1127387"/>
              <a:ext cx="0" cy="105664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21" name="Google Shape;8021;p57"/>
            <p:cNvSpPr/>
            <p:nvPr/>
          </p:nvSpPr>
          <p:spPr>
            <a:xfrm>
              <a:off x="3223663" y="1111974"/>
              <a:ext cx="27175" cy="27166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22" name="Google Shape;8022;p57"/>
            <p:cNvGrpSpPr/>
            <p:nvPr/>
          </p:nvGrpSpPr>
          <p:grpSpPr>
            <a:xfrm>
              <a:off x="803154" y="1112063"/>
              <a:ext cx="591111" cy="121410"/>
              <a:chOff x="803154" y="1112063"/>
              <a:chExt cx="591111" cy="121410"/>
            </a:xfrm>
          </p:grpSpPr>
          <p:grpSp>
            <p:nvGrpSpPr>
              <p:cNvPr id="8023" name="Google Shape;8023;p57"/>
              <p:cNvGrpSpPr/>
              <p:nvPr/>
            </p:nvGrpSpPr>
            <p:grpSpPr>
              <a:xfrm>
                <a:off x="803154" y="1112063"/>
                <a:ext cx="27174" cy="121091"/>
                <a:chOff x="845575" y="2563700"/>
                <a:chExt cx="92400" cy="411825"/>
              </a:xfrm>
            </p:grpSpPr>
            <p:cxnSp>
              <p:nvCxnSpPr>
                <p:cNvPr id="8024" name="Google Shape;8024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25" name="Google Shape;8025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26" name="Google Shape;8026;p57"/>
              <p:cNvSpPr/>
              <p:nvPr/>
            </p:nvSpPr>
            <p:spPr>
              <a:xfrm>
                <a:off x="818321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27" name="Google Shape;8027;p57"/>
            <p:cNvGrpSpPr/>
            <p:nvPr/>
          </p:nvGrpSpPr>
          <p:grpSpPr>
            <a:xfrm>
              <a:off x="1381934" y="1194217"/>
              <a:ext cx="588259" cy="121091"/>
              <a:chOff x="1381934" y="1194217"/>
              <a:chExt cx="588259" cy="121091"/>
            </a:xfrm>
          </p:grpSpPr>
          <p:grpSp>
            <p:nvGrpSpPr>
              <p:cNvPr id="8028" name="Google Shape;8028;p57"/>
              <p:cNvGrpSpPr/>
              <p:nvPr/>
            </p:nvGrpSpPr>
            <p:grpSpPr>
              <a:xfrm rot="10800000">
                <a:off x="138193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29" name="Google Shape;8029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0" name="Google Shape;8030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1" name="Google Shape;8031;p57"/>
              <p:cNvSpPr/>
              <p:nvPr/>
            </p:nvSpPr>
            <p:spPr>
              <a:xfrm>
                <a:off x="1394250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32" name="Google Shape;8032;p57"/>
            <p:cNvGrpSpPr/>
            <p:nvPr/>
          </p:nvGrpSpPr>
          <p:grpSpPr>
            <a:xfrm>
              <a:off x="2532104" y="1194217"/>
              <a:ext cx="704905" cy="121091"/>
              <a:chOff x="2532104" y="1194217"/>
              <a:chExt cx="704905" cy="121091"/>
            </a:xfrm>
          </p:grpSpPr>
          <p:grpSp>
            <p:nvGrpSpPr>
              <p:cNvPr id="8033" name="Google Shape;8033;p57"/>
              <p:cNvGrpSpPr/>
              <p:nvPr/>
            </p:nvGrpSpPr>
            <p:grpSpPr>
              <a:xfrm rot="10800000">
                <a:off x="253210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34" name="Google Shape;8034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5" name="Google Shape;8035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6" name="Google Shape;8036;p57"/>
              <p:cNvSpPr/>
              <p:nvPr/>
            </p:nvSpPr>
            <p:spPr>
              <a:xfrm>
                <a:off x="2546107" y="1194219"/>
                <a:ext cx="690902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37" name="Google Shape;8037;p57"/>
          <p:cNvGrpSpPr/>
          <p:nvPr/>
        </p:nvGrpSpPr>
        <p:grpSpPr>
          <a:xfrm>
            <a:off x="3499403" y="3665904"/>
            <a:ext cx="1567778" cy="491677"/>
            <a:chOff x="5194708" y="3484366"/>
            <a:chExt cx="3148148" cy="987304"/>
          </a:xfrm>
        </p:grpSpPr>
        <p:grpSp>
          <p:nvGrpSpPr>
            <p:cNvPr id="8038" name="Google Shape;8038;p57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8039" name="Google Shape;8039;p57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0" name="Google Shape;8040;p57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1" name="Google Shape;8041;p57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2" name="Google Shape;8042;p57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8043" name="Google Shape;8043;p57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4" name="Google Shape;8044;p57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5" name="Google Shape;8045;p57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6" name="Google Shape;8046;p57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8047" name="Google Shape;8047;p57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8" name="Google Shape;8048;p57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9" name="Google Shape;8049;p57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50" name="Google Shape;8050;p57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8051" name="Google Shape;8051;p57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2" name="Google Shape;8052;p57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3" name="Google Shape;8053;p57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54" name="Google Shape;8054;p57"/>
          <p:cNvGrpSpPr/>
          <p:nvPr/>
        </p:nvGrpSpPr>
        <p:grpSpPr>
          <a:xfrm>
            <a:off x="3460012" y="3146315"/>
            <a:ext cx="1616964" cy="346256"/>
            <a:chOff x="1808063" y="4294338"/>
            <a:chExt cx="3370782" cy="721817"/>
          </a:xfrm>
        </p:grpSpPr>
        <p:sp>
          <p:nvSpPr>
            <p:cNvPr id="8055" name="Google Shape;8055;p57"/>
            <p:cNvSpPr/>
            <p:nvPr/>
          </p:nvSpPr>
          <p:spPr>
            <a:xfrm>
              <a:off x="1906300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6" name="Google Shape;8056;p57"/>
            <p:cNvSpPr/>
            <p:nvPr/>
          </p:nvSpPr>
          <p:spPr>
            <a:xfrm>
              <a:off x="379503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7" name="Google Shape;8057;p57"/>
            <p:cNvSpPr/>
            <p:nvPr/>
          </p:nvSpPr>
          <p:spPr>
            <a:xfrm>
              <a:off x="3133137" y="4294338"/>
              <a:ext cx="721729" cy="360865"/>
            </a:xfrm>
            <a:custGeom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8" name="Google Shape;8058;p57"/>
            <p:cNvSpPr/>
            <p:nvPr/>
          </p:nvSpPr>
          <p:spPr>
            <a:xfrm>
              <a:off x="1808063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9" name="Google Shape;8059;p57"/>
            <p:cNvSpPr/>
            <p:nvPr/>
          </p:nvSpPr>
          <p:spPr>
            <a:xfrm>
              <a:off x="247096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0" name="Google Shape;8060;p57"/>
            <p:cNvSpPr/>
            <p:nvPr/>
          </p:nvSpPr>
          <p:spPr>
            <a:xfrm>
              <a:off x="4456385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1" name="Google Shape;8061;p57"/>
            <p:cNvSpPr/>
            <p:nvPr/>
          </p:nvSpPr>
          <p:spPr>
            <a:xfrm>
              <a:off x="2568813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2" name="Google Shape;8062;p57"/>
            <p:cNvSpPr/>
            <p:nvPr/>
          </p:nvSpPr>
          <p:spPr>
            <a:xfrm>
              <a:off x="3231883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3" name="Google Shape;8063;p57"/>
            <p:cNvSpPr/>
            <p:nvPr/>
          </p:nvSpPr>
          <p:spPr>
            <a:xfrm>
              <a:off x="3894395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4" name="Google Shape;8064;p57"/>
            <p:cNvSpPr/>
            <p:nvPr/>
          </p:nvSpPr>
          <p:spPr>
            <a:xfrm>
              <a:off x="4560958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065" name="Google Shape;8065;p57"/>
          <p:cNvGrpSpPr/>
          <p:nvPr/>
        </p:nvGrpSpPr>
        <p:grpSpPr>
          <a:xfrm>
            <a:off x="738224" y="3432344"/>
            <a:ext cx="1295882" cy="646587"/>
            <a:chOff x="834100" y="3642869"/>
            <a:chExt cx="1259483" cy="628426"/>
          </a:xfrm>
        </p:grpSpPr>
        <p:sp>
          <p:nvSpPr>
            <p:cNvPr id="8066" name="Google Shape;8066;p57"/>
            <p:cNvSpPr/>
            <p:nvPr/>
          </p:nvSpPr>
          <p:spPr>
            <a:xfrm>
              <a:off x="1557115" y="4061516"/>
              <a:ext cx="127079" cy="163426"/>
            </a:xfrm>
            <a:custGeom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7" name="Google Shape;8067;p57"/>
            <p:cNvSpPr/>
            <p:nvPr/>
          </p:nvSpPr>
          <p:spPr>
            <a:xfrm>
              <a:off x="1847875" y="4224937"/>
              <a:ext cx="161119" cy="4"/>
            </a:xfrm>
            <a:custGeom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8" name="Google Shape;8068;p57"/>
            <p:cNvSpPr/>
            <p:nvPr/>
          </p:nvSpPr>
          <p:spPr>
            <a:xfrm>
              <a:off x="1684189" y="4176763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9" name="Google Shape;8069;p57"/>
            <p:cNvSpPr/>
            <p:nvPr/>
          </p:nvSpPr>
          <p:spPr>
            <a:xfrm>
              <a:off x="124691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0" name="Google Shape;8070;p57"/>
            <p:cNvSpPr/>
            <p:nvPr/>
          </p:nvSpPr>
          <p:spPr>
            <a:xfrm>
              <a:off x="854078" y="3861292"/>
              <a:ext cx="154429" cy="4"/>
            </a:xfrm>
            <a:custGeom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1" name="Google Shape;8071;p57"/>
            <p:cNvSpPr/>
            <p:nvPr/>
          </p:nvSpPr>
          <p:spPr>
            <a:xfrm>
              <a:off x="1164630" y="3861309"/>
              <a:ext cx="79574" cy="199792"/>
            </a:xfrm>
            <a:custGeom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2" name="Google Shape;8072;p57"/>
            <p:cNvSpPr/>
            <p:nvPr/>
          </p:nvSpPr>
          <p:spPr>
            <a:xfrm>
              <a:off x="854078" y="4061097"/>
              <a:ext cx="146866" cy="4"/>
            </a:xfrm>
            <a:custGeom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3" name="Google Shape;8073;p57"/>
            <p:cNvSpPr/>
            <p:nvPr/>
          </p:nvSpPr>
          <p:spPr>
            <a:xfrm>
              <a:off x="1000939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4" name="Google Shape;8074;p57"/>
            <p:cNvSpPr/>
            <p:nvPr/>
          </p:nvSpPr>
          <p:spPr>
            <a:xfrm>
              <a:off x="1008502" y="3822418"/>
              <a:ext cx="163690" cy="94528"/>
            </a:xfrm>
            <a:custGeom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5" name="Google Shape;8075;p57"/>
            <p:cNvSpPr/>
            <p:nvPr/>
          </p:nvSpPr>
          <p:spPr>
            <a:xfrm>
              <a:off x="160315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6" name="Google Shape;8076;p57"/>
            <p:cNvSpPr/>
            <p:nvPr/>
          </p:nvSpPr>
          <p:spPr>
            <a:xfrm>
              <a:off x="1926576" y="3861292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7" name="Google Shape;8077;p57"/>
            <p:cNvSpPr/>
            <p:nvPr/>
          </p:nvSpPr>
          <p:spPr>
            <a:xfrm>
              <a:off x="1680763" y="3861309"/>
              <a:ext cx="82127" cy="199792"/>
            </a:xfrm>
            <a:custGeom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8" name="Google Shape;8078;p57"/>
            <p:cNvSpPr/>
            <p:nvPr/>
          </p:nvSpPr>
          <p:spPr>
            <a:xfrm>
              <a:off x="1926576" y="4061097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9" name="Google Shape;8079;p57"/>
            <p:cNvSpPr/>
            <p:nvPr/>
          </p:nvSpPr>
          <p:spPr>
            <a:xfrm>
              <a:off x="1762436" y="3822418"/>
              <a:ext cx="163677" cy="94528"/>
            </a:xfrm>
            <a:custGeom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0" name="Google Shape;8080;p57"/>
            <p:cNvSpPr/>
            <p:nvPr/>
          </p:nvSpPr>
          <p:spPr>
            <a:xfrm>
              <a:off x="1762886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1" name="Google Shape;8081;p57"/>
            <p:cNvSpPr/>
            <p:nvPr/>
          </p:nvSpPr>
          <p:spPr>
            <a:xfrm>
              <a:off x="1325004" y="3820086"/>
              <a:ext cx="278558" cy="278382"/>
            </a:xfrm>
            <a:custGeom>
              <a:rect l="l" t="t" r="r" b="b"/>
              <a:pathLst>
                <a:path w="63165" h="63160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2" name="Google Shape;8082;p57"/>
            <p:cNvSpPr/>
            <p:nvPr/>
          </p:nvSpPr>
          <p:spPr>
            <a:xfrm>
              <a:off x="1235816" y="3689223"/>
              <a:ext cx="134752" cy="171223"/>
            </a:xfrm>
            <a:custGeom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3" name="Google Shape;8083;p57"/>
            <p:cNvSpPr/>
            <p:nvPr/>
          </p:nvSpPr>
          <p:spPr>
            <a:xfrm>
              <a:off x="910512" y="3689223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4" name="Google Shape;8084;p57"/>
            <p:cNvSpPr/>
            <p:nvPr/>
          </p:nvSpPr>
          <p:spPr>
            <a:xfrm>
              <a:off x="1072126" y="3642869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5" name="Google Shape;8085;p57"/>
            <p:cNvSpPr/>
            <p:nvPr/>
          </p:nvSpPr>
          <p:spPr>
            <a:xfrm>
              <a:off x="1235913" y="4073301"/>
              <a:ext cx="134655" cy="151640"/>
            </a:xfrm>
            <a:custGeom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6" name="Google Shape;8086;p57"/>
            <p:cNvSpPr/>
            <p:nvPr/>
          </p:nvSpPr>
          <p:spPr>
            <a:xfrm>
              <a:off x="910512" y="4224937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7" name="Google Shape;8087;p57"/>
            <p:cNvSpPr/>
            <p:nvPr/>
          </p:nvSpPr>
          <p:spPr>
            <a:xfrm>
              <a:off x="1072126" y="4176763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8" name="Google Shape;8088;p57"/>
            <p:cNvSpPr/>
            <p:nvPr/>
          </p:nvSpPr>
          <p:spPr>
            <a:xfrm>
              <a:off x="1562328" y="3689223"/>
              <a:ext cx="128816" cy="171223"/>
            </a:xfrm>
            <a:custGeom>
              <a:rect l="l" t="t" r="r" b="b"/>
              <a:pathLst>
                <a:path w="29209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9" name="Google Shape;8089;p57"/>
            <p:cNvSpPr/>
            <p:nvPr/>
          </p:nvSpPr>
          <p:spPr>
            <a:xfrm>
              <a:off x="1854826" y="3689223"/>
              <a:ext cx="154169" cy="4"/>
            </a:xfrm>
            <a:custGeom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90" name="Google Shape;8090;p57"/>
            <p:cNvSpPr/>
            <p:nvPr/>
          </p:nvSpPr>
          <p:spPr>
            <a:xfrm>
              <a:off x="1691140" y="3642869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91" name="Google Shape;8091;p57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8092" name="Google Shape;8092;p57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3" name="Google Shape;8093;p57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4" name="Google Shape;8094;p57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5" name="Google Shape;8095;p57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6" name="Google Shape;8096;p57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7" name="Google Shape;8097;p57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8" name="Google Shape;8098;p57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9" name="Google Shape;8099;p57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0" name="Google Shape;8100;p57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1" name="Google Shape;8101;p57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rect l="l" t="t" r="r" b="b"/>
                <a:pathLst>
                  <a:path w="7078" h="3488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2" name="Google Shape;8102;p57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3" name="Google Shape;8103;p57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4" name="Google Shape;8104;p57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5" name="Google Shape;8105;p57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6" name="Google Shape;8106;p57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7" name="Google Shape;8107;p57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8" name="Google Shape;8108;p57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9" name="Google Shape;8109;p57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rect l="l" t="t" r="r" b="b"/>
                <a:pathLst>
                  <a:path w="7081" h="3488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0" name="Google Shape;8110;p57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1" name="Google Shape;8111;p57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112" name="Google Shape;8112;p57"/>
            <p:cNvSpPr/>
            <p:nvPr/>
          </p:nvSpPr>
          <p:spPr>
            <a:xfrm>
              <a:off x="2008060" y="4212384"/>
              <a:ext cx="24537" cy="23585"/>
            </a:xfrm>
            <a:custGeom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3" name="Google Shape;8113;p57"/>
            <p:cNvSpPr/>
            <p:nvPr/>
          </p:nvSpPr>
          <p:spPr>
            <a:xfrm>
              <a:off x="1545645" y="404973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4" name="Google Shape;8114;p57"/>
            <p:cNvSpPr/>
            <p:nvPr/>
          </p:nvSpPr>
          <p:spPr>
            <a:xfrm>
              <a:off x="1231521" y="3947489"/>
              <a:ext cx="24524" cy="23576"/>
            </a:xfrm>
            <a:custGeom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5" name="Google Shape;8115;p57"/>
            <p:cNvSpPr/>
            <p:nvPr/>
          </p:nvSpPr>
          <p:spPr>
            <a:xfrm>
              <a:off x="834100" y="40467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6" name="Google Shape;8116;p57"/>
            <p:cNvSpPr/>
            <p:nvPr/>
          </p:nvSpPr>
          <p:spPr>
            <a:xfrm>
              <a:off x="834100" y="384965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7" name="Google Shape;8117;p57"/>
            <p:cNvSpPr/>
            <p:nvPr/>
          </p:nvSpPr>
          <p:spPr>
            <a:xfrm>
              <a:off x="1668053" y="3947489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8" name="Google Shape;8118;p57"/>
            <p:cNvSpPr/>
            <p:nvPr/>
          </p:nvSpPr>
          <p:spPr>
            <a:xfrm>
              <a:off x="889649" y="3678195"/>
              <a:ext cx="23589" cy="23576"/>
            </a:xfrm>
            <a:custGeom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9" name="Google Shape;8119;p57"/>
            <p:cNvSpPr/>
            <p:nvPr/>
          </p:nvSpPr>
          <p:spPr>
            <a:xfrm>
              <a:off x="1357708" y="3848642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0" name="Google Shape;8120;p57"/>
            <p:cNvSpPr/>
            <p:nvPr/>
          </p:nvSpPr>
          <p:spPr>
            <a:xfrm>
              <a:off x="1357708" y="4049730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1" name="Google Shape;8121;p57"/>
            <p:cNvSpPr/>
            <p:nvPr/>
          </p:nvSpPr>
          <p:spPr>
            <a:xfrm>
              <a:off x="889649" y="4212384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2" name="Google Shape;8122;p57"/>
            <p:cNvSpPr/>
            <p:nvPr/>
          </p:nvSpPr>
          <p:spPr>
            <a:xfrm>
              <a:off x="2008060" y="3678195"/>
              <a:ext cx="24537" cy="23576"/>
            </a:xfrm>
            <a:custGeom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3" name="Google Shape;8123;p57"/>
            <p:cNvSpPr/>
            <p:nvPr/>
          </p:nvSpPr>
          <p:spPr>
            <a:xfrm>
              <a:off x="1548251" y="38486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4" name="Google Shape;8124;p57"/>
            <p:cNvSpPr/>
            <p:nvPr/>
          </p:nvSpPr>
          <p:spPr>
            <a:xfrm>
              <a:off x="2069063" y="3847033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5" name="Google Shape;8125;p57"/>
            <p:cNvSpPr/>
            <p:nvPr/>
          </p:nvSpPr>
          <p:spPr>
            <a:xfrm>
              <a:off x="2069063" y="404687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26" name="Google Shape;8126;p57"/>
          <p:cNvGrpSpPr/>
          <p:nvPr/>
        </p:nvGrpSpPr>
        <p:grpSpPr>
          <a:xfrm rot="5400000">
            <a:off x="5951337" y="3228841"/>
            <a:ext cx="164064" cy="1414916"/>
            <a:chOff x="4428249" y="1369375"/>
            <a:chExt cx="36905" cy="429569"/>
          </a:xfrm>
        </p:grpSpPr>
        <p:sp>
          <p:nvSpPr>
            <p:cNvPr id="8127" name="Google Shape;8127;p57"/>
            <p:cNvSpPr/>
            <p:nvPr/>
          </p:nvSpPr>
          <p:spPr>
            <a:xfrm>
              <a:off x="4428249" y="1369375"/>
              <a:ext cx="2375" cy="429104"/>
            </a:xfrm>
            <a:custGeom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8" name="Google Shape;8128;p57"/>
            <p:cNvSpPr/>
            <p:nvPr/>
          </p:nvSpPr>
          <p:spPr>
            <a:xfrm>
              <a:off x="4428354" y="1369375"/>
              <a:ext cx="36800" cy="2200"/>
            </a:xfrm>
            <a:custGeom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9" name="Google Shape;8129;p57"/>
            <p:cNvSpPr/>
            <p:nvPr/>
          </p:nvSpPr>
          <p:spPr>
            <a:xfrm>
              <a:off x="4428704" y="1383625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0" name="Google Shape;8130;p57"/>
            <p:cNvSpPr/>
            <p:nvPr/>
          </p:nvSpPr>
          <p:spPr>
            <a:xfrm>
              <a:off x="4428704" y="139787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1" name="Google Shape;8131;p57"/>
            <p:cNvSpPr/>
            <p:nvPr/>
          </p:nvSpPr>
          <p:spPr>
            <a:xfrm>
              <a:off x="4428704" y="1412125"/>
              <a:ext cx="36100" cy="2175"/>
            </a:xfrm>
            <a:custGeom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2" name="Google Shape;8132;p57"/>
            <p:cNvSpPr/>
            <p:nvPr/>
          </p:nvSpPr>
          <p:spPr>
            <a:xfrm>
              <a:off x="4428354" y="1426350"/>
              <a:ext cx="18050" cy="2200"/>
            </a:xfrm>
            <a:custGeom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3" name="Google Shape;8133;p57"/>
            <p:cNvSpPr/>
            <p:nvPr/>
          </p:nvSpPr>
          <p:spPr>
            <a:xfrm>
              <a:off x="4428704" y="14406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4" name="Google Shape;8134;p57"/>
            <p:cNvSpPr/>
            <p:nvPr/>
          </p:nvSpPr>
          <p:spPr>
            <a:xfrm>
              <a:off x="4428704" y="1454850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5" name="Google Shape;8135;p57"/>
            <p:cNvSpPr/>
            <p:nvPr/>
          </p:nvSpPr>
          <p:spPr>
            <a:xfrm>
              <a:off x="4428354" y="1469100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6" name="Google Shape;8136;p57"/>
            <p:cNvSpPr/>
            <p:nvPr/>
          </p:nvSpPr>
          <p:spPr>
            <a:xfrm>
              <a:off x="4428354" y="1483350"/>
              <a:ext cx="18050" cy="2350"/>
            </a:xfrm>
            <a:custGeom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7" name="Google Shape;8137;p57"/>
            <p:cNvSpPr/>
            <p:nvPr/>
          </p:nvSpPr>
          <p:spPr>
            <a:xfrm>
              <a:off x="4428704" y="149757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8" name="Google Shape;8138;p57"/>
            <p:cNvSpPr/>
            <p:nvPr/>
          </p:nvSpPr>
          <p:spPr>
            <a:xfrm>
              <a:off x="4428704" y="151182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9" name="Google Shape;8139;p57"/>
            <p:cNvSpPr/>
            <p:nvPr/>
          </p:nvSpPr>
          <p:spPr>
            <a:xfrm>
              <a:off x="4428354" y="152607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0" name="Google Shape;8140;p57"/>
            <p:cNvSpPr/>
            <p:nvPr/>
          </p:nvSpPr>
          <p:spPr>
            <a:xfrm>
              <a:off x="4428704" y="15403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1" name="Google Shape;8141;p57"/>
            <p:cNvSpPr/>
            <p:nvPr/>
          </p:nvSpPr>
          <p:spPr>
            <a:xfrm>
              <a:off x="4428704" y="155455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2" name="Google Shape;8142;p57"/>
            <p:cNvSpPr/>
            <p:nvPr/>
          </p:nvSpPr>
          <p:spPr>
            <a:xfrm>
              <a:off x="4428704" y="15688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3" name="Google Shape;8143;p57"/>
            <p:cNvSpPr/>
            <p:nvPr/>
          </p:nvSpPr>
          <p:spPr>
            <a:xfrm>
              <a:off x="4428354" y="1583050"/>
              <a:ext cx="36800" cy="2375"/>
            </a:xfrm>
            <a:custGeom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4" name="Google Shape;8144;p57"/>
            <p:cNvSpPr/>
            <p:nvPr/>
          </p:nvSpPr>
          <p:spPr>
            <a:xfrm>
              <a:off x="4428704" y="15973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5" name="Google Shape;8145;p57"/>
            <p:cNvSpPr/>
            <p:nvPr/>
          </p:nvSpPr>
          <p:spPr>
            <a:xfrm>
              <a:off x="4428704" y="1611550"/>
              <a:ext cx="17350" cy="2350"/>
            </a:xfrm>
            <a:custGeom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6" name="Google Shape;8146;p57"/>
            <p:cNvSpPr/>
            <p:nvPr/>
          </p:nvSpPr>
          <p:spPr>
            <a:xfrm>
              <a:off x="4428704" y="1625775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7" name="Google Shape;8147;p57"/>
            <p:cNvSpPr/>
            <p:nvPr/>
          </p:nvSpPr>
          <p:spPr>
            <a:xfrm>
              <a:off x="4428354" y="164002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8" name="Google Shape;8148;p57"/>
            <p:cNvSpPr/>
            <p:nvPr/>
          </p:nvSpPr>
          <p:spPr>
            <a:xfrm>
              <a:off x="4428704" y="16542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9" name="Google Shape;8149;p57"/>
            <p:cNvSpPr/>
            <p:nvPr/>
          </p:nvSpPr>
          <p:spPr>
            <a:xfrm>
              <a:off x="4428704" y="16685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0" name="Google Shape;8150;p57"/>
            <p:cNvSpPr/>
            <p:nvPr/>
          </p:nvSpPr>
          <p:spPr>
            <a:xfrm>
              <a:off x="4428704" y="1682950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1" name="Google Shape;8151;p57"/>
            <p:cNvSpPr/>
            <p:nvPr/>
          </p:nvSpPr>
          <p:spPr>
            <a:xfrm>
              <a:off x="4428354" y="1697200"/>
              <a:ext cx="18050" cy="2175"/>
            </a:xfrm>
            <a:custGeom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2" name="Google Shape;8152;p57"/>
            <p:cNvSpPr/>
            <p:nvPr/>
          </p:nvSpPr>
          <p:spPr>
            <a:xfrm>
              <a:off x="4428704" y="171142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3" name="Google Shape;8153;p57"/>
            <p:cNvSpPr/>
            <p:nvPr/>
          </p:nvSpPr>
          <p:spPr>
            <a:xfrm>
              <a:off x="4428704" y="17256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4" name="Google Shape;8154;p57"/>
            <p:cNvSpPr/>
            <p:nvPr/>
          </p:nvSpPr>
          <p:spPr>
            <a:xfrm>
              <a:off x="4428704" y="173992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5" name="Google Shape;8155;p57"/>
            <p:cNvSpPr/>
            <p:nvPr/>
          </p:nvSpPr>
          <p:spPr>
            <a:xfrm>
              <a:off x="4428354" y="1754175"/>
              <a:ext cx="36800" cy="2175"/>
            </a:xfrm>
            <a:custGeom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6" name="Google Shape;8156;p57"/>
            <p:cNvSpPr/>
            <p:nvPr/>
          </p:nvSpPr>
          <p:spPr>
            <a:xfrm>
              <a:off x="4428704" y="17684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7" name="Google Shape;8157;p57"/>
            <p:cNvSpPr/>
            <p:nvPr/>
          </p:nvSpPr>
          <p:spPr>
            <a:xfrm>
              <a:off x="4428704" y="178265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8" name="Google Shape;8158;p57"/>
            <p:cNvSpPr/>
            <p:nvPr/>
          </p:nvSpPr>
          <p:spPr>
            <a:xfrm>
              <a:off x="4428542" y="1796744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59" name="Google Shape;8159;p57"/>
          <p:cNvGrpSpPr/>
          <p:nvPr/>
        </p:nvGrpSpPr>
        <p:grpSpPr>
          <a:xfrm rot="10800000" flipH="1">
            <a:off x="5323766" y="2817385"/>
            <a:ext cx="1419207" cy="24808"/>
            <a:chOff x="219558" y="4738465"/>
            <a:chExt cx="5852400" cy="102300"/>
          </a:xfrm>
        </p:grpSpPr>
        <p:cxnSp>
          <p:nvCxnSpPr>
            <p:cNvPr id="8160" name="Google Shape;8160;p57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8161" name="Google Shape;8161;p57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2" name="Google Shape;8162;p57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3" name="Google Shape;8163;p57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4" name="Google Shape;8164;p57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5" name="Google Shape;8165;p57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66" name="Google Shape;8166;p57"/>
          <p:cNvGrpSpPr/>
          <p:nvPr/>
        </p:nvGrpSpPr>
        <p:grpSpPr>
          <a:xfrm>
            <a:off x="5335084" y="3190448"/>
            <a:ext cx="1396570" cy="385016"/>
            <a:chOff x="5286284" y="2966544"/>
            <a:chExt cx="1396570" cy="385016"/>
          </a:xfrm>
        </p:grpSpPr>
        <p:cxnSp>
          <p:nvCxnSpPr>
            <p:cNvPr id="8167" name="Google Shape;8167;p57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8168" name="Google Shape;8168;p57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8169" name="Google Shape;8169;p57"/>
            <p:cNvGrpSpPr/>
            <p:nvPr/>
          </p:nvGrpSpPr>
          <p:grpSpPr>
            <a:xfrm>
              <a:off x="5287688" y="3173364"/>
              <a:ext cx="1395166" cy="74015"/>
              <a:chOff x="5287688" y="3173364"/>
              <a:chExt cx="1395166" cy="74015"/>
            </a:xfrm>
          </p:grpSpPr>
          <p:cxnSp>
            <p:nvCxnSpPr>
              <p:cNvPr id="8170" name="Google Shape;8170;p57"/>
              <p:cNvCxnSpPr/>
              <p:nvPr/>
            </p:nvCxnSpPr>
            <p:spPr>
              <a:xfrm flipH="1"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1" name="Google Shape;8171;p57"/>
              <p:cNvCxnSpPr/>
              <p:nvPr/>
            </p:nvCxnSpPr>
            <p:spPr>
              <a:xfrm>
                <a:off x="5287688" y="3210371"/>
                <a:ext cx="1394835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2" name="Google Shape;8172;p57"/>
              <p:cNvCxnSpPr/>
              <p:nvPr/>
            </p:nvCxnSpPr>
            <p:spPr>
              <a:xfrm flipH="1">
                <a:off x="5518476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3" name="Google Shape;8173;p57"/>
              <p:cNvCxnSpPr/>
              <p:nvPr/>
            </p:nvCxnSpPr>
            <p:spPr>
              <a:xfrm flipH="1">
                <a:off x="5287935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4" name="Google Shape;8174;p57"/>
              <p:cNvCxnSpPr/>
              <p:nvPr/>
            </p:nvCxnSpPr>
            <p:spPr>
              <a:xfrm flipH="1">
                <a:off x="5751239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5" name="Google Shape;8175;p57"/>
              <p:cNvCxnSpPr/>
              <p:nvPr/>
            </p:nvCxnSpPr>
            <p:spPr>
              <a:xfrm flipH="1">
                <a:off x="5982252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6" name="Google Shape;8176;p57"/>
              <p:cNvCxnSpPr/>
              <p:nvPr/>
            </p:nvCxnSpPr>
            <p:spPr>
              <a:xfrm flipH="1">
                <a:off x="621618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7" name="Google Shape;8177;p57"/>
              <p:cNvCxnSpPr/>
              <p:nvPr/>
            </p:nvCxnSpPr>
            <p:spPr>
              <a:xfrm flipH="1">
                <a:off x="644953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78" name="Google Shape;8178;p57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8179" name="Google Shape;8179;p57"/>
          <p:cNvGrpSpPr/>
          <p:nvPr/>
        </p:nvGrpSpPr>
        <p:grpSpPr>
          <a:xfrm>
            <a:off x="2021150" y="1609224"/>
            <a:ext cx="1182276" cy="662027"/>
            <a:chOff x="2029517" y="1732295"/>
            <a:chExt cx="1149068" cy="643432"/>
          </a:xfrm>
        </p:grpSpPr>
        <p:grpSp>
          <p:nvGrpSpPr>
            <p:cNvPr id="8180" name="Google Shape;8180;p57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8181" name="Google Shape;8181;p57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8182" name="Google Shape;8182;p57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3" name="Google Shape;8183;p57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84" name="Google Shape;8184;p57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8185" name="Google Shape;8185;p57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6" name="Google Shape;8186;p57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187" name="Google Shape;8187;p57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8188" name="Google Shape;8188;p57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8189" name="Google Shape;8189;p57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8190" name="Google Shape;8190;p57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1" name="Google Shape;8191;p57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192" name="Google Shape;8192;p57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8193" name="Google Shape;8193;p57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4" name="Google Shape;8194;p57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195" name="Google Shape;8195;p57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8196" name="Google Shape;8196;p57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197" name="Google Shape;8197;p57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8198" name="Google Shape;8198;p57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9" name="Google Shape;8199;p57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rect l="l" t="t" r="r" b="b"/>
                    <a:pathLst>
                      <a:path w="15344" h="14872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00" name="Google Shape;8200;p57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8201" name="Google Shape;8201;p57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202" name="Google Shape;8202;p57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rect l="l" t="t" r="r" b="b"/>
                    <a:pathLst>
                      <a:path w="15346" h="14872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8203" name="Google Shape;8203;p57"/>
          <p:cNvGrpSpPr/>
          <p:nvPr/>
        </p:nvGrpSpPr>
        <p:grpSpPr>
          <a:xfrm>
            <a:off x="706399" y="1556837"/>
            <a:ext cx="962651" cy="810058"/>
            <a:chOff x="732462" y="1766083"/>
            <a:chExt cx="962651" cy="810058"/>
          </a:xfrm>
        </p:grpSpPr>
        <p:grpSp>
          <p:nvGrpSpPr>
            <p:cNvPr id="8204" name="Google Shape;8204;p57"/>
            <p:cNvGrpSpPr/>
            <p:nvPr/>
          </p:nvGrpSpPr>
          <p:grpSpPr>
            <a:xfrm>
              <a:off x="732462" y="1908333"/>
              <a:ext cx="339364" cy="524749"/>
              <a:chOff x="844912" y="1819635"/>
              <a:chExt cx="329831" cy="510010"/>
            </a:xfrm>
          </p:grpSpPr>
          <p:sp>
            <p:nvSpPr>
              <p:cNvPr id="8205" name="Google Shape;8205;p57"/>
              <p:cNvSpPr/>
              <p:nvPr/>
            </p:nvSpPr>
            <p:spPr>
              <a:xfrm>
                <a:off x="844912" y="2015566"/>
                <a:ext cx="118261" cy="118455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6" name="Google Shape;8206;p57"/>
              <p:cNvSpPr/>
              <p:nvPr/>
            </p:nvSpPr>
            <p:spPr>
              <a:xfrm>
                <a:off x="1013654" y="2074499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7" name="Google Shape;8207;p57"/>
              <p:cNvSpPr/>
              <p:nvPr/>
            </p:nvSpPr>
            <p:spPr>
              <a:xfrm>
                <a:off x="1013654" y="1836607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8" name="Google Shape;8208;p57"/>
              <p:cNvSpPr/>
              <p:nvPr/>
            </p:nvSpPr>
            <p:spPr>
              <a:xfrm>
                <a:off x="1004031" y="2056625"/>
                <a:ext cx="35952" cy="35952"/>
              </a:xfrm>
              <a:custGeom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9" name="Google Shape;8209;p57"/>
              <p:cNvSpPr/>
              <p:nvPr/>
            </p:nvSpPr>
            <p:spPr>
              <a:xfrm>
                <a:off x="1149398" y="2295742"/>
                <a:ext cx="25346" cy="33902"/>
              </a:xfrm>
              <a:custGeom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10" name="Google Shape;8210;p57"/>
              <p:cNvSpPr/>
              <p:nvPr/>
            </p:nvSpPr>
            <p:spPr>
              <a:xfrm>
                <a:off x="1149398" y="1819635"/>
                <a:ext cx="25346" cy="34026"/>
              </a:xfrm>
              <a:custGeom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11" name="Google Shape;8211;p57"/>
            <p:cNvGrpSpPr/>
            <p:nvPr/>
          </p:nvGrpSpPr>
          <p:grpSpPr>
            <a:xfrm>
              <a:off x="1184858" y="2256650"/>
              <a:ext cx="510255" cy="319491"/>
              <a:chOff x="1284601" y="2158168"/>
              <a:chExt cx="495923" cy="310517"/>
            </a:xfrm>
          </p:grpSpPr>
          <p:sp>
            <p:nvSpPr>
              <p:cNvPr id="8212" name="Google Shape;8212;p57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13" name="Google Shape;8213;p57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8214" name="Google Shape;8214;p57"/>
                <p:cNvGrpSpPr/>
                <p:nvPr/>
              </p:nvGrpSpPr>
              <p:grpSpPr>
                <a:xfrm>
                  <a:off x="1507666" y="2176104"/>
                  <a:ext cx="166390" cy="273143"/>
                  <a:chOff x="1507666" y="2176104"/>
                  <a:chExt cx="166390" cy="273143"/>
                </a:xfrm>
              </p:grpSpPr>
              <p:sp>
                <p:nvSpPr>
                  <p:cNvPr id="8215" name="Google Shape;8215;p57"/>
                  <p:cNvSpPr/>
                  <p:nvPr/>
                </p:nvSpPr>
                <p:spPr>
                  <a:xfrm>
                    <a:off x="1512966" y="2312791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6" name="Google Shape;8216;p57"/>
                  <p:cNvSpPr/>
                  <p:nvPr/>
                </p:nvSpPr>
                <p:spPr>
                  <a:xfrm>
                    <a:off x="1588205" y="2193153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7" name="Google Shape;8217;p57"/>
                  <p:cNvSpPr/>
                  <p:nvPr/>
                </p:nvSpPr>
                <p:spPr>
                  <a:xfrm>
                    <a:off x="1588205" y="2378202"/>
                    <a:ext cx="72887" cy="54031"/>
                  </a:xfrm>
                  <a:custGeom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8" name="Google Shape;8218;p57"/>
                  <p:cNvSpPr/>
                  <p:nvPr/>
                </p:nvSpPr>
                <p:spPr>
                  <a:xfrm>
                    <a:off x="1512966" y="2246980"/>
                    <a:ext cx="75437" cy="65808"/>
                  </a:xfrm>
                  <a:custGeom>
                    <a:rect l="l" t="t" r="r" b="b"/>
                    <a:pathLst>
                      <a:path w="12809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9" name="Google Shape;8219;p57"/>
                  <p:cNvSpPr/>
                  <p:nvPr/>
                </p:nvSpPr>
                <p:spPr>
                  <a:xfrm>
                    <a:off x="1507666" y="2294782"/>
                    <a:ext cx="37919" cy="35816"/>
                  </a:xfrm>
                  <a:custGeom>
                    <a:rect l="l" t="t" r="r" b="b"/>
                    <a:pathLst>
                      <a:path w="6438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0" name="Google Shape;8220;p57"/>
                  <p:cNvSpPr/>
                  <p:nvPr/>
                </p:nvSpPr>
                <p:spPr>
                  <a:xfrm>
                    <a:off x="1648710" y="2415180"/>
                    <a:ext cx="25346" cy="34067"/>
                  </a:xfrm>
                  <a:custGeom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1" name="Google Shape;8221;p57"/>
                  <p:cNvSpPr/>
                  <p:nvPr/>
                </p:nvSpPr>
                <p:spPr>
                  <a:xfrm>
                    <a:off x="1648710" y="2176104"/>
                    <a:ext cx="25346" cy="34097"/>
                  </a:xfrm>
                  <a:custGeom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22" name="Google Shape;8222;p57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23" name="Google Shape;8223;p57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24" name="Google Shape;8224;p57"/>
            <p:cNvGrpSpPr/>
            <p:nvPr/>
          </p:nvGrpSpPr>
          <p:grpSpPr>
            <a:xfrm>
              <a:off x="1184858" y="1766083"/>
              <a:ext cx="510255" cy="319491"/>
              <a:chOff x="1284601" y="1681380"/>
              <a:chExt cx="495923" cy="310517"/>
            </a:xfrm>
          </p:grpSpPr>
          <p:sp>
            <p:nvSpPr>
              <p:cNvPr id="8225" name="Google Shape;8225;p57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26" name="Google Shape;8226;p57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8227" name="Google Shape;8227;p57"/>
                <p:cNvGrpSpPr/>
                <p:nvPr/>
              </p:nvGrpSpPr>
              <p:grpSpPr>
                <a:xfrm>
                  <a:off x="1507666" y="1700120"/>
                  <a:ext cx="166390" cy="272978"/>
                  <a:chOff x="1507666" y="1700120"/>
                  <a:chExt cx="166390" cy="272978"/>
                </a:xfrm>
              </p:grpSpPr>
              <p:sp>
                <p:nvSpPr>
                  <p:cNvPr id="8228" name="Google Shape;8228;p57"/>
                  <p:cNvSpPr/>
                  <p:nvPr/>
                </p:nvSpPr>
                <p:spPr>
                  <a:xfrm>
                    <a:off x="1512966" y="1836607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9" name="Google Shape;8229;p57"/>
                  <p:cNvSpPr/>
                  <p:nvPr/>
                </p:nvSpPr>
                <p:spPr>
                  <a:xfrm>
                    <a:off x="1588205" y="1716969"/>
                    <a:ext cx="72887" cy="54225"/>
                  </a:xfrm>
                  <a:custGeom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0" name="Google Shape;8230;p57"/>
                  <p:cNvSpPr/>
                  <p:nvPr/>
                </p:nvSpPr>
                <p:spPr>
                  <a:xfrm>
                    <a:off x="1588205" y="1902024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1" name="Google Shape;8231;p57"/>
                  <p:cNvSpPr/>
                  <p:nvPr/>
                </p:nvSpPr>
                <p:spPr>
                  <a:xfrm>
                    <a:off x="1512966" y="1770990"/>
                    <a:ext cx="75437" cy="65620"/>
                  </a:xfrm>
                  <a:custGeom>
                    <a:rect l="l" t="t" r="r" b="b"/>
                    <a:pathLst>
                      <a:path w="12809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2" name="Google Shape;8232;p57"/>
                  <p:cNvSpPr/>
                  <p:nvPr/>
                </p:nvSpPr>
                <p:spPr>
                  <a:xfrm>
                    <a:off x="1507666" y="1818598"/>
                    <a:ext cx="37919" cy="36016"/>
                  </a:xfrm>
                  <a:custGeom>
                    <a:rect l="l" t="t" r="r" b="b"/>
                    <a:pathLst>
                      <a:path w="6438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3" name="Google Shape;8233;p57"/>
                  <p:cNvSpPr/>
                  <p:nvPr/>
                </p:nvSpPr>
                <p:spPr>
                  <a:xfrm>
                    <a:off x="1648710" y="1939072"/>
                    <a:ext cx="25346" cy="34026"/>
                  </a:xfrm>
                  <a:custGeom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4" name="Google Shape;8234;p57"/>
                  <p:cNvSpPr/>
                  <p:nvPr/>
                </p:nvSpPr>
                <p:spPr>
                  <a:xfrm>
                    <a:off x="1648710" y="1700120"/>
                    <a:ext cx="25346" cy="33902"/>
                  </a:xfrm>
                  <a:custGeom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35" name="Google Shape;8235;p57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36" name="Google Shape;8236;p57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237" name="Google Shape;8237;p57"/>
          <p:cNvGrpSpPr/>
          <p:nvPr/>
        </p:nvGrpSpPr>
        <p:grpSpPr>
          <a:xfrm>
            <a:off x="6815339" y="2324267"/>
            <a:ext cx="1622269" cy="552443"/>
            <a:chOff x="6894650" y="2574740"/>
            <a:chExt cx="1445100" cy="492111"/>
          </a:xfrm>
        </p:grpSpPr>
        <p:sp>
          <p:nvSpPr>
            <p:cNvPr id="8238" name="Google Shape;8238;p57"/>
            <p:cNvSpPr/>
            <p:nvPr/>
          </p:nvSpPr>
          <p:spPr>
            <a:xfrm>
              <a:off x="7151862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39" name="Google Shape;8239;p57"/>
            <p:cNvSpPr/>
            <p:nvPr/>
          </p:nvSpPr>
          <p:spPr>
            <a:xfrm>
              <a:off x="7664213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0" name="Google Shape;8240;p57"/>
            <p:cNvSpPr/>
            <p:nvPr/>
          </p:nvSpPr>
          <p:spPr>
            <a:xfrm>
              <a:off x="6895687" y="2575804"/>
              <a:ext cx="420489" cy="212471"/>
            </a:xfrm>
            <a:custGeom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1" name="Google Shape;8241;p57"/>
            <p:cNvSpPr/>
            <p:nvPr/>
          </p:nvSpPr>
          <p:spPr>
            <a:xfrm>
              <a:off x="739953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2" name="Google Shape;8242;p57"/>
            <p:cNvSpPr/>
            <p:nvPr/>
          </p:nvSpPr>
          <p:spPr>
            <a:xfrm>
              <a:off x="791188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8243" name="Google Shape;8243;p57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44" name="Google Shape;8244;p57"/>
          <p:cNvGrpSpPr/>
          <p:nvPr/>
        </p:nvGrpSpPr>
        <p:grpSpPr>
          <a:xfrm>
            <a:off x="6834859" y="3698386"/>
            <a:ext cx="1583229" cy="475842"/>
            <a:chOff x="6953899" y="3907783"/>
            <a:chExt cx="1377320" cy="475842"/>
          </a:xfrm>
        </p:grpSpPr>
        <p:cxnSp>
          <p:nvCxnSpPr>
            <p:cNvPr id="8245" name="Google Shape;8245;p57"/>
            <p:cNvCxnSpPr/>
            <p:nvPr/>
          </p:nvCxnSpPr>
          <p:spPr>
            <a:xfrm rot="10800000" flipH="1">
              <a:off x="7118546" y="4100552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6" name="Google Shape;8246;p57"/>
            <p:cNvCxnSpPr/>
            <p:nvPr/>
          </p:nvCxnSpPr>
          <p:spPr>
            <a:xfrm flipH="1"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7" name="Google Shape;8247;p57"/>
            <p:cNvCxnSpPr/>
            <p:nvPr/>
          </p:nvCxnSpPr>
          <p:spPr>
            <a:xfrm rot="10800000" flipH="1">
              <a:off x="7848574" y="3907783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8" name="Google Shape;8248;p57"/>
            <p:cNvCxnSpPr/>
            <p:nvPr/>
          </p:nvCxnSpPr>
          <p:spPr>
            <a:xfrm flipH="1">
              <a:off x="8218032" y="3997243"/>
              <a:ext cx="0" cy="197219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9" name="Google Shape;8249;p57"/>
            <p:cNvCxnSpPr/>
            <p:nvPr/>
          </p:nvCxnSpPr>
          <p:spPr>
            <a:xfrm flipH="1">
              <a:off x="6953899" y="3961822"/>
              <a:ext cx="1377320" cy="376718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50" name="Google Shape;8250;p57"/>
          <p:cNvGrpSpPr/>
          <p:nvPr/>
        </p:nvGrpSpPr>
        <p:grpSpPr>
          <a:xfrm>
            <a:off x="2338470" y="2459668"/>
            <a:ext cx="836286" cy="824529"/>
            <a:chOff x="2389399" y="2595741"/>
            <a:chExt cx="812796" cy="801369"/>
          </a:xfrm>
        </p:grpSpPr>
        <p:grpSp>
          <p:nvGrpSpPr>
            <p:cNvPr id="8251" name="Google Shape;8251;p57"/>
            <p:cNvGrpSpPr/>
            <p:nvPr/>
          </p:nvGrpSpPr>
          <p:grpSpPr>
            <a:xfrm>
              <a:off x="2492145" y="2881565"/>
              <a:ext cx="607243" cy="229690"/>
              <a:chOff x="2492145" y="2881565"/>
              <a:chExt cx="607243" cy="229690"/>
            </a:xfrm>
          </p:grpSpPr>
          <p:sp>
            <p:nvSpPr>
              <p:cNvPr id="8252" name="Google Shape;8252;p57"/>
              <p:cNvSpPr/>
              <p:nvPr/>
            </p:nvSpPr>
            <p:spPr>
              <a:xfrm>
                <a:off x="2530550" y="2913581"/>
                <a:ext cx="530449" cy="165654"/>
              </a:xfrm>
              <a:custGeom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3" name="Google Shape;8253;p57"/>
              <p:cNvSpPr/>
              <p:nvPr/>
            </p:nvSpPr>
            <p:spPr>
              <a:xfrm>
                <a:off x="2886492" y="2881565"/>
                <a:ext cx="212896" cy="229690"/>
              </a:xfrm>
              <a:custGeom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4" name="Google Shape;8254;p57"/>
              <p:cNvSpPr/>
              <p:nvPr/>
            </p:nvSpPr>
            <p:spPr>
              <a:xfrm>
                <a:off x="2492145" y="2881565"/>
                <a:ext cx="212878" cy="229690"/>
              </a:xfrm>
              <a:custGeom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55" name="Google Shape;8255;p57"/>
            <p:cNvGrpSpPr/>
            <p:nvPr/>
          </p:nvGrpSpPr>
          <p:grpSpPr>
            <a:xfrm>
              <a:off x="2389399" y="2595741"/>
              <a:ext cx="812737" cy="296821"/>
              <a:chOff x="2389399" y="2595741"/>
              <a:chExt cx="812737" cy="296821"/>
            </a:xfrm>
          </p:grpSpPr>
          <p:grpSp>
            <p:nvGrpSpPr>
              <p:cNvPr id="8256" name="Google Shape;8256;p57"/>
              <p:cNvGrpSpPr/>
              <p:nvPr/>
            </p:nvGrpSpPr>
            <p:grpSpPr>
              <a:xfrm>
                <a:off x="2389399" y="2595741"/>
                <a:ext cx="363634" cy="296821"/>
                <a:chOff x="2389399" y="2595741"/>
                <a:chExt cx="363634" cy="296821"/>
              </a:xfrm>
            </p:grpSpPr>
            <p:grpSp>
              <p:nvGrpSpPr>
                <p:cNvPr id="8257" name="Google Shape;8257;p57"/>
                <p:cNvGrpSpPr/>
                <p:nvPr/>
              </p:nvGrpSpPr>
              <p:grpSpPr>
                <a:xfrm>
                  <a:off x="2493852" y="2794333"/>
                  <a:ext cx="259181" cy="98228"/>
                  <a:chOff x="2493852" y="2794333"/>
                  <a:chExt cx="259181" cy="98228"/>
                </a:xfrm>
              </p:grpSpPr>
              <p:sp>
                <p:nvSpPr>
                  <p:cNvPr id="8258" name="Google Shape;8258;p57"/>
                  <p:cNvSpPr/>
                  <p:nvPr/>
                </p:nvSpPr>
                <p:spPr>
                  <a:xfrm>
                    <a:off x="2500419" y="2800896"/>
                    <a:ext cx="246071" cy="85100"/>
                  </a:xfrm>
                  <a:custGeom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59" name="Google Shape;8259;p57"/>
                  <p:cNvSpPr/>
                  <p:nvPr/>
                </p:nvSpPr>
                <p:spPr>
                  <a:xfrm>
                    <a:off x="2493852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0" name="Google Shape;8260;p57"/>
                  <p:cNvSpPr/>
                  <p:nvPr/>
                </p:nvSpPr>
                <p:spPr>
                  <a:xfrm>
                    <a:off x="2737686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1" name="Google Shape;8261;p57"/>
                <p:cNvGrpSpPr/>
                <p:nvPr/>
              </p:nvGrpSpPr>
              <p:grpSpPr>
                <a:xfrm>
                  <a:off x="2389399" y="2595741"/>
                  <a:ext cx="224284" cy="182006"/>
                  <a:chOff x="2389399" y="2595741"/>
                  <a:chExt cx="224284" cy="182006"/>
                </a:xfrm>
              </p:grpSpPr>
              <p:sp>
                <p:nvSpPr>
                  <p:cNvPr id="8262" name="Google Shape;8262;p57"/>
                  <p:cNvSpPr/>
                  <p:nvPr/>
                </p:nvSpPr>
                <p:spPr>
                  <a:xfrm>
                    <a:off x="2389399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3" name="Google Shape;8263;p57"/>
                  <p:cNvSpPr/>
                  <p:nvPr/>
                </p:nvSpPr>
                <p:spPr>
                  <a:xfrm>
                    <a:off x="2430284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64" name="Google Shape;8264;p57"/>
              <p:cNvGrpSpPr/>
              <p:nvPr/>
            </p:nvGrpSpPr>
            <p:grpSpPr>
              <a:xfrm>
                <a:off x="2683630" y="2595741"/>
                <a:ext cx="224274" cy="296821"/>
                <a:chOff x="2683630" y="2595741"/>
                <a:chExt cx="224274" cy="296821"/>
              </a:xfrm>
            </p:grpSpPr>
            <p:grpSp>
              <p:nvGrpSpPr>
                <p:cNvPr id="8265" name="Google Shape;8265;p57"/>
                <p:cNvGrpSpPr/>
                <p:nvPr/>
              </p:nvGrpSpPr>
              <p:grpSpPr>
                <a:xfrm>
                  <a:off x="2788083" y="2794333"/>
                  <a:ext cx="15352" cy="98228"/>
                  <a:chOff x="2788083" y="2794333"/>
                  <a:chExt cx="15352" cy="98228"/>
                </a:xfrm>
              </p:grpSpPr>
              <p:sp>
                <p:nvSpPr>
                  <p:cNvPr id="8266" name="Google Shape;8266;p57"/>
                  <p:cNvSpPr/>
                  <p:nvPr/>
                </p:nvSpPr>
                <p:spPr>
                  <a:xfrm>
                    <a:off x="2794655" y="2800905"/>
                    <a:ext cx="2212" cy="85091"/>
                  </a:xfrm>
                  <a:custGeom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7" name="Google Shape;8267;p57"/>
                  <p:cNvSpPr/>
                  <p:nvPr/>
                </p:nvSpPr>
                <p:spPr>
                  <a:xfrm>
                    <a:off x="2788083" y="2794333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8" name="Google Shape;8268;p57"/>
                  <p:cNvSpPr/>
                  <p:nvPr/>
                </p:nvSpPr>
                <p:spPr>
                  <a:xfrm>
                    <a:off x="2788083" y="2877210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9" name="Google Shape;8269;p57"/>
                <p:cNvGrpSpPr/>
                <p:nvPr/>
              </p:nvGrpSpPr>
              <p:grpSpPr>
                <a:xfrm>
                  <a:off x="2683630" y="2595741"/>
                  <a:ext cx="224274" cy="182006"/>
                  <a:chOff x="2683630" y="2595741"/>
                  <a:chExt cx="224274" cy="182006"/>
                </a:xfrm>
              </p:grpSpPr>
              <p:sp>
                <p:nvSpPr>
                  <p:cNvPr id="8270" name="Google Shape;8270;p57"/>
                  <p:cNvSpPr/>
                  <p:nvPr/>
                </p:nvSpPr>
                <p:spPr>
                  <a:xfrm>
                    <a:off x="2683630" y="2595741"/>
                    <a:ext cx="224274" cy="182006"/>
                  </a:xfrm>
                  <a:custGeom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1" name="Google Shape;8271;p57"/>
                  <p:cNvSpPr/>
                  <p:nvPr/>
                </p:nvSpPr>
                <p:spPr>
                  <a:xfrm>
                    <a:off x="2724889" y="2686181"/>
                    <a:ext cx="140285" cy="1106"/>
                  </a:xfrm>
                  <a:custGeom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72" name="Google Shape;8272;p57"/>
              <p:cNvGrpSpPr/>
              <p:nvPr/>
            </p:nvGrpSpPr>
            <p:grpSpPr>
              <a:xfrm>
                <a:off x="2838475" y="2595741"/>
                <a:ext cx="363660" cy="296821"/>
                <a:chOff x="2838475" y="2595741"/>
                <a:chExt cx="363660" cy="296821"/>
              </a:xfrm>
            </p:grpSpPr>
            <p:grpSp>
              <p:nvGrpSpPr>
                <p:cNvPr id="8273" name="Google Shape;8273;p57"/>
                <p:cNvGrpSpPr/>
                <p:nvPr/>
              </p:nvGrpSpPr>
              <p:grpSpPr>
                <a:xfrm>
                  <a:off x="2838475" y="2794333"/>
                  <a:ext cx="259181" cy="98228"/>
                  <a:chOff x="2838475" y="2794333"/>
                  <a:chExt cx="259181" cy="98228"/>
                </a:xfrm>
              </p:grpSpPr>
              <p:sp>
                <p:nvSpPr>
                  <p:cNvPr id="8274" name="Google Shape;8274;p57"/>
                  <p:cNvSpPr/>
                  <p:nvPr/>
                </p:nvSpPr>
                <p:spPr>
                  <a:xfrm>
                    <a:off x="2845042" y="2800896"/>
                    <a:ext cx="246057" cy="85100"/>
                  </a:xfrm>
                  <a:custGeom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5" name="Google Shape;8275;p57"/>
                  <p:cNvSpPr/>
                  <p:nvPr/>
                </p:nvSpPr>
                <p:spPr>
                  <a:xfrm>
                    <a:off x="3082301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6" name="Google Shape;8276;p57"/>
                  <p:cNvSpPr/>
                  <p:nvPr/>
                </p:nvSpPr>
                <p:spPr>
                  <a:xfrm>
                    <a:off x="2838475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77" name="Google Shape;8277;p57"/>
                <p:cNvGrpSpPr/>
                <p:nvPr/>
              </p:nvGrpSpPr>
              <p:grpSpPr>
                <a:xfrm>
                  <a:off x="2977852" y="2595741"/>
                  <a:ext cx="224284" cy="182006"/>
                  <a:chOff x="2977852" y="2595741"/>
                  <a:chExt cx="224284" cy="182006"/>
                </a:xfrm>
              </p:grpSpPr>
              <p:sp>
                <p:nvSpPr>
                  <p:cNvPr id="8278" name="Google Shape;8278;p57"/>
                  <p:cNvSpPr/>
                  <p:nvPr/>
                </p:nvSpPr>
                <p:spPr>
                  <a:xfrm>
                    <a:off x="2977852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9" name="Google Shape;8279;p57"/>
                  <p:cNvSpPr/>
                  <p:nvPr/>
                </p:nvSpPr>
                <p:spPr>
                  <a:xfrm>
                    <a:off x="3020572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280" name="Google Shape;8280;p57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8281" name="Google Shape;8281;p57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8282" name="Google Shape;8282;p57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8283" name="Google Shape;8283;p57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4" name="Google Shape;8284;p57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5" name="Google Shape;8285;p57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86" name="Google Shape;8286;p57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8287" name="Google Shape;8287;p57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8" name="Google Shape;8288;p57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89" name="Google Shape;8289;p57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8290" name="Google Shape;8290;p57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8291" name="Google Shape;8291;p57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2" name="Google Shape;8292;p57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3" name="Google Shape;8293;p57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94" name="Google Shape;8294;p57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8295" name="Google Shape;8295;p57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6" name="Google Shape;8296;p57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97" name="Google Shape;8297;p57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8298" name="Google Shape;8298;p57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8299" name="Google Shape;8299;p57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0" name="Google Shape;8300;p57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1" name="Google Shape;8301;p57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302" name="Google Shape;8302;p57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8303" name="Google Shape;8303;p57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4" name="Google Shape;8304;p57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2026-07-14T10:08:38.723</cp:lastPrinted>
  <dcterms:created xsi:type="dcterms:W3CDTF">2026-07-14T17:08:38Z</dcterms:created>
  <dcterms:modified xsi:type="dcterms:W3CDTF">2026-07-14T17:08:39Z</dcterms:modified>
</cp:coreProperties>
</file>