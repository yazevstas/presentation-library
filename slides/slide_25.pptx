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0205"/>
        <p:cNvGrpSpPr/>
        <p:nvPr/>
      </p:nvGrpSpPr>
      <p:grpSpPr>
        <a:xfrm>
          <a:off x="0" y="0"/>
          <a:ext cx="0" cy="0"/>
        </a:xfrm>
      </p:grpSpPr>
      <p:sp>
        <p:nvSpPr>
          <p:cNvPr id="10206" name="Google Shape;10206;g2574187ba63_7_8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7" name="Google Shape;10207;g2574187ba63_7_8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429A46-563A-48F0-8739-93EB257DD09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CA8C661-F264-46C8-A5FC-B6F0B6E3AB8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5D8A5FC-B766-4AAD-B173-25FA21CF13D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4B1322B-8097-446A-B56D-6B4354AF814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8546CDEB-91BF-45AA-869D-9660E7DAE16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245E24B-61FC-49D6-871E-885A81BEAF4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FC340741-35D6-409D-8BD0-9B2609BBA4A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57D3C89-CDDD-4E9D-ACC8-B24BCC33001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A74015F-B8AD-45BB-92D2-7D628982486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B20E636-C0F1-4E74-BAEA-5A707B162D7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9788D7D-A290-45D5-B6F1-ECB3A48C04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10208"/>
        <p:cNvGrpSpPr/>
        <p:nvPr/>
      </p:nvGrpSpPr>
      <p:grpSpPr>
        <a:xfrm>
          <a:off x="0" y="0"/>
          <a:ext cx="0" cy="0"/>
        </a:xfrm>
      </p:grpSpPr>
      <p:grpSp>
        <p:nvGrpSpPr>
          <p:cNvPr id="10211" name="Google Shape;10211;p64"/>
          <p:cNvGrpSpPr/>
          <p:nvPr/>
        </p:nvGrpSpPr>
        <p:grpSpPr>
          <a:xfrm>
            <a:off x="882957" y="1306638"/>
            <a:ext cx="292442" cy="355741"/>
            <a:chOff x="-35830349" y="1912725"/>
            <a:chExt cx="241050" cy="293225"/>
          </a:xfrm>
        </p:grpSpPr>
        <p:sp>
          <p:nvSpPr>
            <p:cNvPr id="10212" name="Google Shape;10212;p64"/>
            <p:cNvSpPr/>
            <p:nvPr/>
          </p:nvSpPr>
          <p:spPr>
            <a:xfrm>
              <a:off x="-35830349" y="1912725"/>
              <a:ext cx="241050" cy="293225"/>
            </a:xfrm>
            <a:custGeom>
              <a:rect l="l" t="t" r="r" b="b"/>
              <a:pathLst>
                <a:path w="9642" h="11729" extrusionOk="0">
                  <a:moveTo>
                    <a:pt x="8665" y="694"/>
                  </a:moveTo>
                  <a:cubicBezTo>
                    <a:pt x="8822" y="726"/>
                    <a:pt x="8980" y="883"/>
                    <a:pt x="8980" y="1041"/>
                  </a:cubicBezTo>
                  <a:lnTo>
                    <a:pt x="8980" y="7562"/>
                  </a:lnTo>
                  <a:lnTo>
                    <a:pt x="2836" y="7562"/>
                  </a:lnTo>
                  <a:lnTo>
                    <a:pt x="2836" y="694"/>
                  </a:lnTo>
                  <a:close/>
                  <a:moveTo>
                    <a:pt x="2175" y="726"/>
                  </a:moveTo>
                  <a:lnTo>
                    <a:pt x="2175" y="7625"/>
                  </a:lnTo>
                  <a:lnTo>
                    <a:pt x="1828" y="7625"/>
                  </a:lnTo>
                  <a:cubicBezTo>
                    <a:pt x="1450" y="7625"/>
                    <a:pt x="1072" y="7720"/>
                    <a:pt x="788" y="7972"/>
                  </a:cubicBezTo>
                  <a:lnTo>
                    <a:pt x="788" y="1797"/>
                  </a:lnTo>
                  <a:cubicBezTo>
                    <a:pt x="788" y="1198"/>
                    <a:pt x="1261" y="726"/>
                    <a:pt x="1828" y="726"/>
                  </a:cubicBezTo>
                  <a:close/>
                  <a:moveTo>
                    <a:pt x="8791" y="8287"/>
                  </a:moveTo>
                  <a:cubicBezTo>
                    <a:pt x="8696" y="8507"/>
                    <a:pt x="8665" y="8759"/>
                    <a:pt x="8633" y="8948"/>
                  </a:cubicBezTo>
                  <a:lnTo>
                    <a:pt x="1734" y="8948"/>
                  </a:lnTo>
                  <a:cubicBezTo>
                    <a:pt x="1545" y="8948"/>
                    <a:pt x="1387" y="9106"/>
                    <a:pt x="1387" y="9295"/>
                  </a:cubicBezTo>
                  <a:cubicBezTo>
                    <a:pt x="1387" y="9515"/>
                    <a:pt x="1545" y="9673"/>
                    <a:pt x="1734" y="9673"/>
                  </a:cubicBezTo>
                  <a:lnTo>
                    <a:pt x="4821" y="9673"/>
                  </a:lnTo>
                  <a:lnTo>
                    <a:pt x="4821" y="10335"/>
                  </a:lnTo>
                  <a:lnTo>
                    <a:pt x="1860" y="10335"/>
                  </a:lnTo>
                  <a:cubicBezTo>
                    <a:pt x="1293" y="10335"/>
                    <a:pt x="757" y="9925"/>
                    <a:pt x="757" y="9295"/>
                  </a:cubicBezTo>
                  <a:cubicBezTo>
                    <a:pt x="757" y="8728"/>
                    <a:pt x="1230" y="8287"/>
                    <a:pt x="1765" y="8287"/>
                  </a:cubicBezTo>
                  <a:close/>
                  <a:moveTo>
                    <a:pt x="8665" y="9673"/>
                  </a:moveTo>
                  <a:cubicBezTo>
                    <a:pt x="8696" y="9894"/>
                    <a:pt x="8759" y="10146"/>
                    <a:pt x="8822" y="10335"/>
                  </a:cubicBezTo>
                  <a:lnTo>
                    <a:pt x="7594" y="10335"/>
                  </a:lnTo>
                  <a:lnTo>
                    <a:pt x="7594" y="9673"/>
                  </a:lnTo>
                  <a:close/>
                  <a:moveTo>
                    <a:pt x="6900" y="9673"/>
                  </a:moveTo>
                  <a:lnTo>
                    <a:pt x="6900" y="10693"/>
                  </a:lnTo>
                  <a:lnTo>
                    <a:pt x="6428" y="10398"/>
                  </a:lnTo>
                  <a:cubicBezTo>
                    <a:pt x="6396" y="10366"/>
                    <a:pt x="6302" y="10366"/>
                    <a:pt x="6239" y="10366"/>
                  </a:cubicBezTo>
                  <a:cubicBezTo>
                    <a:pt x="6144" y="10366"/>
                    <a:pt x="6113" y="10366"/>
                    <a:pt x="6018" y="10398"/>
                  </a:cubicBezTo>
                  <a:lnTo>
                    <a:pt x="5514" y="10713"/>
                  </a:lnTo>
                  <a:lnTo>
                    <a:pt x="5514" y="9673"/>
                  </a:lnTo>
                  <a:close/>
                  <a:moveTo>
                    <a:pt x="1734" y="1"/>
                  </a:moveTo>
                  <a:cubicBezTo>
                    <a:pt x="1261" y="1"/>
                    <a:pt x="820" y="222"/>
                    <a:pt x="505" y="537"/>
                  </a:cubicBezTo>
                  <a:cubicBezTo>
                    <a:pt x="190" y="820"/>
                    <a:pt x="1" y="1261"/>
                    <a:pt x="1" y="1734"/>
                  </a:cubicBezTo>
                  <a:lnTo>
                    <a:pt x="1" y="9295"/>
                  </a:lnTo>
                  <a:cubicBezTo>
                    <a:pt x="95" y="10272"/>
                    <a:pt x="946" y="10996"/>
                    <a:pt x="1860" y="10996"/>
                  </a:cubicBezTo>
                  <a:lnTo>
                    <a:pt x="4853" y="10996"/>
                  </a:lnTo>
                  <a:lnTo>
                    <a:pt x="4853" y="11343"/>
                  </a:lnTo>
                  <a:cubicBezTo>
                    <a:pt x="4853" y="11469"/>
                    <a:pt x="4916" y="11595"/>
                    <a:pt x="5042" y="11658"/>
                  </a:cubicBezTo>
                  <a:cubicBezTo>
                    <a:pt x="5099" y="11700"/>
                    <a:pt x="5155" y="11717"/>
                    <a:pt x="5209" y="11717"/>
                  </a:cubicBezTo>
                  <a:cubicBezTo>
                    <a:pt x="5275" y="11717"/>
                    <a:pt x="5336" y="11692"/>
                    <a:pt x="5388" y="11658"/>
                  </a:cubicBezTo>
                  <a:lnTo>
                    <a:pt x="6239" y="11122"/>
                  </a:lnTo>
                  <a:lnTo>
                    <a:pt x="7058" y="11658"/>
                  </a:lnTo>
                  <a:cubicBezTo>
                    <a:pt x="7121" y="11705"/>
                    <a:pt x="7176" y="11729"/>
                    <a:pt x="7231" y="11729"/>
                  </a:cubicBezTo>
                  <a:cubicBezTo>
                    <a:pt x="7286" y="11729"/>
                    <a:pt x="7342" y="11705"/>
                    <a:pt x="7405" y="11658"/>
                  </a:cubicBezTo>
                  <a:cubicBezTo>
                    <a:pt x="7531" y="11595"/>
                    <a:pt x="7594" y="11500"/>
                    <a:pt x="7594" y="11343"/>
                  </a:cubicBezTo>
                  <a:lnTo>
                    <a:pt x="7594" y="10996"/>
                  </a:lnTo>
                  <a:lnTo>
                    <a:pt x="9295" y="10996"/>
                  </a:lnTo>
                  <a:cubicBezTo>
                    <a:pt x="9421" y="10996"/>
                    <a:pt x="9547" y="10933"/>
                    <a:pt x="9578" y="10839"/>
                  </a:cubicBezTo>
                  <a:cubicBezTo>
                    <a:pt x="9641" y="10713"/>
                    <a:pt x="9641" y="10618"/>
                    <a:pt x="9578" y="10524"/>
                  </a:cubicBezTo>
                  <a:cubicBezTo>
                    <a:pt x="9169" y="9767"/>
                    <a:pt x="9169" y="8885"/>
                    <a:pt x="9578" y="8098"/>
                  </a:cubicBezTo>
                  <a:cubicBezTo>
                    <a:pt x="9610" y="8035"/>
                    <a:pt x="9610" y="8003"/>
                    <a:pt x="9610" y="7909"/>
                  </a:cubicBezTo>
                  <a:lnTo>
                    <a:pt x="9610" y="1041"/>
                  </a:lnTo>
                  <a:cubicBezTo>
                    <a:pt x="9610" y="474"/>
                    <a:pt x="9137" y="1"/>
                    <a:pt x="8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13" name="Google Shape;10213;p64"/>
            <p:cNvSpPr/>
            <p:nvPr/>
          </p:nvSpPr>
          <p:spPr>
            <a:xfrm>
              <a:off x="-35742925" y="1965500"/>
              <a:ext cx="120550" cy="119750"/>
            </a:xfrm>
            <a:custGeom>
              <a:rect l="l" t="t" r="r" b="b"/>
              <a:pathLst>
                <a:path w="4822" h="4790" extrusionOk="0">
                  <a:moveTo>
                    <a:pt x="2364" y="694"/>
                  </a:moveTo>
                  <a:cubicBezTo>
                    <a:pt x="2773" y="694"/>
                    <a:pt x="3057" y="1009"/>
                    <a:pt x="3057" y="1356"/>
                  </a:cubicBezTo>
                  <a:cubicBezTo>
                    <a:pt x="3057" y="1765"/>
                    <a:pt x="2742" y="2049"/>
                    <a:pt x="2364" y="2049"/>
                  </a:cubicBezTo>
                  <a:cubicBezTo>
                    <a:pt x="2348" y="2050"/>
                    <a:pt x="2332" y="2051"/>
                    <a:pt x="2316" y="2051"/>
                  </a:cubicBezTo>
                  <a:cubicBezTo>
                    <a:pt x="1989" y="2051"/>
                    <a:pt x="1702" y="1746"/>
                    <a:pt x="1702" y="1356"/>
                  </a:cubicBezTo>
                  <a:cubicBezTo>
                    <a:pt x="1702" y="977"/>
                    <a:pt x="2017" y="694"/>
                    <a:pt x="2364" y="694"/>
                  </a:cubicBezTo>
                  <a:close/>
                  <a:moveTo>
                    <a:pt x="2427" y="2742"/>
                  </a:moveTo>
                  <a:cubicBezTo>
                    <a:pt x="3246" y="2742"/>
                    <a:pt x="3939" y="3340"/>
                    <a:pt x="4097" y="4128"/>
                  </a:cubicBezTo>
                  <a:lnTo>
                    <a:pt x="757" y="4128"/>
                  </a:lnTo>
                  <a:cubicBezTo>
                    <a:pt x="883" y="3340"/>
                    <a:pt x="1576" y="2742"/>
                    <a:pt x="2427" y="2742"/>
                  </a:cubicBezTo>
                  <a:close/>
                  <a:moveTo>
                    <a:pt x="2427" y="1"/>
                  </a:moveTo>
                  <a:cubicBezTo>
                    <a:pt x="1671" y="1"/>
                    <a:pt x="1041" y="599"/>
                    <a:pt x="1041" y="1356"/>
                  </a:cubicBezTo>
                  <a:cubicBezTo>
                    <a:pt x="1041" y="1734"/>
                    <a:pt x="1167" y="2049"/>
                    <a:pt x="1387" y="2269"/>
                  </a:cubicBezTo>
                  <a:cubicBezTo>
                    <a:pt x="568" y="2647"/>
                    <a:pt x="32" y="3498"/>
                    <a:pt x="32" y="4443"/>
                  </a:cubicBezTo>
                  <a:cubicBezTo>
                    <a:pt x="1" y="4632"/>
                    <a:pt x="158" y="4790"/>
                    <a:pt x="379" y="4790"/>
                  </a:cubicBezTo>
                  <a:lnTo>
                    <a:pt x="4475" y="4790"/>
                  </a:lnTo>
                  <a:cubicBezTo>
                    <a:pt x="4664" y="4790"/>
                    <a:pt x="4821" y="4632"/>
                    <a:pt x="4821" y="4443"/>
                  </a:cubicBezTo>
                  <a:cubicBezTo>
                    <a:pt x="4821" y="3498"/>
                    <a:pt x="4254" y="2647"/>
                    <a:pt x="3435" y="2269"/>
                  </a:cubicBezTo>
                  <a:cubicBezTo>
                    <a:pt x="3687" y="2049"/>
                    <a:pt x="3813" y="1702"/>
                    <a:pt x="3813" y="1356"/>
                  </a:cubicBezTo>
                  <a:cubicBezTo>
                    <a:pt x="3813" y="599"/>
                    <a:pt x="3183" y="1"/>
                    <a:pt x="24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14" name="Google Shape;10214;p64"/>
          <p:cNvGrpSpPr/>
          <p:nvPr/>
        </p:nvGrpSpPr>
        <p:grpSpPr>
          <a:xfrm>
            <a:off x="851444" y="1766235"/>
            <a:ext cx="355468" cy="353587"/>
            <a:chOff x="-35854751" y="2272675"/>
            <a:chExt cx="293000" cy="291450"/>
          </a:xfrm>
        </p:grpSpPr>
        <p:sp>
          <p:nvSpPr>
            <p:cNvPr id="10215" name="Google Shape;10215;p64"/>
            <p:cNvSpPr/>
            <p:nvPr/>
          </p:nvSpPr>
          <p:spPr>
            <a:xfrm>
              <a:off x="-35854751" y="2272675"/>
              <a:ext cx="293000" cy="291450"/>
            </a:xfrm>
            <a:custGeom>
              <a:rect l="l" t="t" r="r" b="b"/>
              <a:pathLst>
                <a:path w="11720" h="11658" extrusionOk="0">
                  <a:moveTo>
                    <a:pt x="5844" y="654"/>
                  </a:moveTo>
                  <a:cubicBezTo>
                    <a:pt x="6144" y="654"/>
                    <a:pt x="6443" y="773"/>
                    <a:pt x="6679" y="1009"/>
                  </a:cubicBezTo>
                  <a:lnTo>
                    <a:pt x="7057" y="1355"/>
                  </a:lnTo>
                  <a:lnTo>
                    <a:pt x="4600" y="1355"/>
                  </a:lnTo>
                  <a:lnTo>
                    <a:pt x="5009" y="1009"/>
                  </a:lnTo>
                  <a:cubicBezTo>
                    <a:pt x="5246" y="773"/>
                    <a:pt x="5545" y="654"/>
                    <a:pt x="5844" y="654"/>
                  </a:cubicBezTo>
                  <a:close/>
                  <a:moveTo>
                    <a:pt x="2080" y="3939"/>
                  </a:moveTo>
                  <a:lnTo>
                    <a:pt x="2080" y="6365"/>
                  </a:lnTo>
                  <a:lnTo>
                    <a:pt x="819" y="5136"/>
                  </a:lnTo>
                  <a:lnTo>
                    <a:pt x="2080" y="3939"/>
                  </a:lnTo>
                  <a:close/>
                  <a:moveTo>
                    <a:pt x="9609" y="3876"/>
                  </a:moveTo>
                  <a:lnTo>
                    <a:pt x="10869" y="5136"/>
                  </a:lnTo>
                  <a:lnTo>
                    <a:pt x="9609" y="6365"/>
                  </a:lnTo>
                  <a:lnTo>
                    <a:pt x="9609" y="3876"/>
                  </a:lnTo>
                  <a:close/>
                  <a:moveTo>
                    <a:pt x="8570" y="2080"/>
                  </a:moveTo>
                  <a:cubicBezTo>
                    <a:pt x="8790" y="2080"/>
                    <a:pt x="8948" y="2238"/>
                    <a:pt x="8948" y="2427"/>
                  </a:cubicBezTo>
                  <a:lnTo>
                    <a:pt x="8948" y="7089"/>
                  </a:lnTo>
                  <a:lnTo>
                    <a:pt x="8286" y="7751"/>
                  </a:lnTo>
                  <a:cubicBezTo>
                    <a:pt x="7593" y="7152"/>
                    <a:pt x="6774" y="6837"/>
                    <a:pt x="5860" y="6837"/>
                  </a:cubicBezTo>
                  <a:cubicBezTo>
                    <a:pt x="4978" y="6837"/>
                    <a:pt x="4127" y="7152"/>
                    <a:pt x="3466" y="7751"/>
                  </a:cubicBezTo>
                  <a:lnTo>
                    <a:pt x="2804" y="7089"/>
                  </a:lnTo>
                  <a:lnTo>
                    <a:pt x="2804" y="2427"/>
                  </a:lnTo>
                  <a:cubicBezTo>
                    <a:pt x="2804" y="2238"/>
                    <a:pt x="2962" y="2080"/>
                    <a:pt x="3119" y="2080"/>
                  </a:cubicBezTo>
                  <a:close/>
                  <a:moveTo>
                    <a:pt x="693" y="5987"/>
                  </a:moveTo>
                  <a:lnTo>
                    <a:pt x="2993" y="8223"/>
                  </a:lnTo>
                  <a:lnTo>
                    <a:pt x="693" y="10492"/>
                  </a:lnTo>
                  <a:lnTo>
                    <a:pt x="693" y="5987"/>
                  </a:lnTo>
                  <a:close/>
                  <a:moveTo>
                    <a:pt x="11027" y="5987"/>
                  </a:moveTo>
                  <a:lnTo>
                    <a:pt x="11027" y="10492"/>
                  </a:lnTo>
                  <a:lnTo>
                    <a:pt x="8727" y="8223"/>
                  </a:lnTo>
                  <a:lnTo>
                    <a:pt x="11027" y="5987"/>
                  </a:lnTo>
                  <a:close/>
                  <a:moveTo>
                    <a:pt x="5829" y="7499"/>
                  </a:moveTo>
                  <a:cubicBezTo>
                    <a:pt x="6616" y="7499"/>
                    <a:pt x="7309" y="7814"/>
                    <a:pt x="7876" y="8381"/>
                  </a:cubicBezTo>
                  <a:lnTo>
                    <a:pt x="10523" y="10964"/>
                  </a:lnTo>
                  <a:lnTo>
                    <a:pt x="1166" y="10964"/>
                  </a:lnTo>
                  <a:lnTo>
                    <a:pt x="3781" y="8381"/>
                  </a:lnTo>
                  <a:cubicBezTo>
                    <a:pt x="4316" y="7814"/>
                    <a:pt x="5041" y="7499"/>
                    <a:pt x="5829" y="7499"/>
                  </a:cubicBezTo>
                  <a:close/>
                  <a:moveTo>
                    <a:pt x="5864" y="1"/>
                  </a:moveTo>
                  <a:cubicBezTo>
                    <a:pt x="5380" y="1"/>
                    <a:pt x="4899" y="190"/>
                    <a:pt x="4537" y="568"/>
                  </a:cubicBezTo>
                  <a:lnTo>
                    <a:pt x="3655" y="1387"/>
                  </a:lnTo>
                  <a:lnTo>
                    <a:pt x="3119" y="1387"/>
                  </a:lnTo>
                  <a:cubicBezTo>
                    <a:pt x="2552" y="1387"/>
                    <a:pt x="2080" y="1859"/>
                    <a:pt x="2080" y="2427"/>
                  </a:cubicBezTo>
                  <a:lnTo>
                    <a:pt x="2080" y="2962"/>
                  </a:lnTo>
                  <a:lnTo>
                    <a:pt x="315" y="4726"/>
                  </a:lnTo>
                  <a:cubicBezTo>
                    <a:pt x="126" y="4915"/>
                    <a:pt x="0" y="5136"/>
                    <a:pt x="0" y="5420"/>
                  </a:cubicBezTo>
                  <a:lnTo>
                    <a:pt x="0" y="10618"/>
                  </a:lnTo>
                  <a:cubicBezTo>
                    <a:pt x="32" y="11216"/>
                    <a:pt x="473" y="11657"/>
                    <a:pt x="1071" y="11657"/>
                  </a:cubicBezTo>
                  <a:lnTo>
                    <a:pt x="10680" y="11657"/>
                  </a:lnTo>
                  <a:cubicBezTo>
                    <a:pt x="11216" y="11657"/>
                    <a:pt x="11720" y="11185"/>
                    <a:pt x="11720" y="10618"/>
                  </a:cubicBezTo>
                  <a:lnTo>
                    <a:pt x="11720" y="5420"/>
                  </a:lnTo>
                  <a:cubicBezTo>
                    <a:pt x="11720" y="5136"/>
                    <a:pt x="11626" y="4915"/>
                    <a:pt x="11405" y="4726"/>
                  </a:cubicBezTo>
                  <a:lnTo>
                    <a:pt x="9641" y="2962"/>
                  </a:lnTo>
                  <a:lnTo>
                    <a:pt x="9641" y="2427"/>
                  </a:lnTo>
                  <a:cubicBezTo>
                    <a:pt x="9641" y="1859"/>
                    <a:pt x="9168" y="1387"/>
                    <a:pt x="8633" y="1387"/>
                  </a:cubicBezTo>
                  <a:lnTo>
                    <a:pt x="8065" y="1387"/>
                  </a:lnTo>
                  <a:lnTo>
                    <a:pt x="7215" y="568"/>
                  </a:lnTo>
                  <a:cubicBezTo>
                    <a:pt x="6837" y="190"/>
                    <a:pt x="6348" y="1"/>
                    <a:pt x="58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16" name="Google Shape;10216;p64"/>
            <p:cNvSpPr/>
            <p:nvPr/>
          </p:nvSpPr>
          <p:spPr>
            <a:xfrm>
              <a:off x="-35733475" y="2340425"/>
              <a:ext cx="51225" cy="68550"/>
            </a:xfrm>
            <a:custGeom>
              <a:rect l="l" t="t" r="r" b="b"/>
              <a:pathLst>
                <a:path w="2049" h="2742" extrusionOk="0">
                  <a:moveTo>
                    <a:pt x="1009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260"/>
                    <a:pt x="158" y="1418"/>
                    <a:pt x="316" y="1418"/>
                  </a:cubicBezTo>
                  <a:cubicBezTo>
                    <a:pt x="505" y="1418"/>
                    <a:pt x="663" y="1260"/>
                    <a:pt x="663" y="1040"/>
                  </a:cubicBezTo>
                  <a:cubicBezTo>
                    <a:pt x="663" y="851"/>
                    <a:pt x="820" y="693"/>
                    <a:pt x="1009" y="693"/>
                  </a:cubicBezTo>
                  <a:cubicBezTo>
                    <a:pt x="1198" y="693"/>
                    <a:pt x="1356" y="851"/>
                    <a:pt x="1356" y="1040"/>
                  </a:cubicBezTo>
                  <a:cubicBezTo>
                    <a:pt x="1356" y="1229"/>
                    <a:pt x="1293" y="1323"/>
                    <a:pt x="1135" y="1386"/>
                  </a:cubicBezTo>
                  <a:cubicBezTo>
                    <a:pt x="852" y="1449"/>
                    <a:pt x="663" y="1733"/>
                    <a:pt x="663" y="2016"/>
                  </a:cubicBezTo>
                  <a:lnTo>
                    <a:pt x="663" y="2394"/>
                  </a:lnTo>
                  <a:cubicBezTo>
                    <a:pt x="663" y="2583"/>
                    <a:pt x="820" y="2741"/>
                    <a:pt x="1009" y="2741"/>
                  </a:cubicBezTo>
                  <a:cubicBezTo>
                    <a:pt x="1230" y="2741"/>
                    <a:pt x="1387" y="2583"/>
                    <a:pt x="1387" y="2394"/>
                  </a:cubicBezTo>
                  <a:lnTo>
                    <a:pt x="1387" y="2016"/>
                  </a:lnTo>
                  <a:cubicBezTo>
                    <a:pt x="1765" y="1827"/>
                    <a:pt x="2049" y="1449"/>
                    <a:pt x="2049" y="1008"/>
                  </a:cubicBezTo>
                  <a:cubicBezTo>
                    <a:pt x="2049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17" name="Google Shape;10217;p64"/>
            <p:cNvSpPr/>
            <p:nvPr/>
          </p:nvSpPr>
          <p:spPr>
            <a:xfrm>
              <a:off x="-35716924" y="24184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18" name="Google Shape;10218;p64"/>
          <p:cNvGrpSpPr/>
          <p:nvPr/>
        </p:nvGrpSpPr>
        <p:grpSpPr>
          <a:xfrm>
            <a:off x="850958" y="2220821"/>
            <a:ext cx="356438" cy="354558"/>
            <a:chOff x="-35853976" y="2631825"/>
            <a:chExt cx="293800" cy="292250"/>
          </a:xfrm>
        </p:grpSpPr>
        <p:sp>
          <p:nvSpPr>
            <p:cNvPr id="10219" name="Google Shape;10219;p64"/>
            <p:cNvSpPr/>
            <p:nvPr/>
          </p:nvSpPr>
          <p:spPr>
            <a:xfrm>
              <a:off x="-35813026" y="2701825"/>
              <a:ext cx="201675" cy="171925"/>
            </a:xfrm>
            <a:custGeom>
              <a:rect l="l" t="t" r="r" b="b"/>
              <a:pathLst>
                <a:path w="8067" h="6876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0" name="Google Shape;10220;p64"/>
            <p:cNvSpPr/>
            <p:nvPr/>
          </p:nvSpPr>
          <p:spPr>
            <a:xfrm>
              <a:off x="-35853976" y="2631825"/>
              <a:ext cx="293800" cy="292250"/>
            </a:xfrm>
            <a:custGeom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1" name="Google Shape;10221;p64"/>
            <p:cNvSpPr/>
            <p:nvPr/>
          </p:nvSpPr>
          <p:spPr>
            <a:xfrm>
              <a:off x="-35715349" y="2735025"/>
              <a:ext cx="49650" cy="40675"/>
            </a:xfrm>
            <a:custGeom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2" name="Google Shape;10222;p64"/>
            <p:cNvSpPr/>
            <p:nvPr/>
          </p:nvSpPr>
          <p:spPr>
            <a:xfrm>
              <a:off x="-35705901" y="2667275"/>
              <a:ext cx="107925" cy="101750"/>
            </a:xfrm>
            <a:custGeom>
              <a:rect l="l" t="t" r="r" b="b"/>
              <a:pathLst>
                <a:path w="4317" h="4069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3" name="Google Shape;10223;p64"/>
            <p:cNvSpPr/>
            <p:nvPr/>
          </p:nvSpPr>
          <p:spPr>
            <a:xfrm>
              <a:off x="-35709827" y="2700350"/>
              <a:ext cx="77200" cy="68700"/>
            </a:xfrm>
            <a:custGeom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24" name="Google Shape;10224;p64"/>
          <p:cNvGrpSpPr/>
          <p:nvPr/>
        </p:nvGrpSpPr>
        <p:grpSpPr>
          <a:xfrm>
            <a:off x="3089562" y="1307714"/>
            <a:ext cx="353587" cy="353587"/>
            <a:chOff x="-34032199" y="1916675"/>
            <a:chExt cx="291450" cy="291450"/>
          </a:xfrm>
        </p:grpSpPr>
        <p:sp>
          <p:nvSpPr>
            <p:cNvPr id="10225" name="Google Shape;10225;p64"/>
            <p:cNvSpPr/>
            <p:nvPr/>
          </p:nvSpPr>
          <p:spPr>
            <a:xfrm>
              <a:off x="-34032199" y="1916675"/>
              <a:ext cx="291450" cy="291450"/>
            </a:xfrm>
            <a:custGeom>
              <a:rect l="l" t="t" r="r" b="b"/>
              <a:pathLst>
                <a:path w="11658" h="11658" extrusionOk="0">
                  <a:moveTo>
                    <a:pt x="6459" y="694"/>
                  </a:moveTo>
                  <a:cubicBezTo>
                    <a:pt x="6648" y="694"/>
                    <a:pt x="6806" y="851"/>
                    <a:pt x="6806" y="1040"/>
                  </a:cubicBezTo>
                  <a:lnTo>
                    <a:pt x="6806" y="1387"/>
                  </a:lnTo>
                  <a:lnTo>
                    <a:pt x="662" y="1387"/>
                  </a:lnTo>
                  <a:lnTo>
                    <a:pt x="662" y="1040"/>
                  </a:lnTo>
                  <a:cubicBezTo>
                    <a:pt x="662" y="851"/>
                    <a:pt x="820" y="694"/>
                    <a:pt x="977" y="694"/>
                  </a:cubicBezTo>
                  <a:close/>
                  <a:moveTo>
                    <a:pt x="10303" y="4096"/>
                  </a:moveTo>
                  <a:lnTo>
                    <a:pt x="8192" y="5419"/>
                  </a:lnTo>
                  <a:lnTo>
                    <a:pt x="6207" y="4096"/>
                  </a:lnTo>
                  <a:close/>
                  <a:moveTo>
                    <a:pt x="5420" y="4411"/>
                  </a:moveTo>
                  <a:lnTo>
                    <a:pt x="7971" y="6112"/>
                  </a:lnTo>
                  <a:cubicBezTo>
                    <a:pt x="8034" y="6144"/>
                    <a:pt x="8097" y="6144"/>
                    <a:pt x="8192" y="6144"/>
                  </a:cubicBezTo>
                  <a:cubicBezTo>
                    <a:pt x="8255" y="6144"/>
                    <a:pt x="8286" y="6144"/>
                    <a:pt x="8381" y="6112"/>
                  </a:cubicBezTo>
                  <a:lnTo>
                    <a:pt x="10933" y="4537"/>
                  </a:lnTo>
                  <a:lnTo>
                    <a:pt x="10933" y="7184"/>
                  </a:lnTo>
                  <a:cubicBezTo>
                    <a:pt x="10933" y="7373"/>
                    <a:pt x="10775" y="7530"/>
                    <a:pt x="10618" y="7530"/>
                  </a:cubicBezTo>
                  <a:lnTo>
                    <a:pt x="5766" y="7530"/>
                  </a:lnTo>
                  <a:cubicBezTo>
                    <a:pt x="5577" y="7530"/>
                    <a:pt x="5420" y="7373"/>
                    <a:pt x="5420" y="7184"/>
                  </a:cubicBezTo>
                  <a:lnTo>
                    <a:pt x="5420" y="4443"/>
                  </a:lnTo>
                  <a:lnTo>
                    <a:pt x="5420" y="4411"/>
                  </a:lnTo>
                  <a:close/>
                  <a:moveTo>
                    <a:pt x="6806" y="2048"/>
                  </a:moveTo>
                  <a:lnTo>
                    <a:pt x="6806" y="3435"/>
                  </a:lnTo>
                  <a:lnTo>
                    <a:pt x="5766" y="3435"/>
                  </a:lnTo>
                  <a:cubicBezTo>
                    <a:pt x="5231" y="3435"/>
                    <a:pt x="4758" y="3907"/>
                    <a:pt x="4758" y="4443"/>
                  </a:cubicBezTo>
                  <a:lnTo>
                    <a:pt x="4758" y="7184"/>
                  </a:lnTo>
                  <a:cubicBezTo>
                    <a:pt x="4758" y="7719"/>
                    <a:pt x="5231" y="8192"/>
                    <a:pt x="5766" y="8192"/>
                  </a:cubicBezTo>
                  <a:lnTo>
                    <a:pt x="6806" y="8192"/>
                  </a:lnTo>
                  <a:lnTo>
                    <a:pt x="6806" y="8916"/>
                  </a:lnTo>
                  <a:lnTo>
                    <a:pt x="662" y="8916"/>
                  </a:lnTo>
                  <a:lnTo>
                    <a:pt x="662" y="2048"/>
                  </a:lnTo>
                  <a:close/>
                  <a:moveTo>
                    <a:pt x="6774" y="9578"/>
                  </a:moveTo>
                  <a:lnTo>
                    <a:pt x="6774" y="10649"/>
                  </a:lnTo>
                  <a:cubicBezTo>
                    <a:pt x="6806" y="10838"/>
                    <a:pt x="6648" y="10996"/>
                    <a:pt x="6459" y="10996"/>
                  </a:cubicBezTo>
                  <a:lnTo>
                    <a:pt x="977" y="10996"/>
                  </a:lnTo>
                  <a:cubicBezTo>
                    <a:pt x="788" y="10996"/>
                    <a:pt x="631" y="10838"/>
                    <a:pt x="631" y="10649"/>
                  </a:cubicBezTo>
                  <a:lnTo>
                    <a:pt x="631" y="9578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0649"/>
                  </a:lnTo>
                  <a:cubicBezTo>
                    <a:pt x="1" y="11185"/>
                    <a:pt x="473" y="11657"/>
                    <a:pt x="1009" y="11657"/>
                  </a:cubicBezTo>
                  <a:lnTo>
                    <a:pt x="6491" y="11657"/>
                  </a:lnTo>
                  <a:cubicBezTo>
                    <a:pt x="7026" y="11657"/>
                    <a:pt x="7499" y="11185"/>
                    <a:pt x="7499" y="10649"/>
                  </a:cubicBezTo>
                  <a:lnTo>
                    <a:pt x="7499" y="8255"/>
                  </a:lnTo>
                  <a:lnTo>
                    <a:pt x="10618" y="8255"/>
                  </a:lnTo>
                  <a:cubicBezTo>
                    <a:pt x="11185" y="8255"/>
                    <a:pt x="11658" y="7782"/>
                    <a:pt x="11658" y="7215"/>
                  </a:cubicBezTo>
                  <a:lnTo>
                    <a:pt x="11658" y="4506"/>
                  </a:lnTo>
                  <a:cubicBezTo>
                    <a:pt x="11658" y="3907"/>
                    <a:pt x="11185" y="3435"/>
                    <a:pt x="10618" y="3435"/>
                  </a:cubicBezTo>
                  <a:lnTo>
                    <a:pt x="7499" y="3435"/>
                  </a:lnTo>
                  <a:lnTo>
                    <a:pt x="7499" y="1040"/>
                  </a:lnTo>
                  <a:cubicBezTo>
                    <a:pt x="7499" y="473"/>
                    <a:pt x="7026" y="1"/>
                    <a:pt x="6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6" name="Google Shape;10226;p64"/>
            <p:cNvSpPr/>
            <p:nvPr/>
          </p:nvSpPr>
          <p:spPr>
            <a:xfrm>
              <a:off x="-33999125" y="2019075"/>
              <a:ext cx="69350" cy="18125"/>
            </a:xfrm>
            <a:custGeom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616" y="0"/>
                    <a:pt x="2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7" name="Google Shape;10227;p64"/>
            <p:cNvSpPr/>
            <p:nvPr/>
          </p:nvSpPr>
          <p:spPr>
            <a:xfrm>
              <a:off x="-33999900" y="2053725"/>
              <a:ext cx="52000" cy="18125"/>
            </a:xfrm>
            <a:custGeom>
              <a:rect l="l" t="t" r="r" b="b"/>
              <a:pathLst>
                <a:path w="2080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33" y="725"/>
                  </a:lnTo>
                  <a:cubicBezTo>
                    <a:pt x="1922" y="725"/>
                    <a:pt x="2080" y="567"/>
                    <a:pt x="2080" y="347"/>
                  </a:cubicBez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8" name="Google Shape;10228;p64"/>
            <p:cNvSpPr/>
            <p:nvPr/>
          </p:nvSpPr>
          <p:spPr>
            <a:xfrm>
              <a:off x="-33999125" y="2088375"/>
              <a:ext cx="34675" cy="17350"/>
            </a:xfrm>
            <a:custGeom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1" y="694"/>
                  </a:lnTo>
                  <a:cubicBezTo>
                    <a:pt x="1230" y="694"/>
                    <a:pt x="1387" y="536"/>
                    <a:pt x="1387" y="347"/>
                  </a:cubicBezTo>
                  <a:cubicBezTo>
                    <a:pt x="1387" y="158"/>
                    <a:pt x="1230" y="1"/>
                    <a:pt x="1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29" name="Google Shape;10229;p64"/>
          <p:cNvSpPr/>
          <p:nvPr/>
        </p:nvSpPr>
        <p:spPr>
          <a:xfrm>
            <a:off x="3086014" y="1764916"/>
            <a:ext cx="354527" cy="356620"/>
          </a:xfrm>
          <a:custGeom>
            <a:rect l="l" t="t" r="r" b="b"/>
            <a:pathLst>
              <a:path w="11689" h="11758" extrusionOk="0">
                <a:moveTo>
                  <a:pt x="8538" y="2747"/>
                </a:moveTo>
                <a:cubicBezTo>
                  <a:pt x="8727" y="2747"/>
                  <a:pt x="8853" y="2905"/>
                  <a:pt x="8853" y="3094"/>
                </a:cubicBezTo>
                <a:cubicBezTo>
                  <a:pt x="8885" y="3251"/>
                  <a:pt x="8727" y="3409"/>
                  <a:pt x="8538" y="3409"/>
                </a:cubicBezTo>
                <a:cubicBezTo>
                  <a:pt x="8444" y="3409"/>
                  <a:pt x="8381" y="3377"/>
                  <a:pt x="8286" y="3346"/>
                </a:cubicBezTo>
                <a:lnTo>
                  <a:pt x="8538" y="2747"/>
                </a:lnTo>
                <a:close/>
                <a:moveTo>
                  <a:pt x="3277" y="1581"/>
                </a:moveTo>
                <a:cubicBezTo>
                  <a:pt x="3844" y="1581"/>
                  <a:pt x="4316" y="2023"/>
                  <a:pt x="4316" y="2590"/>
                </a:cubicBezTo>
                <a:cubicBezTo>
                  <a:pt x="4316" y="3157"/>
                  <a:pt x="3844" y="3598"/>
                  <a:pt x="3277" y="3598"/>
                </a:cubicBezTo>
                <a:cubicBezTo>
                  <a:pt x="2741" y="3598"/>
                  <a:pt x="2269" y="3157"/>
                  <a:pt x="2269" y="2590"/>
                </a:cubicBezTo>
                <a:cubicBezTo>
                  <a:pt x="2269" y="1991"/>
                  <a:pt x="2741" y="1581"/>
                  <a:pt x="3277" y="1581"/>
                </a:cubicBezTo>
                <a:close/>
                <a:moveTo>
                  <a:pt x="9231" y="5457"/>
                </a:moveTo>
                <a:cubicBezTo>
                  <a:pt x="9672" y="5457"/>
                  <a:pt x="10050" y="5740"/>
                  <a:pt x="10208" y="6150"/>
                </a:cubicBezTo>
                <a:lnTo>
                  <a:pt x="8286" y="6150"/>
                </a:lnTo>
                <a:cubicBezTo>
                  <a:pt x="8412" y="5772"/>
                  <a:pt x="8759" y="5457"/>
                  <a:pt x="9231" y="5457"/>
                </a:cubicBezTo>
                <a:close/>
                <a:moveTo>
                  <a:pt x="10932" y="6843"/>
                </a:moveTo>
                <a:lnTo>
                  <a:pt x="10932" y="7504"/>
                </a:lnTo>
                <a:lnTo>
                  <a:pt x="5262" y="7504"/>
                </a:lnTo>
                <a:lnTo>
                  <a:pt x="5262" y="6843"/>
                </a:lnTo>
                <a:close/>
                <a:moveTo>
                  <a:pt x="3403" y="4291"/>
                </a:moveTo>
                <a:cubicBezTo>
                  <a:pt x="4064" y="4322"/>
                  <a:pt x="4631" y="4921"/>
                  <a:pt x="4631" y="5583"/>
                </a:cubicBezTo>
                <a:lnTo>
                  <a:pt x="4631" y="7725"/>
                </a:lnTo>
                <a:cubicBezTo>
                  <a:pt x="4348" y="7567"/>
                  <a:pt x="4033" y="7441"/>
                  <a:pt x="3686" y="7441"/>
                </a:cubicBezTo>
                <a:lnTo>
                  <a:pt x="3340" y="7441"/>
                </a:lnTo>
                <a:lnTo>
                  <a:pt x="3340" y="6402"/>
                </a:lnTo>
                <a:cubicBezTo>
                  <a:pt x="3340" y="6213"/>
                  <a:pt x="3182" y="6055"/>
                  <a:pt x="2962" y="6055"/>
                </a:cubicBezTo>
                <a:cubicBezTo>
                  <a:pt x="2773" y="6055"/>
                  <a:pt x="2615" y="6213"/>
                  <a:pt x="2615" y="6402"/>
                </a:cubicBezTo>
                <a:lnTo>
                  <a:pt x="2615" y="7788"/>
                </a:lnTo>
                <a:cubicBezTo>
                  <a:pt x="2615" y="7977"/>
                  <a:pt x="2773" y="8134"/>
                  <a:pt x="2962" y="8134"/>
                </a:cubicBezTo>
                <a:lnTo>
                  <a:pt x="3655" y="8134"/>
                </a:lnTo>
                <a:cubicBezTo>
                  <a:pt x="4064" y="8134"/>
                  <a:pt x="4474" y="8418"/>
                  <a:pt x="4600" y="8828"/>
                </a:cubicBezTo>
                <a:lnTo>
                  <a:pt x="1985" y="8828"/>
                </a:lnTo>
                <a:lnTo>
                  <a:pt x="1985" y="5583"/>
                </a:lnTo>
                <a:lnTo>
                  <a:pt x="2080" y="5583"/>
                </a:lnTo>
                <a:cubicBezTo>
                  <a:pt x="2080" y="5236"/>
                  <a:pt x="2237" y="4858"/>
                  <a:pt x="2458" y="4637"/>
                </a:cubicBezTo>
                <a:cubicBezTo>
                  <a:pt x="2741" y="4385"/>
                  <a:pt x="3056" y="4291"/>
                  <a:pt x="3403" y="4291"/>
                </a:cubicBezTo>
                <a:close/>
                <a:moveTo>
                  <a:pt x="1040" y="4795"/>
                </a:moveTo>
                <a:cubicBezTo>
                  <a:pt x="1229" y="4795"/>
                  <a:pt x="1418" y="4952"/>
                  <a:pt x="1418" y="5141"/>
                </a:cubicBezTo>
                <a:lnTo>
                  <a:pt x="1418" y="9174"/>
                </a:lnTo>
                <a:lnTo>
                  <a:pt x="1418" y="9300"/>
                </a:lnTo>
                <a:cubicBezTo>
                  <a:pt x="1449" y="9458"/>
                  <a:pt x="1575" y="9521"/>
                  <a:pt x="1733" y="9521"/>
                </a:cubicBezTo>
                <a:lnTo>
                  <a:pt x="5860" y="9521"/>
                </a:lnTo>
                <a:cubicBezTo>
                  <a:pt x="6049" y="9521"/>
                  <a:pt x="6175" y="9678"/>
                  <a:pt x="6175" y="9836"/>
                </a:cubicBezTo>
                <a:lnTo>
                  <a:pt x="6175" y="10938"/>
                </a:lnTo>
                <a:lnTo>
                  <a:pt x="693" y="10938"/>
                </a:lnTo>
                <a:lnTo>
                  <a:pt x="693" y="5141"/>
                </a:lnTo>
                <a:cubicBezTo>
                  <a:pt x="693" y="4952"/>
                  <a:pt x="851" y="4795"/>
                  <a:pt x="1040" y="4795"/>
                </a:cubicBezTo>
                <a:close/>
                <a:moveTo>
                  <a:pt x="7656" y="8197"/>
                </a:moveTo>
                <a:cubicBezTo>
                  <a:pt x="7971" y="8260"/>
                  <a:pt x="8254" y="8576"/>
                  <a:pt x="8254" y="8922"/>
                </a:cubicBezTo>
                <a:lnTo>
                  <a:pt x="8254" y="10938"/>
                </a:lnTo>
                <a:lnTo>
                  <a:pt x="6868" y="10938"/>
                </a:lnTo>
                <a:lnTo>
                  <a:pt x="6868" y="9836"/>
                </a:lnTo>
                <a:cubicBezTo>
                  <a:pt x="6868" y="9269"/>
                  <a:pt x="6396" y="8796"/>
                  <a:pt x="5860" y="8796"/>
                </a:cubicBezTo>
                <a:lnTo>
                  <a:pt x="5388" y="8796"/>
                </a:lnTo>
                <a:cubicBezTo>
                  <a:pt x="5356" y="8576"/>
                  <a:pt x="5230" y="8386"/>
                  <a:pt x="5104" y="8197"/>
                </a:cubicBezTo>
                <a:close/>
                <a:moveTo>
                  <a:pt x="9185" y="1"/>
                </a:moveTo>
                <a:cubicBezTo>
                  <a:pt x="9049" y="1"/>
                  <a:pt x="8908" y="88"/>
                  <a:pt x="8885" y="227"/>
                </a:cubicBezTo>
                <a:lnTo>
                  <a:pt x="6837" y="5078"/>
                </a:lnTo>
                <a:cubicBezTo>
                  <a:pt x="6774" y="5236"/>
                  <a:pt x="6837" y="5457"/>
                  <a:pt x="7026" y="5520"/>
                </a:cubicBezTo>
                <a:cubicBezTo>
                  <a:pt x="7089" y="5520"/>
                  <a:pt x="7120" y="5551"/>
                  <a:pt x="7152" y="5551"/>
                </a:cubicBezTo>
                <a:cubicBezTo>
                  <a:pt x="7278" y="5551"/>
                  <a:pt x="7435" y="5457"/>
                  <a:pt x="7467" y="5362"/>
                </a:cubicBezTo>
                <a:lnTo>
                  <a:pt x="8034" y="4039"/>
                </a:lnTo>
                <a:cubicBezTo>
                  <a:pt x="8191" y="4133"/>
                  <a:pt x="8349" y="4165"/>
                  <a:pt x="8538" y="4165"/>
                </a:cubicBezTo>
                <a:cubicBezTo>
                  <a:pt x="8664" y="4165"/>
                  <a:pt x="8759" y="4133"/>
                  <a:pt x="8885" y="4133"/>
                </a:cubicBezTo>
                <a:lnTo>
                  <a:pt x="8885" y="4921"/>
                </a:lnTo>
                <a:cubicBezTo>
                  <a:pt x="8223" y="5047"/>
                  <a:pt x="7719" y="5583"/>
                  <a:pt x="7561" y="6244"/>
                </a:cubicBezTo>
                <a:lnTo>
                  <a:pt x="5293" y="6244"/>
                </a:lnTo>
                <a:lnTo>
                  <a:pt x="5293" y="5709"/>
                </a:lnTo>
                <a:cubicBezTo>
                  <a:pt x="5293" y="4984"/>
                  <a:pt x="4915" y="4354"/>
                  <a:pt x="4348" y="4007"/>
                </a:cubicBezTo>
                <a:cubicBezTo>
                  <a:pt x="4757" y="3692"/>
                  <a:pt x="4978" y="3220"/>
                  <a:pt x="4978" y="2653"/>
                </a:cubicBezTo>
                <a:cubicBezTo>
                  <a:pt x="4978" y="1707"/>
                  <a:pt x="4253" y="983"/>
                  <a:pt x="3308" y="983"/>
                </a:cubicBezTo>
                <a:cubicBezTo>
                  <a:pt x="2363" y="983"/>
                  <a:pt x="1607" y="1707"/>
                  <a:pt x="1607" y="2653"/>
                </a:cubicBezTo>
                <a:cubicBezTo>
                  <a:pt x="1607" y="3220"/>
                  <a:pt x="1890" y="3724"/>
                  <a:pt x="2269" y="4039"/>
                </a:cubicBezTo>
                <a:cubicBezTo>
                  <a:pt x="2143" y="4133"/>
                  <a:pt x="2080" y="4196"/>
                  <a:pt x="1985" y="4291"/>
                </a:cubicBezTo>
                <a:cubicBezTo>
                  <a:pt x="1922" y="4354"/>
                  <a:pt x="1827" y="4448"/>
                  <a:pt x="1764" y="4543"/>
                </a:cubicBezTo>
                <a:cubicBezTo>
                  <a:pt x="1575" y="4354"/>
                  <a:pt x="1323" y="4228"/>
                  <a:pt x="1008" y="4228"/>
                </a:cubicBezTo>
                <a:cubicBezTo>
                  <a:pt x="473" y="4228"/>
                  <a:pt x="0" y="4700"/>
                  <a:pt x="0" y="5268"/>
                </a:cubicBezTo>
                <a:lnTo>
                  <a:pt x="0" y="11411"/>
                </a:lnTo>
                <a:cubicBezTo>
                  <a:pt x="0" y="11600"/>
                  <a:pt x="158" y="11758"/>
                  <a:pt x="347" y="11758"/>
                </a:cubicBezTo>
                <a:lnTo>
                  <a:pt x="8570" y="11758"/>
                </a:lnTo>
                <a:cubicBezTo>
                  <a:pt x="8759" y="11758"/>
                  <a:pt x="8916" y="11600"/>
                  <a:pt x="8916" y="11411"/>
                </a:cubicBezTo>
                <a:lnTo>
                  <a:pt x="8916" y="9048"/>
                </a:lnTo>
                <a:cubicBezTo>
                  <a:pt x="8916" y="8765"/>
                  <a:pt x="8853" y="8544"/>
                  <a:pt x="8727" y="8292"/>
                </a:cubicBezTo>
                <a:lnTo>
                  <a:pt x="11342" y="8292"/>
                </a:lnTo>
                <a:cubicBezTo>
                  <a:pt x="11531" y="8292"/>
                  <a:pt x="11689" y="8134"/>
                  <a:pt x="11689" y="7945"/>
                </a:cubicBezTo>
                <a:lnTo>
                  <a:pt x="11689" y="6559"/>
                </a:lnTo>
                <a:cubicBezTo>
                  <a:pt x="11689" y="6339"/>
                  <a:pt x="11531" y="6181"/>
                  <a:pt x="11310" y="6181"/>
                </a:cubicBezTo>
                <a:lnTo>
                  <a:pt x="10901" y="6181"/>
                </a:lnTo>
                <a:cubicBezTo>
                  <a:pt x="10775" y="5520"/>
                  <a:pt x="10239" y="4984"/>
                  <a:pt x="9546" y="4826"/>
                </a:cubicBezTo>
                <a:lnTo>
                  <a:pt x="9546" y="3094"/>
                </a:lnTo>
                <a:cubicBezTo>
                  <a:pt x="9546" y="2621"/>
                  <a:pt x="9231" y="2243"/>
                  <a:pt x="8790" y="2117"/>
                </a:cubicBezTo>
                <a:lnTo>
                  <a:pt x="9515" y="447"/>
                </a:lnTo>
                <a:cubicBezTo>
                  <a:pt x="9578" y="290"/>
                  <a:pt x="9515" y="69"/>
                  <a:pt x="9326" y="38"/>
                </a:cubicBezTo>
                <a:cubicBezTo>
                  <a:pt x="9283" y="12"/>
                  <a:pt x="9234" y="1"/>
                  <a:pt x="91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30" name="Google Shape;10230;p64"/>
          <p:cNvGrpSpPr/>
          <p:nvPr/>
        </p:nvGrpSpPr>
        <p:grpSpPr>
          <a:xfrm>
            <a:off x="3089092" y="2220821"/>
            <a:ext cx="354527" cy="354558"/>
            <a:chOff x="-34032199" y="2634975"/>
            <a:chExt cx="292225" cy="292250"/>
          </a:xfrm>
        </p:grpSpPr>
        <p:sp>
          <p:nvSpPr>
            <p:cNvPr id="10231" name="Google Shape;10231;p64"/>
            <p:cNvSpPr/>
            <p:nvPr/>
          </p:nvSpPr>
          <p:spPr>
            <a:xfrm>
              <a:off x="-34032199" y="2634975"/>
              <a:ext cx="292225" cy="292250"/>
            </a:xfrm>
            <a:custGeom>
              <a:rect l="l" t="t" r="r" b="b"/>
              <a:pathLst>
                <a:path w="11689" h="11690" extrusionOk="0">
                  <a:moveTo>
                    <a:pt x="5766" y="662"/>
                  </a:moveTo>
                  <a:cubicBezTo>
                    <a:pt x="8602" y="662"/>
                    <a:pt x="10933" y="2962"/>
                    <a:pt x="10933" y="5798"/>
                  </a:cubicBezTo>
                  <a:cubicBezTo>
                    <a:pt x="10933" y="6806"/>
                    <a:pt x="10649" y="7783"/>
                    <a:pt x="10114" y="8602"/>
                  </a:cubicBezTo>
                  <a:lnTo>
                    <a:pt x="10145" y="8444"/>
                  </a:lnTo>
                  <a:cubicBezTo>
                    <a:pt x="10177" y="8350"/>
                    <a:pt x="10145" y="8224"/>
                    <a:pt x="10082" y="8129"/>
                  </a:cubicBezTo>
                  <a:cubicBezTo>
                    <a:pt x="9988" y="8066"/>
                    <a:pt x="9862" y="8035"/>
                    <a:pt x="9767" y="8035"/>
                  </a:cubicBezTo>
                  <a:lnTo>
                    <a:pt x="9641" y="8066"/>
                  </a:lnTo>
                  <a:cubicBezTo>
                    <a:pt x="10019" y="7405"/>
                    <a:pt x="10240" y="6617"/>
                    <a:pt x="10240" y="5829"/>
                  </a:cubicBezTo>
                  <a:cubicBezTo>
                    <a:pt x="10240" y="3372"/>
                    <a:pt x="8223" y="1356"/>
                    <a:pt x="5766" y="1356"/>
                  </a:cubicBezTo>
                  <a:cubicBezTo>
                    <a:pt x="5136" y="1356"/>
                    <a:pt x="4506" y="1482"/>
                    <a:pt x="3970" y="1765"/>
                  </a:cubicBezTo>
                  <a:cubicBezTo>
                    <a:pt x="3813" y="1828"/>
                    <a:pt x="3718" y="2017"/>
                    <a:pt x="3813" y="2175"/>
                  </a:cubicBezTo>
                  <a:lnTo>
                    <a:pt x="3970" y="2553"/>
                  </a:lnTo>
                  <a:lnTo>
                    <a:pt x="2710" y="2742"/>
                  </a:lnTo>
                  <a:lnTo>
                    <a:pt x="2301" y="2773"/>
                  </a:lnTo>
                  <a:cubicBezTo>
                    <a:pt x="2364" y="2647"/>
                    <a:pt x="2710" y="1324"/>
                    <a:pt x="2742" y="1198"/>
                  </a:cubicBezTo>
                  <a:lnTo>
                    <a:pt x="2836" y="1293"/>
                  </a:lnTo>
                  <a:cubicBezTo>
                    <a:pt x="2898" y="1354"/>
                    <a:pt x="2986" y="1402"/>
                    <a:pt x="3084" y="1402"/>
                  </a:cubicBezTo>
                  <a:cubicBezTo>
                    <a:pt x="3136" y="1402"/>
                    <a:pt x="3191" y="1389"/>
                    <a:pt x="3246" y="1356"/>
                  </a:cubicBezTo>
                  <a:cubicBezTo>
                    <a:pt x="4033" y="883"/>
                    <a:pt x="4915" y="662"/>
                    <a:pt x="5766" y="662"/>
                  </a:cubicBezTo>
                  <a:close/>
                  <a:moveTo>
                    <a:pt x="6144" y="2080"/>
                  </a:moveTo>
                  <a:cubicBezTo>
                    <a:pt x="7940" y="2238"/>
                    <a:pt x="9358" y="3687"/>
                    <a:pt x="9515" y="5451"/>
                  </a:cubicBezTo>
                  <a:lnTo>
                    <a:pt x="9200" y="5451"/>
                  </a:lnTo>
                  <a:cubicBezTo>
                    <a:pt x="9011" y="5451"/>
                    <a:pt x="8854" y="5609"/>
                    <a:pt x="8854" y="5829"/>
                  </a:cubicBezTo>
                  <a:cubicBezTo>
                    <a:pt x="8854" y="6018"/>
                    <a:pt x="9011" y="6176"/>
                    <a:pt x="9200" y="6176"/>
                  </a:cubicBezTo>
                  <a:lnTo>
                    <a:pt x="9515" y="6176"/>
                  </a:lnTo>
                  <a:cubicBezTo>
                    <a:pt x="9452" y="6932"/>
                    <a:pt x="9169" y="7657"/>
                    <a:pt x="8665" y="8255"/>
                  </a:cubicBezTo>
                  <a:lnTo>
                    <a:pt x="6995" y="8570"/>
                  </a:lnTo>
                  <a:cubicBezTo>
                    <a:pt x="6900" y="8602"/>
                    <a:pt x="6806" y="8665"/>
                    <a:pt x="6774" y="8759"/>
                  </a:cubicBezTo>
                  <a:cubicBezTo>
                    <a:pt x="6743" y="8885"/>
                    <a:pt x="6743" y="9011"/>
                    <a:pt x="6806" y="9074"/>
                  </a:cubicBezTo>
                  <a:lnTo>
                    <a:pt x="6995" y="9389"/>
                  </a:lnTo>
                  <a:cubicBezTo>
                    <a:pt x="6743" y="9484"/>
                    <a:pt x="6459" y="9547"/>
                    <a:pt x="6176" y="9547"/>
                  </a:cubicBezTo>
                  <a:lnTo>
                    <a:pt x="6176" y="9232"/>
                  </a:lnTo>
                  <a:cubicBezTo>
                    <a:pt x="6176" y="9043"/>
                    <a:pt x="6018" y="8885"/>
                    <a:pt x="5829" y="8885"/>
                  </a:cubicBezTo>
                  <a:cubicBezTo>
                    <a:pt x="5640" y="8885"/>
                    <a:pt x="5483" y="9043"/>
                    <a:pt x="5483" y="9232"/>
                  </a:cubicBezTo>
                  <a:lnTo>
                    <a:pt x="5483" y="9547"/>
                  </a:lnTo>
                  <a:cubicBezTo>
                    <a:pt x="3655" y="9389"/>
                    <a:pt x="2238" y="7940"/>
                    <a:pt x="2080" y="6176"/>
                  </a:cubicBezTo>
                  <a:lnTo>
                    <a:pt x="2395" y="6176"/>
                  </a:lnTo>
                  <a:cubicBezTo>
                    <a:pt x="2584" y="6176"/>
                    <a:pt x="2742" y="6018"/>
                    <a:pt x="2742" y="5829"/>
                  </a:cubicBezTo>
                  <a:cubicBezTo>
                    <a:pt x="2742" y="5609"/>
                    <a:pt x="2584" y="5451"/>
                    <a:pt x="2395" y="5451"/>
                  </a:cubicBezTo>
                  <a:lnTo>
                    <a:pt x="2080" y="5451"/>
                  </a:lnTo>
                  <a:cubicBezTo>
                    <a:pt x="2175" y="4727"/>
                    <a:pt x="2427" y="3971"/>
                    <a:pt x="2962" y="3372"/>
                  </a:cubicBezTo>
                  <a:lnTo>
                    <a:pt x="4474" y="3183"/>
                  </a:lnTo>
                  <a:cubicBezTo>
                    <a:pt x="4600" y="3183"/>
                    <a:pt x="4663" y="3088"/>
                    <a:pt x="4726" y="3025"/>
                  </a:cubicBezTo>
                  <a:cubicBezTo>
                    <a:pt x="4758" y="2931"/>
                    <a:pt x="4758" y="2836"/>
                    <a:pt x="4726" y="2710"/>
                  </a:cubicBezTo>
                  <a:lnTo>
                    <a:pt x="4506" y="2269"/>
                  </a:lnTo>
                  <a:cubicBezTo>
                    <a:pt x="4789" y="2143"/>
                    <a:pt x="5104" y="2112"/>
                    <a:pt x="5420" y="2080"/>
                  </a:cubicBezTo>
                  <a:lnTo>
                    <a:pt x="5420" y="2395"/>
                  </a:lnTo>
                  <a:cubicBezTo>
                    <a:pt x="5420" y="2584"/>
                    <a:pt x="5577" y="2742"/>
                    <a:pt x="5766" y="2742"/>
                  </a:cubicBezTo>
                  <a:cubicBezTo>
                    <a:pt x="5987" y="2742"/>
                    <a:pt x="6144" y="2584"/>
                    <a:pt x="6144" y="2395"/>
                  </a:cubicBezTo>
                  <a:lnTo>
                    <a:pt x="6144" y="2080"/>
                  </a:lnTo>
                  <a:close/>
                  <a:moveTo>
                    <a:pt x="1607" y="2899"/>
                  </a:moveTo>
                  <a:lnTo>
                    <a:pt x="1544" y="3151"/>
                  </a:lnTo>
                  <a:cubicBezTo>
                    <a:pt x="1481" y="3246"/>
                    <a:pt x="1544" y="3372"/>
                    <a:pt x="1607" y="3466"/>
                  </a:cubicBezTo>
                  <a:cubicBezTo>
                    <a:pt x="1670" y="3529"/>
                    <a:pt x="1796" y="3561"/>
                    <a:pt x="1922" y="3561"/>
                  </a:cubicBezTo>
                  <a:lnTo>
                    <a:pt x="1985" y="3561"/>
                  </a:lnTo>
                  <a:cubicBezTo>
                    <a:pt x="1607" y="4254"/>
                    <a:pt x="1387" y="5042"/>
                    <a:pt x="1387" y="5861"/>
                  </a:cubicBezTo>
                  <a:cubicBezTo>
                    <a:pt x="1387" y="8287"/>
                    <a:pt x="3372" y="10303"/>
                    <a:pt x="5829" y="10303"/>
                  </a:cubicBezTo>
                  <a:cubicBezTo>
                    <a:pt x="6459" y="10303"/>
                    <a:pt x="7089" y="10177"/>
                    <a:pt x="7688" y="9925"/>
                  </a:cubicBezTo>
                  <a:cubicBezTo>
                    <a:pt x="7751" y="9862"/>
                    <a:pt x="7845" y="9799"/>
                    <a:pt x="7877" y="9704"/>
                  </a:cubicBezTo>
                  <a:cubicBezTo>
                    <a:pt x="7908" y="9641"/>
                    <a:pt x="7877" y="9515"/>
                    <a:pt x="7845" y="9452"/>
                  </a:cubicBezTo>
                  <a:lnTo>
                    <a:pt x="7688" y="9200"/>
                  </a:lnTo>
                  <a:lnTo>
                    <a:pt x="9421" y="8854"/>
                  </a:lnTo>
                  <a:lnTo>
                    <a:pt x="9421" y="8854"/>
                  </a:lnTo>
                  <a:cubicBezTo>
                    <a:pt x="9326" y="9200"/>
                    <a:pt x="9074" y="10177"/>
                    <a:pt x="9011" y="10492"/>
                  </a:cubicBezTo>
                  <a:lnTo>
                    <a:pt x="8759" y="10303"/>
                  </a:lnTo>
                  <a:cubicBezTo>
                    <a:pt x="8708" y="10235"/>
                    <a:pt x="8640" y="10204"/>
                    <a:pt x="8567" y="10204"/>
                  </a:cubicBezTo>
                  <a:cubicBezTo>
                    <a:pt x="8505" y="10204"/>
                    <a:pt x="8439" y="10228"/>
                    <a:pt x="8381" y="10271"/>
                  </a:cubicBezTo>
                  <a:cubicBezTo>
                    <a:pt x="7593" y="10744"/>
                    <a:pt x="6680" y="10965"/>
                    <a:pt x="5829" y="10965"/>
                  </a:cubicBezTo>
                  <a:cubicBezTo>
                    <a:pt x="2994" y="10965"/>
                    <a:pt x="662" y="8665"/>
                    <a:pt x="662" y="5829"/>
                  </a:cubicBezTo>
                  <a:cubicBezTo>
                    <a:pt x="662" y="4758"/>
                    <a:pt x="977" y="3781"/>
                    <a:pt x="1607" y="2899"/>
                  </a:cubicBezTo>
                  <a:close/>
                  <a:moveTo>
                    <a:pt x="5766" y="1"/>
                  </a:moveTo>
                  <a:cubicBezTo>
                    <a:pt x="4884" y="1"/>
                    <a:pt x="3970" y="221"/>
                    <a:pt x="3151" y="662"/>
                  </a:cubicBezTo>
                  <a:lnTo>
                    <a:pt x="2836" y="316"/>
                  </a:lnTo>
                  <a:cubicBezTo>
                    <a:pt x="2765" y="245"/>
                    <a:pt x="2677" y="210"/>
                    <a:pt x="2597" y="210"/>
                  </a:cubicBezTo>
                  <a:cubicBezTo>
                    <a:pt x="2570" y="210"/>
                    <a:pt x="2545" y="214"/>
                    <a:pt x="2521" y="221"/>
                  </a:cubicBezTo>
                  <a:cubicBezTo>
                    <a:pt x="2395" y="253"/>
                    <a:pt x="2301" y="347"/>
                    <a:pt x="2269" y="473"/>
                  </a:cubicBezTo>
                  <a:lnTo>
                    <a:pt x="1985" y="1450"/>
                  </a:lnTo>
                  <a:cubicBezTo>
                    <a:pt x="694" y="2553"/>
                    <a:pt x="1" y="4160"/>
                    <a:pt x="1" y="5829"/>
                  </a:cubicBezTo>
                  <a:cubicBezTo>
                    <a:pt x="1" y="7342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774" y="11689"/>
                    <a:pt x="7719" y="11437"/>
                    <a:pt x="8539" y="11028"/>
                  </a:cubicBezTo>
                  <a:lnTo>
                    <a:pt x="8980" y="11406"/>
                  </a:lnTo>
                  <a:cubicBezTo>
                    <a:pt x="9027" y="11477"/>
                    <a:pt x="9110" y="11512"/>
                    <a:pt x="9201" y="11512"/>
                  </a:cubicBezTo>
                  <a:cubicBezTo>
                    <a:pt x="9232" y="11512"/>
                    <a:pt x="9263" y="11508"/>
                    <a:pt x="9295" y="11500"/>
                  </a:cubicBezTo>
                  <a:cubicBezTo>
                    <a:pt x="9421" y="11437"/>
                    <a:pt x="9484" y="11374"/>
                    <a:pt x="9515" y="11248"/>
                  </a:cubicBezTo>
                  <a:lnTo>
                    <a:pt x="9799" y="10114"/>
                  </a:lnTo>
                  <a:cubicBezTo>
                    <a:pt x="10996" y="9011"/>
                    <a:pt x="11689" y="7468"/>
                    <a:pt x="11689" y="5861"/>
                  </a:cubicBezTo>
                  <a:cubicBezTo>
                    <a:pt x="11658" y="2616"/>
                    <a:pt x="9011" y="1"/>
                    <a:pt x="5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32" name="Google Shape;10232;p64"/>
            <p:cNvSpPr/>
            <p:nvPr/>
          </p:nvSpPr>
          <p:spPr>
            <a:xfrm>
              <a:off x="-33947125" y="2735800"/>
              <a:ext cx="51200" cy="86675"/>
            </a:xfrm>
            <a:custGeom>
              <a:rect l="l" t="t" r="r" b="b"/>
              <a:pathLst>
                <a:path w="2048" h="3467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229"/>
                    <a:pt x="158" y="1387"/>
                    <a:pt x="378" y="1387"/>
                  </a:cubicBezTo>
                  <a:cubicBezTo>
                    <a:pt x="567" y="1387"/>
                    <a:pt x="725" y="1229"/>
                    <a:pt x="725" y="1040"/>
                  </a:cubicBezTo>
                  <a:cubicBezTo>
                    <a:pt x="725" y="851"/>
                    <a:pt x="882" y="662"/>
                    <a:pt x="1071" y="662"/>
                  </a:cubicBezTo>
                  <a:cubicBezTo>
                    <a:pt x="1292" y="662"/>
                    <a:pt x="1449" y="851"/>
                    <a:pt x="1449" y="1040"/>
                  </a:cubicBezTo>
                  <a:lnTo>
                    <a:pt x="1449" y="1292"/>
                  </a:lnTo>
                  <a:cubicBezTo>
                    <a:pt x="1449" y="1418"/>
                    <a:pt x="1355" y="1544"/>
                    <a:pt x="1229" y="1639"/>
                  </a:cubicBezTo>
                  <a:lnTo>
                    <a:pt x="599" y="1954"/>
                  </a:lnTo>
                  <a:cubicBezTo>
                    <a:pt x="252" y="2111"/>
                    <a:pt x="63" y="2458"/>
                    <a:pt x="63" y="2836"/>
                  </a:cubicBezTo>
                  <a:lnTo>
                    <a:pt x="63" y="3119"/>
                  </a:lnTo>
                  <a:cubicBezTo>
                    <a:pt x="0" y="3372"/>
                    <a:pt x="158" y="3466"/>
                    <a:pt x="315" y="3466"/>
                  </a:cubicBezTo>
                  <a:lnTo>
                    <a:pt x="1701" y="3466"/>
                  </a:lnTo>
                  <a:cubicBezTo>
                    <a:pt x="1891" y="3466"/>
                    <a:pt x="2048" y="3309"/>
                    <a:pt x="2048" y="3119"/>
                  </a:cubicBezTo>
                  <a:cubicBezTo>
                    <a:pt x="2048" y="2930"/>
                    <a:pt x="1891" y="2773"/>
                    <a:pt x="1701" y="2773"/>
                  </a:cubicBezTo>
                  <a:lnTo>
                    <a:pt x="693" y="2773"/>
                  </a:lnTo>
                  <a:cubicBezTo>
                    <a:pt x="725" y="2678"/>
                    <a:pt x="756" y="2584"/>
                    <a:pt x="882" y="2521"/>
                  </a:cubicBezTo>
                  <a:lnTo>
                    <a:pt x="1512" y="2206"/>
                  </a:lnTo>
                  <a:cubicBezTo>
                    <a:pt x="1859" y="2048"/>
                    <a:pt x="2048" y="1702"/>
                    <a:pt x="2048" y="1292"/>
                  </a:cubicBezTo>
                  <a:lnTo>
                    <a:pt x="2048" y="1040"/>
                  </a:ln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33" name="Google Shape;10233;p64"/>
            <p:cNvSpPr/>
            <p:nvPr/>
          </p:nvSpPr>
          <p:spPr>
            <a:xfrm>
              <a:off x="-33878599" y="2737375"/>
              <a:ext cx="52000" cy="86675"/>
            </a:xfrm>
            <a:custGeom>
              <a:rect l="l" t="t" r="r" b="b"/>
              <a:pathLst>
                <a:path w="2080" h="3467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1355" y="2080"/>
                  </a:lnTo>
                  <a:lnTo>
                    <a:pt x="1355" y="3088"/>
                  </a:lnTo>
                  <a:cubicBezTo>
                    <a:pt x="1355" y="3309"/>
                    <a:pt x="1512" y="3466"/>
                    <a:pt x="1733" y="3466"/>
                  </a:cubicBezTo>
                  <a:cubicBezTo>
                    <a:pt x="1922" y="3466"/>
                    <a:pt x="2079" y="3309"/>
                    <a:pt x="2079" y="3088"/>
                  </a:cubicBezTo>
                  <a:lnTo>
                    <a:pt x="2079" y="1733"/>
                  </a:lnTo>
                  <a:lnTo>
                    <a:pt x="2079" y="347"/>
                  </a:lnTo>
                  <a:cubicBezTo>
                    <a:pt x="2079" y="158"/>
                    <a:pt x="1922" y="1"/>
                    <a:pt x="1733" y="1"/>
                  </a:cubicBezTo>
                  <a:cubicBezTo>
                    <a:pt x="1512" y="1"/>
                    <a:pt x="1355" y="158"/>
                    <a:pt x="1355" y="347"/>
                  </a:cubicBezTo>
                  <a:lnTo>
                    <a:pt x="1355" y="1355"/>
                  </a:lnTo>
                  <a:lnTo>
                    <a:pt x="693" y="1355"/>
                  </a:ln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34" name="Google Shape;10234;p64"/>
          <p:cNvGrpSpPr/>
          <p:nvPr/>
        </p:nvGrpSpPr>
        <p:grpSpPr>
          <a:xfrm>
            <a:off x="1739487" y="2687069"/>
            <a:ext cx="358379" cy="354527"/>
            <a:chOff x="-32245874" y="1938725"/>
            <a:chExt cx="295400" cy="292225"/>
          </a:xfrm>
        </p:grpSpPr>
        <p:sp>
          <p:nvSpPr>
            <p:cNvPr id="10235" name="Google Shape;10235;p64"/>
            <p:cNvSpPr/>
            <p:nvPr/>
          </p:nvSpPr>
          <p:spPr>
            <a:xfrm>
              <a:off x="-32156074" y="2042700"/>
              <a:ext cx="120525" cy="120525"/>
            </a:xfrm>
            <a:custGeom>
              <a:rect l="l" t="t" r="r" b="b"/>
              <a:pathLst>
                <a:path w="4821" h="4821" extrusionOk="0">
                  <a:moveTo>
                    <a:pt x="2395" y="725"/>
                  </a:moveTo>
                  <a:cubicBezTo>
                    <a:pt x="3340" y="725"/>
                    <a:pt x="4096" y="1481"/>
                    <a:pt x="4096" y="2426"/>
                  </a:cubicBezTo>
                  <a:cubicBezTo>
                    <a:pt x="4096" y="3308"/>
                    <a:pt x="3340" y="4096"/>
                    <a:pt x="2395" y="4096"/>
                  </a:cubicBezTo>
                  <a:cubicBezTo>
                    <a:pt x="1450" y="4096"/>
                    <a:pt x="725" y="3340"/>
                    <a:pt x="725" y="2426"/>
                  </a:cubicBezTo>
                  <a:cubicBezTo>
                    <a:pt x="725" y="1450"/>
                    <a:pt x="1450" y="725"/>
                    <a:pt x="2395" y="725"/>
                  </a:cubicBezTo>
                  <a:close/>
                  <a:moveTo>
                    <a:pt x="2395" y="0"/>
                  </a:moveTo>
                  <a:cubicBezTo>
                    <a:pt x="1072" y="0"/>
                    <a:pt x="1" y="1071"/>
                    <a:pt x="1" y="2426"/>
                  </a:cubicBezTo>
                  <a:cubicBezTo>
                    <a:pt x="1" y="3749"/>
                    <a:pt x="1072" y="4821"/>
                    <a:pt x="2395" y="4821"/>
                  </a:cubicBezTo>
                  <a:cubicBezTo>
                    <a:pt x="3750" y="4821"/>
                    <a:pt x="4821" y="3749"/>
                    <a:pt x="4821" y="2426"/>
                  </a:cubicBezTo>
                  <a:cubicBezTo>
                    <a:pt x="4758" y="1071"/>
                    <a:pt x="3718" y="0"/>
                    <a:pt x="2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36" name="Google Shape;10236;p64"/>
            <p:cNvSpPr/>
            <p:nvPr/>
          </p:nvSpPr>
          <p:spPr>
            <a:xfrm>
              <a:off x="-32105674" y="2076550"/>
              <a:ext cx="35475" cy="33900"/>
            </a:xfrm>
            <a:custGeom>
              <a:rect l="l" t="t" r="r" b="b"/>
              <a:pathLst>
                <a:path w="1419" h="1356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009"/>
                  </a:lnTo>
                  <a:cubicBezTo>
                    <a:pt x="1" y="1230"/>
                    <a:pt x="158" y="1356"/>
                    <a:pt x="347" y="1356"/>
                  </a:cubicBezTo>
                  <a:lnTo>
                    <a:pt x="1009" y="1356"/>
                  </a:lnTo>
                  <a:cubicBezTo>
                    <a:pt x="1230" y="1356"/>
                    <a:pt x="1387" y="1198"/>
                    <a:pt x="1387" y="1009"/>
                  </a:cubicBezTo>
                  <a:cubicBezTo>
                    <a:pt x="1419" y="852"/>
                    <a:pt x="1261" y="694"/>
                    <a:pt x="1072" y="694"/>
                  </a:cubicBezTo>
                  <a:lnTo>
                    <a:pt x="694" y="694"/>
                  </a:ln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37" name="Google Shape;10237;p64"/>
            <p:cNvSpPr/>
            <p:nvPr/>
          </p:nvSpPr>
          <p:spPr>
            <a:xfrm>
              <a:off x="-32245874" y="1938725"/>
              <a:ext cx="295400" cy="292225"/>
            </a:xfrm>
            <a:custGeom>
              <a:rect l="l" t="t" r="r" b="b"/>
              <a:pathLst>
                <a:path w="11816" h="11689" extrusionOk="0">
                  <a:moveTo>
                    <a:pt x="10965" y="1355"/>
                  </a:moveTo>
                  <a:cubicBezTo>
                    <a:pt x="11154" y="1355"/>
                    <a:pt x="11311" y="1544"/>
                    <a:pt x="11311" y="1733"/>
                  </a:cubicBezTo>
                  <a:lnTo>
                    <a:pt x="11311" y="2742"/>
                  </a:lnTo>
                  <a:lnTo>
                    <a:pt x="1009" y="2742"/>
                  </a:lnTo>
                  <a:lnTo>
                    <a:pt x="1009" y="1733"/>
                  </a:lnTo>
                  <a:lnTo>
                    <a:pt x="852" y="1733"/>
                  </a:lnTo>
                  <a:cubicBezTo>
                    <a:pt x="852" y="1544"/>
                    <a:pt x="1009" y="1355"/>
                    <a:pt x="1198" y="1355"/>
                  </a:cubicBezTo>
                  <a:lnTo>
                    <a:pt x="1545" y="1355"/>
                  </a:lnTo>
                  <a:lnTo>
                    <a:pt x="1545" y="1733"/>
                  </a:lnTo>
                  <a:cubicBezTo>
                    <a:pt x="1545" y="1922"/>
                    <a:pt x="1702" y="2080"/>
                    <a:pt x="1891" y="2080"/>
                  </a:cubicBezTo>
                  <a:cubicBezTo>
                    <a:pt x="2112" y="2080"/>
                    <a:pt x="2269" y="1922"/>
                    <a:pt x="2269" y="1733"/>
                  </a:cubicBezTo>
                  <a:lnTo>
                    <a:pt x="2269" y="1355"/>
                  </a:lnTo>
                  <a:lnTo>
                    <a:pt x="3624" y="1355"/>
                  </a:lnTo>
                  <a:lnTo>
                    <a:pt x="3624" y="1733"/>
                  </a:lnTo>
                  <a:cubicBezTo>
                    <a:pt x="3624" y="1922"/>
                    <a:pt x="3782" y="2080"/>
                    <a:pt x="4002" y="2080"/>
                  </a:cubicBezTo>
                  <a:cubicBezTo>
                    <a:pt x="4191" y="2080"/>
                    <a:pt x="4349" y="1922"/>
                    <a:pt x="4349" y="1733"/>
                  </a:cubicBezTo>
                  <a:lnTo>
                    <a:pt x="4349" y="1355"/>
                  </a:lnTo>
                  <a:lnTo>
                    <a:pt x="5735" y="1355"/>
                  </a:lnTo>
                  <a:lnTo>
                    <a:pt x="5735" y="1733"/>
                  </a:lnTo>
                  <a:cubicBezTo>
                    <a:pt x="5735" y="1922"/>
                    <a:pt x="5892" y="2080"/>
                    <a:pt x="6081" y="2080"/>
                  </a:cubicBezTo>
                  <a:cubicBezTo>
                    <a:pt x="6270" y="2080"/>
                    <a:pt x="6428" y="1922"/>
                    <a:pt x="6428" y="1733"/>
                  </a:cubicBezTo>
                  <a:lnTo>
                    <a:pt x="6428" y="1355"/>
                  </a:lnTo>
                  <a:lnTo>
                    <a:pt x="7814" y="1355"/>
                  </a:lnTo>
                  <a:lnTo>
                    <a:pt x="7814" y="1733"/>
                  </a:lnTo>
                  <a:cubicBezTo>
                    <a:pt x="7814" y="1922"/>
                    <a:pt x="7972" y="2080"/>
                    <a:pt x="8161" y="2080"/>
                  </a:cubicBezTo>
                  <a:cubicBezTo>
                    <a:pt x="8381" y="2080"/>
                    <a:pt x="8539" y="1922"/>
                    <a:pt x="8539" y="1733"/>
                  </a:cubicBezTo>
                  <a:lnTo>
                    <a:pt x="8539" y="1355"/>
                  </a:lnTo>
                  <a:lnTo>
                    <a:pt x="9893" y="1355"/>
                  </a:lnTo>
                  <a:lnTo>
                    <a:pt x="9893" y="1733"/>
                  </a:lnTo>
                  <a:cubicBezTo>
                    <a:pt x="9893" y="1922"/>
                    <a:pt x="10051" y="2080"/>
                    <a:pt x="10272" y="2080"/>
                  </a:cubicBezTo>
                  <a:cubicBezTo>
                    <a:pt x="10461" y="2080"/>
                    <a:pt x="10618" y="1922"/>
                    <a:pt x="10618" y="1733"/>
                  </a:cubicBezTo>
                  <a:lnTo>
                    <a:pt x="10618" y="1355"/>
                  </a:lnTo>
                  <a:close/>
                  <a:moveTo>
                    <a:pt x="11154" y="3466"/>
                  </a:moveTo>
                  <a:lnTo>
                    <a:pt x="11154" y="9641"/>
                  </a:lnTo>
                  <a:lnTo>
                    <a:pt x="852" y="9641"/>
                  </a:lnTo>
                  <a:lnTo>
                    <a:pt x="852" y="3466"/>
                  </a:lnTo>
                  <a:close/>
                  <a:moveTo>
                    <a:pt x="11154" y="10366"/>
                  </a:moveTo>
                  <a:lnTo>
                    <a:pt x="11154" y="10712"/>
                  </a:lnTo>
                  <a:cubicBezTo>
                    <a:pt x="11122" y="10870"/>
                    <a:pt x="10965" y="11027"/>
                    <a:pt x="10807" y="11027"/>
                  </a:cubicBezTo>
                  <a:lnTo>
                    <a:pt x="1198" y="11027"/>
                  </a:lnTo>
                  <a:cubicBezTo>
                    <a:pt x="1009" y="11027"/>
                    <a:pt x="852" y="10870"/>
                    <a:pt x="852" y="10649"/>
                  </a:cubicBezTo>
                  <a:lnTo>
                    <a:pt x="852" y="10366"/>
                  </a:lnTo>
                  <a:close/>
                  <a:moveTo>
                    <a:pt x="1734" y="1"/>
                  </a:moveTo>
                  <a:cubicBezTo>
                    <a:pt x="1545" y="1"/>
                    <a:pt x="1387" y="158"/>
                    <a:pt x="1387" y="347"/>
                  </a:cubicBezTo>
                  <a:lnTo>
                    <a:pt x="1387" y="694"/>
                  </a:lnTo>
                  <a:lnTo>
                    <a:pt x="1041" y="694"/>
                  </a:lnTo>
                  <a:cubicBezTo>
                    <a:pt x="474" y="694"/>
                    <a:pt x="1" y="1166"/>
                    <a:pt x="1" y="1733"/>
                  </a:cubicBezTo>
                  <a:lnTo>
                    <a:pt x="1" y="10649"/>
                  </a:lnTo>
                  <a:cubicBezTo>
                    <a:pt x="1" y="11216"/>
                    <a:pt x="474" y="11689"/>
                    <a:pt x="1041" y="11689"/>
                  </a:cubicBezTo>
                  <a:lnTo>
                    <a:pt x="10650" y="11689"/>
                  </a:lnTo>
                  <a:cubicBezTo>
                    <a:pt x="11185" y="11689"/>
                    <a:pt x="11658" y="11216"/>
                    <a:pt x="11658" y="10649"/>
                  </a:cubicBezTo>
                  <a:lnTo>
                    <a:pt x="11658" y="1733"/>
                  </a:lnTo>
                  <a:cubicBezTo>
                    <a:pt x="11815" y="1166"/>
                    <a:pt x="11343" y="694"/>
                    <a:pt x="10807" y="694"/>
                  </a:cubicBezTo>
                  <a:lnTo>
                    <a:pt x="10461" y="694"/>
                  </a:lnTo>
                  <a:lnTo>
                    <a:pt x="10461" y="347"/>
                  </a:lnTo>
                  <a:cubicBezTo>
                    <a:pt x="10461" y="158"/>
                    <a:pt x="10303" y="1"/>
                    <a:pt x="10083" y="1"/>
                  </a:cubicBezTo>
                  <a:cubicBezTo>
                    <a:pt x="9893" y="1"/>
                    <a:pt x="9736" y="158"/>
                    <a:pt x="9736" y="347"/>
                  </a:cubicBezTo>
                  <a:lnTo>
                    <a:pt x="9736" y="694"/>
                  </a:lnTo>
                  <a:lnTo>
                    <a:pt x="8350" y="694"/>
                  </a:lnTo>
                  <a:lnTo>
                    <a:pt x="8350" y="347"/>
                  </a:lnTo>
                  <a:cubicBezTo>
                    <a:pt x="8350" y="158"/>
                    <a:pt x="8192" y="1"/>
                    <a:pt x="8003" y="1"/>
                  </a:cubicBezTo>
                  <a:cubicBezTo>
                    <a:pt x="7814" y="1"/>
                    <a:pt x="7657" y="158"/>
                    <a:pt x="7657" y="347"/>
                  </a:cubicBezTo>
                  <a:lnTo>
                    <a:pt x="7657" y="694"/>
                  </a:lnTo>
                  <a:lnTo>
                    <a:pt x="6270" y="694"/>
                  </a:lnTo>
                  <a:lnTo>
                    <a:pt x="6270" y="347"/>
                  </a:lnTo>
                  <a:cubicBezTo>
                    <a:pt x="6270" y="158"/>
                    <a:pt x="6113" y="1"/>
                    <a:pt x="5924" y="1"/>
                  </a:cubicBezTo>
                  <a:cubicBezTo>
                    <a:pt x="5735" y="1"/>
                    <a:pt x="5577" y="158"/>
                    <a:pt x="5577" y="347"/>
                  </a:cubicBezTo>
                  <a:lnTo>
                    <a:pt x="5577" y="694"/>
                  </a:lnTo>
                  <a:lnTo>
                    <a:pt x="4191" y="694"/>
                  </a:lnTo>
                  <a:lnTo>
                    <a:pt x="4191" y="347"/>
                  </a:lnTo>
                  <a:cubicBezTo>
                    <a:pt x="4191" y="158"/>
                    <a:pt x="4034" y="1"/>
                    <a:pt x="3845" y="1"/>
                  </a:cubicBezTo>
                  <a:cubicBezTo>
                    <a:pt x="3624" y="1"/>
                    <a:pt x="3466" y="158"/>
                    <a:pt x="3466" y="347"/>
                  </a:cubicBezTo>
                  <a:lnTo>
                    <a:pt x="3466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38" name="Google Shape;10238;p64"/>
          <p:cNvGrpSpPr/>
          <p:nvPr/>
        </p:nvGrpSpPr>
        <p:grpSpPr>
          <a:xfrm>
            <a:off x="1736150" y="3156468"/>
            <a:ext cx="365052" cy="352162"/>
            <a:chOff x="-32243499" y="2299850"/>
            <a:chExt cx="300900" cy="290275"/>
          </a:xfrm>
        </p:grpSpPr>
        <p:sp>
          <p:nvSpPr>
            <p:cNvPr id="10239" name="Google Shape;10239;p64"/>
            <p:cNvSpPr/>
            <p:nvPr/>
          </p:nvSpPr>
          <p:spPr>
            <a:xfrm>
              <a:off x="-32243499" y="2299850"/>
              <a:ext cx="300900" cy="290275"/>
            </a:xfrm>
            <a:custGeom>
              <a:rect l="l" t="t" r="r" b="b"/>
              <a:pathLst>
                <a:path w="12036" h="11611" extrusionOk="0">
                  <a:moveTo>
                    <a:pt x="7955" y="654"/>
                  </a:moveTo>
                  <a:cubicBezTo>
                    <a:pt x="8743" y="654"/>
                    <a:pt x="9531" y="946"/>
                    <a:pt x="10114" y="1529"/>
                  </a:cubicBezTo>
                  <a:cubicBezTo>
                    <a:pt x="11311" y="2726"/>
                    <a:pt x="11311" y="4679"/>
                    <a:pt x="10114" y="5876"/>
                  </a:cubicBezTo>
                  <a:cubicBezTo>
                    <a:pt x="9540" y="6450"/>
                    <a:pt x="8752" y="6766"/>
                    <a:pt x="7951" y="6766"/>
                  </a:cubicBezTo>
                  <a:cubicBezTo>
                    <a:pt x="7565" y="6766"/>
                    <a:pt x="7175" y="6692"/>
                    <a:pt x="6806" y="6538"/>
                  </a:cubicBezTo>
                  <a:cubicBezTo>
                    <a:pt x="6759" y="6526"/>
                    <a:pt x="6709" y="6519"/>
                    <a:pt x="6661" y="6519"/>
                  </a:cubicBezTo>
                  <a:cubicBezTo>
                    <a:pt x="6577" y="6519"/>
                    <a:pt x="6499" y="6541"/>
                    <a:pt x="6459" y="6601"/>
                  </a:cubicBezTo>
                  <a:lnTo>
                    <a:pt x="5545" y="7514"/>
                  </a:lnTo>
                  <a:lnTo>
                    <a:pt x="4726" y="7514"/>
                  </a:lnTo>
                  <a:cubicBezTo>
                    <a:pt x="4537" y="7514"/>
                    <a:pt x="4380" y="7672"/>
                    <a:pt x="4380" y="7861"/>
                  </a:cubicBezTo>
                  <a:lnTo>
                    <a:pt x="4380" y="8460"/>
                  </a:lnTo>
                  <a:lnTo>
                    <a:pt x="3907" y="8428"/>
                  </a:lnTo>
                  <a:cubicBezTo>
                    <a:pt x="3813" y="8428"/>
                    <a:pt x="3687" y="8428"/>
                    <a:pt x="3655" y="8491"/>
                  </a:cubicBezTo>
                  <a:cubicBezTo>
                    <a:pt x="3592" y="8554"/>
                    <a:pt x="3529" y="8649"/>
                    <a:pt x="3529" y="8743"/>
                  </a:cubicBezTo>
                  <a:lnTo>
                    <a:pt x="3466" y="9531"/>
                  </a:lnTo>
                  <a:lnTo>
                    <a:pt x="2678" y="9594"/>
                  </a:lnTo>
                  <a:cubicBezTo>
                    <a:pt x="2584" y="9594"/>
                    <a:pt x="2521" y="9657"/>
                    <a:pt x="2426" y="9720"/>
                  </a:cubicBezTo>
                  <a:cubicBezTo>
                    <a:pt x="2395" y="9814"/>
                    <a:pt x="2363" y="9877"/>
                    <a:pt x="2363" y="9972"/>
                  </a:cubicBezTo>
                  <a:lnTo>
                    <a:pt x="2426" y="10665"/>
                  </a:lnTo>
                  <a:lnTo>
                    <a:pt x="2174" y="10949"/>
                  </a:lnTo>
                  <a:lnTo>
                    <a:pt x="694" y="10949"/>
                  </a:lnTo>
                  <a:lnTo>
                    <a:pt x="694" y="9499"/>
                  </a:lnTo>
                  <a:lnTo>
                    <a:pt x="757" y="9499"/>
                  </a:lnTo>
                  <a:lnTo>
                    <a:pt x="5041" y="5215"/>
                  </a:lnTo>
                  <a:cubicBezTo>
                    <a:pt x="5104" y="5120"/>
                    <a:pt x="5167" y="4963"/>
                    <a:pt x="5104" y="4837"/>
                  </a:cubicBezTo>
                  <a:cubicBezTo>
                    <a:pt x="4695" y="3702"/>
                    <a:pt x="4947" y="2411"/>
                    <a:pt x="5797" y="1529"/>
                  </a:cubicBezTo>
                  <a:cubicBezTo>
                    <a:pt x="6380" y="946"/>
                    <a:pt x="7168" y="654"/>
                    <a:pt x="7955" y="654"/>
                  </a:cubicBezTo>
                  <a:close/>
                  <a:moveTo>
                    <a:pt x="7936" y="1"/>
                  </a:moveTo>
                  <a:cubicBezTo>
                    <a:pt x="6971" y="1"/>
                    <a:pt x="6002" y="363"/>
                    <a:pt x="5262" y="1088"/>
                  </a:cubicBezTo>
                  <a:cubicBezTo>
                    <a:pt x="4285" y="2096"/>
                    <a:pt x="3939" y="3576"/>
                    <a:pt x="4380" y="4931"/>
                  </a:cubicBezTo>
                  <a:lnTo>
                    <a:pt x="126" y="9184"/>
                  </a:lnTo>
                  <a:cubicBezTo>
                    <a:pt x="32" y="9247"/>
                    <a:pt x="0" y="9342"/>
                    <a:pt x="0" y="9405"/>
                  </a:cubicBezTo>
                  <a:lnTo>
                    <a:pt x="0" y="11358"/>
                  </a:lnTo>
                  <a:cubicBezTo>
                    <a:pt x="32" y="11453"/>
                    <a:pt x="189" y="11610"/>
                    <a:pt x="379" y="11610"/>
                  </a:cubicBezTo>
                  <a:lnTo>
                    <a:pt x="2332" y="11610"/>
                  </a:lnTo>
                  <a:cubicBezTo>
                    <a:pt x="2395" y="11610"/>
                    <a:pt x="2521" y="11579"/>
                    <a:pt x="2552" y="11516"/>
                  </a:cubicBezTo>
                  <a:lnTo>
                    <a:pt x="3025" y="11043"/>
                  </a:lnTo>
                  <a:cubicBezTo>
                    <a:pt x="3119" y="10949"/>
                    <a:pt x="3151" y="10823"/>
                    <a:pt x="3119" y="10759"/>
                  </a:cubicBezTo>
                  <a:lnTo>
                    <a:pt x="3025" y="10255"/>
                  </a:lnTo>
                  <a:lnTo>
                    <a:pt x="3750" y="10161"/>
                  </a:lnTo>
                  <a:cubicBezTo>
                    <a:pt x="3907" y="10161"/>
                    <a:pt x="4002" y="10003"/>
                    <a:pt x="4065" y="9846"/>
                  </a:cubicBezTo>
                  <a:lnTo>
                    <a:pt x="4128" y="9153"/>
                  </a:lnTo>
                  <a:lnTo>
                    <a:pt x="4663" y="9216"/>
                  </a:lnTo>
                  <a:cubicBezTo>
                    <a:pt x="4726" y="9216"/>
                    <a:pt x="4852" y="9216"/>
                    <a:pt x="4915" y="9153"/>
                  </a:cubicBezTo>
                  <a:cubicBezTo>
                    <a:pt x="5010" y="9058"/>
                    <a:pt x="5041" y="8995"/>
                    <a:pt x="5041" y="8901"/>
                  </a:cubicBezTo>
                  <a:lnTo>
                    <a:pt x="5041" y="8271"/>
                  </a:lnTo>
                  <a:lnTo>
                    <a:pt x="5671" y="8271"/>
                  </a:lnTo>
                  <a:cubicBezTo>
                    <a:pt x="5734" y="8271"/>
                    <a:pt x="5829" y="8239"/>
                    <a:pt x="5892" y="8145"/>
                  </a:cubicBezTo>
                  <a:lnTo>
                    <a:pt x="6774" y="7325"/>
                  </a:lnTo>
                  <a:cubicBezTo>
                    <a:pt x="7153" y="7452"/>
                    <a:pt x="7548" y="7514"/>
                    <a:pt x="7941" y="7514"/>
                  </a:cubicBezTo>
                  <a:cubicBezTo>
                    <a:pt x="8920" y="7514"/>
                    <a:pt x="9889" y="7131"/>
                    <a:pt x="10586" y="6412"/>
                  </a:cubicBezTo>
                  <a:cubicBezTo>
                    <a:pt x="12035" y="4963"/>
                    <a:pt x="12035" y="2568"/>
                    <a:pt x="10586" y="1088"/>
                  </a:cubicBezTo>
                  <a:cubicBezTo>
                    <a:pt x="9862" y="363"/>
                    <a:pt x="8901" y="1"/>
                    <a:pt x="79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40" name="Google Shape;10240;p64"/>
            <p:cNvSpPr/>
            <p:nvPr/>
          </p:nvSpPr>
          <p:spPr>
            <a:xfrm>
              <a:off x="-32048174" y="2342775"/>
              <a:ext cx="55950" cy="51025"/>
            </a:xfrm>
            <a:custGeom>
              <a:rect l="l" t="t" r="r" b="b"/>
              <a:pathLst>
                <a:path w="2238" h="2041" extrusionOk="0">
                  <a:moveTo>
                    <a:pt x="1119" y="662"/>
                  </a:moveTo>
                  <a:cubicBezTo>
                    <a:pt x="1206" y="662"/>
                    <a:pt x="1292" y="694"/>
                    <a:pt x="1355" y="757"/>
                  </a:cubicBezTo>
                  <a:cubicBezTo>
                    <a:pt x="1481" y="883"/>
                    <a:pt x="1481" y="1135"/>
                    <a:pt x="1355" y="1229"/>
                  </a:cubicBezTo>
                  <a:cubicBezTo>
                    <a:pt x="1292" y="1292"/>
                    <a:pt x="1206" y="1324"/>
                    <a:pt x="1119" y="1324"/>
                  </a:cubicBezTo>
                  <a:cubicBezTo>
                    <a:pt x="1032" y="1324"/>
                    <a:pt x="946" y="1292"/>
                    <a:pt x="883" y="1229"/>
                  </a:cubicBezTo>
                  <a:cubicBezTo>
                    <a:pt x="725" y="1135"/>
                    <a:pt x="725" y="914"/>
                    <a:pt x="883" y="757"/>
                  </a:cubicBezTo>
                  <a:cubicBezTo>
                    <a:pt x="946" y="694"/>
                    <a:pt x="1032" y="662"/>
                    <a:pt x="1119" y="662"/>
                  </a:cubicBezTo>
                  <a:close/>
                  <a:moveTo>
                    <a:pt x="1115" y="1"/>
                  </a:moveTo>
                  <a:cubicBezTo>
                    <a:pt x="851" y="1"/>
                    <a:pt x="584" y="95"/>
                    <a:pt x="379" y="284"/>
                  </a:cubicBezTo>
                  <a:cubicBezTo>
                    <a:pt x="1" y="694"/>
                    <a:pt x="1" y="1355"/>
                    <a:pt x="379" y="1733"/>
                  </a:cubicBezTo>
                  <a:cubicBezTo>
                    <a:pt x="599" y="1938"/>
                    <a:pt x="867" y="2041"/>
                    <a:pt x="1127" y="2041"/>
                  </a:cubicBezTo>
                  <a:cubicBezTo>
                    <a:pt x="1387" y="2041"/>
                    <a:pt x="1639" y="1938"/>
                    <a:pt x="1828" y="1733"/>
                  </a:cubicBezTo>
                  <a:cubicBezTo>
                    <a:pt x="2238" y="1355"/>
                    <a:pt x="2238" y="694"/>
                    <a:pt x="1828" y="284"/>
                  </a:cubicBezTo>
                  <a:cubicBezTo>
                    <a:pt x="1639" y="95"/>
                    <a:pt x="1379" y="1"/>
                    <a:pt x="1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41" name="Google Shape;10241;p64"/>
          <p:cNvSpPr/>
          <p:nvPr/>
        </p:nvSpPr>
        <p:spPr>
          <a:xfrm>
            <a:off x="1737541" y="3616837"/>
            <a:ext cx="356438" cy="352617"/>
          </a:xfrm>
          <a:custGeom>
            <a:rect l="l" t="t" r="r" b="b"/>
            <a:pathLst>
              <a:path w="11752" h="11626" extrusionOk="0">
                <a:moveTo>
                  <a:pt x="5829" y="662"/>
                </a:moveTo>
                <a:cubicBezTo>
                  <a:pt x="6049" y="662"/>
                  <a:pt x="6207" y="819"/>
                  <a:pt x="6207" y="1008"/>
                </a:cubicBezTo>
                <a:cubicBezTo>
                  <a:pt x="6207" y="1197"/>
                  <a:pt x="6049" y="1355"/>
                  <a:pt x="5829" y="1355"/>
                </a:cubicBezTo>
                <a:cubicBezTo>
                  <a:pt x="5640" y="1355"/>
                  <a:pt x="5482" y="1197"/>
                  <a:pt x="5482" y="1008"/>
                </a:cubicBezTo>
                <a:cubicBezTo>
                  <a:pt x="5482" y="819"/>
                  <a:pt x="5640" y="662"/>
                  <a:pt x="5829" y="662"/>
                </a:cubicBezTo>
                <a:close/>
                <a:moveTo>
                  <a:pt x="5829" y="2048"/>
                </a:moveTo>
                <a:cubicBezTo>
                  <a:pt x="6743" y="2048"/>
                  <a:pt x="7625" y="2363"/>
                  <a:pt x="8255" y="2898"/>
                </a:cubicBezTo>
                <a:lnTo>
                  <a:pt x="7247" y="3875"/>
                </a:lnTo>
                <a:cubicBezTo>
                  <a:pt x="6869" y="3560"/>
                  <a:pt x="6364" y="3403"/>
                  <a:pt x="5797" y="3403"/>
                </a:cubicBezTo>
                <a:cubicBezTo>
                  <a:pt x="5325" y="3403"/>
                  <a:pt x="4821" y="3560"/>
                  <a:pt x="4380" y="3875"/>
                </a:cubicBezTo>
                <a:lnTo>
                  <a:pt x="3435" y="2930"/>
                </a:lnTo>
                <a:cubicBezTo>
                  <a:pt x="4065" y="2363"/>
                  <a:pt x="4884" y="2048"/>
                  <a:pt x="5829" y="2048"/>
                </a:cubicBezTo>
                <a:close/>
                <a:moveTo>
                  <a:pt x="4852" y="1355"/>
                </a:moveTo>
                <a:cubicBezTo>
                  <a:pt x="4852" y="1418"/>
                  <a:pt x="4884" y="1449"/>
                  <a:pt x="4884" y="1449"/>
                </a:cubicBezTo>
                <a:cubicBezTo>
                  <a:pt x="3214" y="1796"/>
                  <a:pt x="1828" y="3151"/>
                  <a:pt x="1481" y="4883"/>
                </a:cubicBezTo>
                <a:cubicBezTo>
                  <a:pt x="1450" y="4883"/>
                  <a:pt x="1387" y="4820"/>
                  <a:pt x="1387" y="4820"/>
                </a:cubicBezTo>
                <a:lnTo>
                  <a:pt x="1387" y="3718"/>
                </a:lnTo>
                <a:cubicBezTo>
                  <a:pt x="1387" y="2426"/>
                  <a:pt x="2458" y="1355"/>
                  <a:pt x="3750" y="1355"/>
                </a:cubicBezTo>
                <a:close/>
                <a:moveTo>
                  <a:pt x="7908" y="1355"/>
                </a:moveTo>
                <a:cubicBezTo>
                  <a:pt x="9200" y="1355"/>
                  <a:pt x="10240" y="2426"/>
                  <a:pt x="10240" y="3718"/>
                </a:cubicBezTo>
                <a:lnTo>
                  <a:pt x="10240" y="4820"/>
                </a:lnTo>
                <a:cubicBezTo>
                  <a:pt x="10208" y="4820"/>
                  <a:pt x="10177" y="4883"/>
                  <a:pt x="10177" y="4883"/>
                </a:cubicBezTo>
                <a:cubicBezTo>
                  <a:pt x="9830" y="3182"/>
                  <a:pt x="8475" y="1796"/>
                  <a:pt x="6743" y="1449"/>
                </a:cubicBezTo>
                <a:cubicBezTo>
                  <a:pt x="6743" y="1418"/>
                  <a:pt x="6774" y="1355"/>
                  <a:pt x="6774" y="1355"/>
                </a:cubicBezTo>
                <a:close/>
                <a:moveTo>
                  <a:pt x="10618" y="5419"/>
                </a:moveTo>
                <a:cubicBezTo>
                  <a:pt x="10807" y="5419"/>
                  <a:pt x="10964" y="5576"/>
                  <a:pt x="10964" y="5765"/>
                </a:cubicBezTo>
                <a:cubicBezTo>
                  <a:pt x="10964" y="5986"/>
                  <a:pt x="10807" y="6143"/>
                  <a:pt x="10618" y="6143"/>
                </a:cubicBezTo>
                <a:cubicBezTo>
                  <a:pt x="10397" y="6143"/>
                  <a:pt x="10240" y="5986"/>
                  <a:pt x="10240" y="5765"/>
                </a:cubicBezTo>
                <a:cubicBezTo>
                  <a:pt x="10240" y="5576"/>
                  <a:pt x="10397" y="5419"/>
                  <a:pt x="10618" y="5419"/>
                </a:cubicBezTo>
                <a:close/>
                <a:moveTo>
                  <a:pt x="1040" y="5450"/>
                </a:moveTo>
                <a:cubicBezTo>
                  <a:pt x="1229" y="5450"/>
                  <a:pt x="1387" y="5608"/>
                  <a:pt x="1387" y="5828"/>
                </a:cubicBezTo>
                <a:cubicBezTo>
                  <a:pt x="1387" y="6017"/>
                  <a:pt x="1229" y="6175"/>
                  <a:pt x="1040" y="6175"/>
                </a:cubicBezTo>
                <a:cubicBezTo>
                  <a:pt x="851" y="6175"/>
                  <a:pt x="694" y="6017"/>
                  <a:pt x="694" y="5828"/>
                </a:cubicBezTo>
                <a:cubicBezTo>
                  <a:pt x="694" y="5608"/>
                  <a:pt x="851" y="5450"/>
                  <a:pt x="1040" y="5450"/>
                </a:cubicBezTo>
                <a:close/>
                <a:moveTo>
                  <a:pt x="5829" y="4096"/>
                </a:moveTo>
                <a:cubicBezTo>
                  <a:pt x="6774" y="4096"/>
                  <a:pt x="7530" y="4820"/>
                  <a:pt x="7530" y="5765"/>
                </a:cubicBezTo>
                <a:cubicBezTo>
                  <a:pt x="7530" y="6711"/>
                  <a:pt x="6837" y="7498"/>
                  <a:pt x="5829" y="7498"/>
                </a:cubicBezTo>
                <a:cubicBezTo>
                  <a:pt x="4884" y="7498"/>
                  <a:pt x="4096" y="6711"/>
                  <a:pt x="4159" y="5734"/>
                </a:cubicBezTo>
                <a:cubicBezTo>
                  <a:pt x="4191" y="4789"/>
                  <a:pt x="4884" y="4096"/>
                  <a:pt x="5829" y="4096"/>
                </a:cubicBezTo>
                <a:close/>
                <a:moveTo>
                  <a:pt x="2930" y="3371"/>
                </a:moveTo>
                <a:lnTo>
                  <a:pt x="3876" y="4316"/>
                </a:lnTo>
                <a:cubicBezTo>
                  <a:pt x="3561" y="4757"/>
                  <a:pt x="3403" y="5261"/>
                  <a:pt x="3403" y="5765"/>
                </a:cubicBezTo>
                <a:cubicBezTo>
                  <a:pt x="3403" y="6301"/>
                  <a:pt x="3561" y="6805"/>
                  <a:pt x="3876" y="7183"/>
                </a:cubicBezTo>
                <a:lnTo>
                  <a:pt x="2899" y="8191"/>
                </a:lnTo>
                <a:cubicBezTo>
                  <a:pt x="2363" y="7561"/>
                  <a:pt x="2048" y="6711"/>
                  <a:pt x="2048" y="5765"/>
                </a:cubicBezTo>
                <a:cubicBezTo>
                  <a:pt x="2048" y="4883"/>
                  <a:pt x="2363" y="4001"/>
                  <a:pt x="2930" y="3371"/>
                </a:cubicBezTo>
                <a:close/>
                <a:moveTo>
                  <a:pt x="8759" y="3340"/>
                </a:moveTo>
                <a:cubicBezTo>
                  <a:pt x="9294" y="4001"/>
                  <a:pt x="9609" y="4820"/>
                  <a:pt x="9609" y="5734"/>
                </a:cubicBezTo>
                <a:cubicBezTo>
                  <a:pt x="9578" y="6711"/>
                  <a:pt x="9263" y="7561"/>
                  <a:pt x="8727" y="8191"/>
                </a:cubicBezTo>
                <a:lnTo>
                  <a:pt x="7782" y="7246"/>
                </a:lnTo>
                <a:cubicBezTo>
                  <a:pt x="8097" y="6805"/>
                  <a:pt x="8255" y="6301"/>
                  <a:pt x="8255" y="5765"/>
                </a:cubicBezTo>
                <a:cubicBezTo>
                  <a:pt x="8255" y="5576"/>
                  <a:pt x="8192" y="5387"/>
                  <a:pt x="8160" y="5198"/>
                </a:cubicBezTo>
                <a:cubicBezTo>
                  <a:pt x="8097" y="4883"/>
                  <a:pt x="7971" y="4600"/>
                  <a:pt x="7782" y="4316"/>
                </a:cubicBezTo>
                <a:lnTo>
                  <a:pt x="8759" y="3340"/>
                </a:lnTo>
                <a:close/>
                <a:moveTo>
                  <a:pt x="7310" y="7719"/>
                </a:moveTo>
                <a:lnTo>
                  <a:pt x="8255" y="8664"/>
                </a:lnTo>
                <a:cubicBezTo>
                  <a:pt x="7562" y="9231"/>
                  <a:pt x="6743" y="9546"/>
                  <a:pt x="5829" y="9546"/>
                </a:cubicBezTo>
                <a:cubicBezTo>
                  <a:pt x="4947" y="9546"/>
                  <a:pt x="4065" y="9231"/>
                  <a:pt x="3435" y="8695"/>
                </a:cubicBezTo>
                <a:lnTo>
                  <a:pt x="4411" y="7719"/>
                </a:lnTo>
                <a:cubicBezTo>
                  <a:pt x="4821" y="8034"/>
                  <a:pt x="5325" y="8191"/>
                  <a:pt x="5829" y="8191"/>
                </a:cubicBezTo>
                <a:cubicBezTo>
                  <a:pt x="6364" y="8191"/>
                  <a:pt x="6869" y="8034"/>
                  <a:pt x="7310" y="7719"/>
                </a:cubicBezTo>
                <a:close/>
                <a:moveTo>
                  <a:pt x="1481" y="6711"/>
                </a:moveTo>
                <a:cubicBezTo>
                  <a:pt x="1828" y="8443"/>
                  <a:pt x="3214" y="9798"/>
                  <a:pt x="4884" y="10145"/>
                </a:cubicBezTo>
                <a:cubicBezTo>
                  <a:pt x="4884" y="10176"/>
                  <a:pt x="4852" y="10239"/>
                  <a:pt x="4852" y="10271"/>
                </a:cubicBezTo>
                <a:lnTo>
                  <a:pt x="3781" y="10271"/>
                </a:lnTo>
                <a:cubicBezTo>
                  <a:pt x="2458" y="10271"/>
                  <a:pt x="1387" y="9168"/>
                  <a:pt x="1387" y="7813"/>
                </a:cubicBezTo>
                <a:lnTo>
                  <a:pt x="1387" y="6774"/>
                </a:lnTo>
                <a:cubicBezTo>
                  <a:pt x="1418" y="6774"/>
                  <a:pt x="1481" y="6711"/>
                  <a:pt x="1481" y="6711"/>
                </a:cubicBezTo>
                <a:close/>
                <a:moveTo>
                  <a:pt x="10177" y="6711"/>
                </a:moveTo>
                <a:cubicBezTo>
                  <a:pt x="10208" y="6711"/>
                  <a:pt x="10240" y="6774"/>
                  <a:pt x="10240" y="6774"/>
                </a:cubicBezTo>
                <a:lnTo>
                  <a:pt x="10240" y="7876"/>
                </a:lnTo>
                <a:cubicBezTo>
                  <a:pt x="10240" y="9168"/>
                  <a:pt x="9200" y="10271"/>
                  <a:pt x="7877" y="10271"/>
                </a:cubicBezTo>
                <a:lnTo>
                  <a:pt x="6774" y="10271"/>
                </a:lnTo>
                <a:cubicBezTo>
                  <a:pt x="6774" y="10239"/>
                  <a:pt x="6743" y="10176"/>
                  <a:pt x="6743" y="10145"/>
                </a:cubicBezTo>
                <a:cubicBezTo>
                  <a:pt x="8475" y="9798"/>
                  <a:pt x="9830" y="8412"/>
                  <a:pt x="10177" y="6711"/>
                </a:cubicBezTo>
                <a:close/>
                <a:moveTo>
                  <a:pt x="5829" y="10239"/>
                </a:moveTo>
                <a:cubicBezTo>
                  <a:pt x="6049" y="10239"/>
                  <a:pt x="6207" y="10397"/>
                  <a:pt x="6207" y="10586"/>
                </a:cubicBezTo>
                <a:cubicBezTo>
                  <a:pt x="6144" y="10775"/>
                  <a:pt x="5986" y="10932"/>
                  <a:pt x="5829" y="10932"/>
                </a:cubicBezTo>
                <a:cubicBezTo>
                  <a:pt x="5640" y="10932"/>
                  <a:pt x="5482" y="10775"/>
                  <a:pt x="5482" y="10586"/>
                </a:cubicBezTo>
                <a:cubicBezTo>
                  <a:pt x="5482" y="10397"/>
                  <a:pt x="5640" y="10239"/>
                  <a:pt x="5829" y="10239"/>
                </a:cubicBezTo>
                <a:close/>
                <a:moveTo>
                  <a:pt x="5829" y="0"/>
                </a:moveTo>
                <a:cubicBezTo>
                  <a:pt x="5388" y="0"/>
                  <a:pt x="5010" y="315"/>
                  <a:pt x="4852" y="693"/>
                </a:cubicBezTo>
                <a:lnTo>
                  <a:pt x="3813" y="693"/>
                </a:lnTo>
                <a:cubicBezTo>
                  <a:pt x="2111" y="693"/>
                  <a:pt x="725" y="2079"/>
                  <a:pt x="725" y="3781"/>
                </a:cubicBezTo>
                <a:lnTo>
                  <a:pt x="725" y="4820"/>
                </a:lnTo>
                <a:cubicBezTo>
                  <a:pt x="316" y="4946"/>
                  <a:pt x="0" y="5356"/>
                  <a:pt x="0" y="5828"/>
                </a:cubicBezTo>
                <a:cubicBezTo>
                  <a:pt x="0" y="6301"/>
                  <a:pt x="316" y="6648"/>
                  <a:pt x="725" y="6805"/>
                </a:cubicBezTo>
                <a:lnTo>
                  <a:pt x="725" y="7876"/>
                </a:lnTo>
                <a:cubicBezTo>
                  <a:pt x="725" y="9546"/>
                  <a:pt x="2111" y="10964"/>
                  <a:pt x="3813" y="10964"/>
                </a:cubicBezTo>
                <a:lnTo>
                  <a:pt x="4915" y="10964"/>
                </a:lnTo>
                <a:cubicBezTo>
                  <a:pt x="5073" y="11373"/>
                  <a:pt x="5419" y="11625"/>
                  <a:pt x="5892" y="11625"/>
                </a:cubicBezTo>
                <a:cubicBezTo>
                  <a:pt x="6333" y="11625"/>
                  <a:pt x="6711" y="11310"/>
                  <a:pt x="6869" y="10932"/>
                </a:cubicBezTo>
                <a:lnTo>
                  <a:pt x="7971" y="10932"/>
                </a:lnTo>
                <a:cubicBezTo>
                  <a:pt x="9672" y="10932"/>
                  <a:pt x="11059" y="9546"/>
                  <a:pt x="11059" y="7845"/>
                </a:cubicBezTo>
                <a:lnTo>
                  <a:pt x="11059" y="6774"/>
                </a:lnTo>
                <a:cubicBezTo>
                  <a:pt x="11216" y="6711"/>
                  <a:pt x="11311" y="6648"/>
                  <a:pt x="11437" y="6522"/>
                </a:cubicBezTo>
                <a:cubicBezTo>
                  <a:pt x="11626" y="6333"/>
                  <a:pt x="11752" y="6049"/>
                  <a:pt x="11752" y="5765"/>
                </a:cubicBezTo>
                <a:cubicBezTo>
                  <a:pt x="11752" y="5513"/>
                  <a:pt x="11626" y="5230"/>
                  <a:pt x="11437" y="5041"/>
                </a:cubicBezTo>
                <a:cubicBezTo>
                  <a:pt x="11248" y="4946"/>
                  <a:pt x="11090" y="4883"/>
                  <a:pt x="10964" y="4820"/>
                </a:cubicBezTo>
                <a:lnTo>
                  <a:pt x="10964" y="3781"/>
                </a:lnTo>
                <a:cubicBezTo>
                  <a:pt x="10964" y="2079"/>
                  <a:pt x="9578" y="693"/>
                  <a:pt x="7877" y="693"/>
                </a:cubicBezTo>
                <a:lnTo>
                  <a:pt x="6837" y="693"/>
                </a:lnTo>
                <a:cubicBezTo>
                  <a:pt x="6711" y="315"/>
                  <a:pt x="6301" y="0"/>
                  <a:pt x="5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42" name="Google Shape;10242;p64"/>
          <p:cNvGrpSpPr/>
          <p:nvPr/>
        </p:nvGrpSpPr>
        <p:grpSpPr>
          <a:xfrm>
            <a:off x="1299432" y="1306759"/>
            <a:ext cx="354527" cy="355498"/>
            <a:chOff x="-35495601" y="1912725"/>
            <a:chExt cx="292225" cy="293025"/>
          </a:xfrm>
        </p:grpSpPr>
        <p:sp>
          <p:nvSpPr>
            <p:cNvPr id="10243" name="Google Shape;10243;p64"/>
            <p:cNvSpPr/>
            <p:nvPr/>
          </p:nvSpPr>
          <p:spPr>
            <a:xfrm>
              <a:off x="-35495601" y="1912725"/>
              <a:ext cx="102400" cy="293025"/>
            </a:xfrm>
            <a:custGeom>
              <a:rect l="l" t="t" r="r" b="b"/>
              <a:pathLst>
                <a:path w="4096" h="11721" extrusionOk="0">
                  <a:moveTo>
                    <a:pt x="3088" y="726"/>
                  </a:moveTo>
                  <a:cubicBezTo>
                    <a:pt x="3277" y="726"/>
                    <a:pt x="3435" y="883"/>
                    <a:pt x="3435" y="1041"/>
                  </a:cubicBezTo>
                  <a:lnTo>
                    <a:pt x="3435" y="3120"/>
                  </a:lnTo>
                  <a:cubicBezTo>
                    <a:pt x="3435" y="3309"/>
                    <a:pt x="3277" y="3467"/>
                    <a:pt x="3088" y="3467"/>
                  </a:cubicBezTo>
                  <a:lnTo>
                    <a:pt x="2710" y="3467"/>
                  </a:lnTo>
                  <a:lnTo>
                    <a:pt x="2710" y="726"/>
                  </a:lnTo>
                  <a:close/>
                  <a:moveTo>
                    <a:pt x="2080" y="757"/>
                  </a:moveTo>
                  <a:lnTo>
                    <a:pt x="2080" y="3561"/>
                  </a:lnTo>
                  <a:cubicBezTo>
                    <a:pt x="1702" y="3719"/>
                    <a:pt x="1418" y="4065"/>
                    <a:pt x="1418" y="4538"/>
                  </a:cubicBezTo>
                  <a:lnTo>
                    <a:pt x="1418" y="7310"/>
                  </a:lnTo>
                  <a:cubicBezTo>
                    <a:pt x="1418" y="7720"/>
                    <a:pt x="1702" y="8129"/>
                    <a:pt x="2080" y="8287"/>
                  </a:cubicBezTo>
                  <a:lnTo>
                    <a:pt x="2080" y="11028"/>
                  </a:lnTo>
                  <a:cubicBezTo>
                    <a:pt x="1292" y="10870"/>
                    <a:pt x="725" y="10177"/>
                    <a:pt x="725" y="9326"/>
                  </a:cubicBezTo>
                  <a:lnTo>
                    <a:pt x="725" y="2458"/>
                  </a:lnTo>
                  <a:cubicBezTo>
                    <a:pt x="725" y="1639"/>
                    <a:pt x="1292" y="915"/>
                    <a:pt x="2080" y="757"/>
                  </a:cubicBezTo>
                  <a:close/>
                  <a:moveTo>
                    <a:pt x="3136" y="8314"/>
                  </a:moveTo>
                  <a:cubicBezTo>
                    <a:pt x="3303" y="8314"/>
                    <a:pt x="3435" y="8461"/>
                    <a:pt x="3435" y="8633"/>
                  </a:cubicBezTo>
                  <a:lnTo>
                    <a:pt x="3435" y="10681"/>
                  </a:lnTo>
                  <a:cubicBezTo>
                    <a:pt x="3435" y="10870"/>
                    <a:pt x="3277" y="11028"/>
                    <a:pt x="3088" y="11028"/>
                  </a:cubicBezTo>
                  <a:lnTo>
                    <a:pt x="2710" y="11028"/>
                  </a:lnTo>
                  <a:lnTo>
                    <a:pt x="2710" y="8318"/>
                  </a:lnTo>
                  <a:lnTo>
                    <a:pt x="3088" y="8318"/>
                  </a:lnTo>
                  <a:cubicBezTo>
                    <a:pt x="3104" y="8316"/>
                    <a:pt x="3120" y="8314"/>
                    <a:pt x="3136" y="8314"/>
                  </a:cubicBezTo>
                  <a:close/>
                  <a:moveTo>
                    <a:pt x="2395" y="1"/>
                  </a:moveTo>
                  <a:cubicBezTo>
                    <a:pt x="1072" y="1"/>
                    <a:pt x="0" y="1104"/>
                    <a:pt x="0" y="2427"/>
                  </a:cubicBezTo>
                  <a:lnTo>
                    <a:pt x="0" y="9263"/>
                  </a:lnTo>
                  <a:cubicBezTo>
                    <a:pt x="0" y="10618"/>
                    <a:pt x="1072" y="11721"/>
                    <a:pt x="2395" y="11721"/>
                  </a:cubicBezTo>
                  <a:lnTo>
                    <a:pt x="3088" y="11721"/>
                  </a:lnTo>
                  <a:cubicBezTo>
                    <a:pt x="3624" y="11721"/>
                    <a:pt x="4096" y="11248"/>
                    <a:pt x="4096" y="10681"/>
                  </a:cubicBezTo>
                  <a:lnTo>
                    <a:pt x="4096" y="8633"/>
                  </a:lnTo>
                  <a:cubicBezTo>
                    <a:pt x="4096" y="8098"/>
                    <a:pt x="3624" y="7625"/>
                    <a:pt x="3088" y="7625"/>
                  </a:cubicBezTo>
                  <a:lnTo>
                    <a:pt x="2395" y="7625"/>
                  </a:lnTo>
                  <a:cubicBezTo>
                    <a:pt x="2206" y="7625"/>
                    <a:pt x="2048" y="7468"/>
                    <a:pt x="2048" y="7247"/>
                  </a:cubicBezTo>
                  <a:lnTo>
                    <a:pt x="2048" y="4506"/>
                  </a:lnTo>
                  <a:cubicBezTo>
                    <a:pt x="2048" y="4317"/>
                    <a:pt x="2206" y="4160"/>
                    <a:pt x="2395" y="4160"/>
                  </a:cubicBezTo>
                  <a:lnTo>
                    <a:pt x="3088" y="4160"/>
                  </a:lnTo>
                  <a:cubicBezTo>
                    <a:pt x="3624" y="4160"/>
                    <a:pt x="4096" y="3687"/>
                    <a:pt x="4096" y="3120"/>
                  </a:cubicBezTo>
                  <a:lnTo>
                    <a:pt x="4096" y="1041"/>
                  </a:lnTo>
                  <a:cubicBezTo>
                    <a:pt x="4096" y="474"/>
                    <a:pt x="3624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44" name="Google Shape;10244;p64"/>
            <p:cNvSpPr/>
            <p:nvPr/>
          </p:nvSpPr>
          <p:spPr>
            <a:xfrm>
              <a:off x="-35305774" y="1912725"/>
              <a:ext cx="102400" cy="292250"/>
            </a:xfrm>
            <a:custGeom>
              <a:rect l="l" t="t" r="r" b="b"/>
              <a:pathLst>
                <a:path w="4096" h="11690" extrusionOk="0">
                  <a:moveTo>
                    <a:pt x="1386" y="694"/>
                  </a:moveTo>
                  <a:lnTo>
                    <a:pt x="1386" y="3435"/>
                  </a:lnTo>
                  <a:lnTo>
                    <a:pt x="1040" y="3435"/>
                  </a:lnTo>
                  <a:cubicBezTo>
                    <a:pt x="1023" y="3438"/>
                    <a:pt x="1007" y="3439"/>
                    <a:pt x="992" y="3439"/>
                  </a:cubicBezTo>
                  <a:cubicBezTo>
                    <a:pt x="825" y="3439"/>
                    <a:pt x="693" y="3293"/>
                    <a:pt x="693" y="3120"/>
                  </a:cubicBezTo>
                  <a:lnTo>
                    <a:pt x="693" y="1041"/>
                  </a:lnTo>
                  <a:cubicBezTo>
                    <a:pt x="693" y="852"/>
                    <a:pt x="851" y="694"/>
                    <a:pt x="1040" y="694"/>
                  </a:cubicBezTo>
                  <a:close/>
                  <a:moveTo>
                    <a:pt x="1386" y="8287"/>
                  </a:moveTo>
                  <a:lnTo>
                    <a:pt x="1386" y="10996"/>
                  </a:lnTo>
                  <a:lnTo>
                    <a:pt x="1040" y="10996"/>
                  </a:lnTo>
                  <a:cubicBezTo>
                    <a:pt x="851" y="10996"/>
                    <a:pt x="693" y="10839"/>
                    <a:pt x="693" y="10681"/>
                  </a:cubicBezTo>
                  <a:lnTo>
                    <a:pt x="693" y="8633"/>
                  </a:lnTo>
                  <a:cubicBezTo>
                    <a:pt x="693" y="8444"/>
                    <a:pt x="851" y="8287"/>
                    <a:pt x="1040" y="8287"/>
                  </a:cubicBezTo>
                  <a:close/>
                  <a:moveTo>
                    <a:pt x="2016" y="757"/>
                  </a:moveTo>
                  <a:cubicBezTo>
                    <a:pt x="2804" y="915"/>
                    <a:pt x="3403" y="1639"/>
                    <a:pt x="3403" y="2458"/>
                  </a:cubicBezTo>
                  <a:lnTo>
                    <a:pt x="3403" y="9295"/>
                  </a:lnTo>
                  <a:cubicBezTo>
                    <a:pt x="3403" y="10114"/>
                    <a:pt x="2804" y="10839"/>
                    <a:pt x="2016" y="10996"/>
                  </a:cubicBezTo>
                  <a:lnTo>
                    <a:pt x="2016" y="8255"/>
                  </a:lnTo>
                  <a:cubicBezTo>
                    <a:pt x="2426" y="8098"/>
                    <a:pt x="2678" y="7720"/>
                    <a:pt x="2678" y="7247"/>
                  </a:cubicBezTo>
                  <a:lnTo>
                    <a:pt x="2678" y="4506"/>
                  </a:lnTo>
                  <a:cubicBezTo>
                    <a:pt x="2678" y="4065"/>
                    <a:pt x="2426" y="3687"/>
                    <a:pt x="2016" y="3530"/>
                  </a:cubicBezTo>
                  <a:lnTo>
                    <a:pt x="2016" y="757"/>
                  </a:lnTo>
                  <a:close/>
                  <a:moveTo>
                    <a:pt x="1040" y="1"/>
                  </a:moveTo>
                  <a:cubicBezTo>
                    <a:pt x="473" y="1"/>
                    <a:pt x="0" y="474"/>
                    <a:pt x="0" y="1041"/>
                  </a:cubicBezTo>
                  <a:lnTo>
                    <a:pt x="0" y="3120"/>
                  </a:lnTo>
                  <a:cubicBezTo>
                    <a:pt x="0" y="3687"/>
                    <a:pt x="473" y="4128"/>
                    <a:pt x="1040" y="4128"/>
                  </a:cubicBezTo>
                  <a:lnTo>
                    <a:pt x="1701" y="4128"/>
                  </a:lnTo>
                  <a:cubicBezTo>
                    <a:pt x="1890" y="4128"/>
                    <a:pt x="2048" y="4286"/>
                    <a:pt x="2048" y="4506"/>
                  </a:cubicBezTo>
                  <a:lnTo>
                    <a:pt x="2048" y="7247"/>
                  </a:lnTo>
                  <a:cubicBezTo>
                    <a:pt x="2048" y="7436"/>
                    <a:pt x="1890" y="7625"/>
                    <a:pt x="1701" y="7625"/>
                  </a:cubicBezTo>
                  <a:lnTo>
                    <a:pt x="1040" y="7625"/>
                  </a:lnTo>
                  <a:cubicBezTo>
                    <a:pt x="473" y="7625"/>
                    <a:pt x="0" y="8098"/>
                    <a:pt x="0" y="8633"/>
                  </a:cubicBezTo>
                  <a:lnTo>
                    <a:pt x="0" y="10681"/>
                  </a:lnTo>
                  <a:cubicBezTo>
                    <a:pt x="0" y="11248"/>
                    <a:pt x="473" y="11689"/>
                    <a:pt x="1040" y="11689"/>
                  </a:cubicBezTo>
                  <a:lnTo>
                    <a:pt x="1701" y="11689"/>
                  </a:lnTo>
                  <a:cubicBezTo>
                    <a:pt x="3056" y="11689"/>
                    <a:pt x="4096" y="10650"/>
                    <a:pt x="4096" y="9295"/>
                  </a:cubicBezTo>
                  <a:lnTo>
                    <a:pt x="4096" y="2458"/>
                  </a:lnTo>
                  <a:cubicBezTo>
                    <a:pt x="4096" y="1104"/>
                    <a:pt x="2993" y="1"/>
                    <a:pt x="1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45" name="Google Shape;10245;p64"/>
            <p:cNvSpPr/>
            <p:nvPr/>
          </p:nvSpPr>
          <p:spPr>
            <a:xfrm>
              <a:off x="-35427875" y="2017025"/>
              <a:ext cx="155200" cy="85800"/>
            </a:xfrm>
            <a:custGeom>
              <a:rect l="l" t="t" r="r" b="b"/>
              <a:pathLst>
                <a:path w="6208" h="3432" extrusionOk="0">
                  <a:moveTo>
                    <a:pt x="4853" y="1122"/>
                  </a:moveTo>
                  <a:lnTo>
                    <a:pt x="5420" y="1657"/>
                  </a:lnTo>
                  <a:lnTo>
                    <a:pt x="4853" y="2256"/>
                  </a:lnTo>
                  <a:cubicBezTo>
                    <a:pt x="4821" y="2130"/>
                    <a:pt x="4695" y="2035"/>
                    <a:pt x="4538" y="2035"/>
                  </a:cubicBezTo>
                  <a:lnTo>
                    <a:pt x="1734" y="2035"/>
                  </a:lnTo>
                  <a:cubicBezTo>
                    <a:pt x="1576" y="2035"/>
                    <a:pt x="1482" y="2098"/>
                    <a:pt x="1419" y="2256"/>
                  </a:cubicBezTo>
                  <a:lnTo>
                    <a:pt x="883" y="1657"/>
                  </a:lnTo>
                  <a:lnTo>
                    <a:pt x="1419" y="1122"/>
                  </a:lnTo>
                  <a:cubicBezTo>
                    <a:pt x="1482" y="1248"/>
                    <a:pt x="1576" y="1342"/>
                    <a:pt x="1734" y="1342"/>
                  </a:cubicBezTo>
                  <a:lnTo>
                    <a:pt x="4538" y="1342"/>
                  </a:lnTo>
                  <a:cubicBezTo>
                    <a:pt x="4695" y="1342"/>
                    <a:pt x="4821" y="1279"/>
                    <a:pt x="4853" y="1122"/>
                  </a:cubicBezTo>
                  <a:close/>
                  <a:moveTo>
                    <a:pt x="1715" y="0"/>
                  </a:moveTo>
                  <a:cubicBezTo>
                    <a:pt x="1631" y="0"/>
                    <a:pt x="1553" y="22"/>
                    <a:pt x="1513" y="82"/>
                  </a:cubicBezTo>
                  <a:lnTo>
                    <a:pt x="127" y="1468"/>
                  </a:lnTo>
                  <a:cubicBezTo>
                    <a:pt x="1" y="1594"/>
                    <a:pt x="1" y="1783"/>
                    <a:pt x="127" y="1941"/>
                  </a:cubicBezTo>
                  <a:lnTo>
                    <a:pt x="1513" y="3327"/>
                  </a:lnTo>
                  <a:cubicBezTo>
                    <a:pt x="1550" y="3401"/>
                    <a:pt x="1619" y="3432"/>
                    <a:pt x="1696" y="3432"/>
                  </a:cubicBezTo>
                  <a:cubicBezTo>
                    <a:pt x="1750" y="3432"/>
                    <a:pt x="1807" y="3416"/>
                    <a:pt x="1860" y="3390"/>
                  </a:cubicBezTo>
                  <a:cubicBezTo>
                    <a:pt x="1986" y="3359"/>
                    <a:pt x="2049" y="3201"/>
                    <a:pt x="2049" y="3075"/>
                  </a:cubicBezTo>
                  <a:lnTo>
                    <a:pt x="2049" y="2729"/>
                  </a:lnTo>
                  <a:lnTo>
                    <a:pt x="4160" y="2729"/>
                  </a:lnTo>
                  <a:lnTo>
                    <a:pt x="4160" y="3075"/>
                  </a:lnTo>
                  <a:cubicBezTo>
                    <a:pt x="4160" y="3233"/>
                    <a:pt x="4223" y="3359"/>
                    <a:pt x="4349" y="3390"/>
                  </a:cubicBezTo>
                  <a:cubicBezTo>
                    <a:pt x="4401" y="3416"/>
                    <a:pt x="4458" y="3432"/>
                    <a:pt x="4512" y="3432"/>
                  </a:cubicBezTo>
                  <a:cubicBezTo>
                    <a:pt x="4589" y="3432"/>
                    <a:pt x="4658" y="3401"/>
                    <a:pt x="4695" y="3327"/>
                  </a:cubicBezTo>
                  <a:lnTo>
                    <a:pt x="6081" y="1941"/>
                  </a:lnTo>
                  <a:cubicBezTo>
                    <a:pt x="6207" y="1815"/>
                    <a:pt x="6207" y="1594"/>
                    <a:pt x="6081" y="1468"/>
                  </a:cubicBezTo>
                  <a:lnTo>
                    <a:pt x="4695" y="82"/>
                  </a:lnTo>
                  <a:cubicBezTo>
                    <a:pt x="4649" y="36"/>
                    <a:pt x="4552" y="7"/>
                    <a:pt x="4454" y="7"/>
                  </a:cubicBezTo>
                  <a:cubicBezTo>
                    <a:pt x="4418" y="7"/>
                    <a:pt x="4382" y="11"/>
                    <a:pt x="4349" y="19"/>
                  </a:cubicBezTo>
                  <a:cubicBezTo>
                    <a:pt x="4223" y="51"/>
                    <a:pt x="4160" y="208"/>
                    <a:pt x="4160" y="334"/>
                  </a:cubicBezTo>
                  <a:lnTo>
                    <a:pt x="4160" y="681"/>
                  </a:lnTo>
                  <a:lnTo>
                    <a:pt x="2049" y="681"/>
                  </a:lnTo>
                  <a:lnTo>
                    <a:pt x="2049" y="334"/>
                  </a:lnTo>
                  <a:cubicBezTo>
                    <a:pt x="2049" y="177"/>
                    <a:pt x="1986" y="51"/>
                    <a:pt x="1860" y="19"/>
                  </a:cubicBezTo>
                  <a:cubicBezTo>
                    <a:pt x="1814" y="8"/>
                    <a:pt x="1763" y="0"/>
                    <a:pt x="17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46" name="Google Shape;10246;p64"/>
          <p:cNvSpPr/>
          <p:nvPr/>
        </p:nvSpPr>
        <p:spPr>
          <a:xfrm>
            <a:off x="1295266" y="1765962"/>
            <a:ext cx="356438" cy="354527"/>
          </a:xfrm>
          <a:custGeom>
            <a:rect l="l" t="t" r="r" b="b"/>
            <a:pathLst>
              <a:path w="11752" h="11689" extrusionOk="0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47" name="Google Shape;10247;p64"/>
          <p:cNvGrpSpPr/>
          <p:nvPr/>
        </p:nvGrpSpPr>
        <p:grpSpPr>
          <a:xfrm>
            <a:off x="1299432" y="2221307"/>
            <a:ext cx="354527" cy="353587"/>
            <a:chOff x="-35495601" y="2631825"/>
            <a:chExt cx="292225" cy="291450"/>
          </a:xfrm>
        </p:grpSpPr>
        <p:sp>
          <p:nvSpPr>
            <p:cNvPr id="10248" name="Google Shape;10248;p64"/>
            <p:cNvSpPr/>
            <p:nvPr/>
          </p:nvSpPr>
          <p:spPr>
            <a:xfrm>
              <a:off x="-35495601" y="2735025"/>
              <a:ext cx="137075" cy="188250"/>
            </a:xfrm>
            <a:custGeom>
              <a:rect l="l" t="t" r="r" b="b"/>
              <a:pathLst>
                <a:path w="5483" h="7530" extrusionOk="0">
                  <a:moveTo>
                    <a:pt x="4443" y="662"/>
                  </a:moveTo>
                  <a:cubicBezTo>
                    <a:pt x="4663" y="662"/>
                    <a:pt x="4821" y="819"/>
                    <a:pt x="4821" y="1040"/>
                  </a:cubicBezTo>
                  <a:lnTo>
                    <a:pt x="4821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725" y="819"/>
                    <a:pt x="820" y="662"/>
                    <a:pt x="1040" y="662"/>
                  </a:cubicBezTo>
                  <a:close/>
                  <a:moveTo>
                    <a:pt x="4821" y="2048"/>
                  </a:moveTo>
                  <a:lnTo>
                    <a:pt x="4821" y="5482"/>
                  </a:lnTo>
                  <a:lnTo>
                    <a:pt x="662" y="5482"/>
                  </a:lnTo>
                  <a:lnTo>
                    <a:pt x="662" y="2048"/>
                  </a:lnTo>
                  <a:close/>
                  <a:moveTo>
                    <a:pt x="4852" y="6143"/>
                  </a:moveTo>
                  <a:lnTo>
                    <a:pt x="4852" y="6490"/>
                  </a:lnTo>
                  <a:cubicBezTo>
                    <a:pt x="4821" y="6711"/>
                    <a:pt x="4663" y="6868"/>
                    <a:pt x="4506" y="6868"/>
                  </a:cubicBezTo>
                  <a:lnTo>
                    <a:pt x="1072" y="6868"/>
                  </a:lnTo>
                  <a:cubicBezTo>
                    <a:pt x="883" y="6868"/>
                    <a:pt x="725" y="6711"/>
                    <a:pt x="725" y="6490"/>
                  </a:cubicBezTo>
                  <a:lnTo>
                    <a:pt x="725" y="6143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6490"/>
                  </a:lnTo>
                  <a:cubicBezTo>
                    <a:pt x="0" y="7057"/>
                    <a:pt x="473" y="7530"/>
                    <a:pt x="1040" y="7530"/>
                  </a:cubicBezTo>
                  <a:lnTo>
                    <a:pt x="4443" y="7530"/>
                  </a:lnTo>
                  <a:cubicBezTo>
                    <a:pt x="5010" y="7530"/>
                    <a:pt x="5482" y="7057"/>
                    <a:pt x="5482" y="6490"/>
                  </a:cubicBezTo>
                  <a:lnTo>
                    <a:pt x="5482" y="1040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49" name="Google Shape;10249;p64"/>
            <p:cNvSpPr/>
            <p:nvPr/>
          </p:nvSpPr>
          <p:spPr>
            <a:xfrm>
              <a:off x="-35339651" y="2631825"/>
              <a:ext cx="136275" cy="188275"/>
            </a:xfrm>
            <a:custGeom>
              <a:rect l="l" t="t" r="r" b="b"/>
              <a:pathLst>
                <a:path w="5451" h="7531" extrusionOk="0">
                  <a:moveTo>
                    <a:pt x="4411" y="662"/>
                  </a:moveTo>
                  <a:cubicBezTo>
                    <a:pt x="4600" y="662"/>
                    <a:pt x="4758" y="820"/>
                    <a:pt x="4758" y="1009"/>
                  </a:cubicBezTo>
                  <a:lnTo>
                    <a:pt x="4758" y="1387"/>
                  </a:lnTo>
                  <a:lnTo>
                    <a:pt x="631" y="1387"/>
                  </a:lnTo>
                  <a:lnTo>
                    <a:pt x="631" y="1009"/>
                  </a:lnTo>
                  <a:cubicBezTo>
                    <a:pt x="631" y="820"/>
                    <a:pt x="788" y="662"/>
                    <a:pt x="977" y="662"/>
                  </a:cubicBezTo>
                  <a:close/>
                  <a:moveTo>
                    <a:pt x="4758" y="2049"/>
                  </a:moveTo>
                  <a:lnTo>
                    <a:pt x="4758" y="5483"/>
                  </a:lnTo>
                  <a:lnTo>
                    <a:pt x="631" y="5483"/>
                  </a:lnTo>
                  <a:lnTo>
                    <a:pt x="631" y="2049"/>
                  </a:lnTo>
                  <a:close/>
                  <a:moveTo>
                    <a:pt x="4789" y="6144"/>
                  </a:moveTo>
                  <a:lnTo>
                    <a:pt x="4789" y="6491"/>
                  </a:lnTo>
                  <a:cubicBezTo>
                    <a:pt x="4758" y="6680"/>
                    <a:pt x="4600" y="6837"/>
                    <a:pt x="4443" y="6837"/>
                  </a:cubicBezTo>
                  <a:lnTo>
                    <a:pt x="1009" y="6837"/>
                  </a:lnTo>
                  <a:cubicBezTo>
                    <a:pt x="820" y="6837"/>
                    <a:pt x="662" y="6680"/>
                    <a:pt x="662" y="6491"/>
                  </a:cubicBezTo>
                  <a:lnTo>
                    <a:pt x="662" y="6144"/>
                  </a:ln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6491"/>
                  </a:lnTo>
                  <a:cubicBezTo>
                    <a:pt x="0" y="7058"/>
                    <a:pt x="473" y="7531"/>
                    <a:pt x="1009" y="7531"/>
                  </a:cubicBezTo>
                  <a:lnTo>
                    <a:pt x="4443" y="7531"/>
                  </a:lnTo>
                  <a:cubicBezTo>
                    <a:pt x="4978" y="7531"/>
                    <a:pt x="5451" y="7058"/>
                    <a:pt x="5451" y="6491"/>
                  </a:cubicBezTo>
                  <a:lnTo>
                    <a:pt x="5451" y="1009"/>
                  </a:lnTo>
                  <a:cubicBezTo>
                    <a:pt x="5451" y="442"/>
                    <a:pt x="4978" y="1"/>
                    <a:pt x="4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0" name="Google Shape;10250;p64"/>
            <p:cNvSpPr/>
            <p:nvPr/>
          </p:nvSpPr>
          <p:spPr>
            <a:xfrm>
              <a:off x="-35341226" y="2836625"/>
              <a:ext cx="85075" cy="84500"/>
            </a:xfrm>
            <a:custGeom>
              <a:rect l="l" t="t" r="r" b="b"/>
              <a:pathLst>
                <a:path w="3403" h="3380" extrusionOk="0">
                  <a:moveTo>
                    <a:pt x="3056" y="0"/>
                  </a:moveTo>
                  <a:cubicBezTo>
                    <a:pt x="2836" y="0"/>
                    <a:pt x="2678" y="158"/>
                    <a:pt x="2678" y="347"/>
                  </a:cubicBezTo>
                  <a:lnTo>
                    <a:pt x="2678" y="1008"/>
                  </a:lnTo>
                  <a:cubicBezTo>
                    <a:pt x="2678" y="1575"/>
                    <a:pt x="2206" y="2048"/>
                    <a:pt x="1670" y="2048"/>
                  </a:cubicBezTo>
                  <a:lnTo>
                    <a:pt x="1103" y="2048"/>
                  </a:lnTo>
                  <a:lnTo>
                    <a:pt x="1229" y="1922"/>
                  </a:lnTo>
                  <a:cubicBezTo>
                    <a:pt x="1418" y="1859"/>
                    <a:pt x="1418" y="1638"/>
                    <a:pt x="1261" y="1481"/>
                  </a:cubicBezTo>
                  <a:cubicBezTo>
                    <a:pt x="1213" y="1418"/>
                    <a:pt x="1127" y="1386"/>
                    <a:pt x="1036" y="1386"/>
                  </a:cubicBezTo>
                  <a:cubicBezTo>
                    <a:pt x="946" y="1386"/>
                    <a:pt x="851" y="1418"/>
                    <a:pt x="788" y="1481"/>
                  </a:cubicBezTo>
                  <a:lnTo>
                    <a:pt x="126" y="2142"/>
                  </a:lnTo>
                  <a:cubicBezTo>
                    <a:pt x="0" y="2268"/>
                    <a:pt x="0" y="2521"/>
                    <a:pt x="126" y="2615"/>
                  </a:cubicBezTo>
                  <a:lnTo>
                    <a:pt x="788" y="3308"/>
                  </a:lnTo>
                  <a:cubicBezTo>
                    <a:pt x="851" y="3355"/>
                    <a:pt x="946" y="3379"/>
                    <a:pt x="1036" y="3379"/>
                  </a:cubicBezTo>
                  <a:cubicBezTo>
                    <a:pt x="1127" y="3379"/>
                    <a:pt x="1213" y="3355"/>
                    <a:pt x="1261" y="3308"/>
                  </a:cubicBezTo>
                  <a:cubicBezTo>
                    <a:pt x="1387" y="3182"/>
                    <a:pt x="1387" y="2930"/>
                    <a:pt x="1261" y="2836"/>
                  </a:cubicBezTo>
                  <a:lnTo>
                    <a:pt x="1166" y="2710"/>
                  </a:lnTo>
                  <a:lnTo>
                    <a:pt x="1702" y="2710"/>
                  </a:lnTo>
                  <a:cubicBezTo>
                    <a:pt x="2647" y="2710"/>
                    <a:pt x="3403" y="1953"/>
                    <a:pt x="3403" y="1008"/>
                  </a:cubicBezTo>
                  <a:lnTo>
                    <a:pt x="3403" y="347"/>
                  </a:lnTo>
                  <a:cubicBezTo>
                    <a:pt x="3403" y="158"/>
                    <a:pt x="3245" y="0"/>
                    <a:pt x="30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1" name="Google Shape;10251;p64"/>
            <p:cNvSpPr/>
            <p:nvPr/>
          </p:nvSpPr>
          <p:spPr>
            <a:xfrm>
              <a:off x="-35442051" y="2632625"/>
              <a:ext cx="84300" cy="85075"/>
            </a:xfrm>
            <a:custGeom>
              <a:rect l="l" t="t" r="r" b="b"/>
              <a:pathLst>
                <a:path w="3372" h="3403" extrusionOk="0">
                  <a:moveTo>
                    <a:pt x="2348" y="0"/>
                  </a:moveTo>
                  <a:cubicBezTo>
                    <a:pt x="2261" y="0"/>
                    <a:pt x="2175" y="32"/>
                    <a:pt x="2112" y="95"/>
                  </a:cubicBezTo>
                  <a:cubicBezTo>
                    <a:pt x="1986" y="189"/>
                    <a:pt x="1986" y="441"/>
                    <a:pt x="2112" y="567"/>
                  </a:cubicBezTo>
                  <a:lnTo>
                    <a:pt x="2238" y="662"/>
                  </a:lnTo>
                  <a:lnTo>
                    <a:pt x="1671" y="662"/>
                  </a:lnTo>
                  <a:cubicBezTo>
                    <a:pt x="725" y="662"/>
                    <a:pt x="1" y="1418"/>
                    <a:pt x="1" y="2363"/>
                  </a:cubicBezTo>
                  <a:lnTo>
                    <a:pt x="1" y="3025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25"/>
                  </a:cubicBezTo>
                  <a:lnTo>
                    <a:pt x="694" y="2363"/>
                  </a:lnTo>
                  <a:cubicBezTo>
                    <a:pt x="694" y="1828"/>
                    <a:pt x="1166" y="1355"/>
                    <a:pt x="1734" y="1355"/>
                  </a:cubicBezTo>
                  <a:lnTo>
                    <a:pt x="2269" y="1355"/>
                  </a:lnTo>
                  <a:lnTo>
                    <a:pt x="2143" y="1450"/>
                  </a:lnTo>
                  <a:cubicBezTo>
                    <a:pt x="1954" y="1544"/>
                    <a:pt x="1954" y="1765"/>
                    <a:pt x="2112" y="1891"/>
                  </a:cubicBezTo>
                  <a:cubicBezTo>
                    <a:pt x="2175" y="1954"/>
                    <a:pt x="2261" y="1985"/>
                    <a:pt x="2348" y="1985"/>
                  </a:cubicBezTo>
                  <a:cubicBezTo>
                    <a:pt x="2435" y="1985"/>
                    <a:pt x="2521" y="1954"/>
                    <a:pt x="2584" y="1891"/>
                  </a:cubicBezTo>
                  <a:lnTo>
                    <a:pt x="3246" y="1229"/>
                  </a:lnTo>
                  <a:cubicBezTo>
                    <a:pt x="3372" y="1103"/>
                    <a:pt x="3372" y="883"/>
                    <a:pt x="3246" y="756"/>
                  </a:cubicBezTo>
                  <a:lnTo>
                    <a:pt x="2584" y="95"/>
                  </a:lnTo>
                  <a:cubicBezTo>
                    <a:pt x="2521" y="32"/>
                    <a:pt x="2435" y="0"/>
                    <a:pt x="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52" name="Google Shape;10252;p64"/>
          <p:cNvGrpSpPr/>
          <p:nvPr/>
        </p:nvGrpSpPr>
        <p:grpSpPr>
          <a:xfrm>
            <a:off x="3537081" y="1307714"/>
            <a:ext cx="353587" cy="353587"/>
            <a:chOff x="-33673824" y="1916675"/>
            <a:chExt cx="291450" cy="291450"/>
          </a:xfrm>
        </p:grpSpPr>
        <p:sp>
          <p:nvSpPr>
            <p:cNvPr id="10253" name="Google Shape;10253;p64"/>
            <p:cNvSpPr/>
            <p:nvPr/>
          </p:nvSpPr>
          <p:spPr>
            <a:xfrm>
              <a:off x="-33486375" y="1950550"/>
              <a:ext cx="85875" cy="85075"/>
            </a:xfrm>
            <a:custGeom>
              <a:rect l="l" t="t" r="r" b="b"/>
              <a:pathLst>
                <a:path w="3435" h="3403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1072" y="693"/>
                  </a:lnTo>
                  <a:cubicBezTo>
                    <a:pt x="1639" y="693"/>
                    <a:pt x="2111" y="1166"/>
                    <a:pt x="2111" y="1733"/>
                  </a:cubicBezTo>
                  <a:lnTo>
                    <a:pt x="2111" y="2269"/>
                  </a:lnTo>
                  <a:lnTo>
                    <a:pt x="1985" y="2174"/>
                  </a:lnTo>
                  <a:cubicBezTo>
                    <a:pt x="1922" y="2111"/>
                    <a:pt x="1836" y="2080"/>
                    <a:pt x="1749" y="2080"/>
                  </a:cubicBezTo>
                  <a:cubicBezTo>
                    <a:pt x="1663" y="2080"/>
                    <a:pt x="1576" y="2111"/>
                    <a:pt x="1513" y="2174"/>
                  </a:cubicBezTo>
                  <a:cubicBezTo>
                    <a:pt x="1387" y="2269"/>
                    <a:pt x="1387" y="2521"/>
                    <a:pt x="1513" y="2647"/>
                  </a:cubicBezTo>
                  <a:lnTo>
                    <a:pt x="2174" y="3308"/>
                  </a:lnTo>
                  <a:cubicBezTo>
                    <a:pt x="2237" y="3371"/>
                    <a:pt x="2324" y="3403"/>
                    <a:pt x="2411" y="3403"/>
                  </a:cubicBezTo>
                  <a:cubicBezTo>
                    <a:pt x="2497" y="3403"/>
                    <a:pt x="2584" y="3371"/>
                    <a:pt x="2647" y="3308"/>
                  </a:cubicBezTo>
                  <a:lnTo>
                    <a:pt x="3309" y="2647"/>
                  </a:lnTo>
                  <a:cubicBezTo>
                    <a:pt x="3435" y="2521"/>
                    <a:pt x="3435" y="2269"/>
                    <a:pt x="3309" y="2174"/>
                  </a:cubicBezTo>
                  <a:cubicBezTo>
                    <a:pt x="3261" y="2111"/>
                    <a:pt x="3175" y="2080"/>
                    <a:pt x="3084" y="2080"/>
                  </a:cubicBezTo>
                  <a:cubicBezTo>
                    <a:pt x="2994" y="2080"/>
                    <a:pt x="2899" y="2111"/>
                    <a:pt x="2836" y="2174"/>
                  </a:cubicBezTo>
                  <a:lnTo>
                    <a:pt x="2742" y="2269"/>
                  </a:lnTo>
                  <a:lnTo>
                    <a:pt x="2742" y="1733"/>
                  </a:lnTo>
                  <a:cubicBezTo>
                    <a:pt x="2773" y="788"/>
                    <a:pt x="1985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4" name="Google Shape;10254;p64"/>
            <p:cNvSpPr/>
            <p:nvPr/>
          </p:nvSpPr>
          <p:spPr>
            <a:xfrm>
              <a:off x="-33605301" y="2122250"/>
              <a:ext cx="85075" cy="85875"/>
            </a:xfrm>
            <a:custGeom>
              <a:rect l="l" t="t" r="r" b="b"/>
              <a:pathLst>
                <a:path w="3403" h="3435" extrusionOk="0">
                  <a:moveTo>
                    <a:pt x="1024" y="0"/>
                  </a:moveTo>
                  <a:cubicBezTo>
                    <a:pt x="938" y="0"/>
                    <a:pt x="851" y="32"/>
                    <a:pt x="788" y="95"/>
                  </a:cubicBezTo>
                  <a:lnTo>
                    <a:pt x="126" y="756"/>
                  </a:lnTo>
                  <a:cubicBezTo>
                    <a:pt x="0" y="882"/>
                    <a:pt x="0" y="1134"/>
                    <a:pt x="126" y="1229"/>
                  </a:cubicBezTo>
                  <a:cubicBezTo>
                    <a:pt x="189" y="1292"/>
                    <a:pt x="276" y="1323"/>
                    <a:pt x="363" y="1323"/>
                  </a:cubicBezTo>
                  <a:cubicBezTo>
                    <a:pt x="449" y="1323"/>
                    <a:pt x="536" y="1292"/>
                    <a:pt x="599" y="1229"/>
                  </a:cubicBezTo>
                  <a:lnTo>
                    <a:pt x="725" y="1134"/>
                  </a:lnTo>
                  <a:lnTo>
                    <a:pt x="725" y="1670"/>
                  </a:lnTo>
                  <a:cubicBezTo>
                    <a:pt x="662" y="2174"/>
                    <a:pt x="820" y="2615"/>
                    <a:pt x="1135" y="2930"/>
                  </a:cubicBezTo>
                  <a:cubicBezTo>
                    <a:pt x="1450" y="3245"/>
                    <a:pt x="1891" y="3434"/>
                    <a:pt x="2363" y="3434"/>
                  </a:cubicBezTo>
                  <a:lnTo>
                    <a:pt x="3025" y="3434"/>
                  </a:lnTo>
                  <a:cubicBezTo>
                    <a:pt x="3245" y="3434"/>
                    <a:pt x="3403" y="3277"/>
                    <a:pt x="3403" y="3088"/>
                  </a:cubicBezTo>
                  <a:cubicBezTo>
                    <a:pt x="3403" y="2899"/>
                    <a:pt x="3245" y="2741"/>
                    <a:pt x="3025" y="2741"/>
                  </a:cubicBezTo>
                  <a:lnTo>
                    <a:pt x="2363" y="2741"/>
                  </a:lnTo>
                  <a:cubicBezTo>
                    <a:pt x="1828" y="2741"/>
                    <a:pt x="1355" y="2269"/>
                    <a:pt x="1355" y="1670"/>
                  </a:cubicBezTo>
                  <a:lnTo>
                    <a:pt x="1355" y="1134"/>
                  </a:lnTo>
                  <a:lnTo>
                    <a:pt x="1450" y="1229"/>
                  </a:lnTo>
                  <a:cubicBezTo>
                    <a:pt x="1513" y="1292"/>
                    <a:pt x="1607" y="1323"/>
                    <a:pt x="1698" y="1323"/>
                  </a:cubicBezTo>
                  <a:cubicBezTo>
                    <a:pt x="1788" y="1323"/>
                    <a:pt x="1875" y="1292"/>
                    <a:pt x="1922" y="1229"/>
                  </a:cubicBezTo>
                  <a:cubicBezTo>
                    <a:pt x="2048" y="1134"/>
                    <a:pt x="2048" y="882"/>
                    <a:pt x="1922" y="756"/>
                  </a:cubicBezTo>
                  <a:lnTo>
                    <a:pt x="1261" y="95"/>
                  </a:lnTo>
                  <a:cubicBezTo>
                    <a:pt x="1198" y="32"/>
                    <a:pt x="111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5" name="Google Shape;10255;p64"/>
            <p:cNvSpPr/>
            <p:nvPr/>
          </p:nvSpPr>
          <p:spPr>
            <a:xfrm>
              <a:off x="-33673824" y="1916675"/>
              <a:ext cx="189050" cy="189050"/>
            </a:xfrm>
            <a:custGeom>
              <a:rect l="l" t="t" r="r" b="b"/>
              <a:pathLst>
                <a:path w="7562" h="7562" extrusionOk="0">
                  <a:moveTo>
                    <a:pt x="3718" y="694"/>
                  </a:moveTo>
                  <a:cubicBezTo>
                    <a:pt x="5073" y="694"/>
                    <a:pt x="6144" y="1733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2" y="2048"/>
                    <a:pt x="4411" y="2048"/>
                  </a:cubicBezTo>
                  <a:lnTo>
                    <a:pt x="3025" y="2048"/>
                  </a:lnTo>
                  <a:cubicBezTo>
                    <a:pt x="2143" y="2048"/>
                    <a:pt x="1481" y="2678"/>
                    <a:pt x="1324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55" y="1733"/>
                    <a:pt x="2426" y="694"/>
                    <a:pt x="3718" y="694"/>
                  </a:cubicBezTo>
                  <a:close/>
                  <a:moveTo>
                    <a:pt x="4380" y="2741"/>
                  </a:moveTo>
                  <a:cubicBezTo>
                    <a:pt x="4915" y="2741"/>
                    <a:pt x="5388" y="3214"/>
                    <a:pt x="5388" y="3750"/>
                  </a:cubicBezTo>
                  <a:lnTo>
                    <a:pt x="5388" y="4096"/>
                  </a:lnTo>
                  <a:lnTo>
                    <a:pt x="5388" y="4096"/>
                  </a:lnTo>
                  <a:cubicBezTo>
                    <a:pt x="5153" y="4096"/>
                    <a:pt x="4907" y="4091"/>
                    <a:pt x="4821" y="4033"/>
                  </a:cubicBezTo>
                  <a:cubicBezTo>
                    <a:pt x="4789" y="4002"/>
                    <a:pt x="4758" y="3876"/>
                    <a:pt x="4758" y="3781"/>
                  </a:cubicBezTo>
                  <a:cubicBezTo>
                    <a:pt x="4758" y="3592"/>
                    <a:pt x="4600" y="3435"/>
                    <a:pt x="4411" y="3435"/>
                  </a:cubicBezTo>
                  <a:cubicBezTo>
                    <a:pt x="4191" y="3435"/>
                    <a:pt x="4033" y="3592"/>
                    <a:pt x="4033" y="3781"/>
                  </a:cubicBezTo>
                  <a:cubicBezTo>
                    <a:pt x="4033" y="3876"/>
                    <a:pt x="4033" y="4002"/>
                    <a:pt x="3970" y="4033"/>
                  </a:cubicBezTo>
                  <a:cubicBezTo>
                    <a:pt x="3907" y="4096"/>
                    <a:pt x="3757" y="4112"/>
                    <a:pt x="3576" y="4112"/>
                  </a:cubicBezTo>
                  <a:cubicBezTo>
                    <a:pt x="3395" y="4112"/>
                    <a:pt x="3182" y="4096"/>
                    <a:pt x="2993" y="4096"/>
                  </a:cubicBezTo>
                  <a:lnTo>
                    <a:pt x="1954" y="4096"/>
                  </a:lnTo>
                  <a:lnTo>
                    <a:pt x="1954" y="3750"/>
                  </a:lnTo>
                  <a:cubicBezTo>
                    <a:pt x="1954" y="3214"/>
                    <a:pt x="2426" y="2741"/>
                    <a:pt x="2993" y="2741"/>
                  </a:cubicBezTo>
                  <a:close/>
                  <a:moveTo>
                    <a:pt x="1009" y="4065"/>
                  </a:moveTo>
                  <a:cubicBezTo>
                    <a:pt x="1198" y="4065"/>
                    <a:pt x="1355" y="4222"/>
                    <a:pt x="1355" y="4411"/>
                  </a:cubicBezTo>
                  <a:lnTo>
                    <a:pt x="1355" y="5104"/>
                  </a:lnTo>
                  <a:cubicBezTo>
                    <a:pt x="1355" y="5293"/>
                    <a:pt x="1198" y="5451"/>
                    <a:pt x="1009" y="5451"/>
                  </a:cubicBezTo>
                  <a:cubicBezTo>
                    <a:pt x="820" y="5451"/>
                    <a:pt x="662" y="5293"/>
                    <a:pt x="662" y="5104"/>
                  </a:cubicBezTo>
                  <a:lnTo>
                    <a:pt x="662" y="4411"/>
                  </a:lnTo>
                  <a:cubicBezTo>
                    <a:pt x="662" y="4222"/>
                    <a:pt x="820" y="4065"/>
                    <a:pt x="1009" y="4065"/>
                  </a:cubicBezTo>
                  <a:close/>
                  <a:moveTo>
                    <a:pt x="6490" y="4096"/>
                  </a:moveTo>
                  <a:cubicBezTo>
                    <a:pt x="6679" y="4096"/>
                    <a:pt x="6837" y="4254"/>
                    <a:pt x="6837" y="4474"/>
                  </a:cubicBezTo>
                  <a:lnTo>
                    <a:pt x="6837" y="5136"/>
                  </a:lnTo>
                  <a:cubicBezTo>
                    <a:pt x="6837" y="5325"/>
                    <a:pt x="6679" y="5482"/>
                    <a:pt x="6490" y="5482"/>
                  </a:cubicBezTo>
                  <a:cubicBezTo>
                    <a:pt x="6301" y="5482"/>
                    <a:pt x="6144" y="5325"/>
                    <a:pt x="6144" y="5136"/>
                  </a:cubicBezTo>
                  <a:lnTo>
                    <a:pt x="6144" y="4474"/>
                  </a:lnTo>
                  <a:cubicBezTo>
                    <a:pt x="6144" y="4254"/>
                    <a:pt x="6301" y="4096"/>
                    <a:pt x="6490" y="4096"/>
                  </a:cubicBezTo>
                  <a:close/>
                  <a:moveTo>
                    <a:pt x="4443" y="4537"/>
                  </a:moveTo>
                  <a:cubicBezTo>
                    <a:pt x="4726" y="4726"/>
                    <a:pt x="5073" y="4789"/>
                    <a:pt x="5451" y="4789"/>
                  </a:cubicBezTo>
                  <a:lnTo>
                    <a:pt x="5451" y="5136"/>
                  </a:lnTo>
                  <a:cubicBezTo>
                    <a:pt x="5451" y="6081"/>
                    <a:pt x="4663" y="6869"/>
                    <a:pt x="3718" y="6869"/>
                  </a:cubicBezTo>
                  <a:cubicBezTo>
                    <a:pt x="2773" y="6869"/>
                    <a:pt x="2048" y="6081"/>
                    <a:pt x="2048" y="5136"/>
                  </a:cubicBezTo>
                  <a:lnTo>
                    <a:pt x="2048" y="4789"/>
                  </a:lnTo>
                  <a:lnTo>
                    <a:pt x="3056" y="4789"/>
                  </a:lnTo>
                  <a:cubicBezTo>
                    <a:pt x="3148" y="4789"/>
                    <a:pt x="3241" y="4790"/>
                    <a:pt x="3333" y="4790"/>
                  </a:cubicBezTo>
                  <a:cubicBezTo>
                    <a:pt x="3749" y="4790"/>
                    <a:pt x="4159" y="4769"/>
                    <a:pt x="4443" y="4537"/>
                  </a:cubicBezTo>
                  <a:close/>
                  <a:moveTo>
                    <a:pt x="3813" y="1"/>
                  </a:moveTo>
                  <a:cubicBezTo>
                    <a:pt x="2111" y="1"/>
                    <a:pt x="725" y="1387"/>
                    <a:pt x="725" y="3088"/>
                  </a:cubicBezTo>
                  <a:lnTo>
                    <a:pt x="725" y="3466"/>
                  </a:lnTo>
                  <a:cubicBezTo>
                    <a:pt x="347" y="3624"/>
                    <a:pt x="63" y="4002"/>
                    <a:pt x="63" y="4474"/>
                  </a:cubicBezTo>
                  <a:lnTo>
                    <a:pt x="63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98" y="6144"/>
                    <a:pt x="1355" y="6112"/>
                    <a:pt x="1513" y="6049"/>
                  </a:cubicBezTo>
                  <a:cubicBezTo>
                    <a:pt x="1891" y="6932"/>
                    <a:pt x="2741" y="7562"/>
                    <a:pt x="3781" y="7562"/>
                  </a:cubicBezTo>
                  <a:cubicBezTo>
                    <a:pt x="4789" y="7562"/>
                    <a:pt x="5671" y="6932"/>
                    <a:pt x="6018" y="6049"/>
                  </a:cubicBezTo>
                  <a:cubicBezTo>
                    <a:pt x="6175" y="6112"/>
                    <a:pt x="6333" y="6144"/>
                    <a:pt x="6522" y="6144"/>
                  </a:cubicBezTo>
                  <a:cubicBezTo>
                    <a:pt x="7089" y="6144"/>
                    <a:pt x="7562" y="5671"/>
                    <a:pt x="7562" y="5136"/>
                  </a:cubicBezTo>
                  <a:lnTo>
                    <a:pt x="7562" y="4474"/>
                  </a:lnTo>
                  <a:cubicBezTo>
                    <a:pt x="7562" y="4033"/>
                    <a:pt x="7278" y="3624"/>
                    <a:pt x="6869" y="3466"/>
                  </a:cubicBezTo>
                  <a:lnTo>
                    <a:pt x="6869" y="3088"/>
                  </a:lnTo>
                  <a:cubicBezTo>
                    <a:pt x="6869" y="1387"/>
                    <a:pt x="5514" y="1"/>
                    <a:pt x="3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6" name="Google Shape;10256;p64"/>
            <p:cNvSpPr/>
            <p:nvPr/>
          </p:nvSpPr>
          <p:spPr>
            <a:xfrm>
              <a:off x="-33503701" y="2070250"/>
              <a:ext cx="121325" cy="137075"/>
            </a:xfrm>
            <a:custGeom>
              <a:rect l="l" t="t" r="r" b="b"/>
              <a:pathLst>
                <a:path w="4853" h="5483" extrusionOk="0">
                  <a:moveTo>
                    <a:pt x="3151" y="726"/>
                  </a:moveTo>
                  <a:cubicBezTo>
                    <a:pt x="3687" y="726"/>
                    <a:pt x="4222" y="1198"/>
                    <a:pt x="4222" y="1734"/>
                  </a:cubicBezTo>
                  <a:lnTo>
                    <a:pt x="4222" y="2112"/>
                  </a:lnTo>
                  <a:cubicBezTo>
                    <a:pt x="3939" y="2112"/>
                    <a:pt x="3655" y="2112"/>
                    <a:pt x="3592" y="1986"/>
                  </a:cubicBezTo>
                  <a:cubicBezTo>
                    <a:pt x="3529" y="1954"/>
                    <a:pt x="3498" y="1828"/>
                    <a:pt x="3498" y="1734"/>
                  </a:cubicBezTo>
                  <a:cubicBezTo>
                    <a:pt x="3498" y="1545"/>
                    <a:pt x="3340" y="1387"/>
                    <a:pt x="3151" y="1387"/>
                  </a:cubicBezTo>
                  <a:cubicBezTo>
                    <a:pt x="2962" y="1387"/>
                    <a:pt x="2804" y="1545"/>
                    <a:pt x="2804" y="1734"/>
                  </a:cubicBezTo>
                  <a:cubicBezTo>
                    <a:pt x="2804" y="1828"/>
                    <a:pt x="2804" y="1954"/>
                    <a:pt x="2710" y="1986"/>
                  </a:cubicBezTo>
                  <a:cubicBezTo>
                    <a:pt x="2636" y="2060"/>
                    <a:pt x="2487" y="2090"/>
                    <a:pt x="2312" y="2090"/>
                  </a:cubicBezTo>
                  <a:cubicBezTo>
                    <a:pt x="2189" y="2090"/>
                    <a:pt x="2053" y="2075"/>
                    <a:pt x="1922" y="2049"/>
                  </a:cubicBezTo>
                  <a:lnTo>
                    <a:pt x="694" y="2049"/>
                  </a:lnTo>
                  <a:lnTo>
                    <a:pt x="694" y="1734"/>
                  </a:ln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3151" y="2521"/>
                  </a:moveTo>
                  <a:cubicBezTo>
                    <a:pt x="3435" y="2742"/>
                    <a:pt x="3813" y="2773"/>
                    <a:pt x="4222" y="2773"/>
                  </a:cubicBezTo>
                  <a:lnTo>
                    <a:pt x="4222" y="3120"/>
                  </a:lnTo>
                  <a:cubicBezTo>
                    <a:pt x="4159" y="4034"/>
                    <a:pt x="3372" y="4853"/>
                    <a:pt x="2426" y="4853"/>
                  </a:cubicBezTo>
                  <a:cubicBezTo>
                    <a:pt x="1481" y="4853"/>
                    <a:pt x="694" y="4065"/>
                    <a:pt x="694" y="3120"/>
                  </a:cubicBezTo>
                  <a:lnTo>
                    <a:pt x="694" y="2773"/>
                  </a:lnTo>
                  <a:lnTo>
                    <a:pt x="1765" y="2773"/>
                  </a:lnTo>
                  <a:cubicBezTo>
                    <a:pt x="1859" y="2773"/>
                    <a:pt x="2836" y="2773"/>
                    <a:pt x="3151" y="2521"/>
                  </a:cubicBezTo>
                  <a:close/>
                  <a:moveTo>
                    <a:pt x="1733" y="1"/>
                  </a:moveTo>
                  <a:cubicBezTo>
                    <a:pt x="788" y="1"/>
                    <a:pt x="1" y="757"/>
                    <a:pt x="1" y="1702"/>
                  </a:cubicBezTo>
                  <a:lnTo>
                    <a:pt x="1" y="3088"/>
                  </a:lnTo>
                  <a:cubicBezTo>
                    <a:pt x="1" y="4412"/>
                    <a:pt x="1103" y="5483"/>
                    <a:pt x="2395" y="5483"/>
                  </a:cubicBezTo>
                  <a:cubicBezTo>
                    <a:pt x="3750" y="5483"/>
                    <a:pt x="4789" y="4380"/>
                    <a:pt x="4789" y="3088"/>
                  </a:cubicBezTo>
                  <a:lnTo>
                    <a:pt x="4789" y="1702"/>
                  </a:lnTo>
                  <a:cubicBezTo>
                    <a:pt x="4852" y="789"/>
                    <a:pt x="4065" y="1"/>
                    <a:pt x="3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57" name="Google Shape;10257;p64"/>
          <p:cNvGrpSpPr/>
          <p:nvPr/>
        </p:nvGrpSpPr>
        <p:grpSpPr>
          <a:xfrm>
            <a:off x="3534700" y="1765295"/>
            <a:ext cx="358349" cy="355468"/>
            <a:chOff x="-33676974" y="2275050"/>
            <a:chExt cx="295375" cy="293000"/>
          </a:xfrm>
        </p:grpSpPr>
        <p:sp>
          <p:nvSpPr>
            <p:cNvPr id="10258" name="Google Shape;10258;p64"/>
            <p:cNvSpPr/>
            <p:nvPr/>
          </p:nvSpPr>
          <p:spPr>
            <a:xfrm>
              <a:off x="-33502126" y="2309700"/>
              <a:ext cx="52800" cy="67750"/>
            </a:xfrm>
            <a:custGeom>
              <a:rect l="l" t="t" r="r" b="b"/>
              <a:pathLst>
                <a:path w="2112" h="2710" extrusionOk="0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229"/>
                    <a:pt x="158" y="1387"/>
                    <a:pt x="379" y="1387"/>
                  </a:cubicBezTo>
                  <a:cubicBezTo>
                    <a:pt x="568" y="1387"/>
                    <a:pt x="725" y="1229"/>
                    <a:pt x="725" y="1040"/>
                  </a:cubicBezTo>
                  <a:cubicBezTo>
                    <a:pt x="725" y="820"/>
                    <a:pt x="883" y="662"/>
                    <a:pt x="1072" y="662"/>
                  </a:cubicBezTo>
                  <a:cubicBezTo>
                    <a:pt x="1261" y="662"/>
                    <a:pt x="1450" y="820"/>
                    <a:pt x="1450" y="1040"/>
                  </a:cubicBezTo>
                  <a:cubicBezTo>
                    <a:pt x="1450" y="1198"/>
                    <a:pt x="1355" y="1292"/>
                    <a:pt x="1198" y="1355"/>
                  </a:cubicBezTo>
                  <a:cubicBezTo>
                    <a:pt x="914" y="1418"/>
                    <a:pt x="725" y="1702"/>
                    <a:pt x="725" y="1985"/>
                  </a:cubicBezTo>
                  <a:lnTo>
                    <a:pt x="725" y="2363"/>
                  </a:lnTo>
                  <a:cubicBezTo>
                    <a:pt x="725" y="2552"/>
                    <a:pt x="883" y="2710"/>
                    <a:pt x="1072" y="2710"/>
                  </a:cubicBezTo>
                  <a:cubicBezTo>
                    <a:pt x="1292" y="2710"/>
                    <a:pt x="1450" y="2552"/>
                    <a:pt x="1450" y="2363"/>
                  </a:cubicBezTo>
                  <a:lnTo>
                    <a:pt x="1450" y="1985"/>
                  </a:lnTo>
                  <a:cubicBezTo>
                    <a:pt x="1828" y="1828"/>
                    <a:pt x="2111" y="1418"/>
                    <a:pt x="2111" y="977"/>
                  </a:cubicBez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59" name="Google Shape;10259;p64"/>
            <p:cNvSpPr/>
            <p:nvPr/>
          </p:nvSpPr>
          <p:spPr>
            <a:xfrm>
              <a:off x="-33484800" y="239555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60" name="Google Shape;10260;p64"/>
            <p:cNvSpPr/>
            <p:nvPr/>
          </p:nvSpPr>
          <p:spPr>
            <a:xfrm>
              <a:off x="-33676974" y="2275050"/>
              <a:ext cx="295375" cy="293000"/>
            </a:xfrm>
            <a:custGeom>
              <a:rect l="l" t="t" r="r" b="b"/>
              <a:pathLst>
                <a:path w="11815" h="11720" extrusionOk="0">
                  <a:moveTo>
                    <a:pt x="8034" y="725"/>
                  </a:moveTo>
                  <a:cubicBezTo>
                    <a:pt x="9735" y="725"/>
                    <a:pt x="11090" y="2080"/>
                    <a:pt x="11090" y="3781"/>
                  </a:cubicBezTo>
                  <a:cubicBezTo>
                    <a:pt x="11090" y="5482"/>
                    <a:pt x="9735" y="6868"/>
                    <a:pt x="8034" y="6868"/>
                  </a:cubicBezTo>
                  <a:cubicBezTo>
                    <a:pt x="6333" y="6868"/>
                    <a:pt x="4947" y="5482"/>
                    <a:pt x="4947" y="3781"/>
                  </a:cubicBezTo>
                  <a:cubicBezTo>
                    <a:pt x="4947" y="2080"/>
                    <a:pt x="6333" y="725"/>
                    <a:pt x="8034" y="725"/>
                  </a:cubicBezTo>
                  <a:close/>
                  <a:moveTo>
                    <a:pt x="5104" y="6207"/>
                  </a:moveTo>
                  <a:cubicBezTo>
                    <a:pt x="5262" y="6364"/>
                    <a:pt x="5419" y="6553"/>
                    <a:pt x="5577" y="6679"/>
                  </a:cubicBezTo>
                  <a:lnTo>
                    <a:pt x="5325" y="6931"/>
                  </a:lnTo>
                  <a:cubicBezTo>
                    <a:pt x="5262" y="6994"/>
                    <a:pt x="5167" y="7026"/>
                    <a:pt x="5077" y="7026"/>
                  </a:cubicBezTo>
                  <a:cubicBezTo>
                    <a:pt x="4986" y="7026"/>
                    <a:pt x="4899" y="6994"/>
                    <a:pt x="4852" y="6931"/>
                  </a:cubicBezTo>
                  <a:cubicBezTo>
                    <a:pt x="4726" y="6805"/>
                    <a:pt x="4726" y="6585"/>
                    <a:pt x="4852" y="6459"/>
                  </a:cubicBezTo>
                  <a:lnTo>
                    <a:pt x="5104" y="6207"/>
                  </a:lnTo>
                  <a:close/>
                  <a:moveTo>
                    <a:pt x="3104" y="8380"/>
                  </a:moveTo>
                  <a:cubicBezTo>
                    <a:pt x="3190" y="8380"/>
                    <a:pt x="3277" y="8412"/>
                    <a:pt x="3340" y="8475"/>
                  </a:cubicBezTo>
                  <a:cubicBezTo>
                    <a:pt x="3466" y="8601"/>
                    <a:pt x="3466" y="8822"/>
                    <a:pt x="3340" y="8948"/>
                  </a:cubicBezTo>
                  <a:lnTo>
                    <a:pt x="1387" y="10932"/>
                  </a:lnTo>
                  <a:cubicBezTo>
                    <a:pt x="1324" y="10980"/>
                    <a:pt x="1229" y="11003"/>
                    <a:pt x="1139" y="11003"/>
                  </a:cubicBezTo>
                  <a:cubicBezTo>
                    <a:pt x="1048" y="11003"/>
                    <a:pt x="961" y="10980"/>
                    <a:pt x="914" y="10932"/>
                  </a:cubicBezTo>
                  <a:cubicBezTo>
                    <a:pt x="788" y="10806"/>
                    <a:pt x="788" y="10554"/>
                    <a:pt x="914" y="10460"/>
                  </a:cubicBezTo>
                  <a:lnTo>
                    <a:pt x="2867" y="8475"/>
                  </a:lnTo>
                  <a:cubicBezTo>
                    <a:pt x="2930" y="8412"/>
                    <a:pt x="3017" y="8380"/>
                    <a:pt x="3104" y="8380"/>
                  </a:cubicBezTo>
                  <a:close/>
                  <a:moveTo>
                    <a:pt x="8034" y="0"/>
                  </a:moveTo>
                  <a:cubicBezTo>
                    <a:pt x="5955" y="0"/>
                    <a:pt x="4285" y="1701"/>
                    <a:pt x="4285" y="3749"/>
                  </a:cubicBezTo>
                  <a:cubicBezTo>
                    <a:pt x="4285" y="4411"/>
                    <a:pt x="4443" y="5041"/>
                    <a:pt x="4758" y="5608"/>
                  </a:cubicBezTo>
                  <a:lnTo>
                    <a:pt x="4380" y="5986"/>
                  </a:lnTo>
                  <a:cubicBezTo>
                    <a:pt x="4065" y="6301"/>
                    <a:pt x="3970" y="6774"/>
                    <a:pt x="4159" y="7183"/>
                  </a:cubicBezTo>
                  <a:lnTo>
                    <a:pt x="3529" y="7813"/>
                  </a:lnTo>
                  <a:cubicBezTo>
                    <a:pt x="3387" y="7743"/>
                    <a:pt x="3232" y="7707"/>
                    <a:pt x="3077" y="7707"/>
                  </a:cubicBezTo>
                  <a:cubicBezTo>
                    <a:pt x="2819" y="7707"/>
                    <a:pt x="2560" y="7806"/>
                    <a:pt x="2363" y="8002"/>
                  </a:cubicBezTo>
                  <a:lnTo>
                    <a:pt x="378" y="9987"/>
                  </a:lnTo>
                  <a:cubicBezTo>
                    <a:pt x="0" y="10365"/>
                    <a:pt x="0" y="11027"/>
                    <a:pt x="378" y="11436"/>
                  </a:cubicBezTo>
                  <a:cubicBezTo>
                    <a:pt x="583" y="11625"/>
                    <a:pt x="851" y="11720"/>
                    <a:pt x="1119" y="11720"/>
                  </a:cubicBezTo>
                  <a:cubicBezTo>
                    <a:pt x="1387" y="11720"/>
                    <a:pt x="1654" y="11625"/>
                    <a:pt x="1859" y="11436"/>
                  </a:cubicBezTo>
                  <a:lnTo>
                    <a:pt x="3813" y="9452"/>
                  </a:lnTo>
                  <a:cubicBezTo>
                    <a:pt x="4128" y="9137"/>
                    <a:pt x="4222" y="8664"/>
                    <a:pt x="4002" y="8286"/>
                  </a:cubicBezTo>
                  <a:lnTo>
                    <a:pt x="4632" y="7656"/>
                  </a:lnTo>
                  <a:cubicBezTo>
                    <a:pt x="4782" y="7725"/>
                    <a:pt x="4940" y="7761"/>
                    <a:pt x="5097" y="7761"/>
                  </a:cubicBezTo>
                  <a:cubicBezTo>
                    <a:pt x="5367" y="7761"/>
                    <a:pt x="5629" y="7655"/>
                    <a:pt x="5829" y="7435"/>
                  </a:cubicBezTo>
                  <a:lnTo>
                    <a:pt x="6207" y="7057"/>
                  </a:lnTo>
                  <a:cubicBezTo>
                    <a:pt x="6774" y="7372"/>
                    <a:pt x="7404" y="7530"/>
                    <a:pt x="8066" y="7530"/>
                  </a:cubicBezTo>
                  <a:cubicBezTo>
                    <a:pt x="10145" y="7530"/>
                    <a:pt x="11815" y="5829"/>
                    <a:pt x="11815" y="3781"/>
                  </a:cubicBezTo>
                  <a:cubicBezTo>
                    <a:pt x="11815" y="1733"/>
                    <a:pt x="10082" y="0"/>
                    <a:pt x="8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61" name="Google Shape;10261;p64"/>
          <p:cNvGrpSpPr/>
          <p:nvPr/>
        </p:nvGrpSpPr>
        <p:grpSpPr>
          <a:xfrm>
            <a:off x="3537081" y="2220594"/>
            <a:ext cx="353587" cy="355013"/>
            <a:chOff x="-33673824" y="2634975"/>
            <a:chExt cx="291450" cy="292625"/>
          </a:xfrm>
        </p:grpSpPr>
        <p:sp>
          <p:nvSpPr>
            <p:cNvPr id="10262" name="Google Shape;10262;p64"/>
            <p:cNvSpPr/>
            <p:nvPr/>
          </p:nvSpPr>
          <p:spPr>
            <a:xfrm>
              <a:off x="-33673824" y="2634975"/>
              <a:ext cx="291450" cy="292625"/>
            </a:xfrm>
            <a:custGeom>
              <a:rect l="l" t="t" r="r" b="b"/>
              <a:pathLst>
                <a:path w="11658" h="11705" extrusionOk="0">
                  <a:moveTo>
                    <a:pt x="5829" y="662"/>
                  </a:moveTo>
                  <a:cubicBezTo>
                    <a:pt x="6459" y="662"/>
                    <a:pt x="7089" y="1261"/>
                    <a:pt x="7562" y="2238"/>
                  </a:cubicBezTo>
                  <a:cubicBezTo>
                    <a:pt x="7310" y="2364"/>
                    <a:pt x="7152" y="2553"/>
                    <a:pt x="7026" y="2773"/>
                  </a:cubicBezTo>
                  <a:cubicBezTo>
                    <a:pt x="6648" y="2742"/>
                    <a:pt x="6238" y="2710"/>
                    <a:pt x="5860" y="2710"/>
                  </a:cubicBezTo>
                  <a:cubicBezTo>
                    <a:pt x="5451" y="2710"/>
                    <a:pt x="5041" y="2742"/>
                    <a:pt x="4663" y="2773"/>
                  </a:cubicBezTo>
                  <a:cubicBezTo>
                    <a:pt x="4569" y="2553"/>
                    <a:pt x="4348" y="2364"/>
                    <a:pt x="4159" y="2238"/>
                  </a:cubicBezTo>
                  <a:cubicBezTo>
                    <a:pt x="4569" y="1261"/>
                    <a:pt x="5199" y="662"/>
                    <a:pt x="5829" y="662"/>
                  </a:cubicBezTo>
                  <a:close/>
                  <a:moveTo>
                    <a:pt x="3403" y="2742"/>
                  </a:moveTo>
                  <a:cubicBezTo>
                    <a:pt x="3813" y="2742"/>
                    <a:pt x="4096" y="3057"/>
                    <a:pt x="4096" y="3403"/>
                  </a:cubicBezTo>
                  <a:cubicBezTo>
                    <a:pt x="4096" y="3750"/>
                    <a:pt x="3781" y="4097"/>
                    <a:pt x="3403" y="4097"/>
                  </a:cubicBezTo>
                  <a:cubicBezTo>
                    <a:pt x="3025" y="4097"/>
                    <a:pt x="2741" y="3750"/>
                    <a:pt x="2741" y="3403"/>
                  </a:cubicBezTo>
                  <a:cubicBezTo>
                    <a:pt x="2741" y="3057"/>
                    <a:pt x="3025" y="2742"/>
                    <a:pt x="3403" y="2742"/>
                  </a:cubicBezTo>
                  <a:close/>
                  <a:moveTo>
                    <a:pt x="7562" y="946"/>
                  </a:moveTo>
                  <a:cubicBezTo>
                    <a:pt x="9011" y="1482"/>
                    <a:pt x="10145" y="2616"/>
                    <a:pt x="10649" y="4097"/>
                  </a:cubicBezTo>
                  <a:cubicBezTo>
                    <a:pt x="10334" y="3844"/>
                    <a:pt x="9988" y="3655"/>
                    <a:pt x="9609" y="3466"/>
                  </a:cubicBezTo>
                  <a:lnTo>
                    <a:pt x="9609" y="3403"/>
                  </a:lnTo>
                  <a:cubicBezTo>
                    <a:pt x="9609" y="2679"/>
                    <a:pt x="8979" y="2049"/>
                    <a:pt x="8223" y="2049"/>
                  </a:cubicBezTo>
                  <a:lnTo>
                    <a:pt x="8192" y="2049"/>
                  </a:lnTo>
                  <a:cubicBezTo>
                    <a:pt x="7971" y="1608"/>
                    <a:pt x="7782" y="1261"/>
                    <a:pt x="7562" y="946"/>
                  </a:cubicBezTo>
                  <a:close/>
                  <a:moveTo>
                    <a:pt x="4096" y="978"/>
                  </a:moveTo>
                  <a:lnTo>
                    <a:pt x="4096" y="978"/>
                  </a:lnTo>
                  <a:cubicBezTo>
                    <a:pt x="3844" y="1293"/>
                    <a:pt x="3624" y="1639"/>
                    <a:pt x="3466" y="2080"/>
                  </a:cubicBezTo>
                  <a:lnTo>
                    <a:pt x="3403" y="2080"/>
                  </a:lnTo>
                  <a:cubicBezTo>
                    <a:pt x="2678" y="2080"/>
                    <a:pt x="2048" y="2710"/>
                    <a:pt x="2048" y="3466"/>
                  </a:cubicBezTo>
                  <a:lnTo>
                    <a:pt x="2048" y="3498"/>
                  </a:lnTo>
                  <a:cubicBezTo>
                    <a:pt x="1639" y="3687"/>
                    <a:pt x="1292" y="3876"/>
                    <a:pt x="977" y="4128"/>
                  </a:cubicBezTo>
                  <a:cubicBezTo>
                    <a:pt x="1481" y="2616"/>
                    <a:pt x="2615" y="1482"/>
                    <a:pt x="4096" y="978"/>
                  </a:cubicBezTo>
                  <a:close/>
                  <a:moveTo>
                    <a:pt x="8223" y="2773"/>
                  </a:moveTo>
                  <a:cubicBezTo>
                    <a:pt x="8601" y="2773"/>
                    <a:pt x="8885" y="3088"/>
                    <a:pt x="8885" y="3466"/>
                  </a:cubicBezTo>
                  <a:cubicBezTo>
                    <a:pt x="8885" y="3813"/>
                    <a:pt x="8601" y="4128"/>
                    <a:pt x="8223" y="4128"/>
                  </a:cubicBezTo>
                  <a:cubicBezTo>
                    <a:pt x="7814" y="4128"/>
                    <a:pt x="7562" y="3813"/>
                    <a:pt x="7562" y="3466"/>
                  </a:cubicBezTo>
                  <a:cubicBezTo>
                    <a:pt x="7562" y="3088"/>
                    <a:pt x="7877" y="2773"/>
                    <a:pt x="8223" y="2773"/>
                  </a:cubicBezTo>
                  <a:close/>
                  <a:moveTo>
                    <a:pt x="9452" y="4160"/>
                  </a:moveTo>
                  <a:cubicBezTo>
                    <a:pt x="10429" y="4632"/>
                    <a:pt x="11027" y="5262"/>
                    <a:pt x="11027" y="5892"/>
                  </a:cubicBezTo>
                  <a:cubicBezTo>
                    <a:pt x="10964" y="5924"/>
                    <a:pt x="10933" y="6050"/>
                    <a:pt x="10933" y="6176"/>
                  </a:cubicBezTo>
                  <a:cubicBezTo>
                    <a:pt x="10492" y="5735"/>
                    <a:pt x="9925" y="5514"/>
                    <a:pt x="9294" y="5514"/>
                  </a:cubicBezTo>
                  <a:cubicBezTo>
                    <a:pt x="9168" y="5514"/>
                    <a:pt x="9042" y="5514"/>
                    <a:pt x="8916" y="5546"/>
                  </a:cubicBezTo>
                  <a:cubicBezTo>
                    <a:pt x="8916" y="5231"/>
                    <a:pt x="8885" y="4947"/>
                    <a:pt x="8885" y="4664"/>
                  </a:cubicBezTo>
                  <a:cubicBezTo>
                    <a:pt x="9137" y="4569"/>
                    <a:pt x="9326" y="4349"/>
                    <a:pt x="9452" y="4160"/>
                  </a:cubicBezTo>
                  <a:close/>
                  <a:moveTo>
                    <a:pt x="2237" y="4097"/>
                  </a:moveTo>
                  <a:cubicBezTo>
                    <a:pt x="2363" y="4349"/>
                    <a:pt x="2552" y="4506"/>
                    <a:pt x="2773" y="4632"/>
                  </a:cubicBezTo>
                  <a:cubicBezTo>
                    <a:pt x="2741" y="5042"/>
                    <a:pt x="2710" y="5420"/>
                    <a:pt x="2710" y="5829"/>
                  </a:cubicBezTo>
                  <a:cubicBezTo>
                    <a:pt x="2710" y="6207"/>
                    <a:pt x="2741" y="6617"/>
                    <a:pt x="2773" y="6995"/>
                  </a:cubicBezTo>
                  <a:cubicBezTo>
                    <a:pt x="2552" y="7121"/>
                    <a:pt x="2363" y="7310"/>
                    <a:pt x="2237" y="7499"/>
                  </a:cubicBezTo>
                  <a:cubicBezTo>
                    <a:pt x="1261" y="7026"/>
                    <a:pt x="662" y="6459"/>
                    <a:pt x="662" y="5829"/>
                  </a:cubicBezTo>
                  <a:cubicBezTo>
                    <a:pt x="662" y="5199"/>
                    <a:pt x="1261" y="4569"/>
                    <a:pt x="2237" y="4097"/>
                  </a:cubicBezTo>
                  <a:close/>
                  <a:moveTo>
                    <a:pt x="5829" y="3466"/>
                  </a:moveTo>
                  <a:cubicBezTo>
                    <a:pt x="6175" y="3466"/>
                    <a:pt x="6522" y="3466"/>
                    <a:pt x="6869" y="3498"/>
                  </a:cubicBezTo>
                  <a:cubicBezTo>
                    <a:pt x="6932" y="4191"/>
                    <a:pt x="7467" y="4790"/>
                    <a:pt x="8192" y="4790"/>
                  </a:cubicBezTo>
                  <a:cubicBezTo>
                    <a:pt x="8223" y="5105"/>
                    <a:pt x="8223" y="5420"/>
                    <a:pt x="8223" y="5735"/>
                  </a:cubicBezTo>
                  <a:cubicBezTo>
                    <a:pt x="7436" y="6144"/>
                    <a:pt x="6869" y="6963"/>
                    <a:pt x="6869" y="7909"/>
                  </a:cubicBezTo>
                  <a:lnTo>
                    <a:pt x="6869" y="8192"/>
                  </a:lnTo>
                  <a:cubicBezTo>
                    <a:pt x="6522" y="8224"/>
                    <a:pt x="6175" y="8224"/>
                    <a:pt x="5829" y="8224"/>
                  </a:cubicBezTo>
                  <a:cubicBezTo>
                    <a:pt x="5451" y="8224"/>
                    <a:pt x="5104" y="8224"/>
                    <a:pt x="4758" y="8192"/>
                  </a:cubicBezTo>
                  <a:cubicBezTo>
                    <a:pt x="4726" y="7468"/>
                    <a:pt x="4159" y="6869"/>
                    <a:pt x="3466" y="6869"/>
                  </a:cubicBezTo>
                  <a:cubicBezTo>
                    <a:pt x="3403" y="6522"/>
                    <a:pt x="3403" y="6207"/>
                    <a:pt x="3403" y="5861"/>
                  </a:cubicBezTo>
                  <a:cubicBezTo>
                    <a:pt x="3403" y="5483"/>
                    <a:pt x="3403" y="5136"/>
                    <a:pt x="3466" y="4790"/>
                  </a:cubicBezTo>
                  <a:cubicBezTo>
                    <a:pt x="4159" y="4758"/>
                    <a:pt x="4758" y="4191"/>
                    <a:pt x="4758" y="3498"/>
                  </a:cubicBezTo>
                  <a:cubicBezTo>
                    <a:pt x="5104" y="3466"/>
                    <a:pt x="5482" y="3466"/>
                    <a:pt x="5829" y="3466"/>
                  </a:cubicBezTo>
                  <a:close/>
                  <a:moveTo>
                    <a:pt x="3403" y="7562"/>
                  </a:moveTo>
                  <a:cubicBezTo>
                    <a:pt x="3813" y="7562"/>
                    <a:pt x="4096" y="7877"/>
                    <a:pt x="4096" y="8224"/>
                  </a:cubicBezTo>
                  <a:cubicBezTo>
                    <a:pt x="4096" y="8570"/>
                    <a:pt x="3781" y="8885"/>
                    <a:pt x="3403" y="8885"/>
                  </a:cubicBezTo>
                  <a:cubicBezTo>
                    <a:pt x="3025" y="8885"/>
                    <a:pt x="2741" y="8570"/>
                    <a:pt x="2741" y="8224"/>
                  </a:cubicBezTo>
                  <a:cubicBezTo>
                    <a:pt x="2741" y="7877"/>
                    <a:pt x="3025" y="7562"/>
                    <a:pt x="3403" y="7562"/>
                  </a:cubicBezTo>
                  <a:close/>
                  <a:moveTo>
                    <a:pt x="7940" y="10114"/>
                  </a:moveTo>
                  <a:lnTo>
                    <a:pt x="8192" y="10429"/>
                  </a:lnTo>
                  <a:lnTo>
                    <a:pt x="7593" y="10650"/>
                  </a:lnTo>
                  <a:cubicBezTo>
                    <a:pt x="7719" y="10492"/>
                    <a:pt x="7814" y="10303"/>
                    <a:pt x="7940" y="10114"/>
                  </a:cubicBezTo>
                  <a:close/>
                  <a:moveTo>
                    <a:pt x="977" y="7594"/>
                  </a:moveTo>
                  <a:cubicBezTo>
                    <a:pt x="1261" y="7814"/>
                    <a:pt x="1639" y="8035"/>
                    <a:pt x="2048" y="8224"/>
                  </a:cubicBezTo>
                  <a:lnTo>
                    <a:pt x="2048" y="8255"/>
                  </a:lnTo>
                  <a:cubicBezTo>
                    <a:pt x="2048" y="9011"/>
                    <a:pt x="2678" y="9641"/>
                    <a:pt x="3403" y="9641"/>
                  </a:cubicBezTo>
                  <a:lnTo>
                    <a:pt x="3466" y="9641"/>
                  </a:lnTo>
                  <a:cubicBezTo>
                    <a:pt x="3655" y="10019"/>
                    <a:pt x="3844" y="10397"/>
                    <a:pt x="4096" y="10681"/>
                  </a:cubicBezTo>
                  <a:cubicBezTo>
                    <a:pt x="2615" y="10145"/>
                    <a:pt x="1481" y="9011"/>
                    <a:pt x="977" y="7594"/>
                  </a:cubicBezTo>
                  <a:close/>
                  <a:moveTo>
                    <a:pt x="9294" y="6207"/>
                  </a:moveTo>
                  <a:cubicBezTo>
                    <a:pt x="10240" y="6207"/>
                    <a:pt x="10964" y="6963"/>
                    <a:pt x="10964" y="7909"/>
                  </a:cubicBezTo>
                  <a:cubicBezTo>
                    <a:pt x="10964" y="8192"/>
                    <a:pt x="10901" y="8413"/>
                    <a:pt x="10807" y="8665"/>
                  </a:cubicBezTo>
                  <a:cubicBezTo>
                    <a:pt x="10744" y="8759"/>
                    <a:pt x="10177" y="9484"/>
                    <a:pt x="9294" y="10744"/>
                  </a:cubicBezTo>
                  <a:lnTo>
                    <a:pt x="8979" y="10303"/>
                  </a:lnTo>
                  <a:cubicBezTo>
                    <a:pt x="8018" y="9071"/>
                    <a:pt x="8059" y="9043"/>
                    <a:pt x="8038" y="9043"/>
                  </a:cubicBezTo>
                  <a:lnTo>
                    <a:pt x="8038" y="9043"/>
                  </a:lnTo>
                  <a:cubicBezTo>
                    <a:pt x="8037" y="9043"/>
                    <a:pt x="8036" y="9043"/>
                    <a:pt x="8034" y="9043"/>
                  </a:cubicBezTo>
                  <a:cubicBezTo>
                    <a:pt x="7751" y="8728"/>
                    <a:pt x="7593" y="8350"/>
                    <a:pt x="7593" y="7909"/>
                  </a:cubicBezTo>
                  <a:cubicBezTo>
                    <a:pt x="7593" y="6963"/>
                    <a:pt x="8349" y="6207"/>
                    <a:pt x="9294" y="6207"/>
                  </a:cubicBezTo>
                  <a:close/>
                  <a:moveTo>
                    <a:pt x="7026" y="8854"/>
                  </a:moveTo>
                  <a:cubicBezTo>
                    <a:pt x="7152" y="9074"/>
                    <a:pt x="7278" y="9326"/>
                    <a:pt x="7467" y="9515"/>
                  </a:cubicBezTo>
                  <a:cubicBezTo>
                    <a:pt x="7026" y="10429"/>
                    <a:pt x="6459" y="10965"/>
                    <a:pt x="5829" y="10965"/>
                  </a:cubicBezTo>
                  <a:cubicBezTo>
                    <a:pt x="5199" y="10965"/>
                    <a:pt x="4569" y="10397"/>
                    <a:pt x="4096" y="9389"/>
                  </a:cubicBezTo>
                  <a:cubicBezTo>
                    <a:pt x="4317" y="9295"/>
                    <a:pt x="4474" y="9074"/>
                    <a:pt x="4600" y="8854"/>
                  </a:cubicBezTo>
                  <a:cubicBezTo>
                    <a:pt x="4978" y="8885"/>
                    <a:pt x="5388" y="8917"/>
                    <a:pt x="5766" y="8917"/>
                  </a:cubicBezTo>
                  <a:cubicBezTo>
                    <a:pt x="6207" y="8917"/>
                    <a:pt x="6616" y="8885"/>
                    <a:pt x="7026" y="8854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16"/>
                    <a:pt x="0" y="5861"/>
                  </a:cubicBezTo>
                  <a:cubicBezTo>
                    <a:pt x="0" y="9043"/>
                    <a:pt x="2584" y="11689"/>
                    <a:pt x="5829" y="11689"/>
                  </a:cubicBezTo>
                  <a:cubicBezTo>
                    <a:pt x="6806" y="11689"/>
                    <a:pt x="7751" y="11437"/>
                    <a:pt x="8570" y="11028"/>
                  </a:cubicBezTo>
                  <a:lnTo>
                    <a:pt x="8979" y="11563"/>
                  </a:lnTo>
                  <a:cubicBezTo>
                    <a:pt x="9042" y="11658"/>
                    <a:pt x="9145" y="11705"/>
                    <a:pt x="9247" y="11705"/>
                  </a:cubicBezTo>
                  <a:cubicBezTo>
                    <a:pt x="9350" y="11705"/>
                    <a:pt x="9452" y="11658"/>
                    <a:pt x="9515" y="11563"/>
                  </a:cubicBezTo>
                  <a:cubicBezTo>
                    <a:pt x="9515" y="11563"/>
                    <a:pt x="11279" y="9169"/>
                    <a:pt x="11405" y="8980"/>
                  </a:cubicBezTo>
                  <a:cubicBezTo>
                    <a:pt x="11563" y="8665"/>
                    <a:pt x="11657" y="8287"/>
                    <a:pt x="11657" y="7940"/>
                  </a:cubicBezTo>
                  <a:cubicBezTo>
                    <a:pt x="11657" y="7657"/>
                    <a:pt x="11626" y="7405"/>
                    <a:pt x="11531" y="7152"/>
                  </a:cubicBezTo>
                  <a:cubicBezTo>
                    <a:pt x="11594" y="6774"/>
                    <a:pt x="11657" y="6333"/>
                    <a:pt x="11657" y="5892"/>
                  </a:cubicBezTo>
                  <a:cubicBezTo>
                    <a:pt x="11657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63" name="Google Shape;10263;p64"/>
            <p:cNvSpPr/>
            <p:nvPr/>
          </p:nvSpPr>
          <p:spPr>
            <a:xfrm>
              <a:off x="-33467473" y="2806675"/>
              <a:ext cx="51225" cy="51225"/>
            </a:xfrm>
            <a:custGeom>
              <a:rect l="l" t="t" r="r" b="b"/>
              <a:pathLst>
                <a:path w="2049" h="2049" extrusionOk="0">
                  <a:moveTo>
                    <a:pt x="1040" y="631"/>
                  </a:moveTo>
                  <a:cubicBezTo>
                    <a:pt x="1229" y="631"/>
                    <a:pt x="1387" y="789"/>
                    <a:pt x="1387" y="1009"/>
                  </a:cubicBezTo>
                  <a:cubicBezTo>
                    <a:pt x="1387" y="1198"/>
                    <a:pt x="1198" y="1356"/>
                    <a:pt x="1040" y="1356"/>
                  </a:cubicBezTo>
                  <a:cubicBezTo>
                    <a:pt x="820" y="1356"/>
                    <a:pt x="662" y="1198"/>
                    <a:pt x="662" y="1009"/>
                  </a:cubicBezTo>
                  <a:cubicBezTo>
                    <a:pt x="662" y="789"/>
                    <a:pt x="820" y="631"/>
                    <a:pt x="1040" y="63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cubicBezTo>
                    <a:pt x="1" y="1576"/>
                    <a:pt x="473" y="2049"/>
                    <a:pt x="1040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42"/>
                    <a:pt x="1576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64" name="Google Shape;10264;p64"/>
          <p:cNvGrpSpPr/>
          <p:nvPr/>
        </p:nvGrpSpPr>
        <p:grpSpPr>
          <a:xfrm>
            <a:off x="2205089" y="2687509"/>
            <a:ext cx="329687" cy="353648"/>
            <a:chOff x="-31874101" y="1939525"/>
            <a:chExt cx="271750" cy="291500"/>
          </a:xfrm>
        </p:grpSpPr>
        <p:sp>
          <p:nvSpPr>
            <p:cNvPr id="10265" name="Google Shape;10265;p64"/>
            <p:cNvSpPr/>
            <p:nvPr/>
          </p:nvSpPr>
          <p:spPr>
            <a:xfrm>
              <a:off x="-31874101" y="2132475"/>
              <a:ext cx="271750" cy="98550"/>
            </a:xfrm>
            <a:custGeom>
              <a:rect l="l" t="t" r="r" b="b"/>
              <a:pathLst>
                <a:path w="10870" h="3942" extrusionOk="0">
                  <a:moveTo>
                    <a:pt x="2080" y="1135"/>
                  </a:moveTo>
                  <a:lnTo>
                    <a:pt x="2300" y="1576"/>
                  </a:lnTo>
                  <a:cubicBezTo>
                    <a:pt x="2363" y="1702"/>
                    <a:pt x="2458" y="1734"/>
                    <a:pt x="2584" y="1765"/>
                  </a:cubicBezTo>
                  <a:lnTo>
                    <a:pt x="3056" y="1860"/>
                  </a:lnTo>
                  <a:lnTo>
                    <a:pt x="2710" y="2206"/>
                  </a:lnTo>
                  <a:cubicBezTo>
                    <a:pt x="2615" y="2269"/>
                    <a:pt x="2584" y="2395"/>
                    <a:pt x="2615" y="2521"/>
                  </a:cubicBezTo>
                  <a:lnTo>
                    <a:pt x="2710" y="2994"/>
                  </a:lnTo>
                  <a:lnTo>
                    <a:pt x="2269" y="2773"/>
                  </a:lnTo>
                  <a:cubicBezTo>
                    <a:pt x="2237" y="2710"/>
                    <a:pt x="2143" y="2710"/>
                    <a:pt x="2111" y="2710"/>
                  </a:cubicBezTo>
                  <a:cubicBezTo>
                    <a:pt x="2080" y="2710"/>
                    <a:pt x="1985" y="2710"/>
                    <a:pt x="1954" y="2773"/>
                  </a:cubicBezTo>
                  <a:lnTo>
                    <a:pt x="1513" y="2994"/>
                  </a:lnTo>
                  <a:lnTo>
                    <a:pt x="1607" y="2521"/>
                  </a:lnTo>
                  <a:cubicBezTo>
                    <a:pt x="1607" y="2395"/>
                    <a:pt x="1607" y="2301"/>
                    <a:pt x="1513" y="2206"/>
                  </a:cubicBezTo>
                  <a:lnTo>
                    <a:pt x="1166" y="1860"/>
                  </a:lnTo>
                  <a:lnTo>
                    <a:pt x="1639" y="1765"/>
                  </a:lnTo>
                  <a:cubicBezTo>
                    <a:pt x="1670" y="1765"/>
                    <a:pt x="1796" y="1702"/>
                    <a:pt x="1828" y="1576"/>
                  </a:cubicBezTo>
                  <a:lnTo>
                    <a:pt x="2080" y="1135"/>
                  </a:lnTo>
                  <a:close/>
                  <a:moveTo>
                    <a:pt x="5514" y="1135"/>
                  </a:moveTo>
                  <a:lnTo>
                    <a:pt x="5734" y="1576"/>
                  </a:lnTo>
                  <a:cubicBezTo>
                    <a:pt x="5766" y="1702"/>
                    <a:pt x="5892" y="1734"/>
                    <a:pt x="6018" y="1765"/>
                  </a:cubicBezTo>
                  <a:lnTo>
                    <a:pt x="6490" y="1860"/>
                  </a:lnTo>
                  <a:lnTo>
                    <a:pt x="6144" y="2206"/>
                  </a:lnTo>
                  <a:cubicBezTo>
                    <a:pt x="6049" y="2269"/>
                    <a:pt x="6018" y="2395"/>
                    <a:pt x="6049" y="2521"/>
                  </a:cubicBezTo>
                  <a:lnTo>
                    <a:pt x="6144" y="2994"/>
                  </a:lnTo>
                  <a:lnTo>
                    <a:pt x="5703" y="2773"/>
                  </a:lnTo>
                  <a:cubicBezTo>
                    <a:pt x="5671" y="2710"/>
                    <a:pt x="5577" y="2710"/>
                    <a:pt x="5545" y="2710"/>
                  </a:cubicBezTo>
                  <a:cubicBezTo>
                    <a:pt x="5514" y="2710"/>
                    <a:pt x="5419" y="2710"/>
                    <a:pt x="5388" y="2773"/>
                  </a:cubicBezTo>
                  <a:lnTo>
                    <a:pt x="4947" y="2994"/>
                  </a:lnTo>
                  <a:lnTo>
                    <a:pt x="5041" y="2521"/>
                  </a:lnTo>
                  <a:cubicBezTo>
                    <a:pt x="5041" y="2395"/>
                    <a:pt x="5041" y="2301"/>
                    <a:pt x="4947" y="2206"/>
                  </a:cubicBezTo>
                  <a:lnTo>
                    <a:pt x="4600" y="1860"/>
                  </a:lnTo>
                  <a:lnTo>
                    <a:pt x="4978" y="1765"/>
                  </a:lnTo>
                  <a:cubicBezTo>
                    <a:pt x="5104" y="1765"/>
                    <a:pt x="5199" y="1702"/>
                    <a:pt x="5262" y="1576"/>
                  </a:cubicBezTo>
                  <a:lnTo>
                    <a:pt x="5514" y="1135"/>
                  </a:lnTo>
                  <a:close/>
                  <a:moveTo>
                    <a:pt x="8916" y="1135"/>
                  </a:moveTo>
                  <a:lnTo>
                    <a:pt x="9168" y="1576"/>
                  </a:lnTo>
                  <a:cubicBezTo>
                    <a:pt x="9200" y="1702"/>
                    <a:pt x="9326" y="1734"/>
                    <a:pt x="9452" y="1765"/>
                  </a:cubicBezTo>
                  <a:lnTo>
                    <a:pt x="9924" y="1860"/>
                  </a:lnTo>
                  <a:lnTo>
                    <a:pt x="9546" y="2206"/>
                  </a:lnTo>
                  <a:cubicBezTo>
                    <a:pt x="9483" y="2269"/>
                    <a:pt x="9452" y="2395"/>
                    <a:pt x="9483" y="2521"/>
                  </a:cubicBezTo>
                  <a:lnTo>
                    <a:pt x="9546" y="2994"/>
                  </a:lnTo>
                  <a:lnTo>
                    <a:pt x="9137" y="2773"/>
                  </a:lnTo>
                  <a:cubicBezTo>
                    <a:pt x="9074" y="2710"/>
                    <a:pt x="9011" y="2710"/>
                    <a:pt x="8979" y="2710"/>
                  </a:cubicBezTo>
                  <a:cubicBezTo>
                    <a:pt x="8916" y="2710"/>
                    <a:pt x="8853" y="2710"/>
                    <a:pt x="8822" y="2773"/>
                  </a:cubicBezTo>
                  <a:lnTo>
                    <a:pt x="8381" y="2994"/>
                  </a:lnTo>
                  <a:lnTo>
                    <a:pt x="8444" y="2521"/>
                  </a:lnTo>
                  <a:cubicBezTo>
                    <a:pt x="8444" y="2395"/>
                    <a:pt x="8444" y="2301"/>
                    <a:pt x="8381" y="2206"/>
                  </a:cubicBezTo>
                  <a:lnTo>
                    <a:pt x="8034" y="1860"/>
                  </a:lnTo>
                  <a:lnTo>
                    <a:pt x="8412" y="1765"/>
                  </a:lnTo>
                  <a:cubicBezTo>
                    <a:pt x="8538" y="1765"/>
                    <a:pt x="8601" y="1702"/>
                    <a:pt x="8696" y="1576"/>
                  </a:cubicBezTo>
                  <a:lnTo>
                    <a:pt x="8916" y="1135"/>
                  </a:lnTo>
                  <a:close/>
                  <a:moveTo>
                    <a:pt x="2048" y="1"/>
                  </a:moveTo>
                  <a:cubicBezTo>
                    <a:pt x="1922" y="1"/>
                    <a:pt x="1796" y="64"/>
                    <a:pt x="1733" y="190"/>
                  </a:cubicBezTo>
                  <a:lnTo>
                    <a:pt x="1292" y="1104"/>
                  </a:lnTo>
                  <a:lnTo>
                    <a:pt x="315" y="1261"/>
                  </a:lnTo>
                  <a:cubicBezTo>
                    <a:pt x="189" y="1261"/>
                    <a:pt x="63" y="1387"/>
                    <a:pt x="32" y="1482"/>
                  </a:cubicBezTo>
                  <a:cubicBezTo>
                    <a:pt x="0" y="1608"/>
                    <a:pt x="32" y="1765"/>
                    <a:pt x="95" y="1860"/>
                  </a:cubicBezTo>
                  <a:lnTo>
                    <a:pt x="819" y="2553"/>
                  </a:lnTo>
                  <a:lnTo>
                    <a:pt x="662" y="3561"/>
                  </a:lnTo>
                  <a:cubicBezTo>
                    <a:pt x="630" y="3655"/>
                    <a:pt x="693" y="3813"/>
                    <a:pt x="788" y="3876"/>
                  </a:cubicBezTo>
                  <a:cubicBezTo>
                    <a:pt x="862" y="3913"/>
                    <a:pt x="925" y="3928"/>
                    <a:pt x="990" y="3928"/>
                  </a:cubicBezTo>
                  <a:cubicBezTo>
                    <a:pt x="1035" y="3928"/>
                    <a:pt x="1082" y="3920"/>
                    <a:pt x="1134" y="3907"/>
                  </a:cubicBezTo>
                  <a:lnTo>
                    <a:pt x="2048" y="3435"/>
                  </a:lnTo>
                  <a:lnTo>
                    <a:pt x="2962" y="3907"/>
                  </a:lnTo>
                  <a:cubicBezTo>
                    <a:pt x="2998" y="3931"/>
                    <a:pt x="3039" y="3942"/>
                    <a:pt x="3082" y="3942"/>
                  </a:cubicBezTo>
                  <a:cubicBezTo>
                    <a:pt x="3153" y="3942"/>
                    <a:pt x="3230" y="3915"/>
                    <a:pt x="3308" y="3876"/>
                  </a:cubicBezTo>
                  <a:cubicBezTo>
                    <a:pt x="3434" y="3781"/>
                    <a:pt x="3466" y="3655"/>
                    <a:pt x="3434" y="3561"/>
                  </a:cubicBezTo>
                  <a:lnTo>
                    <a:pt x="3277" y="2553"/>
                  </a:lnTo>
                  <a:lnTo>
                    <a:pt x="3749" y="2080"/>
                  </a:lnTo>
                  <a:lnTo>
                    <a:pt x="4222" y="2553"/>
                  </a:lnTo>
                  <a:lnTo>
                    <a:pt x="4064" y="3561"/>
                  </a:lnTo>
                  <a:cubicBezTo>
                    <a:pt x="4001" y="3655"/>
                    <a:pt x="4096" y="3813"/>
                    <a:pt x="4159" y="3876"/>
                  </a:cubicBezTo>
                  <a:cubicBezTo>
                    <a:pt x="4233" y="3913"/>
                    <a:pt x="4307" y="3928"/>
                    <a:pt x="4380" y="3928"/>
                  </a:cubicBezTo>
                  <a:cubicBezTo>
                    <a:pt x="4433" y="3928"/>
                    <a:pt x="4485" y="3920"/>
                    <a:pt x="4537" y="3907"/>
                  </a:cubicBezTo>
                  <a:lnTo>
                    <a:pt x="5419" y="3435"/>
                  </a:lnTo>
                  <a:lnTo>
                    <a:pt x="6333" y="3907"/>
                  </a:lnTo>
                  <a:cubicBezTo>
                    <a:pt x="6381" y="3931"/>
                    <a:pt x="6429" y="3942"/>
                    <a:pt x="6475" y="3942"/>
                  </a:cubicBezTo>
                  <a:cubicBezTo>
                    <a:pt x="6550" y="3942"/>
                    <a:pt x="6621" y="3915"/>
                    <a:pt x="6679" y="3876"/>
                  </a:cubicBezTo>
                  <a:cubicBezTo>
                    <a:pt x="6805" y="3781"/>
                    <a:pt x="6837" y="3655"/>
                    <a:pt x="6805" y="3561"/>
                  </a:cubicBezTo>
                  <a:lnTo>
                    <a:pt x="6648" y="2553"/>
                  </a:lnTo>
                  <a:lnTo>
                    <a:pt x="7120" y="2080"/>
                  </a:lnTo>
                  <a:lnTo>
                    <a:pt x="7593" y="2553"/>
                  </a:lnTo>
                  <a:lnTo>
                    <a:pt x="7435" y="3561"/>
                  </a:lnTo>
                  <a:cubicBezTo>
                    <a:pt x="7404" y="3655"/>
                    <a:pt x="7467" y="3813"/>
                    <a:pt x="7561" y="3876"/>
                  </a:cubicBezTo>
                  <a:cubicBezTo>
                    <a:pt x="7635" y="3913"/>
                    <a:pt x="7698" y="3928"/>
                    <a:pt x="7763" y="3928"/>
                  </a:cubicBezTo>
                  <a:cubicBezTo>
                    <a:pt x="7809" y="3928"/>
                    <a:pt x="7856" y="3920"/>
                    <a:pt x="7908" y="3907"/>
                  </a:cubicBezTo>
                  <a:lnTo>
                    <a:pt x="8822" y="3435"/>
                  </a:lnTo>
                  <a:lnTo>
                    <a:pt x="9735" y="3907"/>
                  </a:lnTo>
                  <a:cubicBezTo>
                    <a:pt x="9771" y="3931"/>
                    <a:pt x="9812" y="3942"/>
                    <a:pt x="9856" y="3942"/>
                  </a:cubicBezTo>
                  <a:cubicBezTo>
                    <a:pt x="9926" y="3942"/>
                    <a:pt x="10004" y="3915"/>
                    <a:pt x="10082" y="3876"/>
                  </a:cubicBezTo>
                  <a:cubicBezTo>
                    <a:pt x="10208" y="3781"/>
                    <a:pt x="10239" y="3655"/>
                    <a:pt x="10208" y="3561"/>
                  </a:cubicBezTo>
                  <a:lnTo>
                    <a:pt x="10050" y="2553"/>
                  </a:lnTo>
                  <a:lnTo>
                    <a:pt x="10743" y="1860"/>
                  </a:lnTo>
                  <a:cubicBezTo>
                    <a:pt x="10838" y="1765"/>
                    <a:pt x="10869" y="1608"/>
                    <a:pt x="10838" y="1482"/>
                  </a:cubicBezTo>
                  <a:cubicBezTo>
                    <a:pt x="10775" y="1387"/>
                    <a:pt x="10680" y="1293"/>
                    <a:pt x="10554" y="1261"/>
                  </a:cubicBezTo>
                  <a:lnTo>
                    <a:pt x="9578" y="1104"/>
                  </a:lnTo>
                  <a:lnTo>
                    <a:pt x="9137" y="190"/>
                  </a:lnTo>
                  <a:cubicBezTo>
                    <a:pt x="9105" y="64"/>
                    <a:pt x="8979" y="1"/>
                    <a:pt x="8822" y="1"/>
                  </a:cubicBezTo>
                  <a:cubicBezTo>
                    <a:pt x="8696" y="1"/>
                    <a:pt x="8570" y="64"/>
                    <a:pt x="8507" y="190"/>
                  </a:cubicBezTo>
                  <a:lnTo>
                    <a:pt x="8066" y="1104"/>
                  </a:lnTo>
                  <a:lnTo>
                    <a:pt x="7120" y="1261"/>
                  </a:lnTo>
                  <a:lnTo>
                    <a:pt x="6175" y="1104"/>
                  </a:lnTo>
                  <a:lnTo>
                    <a:pt x="5734" y="190"/>
                  </a:lnTo>
                  <a:cubicBezTo>
                    <a:pt x="5703" y="64"/>
                    <a:pt x="5577" y="1"/>
                    <a:pt x="5419" y="1"/>
                  </a:cubicBezTo>
                  <a:cubicBezTo>
                    <a:pt x="5262" y="1"/>
                    <a:pt x="5199" y="64"/>
                    <a:pt x="5104" y="190"/>
                  </a:cubicBezTo>
                  <a:lnTo>
                    <a:pt x="4695" y="1104"/>
                  </a:lnTo>
                  <a:lnTo>
                    <a:pt x="3749" y="1261"/>
                  </a:lnTo>
                  <a:lnTo>
                    <a:pt x="2804" y="1104"/>
                  </a:lnTo>
                  <a:lnTo>
                    <a:pt x="2363" y="190"/>
                  </a:lnTo>
                  <a:cubicBezTo>
                    <a:pt x="2332" y="64"/>
                    <a:pt x="2206" y="1"/>
                    <a:pt x="2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66" name="Google Shape;10266;p64"/>
            <p:cNvSpPr/>
            <p:nvPr/>
          </p:nvSpPr>
          <p:spPr>
            <a:xfrm>
              <a:off x="-31830776" y="1939525"/>
              <a:ext cx="189050" cy="189825"/>
            </a:xfrm>
            <a:custGeom>
              <a:rect l="l" t="t" r="r" b="b"/>
              <a:pathLst>
                <a:path w="7562" h="7592" extrusionOk="0">
                  <a:moveTo>
                    <a:pt x="3718" y="662"/>
                  </a:moveTo>
                  <a:cubicBezTo>
                    <a:pt x="5072" y="662"/>
                    <a:pt x="6144" y="1764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1" y="2048"/>
                    <a:pt x="4411" y="2048"/>
                  </a:cubicBezTo>
                  <a:lnTo>
                    <a:pt x="3025" y="2048"/>
                  </a:lnTo>
                  <a:cubicBezTo>
                    <a:pt x="2142" y="2048"/>
                    <a:pt x="1481" y="2678"/>
                    <a:pt x="1323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23" y="1764"/>
                    <a:pt x="2426" y="662"/>
                    <a:pt x="3718" y="662"/>
                  </a:cubicBezTo>
                  <a:close/>
                  <a:moveTo>
                    <a:pt x="4348" y="2773"/>
                  </a:moveTo>
                  <a:cubicBezTo>
                    <a:pt x="4915" y="2773"/>
                    <a:pt x="5387" y="3245"/>
                    <a:pt x="5387" y="3781"/>
                  </a:cubicBezTo>
                  <a:lnTo>
                    <a:pt x="5387" y="4127"/>
                  </a:lnTo>
                  <a:lnTo>
                    <a:pt x="5387" y="4127"/>
                  </a:lnTo>
                  <a:cubicBezTo>
                    <a:pt x="5153" y="4127"/>
                    <a:pt x="4907" y="4122"/>
                    <a:pt x="4820" y="4064"/>
                  </a:cubicBezTo>
                  <a:cubicBezTo>
                    <a:pt x="4789" y="4033"/>
                    <a:pt x="4757" y="3907"/>
                    <a:pt x="4757" y="3812"/>
                  </a:cubicBezTo>
                  <a:cubicBezTo>
                    <a:pt x="4757" y="3623"/>
                    <a:pt x="4600" y="3466"/>
                    <a:pt x="4411" y="3466"/>
                  </a:cubicBezTo>
                  <a:cubicBezTo>
                    <a:pt x="4190" y="3466"/>
                    <a:pt x="4033" y="3623"/>
                    <a:pt x="4033" y="3812"/>
                  </a:cubicBezTo>
                  <a:cubicBezTo>
                    <a:pt x="4033" y="3907"/>
                    <a:pt x="4033" y="4033"/>
                    <a:pt x="3970" y="4064"/>
                  </a:cubicBezTo>
                  <a:cubicBezTo>
                    <a:pt x="3907" y="4127"/>
                    <a:pt x="3789" y="4143"/>
                    <a:pt x="3643" y="4143"/>
                  </a:cubicBezTo>
                  <a:cubicBezTo>
                    <a:pt x="3497" y="4143"/>
                    <a:pt x="3324" y="4127"/>
                    <a:pt x="3151" y="4127"/>
                  </a:cubicBezTo>
                  <a:lnTo>
                    <a:pt x="1953" y="4127"/>
                  </a:lnTo>
                  <a:lnTo>
                    <a:pt x="1953" y="3781"/>
                  </a:lnTo>
                  <a:cubicBezTo>
                    <a:pt x="1953" y="3214"/>
                    <a:pt x="2426" y="2773"/>
                    <a:pt x="2993" y="2773"/>
                  </a:cubicBezTo>
                  <a:close/>
                  <a:moveTo>
                    <a:pt x="1008" y="4096"/>
                  </a:moveTo>
                  <a:cubicBezTo>
                    <a:pt x="1197" y="4096"/>
                    <a:pt x="1355" y="4253"/>
                    <a:pt x="1355" y="4442"/>
                  </a:cubicBezTo>
                  <a:lnTo>
                    <a:pt x="1355" y="5135"/>
                  </a:lnTo>
                  <a:cubicBezTo>
                    <a:pt x="1323" y="5356"/>
                    <a:pt x="1197" y="5482"/>
                    <a:pt x="1008" y="5482"/>
                  </a:cubicBezTo>
                  <a:cubicBezTo>
                    <a:pt x="819" y="5482"/>
                    <a:pt x="662" y="5324"/>
                    <a:pt x="662" y="5135"/>
                  </a:cubicBezTo>
                  <a:lnTo>
                    <a:pt x="662" y="4442"/>
                  </a:lnTo>
                  <a:cubicBezTo>
                    <a:pt x="662" y="4253"/>
                    <a:pt x="819" y="4096"/>
                    <a:pt x="1008" y="4096"/>
                  </a:cubicBezTo>
                  <a:close/>
                  <a:moveTo>
                    <a:pt x="6459" y="4127"/>
                  </a:moveTo>
                  <a:cubicBezTo>
                    <a:pt x="6648" y="4127"/>
                    <a:pt x="6805" y="4285"/>
                    <a:pt x="6805" y="4505"/>
                  </a:cubicBezTo>
                  <a:lnTo>
                    <a:pt x="6805" y="5167"/>
                  </a:lnTo>
                  <a:cubicBezTo>
                    <a:pt x="6805" y="5356"/>
                    <a:pt x="6648" y="5513"/>
                    <a:pt x="6459" y="5513"/>
                  </a:cubicBezTo>
                  <a:cubicBezTo>
                    <a:pt x="6238" y="5513"/>
                    <a:pt x="6081" y="5356"/>
                    <a:pt x="6081" y="5167"/>
                  </a:cubicBezTo>
                  <a:lnTo>
                    <a:pt x="6081" y="4505"/>
                  </a:lnTo>
                  <a:cubicBezTo>
                    <a:pt x="6081" y="4285"/>
                    <a:pt x="6238" y="4127"/>
                    <a:pt x="6459" y="4127"/>
                  </a:cubicBezTo>
                  <a:close/>
                  <a:moveTo>
                    <a:pt x="4442" y="4568"/>
                  </a:moveTo>
                  <a:cubicBezTo>
                    <a:pt x="4726" y="4757"/>
                    <a:pt x="5072" y="4820"/>
                    <a:pt x="5450" y="4820"/>
                  </a:cubicBezTo>
                  <a:lnTo>
                    <a:pt x="5450" y="5167"/>
                  </a:lnTo>
                  <a:cubicBezTo>
                    <a:pt x="5450" y="6112"/>
                    <a:pt x="4663" y="6900"/>
                    <a:pt x="3718" y="6900"/>
                  </a:cubicBezTo>
                  <a:cubicBezTo>
                    <a:pt x="2772" y="6900"/>
                    <a:pt x="2048" y="6112"/>
                    <a:pt x="2048" y="5167"/>
                  </a:cubicBezTo>
                  <a:lnTo>
                    <a:pt x="2048" y="4820"/>
                  </a:lnTo>
                  <a:lnTo>
                    <a:pt x="3214" y="4820"/>
                  </a:lnTo>
                  <a:cubicBezTo>
                    <a:pt x="3305" y="4820"/>
                    <a:pt x="3394" y="4821"/>
                    <a:pt x="3479" y="4821"/>
                  </a:cubicBezTo>
                  <a:cubicBezTo>
                    <a:pt x="3863" y="4821"/>
                    <a:pt x="4184" y="4800"/>
                    <a:pt x="4442" y="4568"/>
                  </a:cubicBezTo>
                  <a:close/>
                  <a:moveTo>
                    <a:pt x="3718" y="0"/>
                  </a:moveTo>
                  <a:cubicBezTo>
                    <a:pt x="2048" y="0"/>
                    <a:pt x="662" y="1386"/>
                    <a:pt x="662" y="3119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505"/>
                  </a:cubicBezTo>
                  <a:lnTo>
                    <a:pt x="0" y="5167"/>
                  </a:lnTo>
                  <a:cubicBezTo>
                    <a:pt x="0" y="5703"/>
                    <a:pt x="473" y="6175"/>
                    <a:pt x="1008" y="6175"/>
                  </a:cubicBezTo>
                  <a:cubicBezTo>
                    <a:pt x="1197" y="6175"/>
                    <a:pt x="1355" y="6144"/>
                    <a:pt x="1512" y="6081"/>
                  </a:cubicBezTo>
                  <a:cubicBezTo>
                    <a:pt x="1890" y="6963"/>
                    <a:pt x="2741" y="7593"/>
                    <a:pt x="3781" y="7593"/>
                  </a:cubicBezTo>
                  <a:cubicBezTo>
                    <a:pt x="4789" y="7593"/>
                    <a:pt x="5671" y="6963"/>
                    <a:pt x="6018" y="6049"/>
                  </a:cubicBezTo>
                  <a:cubicBezTo>
                    <a:pt x="6175" y="6144"/>
                    <a:pt x="6333" y="6175"/>
                    <a:pt x="6522" y="6175"/>
                  </a:cubicBezTo>
                  <a:cubicBezTo>
                    <a:pt x="7089" y="6175"/>
                    <a:pt x="7561" y="5703"/>
                    <a:pt x="7561" y="5167"/>
                  </a:cubicBezTo>
                  <a:lnTo>
                    <a:pt x="7561" y="4474"/>
                  </a:lnTo>
                  <a:cubicBezTo>
                    <a:pt x="7561" y="4064"/>
                    <a:pt x="7278" y="3655"/>
                    <a:pt x="6868" y="3497"/>
                  </a:cubicBezTo>
                  <a:lnTo>
                    <a:pt x="6868" y="3119"/>
                  </a:lnTo>
                  <a:cubicBezTo>
                    <a:pt x="6805" y="1386"/>
                    <a:pt x="5419" y="0"/>
                    <a:pt x="3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67" name="Google Shape;10267;p64"/>
          <p:cNvSpPr/>
          <p:nvPr/>
        </p:nvSpPr>
        <p:spPr>
          <a:xfrm>
            <a:off x="2211275" y="3155955"/>
            <a:ext cx="311550" cy="353587"/>
          </a:xfrm>
          <a:custGeom>
            <a:rect l="l" t="t" r="r" b="b"/>
            <a:pathLst>
              <a:path w="10272" h="11658" extrusionOk="0">
                <a:moveTo>
                  <a:pt x="7877" y="693"/>
                </a:moveTo>
                <a:cubicBezTo>
                  <a:pt x="8066" y="693"/>
                  <a:pt x="8224" y="851"/>
                  <a:pt x="8224" y="1040"/>
                </a:cubicBezTo>
                <a:lnTo>
                  <a:pt x="8224" y="1387"/>
                </a:lnTo>
                <a:lnTo>
                  <a:pt x="2080" y="1387"/>
                </a:lnTo>
                <a:lnTo>
                  <a:pt x="2080" y="1040"/>
                </a:lnTo>
                <a:cubicBezTo>
                  <a:pt x="2049" y="851"/>
                  <a:pt x="2206" y="693"/>
                  <a:pt x="2395" y="693"/>
                </a:cubicBezTo>
                <a:close/>
                <a:moveTo>
                  <a:pt x="9200" y="2710"/>
                </a:moveTo>
                <a:cubicBezTo>
                  <a:pt x="9421" y="2710"/>
                  <a:pt x="9578" y="2899"/>
                  <a:pt x="9578" y="3088"/>
                </a:cubicBezTo>
                <a:cubicBezTo>
                  <a:pt x="9578" y="3277"/>
                  <a:pt x="9421" y="3434"/>
                  <a:pt x="9200" y="3434"/>
                </a:cubicBezTo>
                <a:lnTo>
                  <a:pt x="8854" y="3434"/>
                </a:lnTo>
                <a:lnTo>
                  <a:pt x="8854" y="2773"/>
                </a:lnTo>
                <a:lnTo>
                  <a:pt x="9200" y="2773"/>
                </a:lnTo>
                <a:lnTo>
                  <a:pt x="9200" y="2710"/>
                </a:lnTo>
                <a:close/>
                <a:moveTo>
                  <a:pt x="6176" y="3907"/>
                </a:moveTo>
                <a:cubicBezTo>
                  <a:pt x="6207" y="4033"/>
                  <a:pt x="6333" y="4127"/>
                  <a:pt x="6491" y="4127"/>
                </a:cubicBezTo>
                <a:lnTo>
                  <a:pt x="9200" y="4127"/>
                </a:lnTo>
                <a:cubicBezTo>
                  <a:pt x="9326" y="4127"/>
                  <a:pt x="9421" y="4127"/>
                  <a:pt x="9515" y="4096"/>
                </a:cubicBezTo>
                <a:lnTo>
                  <a:pt x="9515" y="4096"/>
                </a:lnTo>
                <a:cubicBezTo>
                  <a:pt x="9421" y="4474"/>
                  <a:pt x="9011" y="4789"/>
                  <a:pt x="8539" y="4789"/>
                </a:cubicBezTo>
                <a:lnTo>
                  <a:pt x="6491" y="4789"/>
                </a:lnTo>
                <a:cubicBezTo>
                  <a:pt x="6333" y="4789"/>
                  <a:pt x="6239" y="4852"/>
                  <a:pt x="6176" y="5010"/>
                </a:cubicBezTo>
                <a:lnTo>
                  <a:pt x="5640" y="4474"/>
                </a:lnTo>
                <a:lnTo>
                  <a:pt x="6176" y="3907"/>
                </a:lnTo>
                <a:close/>
                <a:moveTo>
                  <a:pt x="1387" y="4789"/>
                </a:moveTo>
                <a:lnTo>
                  <a:pt x="1387" y="5451"/>
                </a:lnTo>
                <a:lnTo>
                  <a:pt x="1009" y="5451"/>
                </a:lnTo>
                <a:cubicBezTo>
                  <a:pt x="820" y="5451"/>
                  <a:pt x="662" y="5293"/>
                  <a:pt x="662" y="5073"/>
                </a:cubicBezTo>
                <a:cubicBezTo>
                  <a:pt x="662" y="4884"/>
                  <a:pt x="820" y="4789"/>
                  <a:pt x="1009" y="4789"/>
                </a:cubicBezTo>
                <a:close/>
                <a:moveTo>
                  <a:pt x="4065" y="5923"/>
                </a:moveTo>
                <a:lnTo>
                  <a:pt x="4601" y="6459"/>
                </a:lnTo>
                <a:lnTo>
                  <a:pt x="4065" y="7026"/>
                </a:lnTo>
                <a:cubicBezTo>
                  <a:pt x="4033" y="6900"/>
                  <a:pt x="3907" y="6774"/>
                  <a:pt x="3750" y="6774"/>
                </a:cubicBezTo>
                <a:lnTo>
                  <a:pt x="1702" y="6774"/>
                </a:lnTo>
                <a:cubicBezTo>
                  <a:pt x="1664" y="6779"/>
                  <a:pt x="1626" y="6782"/>
                  <a:pt x="1589" y="6782"/>
                </a:cubicBezTo>
                <a:cubicBezTo>
                  <a:pt x="1192" y="6782"/>
                  <a:pt x="838" y="6487"/>
                  <a:pt x="694" y="6112"/>
                </a:cubicBezTo>
                <a:lnTo>
                  <a:pt x="694" y="6112"/>
                </a:lnTo>
                <a:cubicBezTo>
                  <a:pt x="788" y="6144"/>
                  <a:pt x="914" y="6144"/>
                  <a:pt x="1009" y="6144"/>
                </a:cubicBezTo>
                <a:lnTo>
                  <a:pt x="3750" y="6144"/>
                </a:lnTo>
                <a:cubicBezTo>
                  <a:pt x="3907" y="6144"/>
                  <a:pt x="4002" y="6081"/>
                  <a:pt x="4065" y="5923"/>
                </a:cubicBezTo>
                <a:close/>
                <a:moveTo>
                  <a:pt x="8192" y="2048"/>
                </a:moveTo>
                <a:lnTo>
                  <a:pt x="8192" y="3434"/>
                </a:lnTo>
                <a:lnTo>
                  <a:pt x="6806" y="3434"/>
                </a:lnTo>
                <a:lnTo>
                  <a:pt x="6806" y="3088"/>
                </a:lnTo>
                <a:cubicBezTo>
                  <a:pt x="6806" y="2930"/>
                  <a:pt x="6743" y="2804"/>
                  <a:pt x="6617" y="2773"/>
                </a:cubicBezTo>
                <a:cubicBezTo>
                  <a:pt x="6571" y="2761"/>
                  <a:pt x="6520" y="2754"/>
                  <a:pt x="6472" y="2754"/>
                </a:cubicBezTo>
                <a:cubicBezTo>
                  <a:pt x="6388" y="2754"/>
                  <a:pt x="6310" y="2776"/>
                  <a:pt x="6270" y="2836"/>
                </a:cubicBezTo>
                <a:lnTo>
                  <a:pt x="4884" y="4222"/>
                </a:lnTo>
                <a:cubicBezTo>
                  <a:pt x="4758" y="4348"/>
                  <a:pt x="4758" y="4569"/>
                  <a:pt x="4884" y="4695"/>
                </a:cubicBezTo>
                <a:lnTo>
                  <a:pt x="6270" y="6081"/>
                </a:lnTo>
                <a:cubicBezTo>
                  <a:pt x="6315" y="6125"/>
                  <a:pt x="6407" y="6170"/>
                  <a:pt x="6501" y="6170"/>
                </a:cubicBezTo>
                <a:cubicBezTo>
                  <a:pt x="6540" y="6170"/>
                  <a:pt x="6580" y="6162"/>
                  <a:pt x="6617" y="6144"/>
                </a:cubicBezTo>
                <a:cubicBezTo>
                  <a:pt x="6743" y="6112"/>
                  <a:pt x="6806" y="5955"/>
                  <a:pt x="6806" y="5829"/>
                </a:cubicBezTo>
                <a:lnTo>
                  <a:pt x="6806" y="5482"/>
                </a:lnTo>
                <a:lnTo>
                  <a:pt x="8192" y="5482"/>
                </a:lnTo>
                <a:lnTo>
                  <a:pt x="8192" y="8948"/>
                </a:lnTo>
                <a:lnTo>
                  <a:pt x="2049" y="8948"/>
                </a:lnTo>
                <a:lnTo>
                  <a:pt x="2049" y="7530"/>
                </a:lnTo>
                <a:lnTo>
                  <a:pt x="3435" y="7530"/>
                </a:lnTo>
                <a:lnTo>
                  <a:pt x="3435" y="7877"/>
                </a:lnTo>
                <a:cubicBezTo>
                  <a:pt x="3435" y="8034"/>
                  <a:pt x="3498" y="8160"/>
                  <a:pt x="3624" y="8192"/>
                </a:cubicBezTo>
                <a:cubicBezTo>
                  <a:pt x="3676" y="8218"/>
                  <a:pt x="3734" y="8233"/>
                  <a:pt x="3788" y="8233"/>
                </a:cubicBezTo>
                <a:cubicBezTo>
                  <a:pt x="3864" y="8233"/>
                  <a:pt x="3934" y="8202"/>
                  <a:pt x="3970" y="8129"/>
                </a:cubicBezTo>
                <a:lnTo>
                  <a:pt x="5357" y="6742"/>
                </a:lnTo>
                <a:cubicBezTo>
                  <a:pt x="5483" y="6616"/>
                  <a:pt x="5483" y="6396"/>
                  <a:pt x="5357" y="6270"/>
                </a:cubicBezTo>
                <a:lnTo>
                  <a:pt x="3970" y="4884"/>
                </a:lnTo>
                <a:cubicBezTo>
                  <a:pt x="3924" y="4837"/>
                  <a:pt x="3828" y="4808"/>
                  <a:pt x="3730" y="4808"/>
                </a:cubicBezTo>
                <a:cubicBezTo>
                  <a:pt x="3694" y="4808"/>
                  <a:pt x="3658" y="4812"/>
                  <a:pt x="3624" y="4821"/>
                </a:cubicBezTo>
                <a:cubicBezTo>
                  <a:pt x="3498" y="4852"/>
                  <a:pt x="3435" y="5010"/>
                  <a:pt x="3435" y="5136"/>
                </a:cubicBezTo>
                <a:lnTo>
                  <a:pt x="3435" y="5482"/>
                </a:lnTo>
                <a:lnTo>
                  <a:pt x="2049" y="5482"/>
                </a:lnTo>
                <a:lnTo>
                  <a:pt x="2049" y="2048"/>
                </a:lnTo>
                <a:close/>
                <a:moveTo>
                  <a:pt x="8192" y="9609"/>
                </a:moveTo>
                <a:lnTo>
                  <a:pt x="8192" y="10649"/>
                </a:lnTo>
                <a:cubicBezTo>
                  <a:pt x="8192" y="10838"/>
                  <a:pt x="8035" y="10996"/>
                  <a:pt x="7877" y="10996"/>
                </a:cubicBezTo>
                <a:lnTo>
                  <a:pt x="2395" y="10996"/>
                </a:lnTo>
                <a:cubicBezTo>
                  <a:pt x="2206" y="10996"/>
                  <a:pt x="2049" y="10838"/>
                  <a:pt x="2049" y="10649"/>
                </a:cubicBezTo>
                <a:lnTo>
                  <a:pt x="2049" y="9609"/>
                </a:lnTo>
                <a:close/>
                <a:moveTo>
                  <a:pt x="2395" y="0"/>
                </a:moveTo>
                <a:cubicBezTo>
                  <a:pt x="1860" y="0"/>
                  <a:pt x="1387" y="473"/>
                  <a:pt x="1387" y="1040"/>
                </a:cubicBezTo>
                <a:lnTo>
                  <a:pt x="1387" y="4096"/>
                </a:lnTo>
                <a:lnTo>
                  <a:pt x="1009" y="4096"/>
                </a:lnTo>
                <a:cubicBezTo>
                  <a:pt x="473" y="4096"/>
                  <a:pt x="1" y="4569"/>
                  <a:pt x="1" y="5136"/>
                </a:cubicBezTo>
                <a:lnTo>
                  <a:pt x="1" y="5797"/>
                </a:lnTo>
                <a:cubicBezTo>
                  <a:pt x="1" y="6616"/>
                  <a:pt x="599" y="7341"/>
                  <a:pt x="1387" y="7498"/>
                </a:cubicBezTo>
                <a:lnTo>
                  <a:pt x="1387" y="10649"/>
                </a:lnTo>
                <a:cubicBezTo>
                  <a:pt x="1387" y="11185"/>
                  <a:pt x="1860" y="11657"/>
                  <a:pt x="2395" y="11657"/>
                </a:cubicBezTo>
                <a:lnTo>
                  <a:pt x="7877" y="11657"/>
                </a:lnTo>
                <a:cubicBezTo>
                  <a:pt x="8413" y="11657"/>
                  <a:pt x="8885" y="11185"/>
                  <a:pt x="8885" y="10649"/>
                </a:cubicBezTo>
                <a:lnTo>
                  <a:pt x="8885" y="5451"/>
                </a:lnTo>
                <a:cubicBezTo>
                  <a:pt x="9673" y="5293"/>
                  <a:pt x="10271" y="4569"/>
                  <a:pt x="10271" y="3749"/>
                </a:cubicBezTo>
                <a:lnTo>
                  <a:pt x="10271" y="3088"/>
                </a:lnTo>
                <a:cubicBezTo>
                  <a:pt x="10271" y="2521"/>
                  <a:pt x="9799" y="2048"/>
                  <a:pt x="9263" y="2048"/>
                </a:cubicBezTo>
                <a:lnTo>
                  <a:pt x="8885" y="2048"/>
                </a:lnTo>
                <a:lnTo>
                  <a:pt x="8885" y="1040"/>
                </a:lnTo>
                <a:cubicBezTo>
                  <a:pt x="8885" y="473"/>
                  <a:pt x="8413" y="0"/>
                  <a:pt x="78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68" name="Google Shape;10268;p64"/>
          <p:cNvGrpSpPr/>
          <p:nvPr/>
        </p:nvGrpSpPr>
        <p:grpSpPr>
          <a:xfrm>
            <a:off x="2186451" y="3616531"/>
            <a:ext cx="366963" cy="352768"/>
            <a:chOff x="-31889074" y="2658950"/>
            <a:chExt cx="302475" cy="290775"/>
          </a:xfrm>
        </p:grpSpPr>
        <p:sp>
          <p:nvSpPr>
            <p:cNvPr id="10269" name="Google Shape;10269;p64"/>
            <p:cNvSpPr/>
            <p:nvPr/>
          </p:nvSpPr>
          <p:spPr>
            <a:xfrm>
              <a:off x="-31889074" y="2658950"/>
              <a:ext cx="302475" cy="290775"/>
            </a:xfrm>
            <a:custGeom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70" name="Google Shape;10270;p64"/>
            <p:cNvSpPr/>
            <p:nvPr/>
          </p:nvSpPr>
          <p:spPr>
            <a:xfrm>
              <a:off x="-31838649" y="2838200"/>
              <a:ext cx="70100" cy="68550"/>
            </a:xfrm>
            <a:custGeom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71" name="Google Shape;10271;p64"/>
          <p:cNvSpPr/>
          <p:nvPr/>
        </p:nvSpPr>
        <p:spPr>
          <a:xfrm>
            <a:off x="3974577" y="3155469"/>
            <a:ext cx="356438" cy="354558"/>
          </a:xfrm>
          <a:custGeom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72" name="Google Shape;10272;p64"/>
          <p:cNvGrpSpPr/>
          <p:nvPr/>
        </p:nvGrpSpPr>
        <p:grpSpPr>
          <a:xfrm>
            <a:off x="1747421" y="1306759"/>
            <a:ext cx="354527" cy="355498"/>
            <a:chOff x="-35136451" y="1912725"/>
            <a:chExt cx="292225" cy="293025"/>
          </a:xfrm>
        </p:grpSpPr>
        <p:sp>
          <p:nvSpPr>
            <p:cNvPr id="10273" name="Google Shape;10273;p64"/>
            <p:cNvSpPr/>
            <p:nvPr/>
          </p:nvSpPr>
          <p:spPr>
            <a:xfrm>
              <a:off x="-35136451" y="2050575"/>
              <a:ext cx="155975" cy="155175"/>
            </a:xfrm>
            <a:custGeom>
              <a:rect l="l" t="t" r="r" b="b"/>
              <a:pathLst>
                <a:path w="6239" h="6207" extrusionOk="0">
                  <a:moveTo>
                    <a:pt x="3120" y="693"/>
                  </a:moveTo>
                  <a:cubicBezTo>
                    <a:pt x="3718" y="693"/>
                    <a:pt x="4191" y="1166"/>
                    <a:pt x="4191" y="1702"/>
                  </a:cubicBezTo>
                  <a:cubicBezTo>
                    <a:pt x="4191" y="2269"/>
                    <a:pt x="3718" y="2741"/>
                    <a:pt x="3120" y="2741"/>
                  </a:cubicBezTo>
                  <a:cubicBezTo>
                    <a:pt x="2521" y="2741"/>
                    <a:pt x="2049" y="2269"/>
                    <a:pt x="2049" y="1702"/>
                  </a:cubicBezTo>
                  <a:cubicBezTo>
                    <a:pt x="2049" y="1166"/>
                    <a:pt x="2521" y="693"/>
                    <a:pt x="3120" y="693"/>
                  </a:cubicBezTo>
                  <a:close/>
                  <a:moveTo>
                    <a:pt x="3120" y="3434"/>
                  </a:moveTo>
                  <a:cubicBezTo>
                    <a:pt x="4348" y="3434"/>
                    <a:pt x="5357" y="4348"/>
                    <a:pt x="5514" y="5514"/>
                  </a:cubicBezTo>
                  <a:lnTo>
                    <a:pt x="757" y="5514"/>
                  </a:lnTo>
                  <a:cubicBezTo>
                    <a:pt x="883" y="4348"/>
                    <a:pt x="1891" y="3434"/>
                    <a:pt x="3120" y="3434"/>
                  </a:cubicBezTo>
                  <a:close/>
                  <a:moveTo>
                    <a:pt x="3120" y="0"/>
                  </a:moveTo>
                  <a:cubicBezTo>
                    <a:pt x="2175" y="0"/>
                    <a:pt x="1387" y="756"/>
                    <a:pt x="1387" y="1702"/>
                  </a:cubicBezTo>
                  <a:cubicBezTo>
                    <a:pt x="1387" y="2174"/>
                    <a:pt x="1576" y="2615"/>
                    <a:pt x="1891" y="2930"/>
                  </a:cubicBezTo>
                  <a:lnTo>
                    <a:pt x="1954" y="2962"/>
                  </a:lnTo>
                  <a:cubicBezTo>
                    <a:pt x="851" y="3403"/>
                    <a:pt x="1" y="4506"/>
                    <a:pt x="1" y="5829"/>
                  </a:cubicBezTo>
                  <a:cubicBezTo>
                    <a:pt x="1" y="6049"/>
                    <a:pt x="158" y="6207"/>
                    <a:pt x="379" y="6207"/>
                  </a:cubicBezTo>
                  <a:lnTo>
                    <a:pt x="5892" y="6207"/>
                  </a:lnTo>
                  <a:cubicBezTo>
                    <a:pt x="6081" y="6207"/>
                    <a:pt x="6239" y="6049"/>
                    <a:pt x="6239" y="5829"/>
                  </a:cubicBezTo>
                  <a:cubicBezTo>
                    <a:pt x="6239" y="4537"/>
                    <a:pt x="5420" y="3434"/>
                    <a:pt x="4317" y="2962"/>
                  </a:cubicBezTo>
                  <a:lnTo>
                    <a:pt x="4348" y="2930"/>
                  </a:lnTo>
                  <a:cubicBezTo>
                    <a:pt x="4663" y="2615"/>
                    <a:pt x="4852" y="2174"/>
                    <a:pt x="4852" y="1702"/>
                  </a:cubicBezTo>
                  <a:cubicBezTo>
                    <a:pt x="4852" y="756"/>
                    <a:pt x="4065" y="0"/>
                    <a:pt x="31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74" name="Google Shape;10274;p64"/>
            <p:cNvSpPr/>
            <p:nvPr/>
          </p:nvSpPr>
          <p:spPr>
            <a:xfrm>
              <a:off x="-34964750" y="1947400"/>
              <a:ext cx="68550" cy="103200"/>
            </a:xfrm>
            <a:custGeom>
              <a:rect l="l" t="t" r="r" b="b"/>
              <a:pathLst>
                <a:path w="2742" h="4128" extrusionOk="0">
                  <a:moveTo>
                    <a:pt x="1387" y="725"/>
                  </a:moveTo>
                  <a:cubicBezTo>
                    <a:pt x="1765" y="725"/>
                    <a:pt x="2049" y="1008"/>
                    <a:pt x="2049" y="1386"/>
                  </a:cubicBezTo>
                  <a:lnTo>
                    <a:pt x="2049" y="2773"/>
                  </a:lnTo>
                  <a:cubicBezTo>
                    <a:pt x="2049" y="2836"/>
                    <a:pt x="2049" y="2867"/>
                    <a:pt x="2017" y="2930"/>
                  </a:cubicBezTo>
                  <a:lnTo>
                    <a:pt x="1923" y="2836"/>
                  </a:lnTo>
                  <a:cubicBezTo>
                    <a:pt x="1860" y="2773"/>
                    <a:pt x="1773" y="2741"/>
                    <a:pt x="1686" y="2741"/>
                  </a:cubicBezTo>
                  <a:cubicBezTo>
                    <a:pt x="1600" y="2741"/>
                    <a:pt x="1513" y="2773"/>
                    <a:pt x="1450" y="2836"/>
                  </a:cubicBezTo>
                  <a:cubicBezTo>
                    <a:pt x="1324" y="2962"/>
                    <a:pt x="1324" y="3182"/>
                    <a:pt x="1450" y="3308"/>
                  </a:cubicBezTo>
                  <a:lnTo>
                    <a:pt x="1545" y="3403"/>
                  </a:lnTo>
                  <a:cubicBezTo>
                    <a:pt x="1482" y="3434"/>
                    <a:pt x="1450" y="3434"/>
                    <a:pt x="1387" y="3434"/>
                  </a:cubicBezTo>
                  <a:cubicBezTo>
                    <a:pt x="977" y="3434"/>
                    <a:pt x="694" y="3119"/>
                    <a:pt x="694" y="2773"/>
                  </a:cubicBezTo>
                  <a:lnTo>
                    <a:pt x="694" y="1386"/>
                  </a:lnTo>
                  <a:cubicBezTo>
                    <a:pt x="694" y="977"/>
                    <a:pt x="1040" y="725"/>
                    <a:pt x="1387" y="725"/>
                  </a:cubicBezTo>
                  <a:close/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lnTo>
                    <a:pt x="1" y="2773"/>
                  </a:lnTo>
                  <a:cubicBezTo>
                    <a:pt x="1" y="3497"/>
                    <a:pt x="631" y="4127"/>
                    <a:pt x="1387" y="4127"/>
                  </a:cubicBezTo>
                  <a:cubicBezTo>
                    <a:pt x="1608" y="4127"/>
                    <a:pt x="1860" y="4064"/>
                    <a:pt x="2080" y="3938"/>
                  </a:cubicBezTo>
                  <a:lnTo>
                    <a:pt x="2175" y="4033"/>
                  </a:lnTo>
                  <a:cubicBezTo>
                    <a:pt x="2222" y="4080"/>
                    <a:pt x="2309" y="4104"/>
                    <a:pt x="2399" y="4104"/>
                  </a:cubicBezTo>
                  <a:cubicBezTo>
                    <a:pt x="2490" y="4104"/>
                    <a:pt x="2584" y="4080"/>
                    <a:pt x="2647" y="4033"/>
                  </a:cubicBezTo>
                  <a:cubicBezTo>
                    <a:pt x="2742" y="3907"/>
                    <a:pt x="2742" y="3655"/>
                    <a:pt x="2647" y="3560"/>
                  </a:cubicBezTo>
                  <a:lnTo>
                    <a:pt x="2553" y="3466"/>
                  </a:lnTo>
                  <a:cubicBezTo>
                    <a:pt x="2679" y="3277"/>
                    <a:pt x="2742" y="3025"/>
                    <a:pt x="2742" y="2773"/>
                  </a:cubicBezTo>
                  <a:lnTo>
                    <a:pt x="2742" y="1386"/>
                  </a:lnTo>
                  <a:cubicBezTo>
                    <a:pt x="2742" y="630"/>
                    <a:pt x="2112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75" name="Google Shape;10275;p64"/>
            <p:cNvSpPr/>
            <p:nvPr/>
          </p:nvSpPr>
          <p:spPr>
            <a:xfrm>
              <a:off x="-35016725" y="1912725"/>
              <a:ext cx="172500" cy="172025"/>
            </a:xfrm>
            <a:custGeom>
              <a:rect l="l" t="t" r="r" b="b"/>
              <a:pathLst>
                <a:path w="6900" h="6881" extrusionOk="0">
                  <a:moveTo>
                    <a:pt x="3466" y="726"/>
                  </a:moveTo>
                  <a:cubicBezTo>
                    <a:pt x="4947" y="726"/>
                    <a:pt x="6175" y="1954"/>
                    <a:pt x="6175" y="3467"/>
                  </a:cubicBezTo>
                  <a:cubicBezTo>
                    <a:pt x="6207" y="4979"/>
                    <a:pt x="4978" y="6207"/>
                    <a:pt x="3466" y="6207"/>
                  </a:cubicBezTo>
                  <a:cubicBezTo>
                    <a:pt x="2930" y="6207"/>
                    <a:pt x="2426" y="6050"/>
                    <a:pt x="1985" y="5766"/>
                  </a:cubicBezTo>
                  <a:cubicBezTo>
                    <a:pt x="1942" y="5745"/>
                    <a:pt x="1868" y="5708"/>
                    <a:pt x="1806" y="5708"/>
                  </a:cubicBezTo>
                  <a:cubicBezTo>
                    <a:pt x="1778" y="5708"/>
                    <a:pt x="1753" y="5715"/>
                    <a:pt x="1733" y="5735"/>
                  </a:cubicBezTo>
                  <a:lnTo>
                    <a:pt x="946" y="5987"/>
                  </a:lnTo>
                  <a:lnTo>
                    <a:pt x="1198" y="5199"/>
                  </a:lnTo>
                  <a:cubicBezTo>
                    <a:pt x="1261" y="5136"/>
                    <a:pt x="1198" y="5010"/>
                    <a:pt x="1166" y="4947"/>
                  </a:cubicBezTo>
                  <a:cubicBezTo>
                    <a:pt x="914" y="4506"/>
                    <a:pt x="757" y="4002"/>
                    <a:pt x="757" y="3467"/>
                  </a:cubicBezTo>
                  <a:cubicBezTo>
                    <a:pt x="757" y="1954"/>
                    <a:pt x="1954" y="726"/>
                    <a:pt x="3466" y="72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45"/>
                    <a:pt x="32" y="3435"/>
                  </a:cubicBezTo>
                  <a:cubicBezTo>
                    <a:pt x="32" y="4034"/>
                    <a:pt x="190" y="4569"/>
                    <a:pt x="473" y="5136"/>
                  </a:cubicBezTo>
                  <a:lnTo>
                    <a:pt x="32" y="6428"/>
                  </a:lnTo>
                  <a:cubicBezTo>
                    <a:pt x="0" y="6554"/>
                    <a:pt x="32" y="6712"/>
                    <a:pt x="95" y="6775"/>
                  </a:cubicBezTo>
                  <a:cubicBezTo>
                    <a:pt x="166" y="6845"/>
                    <a:pt x="272" y="6881"/>
                    <a:pt x="374" y="6881"/>
                  </a:cubicBezTo>
                  <a:cubicBezTo>
                    <a:pt x="408" y="6881"/>
                    <a:pt x="442" y="6877"/>
                    <a:pt x="473" y="6869"/>
                  </a:cubicBezTo>
                  <a:lnTo>
                    <a:pt x="1765" y="6428"/>
                  </a:lnTo>
                  <a:cubicBezTo>
                    <a:pt x="2269" y="6712"/>
                    <a:pt x="2867" y="6869"/>
                    <a:pt x="3466" y="6869"/>
                  </a:cubicBezTo>
                  <a:cubicBezTo>
                    <a:pt x="5356" y="6869"/>
                    <a:pt x="6900" y="5325"/>
                    <a:pt x="6900" y="3435"/>
                  </a:cubicBezTo>
                  <a:cubicBezTo>
                    <a:pt x="6869" y="1576"/>
                    <a:pt x="5356" y="1"/>
                    <a:pt x="3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76" name="Google Shape;10276;p64"/>
          <p:cNvGrpSpPr/>
          <p:nvPr/>
        </p:nvGrpSpPr>
        <p:grpSpPr>
          <a:xfrm>
            <a:off x="1747891" y="1765978"/>
            <a:ext cx="353587" cy="354103"/>
            <a:chOff x="-35134876" y="2272675"/>
            <a:chExt cx="291450" cy="291875"/>
          </a:xfrm>
        </p:grpSpPr>
        <p:sp>
          <p:nvSpPr>
            <p:cNvPr id="10277" name="Google Shape;10277;p64"/>
            <p:cNvSpPr/>
            <p:nvPr/>
          </p:nvSpPr>
          <p:spPr>
            <a:xfrm>
              <a:off x="-35134876" y="2272675"/>
              <a:ext cx="291450" cy="291875"/>
            </a:xfrm>
            <a:custGeom>
              <a:rect l="l" t="t" r="r" b="b"/>
              <a:pathLst>
                <a:path w="11658" h="11675" extrusionOk="0">
                  <a:moveTo>
                    <a:pt x="9925" y="662"/>
                  </a:moveTo>
                  <a:cubicBezTo>
                    <a:pt x="10460" y="662"/>
                    <a:pt x="10933" y="1135"/>
                    <a:pt x="10933" y="1733"/>
                  </a:cubicBezTo>
                  <a:lnTo>
                    <a:pt x="10933" y="5136"/>
                  </a:lnTo>
                  <a:cubicBezTo>
                    <a:pt x="10933" y="5703"/>
                    <a:pt x="10460" y="6176"/>
                    <a:pt x="9925" y="6176"/>
                  </a:cubicBezTo>
                  <a:cubicBezTo>
                    <a:pt x="9704" y="6176"/>
                    <a:pt x="9547" y="6333"/>
                    <a:pt x="9547" y="6522"/>
                  </a:cubicBezTo>
                  <a:lnTo>
                    <a:pt x="9547" y="7751"/>
                  </a:lnTo>
                  <a:lnTo>
                    <a:pt x="8192" y="6365"/>
                  </a:lnTo>
                  <a:lnTo>
                    <a:pt x="8192" y="4474"/>
                  </a:lnTo>
                  <a:cubicBezTo>
                    <a:pt x="8192" y="3529"/>
                    <a:pt x="7404" y="2742"/>
                    <a:pt x="6459" y="2742"/>
                  </a:cubicBezTo>
                  <a:lnTo>
                    <a:pt x="3372" y="2742"/>
                  </a:lnTo>
                  <a:lnTo>
                    <a:pt x="3372" y="1733"/>
                  </a:lnTo>
                  <a:cubicBezTo>
                    <a:pt x="3372" y="1166"/>
                    <a:pt x="3844" y="662"/>
                    <a:pt x="4411" y="662"/>
                  </a:cubicBezTo>
                  <a:close/>
                  <a:moveTo>
                    <a:pt x="6459" y="3403"/>
                  </a:moveTo>
                  <a:cubicBezTo>
                    <a:pt x="6995" y="3403"/>
                    <a:pt x="7499" y="3876"/>
                    <a:pt x="7499" y="4474"/>
                  </a:cubicBezTo>
                  <a:lnTo>
                    <a:pt x="7499" y="7908"/>
                  </a:lnTo>
                  <a:lnTo>
                    <a:pt x="7467" y="7908"/>
                  </a:lnTo>
                  <a:cubicBezTo>
                    <a:pt x="7467" y="8444"/>
                    <a:pt x="6995" y="8917"/>
                    <a:pt x="6396" y="8917"/>
                  </a:cubicBezTo>
                  <a:lnTo>
                    <a:pt x="3687" y="8917"/>
                  </a:lnTo>
                  <a:cubicBezTo>
                    <a:pt x="3624" y="8917"/>
                    <a:pt x="3498" y="8948"/>
                    <a:pt x="3466" y="9043"/>
                  </a:cubicBezTo>
                  <a:lnTo>
                    <a:pt x="1986" y="10492"/>
                  </a:lnTo>
                  <a:lnTo>
                    <a:pt x="1986" y="9295"/>
                  </a:lnTo>
                  <a:cubicBezTo>
                    <a:pt x="1986" y="9074"/>
                    <a:pt x="1828" y="8917"/>
                    <a:pt x="1639" y="8917"/>
                  </a:cubicBezTo>
                  <a:cubicBezTo>
                    <a:pt x="1103" y="8917"/>
                    <a:pt x="631" y="8444"/>
                    <a:pt x="631" y="7908"/>
                  </a:cubicBezTo>
                  <a:lnTo>
                    <a:pt x="631" y="4474"/>
                  </a:lnTo>
                  <a:cubicBezTo>
                    <a:pt x="631" y="3939"/>
                    <a:pt x="1103" y="3403"/>
                    <a:pt x="1639" y="3403"/>
                  </a:cubicBezTo>
                  <a:close/>
                  <a:moveTo>
                    <a:pt x="4411" y="1"/>
                  </a:moveTo>
                  <a:cubicBezTo>
                    <a:pt x="3466" y="1"/>
                    <a:pt x="2710" y="788"/>
                    <a:pt x="2710" y="1733"/>
                  </a:cubicBezTo>
                  <a:lnTo>
                    <a:pt x="2710" y="2742"/>
                  </a:lnTo>
                  <a:lnTo>
                    <a:pt x="1671" y="2742"/>
                  </a:lnTo>
                  <a:cubicBezTo>
                    <a:pt x="725" y="2742"/>
                    <a:pt x="1" y="3529"/>
                    <a:pt x="1" y="4474"/>
                  </a:cubicBezTo>
                  <a:lnTo>
                    <a:pt x="1" y="7908"/>
                  </a:lnTo>
                  <a:cubicBezTo>
                    <a:pt x="1" y="8728"/>
                    <a:pt x="568" y="9452"/>
                    <a:pt x="1355" y="9610"/>
                  </a:cubicBezTo>
                  <a:lnTo>
                    <a:pt x="1355" y="11342"/>
                  </a:lnTo>
                  <a:cubicBezTo>
                    <a:pt x="1355" y="11500"/>
                    <a:pt x="1450" y="11594"/>
                    <a:pt x="1576" y="11657"/>
                  </a:cubicBezTo>
                  <a:cubicBezTo>
                    <a:pt x="1607" y="11668"/>
                    <a:pt x="1646" y="11675"/>
                    <a:pt x="1687" y="11675"/>
                  </a:cubicBezTo>
                  <a:cubicBezTo>
                    <a:pt x="1769" y="11675"/>
                    <a:pt x="1860" y="11647"/>
                    <a:pt x="1923" y="11563"/>
                  </a:cubicBezTo>
                  <a:lnTo>
                    <a:pt x="3876" y="9610"/>
                  </a:lnTo>
                  <a:lnTo>
                    <a:pt x="6491" y="9610"/>
                  </a:lnTo>
                  <a:cubicBezTo>
                    <a:pt x="7436" y="9610"/>
                    <a:pt x="8224" y="8854"/>
                    <a:pt x="8224" y="7908"/>
                  </a:cubicBezTo>
                  <a:lnTo>
                    <a:pt x="8224" y="7341"/>
                  </a:lnTo>
                  <a:lnTo>
                    <a:pt x="9704" y="8822"/>
                  </a:lnTo>
                  <a:cubicBezTo>
                    <a:pt x="9773" y="8868"/>
                    <a:pt x="9876" y="8897"/>
                    <a:pt x="9976" y="8897"/>
                  </a:cubicBezTo>
                  <a:cubicBezTo>
                    <a:pt x="10013" y="8897"/>
                    <a:pt x="10049" y="8893"/>
                    <a:pt x="10082" y="8885"/>
                  </a:cubicBezTo>
                  <a:cubicBezTo>
                    <a:pt x="10208" y="8854"/>
                    <a:pt x="10271" y="8696"/>
                    <a:pt x="10271" y="8570"/>
                  </a:cubicBezTo>
                  <a:lnTo>
                    <a:pt x="10271" y="6837"/>
                  </a:lnTo>
                  <a:cubicBezTo>
                    <a:pt x="11059" y="6680"/>
                    <a:pt x="11658" y="5987"/>
                    <a:pt x="11658" y="5136"/>
                  </a:cubicBezTo>
                  <a:lnTo>
                    <a:pt x="11658" y="1733"/>
                  </a:lnTo>
                  <a:cubicBezTo>
                    <a:pt x="11595" y="788"/>
                    <a:pt x="10870" y="1"/>
                    <a:pt x="9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78" name="Google Shape;10278;p64"/>
            <p:cNvSpPr/>
            <p:nvPr/>
          </p:nvSpPr>
          <p:spPr>
            <a:xfrm>
              <a:off x="-35093926" y="241917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cubicBezTo>
                    <a:pt x="1" y="536"/>
                    <a:pt x="159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79" name="Google Shape;10279;p64"/>
            <p:cNvSpPr/>
            <p:nvPr/>
          </p:nvSpPr>
          <p:spPr>
            <a:xfrm>
              <a:off x="-35042726" y="241917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80" name="Google Shape;10280;p64"/>
            <p:cNvSpPr/>
            <p:nvPr/>
          </p:nvSpPr>
          <p:spPr>
            <a:xfrm>
              <a:off x="-34991526" y="241917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281" name="Google Shape;10281;p64"/>
          <p:cNvGrpSpPr/>
          <p:nvPr/>
        </p:nvGrpSpPr>
        <p:grpSpPr>
          <a:xfrm>
            <a:off x="1789458" y="2221307"/>
            <a:ext cx="270453" cy="353587"/>
            <a:chOff x="-35101799" y="2631050"/>
            <a:chExt cx="222925" cy="291450"/>
          </a:xfrm>
        </p:grpSpPr>
        <p:sp>
          <p:nvSpPr>
            <p:cNvPr id="10282" name="Google Shape;10282;p64"/>
            <p:cNvSpPr/>
            <p:nvPr/>
          </p:nvSpPr>
          <p:spPr>
            <a:xfrm>
              <a:off x="-34999399" y="2699575"/>
              <a:ext cx="18150" cy="18125"/>
            </a:xfrm>
            <a:custGeom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83" name="Google Shape;10283;p64"/>
            <p:cNvSpPr/>
            <p:nvPr/>
          </p:nvSpPr>
          <p:spPr>
            <a:xfrm>
              <a:off x="-34999399" y="2732650"/>
              <a:ext cx="18150" cy="52800"/>
            </a:xfrm>
            <a:custGeom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90"/>
                    <a:pt x="1" y="379"/>
                  </a:cubicBezTo>
                  <a:lnTo>
                    <a:pt x="1" y="1765"/>
                  </a:lnTo>
                  <a:cubicBezTo>
                    <a:pt x="1" y="1985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79"/>
                  </a:lnTo>
                  <a:cubicBezTo>
                    <a:pt x="725" y="190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84" name="Google Shape;10284;p64"/>
            <p:cNvSpPr/>
            <p:nvPr/>
          </p:nvSpPr>
          <p:spPr>
            <a:xfrm>
              <a:off x="-35067125" y="2665700"/>
              <a:ext cx="153600" cy="154400"/>
            </a:xfrm>
            <a:custGeom>
              <a:rect l="l" t="t" r="r" b="b"/>
              <a:pathLst>
                <a:path w="6144" h="6176" extrusionOk="0">
                  <a:moveTo>
                    <a:pt x="3056" y="694"/>
                  </a:moveTo>
                  <a:cubicBezTo>
                    <a:pt x="4411" y="694"/>
                    <a:pt x="5482" y="1765"/>
                    <a:pt x="5482" y="3088"/>
                  </a:cubicBezTo>
                  <a:cubicBezTo>
                    <a:pt x="5482" y="4443"/>
                    <a:pt x="4411" y="5482"/>
                    <a:pt x="3056" y="5482"/>
                  </a:cubicBezTo>
                  <a:cubicBezTo>
                    <a:pt x="1733" y="5482"/>
                    <a:pt x="662" y="4443"/>
                    <a:pt x="662" y="3088"/>
                  </a:cubicBezTo>
                  <a:cubicBezTo>
                    <a:pt x="662" y="1796"/>
                    <a:pt x="1764" y="694"/>
                    <a:pt x="3056" y="69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87"/>
                    <a:pt x="0" y="3088"/>
                  </a:cubicBezTo>
                  <a:cubicBezTo>
                    <a:pt x="0" y="4789"/>
                    <a:pt x="1386" y="6176"/>
                    <a:pt x="3056" y="6176"/>
                  </a:cubicBezTo>
                  <a:cubicBezTo>
                    <a:pt x="4757" y="6176"/>
                    <a:pt x="6144" y="4789"/>
                    <a:pt x="6144" y="3088"/>
                  </a:cubicBezTo>
                  <a:cubicBezTo>
                    <a:pt x="6144" y="1387"/>
                    <a:pt x="4757" y="1"/>
                    <a:pt x="30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85" name="Google Shape;10285;p64"/>
            <p:cNvSpPr/>
            <p:nvPr/>
          </p:nvSpPr>
          <p:spPr>
            <a:xfrm>
              <a:off x="-35101799" y="2631050"/>
              <a:ext cx="222925" cy="291450"/>
            </a:xfrm>
            <a:custGeom>
              <a:rect l="l" t="t" r="r" b="b"/>
              <a:pathLst>
                <a:path w="8917" h="11658" extrusionOk="0">
                  <a:moveTo>
                    <a:pt x="4443" y="693"/>
                  </a:moveTo>
                  <a:cubicBezTo>
                    <a:pt x="6554" y="693"/>
                    <a:pt x="8192" y="2395"/>
                    <a:pt x="8192" y="4474"/>
                  </a:cubicBezTo>
                  <a:cubicBezTo>
                    <a:pt x="8192" y="5293"/>
                    <a:pt x="7940" y="6081"/>
                    <a:pt x="7436" y="6711"/>
                  </a:cubicBezTo>
                  <a:lnTo>
                    <a:pt x="4443" y="10775"/>
                  </a:lnTo>
                  <a:lnTo>
                    <a:pt x="1450" y="6711"/>
                  </a:lnTo>
                  <a:cubicBezTo>
                    <a:pt x="1009" y="6049"/>
                    <a:pt x="726" y="5293"/>
                    <a:pt x="726" y="4474"/>
                  </a:cubicBezTo>
                  <a:cubicBezTo>
                    <a:pt x="726" y="2395"/>
                    <a:pt x="2364" y="693"/>
                    <a:pt x="4443" y="693"/>
                  </a:cubicBezTo>
                  <a:close/>
                  <a:moveTo>
                    <a:pt x="4443" y="0"/>
                  </a:moveTo>
                  <a:cubicBezTo>
                    <a:pt x="2017" y="0"/>
                    <a:pt x="1" y="1985"/>
                    <a:pt x="1" y="4443"/>
                  </a:cubicBezTo>
                  <a:cubicBezTo>
                    <a:pt x="1" y="5419"/>
                    <a:pt x="316" y="6333"/>
                    <a:pt x="883" y="7120"/>
                  </a:cubicBezTo>
                  <a:lnTo>
                    <a:pt x="4191" y="11531"/>
                  </a:lnTo>
                  <a:cubicBezTo>
                    <a:pt x="4254" y="11594"/>
                    <a:pt x="4349" y="11657"/>
                    <a:pt x="4443" y="11657"/>
                  </a:cubicBezTo>
                  <a:cubicBezTo>
                    <a:pt x="4569" y="11657"/>
                    <a:pt x="4664" y="11594"/>
                    <a:pt x="4727" y="11531"/>
                  </a:cubicBezTo>
                  <a:lnTo>
                    <a:pt x="8003" y="7120"/>
                  </a:lnTo>
                  <a:cubicBezTo>
                    <a:pt x="8602" y="6333"/>
                    <a:pt x="8917" y="5419"/>
                    <a:pt x="8917" y="4443"/>
                  </a:cubicBezTo>
                  <a:cubicBezTo>
                    <a:pt x="8917" y="1985"/>
                    <a:pt x="6901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86" name="Google Shape;10286;p64"/>
          <p:cNvSpPr/>
          <p:nvPr/>
        </p:nvSpPr>
        <p:spPr>
          <a:xfrm>
            <a:off x="3982155" y="1307046"/>
            <a:ext cx="338270" cy="355255"/>
          </a:xfrm>
          <a:custGeom>
            <a:rect l="l" t="t" r="r" b="b"/>
            <a:pathLst>
              <a:path w="11153" h="11713" extrusionOk="0">
                <a:moveTo>
                  <a:pt x="9594" y="693"/>
                </a:moveTo>
                <a:cubicBezTo>
                  <a:pt x="9767" y="693"/>
                  <a:pt x="9940" y="764"/>
                  <a:pt x="10082" y="906"/>
                </a:cubicBezTo>
                <a:cubicBezTo>
                  <a:pt x="10365" y="1158"/>
                  <a:pt x="10365" y="1599"/>
                  <a:pt x="10082" y="1883"/>
                </a:cubicBezTo>
                <a:lnTo>
                  <a:pt x="9168" y="2796"/>
                </a:lnTo>
                <a:lnTo>
                  <a:pt x="6175" y="3364"/>
                </a:lnTo>
                <a:lnTo>
                  <a:pt x="6175" y="1410"/>
                </a:lnTo>
                <a:lnTo>
                  <a:pt x="8475" y="1410"/>
                </a:lnTo>
                <a:cubicBezTo>
                  <a:pt x="8538" y="1410"/>
                  <a:pt x="8664" y="1379"/>
                  <a:pt x="8696" y="1284"/>
                </a:cubicBezTo>
                <a:lnTo>
                  <a:pt x="9105" y="906"/>
                </a:lnTo>
                <a:cubicBezTo>
                  <a:pt x="9247" y="764"/>
                  <a:pt x="9420" y="693"/>
                  <a:pt x="9594" y="693"/>
                </a:cubicBezTo>
                <a:close/>
                <a:moveTo>
                  <a:pt x="5136" y="749"/>
                </a:moveTo>
                <a:cubicBezTo>
                  <a:pt x="5325" y="749"/>
                  <a:pt x="5482" y="906"/>
                  <a:pt x="5482" y="1095"/>
                </a:cubicBezTo>
                <a:lnTo>
                  <a:pt x="5482" y="4214"/>
                </a:lnTo>
                <a:cubicBezTo>
                  <a:pt x="5356" y="4151"/>
                  <a:pt x="5230" y="4151"/>
                  <a:pt x="5136" y="4151"/>
                </a:cubicBezTo>
                <a:cubicBezTo>
                  <a:pt x="5010" y="4151"/>
                  <a:pt x="4884" y="4151"/>
                  <a:pt x="4758" y="4214"/>
                </a:cubicBezTo>
                <a:lnTo>
                  <a:pt x="4758" y="1095"/>
                </a:lnTo>
                <a:cubicBezTo>
                  <a:pt x="4758" y="906"/>
                  <a:pt x="4915" y="749"/>
                  <a:pt x="5136" y="749"/>
                </a:cubicBezTo>
                <a:close/>
                <a:moveTo>
                  <a:pt x="5136" y="4844"/>
                </a:moveTo>
                <a:cubicBezTo>
                  <a:pt x="5671" y="4844"/>
                  <a:pt x="6144" y="5317"/>
                  <a:pt x="6144" y="5852"/>
                </a:cubicBezTo>
                <a:cubicBezTo>
                  <a:pt x="6144" y="6419"/>
                  <a:pt x="5671" y="6861"/>
                  <a:pt x="5136" y="6861"/>
                </a:cubicBezTo>
                <a:cubicBezTo>
                  <a:pt x="4568" y="6861"/>
                  <a:pt x="4096" y="6388"/>
                  <a:pt x="4096" y="5852"/>
                </a:cubicBezTo>
                <a:cubicBezTo>
                  <a:pt x="4096" y="5317"/>
                  <a:pt x="4568" y="4844"/>
                  <a:pt x="5136" y="4844"/>
                </a:cubicBezTo>
                <a:close/>
                <a:moveTo>
                  <a:pt x="4096" y="1442"/>
                </a:moveTo>
                <a:lnTo>
                  <a:pt x="4096" y="4529"/>
                </a:lnTo>
                <a:cubicBezTo>
                  <a:pt x="3655" y="4844"/>
                  <a:pt x="3434" y="5348"/>
                  <a:pt x="3434" y="5884"/>
                </a:cubicBezTo>
                <a:cubicBezTo>
                  <a:pt x="3434" y="6136"/>
                  <a:pt x="3466" y="6419"/>
                  <a:pt x="3592" y="6609"/>
                </a:cubicBezTo>
                <a:lnTo>
                  <a:pt x="2332" y="8184"/>
                </a:lnTo>
                <a:cubicBezTo>
                  <a:pt x="1323" y="7522"/>
                  <a:pt x="725" y="6356"/>
                  <a:pt x="725" y="5159"/>
                </a:cubicBezTo>
                <a:cubicBezTo>
                  <a:pt x="662" y="3143"/>
                  <a:pt x="2206" y="1568"/>
                  <a:pt x="4096" y="1442"/>
                </a:cubicBezTo>
                <a:close/>
                <a:moveTo>
                  <a:pt x="8916" y="3521"/>
                </a:moveTo>
                <a:lnTo>
                  <a:pt x="8916" y="4466"/>
                </a:lnTo>
                <a:cubicBezTo>
                  <a:pt x="8916" y="4529"/>
                  <a:pt x="8916" y="4592"/>
                  <a:pt x="8948" y="4624"/>
                </a:cubicBezTo>
                <a:lnTo>
                  <a:pt x="9798" y="6419"/>
                </a:lnTo>
                <a:cubicBezTo>
                  <a:pt x="9893" y="6577"/>
                  <a:pt x="9798" y="6672"/>
                  <a:pt x="9798" y="6735"/>
                </a:cubicBezTo>
                <a:cubicBezTo>
                  <a:pt x="9767" y="6766"/>
                  <a:pt x="9704" y="6892"/>
                  <a:pt x="9546" y="6892"/>
                </a:cubicBezTo>
                <a:lnTo>
                  <a:pt x="9263" y="6892"/>
                </a:lnTo>
                <a:cubicBezTo>
                  <a:pt x="9074" y="6892"/>
                  <a:pt x="8916" y="7050"/>
                  <a:pt x="8916" y="7239"/>
                </a:cubicBezTo>
                <a:lnTo>
                  <a:pt x="8916" y="8341"/>
                </a:lnTo>
                <a:cubicBezTo>
                  <a:pt x="8633" y="8467"/>
                  <a:pt x="8381" y="8656"/>
                  <a:pt x="8286" y="8971"/>
                </a:cubicBezTo>
                <a:lnTo>
                  <a:pt x="6522" y="8971"/>
                </a:lnTo>
                <a:cubicBezTo>
                  <a:pt x="5955" y="8971"/>
                  <a:pt x="5482" y="8499"/>
                  <a:pt x="5482" y="7932"/>
                </a:cubicBezTo>
                <a:lnTo>
                  <a:pt x="5482" y="7554"/>
                </a:lnTo>
                <a:cubicBezTo>
                  <a:pt x="6270" y="7396"/>
                  <a:pt x="6868" y="6672"/>
                  <a:pt x="6868" y="5852"/>
                </a:cubicBezTo>
                <a:cubicBezTo>
                  <a:pt x="6868" y="5317"/>
                  <a:pt x="6585" y="4781"/>
                  <a:pt x="6207" y="4466"/>
                </a:cubicBezTo>
                <a:lnTo>
                  <a:pt x="6207" y="4088"/>
                </a:lnTo>
                <a:lnTo>
                  <a:pt x="8916" y="3521"/>
                </a:lnTo>
                <a:close/>
                <a:moveTo>
                  <a:pt x="9231" y="8940"/>
                </a:moveTo>
                <a:cubicBezTo>
                  <a:pt x="9420" y="8940"/>
                  <a:pt x="9578" y="9097"/>
                  <a:pt x="9578" y="9286"/>
                </a:cubicBezTo>
                <a:cubicBezTo>
                  <a:pt x="9578" y="9475"/>
                  <a:pt x="9420" y="9633"/>
                  <a:pt x="9231" y="9633"/>
                </a:cubicBezTo>
                <a:cubicBezTo>
                  <a:pt x="9011" y="9633"/>
                  <a:pt x="8853" y="9475"/>
                  <a:pt x="8853" y="9286"/>
                </a:cubicBezTo>
                <a:cubicBezTo>
                  <a:pt x="8853" y="9097"/>
                  <a:pt x="9011" y="8940"/>
                  <a:pt x="9231" y="8940"/>
                </a:cubicBezTo>
                <a:close/>
                <a:moveTo>
                  <a:pt x="3970" y="7144"/>
                </a:moveTo>
                <a:cubicBezTo>
                  <a:pt x="4222" y="7365"/>
                  <a:pt x="4442" y="7522"/>
                  <a:pt x="4758" y="7554"/>
                </a:cubicBezTo>
                <a:lnTo>
                  <a:pt x="4758" y="7932"/>
                </a:lnTo>
                <a:cubicBezTo>
                  <a:pt x="4758" y="8877"/>
                  <a:pt x="5514" y="9633"/>
                  <a:pt x="6459" y="9633"/>
                </a:cubicBezTo>
                <a:lnTo>
                  <a:pt x="8223" y="9633"/>
                </a:lnTo>
                <a:cubicBezTo>
                  <a:pt x="8286" y="9727"/>
                  <a:pt x="8318" y="9791"/>
                  <a:pt x="8349" y="9822"/>
                </a:cubicBezTo>
                <a:cubicBezTo>
                  <a:pt x="8034" y="10137"/>
                  <a:pt x="7593" y="10295"/>
                  <a:pt x="7183" y="10295"/>
                </a:cubicBezTo>
                <a:lnTo>
                  <a:pt x="5797" y="10295"/>
                </a:lnTo>
                <a:cubicBezTo>
                  <a:pt x="5608" y="10295"/>
                  <a:pt x="5451" y="10452"/>
                  <a:pt x="5451" y="10673"/>
                </a:cubicBezTo>
                <a:lnTo>
                  <a:pt x="5451" y="11051"/>
                </a:lnTo>
                <a:lnTo>
                  <a:pt x="2710" y="11051"/>
                </a:lnTo>
                <a:lnTo>
                  <a:pt x="2710" y="8719"/>
                </a:lnTo>
                <a:lnTo>
                  <a:pt x="3970" y="7144"/>
                </a:lnTo>
                <a:close/>
                <a:moveTo>
                  <a:pt x="9629" y="0"/>
                </a:moveTo>
                <a:cubicBezTo>
                  <a:pt x="9278" y="0"/>
                  <a:pt x="8932" y="134"/>
                  <a:pt x="8664" y="402"/>
                </a:cubicBezTo>
                <a:lnTo>
                  <a:pt x="8412" y="686"/>
                </a:lnTo>
                <a:lnTo>
                  <a:pt x="6144" y="686"/>
                </a:lnTo>
                <a:cubicBezTo>
                  <a:pt x="5986" y="308"/>
                  <a:pt x="5640" y="24"/>
                  <a:pt x="5167" y="24"/>
                </a:cubicBezTo>
                <a:cubicBezTo>
                  <a:pt x="4726" y="24"/>
                  <a:pt x="4348" y="308"/>
                  <a:pt x="4190" y="686"/>
                </a:cubicBezTo>
                <a:cubicBezTo>
                  <a:pt x="1859" y="812"/>
                  <a:pt x="0" y="2702"/>
                  <a:pt x="0" y="5033"/>
                </a:cubicBezTo>
                <a:cubicBezTo>
                  <a:pt x="0" y="6514"/>
                  <a:pt x="725" y="7900"/>
                  <a:pt x="1922" y="8688"/>
                </a:cubicBezTo>
                <a:lnTo>
                  <a:pt x="2048" y="8782"/>
                </a:lnTo>
                <a:lnTo>
                  <a:pt x="2048" y="11366"/>
                </a:lnTo>
                <a:cubicBezTo>
                  <a:pt x="2048" y="11555"/>
                  <a:pt x="2206" y="11712"/>
                  <a:pt x="2426" y="11712"/>
                </a:cubicBezTo>
                <a:lnTo>
                  <a:pt x="5829" y="11712"/>
                </a:lnTo>
                <a:cubicBezTo>
                  <a:pt x="6018" y="11712"/>
                  <a:pt x="6207" y="11555"/>
                  <a:pt x="6207" y="11366"/>
                </a:cubicBezTo>
                <a:lnTo>
                  <a:pt x="6207" y="10956"/>
                </a:lnTo>
                <a:lnTo>
                  <a:pt x="7215" y="10956"/>
                </a:lnTo>
                <a:cubicBezTo>
                  <a:pt x="7877" y="10956"/>
                  <a:pt x="8475" y="10704"/>
                  <a:pt x="8948" y="10232"/>
                </a:cubicBezTo>
                <a:cubicBezTo>
                  <a:pt x="9074" y="10263"/>
                  <a:pt x="9137" y="10263"/>
                  <a:pt x="9263" y="10263"/>
                </a:cubicBezTo>
                <a:cubicBezTo>
                  <a:pt x="9830" y="10263"/>
                  <a:pt x="10302" y="9791"/>
                  <a:pt x="10302" y="9223"/>
                </a:cubicBezTo>
                <a:cubicBezTo>
                  <a:pt x="10302" y="8814"/>
                  <a:pt x="10019" y="8404"/>
                  <a:pt x="9609" y="8247"/>
                </a:cubicBezTo>
                <a:lnTo>
                  <a:pt x="9609" y="7491"/>
                </a:lnTo>
                <a:cubicBezTo>
                  <a:pt x="9924" y="7459"/>
                  <a:pt x="10239" y="7302"/>
                  <a:pt x="10397" y="7018"/>
                </a:cubicBezTo>
                <a:cubicBezTo>
                  <a:pt x="10617" y="6703"/>
                  <a:pt x="10617" y="6356"/>
                  <a:pt x="10460" y="6041"/>
                </a:cubicBezTo>
                <a:lnTo>
                  <a:pt x="9609" y="4403"/>
                </a:lnTo>
                <a:lnTo>
                  <a:pt x="9609" y="3332"/>
                </a:lnTo>
                <a:lnTo>
                  <a:pt x="10617" y="2355"/>
                </a:lnTo>
                <a:cubicBezTo>
                  <a:pt x="11153" y="1788"/>
                  <a:pt x="11153" y="938"/>
                  <a:pt x="10617" y="402"/>
                </a:cubicBezTo>
                <a:cubicBezTo>
                  <a:pt x="10334" y="134"/>
                  <a:pt x="9979" y="0"/>
                  <a:pt x="96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87" name="Google Shape;10287;p64"/>
          <p:cNvGrpSpPr/>
          <p:nvPr/>
        </p:nvGrpSpPr>
        <p:grpSpPr>
          <a:xfrm>
            <a:off x="3977510" y="1765295"/>
            <a:ext cx="353587" cy="355468"/>
            <a:chOff x="-33314673" y="2275050"/>
            <a:chExt cx="291450" cy="293000"/>
          </a:xfrm>
        </p:grpSpPr>
        <p:sp>
          <p:nvSpPr>
            <p:cNvPr id="10288" name="Google Shape;10288;p64"/>
            <p:cNvSpPr/>
            <p:nvPr/>
          </p:nvSpPr>
          <p:spPr>
            <a:xfrm>
              <a:off x="-33143751" y="2275050"/>
              <a:ext cx="120525" cy="120525"/>
            </a:xfrm>
            <a:custGeom>
              <a:rect l="l" t="t" r="r" b="b"/>
              <a:pathLst>
                <a:path w="4821" h="4821" extrusionOk="0">
                  <a:moveTo>
                    <a:pt x="2426" y="725"/>
                  </a:moveTo>
                  <a:cubicBezTo>
                    <a:pt x="3371" y="725"/>
                    <a:pt x="4096" y="1512"/>
                    <a:pt x="4096" y="2458"/>
                  </a:cubicBezTo>
                  <a:cubicBezTo>
                    <a:pt x="4159" y="3403"/>
                    <a:pt x="3371" y="4159"/>
                    <a:pt x="2426" y="4159"/>
                  </a:cubicBezTo>
                  <a:cubicBezTo>
                    <a:pt x="1481" y="4159"/>
                    <a:pt x="725" y="3403"/>
                    <a:pt x="725" y="2458"/>
                  </a:cubicBezTo>
                  <a:cubicBezTo>
                    <a:pt x="725" y="1512"/>
                    <a:pt x="1481" y="725"/>
                    <a:pt x="2426" y="725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103"/>
                    <a:pt x="0" y="2426"/>
                  </a:cubicBezTo>
                  <a:cubicBezTo>
                    <a:pt x="0" y="3749"/>
                    <a:pt x="1071" y="4820"/>
                    <a:pt x="2426" y="4820"/>
                  </a:cubicBezTo>
                  <a:cubicBezTo>
                    <a:pt x="3749" y="4820"/>
                    <a:pt x="4821" y="3749"/>
                    <a:pt x="4821" y="2426"/>
                  </a:cubicBezTo>
                  <a:cubicBezTo>
                    <a:pt x="4821" y="1103"/>
                    <a:pt x="3749" y="0"/>
                    <a:pt x="2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89" name="Google Shape;10289;p64"/>
            <p:cNvSpPr/>
            <p:nvPr/>
          </p:nvSpPr>
          <p:spPr>
            <a:xfrm>
              <a:off x="-33093351" y="2309700"/>
              <a:ext cx="35475" cy="34675"/>
            </a:xfrm>
            <a:custGeom>
              <a:rect l="l" t="t" r="r" b="b"/>
              <a:pathLst>
                <a:path w="1419" h="1387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9"/>
                  </a:lnTo>
                  <a:cubicBezTo>
                    <a:pt x="1" y="1229"/>
                    <a:pt x="158" y="1387"/>
                    <a:pt x="347" y="1387"/>
                  </a:cubicBezTo>
                  <a:lnTo>
                    <a:pt x="1040" y="1387"/>
                  </a:lnTo>
                  <a:cubicBezTo>
                    <a:pt x="1229" y="1387"/>
                    <a:pt x="1387" y="1229"/>
                    <a:pt x="1387" y="1009"/>
                  </a:cubicBezTo>
                  <a:cubicBezTo>
                    <a:pt x="1418" y="883"/>
                    <a:pt x="1261" y="694"/>
                    <a:pt x="1072" y="694"/>
                  </a:cubicBez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0" name="Google Shape;10290;p64"/>
            <p:cNvSpPr/>
            <p:nvPr/>
          </p:nvSpPr>
          <p:spPr>
            <a:xfrm>
              <a:off x="-33314673" y="2328600"/>
              <a:ext cx="239475" cy="239450"/>
            </a:xfrm>
            <a:custGeom>
              <a:rect l="l" t="t" r="r" b="b"/>
              <a:pathLst>
                <a:path w="9579" h="9578" extrusionOk="0">
                  <a:moveTo>
                    <a:pt x="3057" y="631"/>
                  </a:moveTo>
                  <a:cubicBezTo>
                    <a:pt x="3624" y="631"/>
                    <a:pt x="4096" y="1103"/>
                    <a:pt x="4096" y="1639"/>
                  </a:cubicBezTo>
                  <a:cubicBezTo>
                    <a:pt x="4096" y="2206"/>
                    <a:pt x="3624" y="2678"/>
                    <a:pt x="3057" y="2678"/>
                  </a:cubicBezTo>
                  <a:cubicBezTo>
                    <a:pt x="2521" y="2678"/>
                    <a:pt x="2049" y="2206"/>
                    <a:pt x="2049" y="1639"/>
                  </a:cubicBezTo>
                  <a:cubicBezTo>
                    <a:pt x="2049" y="1103"/>
                    <a:pt x="2490" y="631"/>
                    <a:pt x="3057" y="631"/>
                  </a:cubicBezTo>
                  <a:close/>
                  <a:moveTo>
                    <a:pt x="3063" y="3369"/>
                  </a:moveTo>
                  <a:cubicBezTo>
                    <a:pt x="3690" y="3369"/>
                    <a:pt x="4308" y="3646"/>
                    <a:pt x="4726" y="4065"/>
                  </a:cubicBezTo>
                  <a:lnTo>
                    <a:pt x="4411" y="4065"/>
                  </a:lnTo>
                  <a:cubicBezTo>
                    <a:pt x="3844" y="4065"/>
                    <a:pt x="3372" y="4506"/>
                    <a:pt x="3372" y="5073"/>
                  </a:cubicBezTo>
                  <a:lnTo>
                    <a:pt x="3372" y="6774"/>
                  </a:lnTo>
                  <a:lnTo>
                    <a:pt x="662" y="6774"/>
                  </a:lnTo>
                  <a:lnTo>
                    <a:pt x="662" y="5892"/>
                  </a:lnTo>
                  <a:cubicBezTo>
                    <a:pt x="662" y="4569"/>
                    <a:pt x="1702" y="3435"/>
                    <a:pt x="2962" y="3372"/>
                  </a:cubicBezTo>
                  <a:cubicBezTo>
                    <a:pt x="2996" y="3370"/>
                    <a:pt x="3029" y="3369"/>
                    <a:pt x="3063" y="3369"/>
                  </a:cubicBezTo>
                  <a:close/>
                  <a:moveTo>
                    <a:pt x="7215" y="4726"/>
                  </a:moveTo>
                  <a:cubicBezTo>
                    <a:pt x="7373" y="4726"/>
                    <a:pt x="7530" y="4884"/>
                    <a:pt x="7530" y="5073"/>
                  </a:cubicBezTo>
                  <a:lnTo>
                    <a:pt x="7530" y="6774"/>
                  </a:lnTo>
                  <a:lnTo>
                    <a:pt x="4096" y="6774"/>
                  </a:lnTo>
                  <a:lnTo>
                    <a:pt x="4096" y="5073"/>
                  </a:lnTo>
                  <a:cubicBezTo>
                    <a:pt x="4096" y="4884"/>
                    <a:pt x="4254" y="4726"/>
                    <a:pt x="4443" y="4726"/>
                  </a:cubicBezTo>
                  <a:close/>
                  <a:moveTo>
                    <a:pt x="8586" y="7495"/>
                  </a:moveTo>
                  <a:cubicBezTo>
                    <a:pt x="8753" y="7495"/>
                    <a:pt x="8885" y="7644"/>
                    <a:pt x="8885" y="7845"/>
                  </a:cubicBezTo>
                  <a:lnTo>
                    <a:pt x="8885" y="8885"/>
                  </a:lnTo>
                  <a:lnTo>
                    <a:pt x="662" y="8885"/>
                  </a:lnTo>
                  <a:lnTo>
                    <a:pt x="662" y="7499"/>
                  </a:lnTo>
                  <a:lnTo>
                    <a:pt x="8539" y="7499"/>
                  </a:lnTo>
                  <a:cubicBezTo>
                    <a:pt x="8555" y="7496"/>
                    <a:pt x="8571" y="7495"/>
                    <a:pt x="8586" y="7495"/>
                  </a:cubicBezTo>
                  <a:close/>
                  <a:moveTo>
                    <a:pt x="3057" y="1"/>
                  </a:moveTo>
                  <a:cubicBezTo>
                    <a:pt x="2112" y="1"/>
                    <a:pt x="1387" y="725"/>
                    <a:pt x="1387" y="1702"/>
                  </a:cubicBezTo>
                  <a:cubicBezTo>
                    <a:pt x="1387" y="2206"/>
                    <a:pt x="1576" y="2647"/>
                    <a:pt x="1923" y="2930"/>
                  </a:cubicBezTo>
                  <a:cubicBezTo>
                    <a:pt x="820" y="3403"/>
                    <a:pt x="1" y="4600"/>
                    <a:pt x="1" y="5923"/>
                  </a:cubicBezTo>
                  <a:lnTo>
                    <a:pt x="1" y="9263"/>
                  </a:lnTo>
                  <a:cubicBezTo>
                    <a:pt x="1" y="9420"/>
                    <a:pt x="127" y="9578"/>
                    <a:pt x="316" y="9578"/>
                  </a:cubicBezTo>
                  <a:lnTo>
                    <a:pt x="9200" y="9578"/>
                  </a:lnTo>
                  <a:cubicBezTo>
                    <a:pt x="9421" y="9578"/>
                    <a:pt x="9578" y="9420"/>
                    <a:pt x="9578" y="9200"/>
                  </a:cubicBezTo>
                  <a:lnTo>
                    <a:pt x="9578" y="7845"/>
                  </a:lnTo>
                  <a:cubicBezTo>
                    <a:pt x="9578" y="7278"/>
                    <a:pt x="9106" y="6806"/>
                    <a:pt x="8539" y="6806"/>
                  </a:cubicBezTo>
                  <a:lnTo>
                    <a:pt x="8192" y="6806"/>
                  </a:lnTo>
                  <a:lnTo>
                    <a:pt x="8192" y="5104"/>
                  </a:lnTo>
                  <a:cubicBezTo>
                    <a:pt x="8192" y="4569"/>
                    <a:pt x="7719" y="4096"/>
                    <a:pt x="7152" y="4096"/>
                  </a:cubicBezTo>
                  <a:lnTo>
                    <a:pt x="5577" y="4096"/>
                  </a:lnTo>
                  <a:cubicBezTo>
                    <a:pt x="5231" y="3561"/>
                    <a:pt x="4758" y="3183"/>
                    <a:pt x="4222" y="2930"/>
                  </a:cubicBezTo>
                  <a:cubicBezTo>
                    <a:pt x="4569" y="2615"/>
                    <a:pt x="4758" y="2206"/>
                    <a:pt x="4758" y="1702"/>
                  </a:cubicBezTo>
                  <a:cubicBezTo>
                    <a:pt x="4758" y="725"/>
                    <a:pt x="4002" y="1"/>
                    <a:pt x="3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91" name="Google Shape;10291;p64"/>
          <p:cNvSpPr/>
          <p:nvPr/>
        </p:nvSpPr>
        <p:spPr>
          <a:xfrm>
            <a:off x="3973071" y="2220094"/>
            <a:ext cx="356438" cy="356468"/>
          </a:xfrm>
          <a:custGeom>
            <a:rect l="l" t="t" r="r" b="b"/>
            <a:pathLst>
              <a:path w="11752" h="11753" extrusionOk="0">
                <a:moveTo>
                  <a:pt x="9672" y="725"/>
                </a:moveTo>
                <a:lnTo>
                  <a:pt x="9672" y="4191"/>
                </a:lnTo>
                <a:cubicBezTo>
                  <a:pt x="9546" y="4160"/>
                  <a:pt x="9420" y="4160"/>
                  <a:pt x="9294" y="4160"/>
                </a:cubicBezTo>
                <a:cubicBezTo>
                  <a:pt x="9200" y="4160"/>
                  <a:pt x="9074" y="4191"/>
                  <a:pt x="8948" y="4223"/>
                </a:cubicBezTo>
                <a:lnTo>
                  <a:pt x="8948" y="3844"/>
                </a:lnTo>
                <a:cubicBezTo>
                  <a:pt x="8948" y="3277"/>
                  <a:pt x="8475" y="2805"/>
                  <a:pt x="7939" y="2805"/>
                </a:cubicBezTo>
                <a:cubicBezTo>
                  <a:pt x="7813" y="2805"/>
                  <a:pt x="7687" y="2836"/>
                  <a:pt x="7561" y="2836"/>
                </a:cubicBezTo>
                <a:lnTo>
                  <a:pt x="7561" y="2458"/>
                </a:lnTo>
                <a:cubicBezTo>
                  <a:pt x="7561" y="1891"/>
                  <a:pt x="7089" y="1419"/>
                  <a:pt x="6553" y="1419"/>
                </a:cubicBezTo>
                <a:cubicBezTo>
                  <a:pt x="6427" y="1419"/>
                  <a:pt x="6364" y="1419"/>
                  <a:pt x="6238" y="1482"/>
                </a:cubicBezTo>
                <a:cubicBezTo>
                  <a:pt x="6427" y="1041"/>
                  <a:pt x="6837" y="725"/>
                  <a:pt x="7246" y="725"/>
                </a:cubicBezTo>
                <a:close/>
                <a:moveTo>
                  <a:pt x="11090" y="1419"/>
                </a:moveTo>
                <a:lnTo>
                  <a:pt x="11090" y="4884"/>
                </a:lnTo>
                <a:cubicBezTo>
                  <a:pt x="10964" y="4853"/>
                  <a:pt x="10838" y="4853"/>
                  <a:pt x="10712" y="4853"/>
                </a:cubicBezTo>
                <a:cubicBezTo>
                  <a:pt x="10617" y="4853"/>
                  <a:pt x="10491" y="4884"/>
                  <a:pt x="10365" y="4884"/>
                </a:cubicBezTo>
                <a:lnTo>
                  <a:pt x="10365" y="1419"/>
                </a:lnTo>
                <a:close/>
                <a:moveTo>
                  <a:pt x="4537" y="725"/>
                </a:moveTo>
                <a:cubicBezTo>
                  <a:pt x="5104" y="725"/>
                  <a:pt x="5577" y="1198"/>
                  <a:pt x="5577" y="1734"/>
                </a:cubicBezTo>
                <a:lnTo>
                  <a:pt x="5577" y="5010"/>
                </a:lnTo>
                <a:lnTo>
                  <a:pt x="4474" y="6113"/>
                </a:lnTo>
                <a:cubicBezTo>
                  <a:pt x="4253" y="6302"/>
                  <a:pt x="4096" y="6585"/>
                  <a:pt x="4033" y="6869"/>
                </a:cubicBezTo>
                <a:lnTo>
                  <a:pt x="2143" y="6869"/>
                </a:lnTo>
                <a:lnTo>
                  <a:pt x="2143" y="725"/>
                </a:lnTo>
                <a:close/>
                <a:moveTo>
                  <a:pt x="1418" y="1419"/>
                </a:moveTo>
                <a:lnTo>
                  <a:pt x="1418" y="7247"/>
                </a:lnTo>
                <a:cubicBezTo>
                  <a:pt x="1418" y="7468"/>
                  <a:pt x="1575" y="7625"/>
                  <a:pt x="1796" y="7625"/>
                </a:cubicBezTo>
                <a:lnTo>
                  <a:pt x="3938" y="7625"/>
                </a:lnTo>
                <a:cubicBezTo>
                  <a:pt x="4001" y="7846"/>
                  <a:pt x="4064" y="8098"/>
                  <a:pt x="4190" y="8287"/>
                </a:cubicBezTo>
                <a:lnTo>
                  <a:pt x="725" y="8287"/>
                </a:lnTo>
                <a:lnTo>
                  <a:pt x="725" y="1419"/>
                </a:lnTo>
                <a:close/>
                <a:moveTo>
                  <a:pt x="6648" y="2112"/>
                </a:moveTo>
                <a:cubicBezTo>
                  <a:pt x="6837" y="2112"/>
                  <a:pt x="6994" y="2269"/>
                  <a:pt x="6994" y="2458"/>
                </a:cubicBezTo>
                <a:lnTo>
                  <a:pt x="6994" y="6554"/>
                </a:lnTo>
                <a:cubicBezTo>
                  <a:pt x="6994" y="6743"/>
                  <a:pt x="7152" y="6900"/>
                  <a:pt x="7341" y="6900"/>
                </a:cubicBezTo>
                <a:cubicBezTo>
                  <a:pt x="7530" y="6900"/>
                  <a:pt x="7687" y="6743"/>
                  <a:pt x="7687" y="6554"/>
                </a:cubicBezTo>
                <a:lnTo>
                  <a:pt x="7687" y="3844"/>
                </a:lnTo>
                <a:cubicBezTo>
                  <a:pt x="7687" y="3624"/>
                  <a:pt x="7845" y="3466"/>
                  <a:pt x="8065" y="3466"/>
                </a:cubicBezTo>
                <a:cubicBezTo>
                  <a:pt x="8254" y="3466"/>
                  <a:pt x="8412" y="3624"/>
                  <a:pt x="8412" y="3844"/>
                </a:cubicBezTo>
                <a:lnTo>
                  <a:pt x="8412" y="6554"/>
                </a:lnTo>
                <a:cubicBezTo>
                  <a:pt x="8412" y="6743"/>
                  <a:pt x="8570" y="6900"/>
                  <a:pt x="8759" y="6900"/>
                </a:cubicBezTo>
                <a:cubicBezTo>
                  <a:pt x="8948" y="6900"/>
                  <a:pt x="9105" y="6743"/>
                  <a:pt x="9105" y="6554"/>
                </a:cubicBezTo>
                <a:lnTo>
                  <a:pt x="9105" y="5168"/>
                </a:lnTo>
                <a:cubicBezTo>
                  <a:pt x="9105" y="4979"/>
                  <a:pt x="9263" y="4821"/>
                  <a:pt x="9483" y="4821"/>
                </a:cubicBezTo>
                <a:cubicBezTo>
                  <a:pt x="9672" y="4821"/>
                  <a:pt x="9830" y="4979"/>
                  <a:pt x="9830" y="5168"/>
                </a:cubicBezTo>
                <a:lnTo>
                  <a:pt x="9830" y="6554"/>
                </a:lnTo>
                <a:cubicBezTo>
                  <a:pt x="9830" y="6743"/>
                  <a:pt x="9987" y="6900"/>
                  <a:pt x="10176" y="6900"/>
                </a:cubicBezTo>
                <a:cubicBezTo>
                  <a:pt x="10365" y="6900"/>
                  <a:pt x="10523" y="6743"/>
                  <a:pt x="10523" y="6554"/>
                </a:cubicBezTo>
                <a:lnTo>
                  <a:pt x="10523" y="5892"/>
                </a:lnTo>
                <a:cubicBezTo>
                  <a:pt x="10523" y="5672"/>
                  <a:pt x="10680" y="5514"/>
                  <a:pt x="10901" y="5514"/>
                </a:cubicBezTo>
                <a:cubicBezTo>
                  <a:pt x="11090" y="5514"/>
                  <a:pt x="11247" y="5672"/>
                  <a:pt x="11247" y="5892"/>
                </a:cubicBezTo>
                <a:cubicBezTo>
                  <a:pt x="11090" y="5955"/>
                  <a:pt x="11090" y="8633"/>
                  <a:pt x="11090" y="8791"/>
                </a:cubicBezTo>
                <a:cubicBezTo>
                  <a:pt x="11090" y="9043"/>
                  <a:pt x="10995" y="9232"/>
                  <a:pt x="10838" y="9389"/>
                </a:cubicBezTo>
                <a:cubicBezTo>
                  <a:pt x="10586" y="9673"/>
                  <a:pt x="10397" y="10051"/>
                  <a:pt x="10397" y="10460"/>
                </a:cubicBezTo>
                <a:lnTo>
                  <a:pt x="10397" y="11028"/>
                </a:lnTo>
                <a:lnTo>
                  <a:pt x="6270" y="11028"/>
                </a:lnTo>
                <a:lnTo>
                  <a:pt x="6270" y="10397"/>
                </a:lnTo>
                <a:cubicBezTo>
                  <a:pt x="6270" y="10051"/>
                  <a:pt x="6144" y="9673"/>
                  <a:pt x="5923" y="9389"/>
                </a:cubicBezTo>
                <a:lnTo>
                  <a:pt x="4852" y="7972"/>
                </a:lnTo>
                <a:cubicBezTo>
                  <a:pt x="4537" y="7562"/>
                  <a:pt x="4600" y="6995"/>
                  <a:pt x="4946" y="6617"/>
                </a:cubicBezTo>
                <a:lnTo>
                  <a:pt x="5577" y="5987"/>
                </a:lnTo>
                <a:lnTo>
                  <a:pt x="5577" y="6554"/>
                </a:lnTo>
                <a:cubicBezTo>
                  <a:pt x="5577" y="6743"/>
                  <a:pt x="5734" y="6900"/>
                  <a:pt x="5923" y="6900"/>
                </a:cubicBezTo>
                <a:cubicBezTo>
                  <a:pt x="6112" y="6900"/>
                  <a:pt x="6270" y="6743"/>
                  <a:pt x="6270" y="6554"/>
                </a:cubicBezTo>
                <a:lnTo>
                  <a:pt x="6270" y="2458"/>
                </a:lnTo>
                <a:cubicBezTo>
                  <a:pt x="6270" y="2269"/>
                  <a:pt x="6427" y="2112"/>
                  <a:pt x="6648" y="2112"/>
                </a:cubicBezTo>
                <a:close/>
                <a:moveTo>
                  <a:pt x="1733" y="1"/>
                </a:moveTo>
                <a:cubicBezTo>
                  <a:pt x="1544" y="1"/>
                  <a:pt x="1386" y="158"/>
                  <a:pt x="1386" y="379"/>
                </a:cubicBezTo>
                <a:lnTo>
                  <a:pt x="1386" y="725"/>
                </a:lnTo>
                <a:lnTo>
                  <a:pt x="378" y="725"/>
                </a:lnTo>
                <a:cubicBezTo>
                  <a:pt x="158" y="725"/>
                  <a:pt x="0" y="883"/>
                  <a:pt x="0" y="1072"/>
                </a:cubicBezTo>
                <a:lnTo>
                  <a:pt x="0" y="8602"/>
                </a:lnTo>
                <a:cubicBezTo>
                  <a:pt x="0" y="8791"/>
                  <a:pt x="158" y="8948"/>
                  <a:pt x="378" y="8948"/>
                </a:cubicBezTo>
                <a:lnTo>
                  <a:pt x="4663" y="8948"/>
                </a:lnTo>
                <a:lnTo>
                  <a:pt x="5293" y="9830"/>
                </a:lnTo>
                <a:cubicBezTo>
                  <a:pt x="5419" y="9988"/>
                  <a:pt x="5482" y="10208"/>
                  <a:pt x="5482" y="10460"/>
                </a:cubicBezTo>
                <a:lnTo>
                  <a:pt x="5482" y="11406"/>
                </a:lnTo>
                <a:cubicBezTo>
                  <a:pt x="5482" y="11595"/>
                  <a:pt x="5640" y="11752"/>
                  <a:pt x="5829" y="11752"/>
                </a:cubicBezTo>
                <a:lnTo>
                  <a:pt x="10649" y="11752"/>
                </a:lnTo>
                <a:cubicBezTo>
                  <a:pt x="10838" y="11752"/>
                  <a:pt x="10995" y="11595"/>
                  <a:pt x="10995" y="11406"/>
                </a:cubicBezTo>
                <a:lnTo>
                  <a:pt x="10995" y="10460"/>
                </a:lnTo>
                <a:cubicBezTo>
                  <a:pt x="10995" y="10208"/>
                  <a:pt x="11090" y="10019"/>
                  <a:pt x="11247" y="9862"/>
                </a:cubicBezTo>
                <a:cubicBezTo>
                  <a:pt x="11500" y="9578"/>
                  <a:pt x="11657" y="9200"/>
                  <a:pt x="11657" y="8791"/>
                </a:cubicBezTo>
                <a:lnTo>
                  <a:pt x="11657" y="1072"/>
                </a:lnTo>
                <a:cubicBezTo>
                  <a:pt x="11752" y="883"/>
                  <a:pt x="11594" y="725"/>
                  <a:pt x="11405" y="725"/>
                </a:cubicBezTo>
                <a:lnTo>
                  <a:pt x="10365" y="725"/>
                </a:lnTo>
                <a:lnTo>
                  <a:pt x="10365" y="379"/>
                </a:lnTo>
                <a:cubicBezTo>
                  <a:pt x="10365" y="158"/>
                  <a:pt x="10208" y="1"/>
                  <a:pt x="10019" y="1"/>
                </a:cubicBezTo>
                <a:lnTo>
                  <a:pt x="7246" y="1"/>
                </a:lnTo>
                <a:cubicBezTo>
                  <a:pt x="6711" y="1"/>
                  <a:pt x="6207" y="284"/>
                  <a:pt x="5892" y="662"/>
                </a:cubicBezTo>
                <a:cubicBezTo>
                  <a:pt x="5577" y="253"/>
                  <a:pt x="5041" y="1"/>
                  <a:pt x="4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292" name="Google Shape;10292;p64"/>
          <p:cNvGrpSpPr/>
          <p:nvPr/>
        </p:nvGrpSpPr>
        <p:grpSpPr>
          <a:xfrm>
            <a:off x="2639701" y="2687555"/>
            <a:ext cx="353587" cy="353557"/>
            <a:chOff x="-31523626" y="1939525"/>
            <a:chExt cx="291450" cy="291425"/>
          </a:xfrm>
        </p:grpSpPr>
        <p:sp>
          <p:nvSpPr>
            <p:cNvPr id="10293" name="Google Shape;10293;p64"/>
            <p:cNvSpPr/>
            <p:nvPr/>
          </p:nvSpPr>
          <p:spPr>
            <a:xfrm>
              <a:off x="-31523626" y="1939525"/>
              <a:ext cx="291450" cy="291425"/>
            </a:xfrm>
            <a:custGeom>
              <a:rect l="l" t="t" r="r" b="b"/>
              <a:pathLst>
                <a:path w="11658" h="11657" extrusionOk="0">
                  <a:moveTo>
                    <a:pt x="2269" y="756"/>
                  </a:moveTo>
                  <a:cubicBezTo>
                    <a:pt x="2899" y="756"/>
                    <a:pt x="3372" y="1260"/>
                    <a:pt x="3372" y="1859"/>
                  </a:cubicBezTo>
                  <a:cubicBezTo>
                    <a:pt x="3372" y="2363"/>
                    <a:pt x="3057" y="2615"/>
                    <a:pt x="2805" y="2867"/>
                  </a:cubicBezTo>
                  <a:cubicBezTo>
                    <a:pt x="2710" y="2962"/>
                    <a:pt x="2679" y="3025"/>
                    <a:pt x="2679" y="3119"/>
                  </a:cubicBezTo>
                  <a:lnTo>
                    <a:pt x="2679" y="7246"/>
                  </a:lnTo>
                  <a:cubicBezTo>
                    <a:pt x="2679" y="7341"/>
                    <a:pt x="2710" y="7435"/>
                    <a:pt x="2805" y="7498"/>
                  </a:cubicBezTo>
                  <a:cubicBezTo>
                    <a:pt x="3057" y="7750"/>
                    <a:pt x="3372" y="8002"/>
                    <a:pt x="3372" y="8506"/>
                  </a:cubicBezTo>
                  <a:cubicBezTo>
                    <a:pt x="3372" y="9137"/>
                    <a:pt x="2868" y="9609"/>
                    <a:pt x="2269" y="9609"/>
                  </a:cubicBezTo>
                  <a:lnTo>
                    <a:pt x="1765" y="9609"/>
                  </a:lnTo>
                  <a:cubicBezTo>
                    <a:pt x="1167" y="9609"/>
                    <a:pt x="663" y="9137"/>
                    <a:pt x="663" y="8506"/>
                  </a:cubicBezTo>
                  <a:cubicBezTo>
                    <a:pt x="663" y="8002"/>
                    <a:pt x="978" y="7750"/>
                    <a:pt x="1261" y="7498"/>
                  </a:cubicBezTo>
                  <a:cubicBezTo>
                    <a:pt x="1324" y="7404"/>
                    <a:pt x="1356" y="7341"/>
                    <a:pt x="1356" y="7246"/>
                  </a:cubicBezTo>
                  <a:lnTo>
                    <a:pt x="1356" y="3119"/>
                  </a:lnTo>
                  <a:cubicBezTo>
                    <a:pt x="1356" y="3025"/>
                    <a:pt x="1324" y="2930"/>
                    <a:pt x="1261" y="2867"/>
                  </a:cubicBezTo>
                  <a:cubicBezTo>
                    <a:pt x="978" y="2615"/>
                    <a:pt x="663" y="2363"/>
                    <a:pt x="663" y="1859"/>
                  </a:cubicBezTo>
                  <a:cubicBezTo>
                    <a:pt x="663" y="1229"/>
                    <a:pt x="1167" y="756"/>
                    <a:pt x="1765" y="756"/>
                  </a:cubicBezTo>
                  <a:close/>
                  <a:moveTo>
                    <a:pt x="10650" y="2048"/>
                  </a:moveTo>
                  <a:cubicBezTo>
                    <a:pt x="10870" y="2048"/>
                    <a:pt x="11028" y="2205"/>
                    <a:pt x="11028" y="2395"/>
                  </a:cubicBezTo>
                  <a:lnTo>
                    <a:pt x="11028" y="9294"/>
                  </a:lnTo>
                  <a:lnTo>
                    <a:pt x="10965" y="9294"/>
                  </a:lnTo>
                  <a:cubicBezTo>
                    <a:pt x="10965" y="9483"/>
                    <a:pt x="10807" y="9641"/>
                    <a:pt x="10618" y="9641"/>
                  </a:cubicBezTo>
                  <a:lnTo>
                    <a:pt x="3687" y="9641"/>
                  </a:lnTo>
                  <a:cubicBezTo>
                    <a:pt x="3939" y="9326"/>
                    <a:pt x="4097" y="8948"/>
                    <a:pt x="4097" y="8538"/>
                  </a:cubicBezTo>
                  <a:cubicBezTo>
                    <a:pt x="4097" y="8065"/>
                    <a:pt x="3876" y="7593"/>
                    <a:pt x="3561" y="7278"/>
                  </a:cubicBezTo>
                  <a:lnTo>
                    <a:pt x="3404" y="7120"/>
                  </a:lnTo>
                  <a:lnTo>
                    <a:pt x="3404" y="3245"/>
                  </a:lnTo>
                  <a:cubicBezTo>
                    <a:pt x="3624" y="3025"/>
                    <a:pt x="4002" y="2710"/>
                    <a:pt x="4097" y="2048"/>
                  </a:cubicBezTo>
                  <a:close/>
                  <a:moveTo>
                    <a:pt x="4758" y="10334"/>
                  </a:moveTo>
                  <a:lnTo>
                    <a:pt x="4758" y="10649"/>
                  </a:lnTo>
                  <a:cubicBezTo>
                    <a:pt x="4758" y="10838"/>
                    <a:pt x="4601" y="10995"/>
                    <a:pt x="4412" y="10995"/>
                  </a:cubicBezTo>
                  <a:lnTo>
                    <a:pt x="2710" y="10995"/>
                  </a:lnTo>
                  <a:cubicBezTo>
                    <a:pt x="2521" y="10995"/>
                    <a:pt x="2364" y="10838"/>
                    <a:pt x="2364" y="10649"/>
                  </a:cubicBezTo>
                  <a:lnTo>
                    <a:pt x="2364" y="10334"/>
                  </a:lnTo>
                  <a:close/>
                  <a:moveTo>
                    <a:pt x="1797" y="0"/>
                  </a:moveTo>
                  <a:cubicBezTo>
                    <a:pt x="820" y="0"/>
                    <a:pt x="1" y="788"/>
                    <a:pt x="1" y="1827"/>
                  </a:cubicBezTo>
                  <a:cubicBezTo>
                    <a:pt x="1" y="2300"/>
                    <a:pt x="190" y="2773"/>
                    <a:pt x="505" y="3088"/>
                  </a:cubicBezTo>
                  <a:lnTo>
                    <a:pt x="663" y="3245"/>
                  </a:lnTo>
                  <a:lnTo>
                    <a:pt x="663" y="7089"/>
                  </a:lnTo>
                  <a:cubicBezTo>
                    <a:pt x="474" y="7278"/>
                    <a:pt x="1" y="7719"/>
                    <a:pt x="1" y="8506"/>
                  </a:cubicBezTo>
                  <a:cubicBezTo>
                    <a:pt x="1" y="9452"/>
                    <a:pt x="694" y="10208"/>
                    <a:pt x="1639" y="10271"/>
                  </a:cubicBezTo>
                  <a:lnTo>
                    <a:pt x="1734" y="10271"/>
                  </a:lnTo>
                  <a:lnTo>
                    <a:pt x="1734" y="10649"/>
                  </a:lnTo>
                  <a:cubicBezTo>
                    <a:pt x="1734" y="11184"/>
                    <a:pt x="2206" y="11657"/>
                    <a:pt x="2742" y="11657"/>
                  </a:cubicBezTo>
                  <a:lnTo>
                    <a:pt x="4443" y="11657"/>
                  </a:lnTo>
                  <a:cubicBezTo>
                    <a:pt x="5010" y="11657"/>
                    <a:pt x="5451" y="11184"/>
                    <a:pt x="5451" y="10649"/>
                  </a:cubicBezTo>
                  <a:lnTo>
                    <a:pt x="5451" y="10334"/>
                  </a:lnTo>
                  <a:lnTo>
                    <a:pt x="10618" y="10334"/>
                  </a:lnTo>
                  <a:cubicBezTo>
                    <a:pt x="11185" y="10334"/>
                    <a:pt x="11658" y="9861"/>
                    <a:pt x="11658" y="9294"/>
                  </a:cubicBezTo>
                  <a:lnTo>
                    <a:pt x="11658" y="2395"/>
                  </a:lnTo>
                  <a:cubicBezTo>
                    <a:pt x="11658" y="1827"/>
                    <a:pt x="11185" y="1386"/>
                    <a:pt x="10618" y="1386"/>
                  </a:cubicBezTo>
                  <a:lnTo>
                    <a:pt x="4034" y="1386"/>
                  </a:lnTo>
                  <a:cubicBezTo>
                    <a:pt x="3845" y="599"/>
                    <a:pt x="3151" y="0"/>
                    <a:pt x="2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4" name="Google Shape;10294;p64"/>
            <p:cNvSpPr/>
            <p:nvPr/>
          </p:nvSpPr>
          <p:spPr>
            <a:xfrm>
              <a:off x="-31404675" y="2007250"/>
              <a:ext cx="138625" cy="52800"/>
            </a:xfrm>
            <a:custGeom>
              <a:rect l="l" t="t" r="r" b="b"/>
              <a:pathLst>
                <a:path w="5545" h="2112" extrusionOk="0">
                  <a:moveTo>
                    <a:pt x="4852" y="725"/>
                  </a:moveTo>
                  <a:lnTo>
                    <a:pt x="4852" y="1418"/>
                  </a:lnTo>
                  <a:lnTo>
                    <a:pt x="693" y="1418"/>
                  </a:lnTo>
                  <a:lnTo>
                    <a:pt x="693" y="72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47" y="2111"/>
                  </a:cubicBezTo>
                  <a:lnTo>
                    <a:pt x="5199" y="2111"/>
                  </a:lnTo>
                  <a:cubicBezTo>
                    <a:pt x="5388" y="2111"/>
                    <a:pt x="5545" y="1954"/>
                    <a:pt x="5545" y="1733"/>
                  </a:cubicBezTo>
                  <a:lnTo>
                    <a:pt x="5545" y="379"/>
                  </a:lnTo>
                  <a:cubicBezTo>
                    <a:pt x="5514" y="158"/>
                    <a:pt x="5356" y="1"/>
                    <a:pt x="51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5" name="Google Shape;10295;p64"/>
            <p:cNvSpPr/>
            <p:nvPr/>
          </p:nvSpPr>
          <p:spPr>
            <a:xfrm>
              <a:off x="-31404675" y="2077350"/>
              <a:ext cx="34675" cy="18150"/>
            </a:xfrm>
            <a:custGeom>
              <a:rect l="l" t="t" r="r" b="b"/>
              <a:pathLst>
                <a:path w="1387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229" y="725"/>
                    <a:pt x="1386" y="568"/>
                    <a:pt x="1386" y="347"/>
                  </a:cubicBezTo>
                  <a:cubicBezTo>
                    <a:pt x="1386" y="158"/>
                    <a:pt x="1229" y="0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6" name="Google Shape;10296;p64"/>
            <p:cNvSpPr/>
            <p:nvPr/>
          </p:nvSpPr>
          <p:spPr>
            <a:xfrm>
              <a:off x="-31353475" y="2077350"/>
              <a:ext cx="35450" cy="18150"/>
            </a:xfrm>
            <a:custGeom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7" name="Google Shape;10297;p64"/>
            <p:cNvSpPr/>
            <p:nvPr/>
          </p:nvSpPr>
          <p:spPr>
            <a:xfrm>
              <a:off x="-31301500" y="2077350"/>
              <a:ext cx="35450" cy="18150"/>
            </a:xfrm>
            <a:custGeom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47"/>
                  </a:cubicBezTo>
                  <a:cubicBezTo>
                    <a:pt x="1387" y="158"/>
                    <a:pt x="1229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8" name="Google Shape;10298;p64"/>
            <p:cNvSpPr/>
            <p:nvPr/>
          </p:nvSpPr>
          <p:spPr>
            <a:xfrm>
              <a:off x="-31404675" y="2112000"/>
              <a:ext cx="34675" cy="17350"/>
            </a:xfrm>
            <a:custGeom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08" y="694"/>
                  </a:lnTo>
                  <a:cubicBezTo>
                    <a:pt x="1229" y="694"/>
                    <a:pt x="1386" y="536"/>
                    <a:pt x="1386" y="347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99" name="Google Shape;10299;p64"/>
            <p:cNvSpPr/>
            <p:nvPr/>
          </p:nvSpPr>
          <p:spPr>
            <a:xfrm>
              <a:off x="-31353475" y="2112000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0" name="Google Shape;10300;p64"/>
            <p:cNvSpPr/>
            <p:nvPr/>
          </p:nvSpPr>
          <p:spPr>
            <a:xfrm>
              <a:off x="-31301500" y="2112000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1" name="Google Shape;10301;p64"/>
            <p:cNvSpPr/>
            <p:nvPr/>
          </p:nvSpPr>
          <p:spPr>
            <a:xfrm>
              <a:off x="-31404675" y="2145075"/>
              <a:ext cx="34675" cy="18150"/>
            </a:xfrm>
            <a:custGeom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08" y="726"/>
                  </a:lnTo>
                  <a:cubicBezTo>
                    <a:pt x="1229" y="726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2" name="Google Shape;10302;p64"/>
            <p:cNvSpPr/>
            <p:nvPr/>
          </p:nvSpPr>
          <p:spPr>
            <a:xfrm>
              <a:off x="-31353475" y="2145075"/>
              <a:ext cx="35450" cy="18150"/>
            </a:xfrm>
            <a:custGeom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1" y="726"/>
                  </a:lnTo>
                  <a:cubicBezTo>
                    <a:pt x="1260" y="726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3" name="Google Shape;10303;p64"/>
            <p:cNvSpPr/>
            <p:nvPr/>
          </p:nvSpPr>
          <p:spPr>
            <a:xfrm>
              <a:off x="-31301500" y="2145075"/>
              <a:ext cx="35450" cy="18150"/>
            </a:xfrm>
            <a:custGeom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2" y="726"/>
                  </a:lnTo>
                  <a:cubicBezTo>
                    <a:pt x="1261" y="726"/>
                    <a:pt x="1418" y="568"/>
                    <a:pt x="1418" y="379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04" name="Google Shape;10304;p64"/>
          <p:cNvGrpSpPr/>
          <p:nvPr/>
        </p:nvGrpSpPr>
        <p:grpSpPr>
          <a:xfrm>
            <a:off x="2638746" y="3155755"/>
            <a:ext cx="355498" cy="353587"/>
            <a:chOff x="-31523626" y="2298675"/>
            <a:chExt cx="293025" cy="291450"/>
          </a:xfrm>
        </p:grpSpPr>
        <p:sp>
          <p:nvSpPr>
            <p:cNvPr id="10305" name="Google Shape;10305;p64"/>
            <p:cNvSpPr/>
            <p:nvPr/>
          </p:nvSpPr>
          <p:spPr>
            <a:xfrm>
              <a:off x="-31523626" y="2298675"/>
              <a:ext cx="293025" cy="291450"/>
            </a:xfrm>
            <a:custGeom>
              <a:rect l="l" t="t" r="r" b="b"/>
              <a:pathLst>
                <a:path w="11721" h="11658" extrusionOk="0">
                  <a:moveTo>
                    <a:pt x="4443" y="630"/>
                  </a:moveTo>
                  <a:cubicBezTo>
                    <a:pt x="4632" y="630"/>
                    <a:pt x="4790" y="788"/>
                    <a:pt x="4790" y="977"/>
                  </a:cubicBezTo>
                  <a:cubicBezTo>
                    <a:pt x="4790" y="1198"/>
                    <a:pt x="4632" y="1355"/>
                    <a:pt x="4443" y="1355"/>
                  </a:cubicBezTo>
                  <a:cubicBezTo>
                    <a:pt x="4254" y="1355"/>
                    <a:pt x="4097" y="1198"/>
                    <a:pt x="4097" y="977"/>
                  </a:cubicBezTo>
                  <a:cubicBezTo>
                    <a:pt x="4097" y="788"/>
                    <a:pt x="4254" y="630"/>
                    <a:pt x="4443" y="630"/>
                  </a:cubicBezTo>
                  <a:close/>
                  <a:moveTo>
                    <a:pt x="7153" y="3434"/>
                  </a:moveTo>
                  <a:cubicBezTo>
                    <a:pt x="6523" y="3938"/>
                    <a:pt x="6176" y="4663"/>
                    <a:pt x="6176" y="5482"/>
                  </a:cubicBezTo>
                  <a:lnTo>
                    <a:pt x="6176" y="7530"/>
                  </a:lnTo>
                  <a:lnTo>
                    <a:pt x="663" y="7530"/>
                  </a:lnTo>
                  <a:lnTo>
                    <a:pt x="663" y="5482"/>
                  </a:lnTo>
                  <a:cubicBezTo>
                    <a:pt x="663" y="4348"/>
                    <a:pt x="1576" y="3434"/>
                    <a:pt x="2710" y="3434"/>
                  </a:cubicBezTo>
                  <a:lnTo>
                    <a:pt x="4790" y="3434"/>
                  </a:lnTo>
                  <a:lnTo>
                    <a:pt x="4790" y="4474"/>
                  </a:lnTo>
                  <a:cubicBezTo>
                    <a:pt x="4790" y="4663"/>
                    <a:pt x="4947" y="4821"/>
                    <a:pt x="5136" y="4821"/>
                  </a:cubicBezTo>
                  <a:cubicBezTo>
                    <a:pt x="5357" y="4821"/>
                    <a:pt x="5514" y="4663"/>
                    <a:pt x="5514" y="4474"/>
                  </a:cubicBezTo>
                  <a:lnTo>
                    <a:pt x="5514" y="3434"/>
                  </a:lnTo>
                  <a:close/>
                  <a:moveTo>
                    <a:pt x="6176" y="8255"/>
                  </a:moveTo>
                  <a:lnTo>
                    <a:pt x="6176" y="8916"/>
                  </a:lnTo>
                  <a:lnTo>
                    <a:pt x="663" y="8916"/>
                  </a:lnTo>
                  <a:lnTo>
                    <a:pt x="663" y="8255"/>
                  </a:lnTo>
                  <a:close/>
                  <a:moveTo>
                    <a:pt x="8917" y="3434"/>
                  </a:moveTo>
                  <a:cubicBezTo>
                    <a:pt x="10083" y="3434"/>
                    <a:pt x="10965" y="4348"/>
                    <a:pt x="10965" y="5482"/>
                  </a:cubicBezTo>
                  <a:lnTo>
                    <a:pt x="10965" y="8916"/>
                  </a:lnTo>
                  <a:lnTo>
                    <a:pt x="6869" y="8916"/>
                  </a:lnTo>
                  <a:lnTo>
                    <a:pt x="6869" y="5482"/>
                  </a:lnTo>
                  <a:cubicBezTo>
                    <a:pt x="6869" y="4380"/>
                    <a:pt x="7783" y="3434"/>
                    <a:pt x="8917" y="3434"/>
                  </a:cubicBezTo>
                  <a:close/>
                  <a:moveTo>
                    <a:pt x="4790" y="9609"/>
                  </a:moveTo>
                  <a:lnTo>
                    <a:pt x="4790" y="10996"/>
                  </a:lnTo>
                  <a:lnTo>
                    <a:pt x="4128" y="10996"/>
                  </a:lnTo>
                  <a:lnTo>
                    <a:pt x="4128" y="9609"/>
                  </a:lnTo>
                  <a:close/>
                  <a:moveTo>
                    <a:pt x="4443" y="0"/>
                  </a:moveTo>
                  <a:cubicBezTo>
                    <a:pt x="3876" y="0"/>
                    <a:pt x="3404" y="473"/>
                    <a:pt x="3404" y="1040"/>
                  </a:cubicBezTo>
                  <a:cubicBezTo>
                    <a:pt x="3404" y="1576"/>
                    <a:pt x="3876" y="2048"/>
                    <a:pt x="4443" y="2048"/>
                  </a:cubicBezTo>
                  <a:cubicBezTo>
                    <a:pt x="4569" y="2048"/>
                    <a:pt x="4664" y="2017"/>
                    <a:pt x="4790" y="2017"/>
                  </a:cubicBezTo>
                  <a:lnTo>
                    <a:pt x="4790" y="2773"/>
                  </a:lnTo>
                  <a:lnTo>
                    <a:pt x="2710" y="2773"/>
                  </a:lnTo>
                  <a:cubicBezTo>
                    <a:pt x="1198" y="2773"/>
                    <a:pt x="1" y="4001"/>
                    <a:pt x="1" y="5482"/>
                  </a:cubicBezTo>
                  <a:lnTo>
                    <a:pt x="1" y="9231"/>
                  </a:lnTo>
                  <a:cubicBezTo>
                    <a:pt x="1" y="9420"/>
                    <a:pt x="159" y="9578"/>
                    <a:pt x="348" y="9578"/>
                  </a:cubicBezTo>
                  <a:lnTo>
                    <a:pt x="3467" y="9578"/>
                  </a:lnTo>
                  <a:lnTo>
                    <a:pt x="3467" y="11311"/>
                  </a:lnTo>
                  <a:cubicBezTo>
                    <a:pt x="3467" y="11500"/>
                    <a:pt x="3624" y="11657"/>
                    <a:pt x="3813" y="11657"/>
                  </a:cubicBezTo>
                  <a:lnTo>
                    <a:pt x="5199" y="11657"/>
                  </a:lnTo>
                  <a:cubicBezTo>
                    <a:pt x="5388" y="11657"/>
                    <a:pt x="5546" y="11500"/>
                    <a:pt x="5546" y="11311"/>
                  </a:cubicBezTo>
                  <a:lnTo>
                    <a:pt x="5546" y="9578"/>
                  </a:lnTo>
                  <a:lnTo>
                    <a:pt x="11374" y="9578"/>
                  </a:lnTo>
                  <a:cubicBezTo>
                    <a:pt x="11563" y="9578"/>
                    <a:pt x="11721" y="9420"/>
                    <a:pt x="11721" y="9231"/>
                  </a:cubicBezTo>
                  <a:lnTo>
                    <a:pt x="11721" y="5482"/>
                  </a:lnTo>
                  <a:cubicBezTo>
                    <a:pt x="11658" y="4001"/>
                    <a:pt x="10429" y="2773"/>
                    <a:pt x="8917" y="2773"/>
                  </a:cubicBezTo>
                  <a:lnTo>
                    <a:pt x="5451" y="2773"/>
                  </a:lnTo>
                  <a:lnTo>
                    <a:pt x="5451" y="1040"/>
                  </a:lnTo>
                  <a:cubicBezTo>
                    <a:pt x="5451" y="473"/>
                    <a:pt x="4979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6" name="Google Shape;10306;p64"/>
            <p:cNvSpPr/>
            <p:nvPr/>
          </p:nvSpPr>
          <p:spPr>
            <a:xfrm>
              <a:off x="-31334574" y="2452250"/>
              <a:ext cx="67750" cy="51225"/>
            </a:xfrm>
            <a:custGeom>
              <a:rect l="l" t="t" r="r" b="b"/>
              <a:pathLst>
                <a:path w="2710" h="2049" extrusionOk="0">
                  <a:moveTo>
                    <a:pt x="1670" y="694"/>
                  </a:moveTo>
                  <a:cubicBezTo>
                    <a:pt x="1890" y="694"/>
                    <a:pt x="2048" y="851"/>
                    <a:pt x="2048" y="1040"/>
                  </a:cubicBezTo>
                  <a:cubicBezTo>
                    <a:pt x="2048" y="1229"/>
                    <a:pt x="1890" y="1387"/>
                    <a:pt x="1670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9"/>
                    <a:pt x="1008" y="2049"/>
                  </a:cubicBezTo>
                  <a:lnTo>
                    <a:pt x="1670" y="2049"/>
                  </a:lnTo>
                  <a:cubicBezTo>
                    <a:pt x="2237" y="2049"/>
                    <a:pt x="2710" y="1576"/>
                    <a:pt x="2710" y="1040"/>
                  </a:cubicBezTo>
                  <a:cubicBezTo>
                    <a:pt x="2710" y="473"/>
                    <a:pt x="2269" y="1"/>
                    <a:pt x="1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07" name="Google Shape;10307;p64"/>
            <p:cNvSpPr/>
            <p:nvPr/>
          </p:nvSpPr>
          <p:spPr>
            <a:xfrm>
              <a:off x="-31334574" y="2419175"/>
              <a:ext cx="68525" cy="17350"/>
            </a:xfrm>
            <a:custGeom>
              <a:rect l="l" t="t" r="r" b="b"/>
              <a:pathLst>
                <a:path w="2741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1" y="536"/>
                    <a:pt x="2741" y="347"/>
                  </a:cubicBezTo>
                  <a:cubicBezTo>
                    <a:pt x="2710" y="158"/>
                    <a:pt x="2552" y="1"/>
                    <a:pt x="2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308" name="Google Shape;10308;p64"/>
          <p:cNvSpPr/>
          <p:nvPr/>
        </p:nvSpPr>
        <p:spPr>
          <a:xfrm>
            <a:off x="2633984" y="3614926"/>
            <a:ext cx="359320" cy="356438"/>
          </a:xfrm>
          <a:custGeom>
            <a:rect l="l" t="t" r="r" b="b"/>
            <a:pathLst>
              <a:path w="11847" h="11752" extrusionOk="0">
                <a:moveTo>
                  <a:pt x="6039" y="2796"/>
                </a:moveTo>
                <a:cubicBezTo>
                  <a:pt x="6845" y="2796"/>
                  <a:pt x="7621" y="3116"/>
                  <a:pt x="8224" y="3718"/>
                </a:cubicBezTo>
                <a:cubicBezTo>
                  <a:pt x="8917" y="4411"/>
                  <a:pt x="9232" y="5356"/>
                  <a:pt x="9074" y="6396"/>
                </a:cubicBezTo>
                <a:cubicBezTo>
                  <a:pt x="8885" y="7688"/>
                  <a:pt x="7814" y="8759"/>
                  <a:pt x="6522" y="8948"/>
                </a:cubicBezTo>
                <a:cubicBezTo>
                  <a:pt x="6377" y="8962"/>
                  <a:pt x="6232" y="8970"/>
                  <a:pt x="6088" y="8970"/>
                </a:cubicBezTo>
                <a:cubicBezTo>
                  <a:pt x="5606" y="8970"/>
                  <a:pt x="5132" y="8883"/>
                  <a:pt x="4695" y="8664"/>
                </a:cubicBezTo>
                <a:lnTo>
                  <a:pt x="5231" y="8160"/>
                </a:lnTo>
                <a:cubicBezTo>
                  <a:pt x="5444" y="8249"/>
                  <a:pt x="5677" y="8288"/>
                  <a:pt x="5919" y="8288"/>
                </a:cubicBezTo>
                <a:cubicBezTo>
                  <a:pt x="6106" y="8288"/>
                  <a:pt x="6298" y="8265"/>
                  <a:pt x="6491" y="8223"/>
                </a:cubicBezTo>
                <a:cubicBezTo>
                  <a:pt x="6964" y="8160"/>
                  <a:pt x="7373" y="7908"/>
                  <a:pt x="7751" y="7562"/>
                </a:cubicBezTo>
                <a:cubicBezTo>
                  <a:pt x="8098" y="7215"/>
                  <a:pt x="8318" y="6774"/>
                  <a:pt x="8413" y="6301"/>
                </a:cubicBezTo>
                <a:cubicBezTo>
                  <a:pt x="8476" y="5797"/>
                  <a:pt x="8444" y="5293"/>
                  <a:pt x="8224" y="4821"/>
                </a:cubicBezTo>
                <a:cubicBezTo>
                  <a:pt x="8161" y="4695"/>
                  <a:pt x="8066" y="4663"/>
                  <a:pt x="7972" y="4600"/>
                </a:cubicBezTo>
                <a:cubicBezTo>
                  <a:pt x="7846" y="4600"/>
                  <a:pt x="7751" y="4600"/>
                  <a:pt x="7657" y="4695"/>
                </a:cubicBezTo>
                <a:lnTo>
                  <a:pt x="6806" y="5545"/>
                </a:lnTo>
                <a:cubicBezTo>
                  <a:pt x="6743" y="5608"/>
                  <a:pt x="6649" y="5640"/>
                  <a:pt x="6558" y="5640"/>
                </a:cubicBezTo>
                <a:cubicBezTo>
                  <a:pt x="6467" y="5640"/>
                  <a:pt x="6381" y="5608"/>
                  <a:pt x="6333" y="5545"/>
                </a:cubicBezTo>
                <a:cubicBezTo>
                  <a:pt x="6207" y="5419"/>
                  <a:pt x="6207" y="5199"/>
                  <a:pt x="6333" y="5073"/>
                </a:cubicBezTo>
                <a:lnTo>
                  <a:pt x="7184" y="4222"/>
                </a:lnTo>
                <a:cubicBezTo>
                  <a:pt x="7279" y="4128"/>
                  <a:pt x="7310" y="4033"/>
                  <a:pt x="7279" y="3907"/>
                </a:cubicBezTo>
                <a:cubicBezTo>
                  <a:pt x="7279" y="3781"/>
                  <a:pt x="7184" y="3718"/>
                  <a:pt x="7058" y="3655"/>
                </a:cubicBezTo>
                <a:cubicBezTo>
                  <a:pt x="6723" y="3499"/>
                  <a:pt x="6372" y="3437"/>
                  <a:pt x="6017" y="3437"/>
                </a:cubicBezTo>
                <a:cubicBezTo>
                  <a:pt x="5871" y="3437"/>
                  <a:pt x="5724" y="3448"/>
                  <a:pt x="5577" y="3466"/>
                </a:cubicBezTo>
                <a:cubicBezTo>
                  <a:pt x="5105" y="3561"/>
                  <a:pt x="4664" y="3781"/>
                  <a:pt x="4317" y="4128"/>
                </a:cubicBezTo>
                <a:cubicBezTo>
                  <a:pt x="3971" y="4506"/>
                  <a:pt x="3719" y="4915"/>
                  <a:pt x="3656" y="5388"/>
                </a:cubicBezTo>
                <a:cubicBezTo>
                  <a:pt x="3561" y="5829"/>
                  <a:pt x="3593" y="6270"/>
                  <a:pt x="3719" y="6648"/>
                </a:cubicBezTo>
                <a:lnTo>
                  <a:pt x="3214" y="7184"/>
                </a:lnTo>
                <a:cubicBezTo>
                  <a:pt x="2962" y="6648"/>
                  <a:pt x="2868" y="6018"/>
                  <a:pt x="2962" y="5388"/>
                </a:cubicBezTo>
                <a:cubicBezTo>
                  <a:pt x="3183" y="4096"/>
                  <a:pt x="4223" y="3025"/>
                  <a:pt x="5546" y="2836"/>
                </a:cubicBezTo>
                <a:cubicBezTo>
                  <a:pt x="5710" y="2809"/>
                  <a:pt x="5875" y="2796"/>
                  <a:pt x="6039" y="2796"/>
                </a:cubicBezTo>
                <a:close/>
                <a:moveTo>
                  <a:pt x="6428" y="757"/>
                </a:moveTo>
                <a:lnTo>
                  <a:pt x="6554" y="1261"/>
                </a:lnTo>
                <a:cubicBezTo>
                  <a:pt x="6585" y="1387"/>
                  <a:pt x="6680" y="1481"/>
                  <a:pt x="6838" y="1481"/>
                </a:cubicBezTo>
                <a:cubicBezTo>
                  <a:pt x="7468" y="1607"/>
                  <a:pt x="8003" y="1859"/>
                  <a:pt x="8539" y="2206"/>
                </a:cubicBezTo>
                <a:cubicBezTo>
                  <a:pt x="8586" y="2237"/>
                  <a:pt x="8641" y="2253"/>
                  <a:pt x="8700" y="2253"/>
                </a:cubicBezTo>
                <a:cubicBezTo>
                  <a:pt x="8759" y="2253"/>
                  <a:pt x="8822" y="2237"/>
                  <a:pt x="8885" y="2206"/>
                </a:cubicBezTo>
                <a:lnTo>
                  <a:pt x="9326" y="1922"/>
                </a:lnTo>
                <a:lnTo>
                  <a:pt x="9894" y="2521"/>
                </a:lnTo>
                <a:lnTo>
                  <a:pt x="9641" y="2962"/>
                </a:lnTo>
                <a:cubicBezTo>
                  <a:pt x="9547" y="3088"/>
                  <a:pt x="9547" y="3246"/>
                  <a:pt x="9641" y="3309"/>
                </a:cubicBezTo>
                <a:cubicBezTo>
                  <a:pt x="9988" y="3813"/>
                  <a:pt x="10209" y="4411"/>
                  <a:pt x="10335" y="5010"/>
                </a:cubicBezTo>
                <a:cubicBezTo>
                  <a:pt x="10366" y="5136"/>
                  <a:pt x="10461" y="5230"/>
                  <a:pt x="10587" y="5293"/>
                </a:cubicBezTo>
                <a:lnTo>
                  <a:pt x="11091" y="5388"/>
                </a:lnTo>
                <a:lnTo>
                  <a:pt x="11091" y="6301"/>
                </a:lnTo>
                <a:lnTo>
                  <a:pt x="11154" y="6301"/>
                </a:lnTo>
                <a:lnTo>
                  <a:pt x="10650" y="6428"/>
                </a:lnTo>
                <a:cubicBezTo>
                  <a:pt x="10524" y="6459"/>
                  <a:pt x="10429" y="6554"/>
                  <a:pt x="10429" y="6711"/>
                </a:cubicBezTo>
                <a:cubicBezTo>
                  <a:pt x="10303" y="7341"/>
                  <a:pt x="10051" y="7877"/>
                  <a:pt x="9704" y="8381"/>
                </a:cubicBezTo>
                <a:cubicBezTo>
                  <a:pt x="9641" y="8507"/>
                  <a:pt x="9641" y="8633"/>
                  <a:pt x="9704" y="8759"/>
                </a:cubicBezTo>
                <a:lnTo>
                  <a:pt x="9988" y="9168"/>
                </a:lnTo>
                <a:lnTo>
                  <a:pt x="9389" y="9767"/>
                </a:lnTo>
                <a:lnTo>
                  <a:pt x="8948" y="9483"/>
                </a:lnTo>
                <a:cubicBezTo>
                  <a:pt x="8901" y="9452"/>
                  <a:pt x="8838" y="9436"/>
                  <a:pt x="8775" y="9436"/>
                </a:cubicBezTo>
                <a:cubicBezTo>
                  <a:pt x="8712" y="9436"/>
                  <a:pt x="8649" y="9452"/>
                  <a:pt x="8602" y="9483"/>
                </a:cubicBezTo>
                <a:cubicBezTo>
                  <a:pt x="8098" y="9862"/>
                  <a:pt x="7499" y="10082"/>
                  <a:pt x="6901" y="10208"/>
                </a:cubicBezTo>
                <a:cubicBezTo>
                  <a:pt x="6806" y="10240"/>
                  <a:pt x="6680" y="10334"/>
                  <a:pt x="6649" y="10429"/>
                </a:cubicBezTo>
                <a:lnTo>
                  <a:pt x="6522" y="10964"/>
                </a:lnTo>
                <a:lnTo>
                  <a:pt x="5703" y="10964"/>
                </a:lnTo>
                <a:lnTo>
                  <a:pt x="5577" y="10429"/>
                </a:lnTo>
                <a:cubicBezTo>
                  <a:pt x="5546" y="10334"/>
                  <a:pt x="5451" y="10208"/>
                  <a:pt x="5294" y="10208"/>
                </a:cubicBezTo>
                <a:cubicBezTo>
                  <a:pt x="4758" y="10082"/>
                  <a:pt x="4223" y="9893"/>
                  <a:pt x="3750" y="9609"/>
                </a:cubicBezTo>
                <a:lnTo>
                  <a:pt x="4286" y="9105"/>
                </a:lnTo>
                <a:cubicBezTo>
                  <a:pt x="4821" y="9420"/>
                  <a:pt x="5451" y="9578"/>
                  <a:pt x="6113" y="9578"/>
                </a:cubicBezTo>
                <a:cubicBezTo>
                  <a:pt x="6333" y="9578"/>
                  <a:pt x="6522" y="9578"/>
                  <a:pt x="6712" y="9546"/>
                </a:cubicBezTo>
                <a:cubicBezTo>
                  <a:pt x="7499" y="9420"/>
                  <a:pt x="8224" y="9011"/>
                  <a:pt x="8759" y="8475"/>
                </a:cubicBezTo>
                <a:cubicBezTo>
                  <a:pt x="9326" y="7908"/>
                  <a:pt x="9704" y="7184"/>
                  <a:pt x="9831" y="6428"/>
                </a:cubicBezTo>
                <a:cubicBezTo>
                  <a:pt x="10020" y="5199"/>
                  <a:pt x="9641" y="4033"/>
                  <a:pt x="8759" y="3151"/>
                </a:cubicBezTo>
                <a:cubicBezTo>
                  <a:pt x="8046" y="2438"/>
                  <a:pt x="7089" y="2034"/>
                  <a:pt x="6074" y="2034"/>
                </a:cubicBezTo>
                <a:cubicBezTo>
                  <a:pt x="5878" y="2034"/>
                  <a:pt x="5681" y="2049"/>
                  <a:pt x="5483" y="2080"/>
                </a:cubicBezTo>
                <a:cubicBezTo>
                  <a:pt x="4695" y="2206"/>
                  <a:pt x="4002" y="2615"/>
                  <a:pt x="3435" y="3151"/>
                </a:cubicBezTo>
                <a:cubicBezTo>
                  <a:pt x="2899" y="3718"/>
                  <a:pt x="2490" y="4443"/>
                  <a:pt x="2395" y="5199"/>
                </a:cubicBezTo>
                <a:cubicBezTo>
                  <a:pt x="2269" y="6018"/>
                  <a:pt x="2427" y="6900"/>
                  <a:pt x="2805" y="7656"/>
                </a:cubicBezTo>
                <a:lnTo>
                  <a:pt x="2301" y="8160"/>
                </a:lnTo>
                <a:cubicBezTo>
                  <a:pt x="2017" y="7688"/>
                  <a:pt x="1828" y="7184"/>
                  <a:pt x="1702" y="6617"/>
                </a:cubicBezTo>
                <a:cubicBezTo>
                  <a:pt x="1671" y="6491"/>
                  <a:pt x="1608" y="6396"/>
                  <a:pt x="1482" y="6333"/>
                </a:cubicBezTo>
                <a:lnTo>
                  <a:pt x="978" y="6238"/>
                </a:lnTo>
                <a:lnTo>
                  <a:pt x="978" y="5388"/>
                </a:lnTo>
                <a:lnTo>
                  <a:pt x="1482" y="5293"/>
                </a:lnTo>
                <a:cubicBezTo>
                  <a:pt x="1608" y="5230"/>
                  <a:pt x="1702" y="5167"/>
                  <a:pt x="1702" y="5010"/>
                </a:cubicBezTo>
                <a:cubicBezTo>
                  <a:pt x="1828" y="4380"/>
                  <a:pt x="2080" y="3813"/>
                  <a:pt x="2427" y="3309"/>
                </a:cubicBezTo>
                <a:cubicBezTo>
                  <a:pt x="2490" y="3183"/>
                  <a:pt x="2490" y="3088"/>
                  <a:pt x="2427" y="2962"/>
                </a:cubicBezTo>
                <a:lnTo>
                  <a:pt x="2143" y="2521"/>
                </a:lnTo>
                <a:lnTo>
                  <a:pt x="2742" y="1922"/>
                </a:lnTo>
                <a:lnTo>
                  <a:pt x="3183" y="2206"/>
                </a:lnTo>
                <a:cubicBezTo>
                  <a:pt x="3230" y="2237"/>
                  <a:pt x="3293" y="2253"/>
                  <a:pt x="3356" y="2253"/>
                </a:cubicBezTo>
                <a:cubicBezTo>
                  <a:pt x="3419" y="2253"/>
                  <a:pt x="3482" y="2237"/>
                  <a:pt x="3530" y="2206"/>
                </a:cubicBezTo>
                <a:cubicBezTo>
                  <a:pt x="4034" y="1859"/>
                  <a:pt x="4632" y="1607"/>
                  <a:pt x="5231" y="1481"/>
                </a:cubicBezTo>
                <a:cubicBezTo>
                  <a:pt x="5325" y="1450"/>
                  <a:pt x="5451" y="1387"/>
                  <a:pt x="5483" y="1261"/>
                </a:cubicBezTo>
                <a:lnTo>
                  <a:pt x="5609" y="757"/>
                </a:lnTo>
                <a:close/>
                <a:moveTo>
                  <a:pt x="6239" y="4222"/>
                </a:moveTo>
                <a:lnTo>
                  <a:pt x="5766" y="4695"/>
                </a:lnTo>
                <a:cubicBezTo>
                  <a:pt x="5388" y="5073"/>
                  <a:pt x="5388" y="5766"/>
                  <a:pt x="5766" y="6144"/>
                </a:cubicBezTo>
                <a:cubicBezTo>
                  <a:pt x="5971" y="6349"/>
                  <a:pt x="6239" y="6451"/>
                  <a:pt x="6503" y="6451"/>
                </a:cubicBezTo>
                <a:cubicBezTo>
                  <a:pt x="6767" y="6451"/>
                  <a:pt x="7027" y="6349"/>
                  <a:pt x="7216" y="6144"/>
                </a:cubicBezTo>
                <a:lnTo>
                  <a:pt x="7688" y="5671"/>
                </a:lnTo>
                <a:cubicBezTo>
                  <a:pt x="7751" y="5860"/>
                  <a:pt x="7751" y="6081"/>
                  <a:pt x="7688" y="6238"/>
                </a:cubicBezTo>
                <a:cubicBezTo>
                  <a:pt x="7594" y="6900"/>
                  <a:pt x="7027" y="7436"/>
                  <a:pt x="6365" y="7562"/>
                </a:cubicBezTo>
                <a:cubicBezTo>
                  <a:pt x="6267" y="7588"/>
                  <a:pt x="6163" y="7600"/>
                  <a:pt x="6059" y="7600"/>
                </a:cubicBezTo>
                <a:cubicBezTo>
                  <a:pt x="5794" y="7600"/>
                  <a:pt x="5520" y="7526"/>
                  <a:pt x="5294" y="7436"/>
                </a:cubicBezTo>
                <a:cubicBezTo>
                  <a:pt x="5252" y="7415"/>
                  <a:pt x="5206" y="7404"/>
                  <a:pt x="5161" y="7404"/>
                </a:cubicBezTo>
                <a:cubicBezTo>
                  <a:pt x="5070" y="7404"/>
                  <a:pt x="4979" y="7446"/>
                  <a:pt x="4916" y="7530"/>
                </a:cubicBezTo>
                <a:lnTo>
                  <a:pt x="3908" y="8507"/>
                </a:lnTo>
                <a:lnTo>
                  <a:pt x="1450" y="10964"/>
                </a:lnTo>
                <a:cubicBezTo>
                  <a:pt x="1387" y="11011"/>
                  <a:pt x="1293" y="11035"/>
                  <a:pt x="1202" y="11035"/>
                </a:cubicBezTo>
                <a:cubicBezTo>
                  <a:pt x="1112" y="11035"/>
                  <a:pt x="1025" y="11011"/>
                  <a:pt x="978" y="10964"/>
                </a:cubicBezTo>
                <a:cubicBezTo>
                  <a:pt x="852" y="10838"/>
                  <a:pt x="852" y="10586"/>
                  <a:pt x="978" y="10492"/>
                </a:cubicBezTo>
                <a:lnTo>
                  <a:pt x="3403" y="8034"/>
                </a:lnTo>
                <a:lnTo>
                  <a:pt x="4380" y="7058"/>
                </a:lnTo>
                <a:cubicBezTo>
                  <a:pt x="4506" y="6932"/>
                  <a:pt x="4506" y="6774"/>
                  <a:pt x="4475" y="6648"/>
                </a:cubicBezTo>
                <a:cubicBezTo>
                  <a:pt x="4317" y="6333"/>
                  <a:pt x="4286" y="5955"/>
                  <a:pt x="4349" y="5608"/>
                </a:cubicBezTo>
                <a:cubicBezTo>
                  <a:pt x="4475" y="4915"/>
                  <a:pt x="5010" y="4380"/>
                  <a:pt x="5703" y="4254"/>
                </a:cubicBezTo>
                <a:cubicBezTo>
                  <a:pt x="5798" y="4254"/>
                  <a:pt x="5892" y="4222"/>
                  <a:pt x="6018" y="4222"/>
                </a:cubicBezTo>
                <a:close/>
                <a:moveTo>
                  <a:pt x="5262" y="1"/>
                </a:moveTo>
                <a:cubicBezTo>
                  <a:pt x="5105" y="1"/>
                  <a:pt x="4979" y="127"/>
                  <a:pt x="4947" y="284"/>
                </a:cubicBezTo>
                <a:lnTo>
                  <a:pt x="4790" y="883"/>
                </a:lnTo>
                <a:cubicBezTo>
                  <a:pt x="4223" y="977"/>
                  <a:pt x="3719" y="1229"/>
                  <a:pt x="3214" y="1513"/>
                </a:cubicBezTo>
                <a:lnTo>
                  <a:pt x="2710" y="1198"/>
                </a:lnTo>
                <a:cubicBezTo>
                  <a:pt x="2652" y="1154"/>
                  <a:pt x="2580" y="1130"/>
                  <a:pt x="2507" y="1130"/>
                </a:cubicBezTo>
                <a:cubicBezTo>
                  <a:pt x="2422" y="1130"/>
                  <a:pt x="2337" y="1162"/>
                  <a:pt x="2269" y="1229"/>
                </a:cubicBezTo>
                <a:lnTo>
                  <a:pt x="1293" y="2206"/>
                </a:lnTo>
                <a:cubicBezTo>
                  <a:pt x="1167" y="2332"/>
                  <a:pt x="1167" y="2489"/>
                  <a:pt x="1230" y="2647"/>
                </a:cubicBezTo>
                <a:lnTo>
                  <a:pt x="1545" y="3151"/>
                </a:lnTo>
                <a:cubicBezTo>
                  <a:pt x="1230" y="3624"/>
                  <a:pt x="1041" y="4128"/>
                  <a:pt x="915" y="4726"/>
                </a:cubicBezTo>
                <a:lnTo>
                  <a:pt x="348" y="4884"/>
                </a:lnTo>
                <a:cubicBezTo>
                  <a:pt x="190" y="4915"/>
                  <a:pt x="64" y="5041"/>
                  <a:pt x="64" y="5199"/>
                </a:cubicBezTo>
                <a:lnTo>
                  <a:pt x="64" y="6585"/>
                </a:lnTo>
                <a:cubicBezTo>
                  <a:pt x="64" y="6743"/>
                  <a:pt x="190" y="6869"/>
                  <a:pt x="348" y="6900"/>
                </a:cubicBezTo>
                <a:lnTo>
                  <a:pt x="915" y="7058"/>
                </a:lnTo>
                <a:cubicBezTo>
                  <a:pt x="1041" y="7656"/>
                  <a:pt x="1324" y="8223"/>
                  <a:pt x="1639" y="8696"/>
                </a:cubicBezTo>
                <a:lnTo>
                  <a:pt x="379" y="9956"/>
                </a:lnTo>
                <a:cubicBezTo>
                  <a:pt x="1" y="10366"/>
                  <a:pt x="1" y="11027"/>
                  <a:pt x="379" y="11437"/>
                </a:cubicBezTo>
                <a:cubicBezTo>
                  <a:pt x="584" y="11626"/>
                  <a:pt x="852" y="11720"/>
                  <a:pt x="1115" y="11720"/>
                </a:cubicBezTo>
                <a:cubicBezTo>
                  <a:pt x="1379" y="11720"/>
                  <a:pt x="1639" y="11626"/>
                  <a:pt x="1828" y="11437"/>
                </a:cubicBezTo>
                <a:lnTo>
                  <a:pt x="3088" y="10177"/>
                </a:lnTo>
                <a:cubicBezTo>
                  <a:pt x="3624" y="10523"/>
                  <a:pt x="4160" y="10744"/>
                  <a:pt x="4758" y="10870"/>
                </a:cubicBezTo>
                <a:lnTo>
                  <a:pt x="4916" y="11468"/>
                </a:lnTo>
                <a:cubicBezTo>
                  <a:pt x="4947" y="11626"/>
                  <a:pt x="5073" y="11752"/>
                  <a:pt x="5231" y="11752"/>
                </a:cubicBezTo>
                <a:lnTo>
                  <a:pt x="6585" y="11752"/>
                </a:lnTo>
                <a:cubicBezTo>
                  <a:pt x="6775" y="11752"/>
                  <a:pt x="6869" y="11626"/>
                  <a:pt x="6932" y="11468"/>
                </a:cubicBezTo>
                <a:lnTo>
                  <a:pt x="7090" y="10870"/>
                </a:lnTo>
                <a:cubicBezTo>
                  <a:pt x="7625" y="10744"/>
                  <a:pt x="8129" y="10523"/>
                  <a:pt x="8665" y="10240"/>
                </a:cubicBezTo>
                <a:lnTo>
                  <a:pt x="9169" y="10555"/>
                </a:lnTo>
                <a:cubicBezTo>
                  <a:pt x="9227" y="10599"/>
                  <a:pt x="9299" y="10622"/>
                  <a:pt x="9372" y="10622"/>
                </a:cubicBezTo>
                <a:cubicBezTo>
                  <a:pt x="9457" y="10622"/>
                  <a:pt x="9542" y="10591"/>
                  <a:pt x="9610" y="10523"/>
                </a:cubicBezTo>
                <a:lnTo>
                  <a:pt x="10587" y="9546"/>
                </a:lnTo>
                <a:cubicBezTo>
                  <a:pt x="10713" y="9420"/>
                  <a:pt x="10713" y="9263"/>
                  <a:pt x="10618" y="9105"/>
                </a:cubicBezTo>
                <a:lnTo>
                  <a:pt x="10303" y="8601"/>
                </a:lnTo>
                <a:cubicBezTo>
                  <a:pt x="10618" y="8129"/>
                  <a:pt x="10807" y="7593"/>
                  <a:pt x="10933" y="7026"/>
                </a:cubicBezTo>
                <a:lnTo>
                  <a:pt x="11532" y="6869"/>
                </a:lnTo>
                <a:cubicBezTo>
                  <a:pt x="11689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847" y="5041"/>
                  <a:pt x="11721" y="4915"/>
                  <a:pt x="11563" y="4884"/>
                </a:cubicBezTo>
                <a:lnTo>
                  <a:pt x="10965" y="4726"/>
                </a:lnTo>
                <a:cubicBezTo>
                  <a:pt x="10839" y="4191"/>
                  <a:pt x="10618" y="3655"/>
                  <a:pt x="10335" y="3151"/>
                </a:cubicBezTo>
                <a:lnTo>
                  <a:pt x="10650" y="2647"/>
                </a:lnTo>
                <a:cubicBezTo>
                  <a:pt x="10744" y="2521"/>
                  <a:pt x="10744" y="2332"/>
                  <a:pt x="10618" y="2206"/>
                </a:cubicBezTo>
                <a:lnTo>
                  <a:pt x="9641" y="1229"/>
                </a:lnTo>
                <a:cubicBezTo>
                  <a:pt x="9574" y="1162"/>
                  <a:pt x="9497" y="1130"/>
                  <a:pt x="9417" y="1130"/>
                </a:cubicBezTo>
                <a:cubicBezTo>
                  <a:pt x="9347" y="1130"/>
                  <a:pt x="9274" y="1154"/>
                  <a:pt x="9200" y="1198"/>
                </a:cubicBezTo>
                <a:lnTo>
                  <a:pt x="8696" y="1513"/>
                </a:lnTo>
                <a:cubicBezTo>
                  <a:pt x="8224" y="1198"/>
                  <a:pt x="7720" y="977"/>
                  <a:pt x="7121" y="883"/>
                </a:cubicBezTo>
                <a:lnTo>
                  <a:pt x="6964" y="284"/>
                </a:lnTo>
                <a:cubicBezTo>
                  <a:pt x="6932" y="127"/>
                  <a:pt x="6806" y="1"/>
                  <a:pt x="66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09" name="Google Shape;10309;p64"/>
          <p:cNvSpPr/>
          <p:nvPr/>
        </p:nvSpPr>
        <p:spPr>
          <a:xfrm>
            <a:off x="3975533" y="3616352"/>
            <a:ext cx="354527" cy="353587"/>
          </a:xfrm>
          <a:custGeom>
            <a:rect l="l" t="t" r="r" b="b"/>
            <a:pathLst>
              <a:path w="11689" h="11658" extrusionOk="0">
                <a:moveTo>
                  <a:pt x="8632" y="694"/>
                </a:moveTo>
                <a:cubicBezTo>
                  <a:pt x="8821" y="694"/>
                  <a:pt x="8979" y="851"/>
                  <a:pt x="8979" y="1040"/>
                </a:cubicBezTo>
                <a:lnTo>
                  <a:pt x="8979" y="1387"/>
                </a:lnTo>
                <a:lnTo>
                  <a:pt x="2836" y="1387"/>
                </a:lnTo>
                <a:lnTo>
                  <a:pt x="2836" y="1040"/>
                </a:lnTo>
                <a:cubicBezTo>
                  <a:pt x="2804" y="851"/>
                  <a:pt x="2962" y="694"/>
                  <a:pt x="3151" y="694"/>
                </a:cubicBezTo>
                <a:close/>
                <a:moveTo>
                  <a:pt x="4505" y="3435"/>
                </a:moveTo>
                <a:cubicBezTo>
                  <a:pt x="4694" y="3435"/>
                  <a:pt x="4852" y="3592"/>
                  <a:pt x="4852" y="3781"/>
                </a:cubicBezTo>
                <a:lnTo>
                  <a:pt x="4852" y="5829"/>
                </a:lnTo>
                <a:cubicBezTo>
                  <a:pt x="4852" y="6049"/>
                  <a:pt x="4694" y="6207"/>
                  <a:pt x="4505" y="6207"/>
                </a:cubicBezTo>
                <a:lnTo>
                  <a:pt x="3812" y="6207"/>
                </a:lnTo>
                <a:cubicBezTo>
                  <a:pt x="3623" y="6207"/>
                  <a:pt x="3466" y="6365"/>
                  <a:pt x="3466" y="6554"/>
                </a:cubicBezTo>
                <a:lnTo>
                  <a:pt x="3466" y="7089"/>
                </a:lnTo>
                <a:lnTo>
                  <a:pt x="2678" y="6302"/>
                </a:lnTo>
                <a:cubicBezTo>
                  <a:pt x="2615" y="6239"/>
                  <a:pt x="2520" y="6207"/>
                  <a:pt x="2457" y="6207"/>
                </a:cubicBezTo>
                <a:lnTo>
                  <a:pt x="1071" y="6207"/>
                </a:lnTo>
                <a:cubicBezTo>
                  <a:pt x="882" y="6144"/>
                  <a:pt x="725" y="5986"/>
                  <a:pt x="725" y="5829"/>
                </a:cubicBezTo>
                <a:lnTo>
                  <a:pt x="725" y="3781"/>
                </a:lnTo>
                <a:cubicBezTo>
                  <a:pt x="725" y="3592"/>
                  <a:pt x="882" y="3435"/>
                  <a:pt x="1071" y="3435"/>
                </a:cubicBezTo>
                <a:close/>
                <a:moveTo>
                  <a:pt x="10680" y="3435"/>
                </a:moveTo>
                <a:cubicBezTo>
                  <a:pt x="10869" y="3435"/>
                  <a:pt x="11027" y="3592"/>
                  <a:pt x="11027" y="3781"/>
                </a:cubicBezTo>
                <a:lnTo>
                  <a:pt x="11027" y="5829"/>
                </a:lnTo>
                <a:cubicBezTo>
                  <a:pt x="11027" y="6049"/>
                  <a:pt x="10869" y="6207"/>
                  <a:pt x="10680" y="6207"/>
                </a:cubicBezTo>
                <a:lnTo>
                  <a:pt x="9294" y="6207"/>
                </a:lnTo>
                <a:cubicBezTo>
                  <a:pt x="9231" y="6207"/>
                  <a:pt x="9105" y="6239"/>
                  <a:pt x="9074" y="6302"/>
                </a:cubicBezTo>
                <a:lnTo>
                  <a:pt x="8286" y="7089"/>
                </a:lnTo>
                <a:lnTo>
                  <a:pt x="8286" y="6554"/>
                </a:lnTo>
                <a:cubicBezTo>
                  <a:pt x="8286" y="6365"/>
                  <a:pt x="8128" y="6207"/>
                  <a:pt x="7908" y="6207"/>
                </a:cubicBezTo>
                <a:lnTo>
                  <a:pt x="7246" y="6207"/>
                </a:lnTo>
                <a:cubicBezTo>
                  <a:pt x="7057" y="6207"/>
                  <a:pt x="6900" y="6049"/>
                  <a:pt x="6900" y="5829"/>
                </a:cubicBezTo>
                <a:lnTo>
                  <a:pt x="6900" y="3781"/>
                </a:lnTo>
                <a:cubicBezTo>
                  <a:pt x="6900" y="3592"/>
                  <a:pt x="7057" y="3435"/>
                  <a:pt x="7246" y="3435"/>
                </a:cubicBezTo>
                <a:close/>
                <a:moveTo>
                  <a:pt x="8948" y="2048"/>
                </a:moveTo>
                <a:lnTo>
                  <a:pt x="8948" y="2773"/>
                </a:lnTo>
                <a:lnTo>
                  <a:pt x="7246" y="2773"/>
                </a:lnTo>
                <a:cubicBezTo>
                  <a:pt x="6711" y="2773"/>
                  <a:pt x="6238" y="3246"/>
                  <a:pt x="6238" y="3781"/>
                </a:cubicBezTo>
                <a:lnTo>
                  <a:pt x="6238" y="5829"/>
                </a:lnTo>
                <a:cubicBezTo>
                  <a:pt x="6238" y="6396"/>
                  <a:pt x="6711" y="6869"/>
                  <a:pt x="7246" y="6869"/>
                </a:cubicBezTo>
                <a:lnTo>
                  <a:pt x="7593" y="6869"/>
                </a:lnTo>
                <a:lnTo>
                  <a:pt x="7593" y="7877"/>
                </a:lnTo>
                <a:cubicBezTo>
                  <a:pt x="7593" y="8034"/>
                  <a:pt x="7687" y="8160"/>
                  <a:pt x="7813" y="8192"/>
                </a:cubicBezTo>
                <a:cubicBezTo>
                  <a:pt x="7852" y="8218"/>
                  <a:pt x="7902" y="8233"/>
                  <a:pt x="7954" y="8233"/>
                </a:cubicBezTo>
                <a:cubicBezTo>
                  <a:pt x="8028" y="8233"/>
                  <a:pt x="8105" y="8203"/>
                  <a:pt x="8160" y="8129"/>
                </a:cubicBezTo>
                <a:lnTo>
                  <a:pt x="8948" y="7341"/>
                </a:lnTo>
                <a:lnTo>
                  <a:pt x="8948" y="8916"/>
                </a:lnTo>
                <a:lnTo>
                  <a:pt x="2804" y="8916"/>
                </a:lnTo>
                <a:lnTo>
                  <a:pt x="2804" y="7341"/>
                </a:lnTo>
                <a:lnTo>
                  <a:pt x="3592" y="8129"/>
                </a:lnTo>
                <a:cubicBezTo>
                  <a:pt x="3636" y="8173"/>
                  <a:pt x="3728" y="8218"/>
                  <a:pt x="3823" y="8218"/>
                </a:cubicBezTo>
                <a:cubicBezTo>
                  <a:pt x="3862" y="8218"/>
                  <a:pt x="3901" y="8210"/>
                  <a:pt x="3938" y="8192"/>
                </a:cubicBezTo>
                <a:cubicBezTo>
                  <a:pt x="4064" y="8160"/>
                  <a:pt x="4127" y="8003"/>
                  <a:pt x="4127" y="7877"/>
                </a:cubicBezTo>
                <a:lnTo>
                  <a:pt x="4127" y="6869"/>
                </a:lnTo>
                <a:lnTo>
                  <a:pt x="4505" y="6869"/>
                </a:lnTo>
                <a:cubicBezTo>
                  <a:pt x="5041" y="6869"/>
                  <a:pt x="5513" y="6396"/>
                  <a:pt x="5513" y="5829"/>
                </a:cubicBezTo>
                <a:lnTo>
                  <a:pt x="5513" y="3781"/>
                </a:lnTo>
                <a:cubicBezTo>
                  <a:pt x="5513" y="3246"/>
                  <a:pt x="5041" y="2773"/>
                  <a:pt x="4505" y="2773"/>
                </a:cubicBezTo>
                <a:lnTo>
                  <a:pt x="2804" y="2773"/>
                </a:lnTo>
                <a:lnTo>
                  <a:pt x="2804" y="2048"/>
                </a:lnTo>
                <a:close/>
                <a:moveTo>
                  <a:pt x="8948" y="9547"/>
                </a:moveTo>
                <a:lnTo>
                  <a:pt x="8948" y="10618"/>
                </a:lnTo>
                <a:cubicBezTo>
                  <a:pt x="8948" y="10838"/>
                  <a:pt x="8790" y="10964"/>
                  <a:pt x="8632" y="10964"/>
                </a:cubicBezTo>
                <a:lnTo>
                  <a:pt x="3151" y="10964"/>
                </a:lnTo>
                <a:cubicBezTo>
                  <a:pt x="2962" y="10964"/>
                  <a:pt x="2804" y="10807"/>
                  <a:pt x="2804" y="10618"/>
                </a:cubicBezTo>
                <a:lnTo>
                  <a:pt x="2804" y="9547"/>
                </a:lnTo>
                <a:close/>
                <a:moveTo>
                  <a:pt x="3119" y="1"/>
                </a:moveTo>
                <a:cubicBezTo>
                  <a:pt x="2552" y="1"/>
                  <a:pt x="2079" y="473"/>
                  <a:pt x="2079" y="1040"/>
                </a:cubicBezTo>
                <a:lnTo>
                  <a:pt x="2079" y="2773"/>
                </a:lnTo>
                <a:lnTo>
                  <a:pt x="1040" y="2773"/>
                </a:lnTo>
                <a:cubicBezTo>
                  <a:pt x="473" y="2773"/>
                  <a:pt x="0" y="3246"/>
                  <a:pt x="0" y="3781"/>
                </a:cubicBezTo>
                <a:lnTo>
                  <a:pt x="0" y="5829"/>
                </a:lnTo>
                <a:cubicBezTo>
                  <a:pt x="0" y="6396"/>
                  <a:pt x="473" y="6869"/>
                  <a:pt x="1040" y="6869"/>
                </a:cubicBezTo>
                <a:lnTo>
                  <a:pt x="2079" y="6869"/>
                </a:lnTo>
                <a:lnTo>
                  <a:pt x="2079" y="10649"/>
                </a:lnTo>
                <a:cubicBezTo>
                  <a:pt x="2079" y="11185"/>
                  <a:pt x="2552" y="11657"/>
                  <a:pt x="3119" y="11657"/>
                </a:cubicBezTo>
                <a:lnTo>
                  <a:pt x="8601" y="11657"/>
                </a:lnTo>
                <a:cubicBezTo>
                  <a:pt x="9137" y="11657"/>
                  <a:pt x="9609" y="11185"/>
                  <a:pt x="9609" y="10649"/>
                </a:cubicBezTo>
                <a:lnTo>
                  <a:pt x="9609" y="6869"/>
                </a:lnTo>
                <a:lnTo>
                  <a:pt x="10680" y="6869"/>
                </a:lnTo>
                <a:cubicBezTo>
                  <a:pt x="11216" y="6869"/>
                  <a:pt x="11688" y="6396"/>
                  <a:pt x="11688" y="5829"/>
                </a:cubicBezTo>
                <a:lnTo>
                  <a:pt x="11688" y="3781"/>
                </a:lnTo>
                <a:cubicBezTo>
                  <a:pt x="11688" y="3214"/>
                  <a:pt x="11279" y="2773"/>
                  <a:pt x="10680" y="2773"/>
                </a:cubicBezTo>
                <a:lnTo>
                  <a:pt x="9609" y="2773"/>
                </a:lnTo>
                <a:lnTo>
                  <a:pt x="9609" y="1040"/>
                </a:lnTo>
                <a:cubicBezTo>
                  <a:pt x="9609" y="473"/>
                  <a:pt x="9137" y="1"/>
                  <a:pt x="86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310" name="Google Shape;10310;p64"/>
          <p:cNvGrpSpPr/>
          <p:nvPr/>
        </p:nvGrpSpPr>
        <p:grpSpPr>
          <a:xfrm>
            <a:off x="2205934" y="1307729"/>
            <a:ext cx="331598" cy="353557"/>
            <a:chOff x="-34767825" y="1914325"/>
            <a:chExt cx="273325" cy="291425"/>
          </a:xfrm>
        </p:grpSpPr>
        <p:sp>
          <p:nvSpPr>
            <p:cNvPr id="10311" name="Google Shape;10311;p64"/>
            <p:cNvSpPr/>
            <p:nvPr/>
          </p:nvSpPr>
          <p:spPr>
            <a:xfrm>
              <a:off x="-34767825" y="1914325"/>
              <a:ext cx="273325" cy="291425"/>
            </a:xfrm>
            <a:custGeom>
              <a:rect l="l" t="t" r="r" b="b"/>
              <a:pathLst>
                <a:path w="10933" h="11657" extrusionOk="0">
                  <a:moveTo>
                    <a:pt x="5954" y="662"/>
                  </a:moveTo>
                  <a:cubicBezTo>
                    <a:pt x="5702" y="851"/>
                    <a:pt x="5482" y="1103"/>
                    <a:pt x="5324" y="1355"/>
                  </a:cubicBezTo>
                  <a:lnTo>
                    <a:pt x="693" y="1355"/>
                  </a:lnTo>
                  <a:lnTo>
                    <a:pt x="693" y="1008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7902" y="692"/>
                  </a:moveTo>
                  <a:cubicBezTo>
                    <a:pt x="9199" y="692"/>
                    <a:pt x="10239" y="1752"/>
                    <a:pt x="10239" y="3056"/>
                  </a:cubicBezTo>
                  <a:cubicBezTo>
                    <a:pt x="10239" y="4411"/>
                    <a:pt x="9168" y="5450"/>
                    <a:pt x="7845" y="5450"/>
                  </a:cubicBezTo>
                  <a:cubicBezTo>
                    <a:pt x="7404" y="5450"/>
                    <a:pt x="6963" y="5356"/>
                    <a:pt x="6585" y="5104"/>
                  </a:cubicBezTo>
                  <a:cubicBezTo>
                    <a:pt x="6519" y="5082"/>
                    <a:pt x="6454" y="5045"/>
                    <a:pt x="6389" y="5045"/>
                  </a:cubicBezTo>
                  <a:cubicBezTo>
                    <a:pt x="6360" y="5045"/>
                    <a:pt x="6330" y="5053"/>
                    <a:pt x="6301" y="5072"/>
                  </a:cubicBezTo>
                  <a:lnTo>
                    <a:pt x="5671" y="5261"/>
                  </a:lnTo>
                  <a:lnTo>
                    <a:pt x="5860" y="4631"/>
                  </a:lnTo>
                  <a:cubicBezTo>
                    <a:pt x="5923" y="4568"/>
                    <a:pt x="5860" y="4442"/>
                    <a:pt x="5828" y="4348"/>
                  </a:cubicBezTo>
                  <a:cubicBezTo>
                    <a:pt x="5608" y="3970"/>
                    <a:pt x="5482" y="3529"/>
                    <a:pt x="5482" y="3087"/>
                  </a:cubicBezTo>
                  <a:cubicBezTo>
                    <a:pt x="5482" y="2678"/>
                    <a:pt x="5608" y="2268"/>
                    <a:pt x="5765" y="1953"/>
                  </a:cubicBezTo>
                  <a:cubicBezTo>
                    <a:pt x="5797" y="1922"/>
                    <a:pt x="5797" y="1922"/>
                    <a:pt x="5797" y="1859"/>
                  </a:cubicBezTo>
                  <a:cubicBezTo>
                    <a:pt x="6207" y="1166"/>
                    <a:pt x="6963" y="693"/>
                    <a:pt x="7845" y="693"/>
                  </a:cubicBezTo>
                  <a:cubicBezTo>
                    <a:pt x="7864" y="693"/>
                    <a:pt x="7883" y="692"/>
                    <a:pt x="7902" y="692"/>
                  </a:cubicBezTo>
                  <a:close/>
                  <a:moveTo>
                    <a:pt x="3749" y="5450"/>
                  </a:moveTo>
                  <a:cubicBezTo>
                    <a:pt x="4127" y="5450"/>
                    <a:pt x="4411" y="5765"/>
                    <a:pt x="4411" y="6143"/>
                  </a:cubicBezTo>
                  <a:cubicBezTo>
                    <a:pt x="4411" y="6521"/>
                    <a:pt x="4096" y="6805"/>
                    <a:pt x="3749" y="6805"/>
                  </a:cubicBezTo>
                  <a:cubicBezTo>
                    <a:pt x="3732" y="6806"/>
                    <a:pt x="3714" y="6807"/>
                    <a:pt x="3697" y="6807"/>
                  </a:cubicBezTo>
                  <a:cubicBezTo>
                    <a:pt x="3343" y="6807"/>
                    <a:pt x="3056" y="6504"/>
                    <a:pt x="3056" y="6143"/>
                  </a:cubicBezTo>
                  <a:cubicBezTo>
                    <a:pt x="3056" y="5734"/>
                    <a:pt x="3371" y="5450"/>
                    <a:pt x="3749" y="5450"/>
                  </a:cubicBezTo>
                  <a:close/>
                  <a:moveTo>
                    <a:pt x="4946" y="1985"/>
                  </a:moveTo>
                  <a:cubicBezTo>
                    <a:pt x="4852" y="2300"/>
                    <a:pt x="4789" y="2646"/>
                    <a:pt x="4789" y="3024"/>
                  </a:cubicBezTo>
                  <a:cubicBezTo>
                    <a:pt x="4757" y="3560"/>
                    <a:pt x="4915" y="4096"/>
                    <a:pt x="5167" y="4568"/>
                  </a:cubicBezTo>
                  <a:lnTo>
                    <a:pt x="4883" y="5387"/>
                  </a:lnTo>
                  <a:cubicBezTo>
                    <a:pt x="4631" y="5009"/>
                    <a:pt x="4222" y="4757"/>
                    <a:pt x="3749" y="4757"/>
                  </a:cubicBezTo>
                  <a:cubicBezTo>
                    <a:pt x="2993" y="4757"/>
                    <a:pt x="2363" y="5387"/>
                    <a:pt x="2363" y="6143"/>
                  </a:cubicBezTo>
                  <a:cubicBezTo>
                    <a:pt x="2363" y="6490"/>
                    <a:pt x="2489" y="6805"/>
                    <a:pt x="2709" y="7026"/>
                  </a:cubicBezTo>
                  <a:cubicBezTo>
                    <a:pt x="2016" y="7404"/>
                    <a:pt x="1481" y="8065"/>
                    <a:pt x="1386" y="8853"/>
                  </a:cubicBezTo>
                  <a:lnTo>
                    <a:pt x="662" y="8853"/>
                  </a:lnTo>
                  <a:lnTo>
                    <a:pt x="662" y="1985"/>
                  </a:lnTo>
                  <a:close/>
                  <a:moveTo>
                    <a:pt x="3749" y="7498"/>
                  </a:moveTo>
                  <a:cubicBezTo>
                    <a:pt x="4568" y="7498"/>
                    <a:pt x="5261" y="8097"/>
                    <a:pt x="5419" y="8884"/>
                  </a:cubicBezTo>
                  <a:lnTo>
                    <a:pt x="2079" y="8884"/>
                  </a:lnTo>
                  <a:cubicBezTo>
                    <a:pt x="2237" y="8097"/>
                    <a:pt x="2899" y="7498"/>
                    <a:pt x="3749" y="7498"/>
                  </a:cubicBezTo>
                  <a:close/>
                  <a:moveTo>
                    <a:pt x="6364" y="5765"/>
                  </a:moveTo>
                  <a:cubicBezTo>
                    <a:pt x="6522" y="5860"/>
                    <a:pt x="6679" y="5923"/>
                    <a:pt x="6837" y="5986"/>
                  </a:cubicBezTo>
                  <a:lnTo>
                    <a:pt x="6837" y="8884"/>
                  </a:lnTo>
                  <a:lnTo>
                    <a:pt x="6112" y="8884"/>
                  </a:lnTo>
                  <a:cubicBezTo>
                    <a:pt x="5986" y="8065"/>
                    <a:pt x="5482" y="7404"/>
                    <a:pt x="4757" y="7089"/>
                  </a:cubicBezTo>
                  <a:cubicBezTo>
                    <a:pt x="5009" y="6837"/>
                    <a:pt x="5104" y="6521"/>
                    <a:pt x="5104" y="6175"/>
                  </a:cubicBezTo>
                  <a:lnTo>
                    <a:pt x="5230" y="6175"/>
                  </a:lnTo>
                  <a:lnTo>
                    <a:pt x="6364" y="5765"/>
                  </a:lnTo>
                  <a:close/>
                  <a:moveTo>
                    <a:pt x="6805" y="9514"/>
                  </a:moveTo>
                  <a:lnTo>
                    <a:pt x="6805" y="10586"/>
                  </a:lnTo>
                  <a:cubicBezTo>
                    <a:pt x="6805" y="10775"/>
                    <a:pt x="6648" y="10932"/>
                    <a:pt x="6490" y="10932"/>
                  </a:cubicBezTo>
                  <a:lnTo>
                    <a:pt x="1008" y="10932"/>
                  </a:lnTo>
                  <a:cubicBezTo>
                    <a:pt x="819" y="10932"/>
                    <a:pt x="662" y="10775"/>
                    <a:pt x="662" y="10586"/>
                  </a:cubicBezTo>
                  <a:lnTo>
                    <a:pt x="662" y="9514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0649"/>
                  </a:lnTo>
                  <a:cubicBezTo>
                    <a:pt x="0" y="11184"/>
                    <a:pt x="441" y="11657"/>
                    <a:pt x="1008" y="11657"/>
                  </a:cubicBezTo>
                  <a:lnTo>
                    <a:pt x="6490" y="11657"/>
                  </a:lnTo>
                  <a:cubicBezTo>
                    <a:pt x="7057" y="11657"/>
                    <a:pt x="7530" y="11184"/>
                    <a:pt x="7530" y="10617"/>
                  </a:cubicBezTo>
                  <a:lnTo>
                    <a:pt x="7530" y="6143"/>
                  </a:lnTo>
                  <a:cubicBezTo>
                    <a:pt x="7624" y="6143"/>
                    <a:pt x="7750" y="6175"/>
                    <a:pt x="7876" y="6175"/>
                  </a:cubicBezTo>
                  <a:cubicBezTo>
                    <a:pt x="9578" y="6175"/>
                    <a:pt x="10932" y="4789"/>
                    <a:pt x="10932" y="3087"/>
                  </a:cubicBezTo>
                  <a:cubicBezTo>
                    <a:pt x="10932" y="1418"/>
                    <a:pt x="9578" y="0"/>
                    <a:pt x="7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12" name="Google Shape;10312;p64"/>
            <p:cNvSpPr/>
            <p:nvPr/>
          </p:nvSpPr>
          <p:spPr>
            <a:xfrm>
              <a:off x="-34579601" y="1947400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13" name="Google Shape;10313;p64"/>
            <p:cNvSpPr/>
            <p:nvPr/>
          </p:nvSpPr>
          <p:spPr>
            <a:xfrm>
              <a:off x="-34581176" y="1982050"/>
              <a:ext cx="18150" cy="52000"/>
            </a:xfrm>
            <a:custGeom>
              <a:rect l="l" t="t" r="r" b="b"/>
              <a:pathLst>
                <a:path w="726" h="2080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cubicBezTo>
                    <a:pt x="568" y="2080"/>
                    <a:pt x="725" y="1922"/>
                    <a:pt x="725" y="1733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14" name="Google Shape;10314;p64"/>
          <p:cNvGrpSpPr/>
          <p:nvPr/>
        </p:nvGrpSpPr>
        <p:grpSpPr>
          <a:xfrm>
            <a:off x="2193513" y="1765280"/>
            <a:ext cx="356438" cy="355498"/>
            <a:chOff x="-34778076" y="2272675"/>
            <a:chExt cx="293800" cy="293025"/>
          </a:xfrm>
        </p:grpSpPr>
        <p:sp>
          <p:nvSpPr>
            <p:cNvPr id="10315" name="Google Shape;10315;p64"/>
            <p:cNvSpPr/>
            <p:nvPr/>
          </p:nvSpPr>
          <p:spPr>
            <a:xfrm>
              <a:off x="-34725301" y="2324675"/>
              <a:ext cx="187475" cy="188250"/>
            </a:xfrm>
            <a:custGeom>
              <a:rect l="l" t="t" r="r" b="b"/>
              <a:pathLst>
                <a:path w="7499" h="7530" extrusionOk="0">
                  <a:moveTo>
                    <a:pt x="4127" y="693"/>
                  </a:moveTo>
                  <a:lnTo>
                    <a:pt x="4127" y="1134"/>
                  </a:lnTo>
                  <a:cubicBezTo>
                    <a:pt x="4127" y="1292"/>
                    <a:pt x="4253" y="1418"/>
                    <a:pt x="4411" y="1449"/>
                  </a:cubicBezTo>
                  <a:cubicBezTo>
                    <a:pt x="4600" y="1481"/>
                    <a:pt x="4821" y="1607"/>
                    <a:pt x="4978" y="1701"/>
                  </a:cubicBezTo>
                  <a:cubicBezTo>
                    <a:pt x="5023" y="1724"/>
                    <a:pt x="5075" y="1734"/>
                    <a:pt x="5130" y="1734"/>
                  </a:cubicBezTo>
                  <a:cubicBezTo>
                    <a:pt x="5230" y="1734"/>
                    <a:pt x="5338" y="1699"/>
                    <a:pt x="5419" y="1638"/>
                  </a:cubicBezTo>
                  <a:lnTo>
                    <a:pt x="5734" y="1323"/>
                  </a:lnTo>
                  <a:lnTo>
                    <a:pt x="6207" y="1796"/>
                  </a:lnTo>
                  <a:lnTo>
                    <a:pt x="5892" y="2111"/>
                  </a:lnTo>
                  <a:cubicBezTo>
                    <a:pt x="5766" y="2237"/>
                    <a:pt x="5766" y="2394"/>
                    <a:pt x="5860" y="2552"/>
                  </a:cubicBezTo>
                  <a:cubicBezTo>
                    <a:pt x="5986" y="2741"/>
                    <a:pt x="6049" y="2961"/>
                    <a:pt x="6081" y="3150"/>
                  </a:cubicBezTo>
                  <a:cubicBezTo>
                    <a:pt x="6144" y="3308"/>
                    <a:pt x="6238" y="3434"/>
                    <a:pt x="6396" y="3434"/>
                  </a:cubicBezTo>
                  <a:lnTo>
                    <a:pt x="6837" y="3434"/>
                  </a:lnTo>
                  <a:lnTo>
                    <a:pt x="6837" y="4096"/>
                  </a:lnTo>
                  <a:lnTo>
                    <a:pt x="6396" y="4096"/>
                  </a:lnTo>
                  <a:cubicBezTo>
                    <a:pt x="6238" y="4096"/>
                    <a:pt x="6144" y="4222"/>
                    <a:pt x="6081" y="4379"/>
                  </a:cubicBezTo>
                  <a:cubicBezTo>
                    <a:pt x="6049" y="4568"/>
                    <a:pt x="5923" y="4789"/>
                    <a:pt x="5860" y="4946"/>
                  </a:cubicBezTo>
                  <a:cubicBezTo>
                    <a:pt x="5766" y="5072"/>
                    <a:pt x="5829" y="5261"/>
                    <a:pt x="5892" y="5387"/>
                  </a:cubicBezTo>
                  <a:lnTo>
                    <a:pt x="6207" y="5702"/>
                  </a:lnTo>
                  <a:lnTo>
                    <a:pt x="5734" y="6175"/>
                  </a:lnTo>
                  <a:lnTo>
                    <a:pt x="5419" y="5860"/>
                  </a:lnTo>
                  <a:cubicBezTo>
                    <a:pt x="5352" y="5792"/>
                    <a:pt x="5275" y="5761"/>
                    <a:pt x="5194" y="5761"/>
                  </a:cubicBezTo>
                  <a:cubicBezTo>
                    <a:pt x="5124" y="5761"/>
                    <a:pt x="5051" y="5785"/>
                    <a:pt x="4978" y="5828"/>
                  </a:cubicBezTo>
                  <a:cubicBezTo>
                    <a:pt x="4789" y="5954"/>
                    <a:pt x="4600" y="6017"/>
                    <a:pt x="4411" y="6049"/>
                  </a:cubicBezTo>
                  <a:cubicBezTo>
                    <a:pt x="4253" y="6080"/>
                    <a:pt x="4127" y="6206"/>
                    <a:pt x="4127" y="6364"/>
                  </a:cubicBezTo>
                  <a:lnTo>
                    <a:pt x="4127" y="6805"/>
                  </a:lnTo>
                  <a:lnTo>
                    <a:pt x="3466" y="6805"/>
                  </a:lnTo>
                  <a:lnTo>
                    <a:pt x="3466" y="6364"/>
                  </a:lnTo>
                  <a:cubicBezTo>
                    <a:pt x="3466" y="6206"/>
                    <a:pt x="3340" y="6112"/>
                    <a:pt x="3182" y="6049"/>
                  </a:cubicBezTo>
                  <a:cubicBezTo>
                    <a:pt x="2993" y="6017"/>
                    <a:pt x="2741" y="5891"/>
                    <a:pt x="2584" y="5828"/>
                  </a:cubicBezTo>
                  <a:cubicBezTo>
                    <a:pt x="2549" y="5794"/>
                    <a:pt x="2497" y="5780"/>
                    <a:pt x="2441" y="5780"/>
                  </a:cubicBezTo>
                  <a:cubicBezTo>
                    <a:pt x="2344" y="5780"/>
                    <a:pt x="2234" y="5820"/>
                    <a:pt x="2174" y="5860"/>
                  </a:cubicBezTo>
                  <a:lnTo>
                    <a:pt x="1859" y="6175"/>
                  </a:lnTo>
                  <a:lnTo>
                    <a:pt x="1387" y="5702"/>
                  </a:lnTo>
                  <a:lnTo>
                    <a:pt x="1702" y="5387"/>
                  </a:lnTo>
                  <a:cubicBezTo>
                    <a:pt x="1796" y="5261"/>
                    <a:pt x="1796" y="5104"/>
                    <a:pt x="1733" y="4946"/>
                  </a:cubicBezTo>
                  <a:cubicBezTo>
                    <a:pt x="1607" y="4757"/>
                    <a:pt x="1544" y="4568"/>
                    <a:pt x="1481" y="4379"/>
                  </a:cubicBezTo>
                  <a:cubicBezTo>
                    <a:pt x="1450" y="4222"/>
                    <a:pt x="1324" y="4096"/>
                    <a:pt x="1166" y="4096"/>
                  </a:cubicBezTo>
                  <a:lnTo>
                    <a:pt x="756" y="4096"/>
                  </a:lnTo>
                  <a:lnTo>
                    <a:pt x="756" y="3434"/>
                  </a:lnTo>
                  <a:lnTo>
                    <a:pt x="1166" y="3434"/>
                  </a:lnTo>
                  <a:cubicBezTo>
                    <a:pt x="1324" y="3434"/>
                    <a:pt x="1450" y="3308"/>
                    <a:pt x="1481" y="3150"/>
                  </a:cubicBezTo>
                  <a:cubicBezTo>
                    <a:pt x="1544" y="2961"/>
                    <a:pt x="1639" y="2709"/>
                    <a:pt x="1733" y="2552"/>
                  </a:cubicBezTo>
                  <a:cubicBezTo>
                    <a:pt x="1796" y="2426"/>
                    <a:pt x="1765" y="2237"/>
                    <a:pt x="1702" y="2111"/>
                  </a:cubicBezTo>
                  <a:lnTo>
                    <a:pt x="1387" y="1796"/>
                  </a:lnTo>
                  <a:lnTo>
                    <a:pt x="1859" y="1323"/>
                  </a:lnTo>
                  <a:lnTo>
                    <a:pt x="2174" y="1638"/>
                  </a:lnTo>
                  <a:cubicBezTo>
                    <a:pt x="2230" y="1712"/>
                    <a:pt x="2307" y="1743"/>
                    <a:pt x="2392" y="1743"/>
                  </a:cubicBezTo>
                  <a:cubicBezTo>
                    <a:pt x="2453" y="1743"/>
                    <a:pt x="2518" y="1727"/>
                    <a:pt x="2584" y="1701"/>
                  </a:cubicBezTo>
                  <a:cubicBezTo>
                    <a:pt x="2804" y="1575"/>
                    <a:pt x="2993" y="1481"/>
                    <a:pt x="3182" y="1449"/>
                  </a:cubicBezTo>
                  <a:cubicBezTo>
                    <a:pt x="3340" y="1418"/>
                    <a:pt x="3466" y="1292"/>
                    <a:pt x="3466" y="1134"/>
                  </a:cubicBezTo>
                  <a:lnTo>
                    <a:pt x="3466" y="693"/>
                  </a:lnTo>
                  <a:close/>
                  <a:moveTo>
                    <a:pt x="3056" y="0"/>
                  </a:moveTo>
                  <a:cubicBezTo>
                    <a:pt x="2867" y="0"/>
                    <a:pt x="2710" y="158"/>
                    <a:pt x="2710" y="347"/>
                  </a:cubicBezTo>
                  <a:lnTo>
                    <a:pt x="2710" y="851"/>
                  </a:lnTo>
                  <a:cubicBezTo>
                    <a:pt x="2584" y="914"/>
                    <a:pt x="2521" y="945"/>
                    <a:pt x="2426" y="977"/>
                  </a:cubicBezTo>
                  <a:lnTo>
                    <a:pt x="2080" y="630"/>
                  </a:lnTo>
                  <a:cubicBezTo>
                    <a:pt x="1985" y="536"/>
                    <a:pt x="1922" y="504"/>
                    <a:pt x="1828" y="504"/>
                  </a:cubicBezTo>
                  <a:cubicBezTo>
                    <a:pt x="1765" y="504"/>
                    <a:pt x="1639" y="536"/>
                    <a:pt x="1607" y="630"/>
                  </a:cubicBezTo>
                  <a:lnTo>
                    <a:pt x="630" y="1607"/>
                  </a:lnTo>
                  <a:cubicBezTo>
                    <a:pt x="536" y="1701"/>
                    <a:pt x="504" y="1764"/>
                    <a:pt x="504" y="1859"/>
                  </a:cubicBezTo>
                  <a:cubicBezTo>
                    <a:pt x="504" y="1922"/>
                    <a:pt x="536" y="2048"/>
                    <a:pt x="630" y="2079"/>
                  </a:cubicBezTo>
                  <a:lnTo>
                    <a:pt x="977" y="2426"/>
                  </a:lnTo>
                  <a:cubicBezTo>
                    <a:pt x="945" y="2520"/>
                    <a:pt x="914" y="2646"/>
                    <a:pt x="851" y="2709"/>
                  </a:cubicBezTo>
                  <a:lnTo>
                    <a:pt x="347" y="2709"/>
                  </a:lnTo>
                  <a:cubicBezTo>
                    <a:pt x="158" y="2709"/>
                    <a:pt x="0" y="2867"/>
                    <a:pt x="0" y="3056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851" y="4789"/>
                  </a:lnTo>
                  <a:cubicBezTo>
                    <a:pt x="882" y="4915"/>
                    <a:pt x="945" y="5009"/>
                    <a:pt x="977" y="5072"/>
                  </a:cubicBezTo>
                  <a:lnTo>
                    <a:pt x="630" y="5419"/>
                  </a:lnTo>
                  <a:cubicBezTo>
                    <a:pt x="536" y="5513"/>
                    <a:pt x="504" y="5576"/>
                    <a:pt x="504" y="5671"/>
                  </a:cubicBezTo>
                  <a:cubicBezTo>
                    <a:pt x="504" y="5734"/>
                    <a:pt x="536" y="5860"/>
                    <a:pt x="630" y="5891"/>
                  </a:cubicBezTo>
                  <a:lnTo>
                    <a:pt x="1607" y="6900"/>
                  </a:lnTo>
                  <a:cubicBezTo>
                    <a:pt x="1670" y="6963"/>
                    <a:pt x="1765" y="6994"/>
                    <a:pt x="1828" y="6994"/>
                  </a:cubicBezTo>
                  <a:cubicBezTo>
                    <a:pt x="1922" y="6994"/>
                    <a:pt x="2048" y="6963"/>
                    <a:pt x="2080" y="6900"/>
                  </a:cubicBezTo>
                  <a:lnTo>
                    <a:pt x="2426" y="6521"/>
                  </a:lnTo>
                  <a:cubicBezTo>
                    <a:pt x="2521" y="6585"/>
                    <a:pt x="2615" y="6616"/>
                    <a:pt x="2710" y="6648"/>
                  </a:cubicBezTo>
                  <a:lnTo>
                    <a:pt x="2710" y="7152"/>
                  </a:lnTo>
                  <a:cubicBezTo>
                    <a:pt x="2710" y="7372"/>
                    <a:pt x="2867" y="7530"/>
                    <a:pt x="3056" y="7530"/>
                  </a:cubicBezTo>
                  <a:lnTo>
                    <a:pt x="4443" y="7530"/>
                  </a:lnTo>
                  <a:cubicBezTo>
                    <a:pt x="4632" y="7530"/>
                    <a:pt x="4789" y="7372"/>
                    <a:pt x="4789" y="7152"/>
                  </a:cubicBezTo>
                  <a:lnTo>
                    <a:pt x="4789" y="6648"/>
                  </a:lnTo>
                  <a:cubicBezTo>
                    <a:pt x="4915" y="6616"/>
                    <a:pt x="4978" y="6585"/>
                    <a:pt x="5073" y="6521"/>
                  </a:cubicBezTo>
                  <a:lnTo>
                    <a:pt x="5419" y="6900"/>
                  </a:lnTo>
                  <a:cubicBezTo>
                    <a:pt x="5514" y="6963"/>
                    <a:pt x="5577" y="6994"/>
                    <a:pt x="5671" y="6994"/>
                  </a:cubicBezTo>
                  <a:cubicBezTo>
                    <a:pt x="5734" y="6994"/>
                    <a:pt x="5860" y="6963"/>
                    <a:pt x="5892" y="6900"/>
                  </a:cubicBezTo>
                  <a:lnTo>
                    <a:pt x="6868" y="5891"/>
                  </a:lnTo>
                  <a:cubicBezTo>
                    <a:pt x="6994" y="5797"/>
                    <a:pt x="6994" y="5545"/>
                    <a:pt x="6868" y="5419"/>
                  </a:cubicBezTo>
                  <a:lnTo>
                    <a:pt x="6522" y="5072"/>
                  </a:lnTo>
                  <a:cubicBezTo>
                    <a:pt x="6553" y="5009"/>
                    <a:pt x="6616" y="4883"/>
                    <a:pt x="6648" y="4789"/>
                  </a:cubicBezTo>
                  <a:lnTo>
                    <a:pt x="7152" y="4789"/>
                  </a:lnTo>
                  <a:cubicBezTo>
                    <a:pt x="7341" y="4789"/>
                    <a:pt x="7499" y="4631"/>
                    <a:pt x="7499" y="4442"/>
                  </a:cubicBezTo>
                  <a:lnTo>
                    <a:pt x="7499" y="3056"/>
                  </a:lnTo>
                  <a:cubicBezTo>
                    <a:pt x="7499" y="2867"/>
                    <a:pt x="7341" y="2709"/>
                    <a:pt x="7152" y="2709"/>
                  </a:cubicBezTo>
                  <a:lnTo>
                    <a:pt x="6648" y="2709"/>
                  </a:lnTo>
                  <a:cubicBezTo>
                    <a:pt x="6616" y="2583"/>
                    <a:pt x="6553" y="2520"/>
                    <a:pt x="6522" y="2426"/>
                  </a:cubicBezTo>
                  <a:lnTo>
                    <a:pt x="6868" y="2079"/>
                  </a:lnTo>
                  <a:cubicBezTo>
                    <a:pt x="6994" y="1953"/>
                    <a:pt x="6994" y="1733"/>
                    <a:pt x="6868" y="1607"/>
                  </a:cubicBezTo>
                  <a:lnTo>
                    <a:pt x="5892" y="630"/>
                  </a:lnTo>
                  <a:cubicBezTo>
                    <a:pt x="5829" y="536"/>
                    <a:pt x="5734" y="504"/>
                    <a:pt x="5671" y="504"/>
                  </a:cubicBezTo>
                  <a:cubicBezTo>
                    <a:pt x="5577" y="504"/>
                    <a:pt x="5451" y="536"/>
                    <a:pt x="5419" y="630"/>
                  </a:cubicBezTo>
                  <a:lnTo>
                    <a:pt x="5073" y="977"/>
                  </a:lnTo>
                  <a:cubicBezTo>
                    <a:pt x="4978" y="945"/>
                    <a:pt x="4884" y="914"/>
                    <a:pt x="4789" y="851"/>
                  </a:cubicBezTo>
                  <a:lnTo>
                    <a:pt x="4789" y="347"/>
                  </a:ln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16" name="Google Shape;10316;p64"/>
            <p:cNvSpPr/>
            <p:nvPr/>
          </p:nvSpPr>
          <p:spPr>
            <a:xfrm>
              <a:off x="-34673325" y="2375850"/>
              <a:ext cx="85100" cy="84300"/>
            </a:xfrm>
            <a:custGeom>
              <a:rect l="l" t="t" r="r" b="b"/>
              <a:pathLst>
                <a:path w="3404" h="3372" extrusionOk="0">
                  <a:moveTo>
                    <a:pt x="1702" y="662"/>
                  </a:moveTo>
                  <a:cubicBezTo>
                    <a:pt x="2238" y="662"/>
                    <a:pt x="2710" y="1135"/>
                    <a:pt x="2710" y="1702"/>
                  </a:cubicBezTo>
                  <a:cubicBezTo>
                    <a:pt x="2710" y="2238"/>
                    <a:pt x="2238" y="2710"/>
                    <a:pt x="1702" y="2710"/>
                  </a:cubicBezTo>
                  <a:cubicBezTo>
                    <a:pt x="1135" y="2710"/>
                    <a:pt x="662" y="2238"/>
                    <a:pt x="662" y="1702"/>
                  </a:cubicBezTo>
                  <a:cubicBezTo>
                    <a:pt x="662" y="1135"/>
                    <a:pt x="1135" y="662"/>
                    <a:pt x="1702" y="662"/>
                  </a:cubicBezTo>
                  <a:close/>
                  <a:moveTo>
                    <a:pt x="1702" y="1"/>
                  </a:moveTo>
                  <a:cubicBezTo>
                    <a:pt x="757" y="1"/>
                    <a:pt x="1" y="757"/>
                    <a:pt x="1" y="1702"/>
                  </a:cubicBezTo>
                  <a:cubicBezTo>
                    <a:pt x="1" y="2647"/>
                    <a:pt x="757" y="3372"/>
                    <a:pt x="1702" y="3372"/>
                  </a:cubicBezTo>
                  <a:cubicBezTo>
                    <a:pt x="2647" y="3372"/>
                    <a:pt x="3403" y="2647"/>
                    <a:pt x="3403" y="1702"/>
                  </a:cubicBezTo>
                  <a:cubicBezTo>
                    <a:pt x="3372" y="757"/>
                    <a:pt x="2647" y="1"/>
                    <a:pt x="17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17" name="Google Shape;10317;p64"/>
            <p:cNvSpPr/>
            <p:nvPr/>
          </p:nvSpPr>
          <p:spPr>
            <a:xfrm>
              <a:off x="-34778076" y="2272675"/>
              <a:ext cx="293800" cy="293025"/>
            </a:xfrm>
            <a:custGeom>
              <a:rect l="l" t="t" r="r" b="b"/>
              <a:pathLst>
                <a:path w="11752" h="11721" extrusionOk="0">
                  <a:moveTo>
                    <a:pt x="5892" y="694"/>
                  </a:moveTo>
                  <a:cubicBezTo>
                    <a:pt x="8727" y="694"/>
                    <a:pt x="11027" y="3025"/>
                    <a:pt x="11027" y="5861"/>
                  </a:cubicBezTo>
                  <a:cubicBezTo>
                    <a:pt x="10996" y="8665"/>
                    <a:pt x="8727" y="10964"/>
                    <a:pt x="5892" y="10964"/>
                  </a:cubicBezTo>
                  <a:cubicBezTo>
                    <a:pt x="4884" y="10964"/>
                    <a:pt x="3939" y="10712"/>
                    <a:pt x="3119" y="10177"/>
                  </a:cubicBezTo>
                  <a:cubicBezTo>
                    <a:pt x="3075" y="10154"/>
                    <a:pt x="2999" y="10132"/>
                    <a:pt x="2936" y="10132"/>
                  </a:cubicBezTo>
                  <a:cubicBezTo>
                    <a:pt x="2910" y="10132"/>
                    <a:pt x="2886" y="10136"/>
                    <a:pt x="2867" y="10145"/>
                  </a:cubicBezTo>
                  <a:lnTo>
                    <a:pt x="914" y="10775"/>
                  </a:lnTo>
                  <a:lnTo>
                    <a:pt x="1544" y="8854"/>
                  </a:lnTo>
                  <a:cubicBezTo>
                    <a:pt x="1576" y="8759"/>
                    <a:pt x="1544" y="8665"/>
                    <a:pt x="1513" y="8570"/>
                  </a:cubicBezTo>
                  <a:cubicBezTo>
                    <a:pt x="1009" y="7751"/>
                    <a:pt x="725" y="6806"/>
                    <a:pt x="725" y="5861"/>
                  </a:cubicBezTo>
                  <a:cubicBezTo>
                    <a:pt x="725" y="3025"/>
                    <a:pt x="3056" y="694"/>
                    <a:pt x="5892" y="694"/>
                  </a:cubicBezTo>
                  <a:close/>
                  <a:moveTo>
                    <a:pt x="5892" y="1"/>
                  </a:moveTo>
                  <a:cubicBezTo>
                    <a:pt x="4348" y="1"/>
                    <a:pt x="2867" y="568"/>
                    <a:pt x="1733" y="1733"/>
                  </a:cubicBezTo>
                  <a:cubicBezTo>
                    <a:pt x="631" y="2836"/>
                    <a:pt x="0" y="4285"/>
                    <a:pt x="0" y="5861"/>
                  </a:cubicBezTo>
                  <a:cubicBezTo>
                    <a:pt x="0" y="6869"/>
                    <a:pt x="284" y="7908"/>
                    <a:pt x="851" y="8822"/>
                  </a:cubicBezTo>
                  <a:lnTo>
                    <a:pt x="63" y="11248"/>
                  </a:lnTo>
                  <a:cubicBezTo>
                    <a:pt x="0" y="11374"/>
                    <a:pt x="63" y="11531"/>
                    <a:pt x="127" y="11594"/>
                  </a:cubicBezTo>
                  <a:cubicBezTo>
                    <a:pt x="197" y="11665"/>
                    <a:pt x="304" y="11701"/>
                    <a:pt x="392" y="11701"/>
                  </a:cubicBezTo>
                  <a:cubicBezTo>
                    <a:pt x="422" y="11701"/>
                    <a:pt x="449" y="11697"/>
                    <a:pt x="473" y="11689"/>
                  </a:cubicBezTo>
                  <a:lnTo>
                    <a:pt x="2930" y="10901"/>
                  </a:lnTo>
                  <a:cubicBezTo>
                    <a:pt x="3844" y="11437"/>
                    <a:pt x="4852" y="11720"/>
                    <a:pt x="5892" y="11720"/>
                  </a:cubicBezTo>
                  <a:cubicBezTo>
                    <a:pt x="7404" y="11720"/>
                    <a:pt x="8916" y="11122"/>
                    <a:pt x="10019" y="9988"/>
                  </a:cubicBezTo>
                  <a:cubicBezTo>
                    <a:pt x="11122" y="8885"/>
                    <a:pt x="11752" y="7436"/>
                    <a:pt x="11752" y="5861"/>
                  </a:cubicBezTo>
                  <a:cubicBezTo>
                    <a:pt x="11752" y="4317"/>
                    <a:pt x="11153" y="2805"/>
                    <a:pt x="10019" y="1702"/>
                  </a:cubicBezTo>
                  <a:cubicBezTo>
                    <a:pt x="8885" y="568"/>
                    <a:pt x="7404" y="1"/>
                    <a:pt x="5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18" name="Google Shape;10318;p64"/>
          <p:cNvGrpSpPr/>
          <p:nvPr/>
        </p:nvGrpSpPr>
        <p:grpSpPr>
          <a:xfrm>
            <a:off x="2194939" y="2221307"/>
            <a:ext cx="353587" cy="353587"/>
            <a:chOff x="-34776501" y="2631825"/>
            <a:chExt cx="291450" cy="291450"/>
          </a:xfrm>
        </p:grpSpPr>
        <p:sp>
          <p:nvSpPr>
            <p:cNvPr id="10319" name="Google Shape;10319;p64"/>
            <p:cNvSpPr/>
            <p:nvPr/>
          </p:nvSpPr>
          <p:spPr>
            <a:xfrm>
              <a:off x="-34691424" y="2666500"/>
              <a:ext cx="120525" cy="154400"/>
            </a:xfrm>
            <a:custGeom>
              <a:rect l="l" t="t" r="r" b="b"/>
              <a:pathLst>
                <a:path w="4821" h="6176" extrusionOk="0">
                  <a:moveTo>
                    <a:pt x="2331" y="693"/>
                  </a:moveTo>
                  <a:cubicBezTo>
                    <a:pt x="3277" y="693"/>
                    <a:pt x="4033" y="1449"/>
                    <a:pt x="4033" y="2394"/>
                  </a:cubicBezTo>
                  <a:cubicBezTo>
                    <a:pt x="4096" y="2899"/>
                    <a:pt x="3844" y="3466"/>
                    <a:pt x="3403" y="3781"/>
                  </a:cubicBezTo>
                  <a:cubicBezTo>
                    <a:pt x="3151" y="3970"/>
                    <a:pt x="2741" y="4348"/>
                    <a:pt x="2741" y="4946"/>
                  </a:cubicBezTo>
                  <a:lnTo>
                    <a:pt x="2741" y="5135"/>
                  </a:lnTo>
                  <a:cubicBezTo>
                    <a:pt x="2741" y="5356"/>
                    <a:pt x="2583" y="5513"/>
                    <a:pt x="2363" y="5513"/>
                  </a:cubicBezTo>
                  <a:cubicBezTo>
                    <a:pt x="2174" y="5513"/>
                    <a:pt x="2016" y="5356"/>
                    <a:pt x="2016" y="5135"/>
                  </a:cubicBezTo>
                  <a:lnTo>
                    <a:pt x="2016" y="4946"/>
                  </a:lnTo>
                  <a:cubicBezTo>
                    <a:pt x="2016" y="4285"/>
                    <a:pt x="2363" y="3655"/>
                    <a:pt x="2962" y="3214"/>
                  </a:cubicBezTo>
                  <a:cubicBezTo>
                    <a:pt x="3245" y="3025"/>
                    <a:pt x="3403" y="2710"/>
                    <a:pt x="3403" y="2394"/>
                  </a:cubicBezTo>
                  <a:cubicBezTo>
                    <a:pt x="3403" y="1827"/>
                    <a:pt x="2930" y="1355"/>
                    <a:pt x="2363" y="1355"/>
                  </a:cubicBezTo>
                  <a:cubicBezTo>
                    <a:pt x="1827" y="1355"/>
                    <a:pt x="1355" y="1827"/>
                    <a:pt x="1355" y="2394"/>
                  </a:cubicBezTo>
                  <a:cubicBezTo>
                    <a:pt x="1355" y="2583"/>
                    <a:pt x="1197" y="2741"/>
                    <a:pt x="1008" y="2741"/>
                  </a:cubicBezTo>
                  <a:cubicBezTo>
                    <a:pt x="788" y="2741"/>
                    <a:pt x="630" y="2583"/>
                    <a:pt x="630" y="2394"/>
                  </a:cubicBezTo>
                  <a:cubicBezTo>
                    <a:pt x="630" y="1449"/>
                    <a:pt x="1386" y="693"/>
                    <a:pt x="2331" y="693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040"/>
                    <a:pt x="0" y="2394"/>
                  </a:cubicBezTo>
                  <a:cubicBezTo>
                    <a:pt x="0" y="2930"/>
                    <a:pt x="473" y="3403"/>
                    <a:pt x="1040" y="3403"/>
                  </a:cubicBezTo>
                  <a:cubicBezTo>
                    <a:pt x="1575" y="3403"/>
                    <a:pt x="2048" y="2930"/>
                    <a:pt x="2048" y="2394"/>
                  </a:cubicBezTo>
                  <a:cubicBezTo>
                    <a:pt x="2048" y="2205"/>
                    <a:pt x="2205" y="2048"/>
                    <a:pt x="2426" y="2048"/>
                  </a:cubicBezTo>
                  <a:cubicBezTo>
                    <a:pt x="2615" y="2048"/>
                    <a:pt x="2772" y="2205"/>
                    <a:pt x="2772" y="2394"/>
                  </a:cubicBezTo>
                  <a:cubicBezTo>
                    <a:pt x="2772" y="2520"/>
                    <a:pt x="2741" y="2583"/>
                    <a:pt x="2615" y="2646"/>
                  </a:cubicBezTo>
                  <a:cubicBezTo>
                    <a:pt x="1827" y="3245"/>
                    <a:pt x="1386" y="4064"/>
                    <a:pt x="1386" y="4946"/>
                  </a:cubicBezTo>
                  <a:lnTo>
                    <a:pt x="1386" y="5135"/>
                  </a:lnTo>
                  <a:cubicBezTo>
                    <a:pt x="1386" y="5702"/>
                    <a:pt x="1859" y="6175"/>
                    <a:pt x="2426" y="6175"/>
                  </a:cubicBezTo>
                  <a:cubicBezTo>
                    <a:pt x="2962" y="6175"/>
                    <a:pt x="3434" y="5702"/>
                    <a:pt x="3434" y="5135"/>
                  </a:cubicBezTo>
                  <a:lnTo>
                    <a:pt x="3434" y="4946"/>
                  </a:lnTo>
                  <a:cubicBezTo>
                    <a:pt x="3434" y="4663"/>
                    <a:pt x="3686" y="4442"/>
                    <a:pt x="3844" y="4316"/>
                  </a:cubicBezTo>
                  <a:cubicBezTo>
                    <a:pt x="4474" y="3875"/>
                    <a:pt x="4820" y="3151"/>
                    <a:pt x="4820" y="2394"/>
                  </a:cubicBezTo>
                  <a:cubicBezTo>
                    <a:pt x="4789" y="1040"/>
                    <a:pt x="3718" y="0"/>
                    <a:pt x="2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20" name="Google Shape;10320;p64"/>
            <p:cNvSpPr/>
            <p:nvPr/>
          </p:nvSpPr>
          <p:spPr>
            <a:xfrm>
              <a:off x="-34656775" y="2837400"/>
              <a:ext cx="51200" cy="51225"/>
            </a:xfrm>
            <a:custGeom>
              <a:rect l="l" t="t" r="r" b="b"/>
              <a:pathLst>
                <a:path w="2048" h="2049" extrusionOk="0">
                  <a:moveTo>
                    <a:pt x="1040" y="662"/>
                  </a:moveTo>
                  <a:cubicBezTo>
                    <a:pt x="1229" y="662"/>
                    <a:pt x="1386" y="820"/>
                    <a:pt x="1386" y="1040"/>
                  </a:cubicBezTo>
                  <a:cubicBezTo>
                    <a:pt x="1386" y="1229"/>
                    <a:pt x="1197" y="1387"/>
                    <a:pt x="1040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576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21" name="Google Shape;10321;p64"/>
            <p:cNvSpPr/>
            <p:nvPr/>
          </p:nvSpPr>
          <p:spPr>
            <a:xfrm>
              <a:off x="-34776501" y="2631825"/>
              <a:ext cx="291450" cy="291450"/>
            </a:xfrm>
            <a:custGeom>
              <a:rect l="l" t="t" r="r" b="b"/>
              <a:pathLst>
                <a:path w="11658" h="11658" extrusionOk="0">
                  <a:moveTo>
                    <a:pt x="5829" y="662"/>
                  </a:moveTo>
                  <a:cubicBezTo>
                    <a:pt x="8664" y="662"/>
                    <a:pt x="10964" y="2994"/>
                    <a:pt x="10964" y="5829"/>
                  </a:cubicBezTo>
                  <a:cubicBezTo>
                    <a:pt x="10933" y="8665"/>
                    <a:pt x="8664" y="10996"/>
                    <a:pt x="5829" y="10996"/>
                  </a:cubicBezTo>
                  <a:cubicBezTo>
                    <a:pt x="2993" y="10996"/>
                    <a:pt x="662" y="8665"/>
                    <a:pt x="662" y="5829"/>
                  </a:cubicBezTo>
                  <a:cubicBezTo>
                    <a:pt x="662" y="2994"/>
                    <a:pt x="2993" y="662"/>
                    <a:pt x="5829" y="662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47"/>
                    <a:pt x="0" y="5829"/>
                  </a:cubicBezTo>
                  <a:cubicBezTo>
                    <a:pt x="0" y="9043"/>
                    <a:pt x="2615" y="11658"/>
                    <a:pt x="5829" y="11658"/>
                  </a:cubicBezTo>
                  <a:cubicBezTo>
                    <a:pt x="9042" y="11658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22" name="Google Shape;10322;p64"/>
          <p:cNvGrpSpPr/>
          <p:nvPr/>
        </p:nvGrpSpPr>
        <p:grpSpPr>
          <a:xfrm>
            <a:off x="853628" y="2685160"/>
            <a:ext cx="354527" cy="358349"/>
            <a:chOff x="-32956298" y="1915900"/>
            <a:chExt cx="292225" cy="295375"/>
          </a:xfrm>
        </p:grpSpPr>
        <p:sp>
          <p:nvSpPr>
            <p:cNvPr id="10323" name="Google Shape;10323;p64"/>
            <p:cNvSpPr/>
            <p:nvPr/>
          </p:nvSpPr>
          <p:spPr>
            <a:xfrm>
              <a:off x="-32956298" y="1915900"/>
              <a:ext cx="292225" cy="295375"/>
            </a:xfrm>
            <a:custGeom>
              <a:rect l="l" t="t" r="r" b="b"/>
              <a:pathLst>
                <a:path w="11689" h="11815" extrusionOk="0">
                  <a:moveTo>
                    <a:pt x="10996" y="2079"/>
                  </a:moveTo>
                  <a:lnTo>
                    <a:pt x="10996" y="3466"/>
                  </a:lnTo>
                  <a:lnTo>
                    <a:pt x="10334" y="3466"/>
                  </a:lnTo>
                  <a:lnTo>
                    <a:pt x="10334" y="2079"/>
                  </a:lnTo>
                  <a:close/>
                  <a:moveTo>
                    <a:pt x="10996" y="4127"/>
                  </a:moveTo>
                  <a:lnTo>
                    <a:pt x="10996" y="5513"/>
                  </a:lnTo>
                  <a:lnTo>
                    <a:pt x="10303" y="5513"/>
                  </a:lnTo>
                  <a:lnTo>
                    <a:pt x="10303" y="4127"/>
                  </a:lnTo>
                  <a:close/>
                  <a:moveTo>
                    <a:pt x="10996" y="6175"/>
                  </a:moveTo>
                  <a:lnTo>
                    <a:pt x="10996" y="7561"/>
                  </a:lnTo>
                  <a:lnTo>
                    <a:pt x="10334" y="7561"/>
                  </a:lnTo>
                  <a:lnTo>
                    <a:pt x="10334" y="6175"/>
                  </a:lnTo>
                  <a:close/>
                  <a:moveTo>
                    <a:pt x="2741" y="536"/>
                  </a:moveTo>
                  <a:lnTo>
                    <a:pt x="2741" y="10869"/>
                  </a:lnTo>
                  <a:lnTo>
                    <a:pt x="1733" y="10869"/>
                  </a:lnTo>
                  <a:cubicBezTo>
                    <a:pt x="1679" y="10914"/>
                    <a:pt x="1627" y="10934"/>
                    <a:pt x="1581" y="10934"/>
                  </a:cubicBezTo>
                  <a:cubicBezTo>
                    <a:pt x="1467" y="10934"/>
                    <a:pt x="1387" y="10815"/>
                    <a:pt x="1387" y="10680"/>
                  </a:cubicBezTo>
                  <a:lnTo>
                    <a:pt x="1387" y="10334"/>
                  </a:lnTo>
                  <a:lnTo>
                    <a:pt x="1733" y="10334"/>
                  </a:lnTo>
                  <a:cubicBezTo>
                    <a:pt x="1922" y="10334"/>
                    <a:pt x="2080" y="10145"/>
                    <a:pt x="2080" y="9956"/>
                  </a:cubicBezTo>
                  <a:cubicBezTo>
                    <a:pt x="2080" y="9767"/>
                    <a:pt x="1922" y="9609"/>
                    <a:pt x="1733" y="9609"/>
                  </a:cubicBezTo>
                  <a:lnTo>
                    <a:pt x="1387" y="9609"/>
                  </a:lnTo>
                  <a:lnTo>
                    <a:pt x="1387" y="8223"/>
                  </a:lnTo>
                  <a:lnTo>
                    <a:pt x="1733" y="8223"/>
                  </a:lnTo>
                  <a:cubicBezTo>
                    <a:pt x="1922" y="8223"/>
                    <a:pt x="2080" y="8065"/>
                    <a:pt x="2080" y="7876"/>
                  </a:cubicBezTo>
                  <a:cubicBezTo>
                    <a:pt x="2080" y="7687"/>
                    <a:pt x="1922" y="7530"/>
                    <a:pt x="1733" y="7530"/>
                  </a:cubicBezTo>
                  <a:lnTo>
                    <a:pt x="1387" y="7530"/>
                  </a:lnTo>
                  <a:lnTo>
                    <a:pt x="1387" y="6143"/>
                  </a:lnTo>
                  <a:lnTo>
                    <a:pt x="1733" y="6143"/>
                  </a:lnTo>
                  <a:cubicBezTo>
                    <a:pt x="1922" y="6143"/>
                    <a:pt x="2080" y="5986"/>
                    <a:pt x="2080" y="5797"/>
                  </a:cubicBezTo>
                  <a:cubicBezTo>
                    <a:pt x="2080" y="5576"/>
                    <a:pt x="1922" y="5419"/>
                    <a:pt x="1733" y="5419"/>
                  </a:cubicBezTo>
                  <a:lnTo>
                    <a:pt x="1387" y="5419"/>
                  </a:lnTo>
                  <a:lnTo>
                    <a:pt x="1387" y="4064"/>
                  </a:lnTo>
                  <a:lnTo>
                    <a:pt x="1733" y="4064"/>
                  </a:lnTo>
                  <a:cubicBezTo>
                    <a:pt x="1922" y="4064"/>
                    <a:pt x="2080" y="3907"/>
                    <a:pt x="2080" y="3686"/>
                  </a:cubicBezTo>
                  <a:cubicBezTo>
                    <a:pt x="2080" y="3497"/>
                    <a:pt x="1922" y="3340"/>
                    <a:pt x="1733" y="3340"/>
                  </a:cubicBezTo>
                  <a:lnTo>
                    <a:pt x="1387" y="3340"/>
                  </a:lnTo>
                  <a:lnTo>
                    <a:pt x="1387" y="1953"/>
                  </a:lnTo>
                  <a:lnTo>
                    <a:pt x="1733" y="1953"/>
                  </a:lnTo>
                  <a:cubicBezTo>
                    <a:pt x="1922" y="1953"/>
                    <a:pt x="2080" y="1796"/>
                    <a:pt x="2080" y="1607"/>
                  </a:cubicBezTo>
                  <a:cubicBezTo>
                    <a:pt x="2080" y="1418"/>
                    <a:pt x="1922" y="1260"/>
                    <a:pt x="1733" y="1260"/>
                  </a:cubicBezTo>
                  <a:lnTo>
                    <a:pt x="1387" y="1260"/>
                  </a:lnTo>
                  <a:lnTo>
                    <a:pt x="1387" y="914"/>
                  </a:lnTo>
                  <a:cubicBezTo>
                    <a:pt x="1387" y="693"/>
                    <a:pt x="1544" y="536"/>
                    <a:pt x="1733" y="536"/>
                  </a:cubicBezTo>
                  <a:close/>
                  <a:moveTo>
                    <a:pt x="9263" y="725"/>
                  </a:moveTo>
                  <a:cubicBezTo>
                    <a:pt x="9452" y="725"/>
                    <a:pt x="9609" y="882"/>
                    <a:pt x="9609" y="1071"/>
                  </a:cubicBezTo>
                  <a:lnTo>
                    <a:pt x="9609" y="10680"/>
                  </a:lnTo>
                  <a:cubicBezTo>
                    <a:pt x="9609" y="10869"/>
                    <a:pt x="9452" y="11027"/>
                    <a:pt x="9263" y="11027"/>
                  </a:cubicBezTo>
                  <a:lnTo>
                    <a:pt x="3371" y="11027"/>
                  </a:lnTo>
                  <a:lnTo>
                    <a:pt x="3371" y="725"/>
                  </a:lnTo>
                  <a:close/>
                  <a:moveTo>
                    <a:pt x="1733" y="0"/>
                  </a:moveTo>
                  <a:cubicBezTo>
                    <a:pt x="1166" y="0"/>
                    <a:pt x="694" y="473"/>
                    <a:pt x="694" y="1040"/>
                  </a:cubicBezTo>
                  <a:lnTo>
                    <a:pt x="694" y="1386"/>
                  </a:lnTo>
                  <a:lnTo>
                    <a:pt x="347" y="1386"/>
                  </a:lnTo>
                  <a:cubicBezTo>
                    <a:pt x="158" y="1386"/>
                    <a:pt x="0" y="1544"/>
                    <a:pt x="0" y="1733"/>
                  </a:cubicBezTo>
                  <a:cubicBezTo>
                    <a:pt x="0" y="1922"/>
                    <a:pt x="158" y="2079"/>
                    <a:pt x="347" y="2079"/>
                  </a:cubicBezTo>
                  <a:lnTo>
                    <a:pt x="694" y="2079"/>
                  </a:lnTo>
                  <a:lnTo>
                    <a:pt x="694" y="3466"/>
                  </a:lnTo>
                  <a:lnTo>
                    <a:pt x="347" y="3466"/>
                  </a:lnTo>
                  <a:cubicBezTo>
                    <a:pt x="158" y="3466"/>
                    <a:pt x="0" y="3623"/>
                    <a:pt x="0" y="3812"/>
                  </a:cubicBezTo>
                  <a:cubicBezTo>
                    <a:pt x="0" y="4033"/>
                    <a:pt x="158" y="4190"/>
                    <a:pt x="347" y="4190"/>
                  </a:cubicBezTo>
                  <a:lnTo>
                    <a:pt x="694" y="4190"/>
                  </a:lnTo>
                  <a:lnTo>
                    <a:pt x="694" y="5545"/>
                  </a:lnTo>
                  <a:lnTo>
                    <a:pt x="347" y="5545"/>
                  </a:lnTo>
                  <a:cubicBezTo>
                    <a:pt x="158" y="5545"/>
                    <a:pt x="0" y="5702"/>
                    <a:pt x="0" y="5923"/>
                  </a:cubicBezTo>
                  <a:cubicBezTo>
                    <a:pt x="0" y="6112"/>
                    <a:pt x="158" y="6269"/>
                    <a:pt x="347" y="6269"/>
                  </a:cubicBezTo>
                  <a:lnTo>
                    <a:pt x="694" y="6269"/>
                  </a:lnTo>
                  <a:lnTo>
                    <a:pt x="694" y="7656"/>
                  </a:lnTo>
                  <a:lnTo>
                    <a:pt x="347" y="7656"/>
                  </a:lnTo>
                  <a:cubicBezTo>
                    <a:pt x="158" y="7656"/>
                    <a:pt x="0" y="7813"/>
                    <a:pt x="0" y="8002"/>
                  </a:cubicBezTo>
                  <a:cubicBezTo>
                    <a:pt x="0" y="8191"/>
                    <a:pt x="158" y="8349"/>
                    <a:pt x="347" y="8349"/>
                  </a:cubicBezTo>
                  <a:lnTo>
                    <a:pt x="694" y="8349"/>
                  </a:lnTo>
                  <a:lnTo>
                    <a:pt x="694" y="9735"/>
                  </a:lnTo>
                  <a:lnTo>
                    <a:pt x="347" y="9735"/>
                  </a:lnTo>
                  <a:cubicBezTo>
                    <a:pt x="158" y="9735"/>
                    <a:pt x="0" y="9893"/>
                    <a:pt x="0" y="10082"/>
                  </a:cubicBezTo>
                  <a:cubicBezTo>
                    <a:pt x="0" y="10271"/>
                    <a:pt x="158" y="10428"/>
                    <a:pt x="347" y="10428"/>
                  </a:cubicBezTo>
                  <a:lnTo>
                    <a:pt x="694" y="10428"/>
                  </a:lnTo>
                  <a:lnTo>
                    <a:pt x="694" y="10806"/>
                  </a:lnTo>
                  <a:cubicBezTo>
                    <a:pt x="694" y="11342"/>
                    <a:pt x="1166" y="11814"/>
                    <a:pt x="1733" y="11814"/>
                  </a:cubicBezTo>
                  <a:lnTo>
                    <a:pt x="9294" y="11814"/>
                  </a:lnTo>
                  <a:cubicBezTo>
                    <a:pt x="9830" y="11814"/>
                    <a:pt x="10303" y="11342"/>
                    <a:pt x="10303" y="10806"/>
                  </a:cubicBezTo>
                  <a:lnTo>
                    <a:pt x="10303" y="8380"/>
                  </a:lnTo>
                  <a:lnTo>
                    <a:pt x="11342" y="8380"/>
                  </a:lnTo>
                  <a:cubicBezTo>
                    <a:pt x="11531" y="8380"/>
                    <a:pt x="11689" y="8223"/>
                    <a:pt x="11689" y="8034"/>
                  </a:cubicBezTo>
                  <a:lnTo>
                    <a:pt x="11689" y="1859"/>
                  </a:lnTo>
                  <a:cubicBezTo>
                    <a:pt x="11689" y="1544"/>
                    <a:pt x="11531" y="1386"/>
                    <a:pt x="11342" y="1386"/>
                  </a:cubicBezTo>
                  <a:lnTo>
                    <a:pt x="10303" y="1386"/>
                  </a:lnTo>
                  <a:lnTo>
                    <a:pt x="10303" y="1040"/>
                  </a:lnTo>
                  <a:cubicBezTo>
                    <a:pt x="10303" y="473"/>
                    <a:pt x="9830" y="0"/>
                    <a:pt x="9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24" name="Google Shape;10324;p64"/>
            <p:cNvSpPr/>
            <p:nvPr/>
          </p:nvSpPr>
          <p:spPr>
            <a:xfrm>
              <a:off x="-32836576" y="1967875"/>
              <a:ext cx="85875" cy="188250"/>
            </a:xfrm>
            <a:custGeom>
              <a:rect l="l" t="t" r="r" b="b"/>
              <a:pathLst>
                <a:path w="3435" h="7530" extrusionOk="0">
                  <a:moveTo>
                    <a:pt x="2773" y="693"/>
                  </a:moveTo>
                  <a:lnTo>
                    <a:pt x="2773" y="2048"/>
                  </a:lnTo>
                  <a:lnTo>
                    <a:pt x="1733" y="2048"/>
                  </a:lnTo>
                  <a:cubicBezTo>
                    <a:pt x="1544" y="2048"/>
                    <a:pt x="1386" y="2206"/>
                    <a:pt x="1386" y="2426"/>
                  </a:cubicBezTo>
                  <a:lnTo>
                    <a:pt x="1386" y="5136"/>
                  </a:lnTo>
                  <a:cubicBezTo>
                    <a:pt x="1386" y="5325"/>
                    <a:pt x="1544" y="5482"/>
                    <a:pt x="1733" y="5482"/>
                  </a:cubicBezTo>
                  <a:lnTo>
                    <a:pt x="2773" y="5482"/>
                  </a:lnTo>
                  <a:lnTo>
                    <a:pt x="2773" y="6868"/>
                  </a:lnTo>
                  <a:lnTo>
                    <a:pt x="1733" y="6868"/>
                  </a:lnTo>
                  <a:cubicBezTo>
                    <a:pt x="1197" y="6868"/>
                    <a:pt x="725" y="6396"/>
                    <a:pt x="725" y="5829"/>
                  </a:cubicBezTo>
                  <a:lnTo>
                    <a:pt x="725" y="1733"/>
                  </a:lnTo>
                  <a:cubicBezTo>
                    <a:pt x="725" y="1198"/>
                    <a:pt x="1197" y="693"/>
                    <a:pt x="1733" y="693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88"/>
                    <a:pt x="0" y="1733"/>
                  </a:cubicBezTo>
                  <a:lnTo>
                    <a:pt x="0" y="5829"/>
                  </a:lnTo>
                  <a:cubicBezTo>
                    <a:pt x="0" y="6774"/>
                    <a:pt x="756" y="7530"/>
                    <a:pt x="1701" y="7530"/>
                  </a:cubicBezTo>
                  <a:lnTo>
                    <a:pt x="3088" y="7530"/>
                  </a:lnTo>
                  <a:cubicBezTo>
                    <a:pt x="3277" y="7530"/>
                    <a:pt x="3434" y="7372"/>
                    <a:pt x="3434" y="7183"/>
                  </a:cubicBezTo>
                  <a:lnTo>
                    <a:pt x="3434" y="5136"/>
                  </a:lnTo>
                  <a:cubicBezTo>
                    <a:pt x="3434" y="4947"/>
                    <a:pt x="3277" y="4789"/>
                    <a:pt x="3088" y="4789"/>
                  </a:cubicBezTo>
                  <a:lnTo>
                    <a:pt x="2048" y="4789"/>
                  </a:lnTo>
                  <a:lnTo>
                    <a:pt x="2048" y="2741"/>
                  </a:lnTo>
                  <a:lnTo>
                    <a:pt x="3088" y="2741"/>
                  </a:lnTo>
                  <a:cubicBezTo>
                    <a:pt x="3277" y="2741"/>
                    <a:pt x="3434" y="2552"/>
                    <a:pt x="3434" y="2363"/>
                  </a:cubicBezTo>
                  <a:lnTo>
                    <a:pt x="3434" y="284"/>
                  </a:lnTo>
                  <a:cubicBezTo>
                    <a:pt x="3434" y="158"/>
                    <a:pt x="3277" y="0"/>
                    <a:pt x="3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325" name="Google Shape;10325;p64"/>
          <p:cNvSpPr/>
          <p:nvPr/>
        </p:nvSpPr>
        <p:spPr>
          <a:xfrm>
            <a:off x="850648" y="3155970"/>
            <a:ext cx="354527" cy="353557"/>
          </a:xfrm>
          <a:custGeom>
            <a:rect l="l" t="t" r="r" b="b"/>
            <a:pathLst>
              <a:path w="11689" h="11657" extrusionOk="0">
                <a:moveTo>
                  <a:pt x="5829" y="725"/>
                </a:moveTo>
                <a:cubicBezTo>
                  <a:pt x="6112" y="725"/>
                  <a:pt x="6333" y="882"/>
                  <a:pt x="6427" y="1134"/>
                </a:cubicBezTo>
                <a:lnTo>
                  <a:pt x="6774" y="2080"/>
                </a:lnTo>
                <a:lnTo>
                  <a:pt x="4915" y="2080"/>
                </a:lnTo>
                <a:lnTo>
                  <a:pt x="5262" y="1134"/>
                </a:lnTo>
                <a:cubicBezTo>
                  <a:pt x="5356" y="882"/>
                  <a:pt x="5577" y="725"/>
                  <a:pt x="5829" y="725"/>
                </a:cubicBezTo>
                <a:close/>
                <a:moveTo>
                  <a:pt x="7058" y="2773"/>
                </a:moveTo>
                <a:lnTo>
                  <a:pt x="7782" y="4852"/>
                </a:lnTo>
                <a:lnTo>
                  <a:pt x="3970" y="4852"/>
                </a:lnTo>
                <a:lnTo>
                  <a:pt x="4695" y="2773"/>
                </a:lnTo>
                <a:close/>
                <a:moveTo>
                  <a:pt x="8003" y="5514"/>
                </a:moveTo>
                <a:lnTo>
                  <a:pt x="8759" y="7624"/>
                </a:lnTo>
                <a:lnTo>
                  <a:pt x="2962" y="7624"/>
                </a:lnTo>
                <a:lnTo>
                  <a:pt x="3687" y="5514"/>
                </a:lnTo>
                <a:close/>
                <a:moveTo>
                  <a:pt x="8979" y="8286"/>
                </a:moveTo>
                <a:lnTo>
                  <a:pt x="9452" y="9672"/>
                </a:lnTo>
                <a:lnTo>
                  <a:pt x="2206" y="9672"/>
                </a:lnTo>
                <a:lnTo>
                  <a:pt x="2710" y="8286"/>
                </a:lnTo>
                <a:close/>
                <a:moveTo>
                  <a:pt x="10649" y="10334"/>
                </a:moveTo>
                <a:cubicBezTo>
                  <a:pt x="10838" y="10334"/>
                  <a:pt x="10996" y="10491"/>
                  <a:pt x="10996" y="10680"/>
                </a:cubicBezTo>
                <a:lnTo>
                  <a:pt x="10996" y="10995"/>
                </a:lnTo>
                <a:lnTo>
                  <a:pt x="662" y="10995"/>
                </a:lnTo>
                <a:lnTo>
                  <a:pt x="662" y="10680"/>
                </a:lnTo>
                <a:cubicBezTo>
                  <a:pt x="662" y="10491"/>
                  <a:pt x="820" y="10334"/>
                  <a:pt x="1040" y="10334"/>
                </a:cubicBezTo>
                <a:close/>
                <a:moveTo>
                  <a:pt x="5829" y="0"/>
                </a:moveTo>
                <a:cubicBezTo>
                  <a:pt x="5262" y="0"/>
                  <a:pt x="4758" y="378"/>
                  <a:pt x="4600" y="882"/>
                </a:cubicBezTo>
                <a:cubicBezTo>
                  <a:pt x="4474" y="1260"/>
                  <a:pt x="1670" y="9231"/>
                  <a:pt x="1481" y="9609"/>
                </a:cubicBezTo>
                <a:lnTo>
                  <a:pt x="1040" y="9609"/>
                </a:lnTo>
                <a:cubicBezTo>
                  <a:pt x="473" y="9609"/>
                  <a:pt x="0" y="10082"/>
                  <a:pt x="0" y="10649"/>
                </a:cubicBezTo>
                <a:lnTo>
                  <a:pt x="0" y="11310"/>
                </a:lnTo>
                <a:cubicBezTo>
                  <a:pt x="0" y="11499"/>
                  <a:pt x="158" y="11657"/>
                  <a:pt x="347" y="11657"/>
                </a:cubicBezTo>
                <a:lnTo>
                  <a:pt x="11342" y="11657"/>
                </a:lnTo>
                <a:cubicBezTo>
                  <a:pt x="11531" y="11657"/>
                  <a:pt x="11689" y="11499"/>
                  <a:pt x="11689" y="11310"/>
                </a:cubicBezTo>
                <a:lnTo>
                  <a:pt x="11689" y="10680"/>
                </a:lnTo>
                <a:cubicBezTo>
                  <a:pt x="11689" y="10082"/>
                  <a:pt x="11216" y="9609"/>
                  <a:pt x="10618" y="9609"/>
                </a:cubicBezTo>
                <a:lnTo>
                  <a:pt x="10145" y="9609"/>
                </a:lnTo>
                <a:cubicBezTo>
                  <a:pt x="9988" y="9231"/>
                  <a:pt x="7184" y="1229"/>
                  <a:pt x="7058" y="882"/>
                </a:cubicBezTo>
                <a:cubicBezTo>
                  <a:pt x="6837" y="378"/>
                  <a:pt x="6396" y="0"/>
                  <a:pt x="5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26" name="Google Shape;10326;p64"/>
          <p:cNvSpPr/>
          <p:nvPr/>
        </p:nvSpPr>
        <p:spPr>
          <a:xfrm>
            <a:off x="850162" y="3615866"/>
            <a:ext cx="355498" cy="354558"/>
          </a:xfrm>
          <a:custGeom>
            <a:rect l="l" t="t" r="r" b="b"/>
            <a:pathLst>
              <a:path w="11721" h="11690" extrusionOk="0">
                <a:moveTo>
                  <a:pt x="8980" y="662"/>
                </a:moveTo>
                <a:lnTo>
                  <a:pt x="8980" y="2710"/>
                </a:lnTo>
                <a:lnTo>
                  <a:pt x="7594" y="2710"/>
                </a:lnTo>
                <a:lnTo>
                  <a:pt x="7594" y="1671"/>
                </a:lnTo>
                <a:cubicBezTo>
                  <a:pt x="7594" y="1135"/>
                  <a:pt x="8066" y="662"/>
                  <a:pt x="8602" y="662"/>
                </a:cubicBezTo>
                <a:close/>
                <a:moveTo>
                  <a:pt x="9988" y="662"/>
                </a:moveTo>
                <a:cubicBezTo>
                  <a:pt x="10177" y="662"/>
                  <a:pt x="10366" y="820"/>
                  <a:pt x="10366" y="1009"/>
                </a:cubicBezTo>
                <a:lnTo>
                  <a:pt x="10366" y="2395"/>
                </a:lnTo>
                <a:cubicBezTo>
                  <a:pt x="10366" y="2584"/>
                  <a:pt x="10177" y="2742"/>
                  <a:pt x="9988" y="2742"/>
                </a:cubicBezTo>
                <a:lnTo>
                  <a:pt x="9641" y="2742"/>
                </a:lnTo>
                <a:lnTo>
                  <a:pt x="9641" y="662"/>
                </a:lnTo>
                <a:close/>
                <a:moveTo>
                  <a:pt x="10650" y="4758"/>
                </a:moveTo>
                <a:cubicBezTo>
                  <a:pt x="10870" y="4758"/>
                  <a:pt x="11028" y="4916"/>
                  <a:pt x="11028" y="5105"/>
                </a:cubicBezTo>
                <a:cubicBezTo>
                  <a:pt x="11028" y="5294"/>
                  <a:pt x="10870" y="5451"/>
                  <a:pt x="10650" y="5451"/>
                </a:cubicBezTo>
                <a:lnTo>
                  <a:pt x="9295" y="5451"/>
                </a:lnTo>
                <a:cubicBezTo>
                  <a:pt x="9074" y="5451"/>
                  <a:pt x="8917" y="5294"/>
                  <a:pt x="8917" y="5105"/>
                </a:cubicBezTo>
                <a:cubicBezTo>
                  <a:pt x="8917" y="4916"/>
                  <a:pt x="9074" y="4758"/>
                  <a:pt x="9295" y="4758"/>
                </a:cubicBezTo>
                <a:close/>
                <a:moveTo>
                  <a:pt x="10650" y="6144"/>
                </a:moveTo>
                <a:cubicBezTo>
                  <a:pt x="10870" y="6144"/>
                  <a:pt x="11028" y="6302"/>
                  <a:pt x="11028" y="6491"/>
                </a:cubicBezTo>
                <a:cubicBezTo>
                  <a:pt x="11028" y="6680"/>
                  <a:pt x="10870" y="6837"/>
                  <a:pt x="10650" y="6837"/>
                </a:cubicBezTo>
                <a:lnTo>
                  <a:pt x="9295" y="6837"/>
                </a:lnTo>
                <a:cubicBezTo>
                  <a:pt x="9074" y="6837"/>
                  <a:pt x="8917" y="6680"/>
                  <a:pt x="8917" y="6491"/>
                </a:cubicBezTo>
                <a:cubicBezTo>
                  <a:pt x="8917" y="6302"/>
                  <a:pt x="9074" y="6144"/>
                  <a:pt x="9295" y="6144"/>
                </a:cubicBezTo>
                <a:close/>
                <a:moveTo>
                  <a:pt x="3088" y="3372"/>
                </a:moveTo>
                <a:cubicBezTo>
                  <a:pt x="3309" y="3372"/>
                  <a:pt x="3467" y="3529"/>
                  <a:pt x="3467" y="3718"/>
                </a:cubicBezTo>
                <a:lnTo>
                  <a:pt x="3467" y="7814"/>
                </a:lnTo>
                <a:cubicBezTo>
                  <a:pt x="3467" y="8035"/>
                  <a:pt x="3309" y="8192"/>
                  <a:pt x="3088" y="8192"/>
                </a:cubicBezTo>
                <a:lnTo>
                  <a:pt x="2742" y="8192"/>
                </a:lnTo>
                <a:lnTo>
                  <a:pt x="2742" y="3372"/>
                </a:lnTo>
                <a:close/>
                <a:moveTo>
                  <a:pt x="9988" y="7499"/>
                </a:moveTo>
                <a:cubicBezTo>
                  <a:pt x="10177" y="7499"/>
                  <a:pt x="10335" y="7657"/>
                  <a:pt x="10335" y="7877"/>
                </a:cubicBezTo>
                <a:cubicBezTo>
                  <a:pt x="10335" y="8066"/>
                  <a:pt x="10177" y="8224"/>
                  <a:pt x="9988" y="8224"/>
                </a:cubicBezTo>
                <a:lnTo>
                  <a:pt x="9326" y="8224"/>
                </a:lnTo>
                <a:cubicBezTo>
                  <a:pt x="9137" y="8224"/>
                  <a:pt x="8980" y="8066"/>
                  <a:pt x="8980" y="7877"/>
                </a:cubicBezTo>
                <a:cubicBezTo>
                  <a:pt x="8980" y="7657"/>
                  <a:pt x="9137" y="7499"/>
                  <a:pt x="9326" y="7499"/>
                </a:cubicBezTo>
                <a:close/>
                <a:moveTo>
                  <a:pt x="9988" y="3403"/>
                </a:moveTo>
                <a:cubicBezTo>
                  <a:pt x="10177" y="3403"/>
                  <a:pt x="10335" y="3561"/>
                  <a:pt x="10335" y="3781"/>
                </a:cubicBezTo>
                <a:cubicBezTo>
                  <a:pt x="10335" y="3971"/>
                  <a:pt x="10177" y="4128"/>
                  <a:pt x="9988" y="4128"/>
                </a:cubicBezTo>
                <a:lnTo>
                  <a:pt x="7279" y="4128"/>
                </a:lnTo>
                <a:cubicBezTo>
                  <a:pt x="7090" y="4128"/>
                  <a:pt x="6932" y="4286"/>
                  <a:pt x="6932" y="4475"/>
                </a:cubicBezTo>
                <a:cubicBezTo>
                  <a:pt x="6932" y="5042"/>
                  <a:pt x="6459" y="5514"/>
                  <a:pt x="5892" y="5514"/>
                </a:cubicBezTo>
                <a:cubicBezTo>
                  <a:pt x="5703" y="5514"/>
                  <a:pt x="5546" y="5672"/>
                  <a:pt x="5546" y="5861"/>
                </a:cubicBezTo>
                <a:cubicBezTo>
                  <a:pt x="5546" y="6050"/>
                  <a:pt x="5703" y="6207"/>
                  <a:pt x="5892" y="6207"/>
                </a:cubicBezTo>
                <a:cubicBezTo>
                  <a:pt x="6302" y="6207"/>
                  <a:pt x="6649" y="6081"/>
                  <a:pt x="6932" y="5861"/>
                </a:cubicBezTo>
                <a:lnTo>
                  <a:pt x="6932" y="8255"/>
                </a:lnTo>
                <a:lnTo>
                  <a:pt x="5546" y="8255"/>
                </a:lnTo>
                <a:lnTo>
                  <a:pt x="5546" y="8192"/>
                </a:lnTo>
                <a:cubicBezTo>
                  <a:pt x="5388" y="8192"/>
                  <a:pt x="5231" y="8129"/>
                  <a:pt x="5073" y="8066"/>
                </a:cubicBezTo>
                <a:lnTo>
                  <a:pt x="4128" y="7625"/>
                </a:lnTo>
                <a:lnTo>
                  <a:pt x="4128" y="4097"/>
                </a:lnTo>
                <a:lnTo>
                  <a:pt x="4727" y="4097"/>
                </a:lnTo>
                <a:cubicBezTo>
                  <a:pt x="5105" y="4097"/>
                  <a:pt x="5514" y="3907"/>
                  <a:pt x="5766" y="3655"/>
                </a:cubicBezTo>
                <a:cubicBezTo>
                  <a:pt x="5924" y="3498"/>
                  <a:pt x="6144" y="3403"/>
                  <a:pt x="6365" y="3403"/>
                </a:cubicBezTo>
                <a:close/>
                <a:moveTo>
                  <a:pt x="1734" y="662"/>
                </a:moveTo>
                <a:cubicBezTo>
                  <a:pt x="1923" y="662"/>
                  <a:pt x="2080" y="820"/>
                  <a:pt x="2080" y="1009"/>
                </a:cubicBezTo>
                <a:lnTo>
                  <a:pt x="2080" y="9200"/>
                </a:lnTo>
                <a:cubicBezTo>
                  <a:pt x="2080" y="9389"/>
                  <a:pt x="1923" y="9547"/>
                  <a:pt x="1734" y="9547"/>
                </a:cubicBezTo>
                <a:cubicBezTo>
                  <a:pt x="1513" y="9547"/>
                  <a:pt x="1356" y="9389"/>
                  <a:pt x="1356" y="9200"/>
                </a:cubicBezTo>
                <a:lnTo>
                  <a:pt x="1356" y="1009"/>
                </a:lnTo>
                <a:cubicBezTo>
                  <a:pt x="1356" y="820"/>
                  <a:pt x="1513" y="662"/>
                  <a:pt x="1734" y="662"/>
                </a:cubicBezTo>
                <a:close/>
                <a:moveTo>
                  <a:pt x="8350" y="4790"/>
                </a:moveTo>
                <a:cubicBezTo>
                  <a:pt x="8287" y="4916"/>
                  <a:pt x="8287" y="5042"/>
                  <a:pt x="8287" y="5136"/>
                </a:cubicBezTo>
                <a:cubicBezTo>
                  <a:pt x="8287" y="5420"/>
                  <a:pt x="8413" y="5672"/>
                  <a:pt x="8570" y="5829"/>
                </a:cubicBezTo>
                <a:cubicBezTo>
                  <a:pt x="8413" y="6018"/>
                  <a:pt x="8287" y="6239"/>
                  <a:pt x="8287" y="6491"/>
                </a:cubicBezTo>
                <a:cubicBezTo>
                  <a:pt x="8287" y="6743"/>
                  <a:pt x="8413" y="6995"/>
                  <a:pt x="8570" y="7152"/>
                </a:cubicBezTo>
                <a:cubicBezTo>
                  <a:pt x="8413" y="7342"/>
                  <a:pt x="8287" y="7594"/>
                  <a:pt x="8287" y="7814"/>
                </a:cubicBezTo>
                <a:cubicBezTo>
                  <a:pt x="8287" y="8255"/>
                  <a:pt x="8570" y="8633"/>
                  <a:pt x="8980" y="8791"/>
                </a:cubicBezTo>
                <a:lnTo>
                  <a:pt x="8980" y="10965"/>
                </a:lnTo>
                <a:lnTo>
                  <a:pt x="8602" y="10965"/>
                </a:lnTo>
                <a:cubicBezTo>
                  <a:pt x="8066" y="10965"/>
                  <a:pt x="7594" y="10460"/>
                  <a:pt x="7594" y="9925"/>
                </a:cubicBezTo>
                <a:lnTo>
                  <a:pt x="7594" y="4790"/>
                </a:lnTo>
                <a:close/>
                <a:moveTo>
                  <a:pt x="9988" y="8885"/>
                </a:moveTo>
                <a:cubicBezTo>
                  <a:pt x="10177" y="8885"/>
                  <a:pt x="10335" y="9043"/>
                  <a:pt x="10335" y="9232"/>
                </a:cubicBezTo>
                <a:lnTo>
                  <a:pt x="10335" y="10618"/>
                </a:lnTo>
                <a:cubicBezTo>
                  <a:pt x="10335" y="10807"/>
                  <a:pt x="10177" y="10965"/>
                  <a:pt x="9988" y="10965"/>
                </a:cubicBezTo>
                <a:lnTo>
                  <a:pt x="9641" y="10965"/>
                </a:lnTo>
                <a:lnTo>
                  <a:pt x="9641" y="8885"/>
                </a:lnTo>
                <a:close/>
                <a:moveTo>
                  <a:pt x="1734" y="1"/>
                </a:moveTo>
                <a:cubicBezTo>
                  <a:pt x="1167" y="1"/>
                  <a:pt x="694" y="473"/>
                  <a:pt x="694" y="1009"/>
                </a:cubicBezTo>
                <a:lnTo>
                  <a:pt x="694" y="9200"/>
                </a:lnTo>
                <a:cubicBezTo>
                  <a:pt x="694" y="9641"/>
                  <a:pt x="978" y="10019"/>
                  <a:pt x="1356" y="10177"/>
                </a:cubicBezTo>
                <a:lnTo>
                  <a:pt x="1356" y="10965"/>
                </a:lnTo>
                <a:lnTo>
                  <a:pt x="348" y="10965"/>
                </a:lnTo>
                <a:cubicBezTo>
                  <a:pt x="158" y="10965"/>
                  <a:pt x="1" y="11122"/>
                  <a:pt x="1" y="11343"/>
                </a:cubicBezTo>
                <a:cubicBezTo>
                  <a:pt x="1" y="11532"/>
                  <a:pt x="158" y="11689"/>
                  <a:pt x="348" y="11689"/>
                </a:cubicBezTo>
                <a:lnTo>
                  <a:pt x="3057" y="11689"/>
                </a:lnTo>
                <a:cubicBezTo>
                  <a:pt x="3246" y="11689"/>
                  <a:pt x="3403" y="11532"/>
                  <a:pt x="3403" y="11343"/>
                </a:cubicBezTo>
                <a:cubicBezTo>
                  <a:pt x="3403" y="11122"/>
                  <a:pt x="3246" y="10965"/>
                  <a:pt x="3057" y="10965"/>
                </a:cubicBezTo>
                <a:lnTo>
                  <a:pt x="2049" y="10965"/>
                </a:lnTo>
                <a:lnTo>
                  <a:pt x="2049" y="10177"/>
                </a:lnTo>
                <a:cubicBezTo>
                  <a:pt x="2427" y="10019"/>
                  <a:pt x="2710" y="9673"/>
                  <a:pt x="2710" y="9200"/>
                </a:cubicBezTo>
                <a:lnTo>
                  <a:pt x="2710" y="8885"/>
                </a:lnTo>
                <a:lnTo>
                  <a:pt x="3057" y="8885"/>
                </a:lnTo>
                <a:cubicBezTo>
                  <a:pt x="3467" y="8885"/>
                  <a:pt x="3813" y="8665"/>
                  <a:pt x="3971" y="8350"/>
                </a:cubicBezTo>
                <a:lnTo>
                  <a:pt x="4727" y="8696"/>
                </a:lnTo>
                <a:cubicBezTo>
                  <a:pt x="4947" y="8822"/>
                  <a:pt x="5231" y="8885"/>
                  <a:pt x="5451" y="8885"/>
                </a:cubicBezTo>
                <a:lnTo>
                  <a:pt x="6838" y="8885"/>
                </a:lnTo>
                <a:lnTo>
                  <a:pt x="6838" y="9925"/>
                </a:lnTo>
                <a:cubicBezTo>
                  <a:pt x="6838" y="10870"/>
                  <a:pt x="7594" y="11689"/>
                  <a:pt x="8539" y="11689"/>
                </a:cubicBezTo>
                <a:lnTo>
                  <a:pt x="9925" y="11689"/>
                </a:lnTo>
                <a:cubicBezTo>
                  <a:pt x="10461" y="11689"/>
                  <a:pt x="10933" y="11217"/>
                  <a:pt x="10933" y="10650"/>
                </a:cubicBezTo>
                <a:lnTo>
                  <a:pt x="10933" y="9232"/>
                </a:lnTo>
                <a:cubicBezTo>
                  <a:pt x="10933" y="8980"/>
                  <a:pt x="10807" y="8728"/>
                  <a:pt x="10681" y="8570"/>
                </a:cubicBezTo>
                <a:cubicBezTo>
                  <a:pt x="10839" y="8381"/>
                  <a:pt x="10933" y="8129"/>
                  <a:pt x="10933" y="7909"/>
                </a:cubicBezTo>
                <a:cubicBezTo>
                  <a:pt x="10933" y="7783"/>
                  <a:pt x="10902" y="7625"/>
                  <a:pt x="10870" y="7499"/>
                </a:cubicBezTo>
                <a:cubicBezTo>
                  <a:pt x="11311" y="7405"/>
                  <a:pt x="11626" y="6995"/>
                  <a:pt x="11626" y="6522"/>
                </a:cubicBezTo>
                <a:cubicBezTo>
                  <a:pt x="11626" y="6239"/>
                  <a:pt x="11500" y="6018"/>
                  <a:pt x="11343" y="5861"/>
                </a:cubicBezTo>
                <a:cubicBezTo>
                  <a:pt x="11500" y="5672"/>
                  <a:pt x="11626" y="5420"/>
                  <a:pt x="11626" y="5199"/>
                </a:cubicBezTo>
                <a:cubicBezTo>
                  <a:pt x="11721" y="4632"/>
                  <a:pt x="11374" y="4254"/>
                  <a:pt x="10933" y="4128"/>
                </a:cubicBezTo>
                <a:cubicBezTo>
                  <a:pt x="10965" y="4002"/>
                  <a:pt x="11028" y="3876"/>
                  <a:pt x="11028" y="3718"/>
                </a:cubicBezTo>
                <a:cubicBezTo>
                  <a:pt x="11028" y="3466"/>
                  <a:pt x="10902" y="3214"/>
                  <a:pt x="10744" y="3057"/>
                </a:cubicBezTo>
                <a:cubicBezTo>
                  <a:pt x="10902" y="2868"/>
                  <a:pt x="11028" y="2616"/>
                  <a:pt x="11028" y="2395"/>
                </a:cubicBezTo>
                <a:lnTo>
                  <a:pt x="11028" y="1009"/>
                </a:lnTo>
                <a:cubicBezTo>
                  <a:pt x="11028" y="473"/>
                  <a:pt x="10555" y="1"/>
                  <a:pt x="9988" y="1"/>
                </a:cubicBezTo>
                <a:lnTo>
                  <a:pt x="8602" y="1"/>
                </a:lnTo>
                <a:cubicBezTo>
                  <a:pt x="7657" y="1"/>
                  <a:pt x="6932" y="726"/>
                  <a:pt x="6932" y="1671"/>
                </a:cubicBezTo>
                <a:lnTo>
                  <a:pt x="6932" y="2710"/>
                </a:lnTo>
                <a:lnTo>
                  <a:pt x="6365" y="2710"/>
                </a:lnTo>
                <a:cubicBezTo>
                  <a:pt x="5987" y="2710"/>
                  <a:pt x="5577" y="2868"/>
                  <a:pt x="5294" y="3151"/>
                </a:cubicBezTo>
                <a:cubicBezTo>
                  <a:pt x="5136" y="3309"/>
                  <a:pt x="4947" y="3372"/>
                  <a:pt x="4727" y="3372"/>
                </a:cubicBezTo>
                <a:lnTo>
                  <a:pt x="4097" y="3372"/>
                </a:lnTo>
                <a:cubicBezTo>
                  <a:pt x="3939" y="2994"/>
                  <a:pt x="3561" y="2710"/>
                  <a:pt x="3088" y="2710"/>
                </a:cubicBezTo>
                <a:lnTo>
                  <a:pt x="2742" y="2710"/>
                </a:lnTo>
                <a:lnTo>
                  <a:pt x="2742" y="1009"/>
                </a:lnTo>
                <a:cubicBezTo>
                  <a:pt x="2742" y="473"/>
                  <a:pt x="2269" y="1"/>
                  <a:pt x="173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327" name="Google Shape;10327;p64"/>
          <p:cNvGrpSpPr/>
          <p:nvPr/>
        </p:nvGrpSpPr>
        <p:grpSpPr>
          <a:xfrm>
            <a:off x="3081101" y="2687555"/>
            <a:ext cx="356438" cy="353557"/>
            <a:chOff x="-31166826" y="1939525"/>
            <a:chExt cx="293800" cy="291425"/>
          </a:xfrm>
        </p:grpSpPr>
        <p:sp>
          <p:nvSpPr>
            <p:cNvPr id="10328" name="Google Shape;10328;p64"/>
            <p:cNvSpPr/>
            <p:nvPr/>
          </p:nvSpPr>
          <p:spPr>
            <a:xfrm>
              <a:off x="-31166826" y="1939525"/>
              <a:ext cx="224500" cy="291425"/>
            </a:xfrm>
            <a:custGeom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29" name="Google Shape;10329;p64"/>
            <p:cNvSpPr/>
            <p:nvPr/>
          </p:nvSpPr>
          <p:spPr>
            <a:xfrm>
              <a:off x="-31131374" y="2145075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0" name="Google Shape;10330;p64"/>
            <p:cNvSpPr/>
            <p:nvPr/>
          </p:nvSpPr>
          <p:spPr>
            <a:xfrm>
              <a:off x="-31131374" y="2076550"/>
              <a:ext cx="52800" cy="52025"/>
            </a:xfrm>
            <a:custGeom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1" name="Google Shape;10331;p64"/>
            <p:cNvSpPr/>
            <p:nvPr/>
          </p:nvSpPr>
          <p:spPr>
            <a:xfrm>
              <a:off x="-31131374" y="2007250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2" name="Google Shape;10332;p64"/>
            <p:cNvSpPr/>
            <p:nvPr/>
          </p:nvSpPr>
          <p:spPr>
            <a:xfrm>
              <a:off x="-31062076" y="2007250"/>
              <a:ext cx="85875" cy="18150"/>
            </a:xfrm>
            <a:custGeom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3" name="Google Shape;10333;p64"/>
            <p:cNvSpPr/>
            <p:nvPr/>
          </p:nvSpPr>
          <p:spPr>
            <a:xfrm>
              <a:off x="-31062076" y="2041900"/>
              <a:ext cx="52025" cy="18150"/>
            </a:xfrm>
            <a:custGeom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4" name="Google Shape;10334;p64"/>
            <p:cNvSpPr/>
            <p:nvPr/>
          </p:nvSpPr>
          <p:spPr>
            <a:xfrm>
              <a:off x="-31062076" y="2076550"/>
              <a:ext cx="85875" cy="17375"/>
            </a:xfrm>
            <a:custGeom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5" name="Google Shape;10335;p64"/>
            <p:cNvSpPr/>
            <p:nvPr/>
          </p:nvSpPr>
          <p:spPr>
            <a:xfrm>
              <a:off x="-31062076" y="2110425"/>
              <a:ext cx="52025" cy="18150"/>
            </a:xfrm>
            <a:custGeom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6" name="Google Shape;10336;p64"/>
            <p:cNvSpPr/>
            <p:nvPr/>
          </p:nvSpPr>
          <p:spPr>
            <a:xfrm>
              <a:off x="-31062076" y="2145075"/>
              <a:ext cx="85875" cy="18150"/>
            </a:xfrm>
            <a:custGeom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7" name="Google Shape;10337;p64"/>
            <p:cNvSpPr/>
            <p:nvPr/>
          </p:nvSpPr>
          <p:spPr>
            <a:xfrm>
              <a:off x="-31062076" y="2179750"/>
              <a:ext cx="52025" cy="18125"/>
            </a:xfrm>
            <a:custGeom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38" name="Google Shape;10338;p64"/>
            <p:cNvSpPr/>
            <p:nvPr/>
          </p:nvSpPr>
          <p:spPr>
            <a:xfrm>
              <a:off x="-30924224" y="1974175"/>
              <a:ext cx="51200" cy="240250"/>
            </a:xfrm>
            <a:custGeom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39" name="Google Shape;10339;p64"/>
          <p:cNvGrpSpPr/>
          <p:nvPr/>
        </p:nvGrpSpPr>
        <p:grpSpPr>
          <a:xfrm>
            <a:off x="3082057" y="3155482"/>
            <a:ext cx="354527" cy="354133"/>
            <a:chOff x="-31165251" y="2298675"/>
            <a:chExt cx="292225" cy="291900"/>
          </a:xfrm>
        </p:grpSpPr>
        <p:sp>
          <p:nvSpPr>
            <p:cNvPr id="10340" name="Google Shape;10340;p64"/>
            <p:cNvSpPr/>
            <p:nvPr/>
          </p:nvSpPr>
          <p:spPr>
            <a:xfrm>
              <a:off x="-31003001" y="2332550"/>
              <a:ext cx="86675" cy="103400"/>
            </a:xfrm>
            <a:custGeom>
              <a:rect l="l" t="t" r="r" b="b"/>
              <a:pathLst>
                <a:path w="3467" h="4136" extrusionOk="0">
                  <a:moveTo>
                    <a:pt x="2049" y="1386"/>
                  </a:moveTo>
                  <a:cubicBezTo>
                    <a:pt x="2017" y="1764"/>
                    <a:pt x="1923" y="2111"/>
                    <a:pt x="1734" y="2426"/>
                  </a:cubicBezTo>
                  <a:cubicBezTo>
                    <a:pt x="1576" y="2111"/>
                    <a:pt x="1450" y="1764"/>
                    <a:pt x="1418" y="1386"/>
                  </a:cubicBezTo>
                  <a:close/>
                  <a:moveTo>
                    <a:pt x="1734" y="0"/>
                  </a:moveTo>
                  <a:cubicBezTo>
                    <a:pt x="1545" y="0"/>
                    <a:pt x="1387" y="158"/>
                    <a:pt x="1387" y="347"/>
                  </a:cubicBezTo>
                  <a:lnTo>
                    <a:pt x="1387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71"/>
                  </a:cubicBezTo>
                  <a:cubicBezTo>
                    <a:pt x="1" y="1260"/>
                    <a:pt x="158" y="1418"/>
                    <a:pt x="347" y="1418"/>
                  </a:cubicBezTo>
                  <a:lnTo>
                    <a:pt x="694" y="1418"/>
                  </a:lnTo>
                  <a:cubicBezTo>
                    <a:pt x="757" y="2016"/>
                    <a:pt x="946" y="2552"/>
                    <a:pt x="1292" y="3056"/>
                  </a:cubicBezTo>
                  <a:lnTo>
                    <a:pt x="788" y="3592"/>
                  </a:lnTo>
                  <a:cubicBezTo>
                    <a:pt x="662" y="3686"/>
                    <a:pt x="662" y="3938"/>
                    <a:pt x="788" y="4064"/>
                  </a:cubicBezTo>
                  <a:cubicBezTo>
                    <a:pt x="851" y="4111"/>
                    <a:pt x="938" y="4135"/>
                    <a:pt x="1025" y="4135"/>
                  </a:cubicBezTo>
                  <a:cubicBezTo>
                    <a:pt x="1111" y="4135"/>
                    <a:pt x="1198" y="4111"/>
                    <a:pt x="1261" y="4064"/>
                  </a:cubicBezTo>
                  <a:lnTo>
                    <a:pt x="1702" y="3623"/>
                  </a:lnTo>
                  <a:lnTo>
                    <a:pt x="2112" y="4064"/>
                  </a:lnTo>
                  <a:cubicBezTo>
                    <a:pt x="2175" y="4111"/>
                    <a:pt x="2269" y="4135"/>
                    <a:pt x="2360" y="4135"/>
                  </a:cubicBezTo>
                  <a:cubicBezTo>
                    <a:pt x="2450" y="4135"/>
                    <a:pt x="2537" y="4111"/>
                    <a:pt x="2584" y="4064"/>
                  </a:cubicBezTo>
                  <a:cubicBezTo>
                    <a:pt x="2710" y="3938"/>
                    <a:pt x="2710" y="3686"/>
                    <a:pt x="2584" y="3592"/>
                  </a:cubicBezTo>
                  <a:lnTo>
                    <a:pt x="2080" y="3056"/>
                  </a:lnTo>
                  <a:cubicBezTo>
                    <a:pt x="2395" y="2552"/>
                    <a:pt x="2584" y="2016"/>
                    <a:pt x="2679" y="1418"/>
                  </a:cubicBezTo>
                  <a:lnTo>
                    <a:pt x="3025" y="1418"/>
                  </a:lnTo>
                  <a:cubicBezTo>
                    <a:pt x="3214" y="1418"/>
                    <a:pt x="3372" y="1260"/>
                    <a:pt x="3372" y="1071"/>
                  </a:cubicBezTo>
                  <a:cubicBezTo>
                    <a:pt x="3466" y="851"/>
                    <a:pt x="3309" y="693"/>
                    <a:pt x="3120" y="693"/>
                  </a:cubicBez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41" name="Google Shape;10341;p64"/>
            <p:cNvSpPr/>
            <p:nvPr/>
          </p:nvSpPr>
          <p:spPr>
            <a:xfrm>
              <a:off x="-31165251" y="2298675"/>
              <a:ext cx="292225" cy="291900"/>
            </a:xfrm>
            <a:custGeom>
              <a:rect l="l" t="t" r="r" b="b"/>
              <a:pathLst>
                <a:path w="11689" h="11676" extrusionOk="0">
                  <a:moveTo>
                    <a:pt x="8192" y="630"/>
                  </a:moveTo>
                  <a:cubicBezTo>
                    <a:pt x="9704" y="630"/>
                    <a:pt x="10933" y="1859"/>
                    <a:pt x="10933" y="3403"/>
                  </a:cubicBezTo>
                  <a:cubicBezTo>
                    <a:pt x="10964" y="4947"/>
                    <a:pt x="9767" y="6144"/>
                    <a:pt x="8224" y="6144"/>
                  </a:cubicBezTo>
                  <a:cubicBezTo>
                    <a:pt x="7656" y="6144"/>
                    <a:pt x="7152" y="5986"/>
                    <a:pt x="6711" y="5671"/>
                  </a:cubicBezTo>
                  <a:cubicBezTo>
                    <a:pt x="6674" y="5634"/>
                    <a:pt x="6616" y="5619"/>
                    <a:pt x="6548" y="5619"/>
                  </a:cubicBezTo>
                  <a:cubicBezTo>
                    <a:pt x="6501" y="5619"/>
                    <a:pt x="6448" y="5627"/>
                    <a:pt x="6396" y="5640"/>
                  </a:cubicBezTo>
                  <a:lnTo>
                    <a:pt x="5609" y="5923"/>
                  </a:lnTo>
                  <a:lnTo>
                    <a:pt x="5861" y="4947"/>
                  </a:lnTo>
                  <a:cubicBezTo>
                    <a:pt x="5861" y="4852"/>
                    <a:pt x="5861" y="4789"/>
                    <a:pt x="5829" y="4695"/>
                  </a:cubicBezTo>
                  <a:cubicBezTo>
                    <a:pt x="5577" y="4317"/>
                    <a:pt x="5451" y="3844"/>
                    <a:pt x="5451" y="3403"/>
                  </a:cubicBezTo>
                  <a:cubicBezTo>
                    <a:pt x="5451" y="1859"/>
                    <a:pt x="6680" y="630"/>
                    <a:pt x="8192" y="630"/>
                  </a:cubicBezTo>
                  <a:close/>
                  <a:moveTo>
                    <a:pt x="3403" y="5545"/>
                  </a:moveTo>
                  <a:cubicBezTo>
                    <a:pt x="3970" y="5545"/>
                    <a:pt x="4474" y="5703"/>
                    <a:pt x="4916" y="5986"/>
                  </a:cubicBezTo>
                  <a:lnTo>
                    <a:pt x="4790" y="6490"/>
                  </a:lnTo>
                  <a:cubicBezTo>
                    <a:pt x="4758" y="6616"/>
                    <a:pt x="4790" y="6742"/>
                    <a:pt x="4916" y="6868"/>
                  </a:cubicBezTo>
                  <a:cubicBezTo>
                    <a:pt x="4960" y="6913"/>
                    <a:pt x="5052" y="6958"/>
                    <a:pt x="5146" y="6958"/>
                  </a:cubicBezTo>
                  <a:cubicBezTo>
                    <a:pt x="5186" y="6958"/>
                    <a:pt x="5225" y="6950"/>
                    <a:pt x="5262" y="6931"/>
                  </a:cubicBezTo>
                  <a:lnTo>
                    <a:pt x="5703" y="6774"/>
                  </a:lnTo>
                  <a:cubicBezTo>
                    <a:pt x="6018" y="7152"/>
                    <a:pt x="6176" y="7656"/>
                    <a:pt x="6176" y="8255"/>
                  </a:cubicBezTo>
                  <a:cubicBezTo>
                    <a:pt x="6176" y="8696"/>
                    <a:pt x="6050" y="9137"/>
                    <a:pt x="5829" y="9546"/>
                  </a:cubicBezTo>
                  <a:cubicBezTo>
                    <a:pt x="5766" y="9609"/>
                    <a:pt x="5766" y="9704"/>
                    <a:pt x="5766" y="9767"/>
                  </a:cubicBezTo>
                  <a:lnTo>
                    <a:pt x="6018" y="10775"/>
                  </a:lnTo>
                  <a:lnTo>
                    <a:pt x="5231" y="10491"/>
                  </a:lnTo>
                  <a:cubicBezTo>
                    <a:pt x="5178" y="10478"/>
                    <a:pt x="5126" y="10471"/>
                    <a:pt x="5078" y="10471"/>
                  </a:cubicBezTo>
                  <a:cubicBezTo>
                    <a:pt x="5011" y="10471"/>
                    <a:pt x="4952" y="10486"/>
                    <a:pt x="4916" y="10523"/>
                  </a:cubicBezTo>
                  <a:cubicBezTo>
                    <a:pt x="4474" y="10838"/>
                    <a:pt x="3939" y="10996"/>
                    <a:pt x="3403" y="10996"/>
                  </a:cubicBezTo>
                  <a:cubicBezTo>
                    <a:pt x="1891" y="10996"/>
                    <a:pt x="662" y="9767"/>
                    <a:pt x="662" y="8286"/>
                  </a:cubicBezTo>
                  <a:cubicBezTo>
                    <a:pt x="662" y="6774"/>
                    <a:pt x="1891" y="5545"/>
                    <a:pt x="3403" y="5545"/>
                  </a:cubicBezTo>
                  <a:close/>
                  <a:moveTo>
                    <a:pt x="8224" y="0"/>
                  </a:moveTo>
                  <a:cubicBezTo>
                    <a:pt x="6333" y="0"/>
                    <a:pt x="4790" y="1544"/>
                    <a:pt x="4790" y="3434"/>
                  </a:cubicBezTo>
                  <a:cubicBezTo>
                    <a:pt x="4790" y="3938"/>
                    <a:pt x="4916" y="4506"/>
                    <a:pt x="5136" y="4978"/>
                  </a:cubicBezTo>
                  <a:lnTo>
                    <a:pt x="5073" y="5262"/>
                  </a:lnTo>
                  <a:cubicBezTo>
                    <a:pt x="4569" y="4978"/>
                    <a:pt x="4002" y="4821"/>
                    <a:pt x="3435" y="4821"/>
                  </a:cubicBezTo>
                  <a:cubicBezTo>
                    <a:pt x="1513" y="4821"/>
                    <a:pt x="1" y="6364"/>
                    <a:pt x="1" y="8255"/>
                  </a:cubicBezTo>
                  <a:cubicBezTo>
                    <a:pt x="1" y="10113"/>
                    <a:pt x="1544" y="11657"/>
                    <a:pt x="3435" y="11657"/>
                  </a:cubicBezTo>
                  <a:cubicBezTo>
                    <a:pt x="4065" y="11657"/>
                    <a:pt x="4632" y="11500"/>
                    <a:pt x="5168" y="11185"/>
                  </a:cubicBezTo>
                  <a:lnTo>
                    <a:pt x="6365" y="11657"/>
                  </a:lnTo>
                  <a:cubicBezTo>
                    <a:pt x="6411" y="11669"/>
                    <a:pt x="6457" y="11676"/>
                    <a:pt x="6503" y="11676"/>
                  </a:cubicBezTo>
                  <a:cubicBezTo>
                    <a:pt x="6583" y="11676"/>
                    <a:pt x="6663" y="11654"/>
                    <a:pt x="6743" y="11594"/>
                  </a:cubicBezTo>
                  <a:cubicBezTo>
                    <a:pt x="6806" y="11500"/>
                    <a:pt x="6837" y="11405"/>
                    <a:pt x="6837" y="11248"/>
                  </a:cubicBezTo>
                  <a:lnTo>
                    <a:pt x="6491" y="9767"/>
                  </a:lnTo>
                  <a:cubicBezTo>
                    <a:pt x="6743" y="9294"/>
                    <a:pt x="6837" y="8790"/>
                    <a:pt x="6837" y="8255"/>
                  </a:cubicBezTo>
                  <a:cubicBezTo>
                    <a:pt x="6837" y="7625"/>
                    <a:pt x="6648" y="6994"/>
                    <a:pt x="6333" y="6427"/>
                  </a:cubicBezTo>
                  <a:lnTo>
                    <a:pt x="6459" y="6396"/>
                  </a:lnTo>
                  <a:cubicBezTo>
                    <a:pt x="6963" y="6711"/>
                    <a:pt x="7593" y="6868"/>
                    <a:pt x="8192" y="6868"/>
                  </a:cubicBezTo>
                  <a:cubicBezTo>
                    <a:pt x="10082" y="6868"/>
                    <a:pt x="11626" y="5325"/>
                    <a:pt x="11626" y="3434"/>
                  </a:cubicBezTo>
                  <a:cubicBezTo>
                    <a:pt x="11689" y="1544"/>
                    <a:pt x="10114" y="0"/>
                    <a:pt x="8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42" name="Google Shape;10342;p64"/>
            <p:cNvSpPr/>
            <p:nvPr/>
          </p:nvSpPr>
          <p:spPr>
            <a:xfrm>
              <a:off x="-31115626" y="2452250"/>
              <a:ext cx="70900" cy="104150"/>
            </a:xfrm>
            <a:custGeom>
              <a:rect l="l" t="t" r="r" b="b"/>
              <a:pathLst>
                <a:path w="2836" h="4166" extrusionOk="0">
                  <a:moveTo>
                    <a:pt x="1481" y="1576"/>
                  </a:moveTo>
                  <a:lnTo>
                    <a:pt x="1639" y="2112"/>
                  </a:lnTo>
                  <a:lnTo>
                    <a:pt x="1324" y="2112"/>
                  </a:lnTo>
                  <a:lnTo>
                    <a:pt x="1481" y="1576"/>
                  </a:lnTo>
                  <a:close/>
                  <a:moveTo>
                    <a:pt x="1418" y="1"/>
                  </a:moveTo>
                  <a:cubicBezTo>
                    <a:pt x="1261" y="1"/>
                    <a:pt x="1166" y="127"/>
                    <a:pt x="1103" y="253"/>
                  </a:cubicBezTo>
                  <a:lnTo>
                    <a:pt x="568" y="2049"/>
                  </a:lnTo>
                  <a:lnTo>
                    <a:pt x="410" y="2049"/>
                  </a:lnTo>
                  <a:cubicBezTo>
                    <a:pt x="221" y="2049"/>
                    <a:pt x="64" y="2206"/>
                    <a:pt x="64" y="2427"/>
                  </a:cubicBezTo>
                  <a:cubicBezTo>
                    <a:pt x="64" y="2584"/>
                    <a:pt x="158" y="2742"/>
                    <a:pt x="316" y="2773"/>
                  </a:cubicBezTo>
                  <a:lnTo>
                    <a:pt x="64" y="3718"/>
                  </a:lnTo>
                  <a:cubicBezTo>
                    <a:pt x="1" y="3907"/>
                    <a:pt x="95" y="4065"/>
                    <a:pt x="284" y="4159"/>
                  </a:cubicBezTo>
                  <a:cubicBezTo>
                    <a:pt x="308" y="4163"/>
                    <a:pt x="332" y="4165"/>
                    <a:pt x="355" y="4165"/>
                  </a:cubicBezTo>
                  <a:cubicBezTo>
                    <a:pt x="512" y="4165"/>
                    <a:pt x="643" y="4072"/>
                    <a:pt x="725" y="3907"/>
                  </a:cubicBezTo>
                  <a:lnTo>
                    <a:pt x="1072" y="2773"/>
                  </a:lnTo>
                  <a:lnTo>
                    <a:pt x="1796" y="2773"/>
                  </a:lnTo>
                  <a:lnTo>
                    <a:pt x="2143" y="3907"/>
                  </a:lnTo>
                  <a:cubicBezTo>
                    <a:pt x="2170" y="4072"/>
                    <a:pt x="2318" y="4165"/>
                    <a:pt x="2502" y="4165"/>
                  </a:cubicBezTo>
                  <a:cubicBezTo>
                    <a:pt x="2528" y="4165"/>
                    <a:pt x="2556" y="4163"/>
                    <a:pt x="2584" y="4159"/>
                  </a:cubicBezTo>
                  <a:cubicBezTo>
                    <a:pt x="2773" y="4096"/>
                    <a:pt x="2836" y="3907"/>
                    <a:pt x="2805" y="3718"/>
                  </a:cubicBezTo>
                  <a:lnTo>
                    <a:pt x="2521" y="2773"/>
                  </a:lnTo>
                  <a:cubicBezTo>
                    <a:pt x="2678" y="2742"/>
                    <a:pt x="2805" y="2616"/>
                    <a:pt x="2805" y="2427"/>
                  </a:cubicBezTo>
                  <a:cubicBezTo>
                    <a:pt x="2805" y="2206"/>
                    <a:pt x="2647" y="2049"/>
                    <a:pt x="2458" y="2049"/>
                  </a:cubicBezTo>
                  <a:lnTo>
                    <a:pt x="2300" y="2049"/>
                  </a:lnTo>
                  <a:lnTo>
                    <a:pt x="1733" y="253"/>
                  </a:lnTo>
                  <a:cubicBezTo>
                    <a:pt x="1702" y="95"/>
                    <a:pt x="1576" y="1"/>
                    <a:pt x="1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43" name="Google Shape;10343;p64"/>
          <p:cNvGrpSpPr/>
          <p:nvPr/>
        </p:nvGrpSpPr>
        <p:grpSpPr>
          <a:xfrm>
            <a:off x="3082542" y="3616136"/>
            <a:ext cx="353557" cy="353557"/>
            <a:chOff x="-31164451" y="2657050"/>
            <a:chExt cx="291425" cy="291425"/>
          </a:xfrm>
        </p:grpSpPr>
        <p:sp>
          <p:nvSpPr>
            <p:cNvPr id="10344" name="Google Shape;10344;p64"/>
            <p:cNvSpPr/>
            <p:nvPr/>
          </p:nvSpPr>
          <p:spPr>
            <a:xfrm>
              <a:off x="-31028974" y="276100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63" y="536"/>
                    <a:pt x="221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45" name="Google Shape;10345;p64"/>
            <p:cNvSpPr/>
            <p:nvPr/>
          </p:nvSpPr>
          <p:spPr>
            <a:xfrm>
              <a:off x="-31028974" y="2794075"/>
              <a:ext cx="18125" cy="52025"/>
            </a:xfrm>
            <a:custGeom>
              <a:rect l="l" t="t" r="r" b="b"/>
              <a:pathLst>
                <a:path w="725" h="2081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4"/>
                  </a:lnTo>
                  <a:cubicBezTo>
                    <a:pt x="63" y="1923"/>
                    <a:pt x="221" y="2080"/>
                    <a:pt x="378" y="2080"/>
                  </a:cubicBezTo>
                  <a:cubicBezTo>
                    <a:pt x="567" y="2080"/>
                    <a:pt x="725" y="1923"/>
                    <a:pt x="725" y="1734"/>
                  </a:cubicBezTo>
                  <a:lnTo>
                    <a:pt x="725" y="347"/>
                  </a:ln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46" name="Google Shape;10346;p64"/>
            <p:cNvSpPr/>
            <p:nvPr/>
          </p:nvSpPr>
          <p:spPr>
            <a:xfrm>
              <a:off x="-31164451" y="2657050"/>
              <a:ext cx="291425" cy="291425"/>
            </a:xfrm>
            <a:custGeom>
              <a:rect l="l" t="t" r="r" b="b"/>
              <a:pathLst>
                <a:path w="11657" h="11657" extrusionOk="0">
                  <a:moveTo>
                    <a:pt x="1323" y="4852"/>
                  </a:moveTo>
                  <a:lnTo>
                    <a:pt x="1323" y="8286"/>
                  </a:lnTo>
                  <a:lnTo>
                    <a:pt x="977" y="8286"/>
                  </a:lnTo>
                  <a:cubicBezTo>
                    <a:pt x="788" y="8286"/>
                    <a:pt x="630" y="8128"/>
                    <a:pt x="630" y="7939"/>
                  </a:cubicBezTo>
                  <a:lnTo>
                    <a:pt x="630" y="5198"/>
                  </a:lnTo>
                  <a:cubicBezTo>
                    <a:pt x="630" y="5009"/>
                    <a:pt x="788" y="4852"/>
                    <a:pt x="977" y="4852"/>
                  </a:cubicBezTo>
                  <a:close/>
                  <a:moveTo>
                    <a:pt x="10554" y="4852"/>
                  </a:moveTo>
                  <a:cubicBezTo>
                    <a:pt x="10743" y="4852"/>
                    <a:pt x="10901" y="5009"/>
                    <a:pt x="10901" y="5198"/>
                  </a:cubicBezTo>
                  <a:lnTo>
                    <a:pt x="10901" y="7939"/>
                  </a:lnTo>
                  <a:lnTo>
                    <a:pt x="10932" y="7939"/>
                  </a:lnTo>
                  <a:cubicBezTo>
                    <a:pt x="10932" y="8128"/>
                    <a:pt x="10775" y="8286"/>
                    <a:pt x="10586" y="8286"/>
                  </a:cubicBezTo>
                  <a:lnTo>
                    <a:pt x="10239" y="8286"/>
                  </a:lnTo>
                  <a:lnTo>
                    <a:pt x="10239" y="4852"/>
                  </a:lnTo>
                  <a:close/>
                  <a:moveTo>
                    <a:pt x="5797" y="10302"/>
                  </a:moveTo>
                  <a:cubicBezTo>
                    <a:pt x="5986" y="10302"/>
                    <a:pt x="6144" y="10460"/>
                    <a:pt x="6144" y="10649"/>
                  </a:cubicBezTo>
                  <a:cubicBezTo>
                    <a:pt x="6144" y="10838"/>
                    <a:pt x="5986" y="10995"/>
                    <a:pt x="5797" y="10995"/>
                  </a:cubicBezTo>
                  <a:cubicBezTo>
                    <a:pt x="5577" y="10995"/>
                    <a:pt x="5419" y="10838"/>
                    <a:pt x="5419" y="10649"/>
                  </a:cubicBezTo>
                  <a:cubicBezTo>
                    <a:pt x="5419" y="10460"/>
                    <a:pt x="5577" y="10302"/>
                    <a:pt x="5797" y="10302"/>
                  </a:cubicBezTo>
                  <a:close/>
                  <a:moveTo>
                    <a:pt x="5829" y="0"/>
                  </a:moveTo>
                  <a:cubicBezTo>
                    <a:pt x="3371" y="0"/>
                    <a:pt x="1260" y="1796"/>
                    <a:pt x="788" y="4190"/>
                  </a:cubicBezTo>
                  <a:cubicBezTo>
                    <a:pt x="347" y="4316"/>
                    <a:pt x="0" y="4694"/>
                    <a:pt x="0" y="5167"/>
                  </a:cubicBezTo>
                  <a:lnTo>
                    <a:pt x="0" y="7876"/>
                  </a:lnTo>
                  <a:cubicBezTo>
                    <a:pt x="0" y="8443"/>
                    <a:pt x="473" y="8916"/>
                    <a:pt x="1008" y="8916"/>
                  </a:cubicBezTo>
                  <a:lnTo>
                    <a:pt x="1702" y="8916"/>
                  </a:lnTo>
                  <a:cubicBezTo>
                    <a:pt x="1891" y="8916"/>
                    <a:pt x="2048" y="8758"/>
                    <a:pt x="2048" y="8569"/>
                  </a:cubicBezTo>
                  <a:lnTo>
                    <a:pt x="2048" y="4474"/>
                  </a:lnTo>
                  <a:cubicBezTo>
                    <a:pt x="2048" y="4253"/>
                    <a:pt x="1891" y="4096"/>
                    <a:pt x="1702" y="4096"/>
                  </a:cubicBezTo>
                  <a:lnTo>
                    <a:pt x="1449" y="4096"/>
                  </a:lnTo>
                  <a:cubicBezTo>
                    <a:pt x="1922" y="2111"/>
                    <a:pt x="3749" y="630"/>
                    <a:pt x="5797" y="630"/>
                  </a:cubicBezTo>
                  <a:cubicBezTo>
                    <a:pt x="7876" y="630"/>
                    <a:pt x="9641" y="2079"/>
                    <a:pt x="10113" y="4096"/>
                  </a:cubicBezTo>
                  <a:lnTo>
                    <a:pt x="9893" y="4096"/>
                  </a:lnTo>
                  <a:cubicBezTo>
                    <a:pt x="9672" y="4096"/>
                    <a:pt x="9515" y="4253"/>
                    <a:pt x="9515" y="4474"/>
                  </a:cubicBezTo>
                  <a:lnTo>
                    <a:pt x="9515" y="8569"/>
                  </a:lnTo>
                  <a:cubicBezTo>
                    <a:pt x="9515" y="8758"/>
                    <a:pt x="9672" y="8916"/>
                    <a:pt x="9893" y="8916"/>
                  </a:cubicBezTo>
                  <a:lnTo>
                    <a:pt x="10208" y="8916"/>
                  </a:lnTo>
                  <a:cubicBezTo>
                    <a:pt x="10050" y="9704"/>
                    <a:pt x="9326" y="10302"/>
                    <a:pt x="8507" y="10302"/>
                  </a:cubicBezTo>
                  <a:lnTo>
                    <a:pt x="6742" y="10302"/>
                  </a:lnTo>
                  <a:cubicBezTo>
                    <a:pt x="6585" y="9893"/>
                    <a:pt x="6207" y="9609"/>
                    <a:pt x="5734" y="9609"/>
                  </a:cubicBezTo>
                  <a:cubicBezTo>
                    <a:pt x="5199" y="9609"/>
                    <a:pt x="4726" y="10082"/>
                    <a:pt x="4726" y="10649"/>
                  </a:cubicBezTo>
                  <a:cubicBezTo>
                    <a:pt x="4726" y="11184"/>
                    <a:pt x="5199" y="11657"/>
                    <a:pt x="5734" y="11657"/>
                  </a:cubicBezTo>
                  <a:cubicBezTo>
                    <a:pt x="6175" y="11657"/>
                    <a:pt x="6585" y="11405"/>
                    <a:pt x="6742" y="10995"/>
                  </a:cubicBezTo>
                  <a:lnTo>
                    <a:pt x="8507" y="10995"/>
                  </a:lnTo>
                  <a:cubicBezTo>
                    <a:pt x="9735" y="10995"/>
                    <a:pt x="10743" y="10082"/>
                    <a:pt x="10869" y="8916"/>
                  </a:cubicBezTo>
                  <a:cubicBezTo>
                    <a:pt x="11248" y="8790"/>
                    <a:pt x="11563" y="8412"/>
                    <a:pt x="11563" y="7939"/>
                  </a:cubicBezTo>
                  <a:lnTo>
                    <a:pt x="11563" y="5198"/>
                  </a:lnTo>
                  <a:cubicBezTo>
                    <a:pt x="11657" y="4694"/>
                    <a:pt x="11311" y="4316"/>
                    <a:pt x="10869" y="4190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47" name="Google Shape;10347;p64"/>
            <p:cNvSpPr/>
            <p:nvPr/>
          </p:nvSpPr>
          <p:spPr>
            <a:xfrm>
              <a:off x="-31097500" y="2727125"/>
              <a:ext cx="156750" cy="153925"/>
            </a:xfrm>
            <a:custGeom>
              <a:rect l="l" t="t" r="r" b="b"/>
              <a:pathLst>
                <a:path w="6270" h="6157" extrusionOk="0">
                  <a:moveTo>
                    <a:pt x="3119" y="663"/>
                  </a:moveTo>
                  <a:cubicBezTo>
                    <a:pt x="4442" y="663"/>
                    <a:pt x="5514" y="1734"/>
                    <a:pt x="5514" y="3088"/>
                  </a:cubicBezTo>
                  <a:cubicBezTo>
                    <a:pt x="5514" y="4412"/>
                    <a:pt x="4411" y="5483"/>
                    <a:pt x="3119" y="5483"/>
                  </a:cubicBezTo>
                  <a:cubicBezTo>
                    <a:pt x="2647" y="5483"/>
                    <a:pt x="2206" y="5357"/>
                    <a:pt x="1796" y="5136"/>
                  </a:cubicBezTo>
                  <a:cubicBezTo>
                    <a:pt x="1750" y="5090"/>
                    <a:pt x="1670" y="5061"/>
                    <a:pt x="1606" y="5061"/>
                  </a:cubicBezTo>
                  <a:cubicBezTo>
                    <a:pt x="1582" y="5061"/>
                    <a:pt x="1561" y="5065"/>
                    <a:pt x="1544" y="5073"/>
                  </a:cubicBezTo>
                  <a:lnTo>
                    <a:pt x="914" y="5294"/>
                  </a:lnTo>
                  <a:lnTo>
                    <a:pt x="1103" y="4664"/>
                  </a:lnTo>
                  <a:cubicBezTo>
                    <a:pt x="1134" y="4569"/>
                    <a:pt x="1103" y="4443"/>
                    <a:pt x="1071" y="4380"/>
                  </a:cubicBezTo>
                  <a:cubicBezTo>
                    <a:pt x="819" y="3971"/>
                    <a:pt x="693" y="3561"/>
                    <a:pt x="693" y="3120"/>
                  </a:cubicBezTo>
                  <a:cubicBezTo>
                    <a:pt x="693" y="1734"/>
                    <a:pt x="1796" y="663"/>
                    <a:pt x="3119" y="663"/>
                  </a:cubicBezTo>
                  <a:close/>
                  <a:moveTo>
                    <a:pt x="3151" y="1"/>
                  </a:moveTo>
                  <a:cubicBezTo>
                    <a:pt x="1449" y="1"/>
                    <a:pt x="32" y="1387"/>
                    <a:pt x="32" y="3057"/>
                  </a:cubicBezTo>
                  <a:cubicBezTo>
                    <a:pt x="32" y="3593"/>
                    <a:pt x="158" y="4097"/>
                    <a:pt x="441" y="4569"/>
                  </a:cubicBezTo>
                  <a:lnTo>
                    <a:pt x="32" y="5703"/>
                  </a:lnTo>
                  <a:cubicBezTo>
                    <a:pt x="0" y="5829"/>
                    <a:pt x="32" y="5955"/>
                    <a:pt x="126" y="6081"/>
                  </a:cubicBezTo>
                  <a:cubicBezTo>
                    <a:pt x="172" y="6128"/>
                    <a:pt x="269" y="6157"/>
                    <a:pt x="367" y="6157"/>
                  </a:cubicBezTo>
                  <a:cubicBezTo>
                    <a:pt x="403" y="6157"/>
                    <a:pt x="439" y="6153"/>
                    <a:pt x="473" y="6144"/>
                  </a:cubicBezTo>
                  <a:lnTo>
                    <a:pt x="1607" y="5735"/>
                  </a:lnTo>
                  <a:cubicBezTo>
                    <a:pt x="2080" y="5987"/>
                    <a:pt x="2584" y="6144"/>
                    <a:pt x="3151" y="6144"/>
                  </a:cubicBezTo>
                  <a:cubicBezTo>
                    <a:pt x="4852" y="6144"/>
                    <a:pt x="6270" y="4758"/>
                    <a:pt x="6270" y="3057"/>
                  </a:cubicBezTo>
                  <a:cubicBezTo>
                    <a:pt x="6270" y="1387"/>
                    <a:pt x="4883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348" name="Google Shape;10348;p64"/>
          <p:cNvSpPr/>
          <p:nvPr/>
        </p:nvSpPr>
        <p:spPr>
          <a:xfrm>
            <a:off x="2188967" y="4036858"/>
            <a:ext cx="355498" cy="352617"/>
          </a:xfrm>
          <a:custGeom>
            <a:rect l="l" t="t" r="r" b="b"/>
            <a:pathLst>
              <a:path w="11721" h="11626" extrusionOk="0">
                <a:moveTo>
                  <a:pt x="8570" y="694"/>
                </a:moveTo>
                <a:cubicBezTo>
                  <a:pt x="9106" y="694"/>
                  <a:pt x="9578" y="1166"/>
                  <a:pt x="9578" y="1702"/>
                </a:cubicBezTo>
                <a:cubicBezTo>
                  <a:pt x="9578" y="2269"/>
                  <a:pt x="9106" y="2773"/>
                  <a:pt x="8570" y="2773"/>
                </a:cubicBezTo>
                <a:cubicBezTo>
                  <a:pt x="8003" y="2773"/>
                  <a:pt x="7530" y="2269"/>
                  <a:pt x="7530" y="1702"/>
                </a:cubicBezTo>
                <a:cubicBezTo>
                  <a:pt x="7530" y="1166"/>
                  <a:pt x="8003" y="694"/>
                  <a:pt x="8570" y="694"/>
                </a:cubicBezTo>
                <a:close/>
                <a:moveTo>
                  <a:pt x="8570" y="3403"/>
                </a:moveTo>
                <a:cubicBezTo>
                  <a:pt x="9893" y="3403"/>
                  <a:pt x="10964" y="4474"/>
                  <a:pt x="10964" y="5798"/>
                </a:cubicBezTo>
                <a:lnTo>
                  <a:pt x="10964" y="6144"/>
                </a:lnTo>
                <a:lnTo>
                  <a:pt x="6144" y="6144"/>
                </a:lnTo>
                <a:lnTo>
                  <a:pt x="6144" y="5798"/>
                </a:lnTo>
                <a:cubicBezTo>
                  <a:pt x="6144" y="4443"/>
                  <a:pt x="7215" y="3403"/>
                  <a:pt x="8570" y="3403"/>
                </a:cubicBezTo>
                <a:close/>
                <a:moveTo>
                  <a:pt x="3057" y="5483"/>
                </a:moveTo>
                <a:cubicBezTo>
                  <a:pt x="3592" y="5483"/>
                  <a:pt x="4096" y="5955"/>
                  <a:pt x="4096" y="6491"/>
                </a:cubicBezTo>
                <a:cubicBezTo>
                  <a:pt x="4096" y="7058"/>
                  <a:pt x="3624" y="7530"/>
                  <a:pt x="3057" y="7530"/>
                </a:cubicBezTo>
                <a:cubicBezTo>
                  <a:pt x="2490" y="7530"/>
                  <a:pt x="2017" y="7089"/>
                  <a:pt x="2017" y="6491"/>
                </a:cubicBezTo>
                <a:cubicBezTo>
                  <a:pt x="2017" y="5955"/>
                  <a:pt x="2490" y="5483"/>
                  <a:pt x="3057" y="5483"/>
                </a:cubicBezTo>
                <a:close/>
                <a:moveTo>
                  <a:pt x="10964" y="6869"/>
                </a:moveTo>
                <a:lnTo>
                  <a:pt x="10964" y="7530"/>
                </a:lnTo>
                <a:lnTo>
                  <a:pt x="4411" y="7530"/>
                </a:lnTo>
                <a:cubicBezTo>
                  <a:pt x="4569" y="7341"/>
                  <a:pt x="4695" y="7089"/>
                  <a:pt x="4726" y="6869"/>
                </a:cubicBezTo>
                <a:close/>
                <a:moveTo>
                  <a:pt x="3088" y="8255"/>
                </a:moveTo>
                <a:cubicBezTo>
                  <a:pt x="4411" y="8255"/>
                  <a:pt x="5514" y="9295"/>
                  <a:pt x="5514" y="10649"/>
                </a:cubicBezTo>
                <a:lnTo>
                  <a:pt x="5514" y="10996"/>
                </a:lnTo>
                <a:lnTo>
                  <a:pt x="694" y="10996"/>
                </a:lnTo>
                <a:lnTo>
                  <a:pt x="694" y="10649"/>
                </a:lnTo>
                <a:cubicBezTo>
                  <a:pt x="694" y="9295"/>
                  <a:pt x="1733" y="8255"/>
                  <a:pt x="3088" y="8255"/>
                </a:cubicBezTo>
                <a:close/>
                <a:moveTo>
                  <a:pt x="10933" y="8286"/>
                </a:moveTo>
                <a:lnTo>
                  <a:pt x="10933" y="10996"/>
                </a:lnTo>
                <a:lnTo>
                  <a:pt x="6144" y="10996"/>
                </a:lnTo>
                <a:lnTo>
                  <a:pt x="6144" y="10649"/>
                </a:lnTo>
                <a:cubicBezTo>
                  <a:pt x="6144" y="9830"/>
                  <a:pt x="5829" y="9074"/>
                  <a:pt x="5199" y="8476"/>
                </a:cubicBezTo>
                <a:cubicBezTo>
                  <a:pt x="5136" y="8412"/>
                  <a:pt x="5041" y="8318"/>
                  <a:pt x="4978" y="8286"/>
                </a:cubicBezTo>
                <a:close/>
                <a:moveTo>
                  <a:pt x="8602" y="1"/>
                </a:moveTo>
                <a:cubicBezTo>
                  <a:pt x="7656" y="1"/>
                  <a:pt x="6900" y="757"/>
                  <a:pt x="6900" y="1702"/>
                </a:cubicBezTo>
                <a:cubicBezTo>
                  <a:pt x="6900" y="2175"/>
                  <a:pt x="7058" y="2616"/>
                  <a:pt x="7404" y="2931"/>
                </a:cubicBezTo>
                <a:lnTo>
                  <a:pt x="7467" y="2962"/>
                </a:lnTo>
                <a:cubicBezTo>
                  <a:pt x="6302" y="3435"/>
                  <a:pt x="5514" y="4537"/>
                  <a:pt x="5514" y="5798"/>
                </a:cubicBezTo>
                <a:lnTo>
                  <a:pt x="5514" y="6144"/>
                </a:lnTo>
                <a:lnTo>
                  <a:pt x="4789" y="6144"/>
                </a:lnTo>
                <a:cubicBezTo>
                  <a:pt x="4632" y="5420"/>
                  <a:pt x="3907" y="4789"/>
                  <a:pt x="3088" y="4789"/>
                </a:cubicBezTo>
                <a:cubicBezTo>
                  <a:pt x="2143" y="4789"/>
                  <a:pt x="1387" y="5514"/>
                  <a:pt x="1387" y="6459"/>
                </a:cubicBezTo>
                <a:cubicBezTo>
                  <a:pt x="1387" y="6995"/>
                  <a:pt x="1576" y="7404"/>
                  <a:pt x="1954" y="7719"/>
                </a:cubicBezTo>
                <a:cubicBezTo>
                  <a:pt x="788" y="8192"/>
                  <a:pt x="1" y="9295"/>
                  <a:pt x="1" y="10555"/>
                </a:cubicBezTo>
                <a:lnTo>
                  <a:pt x="1" y="11279"/>
                </a:lnTo>
                <a:cubicBezTo>
                  <a:pt x="1" y="11468"/>
                  <a:pt x="158" y="11626"/>
                  <a:pt x="379" y="11626"/>
                </a:cubicBezTo>
                <a:lnTo>
                  <a:pt x="11342" y="11626"/>
                </a:lnTo>
                <a:cubicBezTo>
                  <a:pt x="11563" y="11626"/>
                  <a:pt x="11721" y="11468"/>
                  <a:pt x="11721" y="11279"/>
                </a:cubicBezTo>
                <a:lnTo>
                  <a:pt x="11721" y="5798"/>
                </a:lnTo>
                <a:cubicBezTo>
                  <a:pt x="11626" y="4537"/>
                  <a:pt x="10838" y="3435"/>
                  <a:pt x="9736" y="2962"/>
                </a:cubicBezTo>
                <a:lnTo>
                  <a:pt x="9767" y="2931"/>
                </a:lnTo>
                <a:cubicBezTo>
                  <a:pt x="10082" y="2616"/>
                  <a:pt x="10303" y="2175"/>
                  <a:pt x="10303" y="1702"/>
                </a:cubicBezTo>
                <a:cubicBezTo>
                  <a:pt x="10303" y="757"/>
                  <a:pt x="9547" y="1"/>
                  <a:pt x="860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349" name="Google Shape;10349;p64"/>
          <p:cNvGrpSpPr/>
          <p:nvPr/>
        </p:nvGrpSpPr>
        <p:grpSpPr>
          <a:xfrm>
            <a:off x="2632987" y="1307366"/>
            <a:ext cx="358349" cy="354285"/>
            <a:chOff x="-34421276" y="1912725"/>
            <a:chExt cx="295375" cy="292025"/>
          </a:xfrm>
        </p:grpSpPr>
        <p:sp>
          <p:nvSpPr>
            <p:cNvPr id="10350" name="Google Shape;10350;p64"/>
            <p:cNvSpPr/>
            <p:nvPr/>
          </p:nvSpPr>
          <p:spPr>
            <a:xfrm>
              <a:off x="-34421276" y="1974375"/>
              <a:ext cx="236300" cy="230375"/>
            </a:xfrm>
            <a:custGeom>
              <a:rect l="l" t="t" r="r" b="b"/>
              <a:pathLst>
                <a:path w="9452" h="9215" extrusionOk="0">
                  <a:moveTo>
                    <a:pt x="2158" y="725"/>
                  </a:moveTo>
                  <a:cubicBezTo>
                    <a:pt x="2245" y="725"/>
                    <a:pt x="2332" y="764"/>
                    <a:pt x="2395" y="843"/>
                  </a:cubicBezTo>
                  <a:lnTo>
                    <a:pt x="3371" y="1851"/>
                  </a:lnTo>
                  <a:cubicBezTo>
                    <a:pt x="3497" y="1946"/>
                    <a:pt x="3497" y="2198"/>
                    <a:pt x="3371" y="2324"/>
                  </a:cubicBezTo>
                  <a:lnTo>
                    <a:pt x="3151" y="2544"/>
                  </a:lnTo>
                  <a:lnTo>
                    <a:pt x="1702" y="1095"/>
                  </a:lnTo>
                  <a:lnTo>
                    <a:pt x="1922" y="843"/>
                  </a:lnTo>
                  <a:cubicBezTo>
                    <a:pt x="1985" y="764"/>
                    <a:pt x="2072" y="725"/>
                    <a:pt x="2158" y="725"/>
                  </a:cubicBezTo>
                  <a:close/>
                  <a:moveTo>
                    <a:pt x="7345" y="5884"/>
                  </a:moveTo>
                  <a:cubicBezTo>
                    <a:pt x="7428" y="5884"/>
                    <a:pt x="7514" y="5915"/>
                    <a:pt x="7593" y="5978"/>
                  </a:cubicBezTo>
                  <a:lnTo>
                    <a:pt x="8570" y="6955"/>
                  </a:lnTo>
                  <a:cubicBezTo>
                    <a:pt x="8696" y="7081"/>
                    <a:pt x="8696" y="7301"/>
                    <a:pt x="8570" y="7428"/>
                  </a:cubicBezTo>
                  <a:lnTo>
                    <a:pt x="8349" y="7648"/>
                  </a:lnTo>
                  <a:lnTo>
                    <a:pt x="6900" y="6199"/>
                  </a:lnTo>
                  <a:lnTo>
                    <a:pt x="7120" y="5978"/>
                  </a:lnTo>
                  <a:cubicBezTo>
                    <a:pt x="7183" y="5915"/>
                    <a:pt x="7262" y="5884"/>
                    <a:pt x="7345" y="5884"/>
                  </a:cubicBezTo>
                  <a:close/>
                  <a:moveTo>
                    <a:pt x="1166" y="1568"/>
                  </a:moveTo>
                  <a:lnTo>
                    <a:pt x="2678" y="3048"/>
                  </a:lnTo>
                  <a:cubicBezTo>
                    <a:pt x="2521" y="3426"/>
                    <a:pt x="2584" y="3867"/>
                    <a:pt x="2867" y="4214"/>
                  </a:cubicBezTo>
                  <a:lnTo>
                    <a:pt x="5104" y="6451"/>
                  </a:lnTo>
                  <a:cubicBezTo>
                    <a:pt x="5301" y="6648"/>
                    <a:pt x="5559" y="6746"/>
                    <a:pt x="5826" y="6746"/>
                  </a:cubicBezTo>
                  <a:cubicBezTo>
                    <a:pt x="5985" y="6746"/>
                    <a:pt x="6148" y="6711"/>
                    <a:pt x="6301" y="6640"/>
                  </a:cubicBezTo>
                  <a:lnTo>
                    <a:pt x="7782" y="8152"/>
                  </a:lnTo>
                  <a:lnTo>
                    <a:pt x="7719" y="8215"/>
                  </a:lnTo>
                  <a:cubicBezTo>
                    <a:pt x="7522" y="8412"/>
                    <a:pt x="7264" y="8510"/>
                    <a:pt x="6997" y="8510"/>
                  </a:cubicBezTo>
                  <a:cubicBezTo>
                    <a:pt x="6838" y="8510"/>
                    <a:pt x="6675" y="8475"/>
                    <a:pt x="6522" y="8404"/>
                  </a:cubicBezTo>
                  <a:cubicBezTo>
                    <a:pt x="4348" y="7301"/>
                    <a:pt x="1891" y="4876"/>
                    <a:pt x="851" y="2796"/>
                  </a:cubicBezTo>
                  <a:cubicBezTo>
                    <a:pt x="693" y="2418"/>
                    <a:pt x="788" y="1946"/>
                    <a:pt x="1103" y="1631"/>
                  </a:cubicBezTo>
                  <a:lnTo>
                    <a:pt x="1166" y="1568"/>
                  </a:lnTo>
                  <a:close/>
                  <a:moveTo>
                    <a:pt x="2190" y="0"/>
                  </a:moveTo>
                  <a:cubicBezTo>
                    <a:pt x="1922" y="0"/>
                    <a:pt x="1654" y="103"/>
                    <a:pt x="1449" y="307"/>
                  </a:cubicBezTo>
                  <a:lnTo>
                    <a:pt x="662" y="1095"/>
                  </a:lnTo>
                  <a:cubicBezTo>
                    <a:pt x="158" y="1599"/>
                    <a:pt x="0" y="2387"/>
                    <a:pt x="315" y="3017"/>
                  </a:cubicBezTo>
                  <a:cubicBezTo>
                    <a:pt x="1386" y="5348"/>
                    <a:pt x="3907" y="7869"/>
                    <a:pt x="6270" y="9034"/>
                  </a:cubicBezTo>
                  <a:cubicBezTo>
                    <a:pt x="6521" y="9154"/>
                    <a:pt x="6789" y="9214"/>
                    <a:pt x="7054" y="9214"/>
                  </a:cubicBezTo>
                  <a:cubicBezTo>
                    <a:pt x="7488" y="9214"/>
                    <a:pt x="7910" y="9052"/>
                    <a:pt x="8223" y="8719"/>
                  </a:cubicBezTo>
                  <a:lnTo>
                    <a:pt x="9042" y="7900"/>
                  </a:lnTo>
                  <a:cubicBezTo>
                    <a:pt x="9452" y="7522"/>
                    <a:pt x="9452" y="6829"/>
                    <a:pt x="9042" y="6451"/>
                  </a:cubicBezTo>
                  <a:lnTo>
                    <a:pt x="8066" y="5474"/>
                  </a:lnTo>
                  <a:cubicBezTo>
                    <a:pt x="7876" y="5269"/>
                    <a:pt x="7609" y="5167"/>
                    <a:pt x="7341" y="5167"/>
                  </a:cubicBezTo>
                  <a:cubicBezTo>
                    <a:pt x="7073" y="5167"/>
                    <a:pt x="6805" y="5269"/>
                    <a:pt x="6616" y="5474"/>
                  </a:cubicBezTo>
                  <a:lnTo>
                    <a:pt x="6144" y="5947"/>
                  </a:lnTo>
                  <a:cubicBezTo>
                    <a:pt x="6081" y="5994"/>
                    <a:pt x="5994" y="6018"/>
                    <a:pt x="5907" y="6018"/>
                  </a:cubicBezTo>
                  <a:cubicBezTo>
                    <a:pt x="5821" y="6018"/>
                    <a:pt x="5734" y="5994"/>
                    <a:pt x="5671" y="5947"/>
                  </a:cubicBezTo>
                  <a:lnTo>
                    <a:pt x="3434" y="3678"/>
                  </a:lnTo>
                  <a:cubicBezTo>
                    <a:pt x="3308" y="3584"/>
                    <a:pt x="3308" y="3332"/>
                    <a:pt x="3434" y="3206"/>
                  </a:cubicBezTo>
                  <a:lnTo>
                    <a:pt x="3907" y="2733"/>
                  </a:lnTo>
                  <a:cubicBezTo>
                    <a:pt x="4285" y="2355"/>
                    <a:pt x="4285" y="1694"/>
                    <a:pt x="3907" y="1284"/>
                  </a:cubicBezTo>
                  <a:lnTo>
                    <a:pt x="2930" y="307"/>
                  </a:lnTo>
                  <a:cubicBezTo>
                    <a:pt x="2725" y="103"/>
                    <a:pt x="2458" y="0"/>
                    <a:pt x="2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51" name="Google Shape;10351;p64"/>
            <p:cNvSpPr/>
            <p:nvPr/>
          </p:nvSpPr>
          <p:spPr>
            <a:xfrm>
              <a:off x="-34288174" y="1912725"/>
              <a:ext cx="162275" cy="163075"/>
            </a:xfrm>
            <a:custGeom>
              <a:rect l="l" t="t" r="r" b="b"/>
              <a:pathLst>
                <a:path w="6491" h="6522" extrusionOk="0">
                  <a:moveTo>
                    <a:pt x="5766" y="726"/>
                  </a:moveTo>
                  <a:lnTo>
                    <a:pt x="5766" y="2458"/>
                  </a:lnTo>
                  <a:lnTo>
                    <a:pt x="5388" y="2049"/>
                  </a:lnTo>
                  <a:cubicBezTo>
                    <a:pt x="5325" y="2002"/>
                    <a:pt x="5238" y="1978"/>
                    <a:pt x="5152" y="1978"/>
                  </a:cubicBezTo>
                  <a:cubicBezTo>
                    <a:pt x="5065" y="1978"/>
                    <a:pt x="4978" y="2002"/>
                    <a:pt x="4915" y="2049"/>
                  </a:cubicBezTo>
                  <a:lnTo>
                    <a:pt x="1985" y="4979"/>
                  </a:lnTo>
                  <a:cubicBezTo>
                    <a:pt x="1922" y="5042"/>
                    <a:pt x="1891" y="5136"/>
                    <a:pt x="1891" y="5199"/>
                  </a:cubicBezTo>
                  <a:cubicBezTo>
                    <a:pt x="1891" y="5294"/>
                    <a:pt x="1922" y="5420"/>
                    <a:pt x="1985" y="5451"/>
                  </a:cubicBezTo>
                  <a:lnTo>
                    <a:pt x="2395" y="5829"/>
                  </a:lnTo>
                  <a:lnTo>
                    <a:pt x="662" y="5829"/>
                  </a:lnTo>
                  <a:lnTo>
                    <a:pt x="662" y="4097"/>
                  </a:lnTo>
                  <a:lnTo>
                    <a:pt x="1040" y="4506"/>
                  </a:lnTo>
                  <a:cubicBezTo>
                    <a:pt x="1103" y="4553"/>
                    <a:pt x="1198" y="4577"/>
                    <a:pt x="1288" y="4577"/>
                  </a:cubicBezTo>
                  <a:cubicBezTo>
                    <a:pt x="1379" y="4577"/>
                    <a:pt x="1466" y="4553"/>
                    <a:pt x="1513" y="4506"/>
                  </a:cubicBezTo>
                  <a:lnTo>
                    <a:pt x="4443" y="1576"/>
                  </a:lnTo>
                  <a:cubicBezTo>
                    <a:pt x="4506" y="1513"/>
                    <a:pt x="4569" y="1419"/>
                    <a:pt x="4569" y="1356"/>
                  </a:cubicBezTo>
                  <a:cubicBezTo>
                    <a:pt x="4569" y="1261"/>
                    <a:pt x="4537" y="1135"/>
                    <a:pt x="4443" y="1104"/>
                  </a:cubicBezTo>
                  <a:lnTo>
                    <a:pt x="4033" y="726"/>
                  </a:lnTo>
                  <a:close/>
                  <a:moveTo>
                    <a:pt x="3214" y="1"/>
                  </a:moveTo>
                  <a:cubicBezTo>
                    <a:pt x="3057" y="1"/>
                    <a:pt x="2931" y="96"/>
                    <a:pt x="2899" y="222"/>
                  </a:cubicBezTo>
                  <a:cubicBezTo>
                    <a:pt x="2868" y="316"/>
                    <a:pt x="2868" y="474"/>
                    <a:pt x="2994" y="568"/>
                  </a:cubicBezTo>
                  <a:lnTo>
                    <a:pt x="3687" y="1261"/>
                  </a:lnTo>
                  <a:lnTo>
                    <a:pt x="1261" y="3719"/>
                  </a:lnTo>
                  <a:lnTo>
                    <a:pt x="536" y="2994"/>
                  </a:lnTo>
                  <a:cubicBezTo>
                    <a:pt x="490" y="2948"/>
                    <a:pt x="393" y="2919"/>
                    <a:pt x="295" y="2919"/>
                  </a:cubicBezTo>
                  <a:cubicBezTo>
                    <a:pt x="259" y="2919"/>
                    <a:pt x="223" y="2922"/>
                    <a:pt x="190" y="2931"/>
                  </a:cubicBezTo>
                  <a:cubicBezTo>
                    <a:pt x="64" y="2962"/>
                    <a:pt x="1" y="3120"/>
                    <a:pt x="1" y="3246"/>
                  </a:cubicBezTo>
                  <a:lnTo>
                    <a:pt x="1" y="6144"/>
                  </a:lnTo>
                  <a:cubicBezTo>
                    <a:pt x="1" y="6365"/>
                    <a:pt x="158" y="6522"/>
                    <a:pt x="347" y="6522"/>
                  </a:cubicBezTo>
                  <a:lnTo>
                    <a:pt x="3246" y="6522"/>
                  </a:lnTo>
                  <a:cubicBezTo>
                    <a:pt x="3403" y="6522"/>
                    <a:pt x="3529" y="6428"/>
                    <a:pt x="3561" y="6302"/>
                  </a:cubicBezTo>
                  <a:cubicBezTo>
                    <a:pt x="3624" y="6207"/>
                    <a:pt x="3624" y="6050"/>
                    <a:pt x="3498" y="5955"/>
                  </a:cubicBezTo>
                  <a:lnTo>
                    <a:pt x="2773" y="5262"/>
                  </a:lnTo>
                  <a:lnTo>
                    <a:pt x="5230" y="2805"/>
                  </a:lnTo>
                  <a:lnTo>
                    <a:pt x="5924" y="3530"/>
                  </a:lnTo>
                  <a:cubicBezTo>
                    <a:pt x="5993" y="3576"/>
                    <a:pt x="6096" y="3605"/>
                    <a:pt x="6195" y="3605"/>
                  </a:cubicBezTo>
                  <a:cubicBezTo>
                    <a:pt x="6232" y="3605"/>
                    <a:pt x="6268" y="3601"/>
                    <a:pt x="6302" y="3593"/>
                  </a:cubicBezTo>
                  <a:cubicBezTo>
                    <a:pt x="6396" y="3561"/>
                    <a:pt x="6491" y="3404"/>
                    <a:pt x="6491" y="3277"/>
                  </a:cubicBezTo>
                  <a:lnTo>
                    <a:pt x="6491" y="379"/>
                  </a:lnTo>
                  <a:cubicBezTo>
                    <a:pt x="6459" y="159"/>
                    <a:pt x="6333" y="1"/>
                    <a:pt x="6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52" name="Google Shape;10352;p64"/>
          <p:cNvGrpSpPr/>
          <p:nvPr/>
        </p:nvGrpSpPr>
        <p:grpSpPr>
          <a:xfrm>
            <a:off x="2632032" y="1765280"/>
            <a:ext cx="360260" cy="355498"/>
            <a:chOff x="-34418126" y="2271100"/>
            <a:chExt cx="296950" cy="293025"/>
          </a:xfrm>
        </p:grpSpPr>
        <p:sp>
          <p:nvSpPr>
            <p:cNvPr id="10353" name="Google Shape;10353;p64"/>
            <p:cNvSpPr/>
            <p:nvPr/>
          </p:nvSpPr>
          <p:spPr>
            <a:xfrm>
              <a:off x="-34418126" y="2271100"/>
              <a:ext cx="296950" cy="293025"/>
            </a:xfrm>
            <a:custGeom>
              <a:rect l="l" t="t" r="r" b="b"/>
              <a:pathLst>
                <a:path w="11878" h="11721" extrusionOk="0">
                  <a:moveTo>
                    <a:pt x="6207" y="1229"/>
                  </a:moveTo>
                  <a:lnTo>
                    <a:pt x="7089" y="2080"/>
                  </a:lnTo>
                  <a:lnTo>
                    <a:pt x="6207" y="2080"/>
                  </a:lnTo>
                  <a:lnTo>
                    <a:pt x="6207" y="1229"/>
                  </a:lnTo>
                  <a:close/>
                  <a:moveTo>
                    <a:pt x="7561" y="9074"/>
                  </a:moveTo>
                  <a:lnTo>
                    <a:pt x="7561" y="10366"/>
                  </a:lnTo>
                  <a:lnTo>
                    <a:pt x="6238" y="10366"/>
                  </a:lnTo>
                  <a:lnTo>
                    <a:pt x="7561" y="9074"/>
                  </a:lnTo>
                  <a:close/>
                  <a:moveTo>
                    <a:pt x="5514" y="725"/>
                  </a:moveTo>
                  <a:lnTo>
                    <a:pt x="5514" y="2427"/>
                  </a:lnTo>
                  <a:cubicBezTo>
                    <a:pt x="5514" y="2616"/>
                    <a:pt x="5671" y="2773"/>
                    <a:pt x="5860" y="2773"/>
                  </a:cubicBezTo>
                  <a:lnTo>
                    <a:pt x="7561" y="2773"/>
                  </a:lnTo>
                  <a:lnTo>
                    <a:pt x="7561" y="4222"/>
                  </a:lnTo>
                  <a:cubicBezTo>
                    <a:pt x="6837" y="4947"/>
                    <a:pt x="6742" y="5924"/>
                    <a:pt x="6994" y="6711"/>
                  </a:cubicBezTo>
                  <a:lnTo>
                    <a:pt x="4726" y="8980"/>
                  </a:lnTo>
                  <a:lnTo>
                    <a:pt x="1670" y="8980"/>
                  </a:lnTo>
                  <a:cubicBezTo>
                    <a:pt x="1481" y="8980"/>
                    <a:pt x="1323" y="9137"/>
                    <a:pt x="1323" y="9358"/>
                  </a:cubicBezTo>
                  <a:cubicBezTo>
                    <a:pt x="1323" y="9547"/>
                    <a:pt x="1481" y="9704"/>
                    <a:pt x="1670" y="9704"/>
                  </a:cubicBezTo>
                  <a:lnTo>
                    <a:pt x="4033" y="9704"/>
                  </a:lnTo>
                  <a:lnTo>
                    <a:pt x="3718" y="10019"/>
                  </a:lnTo>
                  <a:cubicBezTo>
                    <a:pt x="3623" y="10145"/>
                    <a:pt x="3529" y="10240"/>
                    <a:pt x="3497" y="10397"/>
                  </a:cubicBezTo>
                  <a:lnTo>
                    <a:pt x="662" y="10397"/>
                  </a:lnTo>
                  <a:lnTo>
                    <a:pt x="662" y="725"/>
                  </a:lnTo>
                  <a:close/>
                  <a:moveTo>
                    <a:pt x="9295" y="4211"/>
                  </a:moveTo>
                  <a:cubicBezTo>
                    <a:pt x="9367" y="4211"/>
                    <a:pt x="9441" y="4215"/>
                    <a:pt x="9515" y="4222"/>
                  </a:cubicBezTo>
                  <a:lnTo>
                    <a:pt x="9042" y="4695"/>
                  </a:lnTo>
                  <a:cubicBezTo>
                    <a:pt x="8664" y="5073"/>
                    <a:pt x="8664" y="5766"/>
                    <a:pt x="9042" y="6144"/>
                  </a:cubicBezTo>
                  <a:cubicBezTo>
                    <a:pt x="9247" y="6349"/>
                    <a:pt x="9515" y="6451"/>
                    <a:pt x="9779" y="6451"/>
                  </a:cubicBezTo>
                  <a:cubicBezTo>
                    <a:pt x="10042" y="6451"/>
                    <a:pt x="10302" y="6349"/>
                    <a:pt x="10491" y="6144"/>
                  </a:cubicBezTo>
                  <a:lnTo>
                    <a:pt x="10964" y="5672"/>
                  </a:lnTo>
                  <a:lnTo>
                    <a:pt x="10964" y="5672"/>
                  </a:lnTo>
                  <a:cubicBezTo>
                    <a:pt x="11058" y="6239"/>
                    <a:pt x="10869" y="6743"/>
                    <a:pt x="10491" y="7089"/>
                  </a:cubicBezTo>
                  <a:cubicBezTo>
                    <a:pt x="10183" y="7418"/>
                    <a:pt x="9741" y="7626"/>
                    <a:pt x="9278" y="7626"/>
                  </a:cubicBezTo>
                  <a:cubicBezTo>
                    <a:pt x="9031" y="7626"/>
                    <a:pt x="8779" y="7567"/>
                    <a:pt x="8538" y="7436"/>
                  </a:cubicBezTo>
                  <a:cubicBezTo>
                    <a:pt x="8496" y="7415"/>
                    <a:pt x="8451" y="7404"/>
                    <a:pt x="8404" y="7404"/>
                  </a:cubicBezTo>
                  <a:cubicBezTo>
                    <a:pt x="8311" y="7404"/>
                    <a:pt x="8213" y="7446"/>
                    <a:pt x="8129" y="7530"/>
                  </a:cubicBezTo>
                  <a:lnTo>
                    <a:pt x="4726" y="10964"/>
                  </a:lnTo>
                  <a:cubicBezTo>
                    <a:pt x="4663" y="11012"/>
                    <a:pt x="4568" y="11035"/>
                    <a:pt x="4478" y="11035"/>
                  </a:cubicBezTo>
                  <a:cubicBezTo>
                    <a:pt x="4387" y="11035"/>
                    <a:pt x="4301" y="11012"/>
                    <a:pt x="4253" y="10964"/>
                  </a:cubicBezTo>
                  <a:cubicBezTo>
                    <a:pt x="4127" y="10838"/>
                    <a:pt x="4127" y="10586"/>
                    <a:pt x="4253" y="10492"/>
                  </a:cubicBezTo>
                  <a:lnTo>
                    <a:pt x="7656" y="7058"/>
                  </a:lnTo>
                  <a:cubicBezTo>
                    <a:pt x="7782" y="6932"/>
                    <a:pt x="7782" y="6774"/>
                    <a:pt x="7750" y="6648"/>
                  </a:cubicBezTo>
                  <a:cubicBezTo>
                    <a:pt x="7467" y="6113"/>
                    <a:pt x="7498" y="5356"/>
                    <a:pt x="7971" y="4821"/>
                  </a:cubicBezTo>
                  <a:cubicBezTo>
                    <a:pt x="8330" y="4407"/>
                    <a:pt x="8785" y="4211"/>
                    <a:pt x="9295" y="4211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10681"/>
                  </a:lnTo>
                  <a:cubicBezTo>
                    <a:pt x="0" y="10870"/>
                    <a:pt x="158" y="11027"/>
                    <a:pt x="347" y="11027"/>
                  </a:cubicBezTo>
                  <a:lnTo>
                    <a:pt x="3529" y="11027"/>
                  </a:lnTo>
                  <a:cubicBezTo>
                    <a:pt x="3560" y="11185"/>
                    <a:pt x="3655" y="11311"/>
                    <a:pt x="3781" y="11437"/>
                  </a:cubicBezTo>
                  <a:cubicBezTo>
                    <a:pt x="3970" y="11626"/>
                    <a:pt x="4230" y="11720"/>
                    <a:pt x="4494" y="11720"/>
                  </a:cubicBezTo>
                  <a:cubicBezTo>
                    <a:pt x="4758" y="11720"/>
                    <a:pt x="5025" y="11626"/>
                    <a:pt x="5230" y="11437"/>
                  </a:cubicBezTo>
                  <a:lnTo>
                    <a:pt x="5608" y="11027"/>
                  </a:lnTo>
                  <a:lnTo>
                    <a:pt x="7940" y="11027"/>
                  </a:lnTo>
                  <a:cubicBezTo>
                    <a:pt x="8129" y="11027"/>
                    <a:pt x="8286" y="10870"/>
                    <a:pt x="8286" y="10681"/>
                  </a:cubicBezTo>
                  <a:lnTo>
                    <a:pt x="8286" y="8349"/>
                  </a:lnTo>
                  <a:lnTo>
                    <a:pt x="8538" y="8129"/>
                  </a:lnTo>
                  <a:cubicBezTo>
                    <a:pt x="8792" y="8220"/>
                    <a:pt x="9065" y="8269"/>
                    <a:pt x="9344" y="8269"/>
                  </a:cubicBezTo>
                  <a:cubicBezTo>
                    <a:pt x="9929" y="8269"/>
                    <a:pt x="10536" y="8053"/>
                    <a:pt x="11027" y="7562"/>
                  </a:cubicBezTo>
                  <a:cubicBezTo>
                    <a:pt x="11752" y="6806"/>
                    <a:pt x="11878" y="5735"/>
                    <a:pt x="11500" y="4852"/>
                  </a:cubicBezTo>
                  <a:cubicBezTo>
                    <a:pt x="11437" y="4726"/>
                    <a:pt x="11342" y="4695"/>
                    <a:pt x="11248" y="4663"/>
                  </a:cubicBezTo>
                  <a:cubicBezTo>
                    <a:pt x="11122" y="4663"/>
                    <a:pt x="11027" y="4663"/>
                    <a:pt x="10932" y="4726"/>
                  </a:cubicBezTo>
                  <a:lnTo>
                    <a:pt x="10082" y="5609"/>
                  </a:lnTo>
                  <a:cubicBezTo>
                    <a:pt x="10019" y="5656"/>
                    <a:pt x="9924" y="5679"/>
                    <a:pt x="9834" y="5679"/>
                  </a:cubicBezTo>
                  <a:cubicBezTo>
                    <a:pt x="9743" y="5679"/>
                    <a:pt x="9657" y="5656"/>
                    <a:pt x="9609" y="5609"/>
                  </a:cubicBezTo>
                  <a:cubicBezTo>
                    <a:pt x="9483" y="5483"/>
                    <a:pt x="9483" y="5230"/>
                    <a:pt x="9609" y="5136"/>
                  </a:cubicBezTo>
                  <a:lnTo>
                    <a:pt x="10460" y="4254"/>
                  </a:lnTo>
                  <a:cubicBezTo>
                    <a:pt x="10554" y="4191"/>
                    <a:pt x="10586" y="4065"/>
                    <a:pt x="10554" y="3939"/>
                  </a:cubicBezTo>
                  <a:cubicBezTo>
                    <a:pt x="10554" y="3813"/>
                    <a:pt x="10460" y="3750"/>
                    <a:pt x="10334" y="3718"/>
                  </a:cubicBezTo>
                  <a:cubicBezTo>
                    <a:pt x="10003" y="3561"/>
                    <a:pt x="9649" y="3482"/>
                    <a:pt x="9298" y="3482"/>
                  </a:cubicBezTo>
                  <a:cubicBezTo>
                    <a:pt x="8948" y="3482"/>
                    <a:pt x="8601" y="3561"/>
                    <a:pt x="8286" y="3718"/>
                  </a:cubicBezTo>
                  <a:lnTo>
                    <a:pt x="8286" y="2395"/>
                  </a:lnTo>
                  <a:cubicBezTo>
                    <a:pt x="8286" y="2332"/>
                    <a:pt x="8255" y="2206"/>
                    <a:pt x="8192" y="2175"/>
                  </a:cubicBezTo>
                  <a:lnTo>
                    <a:pt x="6144" y="127"/>
                  </a:lnTo>
                  <a:cubicBezTo>
                    <a:pt x="6049" y="64"/>
                    <a:pt x="5986" y="1"/>
                    <a:pt x="5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54" name="Google Shape;10354;p64"/>
            <p:cNvSpPr/>
            <p:nvPr/>
          </p:nvSpPr>
          <p:spPr>
            <a:xfrm>
              <a:off x="-34331501" y="2305750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55" name="Google Shape;10355;p64"/>
            <p:cNvSpPr/>
            <p:nvPr/>
          </p:nvSpPr>
          <p:spPr>
            <a:xfrm>
              <a:off x="-34331501" y="2341200"/>
              <a:ext cx="17350" cy="69350"/>
            </a:xfrm>
            <a:custGeom>
              <a:rect l="l" t="t" r="r" b="b"/>
              <a:pathLst>
                <a:path w="694" h="277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395"/>
                  </a:lnTo>
                  <a:cubicBezTo>
                    <a:pt x="1" y="2584"/>
                    <a:pt x="158" y="2773"/>
                    <a:pt x="347" y="2773"/>
                  </a:cubicBezTo>
                  <a:cubicBezTo>
                    <a:pt x="536" y="2773"/>
                    <a:pt x="694" y="2584"/>
                    <a:pt x="694" y="239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56" name="Google Shape;10356;p64"/>
            <p:cNvSpPr/>
            <p:nvPr/>
          </p:nvSpPr>
          <p:spPr>
            <a:xfrm>
              <a:off x="-34384276" y="2427050"/>
              <a:ext cx="121325" cy="17350"/>
            </a:xfrm>
            <a:custGeom>
              <a:rect l="l" t="t" r="r" b="b"/>
              <a:pathLst>
                <a:path w="4853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06" y="694"/>
                  </a:lnTo>
                  <a:cubicBezTo>
                    <a:pt x="4695" y="694"/>
                    <a:pt x="4853" y="536"/>
                    <a:pt x="4853" y="347"/>
                  </a:cubicBezTo>
                  <a:cubicBezTo>
                    <a:pt x="4853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57" name="Google Shape;10357;p64"/>
            <p:cNvSpPr/>
            <p:nvPr/>
          </p:nvSpPr>
          <p:spPr>
            <a:xfrm>
              <a:off x="-34384276" y="2460125"/>
              <a:ext cx="88250" cy="18150"/>
            </a:xfrm>
            <a:custGeom>
              <a:rect l="l" t="t" r="r" b="b"/>
              <a:pathLst>
                <a:path w="3530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25"/>
                    <a:pt x="379" y="725"/>
                  </a:cubicBezTo>
                  <a:lnTo>
                    <a:pt x="3151" y="725"/>
                  </a:lnTo>
                  <a:cubicBezTo>
                    <a:pt x="3372" y="725"/>
                    <a:pt x="3530" y="568"/>
                    <a:pt x="3530" y="379"/>
                  </a:cubicBezTo>
                  <a:cubicBezTo>
                    <a:pt x="3530" y="158"/>
                    <a:pt x="3372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58" name="Google Shape;10358;p64"/>
          <p:cNvGrpSpPr/>
          <p:nvPr/>
        </p:nvGrpSpPr>
        <p:grpSpPr>
          <a:xfrm>
            <a:off x="2632987" y="2221307"/>
            <a:ext cx="358349" cy="353587"/>
            <a:chOff x="-34421276" y="2631050"/>
            <a:chExt cx="295375" cy="291450"/>
          </a:xfrm>
        </p:grpSpPr>
        <p:sp>
          <p:nvSpPr>
            <p:cNvPr id="10359" name="Google Shape;10359;p64"/>
            <p:cNvSpPr/>
            <p:nvPr/>
          </p:nvSpPr>
          <p:spPr>
            <a:xfrm>
              <a:off x="-34421276" y="2639125"/>
              <a:ext cx="288275" cy="283375"/>
            </a:xfrm>
            <a:custGeom>
              <a:rect l="l" t="t" r="r" b="b"/>
              <a:pathLst>
                <a:path w="11531" h="11335" extrusionOk="0">
                  <a:moveTo>
                    <a:pt x="5592" y="717"/>
                  </a:moveTo>
                  <a:cubicBezTo>
                    <a:pt x="5679" y="717"/>
                    <a:pt x="5766" y="749"/>
                    <a:pt x="5829" y="812"/>
                  </a:cubicBezTo>
                  <a:lnTo>
                    <a:pt x="10680" y="5663"/>
                  </a:lnTo>
                  <a:cubicBezTo>
                    <a:pt x="10775" y="5758"/>
                    <a:pt x="10775" y="6010"/>
                    <a:pt x="10680" y="6136"/>
                  </a:cubicBezTo>
                  <a:cubicBezTo>
                    <a:pt x="10617" y="6183"/>
                    <a:pt x="10523" y="6207"/>
                    <a:pt x="10432" y="6207"/>
                  </a:cubicBezTo>
                  <a:cubicBezTo>
                    <a:pt x="10342" y="6207"/>
                    <a:pt x="10255" y="6183"/>
                    <a:pt x="10208" y="6136"/>
                  </a:cubicBezTo>
                  <a:lnTo>
                    <a:pt x="5356" y="1284"/>
                  </a:lnTo>
                  <a:cubicBezTo>
                    <a:pt x="5230" y="1158"/>
                    <a:pt x="5230" y="938"/>
                    <a:pt x="5356" y="812"/>
                  </a:cubicBezTo>
                  <a:cubicBezTo>
                    <a:pt x="5419" y="749"/>
                    <a:pt x="5506" y="717"/>
                    <a:pt x="5592" y="717"/>
                  </a:cubicBezTo>
                  <a:close/>
                  <a:moveTo>
                    <a:pt x="8444" y="7239"/>
                  </a:moveTo>
                  <a:lnTo>
                    <a:pt x="8538" y="7396"/>
                  </a:lnTo>
                  <a:cubicBezTo>
                    <a:pt x="8696" y="7554"/>
                    <a:pt x="8664" y="7806"/>
                    <a:pt x="8475" y="7932"/>
                  </a:cubicBezTo>
                  <a:lnTo>
                    <a:pt x="5923" y="9223"/>
                  </a:lnTo>
                  <a:cubicBezTo>
                    <a:pt x="5873" y="9261"/>
                    <a:pt x="5819" y="9278"/>
                    <a:pt x="5763" y="9278"/>
                  </a:cubicBezTo>
                  <a:cubicBezTo>
                    <a:pt x="5678" y="9278"/>
                    <a:pt x="5590" y="9237"/>
                    <a:pt x="5514" y="9160"/>
                  </a:cubicBezTo>
                  <a:lnTo>
                    <a:pt x="5230" y="8877"/>
                  </a:lnTo>
                  <a:cubicBezTo>
                    <a:pt x="6301" y="8089"/>
                    <a:pt x="7341" y="7617"/>
                    <a:pt x="8444" y="7239"/>
                  </a:cubicBezTo>
                  <a:close/>
                  <a:moveTo>
                    <a:pt x="5230" y="2198"/>
                  </a:moveTo>
                  <a:lnTo>
                    <a:pt x="9294" y="6230"/>
                  </a:lnTo>
                  <a:cubicBezTo>
                    <a:pt x="7908" y="6703"/>
                    <a:pt x="5797" y="7270"/>
                    <a:pt x="3560" y="9381"/>
                  </a:cubicBezTo>
                  <a:lnTo>
                    <a:pt x="2080" y="7932"/>
                  </a:lnTo>
                  <a:cubicBezTo>
                    <a:pt x="3340" y="6608"/>
                    <a:pt x="4285" y="5033"/>
                    <a:pt x="4852" y="3395"/>
                  </a:cubicBezTo>
                  <a:lnTo>
                    <a:pt x="5230" y="2198"/>
                  </a:lnTo>
                  <a:close/>
                  <a:moveTo>
                    <a:pt x="1138" y="8089"/>
                  </a:moveTo>
                  <a:cubicBezTo>
                    <a:pt x="1229" y="8089"/>
                    <a:pt x="1323" y="8121"/>
                    <a:pt x="1386" y="8184"/>
                  </a:cubicBezTo>
                  <a:lnTo>
                    <a:pt x="3308" y="10105"/>
                  </a:lnTo>
                  <a:cubicBezTo>
                    <a:pt x="3434" y="10231"/>
                    <a:pt x="3434" y="10452"/>
                    <a:pt x="3308" y="10578"/>
                  </a:cubicBezTo>
                  <a:cubicBezTo>
                    <a:pt x="3245" y="10641"/>
                    <a:pt x="3159" y="10673"/>
                    <a:pt x="3072" y="10673"/>
                  </a:cubicBezTo>
                  <a:cubicBezTo>
                    <a:pt x="2985" y="10673"/>
                    <a:pt x="2899" y="10641"/>
                    <a:pt x="2836" y="10578"/>
                  </a:cubicBezTo>
                  <a:lnTo>
                    <a:pt x="914" y="8656"/>
                  </a:lnTo>
                  <a:cubicBezTo>
                    <a:pt x="788" y="8530"/>
                    <a:pt x="788" y="8278"/>
                    <a:pt x="914" y="8184"/>
                  </a:cubicBezTo>
                  <a:cubicBezTo>
                    <a:pt x="961" y="8121"/>
                    <a:pt x="1048" y="8089"/>
                    <a:pt x="1138" y="8089"/>
                  </a:cubicBezTo>
                  <a:close/>
                  <a:moveTo>
                    <a:pt x="5565" y="0"/>
                  </a:moveTo>
                  <a:cubicBezTo>
                    <a:pt x="5301" y="0"/>
                    <a:pt x="5041" y="103"/>
                    <a:pt x="4852" y="307"/>
                  </a:cubicBezTo>
                  <a:cubicBezTo>
                    <a:pt x="4474" y="654"/>
                    <a:pt x="4442" y="1158"/>
                    <a:pt x="4694" y="1568"/>
                  </a:cubicBezTo>
                  <a:lnTo>
                    <a:pt x="4159" y="3143"/>
                  </a:lnTo>
                  <a:cubicBezTo>
                    <a:pt x="3655" y="4655"/>
                    <a:pt x="2710" y="6199"/>
                    <a:pt x="1575" y="7428"/>
                  </a:cubicBezTo>
                  <a:cubicBezTo>
                    <a:pt x="1422" y="7357"/>
                    <a:pt x="1259" y="7321"/>
                    <a:pt x="1100" y="7321"/>
                  </a:cubicBezTo>
                  <a:cubicBezTo>
                    <a:pt x="834" y="7321"/>
                    <a:pt x="575" y="7420"/>
                    <a:pt x="378" y="7617"/>
                  </a:cubicBezTo>
                  <a:cubicBezTo>
                    <a:pt x="0" y="8026"/>
                    <a:pt x="0" y="8688"/>
                    <a:pt x="378" y="9066"/>
                  </a:cubicBezTo>
                  <a:lnTo>
                    <a:pt x="2363" y="11051"/>
                  </a:lnTo>
                  <a:cubicBezTo>
                    <a:pt x="2552" y="11240"/>
                    <a:pt x="2820" y="11334"/>
                    <a:pt x="3088" y="11334"/>
                  </a:cubicBezTo>
                  <a:cubicBezTo>
                    <a:pt x="3356" y="11334"/>
                    <a:pt x="3623" y="11240"/>
                    <a:pt x="3812" y="11051"/>
                  </a:cubicBezTo>
                  <a:cubicBezTo>
                    <a:pt x="4127" y="10736"/>
                    <a:pt x="4222" y="10263"/>
                    <a:pt x="4001" y="9853"/>
                  </a:cubicBezTo>
                  <a:cubicBezTo>
                    <a:pt x="4222" y="9664"/>
                    <a:pt x="4442" y="9475"/>
                    <a:pt x="4694" y="9286"/>
                  </a:cubicBezTo>
                  <a:lnTo>
                    <a:pt x="5041" y="9633"/>
                  </a:lnTo>
                  <a:cubicBezTo>
                    <a:pt x="5238" y="9830"/>
                    <a:pt x="5496" y="9928"/>
                    <a:pt x="5755" y="9928"/>
                  </a:cubicBezTo>
                  <a:cubicBezTo>
                    <a:pt x="5910" y="9928"/>
                    <a:pt x="6065" y="9893"/>
                    <a:pt x="6207" y="9822"/>
                  </a:cubicBezTo>
                  <a:lnTo>
                    <a:pt x="8790" y="8530"/>
                  </a:lnTo>
                  <a:cubicBezTo>
                    <a:pt x="9357" y="8215"/>
                    <a:pt x="9515" y="7459"/>
                    <a:pt x="9137" y="6986"/>
                  </a:cubicBezTo>
                  <a:lnTo>
                    <a:pt x="9893" y="6766"/>
                  </a:lnTo>
                  <a:cubicBezTo>
                    <a:pt x="10050" y="6858"/>
                    <a:pt x="10229" y="6906"/>
                    <a:pt x="10412" y="6906"/>
                  </a:cubicBezTo>
                  <a:cubicBezTo>
                    <a:pt x="10668" y="6906"/>
                    <a:pt x="10932" y="6811"/>
                    <a:pt x="11153" y="6608"/>
                  </a:cubicBezTo>
                  <a:cubicBezTo>
                    <a:pt x="11531" y="6199"/>
                    <a:pt x="11531" y="5537"/>
                    <a:pt x="11153" y="5128"/>
                  </a:cubicBezTo>
                  <a:lnTo>
                    <a:pt x="6301" y="307"/>
                  </a:lnTo>
                  <a:cubicBezTo>
                    <a:pt x="6096" y="103"/>
                    <a:pt x="5829" y="0"/>
                    <a:pt x="5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60" name="Google Shape;10360;p64"/>
            <p:cNvSpPr/>
            <p:nvPr/>
          </p:nvSpPr>
          <p:spPr>
            <a:xfrm>
              <a:off x="-34181848" y="2644625"/>
              <a:ext cx="41775" cy="41575"/>
            </a:xfrm>
            <a:custGeom>
              <a:rect l="l" t="t" r="r" b="b"/>
              <a:pathLst>
                <a:path w="1670" h="1663" extrusionOk="0">
                  <a:moveTo>
                    <a:pt x="1328" y="1"/>
                  </a:moveTo>
                  <a:cubicBezTo>
                    <a:pt x="1237" y="1"/>
                    <a:pt x="1151" y="40"/>
                    <a:pt x="1103" y="119"/>
                  </a:cubicBezTo>
                  <a:lnTo>
                    <a:pt x="95" y="1096"/>
                  </a:lnTo>
                  <a:cubicBezTo>
                    <a:pt x="1" y="1222"/>
                    <a:pt x="1" y="1442"/>
                    <a:pt x="95" y="1568"/>
                  </a:cubicBezTo>
                  <a:cubicBezTo>
                    <a:pt x="158" y="1631"/>
                    <a:pt x="253" y="1663"/>
                    <a:pt x="343" y="1663"/>
                  </a:cubicBezTo>
                  <a:cubicBezTo>
                    <a:pt x="434" y="1663"/>
                    <a:pt x="521" y="1631"/>
                    <a:pt x="568" y="1568"/>
                  </a:cubicBezTo>
                  <a:lnTo>
                    <a:pt x="1576" y="592"/>
                  </a:lnTo>
                  <a:cubicBezTo>
                    <a:pt x="1671" y="466"/>
                    <a:pt x="1671" y="213"/>
                    <a:pt x="1576" y="119"/>
                  </a:cubicBezTo>
                  <a:cubicBezTo>
                    <a:pt x="1513" y="40"/>
                    <a:pt x="1418" y="1"/>
                    <a:pt x="13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61" name="Google Shape;10361;p64"/>
            <p:cNvSpPr/>
            <p:nvPr/>
          </p:nvSpPr>
          <p:spPr>
            <a:xfrm>
              <a:off x="-34217276" y="2631050"/>
              <a:ext cx="17350" cy="41775"/>
            </a:xfrm>
            <a:custGeom>
              <a:rect l="l" t="t" r="r" b="b"/>
              <a:pathLst>
                <a:path w="694" h="1670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24"/>
                  </a:lnTo>
                  <a:cubicBezTo>
                    <a:pt x="0" y="1513"/>
                    <a:pt x="158" y="1670"/>
                    <a:pt x="347" y="1670"/>
                  </a:cubicBezTo>
                  <a:cubicBezTo>
                    <a:pt x="536" y="1670"/>
                    <a:pt x="693" y="1513"/>
                    <a:pt x="693" y="132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62" name="Google Shape;10362;p64"/>
            <p:cNvSpPr/>
            <p:nvPr/>
          </p:nvSpPr>
          <p:spPr>
            <a:xfrm>
              <a:off x="-34168451" y="2704300"/>
              <a:ext cx="42550" cy="18125"/>
            </a:xfrm>
            <a:custGeom>
              <a:rect l="l" t="t" r="r" b="b"/>
              <a:pathLst>
                <a:path w="1702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355" y="725"/>
                  </a:lnTo>
                  <a:cubicBezTo>
                    <a:pt x="1544" y="725"/>
                    <a:pt x="1702" y="567"/>
                    <a:pt x="1702" y="378"/>
                  </a:cubicBezTo>
                  <a:cubicBezTo>
                    <a:pt x="1670" y="158"/>
                    <a:pt x="1544" y="0"/>
                    <a:pt x="1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363" name="Google Shape;10363;p64"/>
          <p:cNvSpPr/>
          <p:nvPr/>
        </p:nvSpPr>
        <p:spPr>
          <a:xfrm>
            <a:off x="1299154" y="2687237"/>
            <a:ext cx="353587" cy="354527"/>
          </a:xfrm>
          <a:custGeom>
            <a:rect l="l" t="t" r="r" b="b"/>
            <a:pathLst>
              <a:path w="11658" h="11689" extrusionOk="0">
                <a:moveTo>
                  <a:pt x="2868" y="8538"/>
                </a:moveTo>
                <a:cubicBezTo>
                  <a:pt x="3025" y="8948"/>
                  <a:pt x="3340" y="9263"/>
                  <a:pt x="3781" y="9452"/>
                </a:cubicBezTo>
                <a:cubicBezTo>
                  <a:pt x="3403" y="9389"/>
                  <a:pt x="2364" y="9231"/>
                  <a:pt x="2080" y="8916"/>
                </a:cubicBezTo>
                <a:cubicBezTo>
                  <a:pt x="2143" y="8885"/>
                  <a:pt x="2332" y="8727"/>
                  <a:pt x="2868" y="8538"/>
                </a:cubicBezTo>
                <a:close/>
                <a:moveTo>
                  <a:pt x="8791" y="8538"/>
                </a:moveTo>
                <a:cubicBezTo>
                  <a:pt x="9326" y="8727"/>
                  <a:pt x="9547" y="8885"/>
                  <a:pt x="9578" y="8916"/>
                </a:cubicBezTo>
                <a:cubicBezTo>
                  <a:pt x="9295" y="9231"/>
                  <a:pt x="8287" y="9389"/>
                  <a:pt x="7877" y="9452"/>
                </a:cubicBezTo>
                <a:cubicBezTo>
                  <a:pt x="8287" y="9294"/>
                  <a:pt x="8602" y="8948"/>
                  <a:pt x="8791" y="8538"/>
                </a:cubicBezTo>
                <a:close/>
                <a:moveTo>
                  <a:pt x="5829" y="725"/>
                </a:moveTo>
                <a:cubicBezTo>
                  <a:pt x="6018" y="725"/>
                  <a:pt x="6176" y="883"/>
                  <a:pt x="6176" y="1072"/>
                </a:cubicBezTo>
                <a:lnTo>
                  <a:pt x="6176" y="4537"/>
                </a:lnTo>
                <a:cubicBezTo>
                  <a:pt x="6176" y="4695"/>
                  <a:pt x="6302" y="4821"/>
                  <a:pt x="6428" y="4852"/>
                </a:cubicBezTo>
                <a:cubicBezTo>
                  <a:pt x="6455" y="4858"/>
                  <a:pt x="6482" y="4860"/>
                  <a:pt x="6508" y="4860"/>
                </a:cubicBezTo>
                <a:cubicBezTo>
                  <a:pt x="6637" y="4860"/>
                  <a:pt x="6754" y="4799"/>
                  <a:pt x="6806" y="4695"/>
                </a:cubicBezTo>
                <a:lnTo>
                  <a:pt x="8287" y="2237"/>
                </a:lnTo>
                <a:cubicBezTo>
                  <a:pt x="8326" y="2139"/>
                  <a:pt x="8415" y="2090"/>
                  <a:pt x="8514" y="2090"/>
                </a:cubicBezTo>
                <a:cubicBezTo>
                  <a:pt x="8574" y="2090"/>
                  <a:pt x="8637" y="2107"/>
                  <a:pt x="8696" y="2143"/>
                </a:cubicBezTo>
                <a:cubicBezTo>
                  <a:pt x="8854" y="2206"/>
                  <a:pt x="8948" y="2426"/>
                  <a:pt x="8854" y="2615"/>
                </a:cubicBezTo>
                <a:lnTo>
                  <a:pt x="7656" y="5041"/>
                </a:lnTo>
                <a:cubicBezTo>
                  <a:pt x="7562" y="5262"/>
                  <a:pt x="7656" y="5451"/>
                  <a:pt x="7814" y="5514"/>
                </a:cubicBezTo>
                <a:cubicBezTo>
                  <a:pt x="7851" y="5551"/>
                  <a:pt x="7898" y="5569"/>
                  <a:pt x="7949" y="5569"/>
                </a:cubicBezTo>
                <a:cubicBezTo>
                  <a:pt x="8028" y="5569"/>
                  <a:pt x="8116" y="5527"/>
                  <a:pt x="8192" y="5451"/>
                </a:cubicBezTo>
                <a:cubicBezTo>
                  <a:pt x="9630" y="4282"/>
                  <a:pt x="9701" y="4254"/>
                  <a:pt x="9704" y="4254"/>
                </a:cubicBezTo>
                <a:cubicBezTo>
                  <a:pt x="9704" y="4254"/>
                  <a:pt x="9704" y="4254"/>
                  <a:pt x="9704" y="4254"/>
                </a:cubicBezTo>
                <a:cubicBezTo>
                  <a:pt x="9752" y="4206"/>
                  <a:pt x="9838" y="4183"/>
                  <a:pt x="9929" y="4183"/>
                </a:cubicBezTo>
                <a:cubicBezTo>
                  <a:pt x="10019" y="4183"/>
                  <a:pt x="10114" y="4206"/>
                  <a:pt x="10177" y="4254"/>
                </a:cubicBezTo>
                <a:cubicBezTo>
                  <a:pt x="10271" y="4380"/>
                  <a:pt x="10271" y="4632"/>
                  <a:pt x="10177" y="4726"/>
                </a:cubicBezTo>
                <a:lnTo>
                  <a:pt x="8318" y="6585"/>
                </a:lnTo>
                <a:cubicBezTo>
                  <a:pt x="8224" y="6680"/>
                  <a:pt x="8192" y="6743"/>
                  <a:pt x="8192" y="6837"/>
                </a:cubicBezTo>
                <a:lnTo>
                  <a:pt x="8192" y="7940"/>
                </a:lnTo>
                <a:cubicBezTo>
                  <a:pt x="8192" y="8349"/>
                  <a:pt x="7908" y="8759"/>
                  <a:pt x="7499" y="8916"/>
                </a:cubicBezTo>
                <a:cubicBezTo>
                  <a:pt x="7184" y="9042"/>
                  <a:pt x="6932" y="9263"/>
                  <a:pt x="6869" y="9609"/>
                </a:cubicBezTo>
                <a:cubicBezTo>
                  <a:pt x="6491" y="9672"/>
                  <a:pt x="6144" y="9672"/>
                  <a:pt x="5798" y="9672"/>
                </a:cubicBezTo>
                <a:cubicBezTo>
                  <a:pt x="5451" y="9672"/>
                  <a:pt x="5073" y="9672"/>
                  <a:pt x="4726" y="9609"/>
                </a:cubicBezTo>
                <a:cubicBezTo>
                  <a:pt x="4663" y="9294"/>
                  <a:pt x="4411" y="9042"/>
                  <a:pt x="4096" y="8916"/>
                </a:cubicBezTo>
                <a:cubicBezTo>
                  <a:pt x="3655" y="8759"/>
                  <a:pt x="3403" y="8381"/>
                  <a:pt x="3403" y="7940"/>
                </a:cubicBezTo>
                <a:cubicBezTo>
                  <a:pt x="3403" y="7562"/>
                  <a:pt x="3277" y="7247"/>
                  <a:pt x="2994" y="6963"/>
                </a:cubicBezTo>
                <a:lnTo>
                  <a:pt x="1418" y="5388"/>
                </a:lnTo>
                <a:cubicBezTo>
                  <a:pt x="1355" y="5293"/>
                  <a:pt x="1355" y="5041"/>
                  <a:pt x="1513" y="4947"/>
                </a:cubicBezTo>
                <a:cubicBezTo>
                  <a:pt x="1568" y="4873"/>
                  <a:pt x="1667" y="4842"/>
                  <a:pt x="1758" y="4842"/>
                </a:cubicBezTo>
                <a:cubicBezTo>
                  <a:pt x="1823" y="4842"/>
                  <a:pt x="1883" y="4858"/>
                  <a:pt x="1923" y="4884"/>
                </a:cubicBezTo>
                <a:cubicBezTo>
                  <a:pt x="3718" y="6238"/>
                  <a:pt x="3592" y="6144"/>
                  <a:pt x="3750" y="6207"/>
                </a:cubicBezTo>
                <a:cubicBezTo>
                  <a:pt x="3834" y="6207"/>
                  <a:pt x="3876" y="6221"/>
                  <a:pt x="3913" y="6221"/>
                </a:cubicBezTo>
                <a:cubicBezTo>
                  <a:pt x="3932" y="6221"/>
                  <a:pt x="3949" y="6217"/>
                  <a:pt x="3970" y="6207"/>
                </a:cubicBezTo>
                <a:cubicBezTo>
                  <a:pt x="5231" y="6238"/>
                  <a:pt x="5483" y="6617"/>
                  <a:pt x="5483" y="7215"/>
                </a:cubicBezTo>
                <a:cubicBezTo>
                  <a:pt x="5483" y="7404"/>
                  <a:pt x="5640" y="7562"/>
                  <a:pt x="5829" y="7562"/>
                </a:cubicBezTo>
                <a:cubicBezTo>
                  <a:pt x="6018" y="7562"/>
                  <a:pt x="6176" y="7404"/>
                  <a:pt x="6176" y="7215"/>
                </a:cubicBezTo>
                <a:cubicBezTo>
                  <a:pt x="6176" y="6554"/>
                  <a:pt x="5924" y="6081"/>
                  <a:pt x="5388" y="5797"/>
                </a:cubicBezTo>
                <a:cubicBezTo>
                  <a:pt x="5073" y="5640"/>
                  <a:pt x="4663" y="5514"/>
                  <a:pt x="4128" y="5514"/>
                </a:cubicBezTo>
                <a:cubicBezTo>
                  <a:pt x="3624" y="4348"/>
                  <a:pt x="2836" y="2647"/>
                  <a:pt x="2805" y="2615"/>
                </a:cubicBezTo>
                <a:cubicBezTo>
                  <a:pt x="2710" y="2458"/>
                  <a:pt x="2805" y="2206"/>
                  <a:pt x="2962" y="2143"/>
                </a:cubicBezTo>
                <a:cubicBezTo>
                  <a:pt x="3015" y="2111"/>
                  <a:pt x="3071" y="2097"/>
                  <a:pt x="3126" y="2097"/>
                </a:cubicBezTo>
                <a:cubicBezTo>
                  <a:pt x="3235" y="2097"/>
                  <a:pt x="3340" y="2153"/>
                  <a:pt x="3403" y="2237"/>
                </a:cubicBezTo>
                <a:lnTo>
                  <a:pt x="4852" y="4695"/>
                </a:lnTo>
                <a:cubicBezTo>
                  <a:pt x="4905" y="4799"/>
                  <a:pt x="5022" y="4860"/>
                  <a:pt x="5150" y="4860"/>
                </a:cubicBezTo>
                <a:cubicBezTo>
                  <a:pt x="5176" y="4860"/>
                  <a:pt x="5204" y="4858"/>
                  <a:pt x="5231" y="4852"/>
                </a:cubicBezTo>
                <a:cubicBezTo>
                  <a:pt x="5388" y="4821"/>
                  <a:pt x="5483" y="4695"/>
                  <a:pt x="5483" y="4537"/>
                </a:cubicBezTo>
                <a:lnTo>
                  <a:pt x="5483" y="1072"/>
                </a:lnTo>
                <a:cubicBezTo>
                  <a:pt x="5483" y="883"/>
                  <a:pt x="5640" y="725"/>
                  <a:pt x="5829" y="725"/>
                </a:cubicBezTo>
                <a:close/>
                <a:moveTo>
                  <a:pt x="8822" y="7310"/>
                </a:moveTo>
                <a:cubicBezTo>
                  <a:pt x="10082" y="7688"/>
                  <a:pt x="10901" y="8318"/>
                  <a:pt x="10901" y="8916"/>
                </a:cubicBezTo>
                <a:cubicBezTo>
                  <a:pt x="10996" y="9925"/>
                  <a:pt x="8791" y="10996"/>
                  <a:pt x="5829" y="10996"/>
                </a:cubicBezTo>
                <a:cubicBezTo>
                  <a:pt x="2868" y="10996"/>
                  <a:pt x="662" y="9988"/>
                  <a:pt x="662" y="8948"/>
                </a:cubicBezTo>
                <a:cubicBezTo>
                  <a:pt x="662" y="8412"/>
                  <a:pt x="1387" y="7814"/>
                  <a:pt x="2490" y="7404"/>
                </a:cubicBezTo>
                <a:lnTo>
                  <a:pt x="2553" y="7499"/>
                </a:lnTo>
                <a:cubicBezTo>
                  <a:pt x="2679" y="7625"/>
                  <a:pt x="2773" y="7782"/>
                  <a:pt x="2773" y="7940"/>
                </a:cubicBezTo>
                <a:cubicBezTo>
                  <a:pt x="2206" y="8097"/>
                  <a:pt x="1387" y="8349"/>
                  <a:pt x="1387" y="8948"/>
                </a:cubicBezTo>
                <a:cubicBezTo>
                  <a:pt x="1387" y="9231"/>
                  <a:pt x="1544" y="9452"/>
                  <a:pt x="1860" y="9672"/>
                </a:cubicBezTo>
                <a:cubicBezTo>
                  <a:pt x="2773" y="10208"/>
                  <a:pt x="4726" y="10334"/>
                  <a:pt x="5798" y="10334"/>
                </a:cubicBezTo>
                <a:cubicBezTo>
                  <a:pt x="6869" y="10334"/>
                  <a:pt x="8822" y="10208"/>
                  <a:pt x="9736" y="9672"/>
                </a:cubicBezTo>
                <a:cubicBezTo>
                  <a:pt x="10051" y="9452"/>
                  <a:pt x="10208" y="9231"/>
                  <a:pt x="10208" y="8948"/>
                </a:cubicBezTo>
                <a:cubicBezTo>
                  <a:pt x="10208" y="8349"/>
                  <a:pt x="9421" y="8097"/>
                  <a:pt x="8822" y="7940"/>
                </a:cubicBezTo>
                <a:lnTo>
                  <a:pt x="8822" y="7310"/>
                </a:lnTo>
                <a:close/>
                <a:moveTo>
                  <a:pt x="5829" y="1"/>
                </a:moveTo>
                <a:cubicBezTo>
                  <a:pt x="5294" y="1"/>
                  <a:pt x="4821" y="473"/>
                  <a:pt x="4821" y="1072"/>
                </a:cubicBezTo>
                <a:lnTo>
                  <a:pt x="4821" y="3309"/>
                </a:lnTo>
                <a:lnTo>
                  <a:pt x="4002" y="1954"/>
                </a:lnTo>
                <a:cubicBezTo>
                  <a:pt x="3807" y="1608"/>
                  <a:pt x="3464" y="1440"/>
                  <a:pt x="3115" y="1440"/>
                </a:cubicBezTo>
                <a:cubicBezTo>
                  <a:pt x="2956" y="1440"/>
                  <a:pt x="2795" y="1475"/>
                  <a:pt x="2647" y="1544"/>
                </a:cubicBezTo>
                <a:cubicBezTo>
                  <a:pt x="2143" y="1765"/>
                  <a:pt x="1923" y="2426"/>
                  <a:pt x="2175" y="2930"/>
                </a:cubicBezTo>
                <a:cubicBezTo>
                  <a:pt x="2206" y="2993"/>
                  <a:pt x="2679" y="4033"/>
                  <a:pt x="3088" y="4915"/>
                </a:cubicBezTo>
                <a:lnTo>
                  <a:pt x="2332" y="4380"/>
                </a:lnTo>
                <a:cubicBezTo>
                  <a:pt x="2157" y="4233"/>
                  <a:pt x="1933" y="4162"/>
                  <a:pt x="1710" y="4162"/>
                </a:cubicBezTo>
                <a:cubicBezTo>
                  <a:pt x="1452" y="4162"/>
                  <a:pt x="1195" y="4257"/>
                  <a:pt x="1009" y="4443"/>
                </a:cubicBezTo>
                <a:cubicBezTo>
                  <a:pt x="599" y="4852"/>
                  <a:pt x="599" y="5514"/>
                  <a:pt x="1009" y="5923"/>
                </a:cubicBezTo>
                <a:lnTo>
                  <a:pt x="1986" y="6900"/>
                </a:lnTo>
                <a:cubicBezTo>
                  <a:pt x="725" y="7404"/>
                  <a:pt x="1" y="8160"/>
                  <a:pt x="1" y="8948"/>
                </a:cubicBezTo>
                <a:cubicBezTo>
                  <a:pt x="1" y="9736"/>
                  <a:pt x="631" y="10460"/>
                  <a:pt x="1828" y="10964"/>
                </a:cubicBezTo>
                <a:cubicBezTo>
                  <a:pt x="2868" y="11437"/>
                  <a:pt x="4348" y="11689"/>
                  <a:pt x="5829" y="11689"/>
                </a:cubicBezTo>
                <a:cubicBezTo>
                  <a:pt x="8948" y="11689"/>
                  <a:pt x="11658" y="10586"/>
                  <a:pt x="11658" y="8979"/>
                </a:cubicBezTo>
                <a:cubicBezTo>
                  <a:pt x="11658" y="8003"/>
                  <a:pt x="10744" y="7184"/>
                  <a:pt x="9169" y="6680"/>
                </a:cubicBezTo>
                <a:lnTo>
                  <a:pt x="10649" y="5199"/>
                </a:lnTo>
                <a:cubicBezTo>
                  <a:pt x="11027" y="4821"/>
                  <a:pt x="11027" y="4159"/>
                  <a:pt x="10649" y="3750"/>
                </a:cubicBezTo>
                <a:cubicBezTo>
                  <a:pt x="10445" y="3561"/>
                  <a:pt x="10185" y="3466"/>
                  <a:pt x="9929" y="3466"/>
                </a:cubicBezTo>
                <a:cubicBezTo>
                  <a:pt x="9673" y="3466"/>
                  <a:pt x="9421" y="3561"/>
                  <a:pt x="9232" y="3750"/>
                </a:cubicBezTo>
                <a:cubicBezTo>
                  <a:pt x="9137" y="3844"/>
                  <a:pt x="9074" y="3876"/>
                  <a:pt x="8948" y="4002"/>
                </a:cubicBezTo>
                <a:cubicBezTo>
                  <a:pt x="8980" y="3876"/>
                  <a:pt x="9421" y="3025"/>
                  <a:pt x="9484" y="2930"/>
                </a:cubicBezTo>
                <a:cubicBezTo>
                  <a:pt x="9736" y="2426"/>
                  <a:pt x="9547" y="1765"/>
                  <a:pt x="9011" y="1544"/>
                </a:cubicBezTo>
                <a:cubicBezTo>
                  <a:pt x="8873" y="1475"/>
                  <a:pt x="8719" y="1440"/>
                  <a:pt x="8564" y="1440"/>
                </a:cubicBezTo>
                <a:cubicBezTo>
                  <a:pt x="8226" y="1440"/>
                  <a:pt x="7883" y="1608"/>
                  <a:pt x="7688" y="1954"/>
                </a:cubicBezTo>
                <a:lnTo>
                  <a:pt x="6869" y="3309"/>
                </a:lnTo>
                <a:lnTo>
                  <a:pt x="6869" y="1072"/>
                </a:lnTo>
                <a:cubicBezTo>
                  <a:pt x="6869" y="505"/>
                  <a:pt x="6396" y="1"/>
                  <a:pt x="582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64" name="Google Shape;10364;p64"/>
          <p:cNvSpPr/>
          <p:nvPr/>
        </p:nvSpPr>
        <p:spPr>
          <a:xfrm>
            <a:off x="1299154" y="3155970"/>
            <a:ext cx="353587" cy="353557"/>
          </a:xfrm>
          <a:custGeom>
            <a:rect l="l" t="t" r="r" b="b"/>
            <a:pathLst>
              <a:path w="11658" h="11657" extrusionOk="0">
                <a:moveTo>
                  <a:pt x="5829" y="662"/>
                </a:moveTo>
                <a:cubicBezTo>
                  <a:pt x="6396" y="662"/>
                  <a:pt x="6869" y="1134"/>
                  <a:pt x="6869" y="1670"/>
                </a:cubicBezTo>
                <a:cubicBezTo>
                  <a:pt x="6869" y="2237"/>
                  <a:pt x="6396" y="2741"/>
                  <a:pt x="5829" y="2741"/>
                </a:cubicBezTo>
                <a:cubicBezTo>
                  <a:pt x="5294" y="2710"/>
                  <a:pt x="4821" y="2237"/>
                  <a:pt x="4821" y="1670"/>
                </a:cubicBezTo>
                <a:cubicBezTo>
                  <a:pt x="4821" y="1134"/>
                  <a:pt x="5294" y="662"/>
                  <a:pt x="5829" y="662"/>
                </a:cubicBezTo>
                <a:close/>
                <a:moveTo>
                  <a:pt x="5829" y="3403"/>
                </a:moveTo>
                <a:cubicBezTo>
                  <a:pt x="7058" y="3403"/>
                  <a:pt x="8034" y="4316"/>
                  <a:pt x="8192" y="5451"/>
                </a:cubicBezTo>
                <a:lnTo>
                  <a:pt x="3466" y="5451"/>
                </a:lnTo>
                <a:cubicBezTo>
                  <a:pt x="3624" y="4285"/>
                  <a:pt x="4600" y="3403"/>
                  <a:pt x="5829" y="3403"/>
                </a:cubicBezTo>
                <a:close/>
                <a:moveTo>
                  <a:pt x="1702" y="8885"/>
                </a:moveTo>
                <a:cubicBezTo>
                  <a:pt x="2269" y="8885"/>
                  <a:pt x="2710" y="9357"/>
                  <a:pt x="2710" y="9924"/>
                </a:cubicBezTo>
                <a:cubicBezTo>
                  <a:pt x="2710" y="10460"/>
                  <a:pt x="2269" y="10932"/>
                  <a:pt x="1702" y="10932"/>
                </a:cubicBezTo>
                <a:cubicBezTo>
                  <a:pt x="1135" y="10932"/>
                  <a:pt x="694" y="10460"/>
                  <a:pt x="694" y="9924"/>
                </a:cubicBezTo>
                <a:cubicBezTo>
                  <a:pt x="694" y="9357"/>
                  <a:pt x="1135" y="8885"/>
                  <a:pt x="1702" y="8885"/>
                </a:cubicBezTo>
                <a:close/>
                <a:moveTo>
                  <a:pt x="5829" y="8885"/>
                </a:moveTo>
                <a:cubicBezTo>
                  <a:pt x="6396" y="8885"/>
                  <a:pt x="6869" y="9357"/>
                  <a:pt x="6869" y="9924"/>
                </a:cubicBezTo>
                <a:cubicBezTo>
                  <a:pt x="6869" y="10460"/>
                  <a:pt x="6396" y="10932"/>
                  <a:pt x="5829" y="10932"/>
                </a:cubicBezTo>
                <a:cubicBezTo>
                  <a:pt x="5294" y="10932"/>
                  <a:pt x="4821" y="10460"/>
                  <a:pt x="4821" y="9924"/>
                </a:cubicBezTo>
                <a:cubicBezTo>
                  <a:pt x="4821" y="9357"/>
                  <a:pt x="5294" y="8885"/>
                  <a:pt x="5829" y="8885"/>
                </a:cubicBezTo>
                <a:close/>
                <a:moveTo>
                  <a:pt x="9956" y="8885"/>
                </a:moveTo>
                <a:cubicBezTo>
                  <a:pt x="10523" y="8885"/>
                  <a:pt x="10996" y="9357"/>
                  <a:pt x="10996" y="9924"/>
                </a:cubicBezTo>
                <a:cubicBezTo>
                  <a:pt x="10996" y="10460"/>
                  <a:pt x="10523" y="10932"/>
                  <a:pt x="9956" y="10932"/>
                </a:cubicBezTo>
                <a:cubicBezTo>
                  <a:pt x="9421" y="10932"/>
                  <a:pt x="8948" y="10460"/>
                  <a:pt x="8948" y="9924"/>
                </a:cubicBezTo>
                <a:cubicBezTo>
                  <a:pt x="8948" y="9357"/>
                  <a:pt x="9421" y="8885"/>
                  <a:pt x="9956" y="8885"/>
                </a:cubicBezTo>
                <a:close/>
                <a:moveTo>
                  <a:pt x="5829" y="0"/>
                </a:moveTo>
                <a:cubicBezTo>
                  <a:pt x="4884" y="0"/>
                  <a:pt x="4128" y="725"/>
                  <a:pt x="4128" y="1670"/>
                </a:cubicBezTo>
                <a:cubicBezTo>
                  <a:pt x="4128" y="2143"/>
                  <a:pt x="4285" y="2584"/>
                  <a:pt x="4663" y="2899"/>
                </a:cubicBezTo>
                <a:lnTo>
                  <a:pt x="4695" y="2930"/>
                </a:lnTo>
                <a:cubicBezTo>
                  <a:pt x="3561" y="3403"/>
                  <a:pt x="2773" y="4505"/>
                  <a:pt x="2773" y="5766"/>
                </a:cubicBezTo>
                <a:cubicBezTo>
                  <a:pt x="2773" y="5955"/>
                  <a:pt x="2931" y="6144"/>
                  <a:pt x="3120" y="6144"/>
                </a:cubicBezTo>
                <a:lnTo>
                  <a:pt x="5514" y="6144"/>
                </a:lnTo>
                <a:lnTo>
                  <a:pt x="5514" y="6837"/>
                </a:lnTo>
                <a:lnTo>
                  <a:pt x="2395" y="6837"/>
                </a:lnTo>
                <a:cubicBezTo>
                  <a:pt x="1860" y="6837"/>
                  <a:pt x="1387" y="7309"/>
                  <a:pt x="1387" y="7876"/>
                </a:cubicBezTo>
                <a:lnTo>
                  <a:pt x="1387" y="8254"/>
                </a:lnTo>
                <a:cubicBezTo>
                  <a:pt x="599" y="8412"/>
                  <a:pt x="1" y="9137"/>
                  <a:pt x="1" y="9956"/>
                </a:cubicBezTo>
                <a:cubicBezTo>
                  <a:pt x="1" y="10901"/>
                  <a:pt x="757" y="11657"/>
                  <a:pt x="1702" y="11657"/>
                </a:cubicBezTo>
                <a:cubicBezTo>
                  <a:pt x="2647" y="11657"/>
                  <a:pt x="3403" y="10901"/>
                  <a:pt x="3403" y="9956"/>
                </a:cubicBezTo>
                <a:cubicBezTo>
                  <a:pt x="3403" y="9137"/>
                  <a:pt x="2805" y="8412"/>
                  <a:pt x="2017" y="8254"/>
                </a:cubicBezTo>
                <a:lnTo>
                  <a:pt x="2017" y="7876"/>
                </a:lnTo>
                <a:cubicBezTo>
                  <a:pt x="2017" y="7656"/>
                  <a:pt x="2175" y="7498"/>
                  <a:pt x="2364" y="7498"/>
                </a:cubicBezTo>
                <a:lnTo>
                  <a:pt x="5483" y="7498"/>
                </a:lnTo>
                <a:lnTo>
                  <a:pt x="5483" y="8223"/>
                </a:lnTo>
                <a:cubicBezTo>
                  <a:pt x="4695" y="8380"/>
                  <a:pt x="4096" y="9074"/>
                  <a:pt x="4096" y="9924"/>
                </a:cubicBezTo>
                <a:cubicBezTo>
                  <a:pt x="4096" y="10869"/>
                  <a:pt x="4852" y="11594"/>
                  <a:pt x="5798" y="11594"/>
                </a:cubicBezTo>
                <a:cubicBezTo>
                  <a:pt x="6743" y="11594"/>
                  <a:pt x="7499" y="10869"/>
                  <a:pt x="7499" y="9924"/>
                </a:cubicBezTo>
                <a:cubicBezTo>
                  <a:pt x="7499" y="9074"/>
                  <a:pt x="6900" y="8380"/>
                  <a:pt x="6113" y="8223"/>
                </a:cubicBezTo>
                <a:lnTo>
                  <a:pt x="6113" y="7498"/>
                </a:lnTo>
                <a:lnTo>
                  <a:pt x="9232" y="7498"/>
                </a:lnTo>
                <a:cubicBezTo>
                  <a:pt x="9421" y="7498"/>
                  <a:pt x="9578" y="7656"/>
                  <a:pt x="9578" y="7876"/>
                </a:cubicBezTo>
                <a:lnTo>
                  <a:pt x="9578" y="8254"/>
                </a:lnTo>
                <a:cubicBezTo>
                  <a:pt x="8791" y="8412"/>
                  <a:pt x="8192" y="9137"/>
                  <a:pt x="8192" y="9956"/>
                </a:cubicBezTo>
                <a:cubicBezTo>
                  <a:pt x="8192" y="10901"/>
                  <a:pt x="8948" y="11657"/>
                  <a:pt x="9893" y="11657"/>
                </a:cubicBezTo>
                <a:cubicBezTo>
                  <a:pt x="10838" y="11657"/>
                  <a:pt x="11595" y="10901"/>
                  <a:pt x="11595" y="9956"/>
                </a:cubicBezTo>
                <a:cubicBezTo>
                  <a:pt x="11658" y="9074"/>
                  <a:pt x="11059" y="8412"/>
                  <a:pt x="10271" y="8254"/>
                </a:cubicBezTo>
                <a:lnTo>
                  <a:pt x="10271" y="7876"/>
                </a:lnTo>
                <a:cubicBezTo>
                  <a:pt x="10271" y="7309"/>
                  <a:pt x="9799" y="6837"/>
                  <a:pt x="9263" y="6837"/>
                </a:cubicBezTo>
                <a:lnTo>
                  <a:pt x="6144" y="6837"/>
                </a:lnTo>
                <a:lnTo>
                  <a:pt x="6144" y="6144"/>
                </a:lnTo>
                <a:lnTo>
                  <a:pt x="8539" y="6144"/>
                </a:lnTo>
                <a:cubicBezTo>
                  <a:pt x="8759" y="6144"/>
                  <a:pt x="8917" y="5955"/>
                  <a:pt x="8917" y="5766"/>
                </a:cubicBezTo>
                <a:cubicBezTo>
                  <a:pt x="8917" y="4474"/>
                  <a:pt x="8129" y="3371"/>
                  <a:pt x="6963" y="2930"/>
                </a:cubicBezTo>
                <a:lnTo>
                  <a:pt x="7026" y="2899"/>
                </a:lnTo>
                <a:cubicBezTo>
                  <a:pt x="7341" y="2584"/>
                  <a:pt x="7530" y="2143"/>
                  <a:pt x="7530" y="1670"/>
                </a:cubicBezTo>
                <a:cubicBezTo>
                  <a:pt x="7530" y="725"/>
                  <a:pt x="6774" y="0"/>
                  <a:pt x="5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65" name="Google Shape;10365;p64"/>
          <p:cNvSpPr/>
          <p:nvPr/>
        </p:nvSpPr>
        <p:spPr>
          <a:xfrm>
            <a:off x="1290085" y="3616003"/>
            <a:ext cx="371724" cy="354285"/>
          </a:xfrm>
          <a:custGeom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366" name="Google Shape;10366;p64"/>
          <p:cNvGrpSpPr/>
          <p:nvPr/>
        </p:nvGrpSpPr>
        <p:grpSpPr>
          <a:xfrm>
            <a:off x="3537620" y="2688025"/>
            <a:ext cx="353587" cy="352617"/>
            <a:chOff x="-30805301" y="1938725"/>
            <a:chExt cx="291450" cy="290650"/>
          </a:xfrm>
        </p:grpSpPr>
        <p:sp>
          <p:nvSpPr>
            <p:cNvPr id="10367" name="Google Shape;10367;p64"/>
            <p:cNvSpPr/>
            <p:nvPr/>
          </p:nvSpPr>
          <p:spPr>
            <a:xfrm>
              <a:off x="-30805301" y="1938725"/>
              <a:ext cx="291450" cy="290650"/>
            </a:xfrm>
            <a:custGeom>
              <a:rect l="l" t="t" r="r" b="b"/>
              <a:pathLst>
                <a:path w="11658" h="11626" extrusionOk="0">
                  <a:moveTo>
                    <a:pt x="6806" y="694"/>
                  </a:moveTo>
                  <a:lnTo>
                    <a:pt x="6806" y="1450"/>
                  </a:lnTo>
                  <a:lnTo>
                    <a:pt x="6112" y="1450"/>
                  </a:lnTo>
                  <a:lnTo>
                    <a:pt x="6112" y="694"/>
                  </a:lnTo>
                  <a:close/>
                  <a:moveTo>
                    <a:pt x="10586" y="4821"/>
                  </a:moveTo>
                  <a:cubicBezTo>
                    <a:pt x="10807" y="4821"/>
                    <a:pt x="10964" y="5010"/>
                    <a:pt x="10964" y="5199"/>
                  </a:cubicBezTo>
                  <a:cubicBezTo>
                    <a:pt x="10964" y="5388"/>
                    <a:pt x="10807" y="5545"/>
                    <a:pt x="10586" y="5545"/>
                  </a:cubicBezTo>
                  <a:lnTo>
                    <a:pt x="8570" y="5545"/>
                  </a:lnTo>
                  <a:cubicBezTo>
                    <a:pt x="8349" y="5545"/>
                    <a:pt x="8192" y="5388"/>
                    <a:pt x="8192" y="5199"/>
                  </a:cubicBezTo>
                  <a:cubicBezTo>
                    <a:pt x="8192" y="5010"/>
                    <a:pt x="8349" y="4821"/>
                    <a:pt x="8570" y="4821"/>
                  </a:cubicBezTo>
                  <a:close/>
                  <a:moveTo>
                    <a:pt x="6459" y="3529"/>
                  </a:moveTo>
                  <a:cubicBezTo>
                    <a:pt x="7089" y="3529"/>
                    <a:pt x="7656" y="3844"/>
                    <a:pt x="7971" y="4411"/>
                  </a:cubicBezTo>
                  <a:cubicBezTo>
                    <a:pt x="7688" y="4600"/>
                    <a:pt x="7499" y="4915"/>
                    <a:pt x="7499" y="5262"/>
                  </a:cubicBezTo>
                  <a:cubicBezTo>
                    <a:pt x="7499" y="5388"/>
                    <a:pt x="7530" y="5545"/>
                    <a:pt x="7562" y="5672"/>
                  </a:cubicBezTo>
                  <a:cubicBezTo>
                    <a:pt x="7121" y="5703"/>
                    <a:pt x="6806" y="6113"/>
                    <a:pt x="6806" y="6585"/>
                  </a:cubicBezTo>
                  <a:cubicBezTo>
                    <a:pt x="6806" y="6680"/>
                    <a:pt x="6806" y="6774"/>
                    <a:pt x="6869" y="6900"/>
                  </a:cubicBezTo>
                  <a:cubicBezTo>
                    <a:pt x="6743" y="6932"/>
                    <a:pt x="6617" y="6932"/>
                    <a:pt x="6459" y="6932"/>
                  </a:cubicBezTo>
                  <a:cubicBezTo>
                    <a:pt x="5514" y="6932"/>
                    <a:pt x="4758" y="6176"/>
                    <a:pt x="4758" y="5230"/>
                  </a:cubicBezTo>
                  <a:cubicBezTo>
                    <a:pt x="4758" y="4285"/>
                    <a:pt x="5514" y="3529"/>
                    <a:pt x="6459" y="3529"/>
                  </a:cubicBezTo>
                  <a:close/>
                  <a:moveTo>
                    <a:pt x="9893" y="6207"/>
                  </a:moveTo>
                  <a:cubicBezTo>
                    <a:pt x="10082" y="6207"/>
                    <a:pt x="10240" y="6365"/>
                    <a:pt x="10240" y="6585"/>
                  </a:cubicBezTo>
                  <a:cubicBezTo>
                    <a:pt x="10240" y="6774"/>
                    <a:pt x="10082" y="6932"/>
                    <a:pt x="9893" y="6932"/>
                  </a:cubicBezTo>
                  <a:lnTo>
                    <a:pt x="7845" y="6932"/>
                  </a:lnTo>
                  <a:cubicBezTo>
                    <a:pt x="7656" y="6932"/>
                    <a:pt x="7499" y="6774"/>
                    <a:pt x="7499" y="6585"/>
                  </a:cubicBezTo>
                  <a:cubicBezTo>
                    <a:pt x="7499" y="6365"/>
                    <a:pt x="7656" y="6207"/>
                    <a:pt x="7845" y="6207"/>
                  </a:cubicBezTo>
                  <a:close/>
                  <a:moveTo>
                    <a:pt x="9231" y="7562"/>
                  </a:moveTo>
                  <a:cubicBezTo>
                    <a:pt x="9420" y="7562"/>
                    <a:pt x="9578" y="7719"/>
                    <a:pt x="9578" y="7908"/>
                  </a:cubicBezTo>
                  <a:cubicBezTo>
                    <a:pt x="9578" y="8097"/>
                    <a:pt x="9420" y="8255"/>
                    <a:pt x="9231" y="8255"/>
                  </a:cubicBezTo>
                  <a:lnTo>
                    <a:pt x="7845" y="8255"/>
                  </a:lnTo>
                  <a:cubicBezTo>
                    <a:pt x="7656" y="8255"/>
                    <a:pt x="7499" y="8097"/>
                    <a:pt x="7499" y="7908"/>
                  </a:cubicBezTo>
                  <a:cubicBezTo>
                    <a:pt x="7499" y="7719"/>
                    <a:pt x="7656" y="7562"/>
                    <a:pt x="7845" y="7562"/>
                  </a:cubicBezTo>
                  <a:close/>
                  <a:moveTo>
                    <a:pt x="6595" y="2171"/>
                  </a:moveTo>
                  <a:cubicBezTo>
                    <a:pt x="7889" y="2171"/>
                    <a:pt x="8963" y="3033"/>
                    <a:pt x="9389" y="4159"/>
                  </a:cubicBezTo>
                  <a:lnTo>
                    <a:pt x="8633" y="4159"/>
                  </a:lnTo>
                  <a:cubicBezTo>
                    <a:pt x="8223" y="3340"/>
                    <a:pt x="7404" y="2805"/>
                    <a:pt x="6459" y="2805"/>
                  </a:cubicBezTo>
                  <a:cubicBezTo>
                    <a:pt x="5136" y="2805"/>
                    <a:pt x="4065" y="3844"/>
                    <a:pt x="4065" y="5199"/>
                  </a:cubicBezTo>
                  <a:cubicBezTo>
                    <a:pt x="4065" y="6522"/>
                    <a:pt x="5136" y="7593"/>
                    <a:pt x="6459" y="7593"/>
                  </a:cubicBezTo>
                  <a:cubicBezTo>
                    <a:pt x="6617" y="7593"/>
                    <a:pt x="6743" y="7593"/>
                    <a:pt x="6900" y="7562"/>
                  </a:cubicBezTo>
                  <a:lnTo>
                    <a:pt x="6900" y="7562"/>
                  </a:lnTo>
                  <a:cubicBezTo>
                    <a:pt x="6869" y="7688"/>
                    <a:pt x="6806" y="7782"/>
                    <a:pt x="6806" y="7940"/>
                  </a:cubicBezTo>
                  <a:cubicBezTo>
                    <a:pt x="6806" y="8066"/>
                    <a:pt x="6806" y="8192"/>
                    <a:pt x="6869" y="8255"/>
                  </a:cubicBezTo>
                  <a:cubicBezTo>
                    <a:pt x="6743" y="8255"/>
                    <a:pt x="6585" y="8318"/>
                    <a:pt x="6459" y="8318"/>
                  </a:cubicBezTo>
                  <a:cubicBezTo>
                    <a:pt x="4758" y="8318"/>
                    <a:pt x="3403" y="6932"/>
                    <a:pt x="3403" y="5230"/>
                  </a:cubicBezTo>
                  <a:cubicBezTo>
                    <a:pt x="3403" y="3529"/>
                    <a:pt x="4758" y="2174"/>
                    <a:pt x="6459" y="2174"/>
                  </a:cubicBezTo>
                  <a:cubicBezTo>
                    <a:pt x="6505" y="2172"/>
                    <a:pt x="6550" y="2171"/>
                    <a:pt x="6595" y="2171"/>
                  </a:cubicBezTo>
                  <a:close/>
                  <a:moveTo>
                    <a:pt x="8538" y="8917"/>
                  </a:moveTo>
                  <a:cubicBezTo>
                    <a:pt x="8759" y="8917"/>
                    <a:pt x="8916" y="9074"/>
                    <a:pt x="8916" y="9295"/>
                  </a:cubicBezTo>
                  <a:cubicBezTo>
                    <a:pt x="8853" y="9484"/>
                    <a:pt x="8696" y="9641"/>
                    <a:pt x="8538" y="9641"/>
                  </a:cubicBezTo>
                  <a:lnTo>
                    <a:pt x="7877" y="9641"/>
                  </a:lnTo>
                  <a:cubicBezTo>
                    <a:pt x="7688" y="9641"/>
                    <a:pt x="7530" y="9484"/>
                    <a:pt x="7530" y="9295"/>
                  </a:cubicBezTo>
                  <a:cubicBezTo>
                    <a:pt x="7530" y="9074"/>
                    <a:pt x="7688" y="8917"/>
                    <a:pt x="7877" y="8917"/>
                  </a:cubicBezTo>
                  <a:close/>
                  <a:moveTo>
                    <a:pt x="3592" y="1765"/>
                  </a:moveTo>
                  <a:cubicBezTo>
                    <a:pt x="3655" y="2111"/>
                    <a:pt x="3655" y="2427"/>
                    <a:pt x="3592" y="2805"/>
                  </a:cubicBezTo>
                  <a:cubicBezTo>
                    <a:pt x="3025" y="3466"/>
                    <a:pt x="2710" y="4285"/>
                    <a:pt x="2710" y="5199"/>
                  </a:cubicBezTo>
                  <a:cubicBezTo>
                    <a:pt x="2710" y="7278"/>
                    <a:pt x="4411" y="8917"/>
                    <a:pt x="6459" y="8917"/>
                  </a:cubicBezTo>
                  <a:cubicBezTo>
                    <a:pt x="6585" y="8917"/>
                    <a:pt x="6743" y="8917"/>
                    <a:pt x="6869" y="8885"/>
                  </a:cubicBezTo>
                  <a:lnTo>
                    <a:pt x="6869" y="8885"/>
                  </a:lnTo>
                  <a:cubicBezTo>
                    <a:pt x="6806" y="9011"/>
                    <a:pt x="6774" y="9137"/>
                    <a:pt x="6774" y="9232"/>
                  </a:cubicBezTo>
                  <a:cubicBezTo>
                    <a:pt x="6774" y="9358"/>
                    <a:pt x="6806" y="9484"/>
                    <a:pt x="6806" y="9610"/>
                  </a:cubicBezTo>
                  <a:lnTo>
                    <a:pt x="4915" y="9610"/>
                  </a:lnTo>
                  <a:cubicBezTo>
                    <a:pt x="4537" y="9641"/>
                    <a:pt x="4096" y="9830"/>
                    <a:pt x="3781" y="10145"/>
                  </a:cubicBezTo>
                  <a:lnTo>
                    <a:pt x="3088" y="10870"/>
                  </a:lnTo>
                  <a:lnTo>
                    <a:pt x="788" y="8633"/>
                  </a:lnTo>
                  <a:lnTo>
                    <a:pt x="1544" y="7908"/>
                  </a:lnTo>
                  <a:cubicBezTo>
                    <a:pt x="1859" y="7593"/>
                    <a:pt x="2048" y="7152"/>
                    <a:pt x="2048" y="6680"/>
                  </a:cubicBezTo>
                  <a:lnTo>
                    <a:pt x="2048" y="3655"/>
                  </a:lnTo>
                  <a:cubicBezTo>
                    <a:pt x="2048" y="3592"/>
                    <a:pt x="2080" y="3498"/>
                    <a:pt x="2143" y="3435"/>
                  </a:cubicBezTo>
                  <a:lnTo>
                    <a:pt x="3592" y="1765"/>
                  </a:lnTo>
                  <a:close/>
                  <a:moveTo>
                    <a:pt x="5167" y="1"/>
                  </a:moveTo>
                  <a:cubicBezTo>
                    <a:pt x="4978" y="1"/>
                    <a:pt x="4821" y="158"/>
                    <a:pt x="4821" y="347"/>
                  </a:cubicBezTo>
                  <a:cubicBezTo>
                    <a:pt x="4821" y="536"/>
                    <a:pt x="4978" y="694"/>
                    <a:pt x="5167" y="694"/>
                  </a:cubicBezTo>
                  <a:lnTo>
                    <a:pt x="5514" y="694"/>
                  </a:lnTo>
                  <a:lnTo>
                    <a:pt x="5514" y="1576"/>
                  </a:lnTo>
                  <a:cubicBezTo>
                    <a:pt x="5136" y="1702"/>
                    <a:pt x="4726" y="1891"/>
                    <a:pt x="4380" y="2111"/>
                  </a:cubicBezTo>
                  <a:cubicBezTo>
                    <a:pt x="4380" y="1796"/>
                    <a:pt x="4317" y="1481"/>
                    <a:pt x="4222" y="1229"/>
                  </a:cubicBezTo>
                  <a:lnTo>
                    <a:pt x="4159" y="977"/>
                  </a:lnTo>
                  <a:cubicBezTo>
                    <a:pt x="4096" y="851"/>
                    <a:pt x="4033" y="788"/>
                    <a:pt x="3907" y="757"/>
                  </a:cubicBezTo>
                  <a:cubicBezTo>
                    <a:pt x="3872" y="739"/>
                    <a:pt x="3839" y="731"/>
                    <a:pt x="3808" y="731"/>
                  </a:cubicBezTo>
                  <a:cubicBezTo>
                    <a:pt x="3728" y="731"/>
                    <a:pt x="3660" y="783"/>
                    <a:pt x="3592" y="851"/>
                  </a:cubicBezTo>
                  <a:lnTo>
                    <a:pt x="1702" y="2962"/>
                  </a:lnTo>
                  <a:cubicBezTo>
                    <a:pt x="1544" y="3151"/>
                    <a:pt x="1418" y="3372"/>
                    <a:pt x="1418" y="3624"/>
                  </a:cubicBezTo>
                  <a:lnTo>
                    <a:pt x="1418" y="6648"/>
                  </a:lnTo>
                  <a:cubicBezTo>
                    <a:pt x="1418" y="6932"/>
                    <a:pt x="1292" y="7152"/>
                    <a:pt x="1103" y="7373"/>
                  </a:cubicBezTo>
                  <a:lnTo>
                    <a:pt x="127" y="8349"/>
                  </a:lnTo>
                  <a:cubicBezTo>
                    <a:pt x="64" y="8412"/>
                    <a:pt x="1" y="8507"/>
                    <a:pt x="1" y="8570"/>
                  </a:cubicBezTo>
                  <a:cubicBezTo>
                    <a:pt x="1" y="8664"/>
                    <a:pt x="32" y="8790"/>
                    <a:pt x="127" y="8822"/>
                  </a:cubicBezTo>
                  <a:lnTo>
                    <a:pt x="2867" y="11531"/>
                  </a:lnTo>
                  <a:cubicBezTo>
                    <a:pt x="2930" y="11594"/>
                    <a:pt x="3025" y="11626"/>
                    <a:pt x="3116" y="11626"/>
                  </a:cubicBezTo>
                  <a:cubicBezTo>
                    <a:pt x="3206" y="11626"/>
                    <a:pt x="3293" y="11594"/>
                    <a:pt x="3340" y="11531"/>
                  </a:cubicBezTo>
                  <a:lnTo>
                    <a:pt x="4348" y="10555"/>
                  </a:lnTo>
                  <a:cubicBezTo>
                    <a:pt x="4537" y="10366"/>
                    <a:pt x="4758" y="10240"/>
                    <a:pt x="5041" y="10240"/>
                  </a:cubicBezTo>
                  <a:lnTo>
                    <a:pt x="8601" y="10240"/>
                  </a:lnTo>
                  <a:cubicBezTo>
                    <a:pt x="9137" y="10240"/>
                    <a:pt x="9610" y="9767"/>
                    <a:pt x="9610" y="9200"/>
                  </a:cubicBezTo>
                  <a:cubicBezTo>
                    <a:pt x="9610" y="9106"/>
                    <a:pt x="9578" y="8948"/>
                    <a:pt x="9547" y="8822"/>
                  </a:cubicBezTo>
                  <a:cubicBezTo>
                    <a:pt x="9956" y="8696"/>
                    <a:pt x="10303" y="8318"/>
                    <a:pt x="10303" y="7845"/>
                  </a:cubicBezTo>
                  <a:cubicBezTo>
                    <a:pt x="10303" y="7719"/>
                    <a:pt x="10240" y="7562"/>
                    <a:pt x="10208" y="7436"/>
                  </a:cubicBezTo>
                  <a:cubicBezTo>
                    <a:pt x="10649" y="7310"/>
                    <a:pt x="10964" y="6932"/>
                    <a:pt x="10964" y="6459"/>
                  </a:cubicBezTo>
                  <a:cubicBezTo>
                    <a:pt x="10964" y="6333"/>
                    <a:pt x="10933" y="6176"/>
                    <a:pt x="10870" y="6050"/>
                  </a:cubicBezTo>
                  <a:cubicBezTo>
                    <a:pt x="11027" y="6018"/>
                    <a:pt x="11185" y="5955"/>
                    <a:pt x="11342" y="5798"/>
                  </a:cubicBezTo>
                  <a:cubicBezTo>
                    <a:pt x="11563" y="5577"/>
                    <a:pt x="11657" y="5325"/>
                    <a:pt x="11657" y="5041"/>
                  </a:cubicBezTo>
                  <a:cubicBezTo>
                    <a:pt x="11657" y="4758"/>
                    <a:pt x="11563" y="4474"/>
                    <a:pt x="11342" y="4285"/>
                  </a:cubicBezTo>
                  <a:cubicBezTo>
                    <a:pt x="11122" y="4285"/>
                    <a:pt x="10870" y="4159"/>
                    <a:pt x="10586" y="4159"/>
                  </a:cubicBezTo>
                  <a:lnTo>
                    <a:pt x="10145" y="4159"/>
                  </a:lnTo>
                  <a:cubicBezTo>
                    <a:pt x="9767" y="2899"/>
                    <a:pt x="8790" y="1922"/>
                    <a:pt x="7530" y="1576"/>
                  </a:cubicBezTo>
                  <a:lnTo>
                    <a:pt x="7530" y="694"/>
                  </a:lnTo>
                  <a:lnTo>
                    <a:pt x="7877" y="694"/>
                  </a:lnTo>
                  <a:cubicBezTo>
                    <a:pt x="8097" y="694"/>
                    <a:pt x="8255" y="536"/>
                    <a:pt x="8255" y="347"/>
                  </a:cubicBezTo>
                  <a:cubicBezTo>
                    <a:pt x="8255" y="158"/>
                    <a:pt x="8097" y="1"/>
                    <a:pt x="78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68" name="Google Shape;10368;p64"/>
            <p:cNvSpPr/>
            <p:nvPr/>
          </p:nvSpPr>
          <p:spPr>
            <a:xfrm>
              <a:off x="-30670624" y="2042700"/>
              <a:ext cx="35475" cy="35450"/>
            </a:xfrm>
            <a:custGeom>
              <a:rect l="l" t="t" r="r" b="b"/>
              <a:pathLst>
                <a:path w="1419" h="1418" extrusionOk="0"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25"/>
                  </a:lnTo>
                  <a:lnTo>
                    <a:pt x="379" y="725"/>
                  </a:lnTo>
                  <a:cubicBezTo>
                    <a:pt x="158" y="725"/>
                    <a:pt x="1" y="882"/>
                    <a:pt x="1" y="1071"/>
                  </a:cubicBezTo>
                  <a:cubicBezTo>
                    <a:pt x="1" y="1260"/>
                    <a:pt x="158" y="1418"/>
                    <a:pt x="379" y="1418"/>
                  </a:cubicBezTo>
                  <a:lnTo>
                    <a:pt x="1041" y="1418"/>
                  </a:lnTo>
                  <a:cubicBezTo>
                    <a:pt x="1230" y="1418"/>
                    <a:pt x="1387" y="1260"/>
                    <a:pt x="1387" y="1071"/>
                  </a:cubicBezTo>
                  <a:lnTo>
                    <a:pt x="1387" y="410"/>
                  </a:ln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69" name="Google Shape;10369;p64"/>
          <p:cNvGrpSpPr/>
          <p:nvPr/>
        </p:nvGrpSpPr>
        <p:grpSpPr>
          <a:xfrm>
            <a:off x="3538105" y="3155952"/>
            <a:ext cx="352617" cy="353193"/>
            <a:chOff x="-30805301" y="2298675"/>
            <a:chExt cx="290650" cy="291125"/>
          </a:xfrm>
        </p:grpSpPr>
        <p:sp>
          <p:nvSpPr>
            <p:cNvPr id="10370" name="Google Shape;10370;p64"/>
            <p:cNvSpPr/>
            <p:nvPr/>
          </p:nvSpPr>
          <p:spPr>
            <a:xfrm>
              <a:off x="-30720224" y="24191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71" name="Google Shape;10371;p64"/>
            <p:cNvSpPr/>
            <p:nvPr/>
          </p:nvSpPr>
          <p:spPr>
            <a:xfrm>
              <a:off x="-30635175" y="2453250"/>
              <a:ext cx="87450" cy="69125"/>
            </a:xfrm>
            <a:custGeom>
              <a:rect l="l" t="t" r="r" b="b"/>
              <a:pathLst>
                <a:path w="3498" h="2765" extrusionOk="0">
                  <a:moveTo>
                    <a:pt x="3124" y="0"/>
                  </a:moveTo>
                  <a:cubicBezTo>
                    <a:pt x="3033" y="0"/>
                    <a:pt x="2946" y="40"/>
                    <a:pt x="2899" y="118"/>
                  </a:cubicBezTo>
                  <a:lnTo>
                    <a:pt x="1040" y="1946"/>
                  </a:lnTo>
                  <a:lnTo>
                    <a:pt x="599" y="1505"/>
                  </a:lnTo>
                  <a:cubicBezTo>
                    <a:pt x="536" y="1442"/>
                    <a:pt x="450" y="1410"/>
                    <a:pt x="363" y="1410"/>
                  </a:cubicBezTo>
                  <a:cubicBezTo>
                    <a:pt x="276" y="1410"/>
                    <a:pt x="190" y="1442"/>
                    <a:pt x="127" y="1505"/>
                  </a:cubicBezTo>
                  <a:cubicBezTo>
                    <a:pt x="1" y="1631"/>
                    <a:pt x="1" y="1851"/>
                    <a:pt x="127" y="1977"/>
                  </a:cubicBezTo>
                  <a:lnTo>
                    <a:pt x="788" y="2639"/>
                  </a:lnTo>
                  <a:cubicBezTo>
                    <a:pt x="883" y="2733"/>
                    <a:pt x="977" y="2765"/>
                    <a:pt x="1040" y="2765"/>
                  </a:cubicBezTo>
                  <a:cubicBezTo>
                    <a:pt x="1103" y="2765"/>
                    <a:pt x="1198" y="2733"/>
                    <a:pt x="1261" y="2639"/>
                  </a:cubicBezTo>
                  <a:lnTo>
                    <a:pt x="3372" y="591"/>
                  </a:lnTo>
                  <a:cubicBezTo>
                    <a:pt x="3498" y="496"/>
                    <a:pt x="3498" y="244"/>
                    <a:pt x="3372" y="118"/>
                  </a:cubicBezTo>
                  <a:cubicBezTo>
                    <a:pt x="3309" y="40"/>
                    <a:pt x="3214" y="0"/>
                    <a:pt x="3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72" name="Google Shape;10372;p64"/>
            <p:cNvSpPr/>
            <p:nvPr/>
          </p:nvSpPr>
          <p:spPr>
            <a:xfrm>
              <a:off x="-30805301" y="2298675"/>
              <a:ext cx="290650" cy="291125"/>
            </a:xfrm>
            <a:custGeom>
              <a:rect l="l" t="t" r="r" b="b"/>
              <a:pathLst>
                <a:path w="11626" h="11645" extrusionOk="0">
                  <a:moveTo>
                    <a:pt x="5797" y="630"/>
                  </a:moveTo>
                  <a:cubicBezTo>
                    <a:pt x="6333" y="630"/>
                    <a:pt x="6806" y="1103"/>
                    <a:pt x="6806" y="1670"/>
                  </a:cubicBezTo>
                  <a:lnTo>
                    <a:pt x="6806" y="4096"/>
                  </a:lnTo>
                  <a:lnTo>
                    <a:pt x="6459" y="4096"/>
                  </a:lnTo>
                  <a:cubicBezTo>
                    <a:pt x="5514" y="4096"/>
                    <a:pt x="4758" y="4852"/>
                    <a:pt x="4758" y="5797"/>
                  </a:cubicBezTo>
                  <a:lnTo>
                    <a:pt x="4758" y="6144"/>
                  </a:lnTo>
                  <a:lnTo>
                    <a:pt x="3088" y="6144"/>
                  </a:lnTo>
                  <a:lnTo>
                    <a:pt x="3088" y="6207"/>
                  </a:lnTo>
                  <a:cubicBezTo>
                    <a:pt x="2993" y="6207"/>
                    <a:pt x="2930" y="6238"/>
                    <a:pt x="2836" y="6270"/>
                  </a:cubicBezTo>
                  <a:lnTo>
                    <a:pt x="2017" y="7057"/>
                  </a:lnTo>
                  <a:lnTo>
                    <a:pt x="2017" y="6490"/>
                  </a:lnTo>
                  <a:cubicBezTo>
                    <a:pt x="2017" y="6301"/>
                    <a:pt x="1859" y="6144"/>
                    <a:pt x="1670" y="6144"/>
                  </a:cubicBezTo>
                  <a:cubicBezTo>
                    <a:pt x="1103" y="6144"/>
                    <a:pt x="631" y="5671"/>
                    <a:pt x="631" y="5136"/>
                  </a:cubicBezTo>
                  <a:lnTo>
                    <a:pt x="631" y="1670"/>
                  </a:lnTo>
                  <a:cubicBezTo>
                    <a:pt x="631" y="1103"/>
                    <a:pt x="1103" y="630"/>
                    <a:pt x="1670" y="630"/>
                  </a:cubicBezTo>
                  <a:close/>
                  <a:moveTo>
                    <a:pt x="9925" y="4852"/>
                  </a:moveTo>
                  <a:cubicBezTo>
                    <a:pt x="10492" y="4852"/>
                    <a:pt x="10964" y="5325"/>
                    <a:pt x="10964" y="5860"/>
                  </a:cubicBezTo>
                  <a:lnTo>
                    <a:pt x="10964" y="8601"/>
                  </a:lnTo>
                  <a:cubicBezTo>
                    <a:pt x="10964" y="9137"/>
                    <a:pt x="10492" y="9609"/>
                    <a:pt x="9925" y="9609"/>
                  </a:cubicBezTo>
                  <a:lnTo>
                    <a:pt x="8538" y="9609"/>
                  </a:lnTo>
                  <a:cubicBezTo>
                    <a:pt x="8475" y="9609"/>
                    <a:pt x="8349" y="9672"/>
                    <a:pt x="8318" y="9735"/>
                  </a:cubicBezTo>
                  <a:lnTo>
                    <a:pt x="7530" y="10523"/>
                  </a:lnTo>
                  <a:lnTo>
                    <a:pt x="7530" y="9987"/>
                  </a:lnTo>
                  <a:cubicBezTo>
                    <a:pt x="7530" y="9767"/>
                    <a:pt x="7373" y="9609"/>
                    <a:pt x="7184" y="9609"/>
                  </a:cubicBezTo>
                  <a:lnTo>
                    <a:pt x="6491" y="9609"/>
                  </a:lnTo>
                  <a:cubicBezTo>
                    <a:pt x="5955" y="9609"/>
                    <a:pt x="5482" y="9137"/>
                    <a:pt x="5482" y="8601"/>
                  </a:cubicBezTo>
                  <a:lnTo>
                    <a:pt x="5482" y="5860"/>
                  </a:lnTo>
                  <a:cubicBezTo>
                    <a:pt x="5482" y="5325"/>
                    <a:pt x="5955" y="4852"/>
                    <a:pt x="6491" y="4852"/>
                  </a:cubicBezTo>
                  <a:close/>
                  <a:moveTo>
                    <a:pt x="1702" y="0"/>
                  </a:moveTo>
                  <a:cubicBezTo>
                    <a:pt x="757" y="0"/>
                    <a:pt x="1" y="756"/>
                    <a:pt x="1" y="1702"/>
                  </a:cubicBezTo>
                  <a:lnTo>
                    <a:pt x="1" y="5167"/>
                  </a:lnTo>
                  <a:cubicBezTo>
                    <a:pt x="1" y="5986"/>
                    <a:pt x="599" y="6711"/>
                    <a:pt x="1387" y="6868"/>
                  </a:cubicBezTo>
                  <a:lnTo>
                    <a:pt x="1387" y="7940"/>
                  </a:lnTo>
                  <a:cubicBezTo>
                    <a:pt x="1387" y="8034"/>
                    <a:pt x="1450" y="8192"/>
                    <a:pt x="1576" y="8255"/>
                  </a:cubicBezTo>
                  <a:cubicBezTo>
                    <a:pt x="1618" y="8265"/>
                    <a:pt x="1663" y="8272"/>
                    <a:pt x="1708" y="8272"/>
                  </a:cubicBezTo>
                  <a:cubicBezTo>
                    <a:pt x="1796" y="8272"/>
                    <a:pt x="1880" y="8244"/>
                    <a:pt x="1922" y="8160"/>
                  </a:cubicBezTo>
                  <a:lnTo>
                    <a:pt x="3246" y="6900"/>
                  </a:lnTo>
                  <a:lnTo>
                    <a:pt x="4821" y="6900"/>
                  </a:lnTo>
                  <a:lnTo>
                    <a:pt x="4821" y="8601"/>
                  </a:lnTo>
                  <a:cubicBezTo>
                    <a:pt x="4821" y="9546"/>
                    <a:pt x="5545" y="10302"/>
                    <a:pt x="6491" y="10302"/>
                  </a:cubicBezTo>
                  <a:lnTo>
                    <a:pt x="6869" y="10302"/>
                  </a:lnTo>
                  <a:lnTo>
                    <a:pt x="6869" y="11311"/>
                  </a:lnTo>
                  <a:cubicBezTo>
                    <a:pt x="6869" y="11468"/>
                    <a:pt x="6932" y="11594"/>
                    <a:pt x="7058" y="11626"/>
                  </a:cubicBezTo>
                  <a:cubicBezTo>
                    <a:pt x="7104" y="11637"/>
                    <a:pt x="7154" y="11644"/>
                    <a:pt x="7202" y="11644"/>
                  </a:cubicBezTo>
                  <a:cubicBezTo>
                    <a:pt x="7286" y="11644"/>
                    <a:pt x="7364" y="11623"/>
                    <a:pt x="7404" y="11563"/>
                  </a:cubicBezTo>
                  <a:lnTo>
                    <a:pt x="8664" y="10302"/>
                  </a:lnTo>
                  <a:lnTo>
                    <a:pt x="9925" y="10302"/>
                  </a:lnTo>
                  <a:cubicBezTo>
                    <a:pt x="10870" y="10302"/>
                    <a:pt x="11626" y="9546"/>
                    <a:pt x="11626" y="8601"/>
                  </a:cubicBezTo>
                  <a:lnTo>
                    <a:pt x="11626" y="5892"/>
                  </a:lnTo>
                  <a:cubicBezTo>
                    <a:pt x="11626" y="4884"/>
                    <a:pt x="10870" y="4159"/>
                    <a:pt x="9925" y="4159"/>
                  </a:cubicBezTo>
                  <a:lnTo>
                    <a:pt x="7530" y="4159"/>
                  </a:lnTo>
                  <a:lnTo>
                    <a:pt x="7530" y="1702"/>
                  </a:lnTo>
                  <a:cubicBezTo>
                    <a:pt x="7530" y="756"/>
                    <a:pt x="6774" y="0"/>
                    <a:pt x="5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73" name="Google Shape;10373;p64"/>
            <p:cNvSpPr/>
            <p:nvPr/>
          </p:nvSpPr>
          <p:spPr>
            <a:xfrm>
              <a:off x="-30737575" y="2332550"/>
              <a:ext cx="53600" cy="69325"/>
            </a:xfrm>
            <a:custGeom>
              <a:rect l="l" t="t" r="r" b="b"/>
              <a:pathLst>
                <a:path w="2144" h="2773" extrusionOk="0">
                  <a:moveTo>
                    <a:pt x="1041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197"/>
                    <a:pt x="158" y="1355"/>
                    <a:pt x="379" y="1355"/>
                  </a:cubicBezTo>
                  <a:cubicBezTo>
                    <a:pt x="568" y="1355"/>
                    <a:pt x="726" y="1197"/>
                    <a:pt x="726" y="1008"/>
                  </a:cubicBezTo>
                  <a:cubicBezTo>
                    <a:pt x="726" y="819"/>
                    <a:pt x="883" y="662"/>
                    <a:pt x="1072" y="662"/>
                  </a:cubicBezTo>
                  <a:cubicBezTo>
                    <a:pt x="1293" y="662"/>
                    <a:pt x="1450" y="819"/>
                    <a:pt x="1450" y="1008"/>
                  </a:cubicBezTo>
                  <a:cubicBezTo>
                    <a:pt x="1450" y="1103"/>
                    <a:pt x="1324" y="1292"/>
                    <a:pt x="1198" y="1323"/>
                  </a:cubicBezTo>
                  <a:cubicBezTo>
                    <a:pt x="915" y="1449"/>
                    <a:pt x="757" y="1701"/>
                    <a:pt x="757" y="1953"/>
                  </a:cubicBezTo>
                  <a:lnTo>
                    <a:pt x="757" y="2426"/>
                  </a:lnTo>
                  <a:cubicBezTo>
                    <a:pt x="757" y="2615"/>
                    <a:pt x="915" y="2772"/>
                    <a:pt x="1135" y="2772"/>
                  </a:cubicBezTo>
                  <a:cubicBezTo>
                    <a:pt x="1324" y="2772"/>
                    <a:pt x="1482" y="2615"/>
                    <a:pt x="1482" y="2426"/>
                  </a:cubicBezTo>
                  <a:lnTo>
                    <a:pt x="1482" y="1953"/>
                  </a:lnTo>
                  <a:cubicBezTo>
                    <a:pt x="1860" y="1796"/>
                    <a:pt x="2143" y="1418"/>
                    <a:pt x="2143" y="1008"/>
                  </a:cubicBezTo>
                  <a:cubicBezTo>
                    <a:pt x="2049" y="473"/>
                    <a:pt x="1576" y="0"/>
                    <a:pt x="1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74" name="Google Shape;10374;p64"/>
          <p:cNvGrpSpPr/>
          <p:nvPr/>
        </p:nvGrpSpPr>
        <p:grpSpPr>
          <a:xfrm>
            <a:off x="3537635" y="3616136"/>
            <a:ext cx="353557" cy="353557"/>
            <a:chOff x="-30806076" y="2657050"/>
            <a:chExt cx="291425" cy="291425"/>
          </a:xfrm>
        </p:grpSpPr>
        <p:sp>
          <p:nvSpPr>
            <p:cNvPr id="10375" name="Google Shape;10375;p64"/>
            <p:cNvSpPr/>
            <p:nvPr/>
          </p:nvSpPr>
          <p:spPr>
            <a:xfrm>
              <a:off x="-30806076" y="2657050"/>
              <a:ext cx="291425" cy="291425"/>
            </a:xfrm>
            <a:custGeom>
              <a:rect l="l" t="t" r="r" b="b"/>
              <a:pathLst>
                <a:path w="11657" h="11657" extrusionOk="0">
                  <a:moveTo>
                    <a:pt x="5828" y="693"/>
                  </a:moveTo>
                  <a:cubicBezTo>
                    <a:pt x="8664" y="693"/>
                    <a:pt x="10995" y="2993"/>
                    <a:pt x="10995" y="5828"/>
                  </a:cubicBezTo>
                  <a:cubicBezTo>
                    <a:pt x="10995" y="8664"/>
                    <a:pt x="8664" y="10995"/>
                    <a:pt x="5828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93"/>
                    <a:pt x="5828" y="693"/>
                  </a:cubicBezTo>
                  <a:close/>
                  <a:moveTo>
                    <a:pt x="5828" y="0"/>
                  </a:moveTo>
                  <a:cubicBezTo>
                    <a:pt x="2583" y="0"/>
                    <a:pt x="0" y="2646"/>
                    <a:pt x="0" y="5828"/>
                  </a:cubicBezTo>
                  <a:cubicBezTo>
                    <a:pt x="0" y="9073"/>
                    <a:pt x="2646" y="11657"/>
                    <a:pt x="5828" y="11657"/>
                  </a:cubicBezTo>
                  <a:cubicBezTo>
                    <a:pt x="9042" y="11657"/>
                    <a:pt x="11657" y="9042"/>
                    <a:pt x="11657" y="5828"/>
                  </a:cubicBezTo>
                  <a:cubicBezTo>
                    <a:pt x="11657" y="2646"/>
                    <a:pt x="9042" y="0"/>
                    <a:pt x="58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76" name="Google Shape;10376;p64"/>
            <p:cNvSpPr/>
            <p:nvPr/>
          </p:nvSpPr>
          <p:spPr>
            <a:xfrm>
              <a:off x="-30771424" y="2692475"/>
              <a:ext cx="222125" cy="222925"/>
            </a:xfrm>
            <a:custGeom>
              <a:rect l="l" t="t" r="r" b="b"/>
              <a:pathLst>
                <a:path w="8885" h="8917" extrusionOk="0">
                  <a:moveTo>
                    <a:pt x="4442" y="725"/>
                  </a:moveTo>
                  <a:cubicBezTo>
                    <a:pt x="6522" y="725"/>
                    <a:pt x="8192" y="2427"/>
                    <a:pt x="8192" y="4474"/>
                  </a:cubicBezTo>
                  <a:cubicBezTo>
                    <a:pt x="8192" y="6522"/>
                    <a:pt x="6522" y="8192"/>
                    <a:pt x="4442" y="8192"/>
                  </a:cubicBezTo>
                  <a:cubicBezTo>
                    <a:pt x="2363" y="8192"/>
                    <a:pt x="693" y="6522"/>
                    <a:pt x="693" y="4474"/>
                  </a:cubicBezTo>
                  <a:cubicBezTo>
                    <a:pt x="693" y="2427"/>
                    <a:pt x="2395" y="725"/>
                    <a:pt x="4442" y="725"/>
                  </a:cubicBezTo>
                  <a:close/>
                  <a:moveTo>
                    <a:pt x="4442" y="1"/>
                  </a:moveTo>
                  <a:cubicBezTo>
                    <a:pt x="1985" y="1"/>
                    <a:pt x="0" y="2017"/>
                    <a:pt x="0" y="4474"/>
                  </a:cubicBezTo>
                  <a:cubicBezTo>
                    <a:pt x="0" y="6900"/>
                    <a:pt x="1985" y="8917"/>
                    <a:pt x="4442" y="8917"/>
                  </a:cubicBezTo>
                  <a:cubicBezTo>
                    <a:pt x="6868" y="8917"/>
                    <a:pt x="8885" y="6900"/>
                    <a:pt x="8885" y="4474"/>
                  </a:cubicBezTo>
                  <a:cubicBezTo>
                    <a:pt x="8885" y="2017"/>
                    <a:pt x="6868" y="1"/>
                    <a:pt x="4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77" name="Google Shape;10377;p64"/>
            <p:cNvSpPr/>
            <p:nvPr/>
          </p:nvSpPr>
          <p:spPr>
            <a:xfrm>
              <a:off x="-30669049" y="2726350"/>
              <a:ext cx="52025" cy="119150"/>
            </a:xfrm>
            <a:custGeom>
              <a:rect l="l" t="t" r="r" b="b"/>
              <a:pathLst>
                <a:path w="2081" h="476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056"/>
                  </a:lnTo>
                  <a:cubicBezTo>
                    <a:pt x="1" y="3151"/>
                    <a:pt x="32" y="3277"/>
                    <a:pt x="95" y="3308"/>
                  </a:cubicBezTo>
                  <a:lnTo>
                    <a:pt x="1482" y="4695"/>
                  </a:lnTo>
                  <a:cubicBezTo>
                    <a:pt x="1545" y="4742"/>
                    <a:pt x="1631" y="4766"/>
                    <a:pt x="1718" y="4766"/>
                  </a:cubicBezTo>
                  <a:cubicBezTo>
                    <a:pt x="1805" y="4766"/>
                    <a:pt x="1891" y="4742"/>
                    <a:pt x="1954" y="4695"/>
                  </a:cubicBezTo>
                  <a:cubicBezTo>
                    <a:pt x="2080" y="4569"/>
                    <a:pt x="2080" y="4317"/>
                    <a:pt x="1954" y="4222"/>
                  </a:cubicBezTo>
                  <a:lnTo>
                    <a:pt x="694" y="2962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78" name="Google Shape;10378;p64"/>
          <p:cNvGrpSpPr/>
          <p:nvPr/>
        </p:nvGrpSpPr>
        <p:grpSpPr>
          <a:xfrm>
            <a:off x="2639681" y="4073943"/>
            <a:ext cx="353557" cy="353557"/>
            <a:chOff x="-30064925" y="2332550"/>
            <a:chExt cx="291425" cy="291425"/>
          </a:xfrm>
        </p:grpSpPr>
        <p:sp>
          <p:nvSpPr>
            <p:cNvPr id="10379" name="Google Shape;10379;p64"/>
            <p:cNvSpPr/>
            <p:nvPr/>
          </p:nvSpPr>
          <p:spPr>
            <a:xfrm>
              <a:off x="-30064925" y="2332550"/>
              <a:ext cx="291425" cy="291425"/>
            </a:xfrm>
            <a:custGeom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80" name="Google Shape;10380;p64"/>
            <p:cNvSpPr/>
            <p:nvPr/>
          </p:nvSpPr>
          <p:spPr>
            <a:xfrm>
              <a:off x="-29944426" y="2384525"/>
              <a:ext cx="51225" cy="51225"/>
            </a:xfrm>
            <a:custGeom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81" name="Google Shape;10381;p64"/>
            <p:cNvSpPr/>
            <p:nvPr/>
          </p:nvSpPr>
          <p:spPr>
            <a:xfrm>
              <a:off x="-29944426" y="2452250"/>
              <a:ext cx="51225" cy="119750"/>
            </a:xfrm>
            <a:custGeom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82" name="Google Shape;10382;p64"/>
          <p:cNvGrpSpPr/>
          <p:nvPr/>
        </p:nvGrpSpPr>
        <p:grpSpPr>
          <a:xfrm>
            <a:off x="3983068" y="2683443"/>
            <a:ext cx="348855" cy="347879"/>
            <a:chOff x="2821450" y="2957850"/>
            <a:chExt cx="259275" cy="258550"/>
          </a:xfrm>
        </p:grpSpPr>
        <p:sp>
          <p:nvSpPr>
            <p:cNvPr id="10383" name="Google Shape;10383;p64"/>
            <p:cNvSpPr/>
            <p:nvPr/>
          </p:nvSpPr>
          <p:spPr>
            <a:xfrm>
              <a:off x="2821450" y="3080500"/>
              <a:ext cx="259275" cy="135900"/>
            </a:xfrm>
            <a:custGeom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84" name="Google Shape;10384;p64"/>
            <p:cNvSpPr/>
            <p:nvPr/>
          </p:nvSpPr>
          <p:spPr>
            <a:xfrm>
              <a:off x="2831900" y="2957850"/>
              <a:ext cx="228625" cy="106350"/>
            </a:xfrm>
            <a:custGeom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85" name="Google Shape;10385;p64"/>
            <p:cNvSpPr/>
            <p:nvPr/>
          </p:nvSpPr>
          <p:spPr>
            <a:xfrm>
              <a:off x="3024600" y="2966925"/>
              <a:ext cx="29875" cy="58497"/>
            </a:xfrm>
            <a:custGeom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0386" name="Google Shape;10386;p64"/>
          <p:cNvGrpSpPr/>
          <p:nvPr/>
        </p:nvGrpSpPr>
        <p:grpSpPr>
          <a:xfrm>
            <a:off x="4858100" y="1304461"/>
            <a:ext cx="361090" cy="361090"/>
            <a:chOff x="-57970452" y="1903275"/>
            <a:chExt cx="318225" cy="318225"/>
          </a:xfrm>
        </p:grpSpPr>
        <p:sp>
          <p:nvSpPr>
            <p:cNvPr id="10387" name="Google Shape;10387;p64"/>
            <p:cNvSpPr/>
            <p:nvPr/>
          </p:nvSpPr>
          <p:spPr>
            <a:xfrm>
              <a:off x="-57847576" y="2135825"/>
              <a:ext cx="73250" cy="28975"/>
            </a:xfrm>
            <a:custGeom>
              <a:rect l="l" t="t" r="r" b="b"/>
              <a:pathLst>
                <a:path w="2930" h="1159" extrusionOk="0">
                  <a:moveTo>
                    <a:pt x="414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36" y="970"/>
                    <a:pt x="1008" y="1159"/>
                    <a:pt x="1481" y="1159"/>
                  </a:cubicBezTo>
                  <a:cubicBezTo>
                    <a:pt x="1954" y="1159"/>
                    <a:pt x="2458" y="970"/>
                    <a:pt x="2773" y="623"/>
                  </a:cubicBezTo>
                  <a:cubicBezTo>
                    <a:pt x="2930" y="465"/>
                    <a:pt x="2930" y="213"/>
                    <a:pt x="2773" y="119"/>
                  </a:cubicBezTo>
                  <a:cubicBezTo>
                    <a:pt x="2694" y="40"/>
                    <a:pt x="2592" y="1"/>
                    <a:pt x="2497" y="1"/>
                  </a:cubicBezTo>
                  <a:cubicBezTo>
                    <a:pt x="2402" y="1"/>
                    <a:pt x="2316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97" y="434"/>
                    <a:pt x="882" y="339"/>
                    <a:pt x="693" y="119"/>
                  </a:cubicBezTo>
                  <a:cubicBezTo>
                    <a:pt x="615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88" name="Google Shape;10388;p64"/>
            <p:cNvSpPr/>
            <p:nvPr/>
          </p:nvSpPr>
          <p:spPr>
            <a:xfrm>
              <a:off x="-57857027" y="2053725"/>
              <a:ext cx="18125" cy="18125"/>
            </a:xfrm>
            <a:custGeom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89" name="Google Shape;10389;p64"/>
            <p:cNvSpPr/>
            <p:nvPr/>
          </p:nvSpPr>
          <p:spPr>
            <a:xfrm>
              <a:off x="-57782197" y="2053725"/>
              <a:ext cx="18125" cy="18125"/>
            </a:xfrm>
            <a:custGeom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90" name="Google Shape;10390;p64"/>
            <p:cNvSpPr/>
            <p:nvPr/>
          </p:nvSpPr>
          <p:spPr>
            <a:xfrm>
              <a:off x="-57970452" y="1903275"/>
              <a:ext cx="318225" cy="318225"/>
            </a:xfrm>
            <a:custGeom>
              <a:rect l="l" t="t" r="r" b="b"/>
              <a:pathLst>
                <a:path w="12729" h="12729" extrusionOk="0">
                  <a:moveTo>
                    <a:pt x="6396" y="757"/>
                  </a:moveTo>
                  <a:cubicBezTo>
                    <a:pt x="6774" y="757"/>
                    <a:pt x="7121" y="915"/>
                    <a:pt x="7404" y="1167"/>
                  </a:cubicBezTo>
                  <a:lnTo>
                    <a:pt x="8507" y="2269"/>
                  </a:lnTo>
                  <a:lnTo>
                    <a:pt x="4348" y="2269"/>
                  </a:lnTo>
                  <a:lnTo>
                    <a:pt x="5356" y="1167"/>
                  </a:lnTo>
                  <a:cubicBezTo>
                    <a:pt x="5640" y="915"/>
                    <a:pt x="5986" y="757"/>
                    <a:pt x="6396" y="757"/>
                  </a:cubicBezTo>
                  <a:close/>
                  <a:moveTo>
                    <a:pt x="11783" y="2994"/>
                  </a:moveTo>
                  <a:cubicBezTo>
                    <a:pt x="11626" y="3845"/>
                    <a:pt x="10838" y="4475"/>
                    <a:pt x="9925" y="4475"/>
                  </a:cubicBezTo>
                  <a:lnTo>
                    <a:pt x="2489" y="4475"/>
                  </a:lnTo>
                  <a:cubicBezTo>
                    <a:pt x="2454" y="4478"/>
                    <a:pt x="2420" y="4479"/>
                    <a:pt x="2385" y="4479"/>
                  </a:cubicBezTo>
                  <a:cubicBezTo>
                    <a:pt x="1665" y="4479"/>
                    <a:pt x="968" y="3867"/>
                    <a:pt x="788" y="3025"/>
                  </a:cubicBezTo>
                  <a:lnTo>
                    <a:pt x="2300" y="3025"/>
                  </a:lnTo>
                  <a:lnTo>
                    <a:pt x="2300" y="3372"/>
                  </a:lnTo>
                  <a:cubicBezTo>
                    <a:pt x="2300" y="3592"/>
                    <a:pt x="2458" y="3750"/>
                    <a:pt x="2647" y="3750"/>
                  </a:cubicBezTo>
                  <a:cubicBezTo>
                    <a:pt x="2836" y="3750"/>
                    <a:pt x="2993" y="3592"/>
                    <a:pt x="2993" y="3372"/>
                  </a:cubicBezTo>
                  <a:lnTo>
                    <a:pt x="2993" y="3025"/>
                  </a:lnTo>
                  <a:lnTo>
                    <a:pt x="3750" y="3025"/>
                  </a:lnTo>
                  <a:lnTo>
                    <a:pt x="3750" y="3372"/>
                  </a:lnTo>
                  <a:cubicBezTo>
                    <a:pt x="3750" y="3592"/>
                    <a:pt x="3907" y="3750"/>
                    <a:pt x="4096" y="3750"/>
                  </a:cubicBezTo>
                  <a:cubicBezTo>
                    <a:pt x="4285" y="3750"/>
                    <a:pt x="4443" y="3592"/>
                    <a:pt x="4443" y="3372"/>
                  </a:cubicBezTo>
                  <a:lnTo>
                    <a:pt x="4443" y="3025"/>
                  </a:lnTo>
                  <a:lnTo>
                    <a:pt x="5199" y="3025"/>
                  </a:lnTo>
                  <a:lnTo>
                    <a:pt x="5199" y="3372"/>
                  </a:lnTo>
                  <a:cubicBezTo>
                    <a:pt x="5199" y="3592"/>
                    <a:pt x="5356" y="3750"/>
                    <a:pt x="5545" y="3750"/>
                  </a:cubicBezTo>
                  <a:cubicBezTo>
                    <a:pt x="5766" y="3750"/>
                    <a:pt x="5923" y="3592"/>
                    <a:pt x="5923" y="3372"/>
                  </a:cubicBezTo>
                  <a:lnTo>
                    <a:pt x="5923" y="3025"/>
                  </a:lnTo>
                  <a:lnTo>
                    <a:pt x="6648" y="3025"/>
                  </a:lnTo>
                  <a:lnTo>
                    <a:pt x="6648" y="3372"/>
                  </a:lnTo>
                  <a:cubicBezTo>
                    <a:pt x="6648" y="3592"/>
                    <a:pt x="6806" y="3750"/>
                    <a:pt x="7026" y="3750"/>
                  </a:cubicBezTo>
                  <a:cubicBezTo>
                    <a:pt x="7215" y="3750"/>
                    <a:pt x="7373" y="3592"/>
                    <a:pt x="7373" y="3372"/>
                  </a:cubicBezTo>
                  <a:lnTo>
                    <a:pt x="7373" y="3025"/>
                  </a:lnTo>
                  <a:lnTo>
                    <a:pt x="8129" y="3025"/>
                  </a:lnTo>
                  <a:lnTo>
                    <a:pt x="8129" y="3372"/>
                  </a:lnTo>
                  <a:cubicBezTo>
                    <a:pt x="8129" y="3592"/>
                    <a:pt x="8286" y="3750"/>
                    <a:pt x="8475" y="3750"/>
                  </a:cubicBezTo>
                  <a:cubicBezTo>
                    <a:pt x="8664" y="3750"/>
                    <a:pt x="8822" y="3592"/>
                    <a:pt x="8822" y="3372"/>
                  </a:cubicBezTo>
                  <a:lnTo>
                    <a:pt x="8822" y="2994"/>
                  </a:lnTo>
                  <a:lnTo>
                    <a:pt x="9578" y="2994"/>
                  </a:lnTo>
                  <a:lnTo>
                    <a:pt x="9578" y="3372"/>
                  </a:lnTo>
                  <a:cubicBezTo>
                    <a:pt x="9578" y="3592"/>
                    <a:pt x="9735" y="3750"/>
                    <a:pt x="9925" y="3750"/>
                  </a:cubicBezTo>
                  <a:cubicBezTo>
                    <a:pt x="10114" y="3750"/>
                    <a:pt x="10271" y="3592"/>
                    <a:pt x="10271" y="3372"/>
                  </a:cubicBezTo>
                  <a:lnTo>
                    <a:pt x="10271" y="2994"/>
                  </a:lnTo>
                  <a:close/>
                  <a:moveTo>
                    <a:pt x="2300" y="6774"/>
                  </a:moveTo>
                  <a:lnTo>
                    <a:pt x="2300" y="8255"/>
                  </a:lnTo>
                  <a:cubicBezTo>
                    <a:pt x="1859" y="8255"/>
                    <a:pt x="1544" y="7909"/>
                    <a:pt x="1544" y="7531"/>
                  </a:cubicBezTo>
                  <a:cubicBezTo>
                    <a:pt x="1544" y="7121"/>
                    <a:pt x="1891" y="6774"/>
                    <a:pt x="2300" y="6774"/>
                  </a:cubicBezTo>
                  <a:close/>
                  <a:moveTo>
                    <a:pt x="10492" y="6774"/>
                  </a:moveTo>
                  <a:cubicBezTo>
                    <a:pt x="10870" y="6774"/>
                    <a:pt x="11216" y="7090"/>
                    <a:pt x="11216" y="7531"/>
                  </a:cubicBezTo>
                  <a:cubicBezTo>
                    <a:pt x="11216" y="7940"/>
                    <a:pt x="10901" y="8255"/>
                    <a:pt x="10492" y="8255"/>
                  </a:cubicBezTo>
                  <a:lnTo>
                    <a:pt x="10492" y="6774"/>
                  </a:lnTo>
                  <a:close/>
                  <a:moveTo>
                    <a:pt x="9767" y="5262"/>
                  </a:moveTo>
                  <a:cubicBezTo>
                    <a:pt x="9735" y="5388"/>
                    <a:pt x="9735" y="8507"/>
                    <a:pt x="9735" y="8633"/>
                  </a:cubicBezTo>
                  <a:cubicBezTo>
                    <a:pt x="9735" y="9421"/>
                    <a:pt x="9452" y="10145"/>
                    <a:pt x="8979" y="10744"/>
                  </a:cubicBezTo>
                  <a:lnTo>
                    <a:pt x="8979" y="9358"/>
                  </a:lnTo>
                  <a:cubicBezTo>
                    <a:pt x="8979" y="8350"/>
                    <a:pt x="8160" y="7531"/>
                    <a:pt x="7121" y="7531"/>
                  </a:cubicBezTo>
                  <a:cubicBezTo>
                    <a:pt x="6932" y="7531"/>
                    <a:pt x="6774" y="7688"/>
                    <a:pt x="6774" y="7877"/>
                  </a:cubicBezTo>
                  <a:cubicBezTo>
                    <a:pt x="6774" y="8066"/>
                    <a:pt x="6932" y="8224"/>
                    <a:pt x="7121" y="8224"/>
                  </a:cubicBezTo>
                  <a:cubicBezTo>
                    <a:pt x="7751" y="8224"/>
                    <a:pt x="8223" y="8728"/>
                    <a:pt x="8223" y="9326"/>
                  </a:cubicBezTo>
                  <a:lnTo>
                    <a:pt x="8223" y="11374"/>
                  </a:lnTo>
                  <a:cubicBezTo>
                    <a:pt x="7688" y="11721"/>
                    <a:pt x="7058" y="11973"/>
                    <a:pt x="6396" y="11973"/>
                  </a:cubicBezTo>
                  <a:cubicBezTo>
                    <a:pt x="5734" y="11973"/>
                    <a:pt x="5041" y="11784"/>
                    <a:pt x="4537" y="11374"/>
                  </a:cubicBezTo>
                  <a:lnTo>
                    <a:pt x="4537" y="9326"/>
                  </a:lnTo>
                  <a:cubicBezTo>
                    <a:pt x="4537" y="8696"/>
                    <a:pt x="5041" y="8224"/>
                    <a:pt x="5640" y="8224"/>
                  </a:cubicBezTo>
                  <a:cubicBezTo>
                    <a:pt x="5829" y="8224"/>
                    <a:pt x="5986" y="8066"/>
                    <a:pt x="5986" y="7877"/>
                  </a:cubicBezTo>
                  <a:cubicBezTo>
                    <a:pt x="5986" y="7688"/>
                    <a:pt x="5829" y="7499"/>
                    <a:pt x="5640" y="7499"/>
                  </a:cubicBezTo>
                  <a:cubicBezTo>
                    <a:pt x="4600" y="7499"/>
                    <a:pt x="3781" y="8350"/>
                    <a:pt x="3781" y="9358"/>
                  </a:cubicBezTo>
                  <a:lnTo>
                    <a:pt x="3781" y="10744"/>
                  </a:lnTo>
                  <a:cubicBezTo>
                    <a:pt x="3308" y="10145"/>
                    <a:pt x="3056" y="9389"/>
                    <a:pt x="3056" y="8602"/>
                  </a:cubicBezTo>
                  <a:lnTo>
                    <a:pt x="3056" y="5262"/>
                  </a:lnTo>
                  <a:close/>
                  <a:moveTo>
                    <a:pt x="6333" y="1"/>
                  </a:moveTo>
                  <a:cubicBezTo>
                    <a:pt x="5766" y="1"/>
                    <a:pt x="5199" y="221"/>
                    <a:pt x="4821" y="631"/>
                  </a:cubicBezTo>
                  <a:lnTo>
                    <a:pt x="3182" y="2238"/>
                  </a:lnTo>
                  <a:lnTo>
                    <a:pt x="347" y="2238"/>
                  </a:lnTo>
                  <a:cubicBezTo>
                    <a:pt x="158" y="2238"/>
                    <a:pt x="0" y="2395"/>
                    <a:pt x="0" y="2584"/>
                  </a:cubicBezTo>
                  <a:cubicBezTo>
                    <a:pt x="0" y="3908"/>
                    <a:pt x="1009" y="5010"/>
                    <a:pt x="2237" y="5199"/>
                  </a:cubicBezTo>
                  <a:lnTo>
                    <a:pt x="2237" y="5987"/>
                  </a:lnTo>
                  <a:cubicBezTo>
                    <a:pt x="1418" y="5987"/>
                    <a:pt x="757" y="6648"/>
                    <a:pt x="757" y="7468"/>
                  </a:cubicBezTo>
                  <a:cubicBezTo>
                    <a:pt x="757" y="8318"/>
                    <a:pt x="1418" y="8980"/>
                    <a:pt x="2237" y="8980"/>
                  </a:cubicBezTo>
                  <a:cubicBezTo>
                    <a:pt x="2363" y="10114"/>
                    <a:pt x="2930" y="11091"/>
                    <a:pt x="3718" y="11784"/>
                  </a:cubicBezTo>
                  <a:lnTo>
                    <a:pt x="3718" y="12351"/>
                  </a:lnTo>
                  <a:cubicBezTo>
                    <a:pt x="3718" y="12571"/>
                    <a:pt x="3876" y="12729"/>
                    <a:pt x="4065" y="12729"/>
                  </a:cubicBezTo>
                  <a:cubicBezTo>
                    <a:pt x="4254" y="12729"/>
                    <a:pt x="4411" y="12571"/>
                    <a:pt x="4411" y="12351"/>
                  </a:cubicBezTo>
                  <a:lnTo>
                    <a:pt x="4411" y="12288"/>
                  </a:lnTo>
                  <a:cubicBezTo>
                    <a:pt x="4978" y="12571"/>
                    <a:pt x="5608" y="12729"/>
                    <a:pt x="6270" y="12729"/>
                  </a:cubicBezTo>
                  <a:cubicBezTo>
                    <a:pt x="6932" y="12729"/>
                    <a:pt x="7562" y="12571"/>
                    <a:pt x="8129" y="12288"/>
                  </a:cubicBezTo>
                  <a:lnTo>
                    <a:pt x="8129" y="12351"/>
                  </a:lnTo>
                  <a:cubicBezTo>
                    <a:pt x="8129" y="12571"/>
                    <a:pt x="8286" y="12729"/>
                    <a:pt x="8475" y="12729"/>
                  </a:cubicBezTo>
                  <a:cubicBezTo>
                    <a:pt x="8664" y="12729"/>
                    <a:pt x="8822" y="12571"/>
                    <a:pt x="8822" y="12351"/>
                  </a:cubicBezTo>
                  <a:lnTo>
                    <a:pt x="8822" y="11784"/>
                  </a:lnTo>
                  <a:cubicBezTo>
                    <a:pt x="9641" y="11091"/>
                    <a:pt x="10208" y="10082"/>
                    <a:pt x="10271" y="8980"/>
                  </a:cubicBezTo>
                  <a:cubicBezTo>
                    <a:pt x="11122" y="8980"/>
                    <a:pt x="11783" y="8318"/>
                    <a:pt x="11783" y="7468"/>
                  </a:cubicBezTo>
                  <a:cubicBezTo>
                    <a:pt x="11972" y="6680"/>
                    <a:pt x="11311" y="6018"/>
                    <a:pt x="10492" y="6018"/>
                  </a:cubicBezTo>
                  <a:lnTo>
                    <a:pt x="10492" y="5231"/>
                  </a:lnTo>
                  <a:cubicBezTo>
                    <a:pt x="11752" y="5042"/>
                    <a:pt x="12728" y="3971"/>
                    <a:pt x="12728" y="2647"/>
                  </a:cubicBezTo>
                  <a:cubicBezTo>
                    <a:pt x="12728" y="2521"/>
                    <a:pt x="12697" y="2427"/>
                    <a:pt x="12602" y="2364"/>
                  </a:cubicBezTo>
                  <a:cubicBezTo>
                    <a:pt x="12539" y="2269"/>
                    <a:pt x="12445" y="2238"/>
                    <a:pt x="12319" y="2238"/>
                  </a:cubicBezTo>
                  <a:lnTo>
                    <a:pt x="9483" y="2238"/>
                  </a:lnTo>
                  <a:lnTo>
                    <a:pt x="7877" y="631"/>
                  </a:lnTo>
                  <a:cubicBezTo>
                    <a:pt x="7499" y="221"/>
                    <a:pt x="6932" y="1"/>
                    <a:pt x="6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91" name="Google Shape;10391;p64"/>
          <p:cNvGrpSpPr/>
          <p:nvPr/>
        </p:nvGrpSpPr>
        <p:grpSpPr>
          <a:xfrm>
            <a:off x="4880000" y="1780418"/>
            <a:ext cx="317290" cy="359303"/>
            <a:chOff x="-57950751" y="2296300"/>
            <a:chExt cx="279625" cy="316650"/>
          </a:xfrm>
        </p:grpSpPr>
        <p:sp>
          <p:nvSpPr>
            <p:cNvPr id="10392" name="Google Shape;10392;p64"/>
            <p:cNvSpPr/>
            <p:nvPr/>
          </p:nvSpPr>
          <p:spPr>
            <a:xfrm>
              <a:off x="-57847576" y="2528075"/>
              <a:ext cx="73250" cy="29750"/>
            </a:xfrm>
            <a:custGeom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93" name="Google Shape;10393;p64"/>
            <p:cNvSpPr/>
            <p:nvPr/>
          </p:nvSpPr>
          <p:spPr>
            <a:xfrm>
              <a:off x="-57857027" y="244675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94" name="Google Shape;10394;p64"/>
            <p:cNvSpPr/>
            <p:nvPr/>
          </p:nvSpPr>
          <p:spPr>
            <a:xfrm>
              <a:off x="-57782197" y="244675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95" name="Google Shape;10395;p64"/>
            <p:cNvSpPr/>
            <p:nvPr/>
          </p:nvSpPr>
          <p:spPr>
            <a:xfrm>
              <a:off x="-57950751" y="2296300"/>
              <a:ext cx="279625" cy="316650"/>
            </a:xfrm>
            <a:custGeom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396" name="Google Shape;10396;p64"/>
          <p:cNvGrpSpPr/>
          <p:nvPr/>
        </p:nvGrpSpPr>
        <p:grpSpPr>
          <a:xfrm>
            <a:off x="4858214" y="2232094"/>
            <a:ext cx="360863" cy="360211"/>
            <a:chOff x="-57969677" y="2687750"/>
            <a:chExt cx="318025" cy="317450"/>
          </a:xfrm>
        </p:grpSpPr>
        <p:sp>
          <p:nvSpPr>
            <p:cNvPr id="10397" name="Google Shape;10397;p64"/>
            <p:cNvSpPr/>
            <p:nvPr/>
          </p:nvSpPr>
          <p:spPr>
            <a:xfrm>
              <a:off x="-57856251" y="28563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98" name="Google Shape;10398;p64"/>
            <p:cNvSpPr/>
            <p:nvPr/>
          </p:nvSpPr>
          <p:spPr>
            <a:xfrm>
              <a:off x="-57846001" y="2920300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22" y="1190"/>
                    <a:pt x="2426" y="969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399" name="Google Shape;10399;p64"/>
            <p:cNvSpPr/>
            <p:nvPr/>
          </p:nvSpPr>
          <p:spPr>
            <a:xfrm>
              <a:off x="-57969677" y="2687750"/>
              <a:ext cx="318025" cy="317450"/>
            </a:xfrm>
            <a:custGeom>
              <a:rect l="l" t="t" r="r" b="b"/>
              <a:pathLst>
                <a:path w="12721" h="12698" extrusionOk="0">
                  <a:moveTo>
                    <a:pt x="6365" y="757"/>
                  </a:moveTo>
                  <a:cubicBezTo>
                    <a:pt x="7090" y="757"/>
                    <a:pt x="7783" y="1072"/>
                    <a:pt x="8255" y="1576"/>
                  </a:cubicBezTo>
                  <a:cubicBezTo>
                    <a:pt x="8888" y="2274"/>
                    <a:pt x="9792" y="2670"/>
                    <a:pt x="10717" y="2670"/>
                  </a:cubicBezTo>
                  <a:cubicBezTo>
                    <a:pt x="11128" y="2670"/>
                    <a:pt x="11544" y="2591"/>
                    <a:pt x="11941" y="2427"/>
                  </a:cubicBezTo>
                  <a:lnTo>
                    <a:pt x="11941" y="3183"/>
                  </a:lnTo>
                  <a:lnTo>
                    <a:pt x="11973" y="3183"/>
                  </a:lnTo>
                  <a:cubicBezTo>
                    <a:pt x="11973" y="4348"/>
                    <a:pt x="11028" y="5231"/>
                    <a:pt x="9925" y="5231"/>
                  </a:cubicBezTo>
                  <a:cubicBezTo>
                    <a:pt x="9358" y="5231"/>
                    <a:pt x="9043" y="5041"/>
                    <a:pt x="8192" y="4600"/>
                  </a:cubicBezTo>
                  <a:cubicBezTo>
                    <a:pt x="8066" y="4537"/>
                    <a:pt x="7877" y="4506"/>
                    <a:pt x="7688" y="4506"/>
                  </a:cubicBezTo>
                  <a:lnTo>
                    <a:pt x="5042" y="4506"/>
                  </a:lnTo>
                  <a:cubicBezTo>
                    <a:pt x="4916" y="4506"/>
                    <a:pt x="4695" y="4537"/>
                    <a:pt x="4538" y="4600"/>
                  </a:cubicBezTo>
                  <a:cubicBezTo>
                    <a:pt x="3687" y="5041"/>
                    <a:pt x="3403" y="5231"/>
                    <a:pt x="2805" y="5231"/>
                  </a:cubicBezTo>
                  <a:cubicBezTo>
                    <a:pt x="1671" y="5231"/>
                    <a:pt x="757" y="4348"/>
                    <a:pt x="757" y="3183"/>
                  </a:cubicBezTo>
                  <a:lnTo>
                    <a:pt x="757" y="2490"/>
                  </a:lnTo>
                  <a:cubicBezTo>
                    <a:pt x="1150" y="2639"/>
                    <a:pt x="1556" y="2711"/>
                    <a:pt x="1958" y="2711"/>
                  </a:cubicBezTo>
                  <a:cubicBezTo>
                    <a:pt x="2909" y="2711"/>
                    <a:pt x="3832" y="2307"/>
                    <a:pt x="4475" y="1576"/>
                  </a:cubicBezTo>
                  <a:cubicBezTo>
                    <a:pt x="4947" y="1072"/>
                    <a:pt x="5640" y="757"/>
                    <a:pt x="6365" y="757"/>
                  </a:cubicBezTo>
                  <a:close/>
                  <a:moveTo>
                    <a:pt x="7846" y="6743"/>
                  </a:moveTo>
                  <a:cubicBezTo>
                    <a:pt x="8035" y="6743"/>
                    <a:pt x="8192" y="6900"/>
                    <a:pt x="8192" y="7089"/>
                  </a:cubicBezTo>
                  <a:cubicBezTo>
                    <a:pt x="8192" y="7278"/>
                    <a:pt x="8035" y="7436"/>
                    <a:pt x="7846" y="7436"/>
                  </a:cubicBezTo>
                  <a:cubicBezTo>
                    <a:pt x="7657" y="7436"/>
                    <a:pt x="7499" y="7278"/>
                    <a:pt x="7499" y="7089"/>
                  </a:cubicBezTo>
                  <a:cubicBezTo>
                    <a:pt x="7499" y="6900"/>
                    <a:pt x="7657" y="6743"/>
                    <a:pt x="7846" y="6743"/>
                  </a:cubicBezTo>
                  <a:close/>
                  <a:moveTo>
                    <a:pt x="7720" y="5231"/>
                  </a:moveTo>
                  <a:cubicBezTo>
                    <a:pt x="7783" y="5231"/>
                    <a:pt x="7846" y="5231"/>
                    <a:pt x="7877" y="5294"/>
                  </a:cubicBezTo>
                  <a:cubicBezTo>
                    <a:pt x="8759" y="5703"/>
                    <a:pt x="9074" y="5955"/>
                    <a:pt x="9767" y="5987"/>
                  </a:cubicBezTo>
                  <a:lnTo>
                    <a:pt x="9767" y="7656"/>
                  </a:lnTo>
                  <a:lnTo>
                    <a:pt x="9736" y="7656"/>
                  </a:lnTo>
                  <a:lnTo>
                    <a:pt x="8980" y="7278"/>
                  </a:lnTo>
                  <a:cubicBezTo>
                    <a:pt x="9106" y="6617"/>
                    <a:pt x="8570" y="5987"/>
                    <a:pt x="7877" y="5987"/>
                  </a:cubicBezTo>
                  <a:cubicBezTo>
                    <a:pt x="7562" y="5987"/>
                    <a:pt x="7247" y="6144"/>
                    <a:pt x="7058" y="6333"/>
                  </a:cubicBezTo>
                  <a:lnTo>
                    <a:pt x="4884" y="5294"/>
                  </a:lnTo>
                  <a:lnTo>
                    <a:pt x="4947" y="5294"/>
                  </a:lnTo>
                  <a:cubicBezTo>
                    <a:pt x="4979" y="5231"/>
                    <a:pt x="5042" y="5231"/>
                    <a:pt x="5105" y="5231"/>
                  </a:cubicBezTo>
                  <a:close/>
                  <a:moveTo>
                    <a:pt x="4065" y="5672"/>
                  </a:moveTo>
                  <a:cubicBezTo>
                    <a:pt x="4065" y="5672"/>
                    <a:pt x="4128" y="5672"/>
                    <a:pt x="4128" y="5703"/>
                  </a:cubicBezTo>
                  <a:lnTo>
                    <a:pt x="6806" y="7026"/>
                  </a:lnTo>
                  <a:cubicBezTo>
                    <a:pt x="6743" y="7656"/>
                    <a:pt x="7279" y="8192"/>
                    <a:pt x="7909" y="8192"/>
                  </a:cubicBezTo>
                  <a:cubicBezTo>
                    <a:pt x="8161" y="8192"/>
                    <a:pt x="8444" y="8066"/>
                    <a:pt x="8633" y="7908"/>
                  </a:cubicBezTo>
                  <a:lnTo>
                    <a:pt x="9767" y="8476"/>
                  </a:lnTo>
                  <a:lnTo>
                    <a:pt x="9767" y="8602"/>
                  </a:lnTo>
                  <a:lnTo>
                    <a:pt x="9736" y="8602"/>
                  </a:lnTo>
                  <a:cubicBezTo>
                    <a:pt x="9736" y="10429"/>
                    <a:pt x="8255" y="11973"/>
                    <a:pt x="6396" y="11973"/>
                  </a:cubicBezTo>
                  <a:cubicBezTo>
                    <a:pt x="4538" y="11973"/>
                    <a:pt x="3057" y="10429"/>
                    <a:pt x="3057" y="8602"/>
                  </a:cubicBezTo>
                  <a:lnTo>
                    <a:pt x="3057" y="5955"/>
                  </a:lnTo>
                  <a:cubicBezTo>
                    <a:pt x="3403" y="5924"/>
                    <a:pt x="3750" y="5829"/>
                    <a:pt x="4065" y="5672"/>
                  </a:cubicBezTo>
                  <a:close/>
                  <a:moveTo>
                    <a:pt x="6365" y="1"/>
                  </a:moveTo>
                  <a:cubicBezTo>
                    <a:pt x="5420" y="1"/>
                    <a:pt x="4506" y="410"/>
                    <a:pt x="3908" y="1072"/>
                  </a:cubicBezTo>
                  <a:cubicBezTo>
                    <a:pt x="3408" y="1648"/>
                    <a:pt x="2687" y="1943"/>
                    <a:pt x="1957" y="1943"/>
                  </a:cubicBezTo>
                  <a:cubicBezTo>
                    <a:pt x="1489" y="1943"/>
                    <a:pt x="1018" y="1822"/>
                    <a:pt x="600" y="1576"/>
                  </a:cubicBezTo>
                  <a:lnTo>
                    <a:pt x="568" y="1544"/>
                  </a:lnTo>
                  <a:cubicBezTo>
                    <a:pt x="505" y="1505"/>
                    <a:pt x="438" y="1487"/>
                    <a:pt x="373" y="1487"/>
                  </a:cubicBezTo>
                  <a:cubicBezTo>
                    <a:pt x="178" y="1487"/>
                    <a:pt x="1" y="1647"/>
                    <a:pt x="1" y="1860"/>
                  </a:cubicBezTo>
                  <a:lnTo>
                    <a:pt x="1" y="3151"/>
                  </a:lnTo>
                  <a:cubicBezTo>
                    <a:pt x="1" y="4506"/>
                    <a:pt x="1009" y="5640"/>
                    <a:pt x="2269" y="5861"/>
                  </a:cubicBezTo>
                  <a:lnTo>
                    <a:pt x="2269" y="8539"/>
                  </a:lnTo>
                  <a:cubicBezTo>
                    <a:pt x="2269" y="10838"/>
                    <a:pt x="4097" y="12697"/>
                    <a:pt x="6365" y="12697"/>
                  </a:cubicBezTo>
                  <a:cubicBezTo>
                    <a:pt x="8602" y="12697"/>
                    <a:pt x="10461" y="10838"/>
                    <a:pt x="10461" y="8539"/>
                  </a:cubicBezTo>
                  <a:lnTo>
                    <a:pt x="10461" y="5861"/>
                  </a:lnTo>
                  <a:cubicBezTo>
                    <a:pt x="11752" y="5640"/>
                    <a:pt x="12697" y="4506"/>
                    <a:pt x="12697" y="3151"/>
                  </a:cubicBezTo>
                  <a:lnTo>
                    <a:pt x="12697" y="1860"/>
                  </a:lnTo>
                  <a:cubicBezTo>
                    <a:pt x="12721" y="1647"/>
                    <a:pt x="12550" y="1487"/>
                    <a:pt x="12370" y="1487"/>
                  </a:cubicBezTo>
                  <a:cubicBezTo>
                    <a:pt x="12310" y="1487"/>
                    <a:pt x="12249" y="1505"/>
                    <a:pt x="12193" y="1544"/>
                  </a:cubicBezTo>
                  <a:lnTo>
                    <a:pt x="12130" y="1576"/>
                  </a:lnTo>
                  <a:cubicBezTo>
                    <a:pt x="11721" y="1824"/>
                    <a:pt x="11253" y="1945"/>
                    <a:pt x="10785" y="1945"/>
                  </a:cubicBezTo>
                  <a:cubicBezTo>
                    <a:pt x="10063" y="1945"/>
                    <a:pt x="9338" y="1657"/>
                    <a:pt x="8822" y="1103"/>
                  </a:cubicBezTo>
                  <a:cubicBezTo>
                    <a:pt x="8192" y="442"/>
                    <a:pt x="7342" y="1"/>
                    <a:pt x="63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00" name="Google Shape;10400;p64"/>
            <p:cNvSpPr/>
            <p:nvPr/>
          </p:nvSpPr>
          <p:spPr>
            <a:xfrm>
              <a:off x="-57838125" y="2724975"/>
              <a:ext cx="56725" cy="55550"/>
            </a:xfrm>
            <a:custGeom>
              <a:rect l="l" t="t" r="r" b="b"/>
              <a:pathLst>
                <a:path w="2269" h="2222" extrusionOk="0">
                  <a:moveTo>
                    <a:pt x="386" y="0"/>
                  </a:moveTo>
                  <a:cubicBezTo>
                    <a:pt x="292" y="0"/>
                    <a:pt x="205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lnTo>
                    <a:pt x="630" y="1127"/>
                  </a:lnTo>
                  <a:lnTo>
                    <a:pt x="158" y="1599"/>
                  </a:lnTo>
                  <a:cubicBezTo>
                    <a:pt x="0" y="1757"/>
                    <a:pt x="0" y="1977"/>
                    <a:pt x="158" y="2103"/>
                  </a:cubicBezTo>
                  <a:cubicBezTo>
                    <a:pt x="237" y="2182"/>
                    <a:pt x="331" y="2221"/>
                    <a:pt x="422" y="2221"/>
                  </a:cubicBezTo>
                  <a:cubicBezTo>
                    <a:pt x="512" y="2221"/>
                    <a:pt x="599" y="2182"/>
                    <a:pt x="662" y="2103"/>
                  </a:cubicBezTo>
                  <a:lnTo>
                    <a:pt x="1134" y="1631"/>
                  </a:lnTo>
                  <a:lnTo>
                    <a:pt x="1607" y="2103"/>
                  </a:lnTo>
                  <a:cubicBezTo>
                    <a:pt x="1686" y="2182"/>
                    <a:pt x="1780" y="2221"/>
                    <a:pt x="1871" y="2221"/>
                  </a:cubicBezTo>
                  <a:cubicBezTo>
                    <a:pt x="1961" y="2221"/>
                    <a:pt x="2048" y="2182"/>
                    <a:pt x="2111" y="2103"/>
                  </a:cubicBezTo>
                  <a:cubicBezTo>
                    <a:pt x="2269" y="1946"/>
                    <a:pt x="2269" y="1694"/>
                    <a:pt x="2111" y="1599"/>
                  </a:cubicBezTo>
                  <a:lnTo>
                    <a:pt x="1639" y="1127"/>
                  </a:lnTo>
                  <a:lnTo>
                    <a:pt x="2111" y="654"/>
                  </a:lnTo>
                  <a:cubicBezTo>
                    <a:pt x="2269" y="497"/>
                    <a:pt x="2269" y="244"/>
                    <a:pt x="2111" y="118"/>
                  </a:cubicBezTo>
                  <a:cubicBezTo>
                    <a:pt x="2032" y="40"/>
                    <a:pt x="1938" y="0"/>
                    <a:pt x="1847" y="0"/>
                  </a:cubicBezTo>
                  <a:cubicBezTo>
                    <a:pt x="1757" y="0"/>
                    <a:pt x="1670" y="40"/>
                    <a:pt x="1607" y="118"/>
                  </a:cubicBezTo>
                  <a:lnTo>
                    <a:pt x="1134" y="591"/>
                  </a:lnTo>
                  <a:lnTo>
                    <a:pt x="662" y="118"/>
                  </a:lnTo>
                  <a:cubicBezTo>
                    <a:pt x="583" y="40"/>
                    <a:pt x="481" y="0"/>
                    <a:pt x="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01" name="Google Shape;10401;p64"/>
          <p:cNvGrpSpPr/>
          <p:nvPr/>
        </p:nvGrpSpPr>
        <p:grpSpPr>
          <a:xfrm>
            <a:off x="7067397" y="1304461"/>
            <a:ext cx="363785" cy="361090"/>
            <a:chOff x="-56012426" y="1903275"/>
            <a:chExt cx="320600" cy="318225"/>
          </a:xfrm>
        </p:grpSpPr>
        <p:sp>
          <p:nvSpPr>
            <p:cNvPr id="10402" name="Google Shape;10402;p64"/>
            <p:cNvSpPr/>
            <p:nvPr/>
          </p:nvSpPr>
          <p:spPr>
            <a:xfrm>
              <a:off x="-55897425" y="201512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03" name="Google Shape;10403;p64"/>
            <p:cNvSpPr/>
            <p:nvPr/>
          </p:nvSpPr>
          <p:spPr>
            <a:xfrm>
              <a:off x="-56012426" y="1903275"/>
              <a:ext cx="320600" cy="318225"/>
            </a:xfrm>
            <a:custGeom>
              <a:rect l="l" t="t" r="r" b="b"/>
              <a:pathLst>
                <a:path w="12824" h="12729" extrusionOk="0">
                  <a:moveTo>
                    <a:pt x="5262" y="946"/>
                  </a:moveTo>
                  <a:lnTo>
                    <a:pt x="5262" y="946"/>
                  </a:lnTo>
                  <a:cubicBezTo>
                    <a:pt x="5010" y="1923"/>
                    <a:pt x="4254" y="2679"/>
                    <a:pt x="3277" y="2899"/>
                  </a:cubicBezTo>
                  <a:cubicBezTo>
                    <a:pt x="3592" y="2017"/>
                    <a:pt x="4348" y="1293"/>
                    <a:pt x="5262" y="946"/>
                  </a:cubicBezTo>
                  <a:close/>
                  <a:moveTo>
                    <a:pt x="2301" y="5231"/>
                  </a:moveTo>
                  <a:lnTo>
                    <a:pt x="2301" y="6333"/>
                  </a:lnTo>
                  <a:lnTo>
                    <a:pt x="2301" y="6680"/>
                  </a:lnTo>
                  <a:cubicBezTo>
                    <a:pt x="1891" y="6680"/>
                    <a:pt x="1545" y="6365"/>
                    <a:pt x="1545" y="5955"/>
                  </a:cubicBezTo>
                  <a:cubicBezTo>
                    <a:pt x="1545" y="5514"/>
                    <a:pt x="1891" y="5231"/>
                    <a:pt x="2301" y="5231"/>
                  </a:cubicBezTo>
                  <a:close/>
                  <a:moveTo>
                    <a:pt x="10555" y="5231"/>
                  </a:moveTo>
                  <a:cubicBezTo>
                    <a:pt x="10965" y="5231"/>
                    <a:pt x="11311" y="5546"/>
                    <a:pt x="11311" y="5987"/>
                  </a:cubicBezTo>
                  <a:cubicBezTo>
                    <a:pt x="11311" y="6365"/>
                    <a:pt x="10965" y="6743"/>
                    <a:pt x="10555" y="6743"/>
                  </a:cubicBezTo>
                  <a:lnTo>
                    <a:pt x="10555" y="5231"/>
                  </a:lnTo>
                  <a:close/>
                  <a:moveTo>
                    <a:pt x="1103" y="6837"/>
                  </a:moveTo>
                  <a:cubicBezTo>
                    <a:pt x="1387" y="7216"/>
                    <a:pt x="1828" y="7436"/>
                    <a:pt x="2301" y="7436"/>
                  </a:cubicBezTo>
                  <a:cubicBezTo>
                    <a:pt x="2301" y="7877"/>
                    <a:pt x="1986" y="8192"/>
                    <a:pt x="1545" y="8192"/>
                  </a:cubicBezTo>
                  <a:cubicBezTo>
                    <a:pt x="1166" y="8192"/>
                    <a:pt x="788" y="7877"/>
                    <a:pt x="788" y="7436"/>
                  </a:cubicBezTo>
                  <a:cubicBezTo>
                    <a:pt x="788" y="7216"/>
                    <a:pt x="914" y="6963"/>
                    <a:pt x="1103" y="6837"/>
                  </a:cubicBezTo>
                  <a:close/>
                  <a:moveTo>
                    <a:pt x="11752" y="6837"/>
                  </a:moveTo>
                  <a:cubicBezTo>
                    <a:pt x="11941" y="6995"/>
                    <a:pt x="12067" y="7216"/>
                    <a:pt x="12067" y="7436"/>
                  </a:cubicBezTo>
                  <a:cubicBezTo>
                    <a:pt x="12067" y="7877"/>
                    <a:pt x="11721" y="8192"/>
                    <a:pt x="11311" y="8192"/>
                  </a:cubicBezTo>
                  <a:cubicBezTo>
                    <a:pt x="10933" y="8192"/>
                    <a:pt x="10555" y="7877"/>
                    <a:pt x="10555" y="7436"/>
                  </a:cubicBezTo>
                  <a:cubicBezTo>
                    <a:pt x="11028" y="7436"/>
                    <a:pt x="11469" y="7216"/>
                    <a:pt x="11752" y="6837"/>
                  </a:cubicBezTo>
                  <a:close/>
                  <a:moveTo>
                    <a:pt x="5325" y="2490"/>
                  </a:moveTo>
                  <a:lnTo>
                    <a:pt x="5325" y="2647"/>
                  </a:lnTo>
                  <a:cubicBezTo>
                    <a:pt x="5325" y="3529"/>
                    <a:pt x="5955" y="4286"/>
                    <a:pt x="6837" y="4443"/>
                  </a:cubicBezTo>
                  <a:lnTo>
                    <a:pt x="6837" y="7405"/>
                  </a:lnTo>
                  <a:cubicBezTo>
                    <a:pt x="6711" y="7436"/>
                    <a:pt x="6585" y="7468"/>
                    <a:pt x="6491" y="7468"/>
                  </a:cubicBezTo>
                  <a:cubicBezTo>
                    <a:pt x="6176" y="7468"/>
                    <a:pt x="5892" y="7373"/>
                    <a:pt x="5703" y="7153"/>
                  </a:cubicBezTo>
                  <a:cubicBezTo>
                    <a:pt x="5624" y="7074"/>
                    <a:pt x="5522" y="7034"/>
                    <a:pt x="5424" y="7034"/>
                  </a:cubicBezTo>
                  <a:cubicBezTo>
                    <a:pt x="5325" y="7034"/>
                    <a:pt x="5231" y="7074"/>
                    <a:pt x="5168" y="7153"/>
                  </a:cubicBezTo>
                  <a:cubicBezTo>
                    <a:pt x="5010" y="7310"/>
                    <a:pt x="5010" y="7562"/>
                    <a:pt x="5168" y="7688"/>
                  </a:cubicBezTo>
                  <a:cubicBezTo>
                    <a:pt x="5514" y="8035"/>
                    <a:pt x="6018" y="8224"/>
                    <a:pt x="6491" y="8224"/>
                  </a:cubicBezTo>
                  <a:cubicBezTo>
                    <a:pt x="6585" y="8224"/>
                    <a:pt x="6711" y="8224"/>
                    <a:pt x="6837" y="8192"/>
                  </a:cubicBezTo>
                  <a:lnTo>
                    <a:pt x="6837" y="9326"/>
                  </a:lnTo>
                  <a:lnTo>
                    <a:pt x="6837" y="9673"/>
                  </a:lnTo>
                  <a:cubicBezTo>
                    <a:pt x="6711" y="9673"/>
                    <a:pt x="6554" y="9736"/>
                    <a:pt x="6428" y="9736"/>
                  </a:cubicBezTo>
                  <a:cubicBezTo>
                    <a:pt x="4569" y="9673"/>
                    <a:pt x="3057" y="8192"/>
                    <a:pt x="3057" y="6333"/>
                  </a:cubicBezTo>
                  <a:cubicBezTo>
                    <a:pt x="3057" y="3908"/>
                    <a:pt x="3057" y="3971"/>
                    <a:pt x="3088" y="3687"/>
                  </a:cubicBezTo>
                  <a:cubicBezTo>
                    <a:pt x="3939" y="3592"/>
                    <a:pt x="4790" y="3151"/>
                    <a:pt x="5325" y="2490"/>
                  </a:cubicBezTo>
                  <a:close/>
                  <a:moveTo>
                    <a:pt x="6459" y="694"/>
                  </a:moveTo>
                  <a:cubicBezTo>
                    <a:pt x="8287" y="757"/>
                    <a:pt x="9830" y="2238"/>
                    <a:pt x="9830" y="4097"/>
                  </a:cubicBezTo>
                  <a:lnTo>
                    <a:pt x="9830" y="11941"/>
                  </a:lnTo>
                  <a:cubicBezTo>
                    <a:pt x="8570" y="11721"/>
                    <a:pt x="7562" y="10618"/>
                    <a:pt x="7562" y="9295"/>
                  </a:cubicBezTo>
                  <a:lnTo>
                    <a:pt x="7562" y="4065"/>
                  </a:lnTo>
                  <a:cubicBezTo>
                    <a:pt x="7562" y="3845"/>
                    <a:pt x="7404" y="3687"/>
                    <a:pt x="7215" y="3687"/>
                  </a:cubicBezTo>
                  <a:cubicBezTo>
                    <a:pt x="6585" y="3687"/>
                    <a:pt x="6113" y="3183"/>
                    <a:pt x="6113" y="2584"/>
                  </a:cubicBezTo>
                  <a:lnTo>
                    <a:pt x="6113" y="757"/>
                  </a:lnTo>
                  <a:cubicBezTo>
                    <a:pt x="6239" y="757"/>
                    <a:pt x="6365" y="694"/>
                    <a:pt x="6459" y="694"/>
                  </a:cubicBezTo>
                  <a:close/>
                  <a:moveTo>
                    <a:pt x="3057" y="8665"/>
                  </a:moveTo>
                  <a:cubicBezTo>
                    <a:pt x="3781" y="9704"/>
                    <a:pt x="5010" y="10429"/>
                    <a:pt x="6428" y="10429"/>
                  </a:cubicBezTo>
                  <a:cubicBezTo>
                    <a:pt x="6617" y="10429"/>
                    <a:pt x="6774" y="10429"/>
                    <a:pt x="6995" y="10398"/>
                  </a:cubicBezTo>
                  <a:cubicBezTo>
                    <a:pt x="7184" y="11028"/>
                    <a:pt x="7562" y="11563"/>
                    <a:pt x="8098" y="11973"/>
                  </a:cubicBezTo>
                  <a:lnTo>
                    <a:pt x="3057" y="11973"/>
                  </a:lnTo>
                  <a:lnTo>
                    <a:pt x="3057" y="8665"/>
                  </a:lnTo>
                  <a:close/>
                  <a:moveTo>
                    <a:pt x="6396" y="1"/>
                  </a:moveTo>
                  <a:cubicBezTo>
                    <a:pt x="4096" y="1"/>
                    <a:pt x="2269" y="1860"/>
                    <a:pt x="2269" y="4097"/>
                  </a:cubicBezTo>
                  <a:lnTo>
                    <a:pt x="2269" y="4443"/>
                  </a:lnTo>
                  <a:cubicBezTo>
                    <a:pt x="1356" y="4443"/>
                    <a:pt x="631" y="5231"/>
                    <a:pt x="757" y="6144"/>
                  </a:cubicBezTo>
                  <a:cubicBezTo>
                    <a:pt x="284" y="6428"/>
                    <a:pt x="1" y="6900"/>
                    <a:pt x="1" y="7436"/>
                  </a:cubicBezTo>
                  <a:cubicBezTo>
                    <a:pt x="1" y="8255"/>
                    <a:pt x="694" y="8948"/>
                    <a:pt x="1513" y="8948"/>
                  </a:cubicBezTo>
                  <a:cubicBezTo>
                    <a:pt x="1797" y="8948"/>
                    <a:pt x="2017" y="8854"/>
                    <a:pt x="2269" y="8728"/>
                  </a:cubicBezTo>
                  <a:lnTo>
                    <a:pt x="2269" y="12351"/>
                  </a:lnTo>
                  <a:cubicBezTo>
                    <a:pt x="2269" y="12571"/>
                    <a:pt x="2427" y="12729"/>
                    <a:pt x="2616" y="12729"/>
                  </a:cubicBezTo>
                  <a:lnTo>
                    <a:pt x="10145" y="12729"/>
                  </a:lnTo>
                  <a:cubicBezTo>
                    <a:pt x="10334" y="12729"/>
                    <a:pt x="10492" y="12571"/>
                    <a:pt x="10492" y="12351"/>
                  </a:cubicBezTo>
                  <a:lnTo>
                    <a:pt x="10492" y="8728"/>
                  </a:lnTo>
                  <a:cubicBezTo>
                    <a:pt x="10712" y="8854"/>
                    <a:pt x="10965" y="8948"/>
                    <a:pt x="11248" y="8948"/>
                  </a:cubicBezTo>
                  <a:cubicBezTo>
                    <a:pt x="12067" y="8948"/>
                    <a:pt x="12729" y="8255"/>
                    <a:pt x="12729" y="7436"/>
                  </a:cubicBezTo>
                  <a:cubicBezTo>
                    <a:pt x="12823" y="6932"/>
                    <a:pt x="12508" y="6428"/>
                    <a:pt x="12036" y="6144"/>
                  </a:cubicBezTo>
                  <a:cubicBezTo>
                    <a:pt x="12130" y="5231"/>
                    <a:pt x="11437" y="4443"/>
                    <a:pt x="10523" y="4443"/>
                  </a:cubicBezTo>
                  <a:lnTo>
                    <a:pt x="10523" y="4097"/>
                  </a:lnTo>
                  <a:cubicBezTo>
                    <a:pt x="10523" y="1860"/>
                    <a:pt x="8665" y="1"/>
                    <a:pt x="6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04" name="Google Shape;10404;p64"/>
          <p:cNvGrpSpPr/>
          <p:nvPr/>
        </p:nvGrpSpPr>
        <p:grpSpPr>
          <a:xfrm>
            <a:off x="7068290" y="1778631"/>
            <a:ext cx="361998" cy="361998"/>
            <a:chOff x="-56010851" y="2294725"/>
            <a:chExt cx="319025" cy="319025"/>
          </a:xfrm>
        </p:grpSpPr>
        <p:sp>
          <p:nvSpPr>
            <p:cNvPr id="10405" name="Google Shape;10405;p64"/>
            <p:cNvSpPr/>
            <p:nvPr/>
          </p:nvSpPr>
          <p:spPr>
            <a:xfrm>
              <a:off x="-55906876" y="2527275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22" y="1190"/>
                    <a:pt x="2458" y="1001"/>
                    <a:pt x="2773" y="623"/>
                  </a:cubicBezTo>
                  <a:cubicBezTo>
                    <a:pt x="2930" y="465"/>
                    <a:pt x="2930" y="245"/>
                    <a:pt x="2773" y="119"/>
                  </a:cubicBezTo>
                  <a:cubicBezTo>
                    <a:pt x="2694" y="40"/>
                    <a:pt x="2592" y="1"/>
                    <a:pt x="2493" y="1"/>
                  </a:cubicBezTo>
                  <a:cubicBezTo>
                    <a:pt x="2395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35" y="434"/>
                    <a:pt x="883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06" name="Google Shape;10406;p64"/>
            <p:cNvSpPr/>
            <p:nvPr/>
          </p:nvSpPr>
          <p:spPr>
            <a:xfrm>
              <a:off x="-55916326" y="2463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07" name="Google Shape;10407;p64"/>
            <p:cNvSpPr/>
            <p:nvPr/>
          </p:nvSpPr>
          <p:spPr>
            <a:xfrm>
              <a:off x="-55842303" y="2463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08" name="Google Shape;10408;p64"/>
            <p:cNvSpPr/>
            <p:nvPr/>
          </p:nvSpPr>
          <p:spPr>
            <a:xfrm>
              <a:off x="-56010851" y="2294725"/>
              <a:ext cx="319025" cy="319025"/>
            </a:xfrm>
            <a:custGeom>
              <a:rect l="l" t="t" r="r" b="b"/>
              <a:pathLst>
                <a:path w="12761" h="12761" extrusionOk="0">
                  <a:moveTo>
                    <a:pt x="6333" y="4506"/>
                  </a:moveTo>
                  <a:cubicBezTo>
                    <a:pt x="6522" y="4506"/>
                    <a:pt x="6680" y="4664"/>
                    <a:pt x="6680" y="4853"/>
                  </a:cubicBezTo>
                  <a:lnTo>
                    <a:pt x="6680" y="5199"/>
                  </a:lnTo>
                  <a:lnTo>
                    <a:pt x="4475" y="5199"/>
                  </a:lnTo>
                  <a:lnTo>
                    <a:pt x="4475" y="4853"/>
                  </a:lnTo>
                  <a:cubicBezTo>
                    <a:pt x="4475" y="4664"/>
                    <a:pt x="4632" y="4506"/>
                    <a:pt x="4821" y="4506"/>
                  </a:cubicBezTo>
                  <a:close/>
                  <a:moveTo>
                    <a:pt x="5577" y="757"/>
                  </a:moveTo>
                  <a:cubicBezTo>
                    <a:pt x="7814" y="757"/>
                    <a:pt x="9673" y="2616"/>
                    <a:pt x="9673" y="4853"/>
                  </a:cubicBezTo>
                  <a:lnTo>
                    <a:pt x="9673" y="5199"/>
                  </a:lnTo>
                  <a:lnTo>
                    <a:pt x="7436" y="5199"/>
                  </a:lnTo>
                  <a:lnTo>
                    <a:pt x="7436" y="4853"/>
                  </a:lnTo>
                  <a:cubicBezTo>
                    <a:pt x="7436" y="4222"/>
                    <a:pt x="6932" y="3750"/>
                    <a:pt x="6333" y="3750"/>
                  </a:cubicBezTo>
                  <a:lnTo>
                    <a:pt x="4821" y="3750"/>
                  </a:lnTo>
                  <a:cubicBezTo>
                    <a:pt x="4191" y="3750"/>
                    <a:pt x="3718" y="4254"/>
                    <a:pt x="3718" y="4853"/>
                  </a:cubicBezTo>
                  <a:lnTo>
                    <a:pt x="3718" y="5199"/>
                  </a:lnTo>
                  <a:lnTo>
                    <a:pt x="1482" y="5199"/>
                  </a:lnTo>
                  <a:lnTo>
                    <a:pt x="1482" y="4853"/>
                  </a:lnTo>
                  <a:cubicBezTo>
                    <a:pt x="1482" y="2616"/>
                    <a:pt x="3340" y="757"/>
                    <a:pt x="5577" y="757"/>
                  </a:cubicBezTo>
                  <a:close/>
                  <a:moveTo>
                    <a:pt x="1482" y="5955"/>
                  </a:moveTo>
                  <a:lnTo>
                    <a:pt x="1482" y="7467"/>
                  </a:lnTo>
                  <a:cubicBezTo>
                    <a:pt x="1103" y="7467"/>
                    <a:pt x="725" y="7152"/>
                    <a:pt x="725" y="6711"/>
                  </a:cubicBezTo>
                  <a:cubicBezTo>
                    <a:pt x="725" y="6302"/>
                    <a:pt x="1103" y="5955"/>
                    <a:pt x="1482" y="5955"/>
                  </a:cubicBezTo>
                  <a:close/>
                  <a:moveTo>
                    <a:pt x="9704" y="5955"/>
                  </a:moveTo>
                  <a:cubicBezTo>
                    <a:pt x="10114" y="5955"/>
                    <a:pt x="10460" y="6302"/>
                    <a:pt x="10460" y="6711"/>
                  </a:cubicBezTo>
                  <a:cubicBezTo>
                    <a:pt x="10460" y="7089"/>
                    <a:pt x="10145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9011" y="5955"/>
                  </a:moveTo>
                  <a:cubicBezTo>
                    <a:pt x="8980" y="6270"/>
                    <a:pt x="8980" y="8318"/>
                    <a:pt x="8980" y="8633"/>
                  </a:cubicBezTo>
                  <a:cubicBezTo>
                    <a:pt x="8980" y="10492"/>
                    <a:pt x="7467" y="11973"/>
                    <a:pt x="5609" y="11973"/>
                  </a:cubicBezTo>
                  <a:cubicBezTo>
                    <a:pt x="3781" y="11973"/>
                    <a:pt x="2269" y="10492"/>
                    <a:pt x="2269" y="8633"/>
                  </a:cubicBezTo>
                  <a:lnTo>
                    <a:pt x="2269" y="5955"/>
                  </a:lnTo>
                  <a:close/>
                  <a:moveTo>
                    <a:pt x="5577" y="1"/>
                  </a:moveTo>
                  <a:cubicBezTo>
                    <a:pt x="2899" y="1"/>
                    <a:pt x="725" y="2175"/>
                    <a:pt x="725" y="4853"/>
                  </a:cubicBezTo>
                  <a:lnTo>
                    <a:pt x="725" y="5451"/>
                  </a:lnTo>
                  <a:cubicBezTo>
                    <a:pt x="316" y="5703"/>
                    <a:pt x="1" y="6207"/>
                    <a:pt x="1" y="6743"/>
                  </a:cubicBezTo>
                  <a:cubicBezTo>
                    <a:pt x="1" y="7562"/>
                    <a:pt x="662" y="8255"/>
                    <a:pt x="1482" y="8255"/>
                  </a:cubicBezTo>
                  <a:lnTo>
                    <a:pt x="1482" y="8665"/>
                  </a:lnTo>
                  <a:cubicBezTo>
                    <a:pt x="1482" y="10933"/>
                    <a:pt x="3340" y="12760"/>
                    <a:pt x="5577" y="12760"/>
                  </a:cubicBezTo>
                  <a:cubicBezTo>
                    <a:pt x="7814" y="12760"/>
                    <a:pt x="9673" y="10933"/>
                    <a:pt x="9673" y="8665"/>
                  </a:cubicBezTo>
                  <a:lnTo>
                    <a:pt x="9673" y="8255"/>
                  </a:lnTo>
                  <a:cubicBezTo>
                    <a:pt x="10492" y="8255"/>
                    <a:pt x="11185" y="7562"/>
                    <a:pt x="11185" y="6743"/>
                  </a:cubicBezTo>
                  <a:cubicBezTo>
                    <a:pt x="11185" y="6459"/>
                    <a:pt x="11091" y="6239"/>
                    <a:pt x="10965" y="5987"/>
                  </a:cubicBezTo>
                  <a:lnTo>
                    <a:pt x="12351" y="5987"/>
                  </a:lnTo>
                  <a:cubicBezTo>
                    <a:pt x="12540" y="5987"/>
                    <a:pt x="12697" y="5829"/>
                    <a:pt x="12697" y="5640"/>
                  </a:cubicBezTo>
                  <a:cubicBezTo>
                    <a:pt x="12760" y="5420"/>
                    <a:pt x="12540" y="5199"/>
                    <a:pt x="12351" y="5199"/>
                  </a:cubicBezTo>
                  <a:lnTo>
                    <a:pt x="10429" y="5199"/>
                  </a:lnTo>
                  <a:lnTo>
                    <a:pt x="10429" y="4853"/>
                  </a:lnTo>
                  <a:cubicBezTo>
                    <a:pt x="10429" y="2175"/>
                    <a:pt x="8255" y="1"/>
                    <a:pt x="5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09" name="Google Shape;10409;p64"/>
          <p:cNvGrpSpPr/>
          <p:nvPr/>
        </p:nvGrpSpPr>
        <p:grpSpPr>
          <a:xfrm>
            <a:off x="7068305" y="2231215"/>
            <a:ext cx="361969" cy="361090"/>
            <a:chOff x="-56010051" y="2686975"/>
            <a:chExt cx="319000" cy="318225"/>
          </a:xfrm>
        </p:grpSpPr>
        <p:sp>
          <p:nvSpPr>
            <p:cNvPr id="10410" name="Google Shape;10410;p64"/>
            <p:cNvSpPr/>
            <p:nvPr/>
          </p:nvSpPr>
          <p:spPr>
            <a:xfrm>
              <a:off x="-55887975" y="2917925"/>
              <a:ext cx="72475" cy="29775"/>
            </a:xfrm>
            <a:custGeom>
              <a:rect l="l" t="t" r="r" b="b"/>
              <a:pathLst>
                <a:path w="2899" h="1191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22" y="1190"/>
                    <a:pt x="2426" y="1001"/>
                    <a:pt x="2742" y="655"/>
                  </a:cubicBezTo>
                  <a:cubicBezTo>
                    <a:pt x="2899" y="497"/>
                    <a:pt x="2899" y="245"/>
                    <a:pt x="2742" y="119"/>
                  </a:cubicBezTo>
                  <a:cubicBezTo>
                    <a:pt x="2694" y="72"/>
                    <a:pt x="2608" y="48"/>
                    <a:pt x="2513" y="48"/>
                  </a:cubicBezTo>
                  <a:cubicBezTo>
                    <a:pt x="2419" y="48"/>
                    <a:pt x="2316" y="72"/>
                    <a:pt x="2237" y="119"/>
                  </a:cubicBezTo>
                  <a:cubicBezTo>
                    <a:pt x="2048" y="340"/>
                    <a:pt x="1733" y="434"/>
                    <a:pt x="1450" y="434"/>
                  </a:cubicBezTo>
                  <a:cubicBezTo>
                    <a:pt x="1135" y="434"/>
                    <a:pt x="851" y="340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11" name="Google Shape;10411;p64"/>
            <p:cNvSpPr/>
            <p:nvPr/>
          </p:nvSpPr>
          <p:spPr>
            <a:xfrm>
              <a:off x="-55897425" y="285472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12" name="Google Shape;10412;p64"/>
            <p:cNvSpPr/>
            <p:nvPr/>
          </p:nvSpPr>
          <p:spPr>
            <a:xfrm>
              <a:off x="-55822602" y="285472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13" name="Google Shape;10413;p64"/>
            <p:cNvSpPr/>
            <p:nvPr/>
          </p:nvSpPr>
          <p:spPr>
            <a:xfrm>
              <a:off x="-56010051" y="2686975"/>
              <a:ext cx="319000" cy="318225"/>
            </a:xfrm>
            <a:custGeom>
              <a:rect l="l" t="t" r="r" b="b"/>
              <a:pathLst>
                <a:path w="12759" h="12729" extrusionOk="0">
                  <a:moveTo>
                    <a:pt x="2962" y="756"/>
                  </a:moveTo>
                  <a:cubicBezTo>
                    <a:pt x="3686" y="756"/>
                    <a:pt x="4285" y="1260"/>
                    <a:pt x="4443" y="1954"/>
                  </a:cubicBezTo>
                  <a:cubicBezTo>
                    <a:pt x="4096" y="2174"/>
                    <a:pt x="3749" y="2395"/>
                    <a:pt x="3434" y="2710"/>
                  </a:cubicBezTo>
                  <a:cubicBezTo>
                    <a:pt x="3119" y="3025"/>
                    <a:pt x="2867" y="3340"/>
                    <a:pt x="2678" y="3686"/>
                  </a:cubicBezTo>
                  <a:cubicBezTo>
                    <a:pt x="1954" y="3592"/>
                    <a:pt x="1450" y="2962"/>
                    <a:pt x="1450" y="2237"/>
                  </a:cubicBezTo>
                  <a:cubicBezTo>
                    <a:pt x="1450" y="1418"/>
                    <a:pt x="2111" y="756"/>
                    <a:pt x="2962" y="756"/>
                  </a:cubicBezTo>
                  <a:close/>
                  <a:moveTo>
                    <a:pt x="9735" y="756"/>
                  </a:moveTo>
                  <a:cubicBezTo>
                    <a:pt x="10554" y="756"/>
                    <a:pt x="11216" y="1418"/>
                    <a:pt x="11216" y="2237"/>
                  </a:cubicBezTo>
                  <a:cubicBezTo>
                    <a:pt x="11216" y="2993"/>
                    <a:pt x="10712" y="3592"/>
                    <a:pt x="9987" y="3686"/>
                  </a:cubicBezTo>
                  <a:cubicBezTo>
                    <a:pt x="9798" y="3340"/>
                    <a:pt x="9578" y="2993"/>
                    <a:pt x="9263" y="2710"/>
                  </a:cubicBezTo>
                  <a:cubicBezTo>
                    <a:pt x="8948" y="2395"/>
                    <a:pt x="8570" y="2174"/>
                    <a:pt x="8223" y="1954"/>
                  </a:cubicBezTo>
                  <a:cubicBezTo>
                    <a:pt x="8381" y="1260"/>
                    <a:pt x="8979" y="756"/>
                    <a:pt x="9735" y="756"/>
                  </a:cubicBezTo>
                  <a:close/>
                  <a:moveTo>
                    <a:pt x="5986" y="2237"/>
                  </a:moveTo>
                  <a:lnTo>
                    <a:pt x="5986" y="2584"/>
                  </a:lnTo>
                  <a:cubicBezTo>
                    <a:pt x="5986" y="4064"/>
                    <a:pt x="4789" y="5230"/>
                    <a:pt x="3340" y="5230"/>
                  </a:cubicBezTo>
                  <a:lnTo>
                    <a:pt x="2993" y="5230"/>
                  </a:lnTo>
                  <a:cubicBezTo>
                    <a:pt x="3151" y="3655"/>
                    <a:pt x="4411" y="2395"/>
                    <a:pt x="5986" y="2237"/>
                  </a:cubicBezTo>
                  <a:close/>
                  <a:moveTo>
                    <a:pt x="6742" y="2237"/>
                  </a:moveTo>
                  <a:cubicBezTo>
                    <a:pt x="8318" y="2395"/>
                    <a:pt x="9578" y="3655"/>
                    <a:pt x="9735" y="5230"/>
                  </a:cubicBezTo>
                  <a:lnTo>
                    <a:pt x="9357" y="5230"/>
                  </a:lnTo>
                  <a:cubicBezTo>
                    <a:pt x="7908" y="5230"/>
                    <a:pt x="6742" y="4064"/>
                    <a:pt x="6742" y="2584"/>
                  </a:cubicBezTo>
                  <a:lnTo>
                    <a:pt x="6742" y="2237"/>
                  </a:lnTo>
                  <a:close/>
                  <a:moveTo>
                    <a:pt x="2206" y="5986"/>
                  </a:moveTo>
                  <a:lnTo>
                    <a:pt x="2206" y="7467"/>
                  </a:lnTo>
                  <a:cubicBezTo>
                    <a:pt x="1796" y="7467"/>
                    <a:pt x="1450" y="7152"/>
                    <a:pt x="1450" y="6742"/>
                  </a:cubicBezTo>
                  <a:cubicBezTo>
                    <a:pt x="1450" y="6301"/>
                    <a:pt x="1796" y="5986"/>
                    <a:pt x="2206" y="5986"/>
                  </a:cubicBezTo>
                  <a:close/>
                  <a:moveTo>
                    <a:pt x="10460" y="5986"/>
                  </a:moveTo>
                  <a:cubicBezTo>
                    <a:pt x="10870" y="5986"/>
                    <a:pt x="11216" y="6301"/>
                    <a:pt x="11216" y="6742"/>
                  </a:cubicBezTo>
                  <a:cubicBezTo>
                    <a:pt x="11216" y="7120"/>
                    <a:pt x="10870" y="7467"/>
                    <a:pt x="10460" y="7467"/>
                  </a:cubicBezTo>
                  <a:lnTo>
                    <a:pt x="10460" y="5986"/>
                  </a:lnTo>
                  <a:close/>
                  <a:moveTo>
                    <a:pt x="1008" y="7624"/>
                  </a:moveTo>
                  <a:cubicBezTo>
                    <a:pt x="1292" y="8002"/>
                    <a:pt x="1733" y="8223"/>
                    <a:pt x="2206" y="8223"/>
                  </a:cubicBezTo>
                  <a:cubicBezTo>
                    <a:pt x="2206" y="8633"/>
                    <a:pt x="1891" y="8979"/>
                    <a:pt x="1450" y="8979"/>
                  </a:cubicBezTo>
                  <a:cubicBezTo>
                    <a:pt x="1071" y="8979"/>
                    <a:pt x="693" y="8664"/>
                    <a:pt x="693" y="8223"/>
                  </a:cubicBezTo>
                  <a:cubicBezTo>
                    <a:pt x="693" y="8002"/>
                    <a:pt x="819" y="7750"/>
                    <a:pt x="1008" y="7624"/>
                  </a:cubicBezTo>
                  <a:close/>
                  <a:moveTo>
                    <a:pt x="11657" y="7624"/>
                  </a:moveTo>
                  <a:cubicBezTo>
                    <a:pt x="11846" y="7782"/>
                    <a:pt x="11972" y="8002"/>
                    <a:pt x="11972" y="8223"/>
                  </a:cubicBezTo>
                  <a:cubicBezTo>
                    <a:pt x="11972" y="8633"/>
                    <a:pt x="11626" y="8979"/>
                    <a:pt x="11216" y="8979"/>
                  </a:cubicBezTo>
                  <a:cubicBezTo>
                    <a:pt x="10838" y="8979"/>
                    <a:pt x="10460" y="8664"/>
                    <a:pt x="10460" y="8223"/>
                  </a:cubicBezTo>
                  <a:cubicBezTo>
                    <a:pt x="10933" y="8223"/>
                    <a:pt x="11374" y="8002"/>
                    <a:pt x="11657" y="7624"/>
                  </a:cubicBezTo>
                  <a:close/>
                  <a:moveTo>
                    <a:pt x="6333" y="4127"/>
                  </a:moveTo>
                  <a:cubicBezTo>
                    <a:pt x="6490" y="4442"/>
                    <a:pt x="6679" y="4726"/>
                    <a:pt x="6963" y="5009"/>
                  </a:cubicBezTo>
                  <a:cubicBezTo>
                    <a:pt x="7593" y="5640"/>
                    <a:pt x="8475" y="5986"/>
                    <a:pt x="9357" y="5986"/>
                  </a:cubicBezTo>
                  <a:lnTo>
                    <a:pt x="9735" y="5986"/>
                  </a:lnTo>
                  <a:lnTo>
                    <a:pt x="9735" y="8570"/>
                  </a:lnTo>
                  <a:cubicBezTo>
                    <a:pt x="9735" y="10428"/>
                    <a:pt x="8192" y="11972"/>
                    <a:pt x="6333" y="11972"/>
                  </a:cubicBezTo>
                  <a:cubicBezTo>
                    <a:pt x="4474" y="11972"/>
                    <a:pt x="2962" y="10428"/>
                    <a:pt x="2962" y="8570"/>
                  </a:cubicBezTo>
                  <a:lnTo>
                    <a:pt x="2962" y="5986"/>
                  </a:lnTo>
                  <a:lnTo>
                    <a:pt x="3308" y="5986"/>
                  </a:lnTo>
                  <a:cubicBezTo>
                    <a:pt x="4222" y="5986"/>
                    <a:pt x="5041" y="5640"/>
                    <a:pt x="5703" y="5009"/>
                  </a:cubicBezTo>
                  <a:cubicBezTo>
                    <a:pt x="5955" y="4757"/>
                    <a:pt x="6175" y="4442"/>
                    <a:pt x="6333" y="4127"/>
                  </a:cubicBezTo>
                  <a:close/>
                  <a:moveTo>
                    <a:pt x="2962" y="0"/>
                  </a:moveTo>
                  <a:cubicBezTo>
                    <a:pt x="1733" y="0"/>
                    <a:pt x="693" y="977"/>
                    <a:pt x="693" y="2237"/>
                  </a:cubicBezTo>
                  <a:cubicBezTo>
                    <a:pt x="693" y="3277"/>
                    <a:pt x="1418" y="4159"/>
                    <a:pt x="2395" y="4411"/>
                  </a:cubicBezTo>
                  <a:cubicBezTo>
                    <a:pt x="2332" y="4694"/>
                    <a:pt x="2237" y="4946"/>
                    <a:pt x="2237" y="5230"/>
                  </a:cubicBezTo>
                  <a:cubicBezTo>
                    <a:pt x="1355" y="5230"/>
                    <a:pt x="630" y="6018"/>
                    <a:pt x="756" y="6931"/>
                  </a:cubicBezTo>
                  <a:cubicBezTo>
                    <a:pt x="284" y="7215"/>
                    <a:pt x="0" y="7687"/>
                    <a:pt x="0" y="8223"/>
                  </a:cubicBezTo>
                  <a:cubicBezTo>
                    <a:pt x="0" y="9042"/>
                    <a:pt x="662" y="9735"/>
                    <a:pt x="1513" y="9735"/>
                  </a:cubicBezTo>
                  <a:cubicBezTo>
                    <a:pt x="1828" y="9735"/>
                    <a:pt x="2080" y="9641"/>
                    <a:pt x="2332" y="9452"/>
                  </a:cubicBezTo>
                  <a:cubicBezTo>
                    <a:pt x="2710" y="11310"/>
                    <a:pt x="4379" y="12728"/>
                    <a:pt x="6396" y="12728"/>
                  </a:cubicBezTo>
                  <a:cubicBezTo>
                    <a:pt x="8381" y="12728"/>
                    <a:pt x="10050" y="11310"/>
                    <a:pt x="10428" y="9452"/>
                  </a:cubicBezTo>
                  <a:cubicBezTo>
                    <a:pt x="10680" y="9609"/>
                    <a:pt x="10964" y="9735"/>
                    <a:pt x="11279" y="9735"/>
                  </a:cubicBezTo>
                  <a:cubicBezTo>
                    <a:pt x="12098" y="9735"/>
                    <a:pt x="12760" y="9042"/>
                    <a:pt x="12760" y="8223"/>
                  </a:cubicBezTo>
                  <a:cubicBezTo>
                    <a:pt x="12728" y="7687"/>
                    <a:pt x="12413" y="7152"/>
                    <a:pt x="11941" y="6931"/>
                  </a:cubicBezTo>
                  <a:cubicBezTo>
                    <a:pt x="12035" y="6018"/>
                    <a:pt x="11342" y="5230"/>
                    <a:pt x="10428" y="5230"/>
                  </a:cubicBezTo>
                  <a:cubicBezTo>
                    <a:pt x="10397" y="4946"/>
                    <a:pt x="10365" y="4694"/>
                    <a:pt x="10271" y="4411"/>
                  </a:cubicBezTo>
                  <a:cubicBezTo>
                    <a:pt x="11248" y="4159"/>
                    <a:pt x="11972" y="3277"/>
                    <a:pt x="11972" y="2237"/>
                  </a:cubicBezTo>
                  <a:cubicBezTo>
                    <a:pt x="11972" y="1008"/>
                    <a:pt x="10996" y="0"/>
                    <a:pt x="9735" y="0"/>
                  </a:cubicBezTo>
                  <a:cubicBezTo>
                    <a:pt x="8664" y="0"/>
                    <a:pt x="7814" y="693"/>
                    <a:pt x="7530" y="1638"/>
                  </a:cubicBezTo>
                  <a:cubicBezTo>
                    <a:pt x="7120" y="1544"/>
                    <a:pt x="6742" y="1481"/>
                    <a:pt x="6333" y="1481"/>
                  </a:cubicBezTo>
                  <a:cubicBezTo>
                    <a:pt x="5955" y="1481"/>
                    <a:pt x="5514" y="1575"/>
                    <a:pt x="5167" y="1638"/>
                  </a:cubicBezTo>
                  <a:cubicBezTo>
                    <a:pt x="4915" y="693"/>
                    <a:pt x="4033" y="0"/>
                    <a:pt x="29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14" name="Google Shape;10414;p64"/>
          <p:cNvGrpSpPr/>
          <p:nvPr/>
        </p:nvGrpSpPr>
        <p:grpSpPr>
          <a:xfrm>
            <a:off x="5753801" y="2684124"/>
            <a:ext cx="361998" cy="361090"/>
            <a:chOff x="-54081176" y="1903275"/>
            <a:chExt cx="319025" cy="318225"/>
          </a:xfrm>
        </p:grpSpPr>
        <p:sp>
          <p:nvSpPr>
            <p:cNvPr id="10415" name="Google Shape;10415;p64"/>
            <p:cNvSpPr/>
            <p:nvPr/>
          </p:nvSpPr>
          <p:spPr>
            <a:xfrm>
              <a:off x="-53959075" y="2135825"/>
              <a:ext cx="72475" cy="28975"/>
            </a:xfrm>
            <a:custGeom>
              <a:rect l="l" t="t" r="r" b="b"/>
              <a:pathLst>
                <a:path w="2899" h="1159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16" name="Google Shape;10416;p64"/>
            <p:cNvSpPr/>
            <p:nvPr/>
          </p:nvSpPr>
          <p:spPr>
            <a:xfrm>
              <a:off x="-54081176" y="1903275"/>
              <a:ext cx="319025" cy="318225"/>
            </a:xfrm>
            <a:custGeom>
              <a:rect l="l" t="t" r="r" b="b"/>
              <a:pathLst>
                <a:path w="12761" h="12729" extrusionOk="0">
                  <a:moveTo>
                    <a:pt x="6365" y="757"/>
                  </a:moveTo>
                  <a:cubicBezTo>
                    <a:pt x="7594" y="757"/>
                    <a:pt x="8728" y="1324"/>
                    <a:pt x="9515" y="2238"/>
                  </a:cubicBezTo>
                  <a:lnTo>
                    <a:pt x="8570" y="2238"/>
                  </a:lnTo>
                  <a:cubicBezTo>
                    <a:pt x="7436" y="2238"/>
                    <a:pt x="6396" y="1702"/>
                    <a:pt x="5829" y="789"/>
                  </a:cubicBezTo>
                  <a:cubicBezTo>
                    <a:pt x="5987" y="757"/>
                    <a:pt x="6176" y="757"/>
                    <a:pt x="6365" y="757"/>
                  </a:cubicBezTo>
                  <a:close/>
                  <a:moveTo>
                    <a:pt x="5042" y="946"/>
                  </a:moveTo>
                  <a:cubicBezTo>
                    <a:pt x="5357" y="1482"/>
                    <a:pt x="5829" y="1954"/>
                    <a:pt x="6365" y="2332"/>
                  </a:cubicBezTo>
                  <a:cubicBezTo>
                    <a:pt x="7027" y="2742"/>
                    <a:pt x="7783" y="2962"/>
                    <a:pt x="8570" y="2962"/>
                  </a:cubicBezTo>
                  <a:lnTo>
                    <a:pt x="9988" y="2962"/>
                  </a:lnTo>
                  <a:cubicBezTo>
                    <a:pt x="10272" y="3498"/>
                    <a:pt x="10461" y="4160"/>
                    <a:pt x="10461" y="4853"/>
                  </a:cubicBezTo>
                  <a:lnTo>
                    <a:pt x="10461" y="5199"/>
                  </a:lnTo>
                  <a:lnTo>
                    <a:pt x="10429" y="5199"/>
                  </a:lnTo>
                  <a:cubicBezTo>
                    <a:pt x="10272" y="4380"/>
                    <a:pt x="9484" y="3687"/>
                    <a:pt x="8570" y="3687"/>
                  </a:cubicBezTo>
                  <a:cubicBezTo>
                    <a:pt x="7657" y="3687"/>
                    <a:pt x="6932" y="4317"/>
                    <a:pt x="6775" y="5199"/>
                  </a:cubicBezTo>
                  <a:lnTo>
                    <a:pt x="5924" y="5199"/>
                  </a:lnTo>
                  <a:cubicBezTo>
                    <a:pt x="5766" y="4317"/>
                    <a:pt x="4979" y="3687"/>
                    <a:pt x="4128" y="3687"/>
                  </a:cubicBezTo>
                  <a:cubicBezTo>
                    <a:pt x="3214" y="3687"/>
                    <a:pt x="2427" y="4380"/>
                    <a:pt x="2269" y="5199"/>
                  </a:cubicBezTo>
                  <a:lnTo>
                    <a:pt x="2238" y="5199"/>
                  </a:lnTo>
                  <a:lnTo>
                    <a:pt x="2238" y="4853"/>
                  </a:lnTo>
                  <a:cubicBezTo>
                    <a:pt x="2206" y="3025"/>
                    <a:pt x="3372" y="1482"/>
                    <a:pt x="5042" y="946"/>
                  </a:cubicBezTo>
                  <a:close/>
                  <a:moveTo>
                    <a:pt x="1450" y="5231"/>
                  </a:moveTo>
                  <a:lnTo>
                    <a:pt x="1450" y="6711"/>
                  </a:lnTo>
                  <a:cubicBezTo>
                    <a:pt x="1431" y="6713"/>
                    <a:pt x="1413" y="6714"/>
                    <a:pt x="1394" y="6714"/>
                  </a:cubicBezTo>
                  <a:cubicBezTo>
                    <a:pt x="1009" y="6714"/>
                    <a:pt x="694" y="6408"/>
                    <a:pt x="694" y="5987"/>
                  </a:cubicBezTo>
                  <a:cubicBezTo>
                    <a:pt x="694" y="5577"/>
                    <a:pt x="1009" y="5231"/>
                    <a:pt x="1450" y="5231"/>
                  </a:cubicBezTo>
                  <a:close/>
                  <a:moveTo>
                    <a:pt x="4097" y="4538"/>
                  </a:moveTo>
                  <a:cubicBezTo>
                    <a:pt x="4727" y="4538"/>
                    <a:pt x="5199" y="5042"/>
                    <a:pt x="5199" y="5640"/>
                  </a:cubicBezTo>
                  <a:cubicBezTo>
                    <a:pt x="5199" y="6270"/>
                    <a:pt x="4664" y="6743"/>
                    <a:pt x="4097" y="6743"/>
                  </a:cubicBezTo>
                  <a:cubicBezTo>
                    <a:pt x="3467" y="6743"/>
                    <a:pt x="2931" y="6207"/>
                    <a:pt x="2931" y="5640"/>
                  </a:cubicBezTo>
                  <a:cubicBezTo>
                    <a:pt x="2931" y="5042"/>
                    <a:pt x="3467" y="4538"/>
                    <a:pt x="4097" y="4538"/>
                  </a:cubicBezTo>
                  <a:close/>
                  <a:moveTo>
                    <a:pt x="8539" y="4538"/>
                  </a:moveTo>
                  <a:cubicBezTo>
                    <a:pt x="9169" y="4538"/>
                    <a:pt x="9673" y="5042"/>
                    <a:pt x="9673" y="5640"/>
                  </a:cubicBezTo>
                  <a:cubicBezTo>
                    <a:pt x="9673" y="6207"/>
                    <a:pt x="9169" y="6743"/>
                    <a:pt x="8539" y="6743"/>
                  </a:cubicBezTo>
                  <a:cubicBezTo>
                    <a:pt x="7940" y="6743"/>
                    <a:pt x="7436" y="6207"/>
                    <a:pt x="7436" y="5640"/>
                  </a:cubicBezTo>
                  <a:cubicBezTo>
                    <a:pt x="7436" y="5010"/>
                    <a:pt x="7940" y="4538"/>
                    <a:pt x="8539" y="4538"/>
                  </a:cubicBezTo>
                  <a:close/>
                  <a:moveTo>
                    <a:pt x="11217" y="5231"/>
                  </a:moveTo>
                  <a:cubicBezTo>
                    <a:pt x="11595" y="5231"/>
                    <a:pt x="11973" y="5577"/>
                    <a:pt x="11973" y="5987"/>
                  </a:cubicBezTo>
                  <a:cubicBezTo>
                    <a:pt x="11973" y="6428"/>
                    <a:pt x="11595" y="6743"/>
                    <a:pt x="11217" y="6743"/>
                  </a:cubicBezTo>
                  <a:lnTo>
                    <a:pt x="11217" y="5231"/>
                  </a:lnTo>
                  <a:close/>
                  <a:moveTo>
                    <a:pt x="10461" y="5987"/>
                  </a:moveTo>
                  <a:lnTo>
                    <a:pt x="10461" y="7877"/>
                  </a:lnTo>
                  <a:lnTo>
                    <a:pt x="10461" y="8224"/>
                  </a:lnTo>
                  <a:lnTo>
                    <a:pt x="8696" y="8224"/>
                  </a:lnTo>
                  <a:cubicBezTo>
                    <a:pt x="7972" y="7767"/>
                    <a:pt x="7153" y="7538"/>
                    <a:pt x="6337" y="7538"/>
                  </a:cubicBezTo>
                  <a:cubicBezTo>
                    <a:pt x="5522" y="7538"/>
                    <a:pt x="4711" y="7767"/>
                    <a:pt x="4002" y="8224"/>
                  </a:cubicBezTo>
                  <a:lnTo>
                    <a:pt x="2238" y="8224"/>
                  </a:lnTo>
                  <a:lnTo>
                    <a:pt x="2238" y="7877"/>
                  </a:lnTo>
                  <a:lnTo>
                    <a:pt x="2238" y="5987"/>
                  </a:lnTo>
                  <a:lnTo>
                    <a:pt x="2269" y="5987"/>
                  </a:lnTo>
                  <a:cubicBezTo>
                    <a:pt x="2427" y="6806"/>
                    <a:pt x="3214" y="7468"/>
                    <a:pt x="4128" y="7468"/>
                  </a:cubicBezTo>
                  <a:cubicBezTo>
                    <a:pt x="5042" y="7468"/>
                    <a:pt x="5766" y="6837"/>
                    <a:pt x="5955" y="5987"/>
                  </a:cubicBezTo>
                  <a:lnTo>
                    <a:pt x="6775" y="5987"/>
                  </a:lnTo>
                  <a:cubicBezTo>
                    <a:pt x="6932" y="6837"/>
                    <a:pt x="7720" y="7468"/>
                    <a:pt x="8570" y="7468"/>
                  </a:cubicBezTo>
                  <a:cubicBezTo>
                    <a:pt x="9106" y="7468"/>
                    <a:pt x="9578" y="7279"/>
                    <a:pt x="9925" y="6932"/>
                  </a:cubicBezTo>
                  <a:cubicBezTo>
                    <a:pt x="10209" y="6648"/>
                    <a:pt x="10366" y="6333"/>
                    <a:pt x="10429" y="5987"/>
                  </a:cubicBezTo>
                  <a:close/>
                  <a:moveTo>
                    <a:pt x="6318" y="8271"/>
                  </a:moveTo>
                  <a:cubicBezTo>
                    <a:pt x="7027" y="8271"/>
                    <a:pt x="7735" y="8476"/>
                    <a:pt x="8350" y="8885"/>
                  </a:cubicBezTo>
                  <a:cubicBezTo>
                    <a:pt x="8413" y="8948"/>
                    <a:pt x="8444" y="8980"/>
                    <a:pt x="8539" y="8980"/>
                  </a:cubicBezTo>
                  <a:lnTo>
                    <a:pt x="10272" y="8980"/>
                  </a:lnTo>
                  <a:cubicBezTo>
                    <a:pt x="9799" y="10713"/>
                    <a:pt x="8224" y="11973"/>
                    <a:pt x="6333" y="11973"/>
                  </a:cubicBezTo>
                  <a:cubicBezTo>
                    <a:pt x="4443" y="11973"/>
                    <a:pt x="2868" y="10713"/>
                    <a:pt x="2364" y="8980"/>
                  </a:cubicBezTo>
                  <a:lnTo>
                    <a:pt x="4097" y="8980"/>
                  </a:lnTo>
                  <a:cubicBezTo>
                    <a:pt x="4160" y="8980"/>
                    <a:pt x="4254" y="8948"/>
                    <a:pt x="4286" y="8885"/>
                  </a:cubicBezTo>
                  <a:cubicBezTo>
                    <a:pt x="4900" y="8476"/>
                    <a:pt x="5609" y="8271"/>
                    <a:pt x="6318" y="8271"/>
                  </a:cubicBezTo>
                  <a:close/>
                  <a:moveTo>
                    <a:pt x="6333" y="1"/>
                  </a:moveTo>
                  <a:cubicBezTo>
                    <a:pt x="3782" y="1"/>
                    <a:pt x="1639" y="1986"/>
                    <a:pt x="1482" y="4475"/>
                  </a:cubicBezTo>
                  <a:cubicBezTo>
                    <a:pt x="663" y="4475"/>
                    <a:pt x="1" y="5168"/>
                    <a:pt x="1" y="5987"/>
                  </a:cubicBezTo>
                  <a:cubicBezTo>
                    <a:pt x="1" y="6806"/>
                    <a:pt x="663" y="7468"/>
                    <a:pt x="1482" y="7468"/>
                  </a:cubicBezTo>
                  <a:lnTo>
                    <a:pt x="1482" y="7877"/>
                  </a:lnTo>
                  <a:cubicBezTo>
                    <a:pt x="1482" y="10555"/>
                    <a:pt x="3656" y="12729"/>
                    <a:pt x="6365" y="12729"/>
                  </a:cubicBezTo>
                  <a:cubicBezTo>
                    <a:pt x="9043" y="12729"/>
                    <a:pt x="11248" y="10555"/>
                    <a:pt x="11248" y="7877"/>
                  </a:cubicBezTo>
                  <a:lnTo>
                    <a:pt x="11248" y="7468"/>
                  </a:lnTo>
                  <a:cubicBezTo>
                    <a:pt x="12067" y="7468"/>
                    <a:pt x="12760" y="6806"/>
                    <a:pt x="12760" y="5987"/>
                  </a:cubicBezTo>
                  <a:cubicBezTo>
                    <a:pt x="12697" y="5168"/>
                    <a:pt x="12036" y="4475"/>
                    <a:pt x="11217" y="4475"/>
                  </a:cubicBezTo>
                  <a:cubicBezTo>
                    <a:pt x="11028" y="1954"/>
                    <a:pt x="8885" y="1"/>
                    <a:pt x="6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17" name="Google Shape;10417;p64"/>
          <p:cNvGrpSpPr/>
          <p:nvPr/>
        </p:nvGrpSpPr>
        <p:grpSpPr>
          <a:xfrm>
            <a:off x="5776154" y="3137587"/>
            <a:ext cx="317290" cy="360211"/>
            <a:chOff x="-54063050" y="2296300"/>
            <a:chExt cx="279625" cy="317450"/>
          </a:xfrm>
        </p:grpSpPr>
        <p:sp>
          <p:nvSpPr>
            <p:cNvPr id="10418" name="Google Shape;10418;p64"/>
            <p:cNvSpPr/>
            <p:nvPr/>
          </p:nvSpPr>
          <p:spPr>
            <a:xfrm>
              <a:off x="-53959075" y="2527275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19" name="Google Shape;10419;p64"/>
            <p:cNvSpPr/>
            <p:nvPr/>
          </p:nvSpPr>
          <p:spPr>
            <a:xfrm>
              <a:off x="-53969326" y="248297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20" name="Google Shape;10420;p64"/>
            <p:cNvSpPr/>
            <p:nvPr/>
          </p:nvSpPr>
          <p:spPr>
            <a:xfrm>
              <a:off x="-53894503" y="2482975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21" name="Google Shape;10421;p64"/>
            <p:cNvSpPr/>
            <p:nvPr/>
          </p:nvSpPr>
          <p:spPr>
            <a:xfrm>
              <a:off x="-54063050" y="2296300"/>
              <a:ext cx="279625" cy="317450"/>
            </a:xfrm>
            <a:custGeom>
              <a:rect l="l" t="t" r="r" b="b"/>
              <a:pathLst>
                <a:path w="11185" h="12698" extrusionOk="0">
                  <a:moveTo>
                    <a:pt x="5640" y="694"/>
                  </a:moveTo>
                  <a:cubicBezTo>
                    <a:pt x="7026" y="694"/>
                    <a:pt x="8286" y="883"/>
                    <a:pt x="9232" y="1198"/>
                  </a:cubicBezTo>
                  <a:cubicBezTo>
                    <a:pt x="10177" y="1576"/>
                    <a:pt x="10523" y="1923"/>
                    <a:pt x="10523" y="2206"/>
                  </a:cubicBezTo>
                  <a:cubicBezTo>
                    <a:pt x="10523" y="2427"/>
                    <a:pt x="10114" y="2647"/>
                    <a:pt x="9358" y="2931"/>
                  </a:cubicBezTo>
                  <a:lnTo>
                    <a:pt x="2017" y="2931"/>
                  </a:lnTo>
                  <a:cubicBezTo>
                    <a:pt x="1198" y="2679"/>
                    <a:pt x="757" y="2427"/>
                    <a:pt x="757" y="2206"/>
                  </a:cubicBezTo>
                  <a:cubicBezTo>
                    <a:pt x="757" y="1954"/>
                    <a:pt x="1103" y="1576"/>
                    <a:pt x="2048" y="1198"/>
                  </a:cubicBezTo>
                  <a:cubicBezTo>
                    <a:pt x="2994" y="851"/>
                    <a:pt x="4254" y="694"/>
                    <a:pt x="5640" y="694"/>
                  </a:cubicBezTo>
                  <a:close/>
                  <a:moveTo>
                    <a:pt x="8948" y="3687"/>
                  </a:moveTo>
                  <a:lnTo>
                    <a:pt x="8948" y="4475"/>
                  </a:lnTo>
                  <a:lnTo>
                    <a:pt x="2206" y="4475"/>
                  </a:lnTo>
                  <a:lnTo>
                    <a:pt x="2206" y="3687"/>
                  </a:lnTo>
                  <a:close/>
                  <a:moveTo>
                    <a:pt x="8633" y="5231"/>
                  </a:moveTo>
                  <a:cubicBezTo>
                    <a:pt x="8192" y="5703"/>
                    <a:pt x="7562" y="5987"/>
                    <a:pt x="6932" y="5987"/>
                  </a:cubicBezTo>
                  <a:lnTo>
                    <a:pt x="4317" y="5987"/>
                  </a:lnTo>
                  <a:cubicBezTo>
                    <a:pt x="3624" y="5987"/>
                    <a:pt x="3057" y="5703"/>
                    <a:pt x="2615" y="5231"/>
                  </a:cubicBezTo>
                  <a:close/>
                  <a:moveTo>
                    <a:pt x="9704" y="6680"/>
                  </a:moveTo>
                  <a:cubicBezTo>
                    <a:pt x="10082" y="6680"/>
                    <a:pt x="10460" y="6995"/>
                    <a:pt x="10460" y="7436"/>
                  </a:cubicBezTo>
                  <a:cubicBezTo>
                    <a:pt x="10460" y="7877"/>
                    <a:pt x="10145" y="8192"/>
                    <a:pt x="9704" y="8192"/>
                  </a:cubicBezTo>
                  <a:lnTo>
                    <a:pt x="9704" y="6680"/>
                  </a:lnTo>
                  <a:close/>
                  <a:moveTo>
                    <a:pt x="1513" y="6711"/>
                  </a:moveTo>
                  <a:lnTo>
                    <a:pt x="1513" y="8224"/>
                  </a:lnTo>
                  <a:cubicBezTo>
                    <a:pt x="1072" y="8192"/>
                    <a:pt x="757" y="7877"/>
                    <a:pt x="757" y="7467"/>
                  </a:cubicBezTo>
                  <a:cubicBezTo>
                    <a:pt x="757" y="7089"/>
                    <a:pt x="1103" y="6711"/>
                    <a:pt x="1513" y="6711"/>
                  </a:cubicBezTo>
                  <a:close/>
                  <a:moveTo>
                    <a:pt x="8979" y="5924"/>
                  </a:moveTo>
                  <a:lnTo>
                    <a:pt x="8979" y="8570"/>
                  </a:lnTo>
                  <a:cubicBezTo>
                    <a:pt x="8948" y="10429"/>
                    <a:pt x="7467" y="11910"/>
                    <a:pt x="5608" y="11910"/>
                  </a:cubicBezTo>
                  <a:cubicBezTo>
                    <a:pt x="3750" y="11910"/>
                    <a:pt x="2269" y="10429"/>
                    <a:pt x="2269" y="8570"/>
                  </a:cubicBezTo>
                  <a:lnTo>
                    <a:pt x="2269" y="5924"/>
                  </a:lnTo>
                  <a:cubicBezTo>
                    <a:pt x="2805" y="6459"/>
                    <a:pt x="3561" y="6711"/>
                    <a:pt x="4317" y="6711"/>
                  </a:cubicBezTo>
                  <a:lnTo>
                    <a:pt x="6932" y="6711"/>
                  </a:lnTo>
                  <a:cubicBezTo>
                    <a:pt x="7688" y="6711"/>
                    <a:pt x="8444" y="6459"/>
                    <a:pt x="8979" y="5924"/>
                  </a:cubicBezTo>
                  <a:close/>
                  <a:moveTo>
                    <a:pt x="5608" y="1"/>
                  </a:moveTo>
                  <a:cubicBezTo>
                    <a:pt x="4191" y="1"/>
                    <a:pt x="2805" y="190"/>
                    <a:pt x="1796" y="536"/>
                  </a:cubicBezTo>
                  <a:cubicBezTo>
                    <a:pt x="316" y="1040"/>
                    <a:pt x="1" y="1734"/>
                    <a:pt x="1" y="2206"/>
                  </a:cubicBezTo>
                  <a:cubicBezTo>
                    <a:pt x="1" y="2931"/>
                    <a:pt x="788" y="3309"/>
                    <a:pt x="1513" y="3561"/>
                  </a:cubicBezTo>
                  <a:lnTo>
                    <a:pt x="1513" y="5955"/>
                  </a:lnTo>
                  <a:cubicBezTo>
                    <a:pt x="694" y="5955"/>
                    <a:pt x="1" y="6648"/>
                    <a:pt x="1" y="7467"/>
                  </a:cubicBezTo>
                  <a:cubicBezTo>
                    <a:pt x="1" y="8287"/>
                    <a:pt x="694" y="8980"/>
                    <a:pt x="1513" y="8980"/>
                  </a:cubicBezTo>
                  <a:cubicBezTo>
                    <a:pt x="1702" y="11059"/>
                    <a:pt x="3466" y="12697"/>
                    <a:pt x="5608" y="12697"/>
                  </a:cubicBezTo>
                  <a:cubicBezTo>
                    <a:pt x="7719" y="12697"/>
                    <a:pt x="9515" y="11059"/>
                    <a:pt x="9704" y="8980"/>
                  </a:cubicBezTo>
                  <a:cubicBezTo>
                    <a:pt x="10523" y="8980"/>
                    <a:pt x="11185" y="8287"/>
                    <a:pt x="11185" y="7467"/>
                  </a:cubicBezTo>
                  <a:cubicBezTo>
                    <a:pt x="11185" y="6648"/>
                    <a:pt x="10523" y="5955"/>
                    <a:pt x="9704" y="5955"/>
                  </a:cubicBezTo>
                  <a:lnTo>
                    <a:pt x="9704" y="3561"/>
                  </a:lnTo>
                  <a:cubicBezTo>
                    <a:pt x="10397" y="3309"/>
                    <a:pt x="11185" y="2931"/>
                    <a:pt x="11185" y="2206"/>
                  </a:cubicBezTo>
                  <a:cubicBezTo>
                    <a:pt x="11185" y="1734"/>
                    <a:pt x="10870" y="1040"/>
                    <a:pt x="9421" y="536"/>
                  </a:cubicBezTo>
                  <a:cubicBezTo>
                    <a:pt x="8412" y="190"/>
                    <a:pt x="7058" y="1"/>
                    <a:pt x="5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22" name="Google Shape;10422;p64"/>
          <p:cNvGrpSpPr/>
          <p:nvPr/>
        </p:nvGrpSpPr>
        <p:grpSpPr>
          <a:xfrm>
            <a:off x="5776154" y="3601649"/>
            <a:ext cx="317290" cy="361033"/>
            <a:chOff x="-54061475" y="2685450"/>
            <a:chExt cx="279625" cy="318175"/>
          </a:xfrm>
        </p:grpSpPr>
        <p:sp>
          <p:nvSpPr>
            <p:cNvPr id="10423" name="Google Shape;10423;p64"/>
            <p:cNvSpPr/>
            <p:nvPr/>
          </p:nvSpPr>
          <p:spPr>
            <a:xfrm>
              <a:off x="-53959075" y="2919525"/>
              <a:ext cx="72475" cy="28950"/>
            </a:xfrm>
            <a:custGeom>
              <a:rect l="l" t="t" r="r" b="b"/>
              <a:pathLst>
                <a:path w="2899" h="1158" extrusionOk="0">
                  <a:moveTo>
                    <a:pt x="386" y="0"/>
                  </a:moveTo>
                  <a:cubicBezTo>
                    <a:pt x="292" y="0"/>
                    <a:pt x="205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4" y="969"/>
                    <a:pt x="977" y="1158"/>
                    <a:pt x="1449" y="1158"/>
                  </a:cubicBezTo>
                  <a:cubicBezTo>
                    <a:pt x="1922" y="1158"/>
                    <a:pt x="2426" y="969"/>
                    <a:pt x="2741" y="622"/>
                  </a:cubicBezTo>
                  <a:cubicBezTo>
                    <a:pt x="2899" y="465"/>
                    <a:pt x="2899" y="213"/>
                    <a:pt x="2741" y="118"/>
                  </a:cubicBezTo>
                  <a:cubicBezTo>
                    <a:pt x="2678" y="39"/>
                    <a:pt x="2592" y="0"/>
                    <a:pt x="2501" y="0"/>
                  </a:cubicBezTo>
                  <a:cubicBezTo>
                    <a:pt x="2410" y="0"/>
                    <a:pt x="2316" y="39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39"/>
                    <a:pt x="481" y="0"/>
                    <a:pt x="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24" name="Google Shape;10424;p64"/>
            <p:cNvSpPr/>
            <p:nvPr/>
          </p:nvSpPr>
          <p:spPr>
            <a:xfrm>
              <a:off x="-53969326" y="2854725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90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25" name="Google Shape;10425;p64"/>
            <p:cNvSpPr/>
            <p:nvPr/>
          </p:nvSpPr>
          <p:spPr>
            <a:xfrm>
              <a:off x="-53894503" y="2854725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9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90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26" name="Google Shape;10426;p64"/>
            <p:cNvSpPr/>
            <p:nvPr/>
          </p:nvSpPr>
          <p:spPr>
            <a:xfrm>
              <a:off x="-54061475" y="2685450"/>
              <a:ext cx="279625" cy="318175"/>
            </a:xfrm>
            <a:custGeom>
              <a:rect l="l" t="t" r="r" b="b"/>
              <a:pathLst>
                <a:path w="11185" h="12727" extrusionOk="0">
                  <a:moveTo>
                    <a:pt x="4096" y="1699"/>
                  </a:moveTo>
                  <a:cubicBezTo>
                    <a:pt x="4348" y="1699"/>
                    <a:pt x="4537" y="1762"/>
                    <a:pt x="4726" y="1794"/>
                  </a:cubicBezTo>
                  <a:cubicBezTo>
                    <a:pt x="4254" y="2235"/>
                    <a:pt x="3970" y="2897"/>
                    <a:pt x="3844" y="3527"/>
                  </a:cubicBezTo>
                  <a:cubicBezTo>
                    <a:pt x="3813" y="3716"/>
                    <a:pt x="3970" y="3905"/>
                    <a:pt x="4159" y="3968"/>
                  </a:cubicBezTo>
                  <a:cubicBezTo>
                    <a:pt x="4178" y="3971"/>
                    <a:pt x="4197" y="3972"/>
                    <a:pt x="4216" y="3972"/>
                  </a:cubicBezTo>
                  <a:cubicBezTo>
                    <a:pt x="4411" y="3972"/>
                    <a:pt x="4572" y="3825"/>
                    <a:pt x="4600" y="3653"/>
                  </a:cubicBezTo>
                  <a:cubicBezTo>
                    <a:pt x="4695" y="3117"/>
                    <a:pt x="4915" y="2645"/>
                    <a:pt x="5199" y="2330"/>
                  </a:cubicBezTo>
                  <a:cubicBezTo>
                    <a:pt x="5335" y="2194"/>
                    <a:pt x="5588" y="1964"/>
                    <a:pt x="5877" y="1964"/>
                  </a:cubicBezTo>
                  <a:cubicBezTo>
                    <a:pt x="5923" y="1964"/>
                    <a:pt x="5970" y="1970"/>
                    <a:pt x="6018" y="1983"/>
                  </a:cubicBezTo>
                  <a:cubicBezTo>
                    <a:pt x="6365" y="2046"/>
                    <a:pt x="6585" y="2361"/>
                    <a:pt x="6648" y="2613"/>
                  </a:cubicBezTo>
                  <a:cubicBezTo>
                    <a:pt x="6806" y="2991"/>
                    <a:pt x="6900" y="3527"/>
                    <a:pt x="6774" y="4031"/>
                  </a:cubicBezTo>
                  <a:cubicBezTo>
                    <a:pt x="6743" y="4251"/>
                    <a:pt x="6900" y="4472"/>
                    <a:pt x="7121" y="4472"/>
                  </a:cubicBezTo>
                  <a:cubicBezTo>
                    <a:pt x="7310" y="4472"/>
                    <a:pt x="7467" y="4346"/>
                    <a:pt x="7467" y="4157"/>
                  </a:cubicBezTo>
                  <a:cubicBezTo>
                    <a:pt x="7593" y="3527"/>
                    <a:pt x="7562" y="2802"/>
                    <a:pt x="7247" y="2204"/>
                  </a:cubicBezTo>
                  <a:lnTo>
                    <a:pt x="7247" y="2204"/>
                  </a:lnTo>
                  <a:lnTo>
                    <a:pt x="7404" y="2267"/>
                  </a:lnTo>
                  <a:cubicBezTo>
                    <a:pt x="8822" y="2487"/>
                    <a:pt x="9767" y="3873"/>
                    <a:pt x="9515" y="5291"/>
                  </a:cubicBezTo>
                  <a:cubicBezTo>
                    <a:pt x="9486" y="5464"/>
                    <a:pt x="9326" y="5610"/>
                    <a:pt x="9130" y="5610"/>
                  </a:cubicBezTo>
                  <a:cubicBezTo>
                    <a:pt x="9112" y="5610"/>
                    <a:pt x="9093" y="5609"/>
                    <a:pt x="9074" y="5606"/>
                  </a:cubicBezTo>
                  <a:lnTo>
                    <a:pt x="1733" y="4314"/>
                  </a:lnTo>
                  <a:cubicBezTo>
                    <a:pt x="1639" y="4283"/>
                    <a:pt x="1481" y="4062"/>
                    <a:pt x="1513" y="3873"/>
                  </a:cubicBezTo>
                  <a:cubicBezTo>
                    <a:pt x="1765" y="2613"/>
                    <a:pt x="2868" y="1699"/>
                    <a:pt x="4096" y="1699"/>
                  </a:cubicBezTo>
                  <a:close/>
                  <a:moveTo>
                    <a:pt x="1450" y="6740"/>
                  </a:moveTo>
                  <a:lnTo>
                    <a:pt x="1450" y="8252"/>
                  </a:lnTo>
                  <a:cubicBezTo>
                    <a:pt x="1009" y="8252"/>
                    <a:pt x="694" y="7937"/>
                    <a:pt x="694" y="7496"/>
                  </a:cubicBezTo>
                  <a:cubicBezTo>
                    <a:pt x="694" y="7118"/>
                    <a:pt x="1040" y="6740"/>
                    <a:pt x="1450" y="6740"/>
                  </a:cubicBezTo>
                  <a:close/>
                  <a:moveTo>
                    <a:pt x="9641" y="6740"/>
                  </a:moveTo>
                  <a:cubicBezTo>
                    <a:pt x="10019" y="6740"/>
                    <a:pt x="10397" y="7118"/>
                    <a:pt x="10397" y="7496"/>
                  </a:cubicBezTo>
                  <a:cubicBezTo>
                    <a:pt x="10397" y="7937"/>
                    <a:pt x="10082" y="8252"/>
                    <a:pt x="9641" y="8252"/>
                  </a:cubicBezTo>
                  <a:lnTo>
                    <a:pt x="9641" y="6740"/>
                  </a:lnTo>
                  <a:close/>
                  <a:moveTo>
                    <a:pt x="2206" y="5102"/>
                  </a:moveTo>
                  <a:lnTo>
                    <a:pt x="8916" y="6268"/>
                  </a:lnTo>
                  <a:lnTo>
                    <a:pt x="8916" y="8599"/>
                  </a:lnTo>
                  <a:cubicBezTo>
                    <a:pt x="8885" y="10489"/>
                    <a:pt x="7404" y="12033"/>
                    <a:pt x="5545" y="12033"/>
                  </a:cubicBezTo>
                  <a:cubicBezTo>
                    <a:pt x="3687" y="12033"/>
                    <a:pt x="2206" y="10489"/>
                    <a:pt x="2206" y="8599"/>
                  </a:cubicBezTo>
                  <a:lnTo>
                    <a:pt x="2206" y="5102"/>
                  </a:lnTo>
                  <a:close/>
                  <a:moveTo>
                    <a:pt x="7575" y="1"/>
                  </a:moveTo>
                  <a:cubicBezTo>
                    <a:pt x="6800" y="1"/>
                    <a:pt x="6137" y="473"/>
                    <a:pt x="5861" y="1164"/>
                  </a:cubicBezTo>
                  <a:lnTo>
                    <a:pt x="4726" y="975"/>
                  </a:lnTo>
                  <a:cubicBezTo>
                    <a:pt x="4530" y="941"/>
                    <a:pt x="4334" y="925"/>
                    <a:pt x="4141" y="925"/>
                  </a:cubicBezTo>
                  <a:cubicBezTo>
                    <a:pt x="2536" y="925"/>
                    <a:pt x="1101" y="2053"/>
                    <a:pt x="820" y="3684"/>
                  </a:cubicBezTo>
                  <a:cubicBezTo>
                    <a:pt x="757" y="4188"/>
                    <a:pt x="1009" y="4692"/>
                    <a:pt x="1481" y="4913"/>
                  </a:cubicBezTo>
                  <a:lnTo>
                    <a:pt x="1481" y="5953"/>
                  </a:lnTo>
                  <a:cubicBezTo>
                    <a:pt x="662" y="5953"/>
                    <a:pt x="1" y="6614"/>
                    <a:pt x="1" y="7465"/>
                  </a:cubicBezTo>
                  <a:cubicBezTo>
                    <a:pt x="1" y="8284"/>
                    <a:pt x="662" y="8946"/>
                    <a:pt x="1481" y="8946"/>
                  </a:cubicBezTo>
                  <a:cubicBezTo>
                    <a:pt x="1702" y="11056"/>
                    <a:pt x="3403" y="12726"/>
                    <a:pt x="5577" y="12726"/>
                  </a:cubicBezTo>
                  <a:cubicBezTo>
                    <a:pt x="7751" y="12726"/>
                    <a:pt x="9484" y="11056"/>
                    <a:pt x="9673" y="8946"/>
                  </a:cubicBezTo>
                  <a:cubicBezTo>
                    <a:pt x="10492" y="8946"/>
                    <a:pt x="11185" y="8284"/>
                    <a:pt x="11185" y="7465"/>
                  </a:cubicBezTo>
                  <a:cubicBezTo>
                    <a:pt x="11122" y="6803"/>
                    <a:pt x="10649" y="6205"/>
                    <a:pt x="9988" y="6047"/>
                  </a:cubicBezTo>
                  <a:cubicBezTo>
                    <a:pt x="10177" y="5890"/>
                    <a:pt x="10303" y="5638"/>
                    <a:pt x="10334" y="5417"/>
                  </a:cubicBezTo>
                  <a:cubicBezTo>
                    <a:pt x="10649" y="3590"/>
                    <a:pt x="9452" y="1825"/>
                    <a:pt x="7625" y="1510"/>
                  </a:cubicBezTo>
                  <a:lnTo>
                    <a:pt x="6617" y="1321"/>
                  </a:lnTo>
                  <a:cubicBezTo>
                    <a:pt x="6812" y="958"/>
                    <a:pt x="7206" y="744"/>
                    <a:pt x="7622" y="744"/>
                  </a:cubicBezTo>
                  <a:cubicBezTo>
                    <a:pt x="7675" y="744"/>
                    <a:pt x="7729" y="747"/>
                    <a:pt x="7782" y="754"/>
                  </a:cubicBezTo>
                  <a:cubicBezTo>
                    <a:pt x="7811" y="764"/>
                    <a:pt x="7840" y="768"/>
                    <a:pt x="7869" y="768"/>
                  </a:cubicBezTo>
                  <a:cubicBezTo>
                    <a:pt x="8034" y="768"/>
                    <a:pt x="8197" y="627"/>
                    <a:pt x="8223" y="439"/>
                  </a:cubicBezTo>
                  <a:cubicBezTo>
                    <a:pt x="8255" y="250"/>
                    <a:pt x="8097" y="61"/>
                    <a:pt x="7908" y="30"/>
                  </a:cubicBezTo>
                  <a:cubicBezTo>
                    <a:pt x="7796" y="10"/>
                    <a:pt x="7684" y="1"/>
                    <a:pt x="75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27" name="Google Shape;10427;p64"/>
          <p:cNvGrpSpPr/>
          <p:nvPr/>
        </p:nvGrpSpPr>
        <p:grpSpPr>
          <a:xfrm>
            <a:off x="8029690" y="2693967"/>
            <a:ext cx="275278" cy="361969"/>
            <a:chOff x="-52074297" y="1911950"/>
            <a:chExt cx="242600" cy="319000"/>
          </a:xfrm>
        </p:grpSpPr>
        <p:sp>
          <p:nvSpPr>
            <p:cNvPr id="10428" name="Google Shape;10428;p64"/>
            <p:cNvSpPr/>
            <p:nvPr/>
          </p:nvSpPr>
          <p:spPr>
            <a:xfrm>
              <a:off x="-51989224" y="2125600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98" y="0"/>
                  </a:moveTo>
                  <a:cubicBezTo>
                    <a:pt x="307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22"/>
                  </a:cubicBezTo>
                  <a:cubicBezTo>
                    <a:pt x="504" y="1000"/>
                    <a:pt x="977" y="1189"/>
                    <a:pt x="1449" y="1189"/>
                  </a:cubicBezTo>
                  <a:cubicBezTo>
                    <a:pt x="1922" y="1189"/>
                    <a:pt x="2426" y="1000"/>
                    <a:pt x="2741" y="622"/>
                  </a:cubicBezTo>
                  <a:cubicBezTo>
                    <a:pt x="2899" y="465"/>
                    <a:pt x="2899" y="244"/>
                    <a:pt x="2741" y="118"/>
                  </a:cubicBezTo>
                  <a:cubicBezTo>
                    <a:pt x="2662" y="40"/>
                    <a:pt x="2568" y="0"/>
                    <a:pt x="2477" y="0"/>
                  </a:cubicBezTo>
                  <a:cubicBezTo>
                    <a:pt x="2387" y="0"/>
                    <a:pt x="2300" y="40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40"/>
                    <a:pt x="488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29" name="Google Shape;10429;p64"/>
            <p:cNvSpPr/>
            <p:nvPr/>
          </p:nvSpPr>
          <p:spPr>
            <a:xfrm>
              <a:off x="-51998674" y="2062375"/>
              <a:ext cx="17325" cy="18150"/>
            </a:xfrm>
            <a:custGeom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36" y="726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30" name="Google Shape;10430;p64"/>
            <p:cNvSpPr/>
            <p:nvPr/>
          </p:nvSpPr>
          <p:spPr>
            <a:xfrm>
              <a:off x="-51925451" y="2062375"/>
              <a:ext cx="18150" cy="18150"/>
            </a:xfrm>
            <a:custGeom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79" y="726"/>
                  </a:cubicBezTo>
                  <a:cubicBezTo>
                    <a:pt x="568" y="726"/>
                    <a:pt x="726" y="568"/>
                    <a:pt x="726" y="347"/>
                  </a:cubicBezTo>
                  <a:cubicBezTo>
                    <a:pt x="726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31" name="Google Shape;10431;p64"/>
            <p:cNvSpPr/>
            <p:nvPr/>
          </p:nvSpPr>
          <p:spPr>
            <a:xfrm>
              <a:off x="-52074297" y="1911950"/>
              <a:ext cx="242600" cy="319000"/>
            </a:xfrm>
            <a:custGeom>
              <a:rect l="l" t="t" r="r" b="b"/>
              <a:pathLst>
                <a:path w="9704" h="12759" extrusionOk="0">
                  <a:moveTo>
                    <a:pt x="6743" y="694"/>
                  </a:moveTo>
                  <a:cubicBezTo>
                    <a:pt x="7940" y="757"/>
                    <a:pt x="8948" y="1733"/>
                    <a:pt x="8948" y="2993"/>
                  </a:cubicBezTo>
                  <a:lnTo>
                    <a:pt x="8948" y="5293"/>
                  </a:lnTo>
                  <a:lnTo>
                    <a:pt x="8601" y="5293"/>
                  </a:lnTo>
                  <a:cubicBezTo>
                    <a:pt x="6743" y="5293"/>
                    <a:pt x="5262" y="3750"/>
                    <a:pt x="5262" y="1859"/>
                  </a:cubicBezTo>
                  <a:lnTo>
                    <a:pt x="5262" y="1292"/>
                  </a:lnTo>
                  <a:cubicBezTo>
                    <a:pt x="5640" y="946"/>
                    <a:pt x="6207" y="694"/>
                    <a:pt x="6743" y="694"/>
                  </a:cubicBezTo>
                  <a:close/>
                  <a:moveTo>
                    <a:pt x="2962" y="757"/>
                  </a:moveTo>
                  <a:cubicBezTo>
                    <a:pt x="3529" y="757"/>
                    <a:pt x="4033" y="946"/>
                    <a:pt x="4474" y="1355"/>
                  </a:cubicBezTo>
                  <a:lnTo>
                    <a:pt x="4474" y="1891"/>
                  </a:lnTo>
                  <a:cubicBezTo>
                    <a:pt x="4474" y="3781"/>
                    <a:pt x="2962" y="5325"/>
                    <a:pt x="1103" y="5325"/>
                  </a:cubicBezTo>
                  <a:lnTo>
                    <a:pt x="757" y="5325"/>
                  </a:lnTo>
                  <a:lnTo>
                    <a:pt x="757" y="3025"/>
                  </a:lnTo>
                  <a:cubicBezTo>
                    <a:pt x="725" y="1733"/>
                    <a:pt x="1733" y="757"/>
                    <a:pt x="2962" y="757"/>
                  </a:cubicBezTo>
                  <a:close/>
                  <a:moveTo>
                    <a:pt x="1103" y="6018"/>
                  </a:moveTo>
                  <a:cubicBezTo>
                    <a:pt x="1324" y="6018"/>
                    <a:pt x="1481" y="6175"/>
                    <a:pt x="1481" y="6396"/>
                  </a:cubicBezTo>
                  <a:cubicBezTo>
                    <a:pt x="1481" y="6585"/>
                    <a:pt x="1324" y="6743"/>
                    <a:pt x="1103" y="6743"/>
                  </a:cubicBezTo>
                  <a:cubicBezTo>
                    <a:pt x="914" y="6743"/>
                    <a:pt x="757" y="6585"/>
                    <a:pt x="757" y="6396"/>
                  </a:cubicBezTo>
                  <a:cubicBezTo>
                    <a:pt x="757" y="6175"/>
                    <a:pt x="914" y="6018"/>
                    <a:pt x="1103" y="6018"/>
                  </a:cubicBezTo>
                  <a:close/>
                  <a:moveTo>
                    <a:pt x="8570" y="6018"/>
                  </a:moveTo>
                  <a:cubicBezTo>
                    <a:pt x="8759" y="6018"/>
                    <a:pt x="8916" y="6175"/>
                    <a:pt x="8916" y="6396"/>
                  </a:cubicBezTo>
                  <a:cubicBezTo>
                    <a:pt x="8916" y="6585"/>
                    <a:pt x="8759" y="6743"/>
                    <a:pt x="8570" y="6743"/>
                  </a:cubicBezTo>
                  <a:cubicBezTo>
                    <a:pt x="8349" y="6743"/>
                    <a:pt x="8192" y="6585"/>
                    <a:pt x="8192" y="6396"/>
                  </a:cubicBezTo>
                  <a:cubicBezTo>
                    <a:pt x="8192" y="6175"/>
                    <a:pt x="8349" y="6018"/>
                    <a:pt x="8570" y="6018"/>
                  </a:cubicBezTo>
                  <a:close/>
                  <a:moveTo>
                    <a:pt x="1072" y="7530"/>
                  </a:moveTo>
                  <a:cubicBezTo>
                    <a:pt x="1261" y="7530"/>
                    <a:pt x="1418" y="7688"/>
                    <a:pt x="1418" y="7877"/>
                  </a:cubicBezTo>
                  <a:cubicBezTo>
                    <a:pt x="1418" y="8066"/>
                    <a:pt x="1261" y="8223"/>
                    <a:pt x="1072" y="8223"/>
                  </a:cubicBezTo>
                  <a:cubicBezTo>
                    <a:pt x="914" y="8223"/>
                    <a:pt x="725" y="8066"/>
                    <a:pt x="725" y="7877"/>
                  </a:cubicBezTo>
                  <a:cubicBezTo>
                    <a:pt x="725" y="7688"/>
                    <a:pt x="883" y="7530"/>
                    <a:pt x="1072" y="7530"/>
                  </a:cubicBezTo>
                  <a:close/>
                  <a:moveTo>
                    <a:pt x="8601" y="7530"/>
                  </a:moveTo>
                  <a:cubicBezTo>
                    <a:pt x="8790" y="7530"/>
                    <a:pt x="8948" y="7688"/>
                    <a:pt x="8948" y="7877"/>
                  </a:cubicBezTo>
                  <a:cubicBezTo>
                    <a:pt x="8948" y="8066"/>
                    <a:pt x="8790" y="8223"/>
                    <a:pt x="8601" y="8223"/>
                  </a:cubicBezTo>
                  <a:cubicBezTo>
                    <a:pt x="8412" y="8223"/>
                    <a:pt x="8255" y="8066"/>
                    <a:pt x="8255" y="7877"/>
                  </a:cubicBezTo>
                  <a:cubicBezTo>
                    <a:pt x="8255" y="7688"/>
                    <a:pt x="8412" y="7530"/>
                    <a:pt x="8601" y="7530"/>
                  </a:cubicBezTo>
                  <a:close/>
                  <a:moveTo>
                    <a:pt x="1072" y="9011"/>
                  </a:moveTo>
                  <a:cubicBezTo>
                    <a:pt x="1261" y="9011"/>
                    <a:pt x="1418" y="9168"/>
                    <a:pt x="1418" y="9389"/>
                  </a:cubicBezTo>
                  <a:cubicBezTo>
                    <a:pt x="1418" y="9578"/>
                    <a:pt x="1261" y="9735"/>
                    <a:pt x="1072" y="9735"/>
                  </a:cubicBezTo>
                  <a:cubicBezTo>
                    <a:pt x="914" y="9735"/>
                    <a:pt x="725" y="9578"/>
                    <a:pt x="725" y="9389"/>
                  </a:cubicBezTo>
                  <a:cubicBezTo>
                    <a:pt x="725" y="9168"/>
                    <a:pt x="883" y="9011"/>
                    <a:pt x="1072" y="9011"/>
                  </a:cubicBezTo>
                  <a:close/>
                  <a:moveTo>
                    <a:pt x="8601" y="9011"/>
                  </a:moveTo>
                  <a:cubicBezTo>
                    <a:pt x="8790" y="9011"/>
                    <a:pt x="8948" y="9168"/>
                    <a:pt x="8948" y="9389"/>
                  </a:cubicBezTo>
                  <a:cubicBezTo>
                    <a:pt x="8948" y="9578"/>
                    <a:pt x="8790" y="9735"/>
                    <a:pt x="8601" y="9735"/>
                  </a:cubicBezTo>
                  <a:cubicBezTo>
                    <a:pt x="8412" y="9735"/>
                    <a:pt x="8255" y="9578"/>
                    <a:pt x="8255" y="9389"/>
                  </a:cubicBezTo>
                  <a:cubicBezTo>
                    <a:pt x="8255" y="9168"/>
                    <a:pt x="8412" y="9011"/>
                    <a:pt x="8601" y="9011"/>
                  </a:cubicBezTo>
                  <a:close/>
                  <a:moveTo>
                    <a:pt x="4852" y="3592"/>
                  </a:moveTo>
                  <a:cubicBezTo>
                    <a:pt x="5041" y="4002"/>
                    <a:pt x="5325" y="4411"/>
                    <a:pt x="5703" y="4758"/>
                  </a:cubicBezTo>
                  <a:cubicBezTo>
                    <a:pt x="6239" y="5325"/>
                    <a:pt x="6869" y="5671"/>
                    <a:pt x="7593" y="5860"/>
                  </a:cubicBezTo>
                  <a:cubicBezTo>
                    <a:pt x="7499" y="6018"/>
                    <a:pt x="7467" y="6175"/>
                    <a:pt x="7467" y="6364"/>
                  </a:cubicBezTo>
                  <a:cubicBezTo>
                    <a:pt x="7467" y="6648"/>
                    <a:pt x="7593" y="6932"/>
                    <a:pt x="7751" y="7121"/>
                  </a:cubicBezTo>
                  <a:cubicBezTo>
                    <a:pt x="7530" y="7341"/>
                    <a:pt x="7467" y="7593"/>
                    <a:pt x="7467" y="7877"/>
                  </a:cubicBezTo>
                  <a:cubicBezTo>
                    <a:pt x="7467" y="8160"/>
                    <a:pt x="7593" y="8444"/>
                    <a:pt x="7751" y="8633"/>
                  </a:cubicBezTo>
                  <a:cubicBezTo>
                    <a:pt x="7530" y="8822"/>
                    <a:pt x="7467" y="9105"/>
                    <a:pt x="7467" y="9389"/>
                  </a:cubicBezTo>
                  <a:cubicBezTo>
                    <a:pt x="7467" y="9546"/>
                    <a:pt x="7499" y="9704"/>
                    <a:pt x="7593" y="9861"/>
                  </a:cubicBezTo>
                  <a:cubicBezTo>
                    <a:pt x="6932" y="10712"/>
                    <a:pt x="5923" y="11216"/>
                    <a:pt x="4852" y="11216"/>
                  </a:cubicBezTo>
                  <a:cubicBezTo>
                    <a:pt x="3750" y="11216"/>
                    <a:pt x="2773" y="10712"/>
                    <a:pt x="2143" y="9861"/>
                  </a:cubicBezTo>
                  <a:cubicBezTo>
                    <a:pt x="2206" y="9704"/>
                    <a:pt x="2269" y="9515"/>
                    <a:pt x="2269" y="9389"/>
                  </a:cubicBezTo>
                  <a:cubicBezTo>
                    <a:pt x="2269" y="9105"/>
                    <a:pt x="2143" y="8822"/>
                    <a:pt x="1985" y="8633"/>
                  </a:cubicBezTo>
                  <a:cubicBezTo>
                    <a:pt x="2174" y="8444"/>
                    <a:pt x="2269" y="8160"/>
                    <a:pt x="2269" y="7877"/>
                  </a:cubicBezTo>
                  <a:cubicBezTo>
                    <a:pt x="2269" y="7593"/>
                    <a:pt x="2143" y="7341"/>
                    <a:pt x="1985" y="7121"/>
                  </a:cubicBezTo>
                  <a:cubicBezTo>
                    <a:pt x="2174" y="6932"/>
                    <a:pt x="2269" y="6648"/>
                    <a:pt x="2269" y="6364"/>
                  </a:cubicBezTo>
                  <a:cubicBezTo>
                    <a:pt x="2269" y="6175"/>
                    <a:pt x="2206" y="6018"/>
                    <a:pt x="2143" y="5860"/>
                  </a:cubicBezTo>
                  <a:cubicBezTo>
                    <a:pt x="2836" y="5671"/>
                    <a:pt x="3529" y="5325"/>
                    <a:pt x="4033" y="4758"/>
                  </a:cubicBezTo>
                  <a:cubicBezTo>
                    <a:pt x="4380" y="4411"/>
                    <a:pt x="4663" y="4002"/>
                    <a:pt x="4852" y="3592"/>
                  </a:cubicBezTo>
                  <a:close/>
                  <a:moveTo>
                    <a:pt x="1103" y="10523"/>
                  </a:moveTo>
                  <a:cubicBezTo>
                    <a:pt x="1324" y="10523"/>
                    <a:pt x="1481" y="10681"/>
                    <a:pt x="1481" y="10870"/>
                  </a:cubicBezTo>
                  <a:cubicBezTo>
                    <a:pt x="1481" y="10996"/>
                    <a:pt x="1481" y="10996"/>
                    <a:pt x="1103" y="11626"/>
                  </a:cubicBezTo>
                  <a:cubicBezTo>
                    <a:pt x="757" y="10996"/>
                    <a:pt x="757" y="10996"/>
                    <a:pt x="757" y="10870"/>
                  </a:cubicBezTo>
                  <a:cubicBezTo>
                    <a:pt x="757" y="10681"/>
                    <a:pt x="914" y="10523"/>
                    <a:pt x="1103" y="10523"/>
                  </a:cubicBezTo>
                  <a:close/>
                  <a:moveTo>
                    <a:pt x="8570" y="10523"/>
                  </a:moveTo>
                  <a:cubicBezTo>
                    <a:pt x="8759" y="10523"/>
                    <a:pt x="8916" y="10681"/>
                    <a:pt x="8916" y="10870"/>
                  </a:cubicBezTo>
                  <a:cubicBezTo>
                    <a:pt x="8948" y="10996"/>
                    <a:pt x="8916" y="10996"/>
                    <a:pt x="8570" y="11626"/>
                  </a:cubicBezTo>
                  <a:cubicBezTo>
                    <a:pt x="8192" y="10996"/>
                    <a:pt x="8192" y="10996"/>
                    <a:pt x="8192" y="10870"/>
                  </a:cubicBezTo>
                  <a:cubicBezTo>
                    <a:pt x="8192" y="10681"/>
                    <a:pt x="8349" y="10523"/>
                    <a:pt x="8570" y="10523"/>
                  </a:cubicBezTo>
                  <a:close/>
                  <a:moveTo>
                    <a:pt x="3025" y="0"/>
                  </a:moveTo>
                  <a:cubicBezTo>
                    <a:pt x="1355" y="0"/>
                    <a:pt x="1" y="1355"/>
                    <a:pt x="1" y="2993"/>
                  </a:cubicBezTo>
                  <a:lnTo>
                    <a:pt x="1" y="6427"/>
                  </a:lnTo>
                  <a:cubicBezTo>
                    <a:pt x="1" y="6711"/>
                    <a:pt x="127" y="6963"/>
                    <a:pt x="284" y="7184"/>
                  </a:cubicBezTo>
                  <a:cubicBezTo>
                    <a:pt x="95" y="7373"/>
                    <a:pt x="1" y="7656"/>
                    <a:pt x="1" y="7908"/>
                  </a:cubicBezTo>
                  <a:cubicBezTo>
                    <a:pt x="1" y="8192"/>
                    <a:pt x="127" y="8475"/>
                    <a:pt x="284" y="8664"/>
                  </a:cubicBezTo>
                  <a:cubicBezTo>
                    <a:pt x="95" y="8853"/>
                    <a:pt x="1" y="9137"/>
                    <a:pt x="1" y="9420"/>
                  </a:cubicBezTo>
                  <a:cubicBezTo>
                    <a:pt x="1" y="9704"/>
                    <a:pt x="127" y="9956"/>
                    <a:pt x="284" y="10177"/>
                  </a:cubicBezTo>
                  <a:cubicBezTo>
                    <a:pt x="95" y="10366"/>
                    <a:pt x="1" y="10649"/>
                    <a:pt x="1" y="10901"/>
                  </a:cubicBezTo>
                  <a:cubicBezTo>
                    <a:pt x="1" y="11122"/>
                    <a:pt x="64" y="11311"/>
                    <a:pt x="127" y="11374"/>
                  </a:cubicBezTo>
                  <a:lnTo>
                    <a:pt x="788" y="12571"/>
                  </a:lnTo>
                  <a:cubicBezTo>
                    <a:pt x="883" y="12697"/>
                    <a:pt x="1009" y="12760"/>
                    <a:pt x="1103" y="12760"/>
                  </a:cubicBezTo>
                  <a:cubicBezTo>
                    <a:pt x="1229" y="12760"/>
                    <a:pt x="1387" y="12697"/>
                    <a:pt x="1450" y="12571"/>
                  </a:cubicBezTo>
                  <a:lnTo>
                    <a:pt x="2111" y="11437"/>
                  </a:lnTo>
                  <a:lnTo>
                    <a:pt x="2237" y="11059"/>
                  </a:lnTo>
                  <a:cubicBezTo>
                    <a:pt x="2930" y="11657"/>
                    <a:pt x="3876" y="12004"/>
                    <a:pt x="4852" y="12004"/>
                  </a:cubicBezTo>
                  <a:cubicBezTo>
                    <a:pt x="5829" y="12004"/>
                    <a:pt x="6743" y="11657"/>
                    <a:pt x="7499" y="11059"/>
                  </a:cubicBezTo>
                  <a:cubicBezTo>
                    <a:pt x="7499" y="11153"/>
                    <a:pt x="7530" y="11279"/>
                    <a:pt x="7562" y="11342"/>
                  </a:cubicBezTo>
                  <a:cubicBezTo>
                    <a:pt x="7562" y="11374"/>
                    <a:pt x="7530" y="11279"/>
                    <a:pt x="8286" y="12571"/>
                  </a:cubicBezTo>
                  <a:cubicBezTo>
                    <a:pt x="8349" y="12665"/>
                    <a:pt x="8475" y="12760"/>
                    <a:pt x="8601" y="12760"/>
                  </a:cubicBezTo>
                  <a:cubicBezTo>
                    <a:pt x="8727" y="12760"/>
                    <a:pt x="8885" y="12665"/>
                    <a:pt x="8916" y="12571"/>
                  </a:cubicBezTo>
                  <a:lnTo>
                    <a:pt x="9578" y="11405"/>
                  </a:lnTo>
                  <a:cubicBezTo>
                    <a:pt x="9673" y="11248"/>
                    <a:pt x="9704" y="11059"/>
                    <a:pt x="9704" y="10901"/>
                  </a:cubicBezTo>
                  <a:cubicBezTo>
                    <a:pt x="9704" y="10618"/>
                    <a:pt x="9578" y="10366"/>
                    <a:pt x="9421" y="10145"/>
                  </a:cubicBezTo>
                  <a:cubicBezTo>
                    <a:pt x="9641" y="9956"/>
                    <a:pt x="9704" y="9672"/>
                    <a:pt x="9704" y="9420"/>
                  </a:cubicBezTo>
                  <a:cubicBezTo>
                    <a:pt x="9704" y="9137"/>
                    <a:pt x="9578" y="8853"/>
                    <a:pt x="9421" y="8664"/>
                  </a:cubicBezTo>
                  <a:cubicBezTo>
                    <a:pt x="9641" y="8475"/>
                    <a:pt x="9704" y="8192"/>
                    <a:pt x="9704" y="7908"/>
                  </a:cubicBezTo>
                  <a:cubicBezTo>
                    <a:pt x="9704" y="7625"/>
                    <a:pt x="9578" y="7373"/>
                    <a:pt x="9421" y="7152"/>
                  </a:cubicBezTo>
                  <a:cubicBezTo>
                    <a:pt x="9641" y="6963"/>
                    <a:pt x="9704" y="6680"/>
                    <a:pt x="9704" y="6427"/>
                  </a:cubicBezTo>
                  <a:lnTo>
                    <a:pt x="9704" y="2993"/>
                  </a:lnTo>
                  <a:cubicBezTo>
                    <a:pt x="9704" y="1355"/>
                    <a:pt x="8349" y="0"/>
                    <a:pt x="6711" y="0"/>
                  </a:cubicBezTo>
                  <a:cubicBezTo>
                    <a:pt x="6049" y="0"/>
                    <a:pt x="5388" y="253"/>
                    <a:pt x="4852" y="662"/>
                  </a:cubicBezTo>
                  <a:cubicBezTo>
                    <a:pt x="4348" y="253"/>
                    <a:pt x="3687" y="0"/>
                    <a:pt x="3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32" name="Google Shape;10432;p64"/>
          <p:cNvGrpSpPr/>
          <p:nvPr/>
        </p:nvGrpSpPr>
        <p:grpSpPr>
          <a:xfrm>
            <a:off x="5287689" y="1305369"/>
            <a:ext cx="361998" cy="361090"/>
            <a:chOff x="-57578222" y="1904075"/>
            <a:chExt cx="319025" cy="318225"/>
          </a:xfrm>
        </p:grpSpPr>
        <p:sp>
          <p:nvSpPr>
            <p:cNvPr id="10433" name="Google Shape;10433;p64"/>
            <p:cNvSpPr/>
            <p:nvPr/>
          </p:nvSpPr>
          <p:spPr>
            <a:xfrm>
              <a:off x="-57578222" y="1904075"/>
              <a:ext cx="319025" cy="318225"/>
            </a:xfrm>
            <a:custGeom>
              <a:rect l="l" t="t" r="r" b="b"/>
              <a:pathLst>
                <a:path w="12761" h="12729" extrusionOk="0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34" name="Google Shape;10434;p64"/>
            <p:cNvSpPr/>
            <p:nvPr/>
          </p:nvSpPr>
          <p:spPr>
            <a:xfrm>
              <a:off x="-57446676" y="2073400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35" name="Google Shape;10435;p64"/>
            <p:cNvSpPr/>
            <p:nvPr/>
          </p:nvSpPr>
          <p:spPr>
            <a:xfrm>
              <a:off x="-57371847" y="2073400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36" name="Google Shape;10436;p64"/>
            <p:cNvSpPr/>
            <p:nvPr/>
          </p:nvSpPr>
          <p:spPr>
            <a:xfrm>
              <a:off x="-57436451" y="2136625"/>
              <a:ext cx="72500" cy="29750"/>
            </a:xfrm>
            <a:custGeom>
              <a:rect l="l" t="t" r="r" b="b"/>
              <a:pathLst>
                <a:path w="2900" h="1190" extrusionOk="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37" name="Google Shape;10437;p64"/>
          <p:cNvGrpSpPr/>
          <p:nvPr/>
        </p:nvGrpSpPr>
        <p:grpSpPr>
          <a:xfrm>
            <a:off x="5310042" y="1778631"/>
            <a:ext cx="317290" cy="361090"/>
            <a:chOff x="-57558527" y="2294725"/>
            <a:chExt cx="279625" cy="318225"/>
          </a:xfrm>
        </p:grpSpPr>
        <p:sp>
          <p:nvSpPr>
            <p:cNvPr id="10438" name="Google Shape;10438;p64"/>
            <p:cNvSpPr/>
            <p:nvPr/>
          </p:nvSpPr>
          <p:spPr>
            <a:xfrm>
              <a:off x="-57455352" y="2498925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98" y="0"/>
                  </a:moveTo>
                  <a:cubicBezTo>
                    <a:pt x="308" y="0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3"/>
                  </a:cubicBezTo>
                  <a:cubicBezTo>
                    <a:pt x="2899" y="465"/>
                    <a:pt x="2899" y="245"/>
                    <a:pt x="2742" y="119"/>
                  </a:cubicBezTo>
                  <a:cubicBezTo>
                    <a:pt x="2694" y="40"/>
                    <a:pt x="2608" y="0"/>
                    <a:pt x="2513" y="0"/>
                  </a:cubicBezTo>
                  <a:cubicBezTo>
                    <a:pt x="2419" y="0"/>
                    <a:pt x="2316" y="40"/>
                    <a:pt x="2238" y="119"/>
                  </a:cubicBezTo>
                  <a:cubicBezTo>
                    <a:pt x="2049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4" y="40"/>
                    <a:pt x="489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39" name="Google Shape;10439;p64"/>
            <p:cNvSpPr/>
            <p:nvPr/>
          </p:nvSpPr>
          <p:spPr>
            <a:xfrm>
              <a:off x="-57465578" y="242705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40" name="Google Shape;10440;p64"/>
            <p:cNvSpPr/>
            <p:nvPr/>
          </p:nvSpPr>
          <p:spPr>
            <a:xfrm>
              <a:off x="-57389973" y="242705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41" name="Google Shape;10441;p64"/>
            <p:cNvSpPr/>
            <p:nvPr/>
          </p:nvSpPr>
          <p:spPr>
            <a:xfrm>
              <a:off x="-57558527" y="2294725"/>
              <a:ext cx="279625" cy="318225"/>
            </a:xfrm>
            <a:custGeom>
              <a:rect l="l" t="t" r="r" b="b"/>
              <a:pathLst>
                <a:path w="11185" h="12729" extrusionOk="0">
                  <a:moveTo>
                    <a:pt x="5577" y="788"/>
                  </a:moveTo>
                  <a:cubicBezTo>
                    <a:pt x="8255" y="788"/>
                    <a:pt x="10429" y="2962"/>
                    <a:pt x="10429" y="5640"/>
                  </a:cubicBezTo>
                  <a:lnTo>
                    <a:pt x="10429" y="12036"/>
                  </a:lnTo>
                  <a:lnTo>
                    <a:pt x="725" y="12036"/>
                  </a:lnTo>
                  <a:lnTo>
                    <a:pt x="725" y="5640"/>
                  </a:lnTo>
                  <a:cubicBezTo>
                    <a:pt x="725" y="2962"/>
                    <a:pt x="2899" y="788"/>
                    <a:pt x="5577" y="788"/>
                  </a:cubicBezTo>
                  <a:close/>
                  <a:moveTo>
                    <a:pt x="5577" y="1"/>
                  </a:moveTo>
                  <a:cubicBezTo>
                    <a:pt x="2458" y="1"/>
                    <a:pt x="1" y="2521"/>
                    <a:pt x="1" y="5609"/>
                  </a:cubicBezTo>
                  <a:lnTo>
                    <a:pt x="1" y="12382"/>
                  </a:lnTo>
                  <a:cubicBezTo>
                    <a:pt x="1" y="12571"/>
                    <a:pt x="158" y="12729"/>
                    <a:pt x="347" y="12729"/>
                  </a:cubicBezTo>
                  <a:lnTo>
                    <a:pt x="10775" y="12729"/>
                  </a:lnTo>
                  <a:cubicBezTo>
                    <a:pt x="10964" y="12729"/>
                    <a:pt x="11122" y="12571"/>
                    <a:pt x="11122" y="12382"/>
                  </a:cubicBezTo>
                  <a:lnTo>
                    <a:pt x="11122" y="5609"/>
                  </a:lnTo>
                  <a:cubicBezTo>
                    <a:pt x="11185" y="2521"/>
                    <a:pt x="8696" y="1"/>
                    <a:pt x="5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42" name="Google Shape;10442;p64"/>
            <p:cNvSpPr/>
            <p:nvPr/>
          </p:nvSpPr>
          <p:spPr>
            <a:xfrm>
              <a:off x="-57521500" y="2332550"/>
              <a:ext cx="204800" cy="241825"/>
            </a:xfrm>
            <a:custGeom>
              <a:rect l="l" t="t" r="r" b="b"/>
              <a:pathLst>
                <a:path w="8192" h="9673" extrusionOk="0">
                  <a:moveTo>
                    <a:pt x="4096" y="756"/>
                  </a:moveTo>
                  <a:cubicBezTo>
                    <a:pt x="5230" y="756"/>
                    <a:pt x="6301" y="1323"/>
                    <a:pt x="6900" y="2237"/>
                  </a:cubicBezTo>
                  <a:lnTo>
                    <a:pt x="1292" y="2237"/>
                  </a:lnTo>
                  <a:cubicBezTo>
                    <a:pt x="1891" y="1323"/>
                    <a:pt x="2930" y="756"/>
                    <a:pt x="4096" y="756"/>
                  </a:cubicBezTo>
                  <a:close/>
                  <a:moveTo>
                    <a:pt x="7278" y="3025"/>
                  </a:moveTo>
                  <a:cubicBezTo>
                    <a:pt x="7404" y="3371"/>
                    <a:pt x="7498" y="3718"/>
                    <a:pt x="7498" y="4127"/>
                  </a:cubicBezTo>
                  <a:lnTo>
                    <a:pt x="7498" y="5230"/>
                  </a:lnTo>
                  <a:lnTo>
                    <a:pt x="756" y="5230"/>
                  </a:lnTo>
                  <a:lnTo>
                    <a:pt x="756" y="4127"/>
                  </a:lnTo>
                  <a:cubicBezTo>
                    <a:pt x="756" y="3718"/>
                    <a:pt x="819" y="3340"/>
                    <a:pt x="945" y="3025"/>
                  </a:cubicBezTo>
                  <a:close/>
                  <a:moveTo>
                    <a:pt x="7404" y="5986"/>
                  </a:moveTo>
                  <a:cubicBezTo>
                    <a:pt x="7246" y="7624"/>
                    <a:pt x="5829" y="8979"/>
                    <a:pt x="4096" y="8979"/>
                  </a:cubicBezTo>
                  <a:cubicBezTo>
                    <a:pt x="2363" y="8979"/>
                    <a:pt x="945" y="7687"/>
                    <a:pt x="756" y="5986"/>
                  </a:cubicBezTo>
                  <a:close/>
                  <a:moveTo>
                    <a:pt x="4096" y="0"/>
                  </a:moveTo>
                  <a:cubicBezTo>
                    <a:pt x="1859" y="0"/>
                    <a:pt x="0" y="1827"/>
                    <a:pt x="0" y="4096"/>
                  </a:cubicBezTo>
                  <a:lnTo>
                    <a:pt x="0" y="5576"/>
                  </a:lnTo>
                  <a:cubicBezTo>
                    <a:pt x="0" y="7845"/>
                    <a:pt x="1859" y="9672"/>
                    <a:pt x="4096" y="9672"/>
                  </a:cubicBezTo>
                  <a:cubicBezTo>
                    <a:pt x="6333" y="9672"/>
                    <a:pt x="8192" y="7845"/>
                    <a:pt x="8192" y="5576"/>
                  </a:cubicBezTo>
                  <a:lnTo>
                    <a:pt x="8192" y="4096"/>
                  </a:lnTo>
                  <a:cubicBezTo>
                    <a:pt x="8192" y="1859"/>
                    <a:pt x="6333" y="0"/>
                    <a:pt x="40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43" name="Google Shape;10443;p64"/>
          <p:cNvGrpSpPr/>
          <p:nvPr/>
        </p:nvGrpSpPr>
        <p:grpSpPr>
          <a:xfrm>
            <a:off x="5285901" y="2231215"/>
            <a:ext cx="365572" cy="361969"/>
            <a:chOff x="-57579797" y="2686975"/>
            <a:chExt cx="322175" cy="319000"/>
          </a:xfrm>
        </p:grpSpPr>
        <p:sp>
          <p:nvSpPr>
            <p:cNvPr id="10444" name="Google Shape;10444;p64"/>
            <p:cNvSpPr/>
            <p:nvPr/>
          </p:nvSpPr>
          <p:spPr>
            <a:xfrm>
              <a:off x="-57455352" y="2920300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3"/>
                  </a:cubicBezTo>
                  <a:cubicBezTo>
                    <a:pt x="2899" y="465"/>
                    <a:pt x="2899" y="245"/>
                    <a:pt x="2742" y="119"/>
                  </a:cubicBezTo>
                  <a:cubicBezTo>
                    <a:pt x="2694" y="40"/>
                    <a:pt x="2608" y="1"/>
                    <a:pt x="2513" y="1"/>
                  </a:cubicBezTo>
                  <a:cubicBezTo>
                    <a:pt x="2419" y="1"/>
                    <a:pt x="2316" y="40"/>
                    <a:pt x="2238" y="119"/>
                  </a:cubicBezTo>
                  <a:cubicBezTo>
                    <a:pt x="2049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4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45" name="Google Shape;10445;p64"/>
            <p:cNvSpPr/>
            <p:nvPr/>
          </p:nvSpPr>
          <p:spPr>
            <a:xfrm>
              <a:off x="-57579797" y="2686975"/>
              <a:ext cx="322175" cy="319000"/>
            </a:xfrm>
            <a:custGeom>
              <a:rect l="l" t="t" r="r" b="b"/>
              <a:pathLst>
                <a:path w="12886" h="12759" extrusionOk="0">
                  <a:moveTo>
                    <a:pt x="6428" y="756"/>
                  </a:moveTo>
                  <a:cubicBezTo>
                    <a:pt x="6680" y="756"/>
                    <a:pt x="6901" y="945"/>
                    <a:pt x="6932" y="1166"/>
                  </a:cubicBezTo>
                  <a:lnTo>
                    <a:pt x="7153" y="2080"/>
                  </a:lnTo>
                  <a:lnTo>
                    <a:pt x="7247" y="2710"/>
                  </a:lnTo>
                  <a:cubicBezTo>
                    <a:pt x="7373" y="3214"/>
                    <a:pt x="6932" y="3749"/>
                    <a:pt x="6428" y="3749"/>
                  </a:cubicBezTo>
                  <a:cubicBezTo>
                    <a:pt x="5892" y="3749"/>
                    <a:pt x="5483" y="3277"/>
                    <a:pt x="5609" y="2710"/>
                  </a:cubicBezTo>
                  <a:lnTo>
                    <a:pt x="5735" y="2080"/>
                  </a:lnTo>
                  <a:lnTo>
                    <a:pt x="5924" y="1166"/>
                  </a:lnTo>
                  <a:cubicBezTo>
                    <a:pt x="5955" y="945"/>
                    <a:pt x="6144" y="756"/>
                    <a:pt x="6428" y="756"/>
                  </a:cubicBezTo>
                  <a:close/>
                  <a:moveTo>
                    <a:pt x="8003" y="2647"/>
                  </a:moveTo>
                  <a:lnTo>
                    <a:pt x="8003" y="2647"/>
                  </a:lnTo>
                  <a:cubicBezTo>
                    <a:pt x="9106" y="3214"/>
                    <a:pt x="9830" y="4379"/>
                    <a:pt x="9830" y="5577"/>
                  </a:cubicBezTo>
                  <a:lnTo>
                    <a:pt x="9830" y="6049"/>
                  </a:lnTo>
                  <a:cubicBezTo>
                    <a:pt x="9704" y="6018"/>
                    <a:pt x="9578" y="5986"/>
                    <a:pt x="9452" y="5986"/>
                  </a:cubicBezTo>
                  <a:lnTo>
                    <a:pt x="7940" y="5986"/>
                  </a:lnTo>
                  <a:cubicBezTo>
                    <a:pt x="7468" y="5986"/>
                    <a:pt x="7027" y="6301"/>
                    <a:pt x="6869" y="6742"/>
                  </a:cubicBezTo>
                  <a:lnTo>
                    <a:pt x="6018" y="6742"/>
                  </a:lnTo>
                  <a:cubicBezTo>
                    <a:pt x="5861" y="6301"/>
                    <a:pt x="5451" y="5986"/>
                    <a:pt x="4947" y="5986"/>
                  </a:cubicBezTo>
                  <a:lnTo>
                    <a:pt x="3403" y="5986"/>
                  </a:lnTo>
                  <a:cubicBezTo>
                    <a:pt x="3277" y="5986"/>
                    <a:pt x="3120" y="6018"/>
                    <a:pt x="3057" y="6049"/>
                  </a:cubicBezTo>
                  <a:lnTo>
                    <a:pt x="3057" y="5577"/>
                  </a:lnTo>
                  <a:cubicBezTo>
                    <a:pt x="3057" y="4379"/>
                    <a:pt x="3750" y="3214"/>
                    <a:pt x="4853" y="2647"/>
                  </a:cubicBezTo>
                  <a:lnTo>
                    <a:pt x="4853" y="2647"/>
                  </a:lnTo>
                  <a:cubicBezTo>
                    <a:pt x="4695" y="3623"/>
                    <a:pt x="5451" y="4474"/>
                    <a:pt x="6428" y="4474"/>
                  </a:cubicBezTo>
                  <a:cubicBezTo>
                    <a:pt x="7405" y="4474"/>
                    <a:pt x="8161" y="3623"/>
                    <a:pt x="8003" y="2647"/>
                  </a:cubicBezTo>
                  <a:close/>
                  <a:moveTo>
                    <a:pt x="2301" y="6774"/>
                  </a:moveTo>
                  <a:lnTo>
                    <a:pt x="2301" y="8254"/>
                  </a:lnTo>
                  <a:cubicBezTo>
                    <a:pt x="1891" y="8254"/>
                    <a:pt x="1545" y="7939"/>
                    <a:pt x="1545" y="7530"/>
                  </a:cubicBezTo>
                  <a:cubicBezTo>
                    <a:pt x="1545" y="7120"/>
                    <a:pt x="1891" y="6774"/>
                    <a:pt x="2301" y="6774"/>
                  </a:cubicBezTo>
                  <a:close/>
                  <a:moveTo>
                    <a:pt x="4947" y="6805"/>
                  </a:moveTo>
                  <a:cubicBezTo>
                    <a:pt x="5136" y="6805"/>
                    <a:pt x="5294" y="6963"/>
                    <a:pt x="5294" y="7152"/>
                  </a:cubicBezTo>
                  <a:cubicBezTo>
                    <a:pt x="5294" y="7782"/>
                    <a:pt x="4790" y="8254"/>
                    <a:pt x="4191" y="8254"/>
                  </a:cubicBezTo>
                  <a:lnTo>
                    <a:pt x="3403" y="8254"/>
                  </a:lnTo>
                  <a:cubicBezTo>
                    <a:pt x="3214" y="8254"/>
                    <a:pt x="3057" y="8097"/>
                    <a:pt x="3057" y="7908"/>
                  </a:cubicBezTo>
                  <a:lnTo>
                    <a:pt x="3057" y="7152"/>
                  </a:lnTo>
                  <a:cubicBezTo>
                    <a:pt x="3057" y="6963"/>
                    <a:pt x="3214" y="6805"/>
                    <a:pt x="3403" y="6805"/>
                  </a:cubicBezTo>
                  <a:close/>
                  <a:moveTo>
                    <a:pt x="9452" y="6805"/>
                  </a:moveTo>
                  <a:cubicBezTo>
                    <a:pt x="9673" y="6805"/>
                    <a:pt x="9830" y="6963"/>
                    <a:pt x="9830" y="7152"/>
                  </a:cubicBezTo>
                  <a:lnTo>
                    <a:pt x="9830" y="7908"/>
                  </a:lnTo>
                  <a:cubicBezTo>
                    <a:pt x="9830" y="8097"/>
                    <a:pt x="9673" y="8254"/>
                    <a:pt x="9452" y="8254"/>
                  </a:cubicBezTo>
                  <a:lnTo>
                    <a:pt x="8665" y="8254"/>
                  </a:lnTo>
                  <a:cubicBezTo>
                    <a:pt x="8035" y="8254"/>
                    <a:pt x="7562" y="7750"/>
                    <a:pt x="7562" y="7152"/>
                  </a:cubicBezTo>
                  <a:cubicBezTo>
                    <a:pt x="7562" y="6963"/>
                    <a:pt x="7720" y="6805"/>
                    <a:pt x="7940" y="6805"/>
                  </a:cubicBezTo>
                  <a:close/>
                  <a:moveTo>
                    <a:pt x="10587" y="6774"/>
                  </a:moveTo>
                  <a:cubicBezTo>
                    <a:pt x="10965" y="6774"/>
                    <a:pt x="11311" y="7120"/>
                    <a:pt x="11311" y="7530"/>
                  </a:cubicBezTo>
                  <a:cubicBezTo>
                    <a:pt x="11311" y="7908"/>
                    <a:pt x="10996" y="8254"/>
                    <a:pt x="10587" y="8254"/>
                  </a:cubicBezTo>
                  <a:lnTo>
                    <a:pt x="10587" y="6774"/>
                  </a:lnTo>
                  <a:close/>
                  <a:moveTo>
                    <a:pt x="1135" y="8412"/>
                  </a:moveTo>
                  <a:cubicBezTo>
                    <a:pt x="1387" y="8790"/>
                    <a:pt x="1828" y="9011"/>
                    <a:pt x="2301" y="9011"/>
                  </a:cubicBezTo>
                  <a:cubicBezTo>
                    <a:pt x="2301" y="9420"/>
                    <a:pt x="1986" y="9767"/>
                    <a:pt x="1545" y="9767"/>
                  </a:cubicBezTo>
                  <a:cubicBezTo>
                    <a:pt x="1167" y="9767"/>
                    <a:pt x="789" y="9452"/>
                    <a:pt x="789" y="9011"/>
                  </a:cubicBezTo>
                  <a:cubicBezTo>
                    <a:pt x="789" y="8790"/>
                    <a:pt x="915" y="8538"/>
                    <a:pt x="1135" y="8412"/>
                  </a:cubicBezTo>
                  <a:close/>
                  <a:moveTo>
                    <a:pt x="11752" y="8412"/>
                  </a:moveTo>
                  <a:cubicBezTo>
                    <a:pt x="11941" y="8570"/>
                    <a:pt x="12067" y="8790"/>
                    <a:pt x="12067" y="9011"/>
                  </a:cubicBezTo>
                  <a:cubicBezTo>
                    <a:pt x="12067" y="9420"/>
                    <a:pt x="11752" y="9767"/>
                    <a:pt x="11311" y="9767"/>
                  </a:cubicBezTo>
                  <a:cubicBezTo>
                    <a:pt x="10870" y="9767"/>
                    <a:pt x="10555" y="9420"/>
                    <a:pt x="10555" y="9011"/>
                  </a:cubicBezTo>
                  <a:cubicBezTo>
                    <a:pt x="11028" y="9011"/>
                    <a:pt x="11469" y="8790"/>
                    <a:pt x="11752" y="8412"/>
                  </a:cubicBezTo>
                  <a:close/>
                  <a:moveTo>
                    <a:pt x="6837" y="7561"/>
                  </a:moveTo>
                  <a:cubicBezTo>
                    <a:pt x="6995" y="8412"/>
                    <a:pt x="7783" y="9042"/>
                    <a:pt x="8633" y="9042"/>
                  </a:cubicBezTo>
                  <a:lnTo>
                    <a:pt x="9421" y="9042"/>
                  </a:lnTo>
                  <a:cubicBezTo>
                    <a:pt x="9547" y="9042"/>
                    <a:pt x="9673" y="9011"/>
                    <a:pt x="9767" y="8979"/>
                  </a:cubicBezTo>
                  <a:lnTo>
                    <a:pt x="9767" y="8979"/>
                  </a:lnTo>
                  <a:cubicBezTo>
                    <a:pt x="9610" y="10680"/>
                    <a:pt x="8192" y="12004"/>
                    <a:pt x="6428" y="12004"/>
                  </a:cubicBezTo>
                  <a:cubicBezTo>
                    <a:pt x="4664" y="12004"/>
                    <a:pt x="3246" y="10680"/>
                    <a:pt x="3057" y="8979"/>
                  </a:cubicBezTo>
                  <a:lnTo>
                    <a:pt x="3057" y="8979"/>
                  </a:lnTo>
                  <a:cubicBezTo>
                    <a:pt x="3151" y="9011"/>
                    <a:pt x="3277" y="9042"/>
                    <a:pt x="3403" y="9042"/>
                  </a:cubicBezTo>
                  <a:lnTo>
                    <a:pt x="4191" y="9042"/>
                  </a:lnTo>
                  <a:cubicBezTo>
                    <a:pt x="5105" y="9042"/>
                    <a:pt x="5829" y="8412"/>
                    <a:pt x="5987" y="7561"/>
                  </a:cubicBezTo>
                  <a:close/>
                  <a:moveTo>
                    <a:pt x="6428" y="0"/>
                  </a:moveTo>
                  <a:cubicBezTo>
                    <a:pt x="5798" y="0"/>
                    <a:pt x="5294" y="410"/>
                    <a:pt x="5168" y="1008"/>
                  </a:cubicBezTo>
                  <a:lnTo>
                    <a:pt x="5010" y="1733"/>
                  </a:lnTo>
                  <a:cubicBezTo>
                    <a:pt x="4286" y="1985"/>
                    <a:pt x="3592" y="2458"/>
                    <a:pt x="3120" y="3088"/>
                  </a:cubicBezTo>
                  <a:cubicBezTo>
                    <a:pt x="2584" y="3812"/>
                    <a:pt x="2301" y="4663"/>
                    <a:pt x="2301" y="5577"/>
                  </a:cubicBezTo>
                  <a:lnTo>
                    <a:pt x="2301" y="6018"/>
                  </a:lnTo>
                  <a:cubicBezTo>
                    <a:pt x="1387" y="6018"/>
                    <a:pt x="694" y="6805"/>
                    <a:pt x="789" y="7719"/>
                  </a:cubicBezTo>
                  <a:cubicBezTo>
                    <a:pt x="316" y="7971"/>
                    <a:pt x="64" y="8475"/>
                    <a:pt x="64" y="9011"/>
                  </a:cubicBezTo>
                  <a:cubicBezTo>
                    <a:pt x="64" y="9420"/>
                    <a:pt x="221" y="9767"/>
                    <a:pt x="442" y="9987"/>
                  </a:cubicBezTo>
                  <a:lnTo>
                    <a:pt x="95" y="10712"/>
                  </a:lnTo>
                  <a:cubicBezTo>
                    <a:pt x="1" y="10901"/>
                    <a:pt x="95" y="11090"/>
                    <a:pt x="253" y="11216"/>
                  </a:cubicBezTo>
                  <a:cubicBezTo>
                    <a:pt x="305" y="11242"/>
                    <a:pt x="357" y="11254"/>
                    <a:pt x="408" y="11254"/>
                  </a:cubicBezTo>
                  <a:cubicBezTo>
                    <a:pt x="541" y="11254"/>
                    <a:pt x="666" y="11173"/>
                    <a:pt x="757" y="11058"/>
                  </a:cubicBezTo>
                  <a:lnTo>
                    <a:pt x="1072" y="10428"/>
                  </a:lnTo>
                  <a:cubicBezTo>
                    <a:pt x="1230" y="10460"/>
                    <a:pt x="1387" y="10523"/>
                    <a:pt x="1545" y="10523"/>
                  </a:cubicBezTo>
                  <a:cubicBezTo>
                    <a:pt x="1954" y="10523"/>
                    <a:pt x="2301" y="10365"/>
                    <a:pt x="2584" y="10113"/>
                  </a:cubicBezTo>
                  <a:cubicBezTo>
                    <a:pt x="3151" y="11657"/>
                    <a:pt x="4664" y="12760"/>
                    <a:pt x="6428" y="12760"/>
                  </a:cubicBezTo>
                  <a:cubicBezTo>
                    <a:pt x="8224" y="12760"/>
                    <a:pt x="9704" y="11657"/>
                    <a:pt x="10303" y="10113"/>
                  </a:cubicBezTo>
                  <a:cubicBezTo>
                    <a:pt x="10587" y="10365"/>
                    <a:pt x="10933" y="10523"/>
                    <a:pt x="11311" y="10523"/>
                  </a:cubicBezTo>
                  <a:cubicBezTo>
                    <a:pt x="11469" y="10523"/>
                    <a:pt x="11626" y="10460"/>
                    <a:pt x="11784" y="10428"/>
                  </a:cubicBezTo>
                  <a:lnTo>
                    <a:pt x="12099" y="11058"/>
                  </a:lnTo>
                  <a:cubicBezTo>
                    <a:pt x="12164" y="11188"/>
                    <a:pt x="12288" y="11273"/>
                    <a:pt x="12431" y="11273"/>
                  </a:cubicBezTo>
                  <a:cubicBezTo>
                    <a:pt x="12496" y="11273"/>
                    <a:pt x="12565" y="11255"/>
                    <a:pt x="12634" y="11216"/>
                  </a:cubicBezTo>
                  <a:cubicBezTo>
                    <a:pt x="12823" y="11153"/>
                    <a:pt x="12886" y="10901"/>
                    <a:pt x="12792" y="10712"/>
                  </a:cubicBezTo>
                  <a:lnTo>
                    <a:pt x="12414" y="9987"/>
                  </a:lnTo>
                  <a:cubicBezTo>
                    <a:pt x="12666" y="9735"/>
                    <a:pt x="12823" y="9357"/>
                    <a:pt x="12823" y="9011"/>
                  </a:cubicBezTo>
                  <a:cubicBezTo>
                    <a:pt x="12823" y="8475"/>
                    <a:pt x="12508" y="8002"/>
                    <a:pt x="12067" y="7719"/>
                  </a:cubicBezTo>
                  <a:cubicBezTo>
                    <a:pt x="12193" y="6805"/>
                    <a:pt x="11469" y="6018"/>
                    <a:pt x="10555" y="6018"/>
                  </a:cubicBezTo>
                  <a:lnTo>
                    <a:pt x="10555" y="5577"/>
                  </a:lnTo>
                  <a:cubicBezTo>
                    <a:pt x="10555" y="4663"/>
                    <a:pt x="10303" y="3812"/>
                    <a:pt x="9736" y="3088"/>
                  </a:cubicBezTo>
                  <a:cubicBezTo>
                    <a:pt x="9263" y="2458"/>
                    <a:pt x="8602" y="1985"/>
                    <a:pt x="7846" y="1733"/>
                  </a:cubicBezTo>
                  <a:lnTo>
                    <a:pt x="7688" y="1008"/>
                  </a:lnTo>
                  <a:cubicBezTo>
                    <a:pt x="7562" y="410"/>
                    <a:pt x="7058" y="0"/>
                    <a:pt x="6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46" name="Google Shape;10446;p64"/>
          <p:cNvGrpSpPr/>
          <p:nvPr/>
        </p:nvGrpSpPr>
        <p:grpSpPr>
          <a:xfrm>
            <a:off x="7510682" y="1778631"/>
            <a:ext cx="367359" cy="361090"/>
            <a:chOff x="-55620977" y="2294725"/>
            <a:chExt cx="323750" cy="318225"/>
          </a:xfrm>
        </p:grpSpPr>
        <p:sp>
          <p:nvSpPr>
            <p:cNvPr id="10447" name="Google Shape;10447;p64"/>
            <p:cNvSpPr/>
            <p:nvPr/>
          </p:nvSpPr>
          <p:spPr>
            <a:xfrm>
              <a:off x="-55496526" y="2527275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23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23"/>
                  </a:cubicBezTo>
                  <a:cubicBezTo>
                    <a:pt x="2931" y="465"/>
                    <a:pt x="2931" y="245"/>
                    <a:pt x="2773" y="119"/>
                  </a:cubicBezTo>
                  <a:cubicBezTo>
                    <a:pt x="2710" y="40"/>
                    <a:pt x="2623" y="1"/>
                    <a:pt x="2533" y="1"/>
                  </a:cubicBezTo>
                  <a:cubicBezTo>
                    <a:pt x="2442" y="1"/>
                    <a:pt x="2348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66" y="434"/>
                    <a:pt x="883" y="308"/>
                    <a:pt x="694" y="119"/>
                  </a:cubicBezTo>
                  <a:cubicBezTo>
                    <a:pt x="615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48" name="Google Shape;10448;p64"/>
            <p:cNvSpPr/>
            <p:nvPr/>
          </p:nvSpPr>
          <p:spPr>
            <a:xfrm>
              <a:off x="-55505976" y="244437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49" name="Google Shape;10449;p64"/>
            <p:cNvSpPr/>
            <p:nvPr/>
          </p:nvSpPr>
          <p:spPr>
            <a:xfrm>
              <a:off x="-55431153" y="244437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50" name="Google Shape;10450;p64"/>
            <p:cNvSpPr/>
            <p:nvPr/>
          </p:nvSpPr>
          <p:spPr>
            <a:xfrm>
              <a:off x="-55620977" y="2294725"/>
              <a:ext cx="323750" cy="318225"/>
            </a:xfrm>
            <a:custGeom>
              <a:rect l="l" t="t" r="r" b="b"/>
              <a:pathLst>
                <a:path w="12950" h="12729" extrusionOk="0">
                  <a:moveTo>
                    <a:pt x="6459" y="851"/>
                  </a:moveTo>
                  <a:lnTo>
                    <a:pt x="11343" y="4506"/>
                  </a:lnTo>
                  <a:lnTo>
                    <a:pt x="1576" y="4506"/>
                  </a:lnTo>
                  <a:lnTo>
                    <a:pt x="6459" y="851"/>
                  </a:lnTo>
                  <a:close/>
                  <a:moveTo>
                    <a:pt x="2364" y="5987"/>
                  </a:moveTo>
                  <a:lnTo>
                    <a:pt x="2364" y="7499"/>
                  </a:lnTo>
                  <a:cubicBezTo>
                    <a:pt x="1923" y="7499"/>
                    <a:pt x="1608" y="7152"/>
                    <a:pt x="1608" y="6743"/>
                  </a:cubicBezTo>
                  <a:cubicBezTo>
                    <a:pt x="1608" y="6365"/>
                    <a:pt x="1923" y="5987"/>
                    <a:pt x="2364" y="5987"/>
                  </a:cubicBezTo>
                  <a:close/>
                  <a:moveTo>
                    <a:pt x="10555" y="5987"/>
                  </a:moveTo>
                  <a:cubicBezTo>
                    <a:pt x="10964" y="5987"/>
                    <a:pt x="11280" y="6365"/>
                    <a:pt x="11280" y="6743"/>
                  </a:cubicBezTo>
                  <a:cubicBezTo>
                    <a:pt x="11280" y="7152"/>
                    <a:pt x="10964" y="7499"/>
                    <a:pt x="10555" y="7499"/>
                  </a:cubicBezTo>
                  <a:lnTo>
                    <a:pt x="10555" y="5987"/>
                  </a:lnTo>
                  <a:close/>
                  <a:moveTo>
                    <a:pt x="9830" y="5262"/>
                  </a:moveTo>
                  <a:cubicBezTo>
                    <a:pt x="9799" y="5798"/>
                    <a:pt x="9799" y="8287"/>
                    <a:pt x="9799" y="8633"/>
                  </a:cubicBezTo>
                  <a:cubicBezTo>
                    <a:pt x="9799" y="10492"/>
                    <a:pt x="8287" y="11973"/>
                    <a:pt x="6459" y="11973"/>
                  </a:cubicBezTo>
                  <a:cubicBezTo>
                    <a:pt x="4600" y="11973"/>
                    <a:pt x="3088" y="10492"/>
                    <a:pt x="3088" y="8633"/>
                  </a:cubicBezTo>
                  <a:lnTo>
                    <a:pt x="3088" y="5262"/>
                  </a:lnTo>
                  <a:close/>
                  <a:moveTo>
                    <a:pt x="6459" y="1"/>
                  </a:moveTo>
                  <a:cubicBezTo>
                    <a:pt x="6381" y="1"/>
                    <a:pt x="6302" y="32"/>
                    <a:pt x="6239" y="95"/>
                  </a:cubicBezTo>
                  <a:lnTo>
                    <a:pt x="253" y="4569"/>
                  </a:lnTo>
                  <a:cubicBezTo>
                    <a:pt x="1" y="4790"/>
                    <a:pt x="158" y="5231"/>
                    <a:pt x="505" y="5231"/>
                  </a:cubicBezTo>
                  <a:lnTo>
                    <a:pt x="2395" y="5231"/>
                  </a:lnTo>
                  <a:cubicBezTo>
                    <a:pt x="1576" y="5231"/>
                    <a:pt x="883" y="5924"/>
                    <a:pt x="883" y="6743"/>
                  </a:cubicBezTo>
                  <a:cubicBezTo>
                    <a:pt x="883" y="7562"/>
                    <a:pt x="1576" y="8255"/>
                    <a:pt x="2395" y="8255"/>
                  </a:cubicBezTo>
                  <a:lnTo>
                    <a:pt x="2395" y="8633"/>
                  </a:lnTo>
                  <a:cubicBezTo>
                    <a:pt x="2395" y="10870"/>
                    <a:pt x="4254" y="12729"/>
                    <a:pt x="6491" y="12729"/>
                  </a:cubicBezTo>
                  <a:cubicBezTo>
                    <a:pt x="8728" y="12729"/>
                    <a:pt x="10586" y="10870"/>
                    <a:pt x="10586" y="8633"/>
                  </a:cubicBezTo>
                  <a:lnTo>
                    <a:pt x="10586" y="8255"/>
                  </a:lnTo>
                  <a:cubicBezTo>
                    <a:pt x="11406" y="8255"/>
                    <a:pt x="12067" y="7562"/>
                    <a:pt x="12067" y="6743"/>
                  </a:cubicBezTo>
                  <a:cubicBezTo>
                    <a:pt x="12067" y="5924"/>
                    <a:pt x="11406" y="5231"/>
                    <a:pt x="10586" y="5231"/>
                  </a:cubicBezTo>
                  <a:lnTo>
                    <a:pt x="12477" y="5231"/>
                  </a:lnTo>
                  <a:cubicBezTo>
                    <a:pt x="12792" y="5231"/>
                    <a:pt x="12949" y="4790"/>
                    <a:pt x="12666" y="4569"/>
                  </a:cubicBezTo>
                  <a:lnTo>
                    <a:pt x="6680" y="95"/>
                  </a:lnTo>
                  <a:cubicBezTo>
                    <a:pt x="6617" y="32"/>
                    <a:pt x="6538" y="1"/>
                    <a:pt x="6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51" name="Google Shape;10451;p64"/>
            <p:cNvSpPr/>
            <p:nvPr/>
          </p:nvSpPr>
          <p:spPr>
            <a:xfrm>
              <a:off x="-55450848" y="2482375"/>
              <a:ext cx="39400" cy="38225"/>
            </a:xfrm>
            <a:custGeom>
              <a:rect l="l" t="t" r="r" b="b"/>
              <a:pathLst>
                <a:path w="1576" h="1529" extrusionOk="0">
                  <a:moveTo>
                    <a:pt x="399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7"/>
                    <a:pt x="1" y="497"/>
                    <a:pt x="158" y="623"/>
                  </a:cubicBezTo>
                  <a:lnTo>
                    <a:pt x="914" y="1411"/>
                  </a:lnTo>
                  <a:cubicBezTo>
                    <a:pt x="993" y="1489"/>
                    <a:pt x="1088" y="1529"/>
                    <a:pt x="1178" y="1529"/>
                  </a:cubicBezTo>
                  <a:cubicBezTo>
                    <a:pt x="1269" y="1529"/>
                    <a:pt x="1356" y="1489"/>
                    <a:pt x="1419" y="1411"/>
                  </a:cubicBezTo>
                  <a:cubicBezTo>
                    <a:pt x="1576" y="1253"/>
                    <a:pt x="1576" y="1001"/>
                    <a:pt x="1419" y="907"/>
                  </a:cubicBezTo>
                  <a:lnTo>
                    <a:pt x="662" y="119"/>
                  </a:lnTo>
                  <a:cubicBezTo>
                    <a:pt x="584" y="40"/>
                    <a:pt x="489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52" name="Google Shape;10452;p64"/>
            <p:cNvSpPr/>
            <p:nvPr/>
          </p:nvSpPr>
          <p:spPr>
            <a:xfrm>
              <a:off x="-55506776" y="2482375"/>
              <a:ext cx="39400" cy="38225"/>
            </a:xfrm>
            <a:custGeom>
              <a:rect l="l" t="t" r="r" b="b"/>
              <a:pathLst>
                <a:path w="1576" h="1529" extrusionOk="0">
                  <a:moveTo>
                    <a:pt x="1139" y="1"/>
                  </a:moveTo>
                  <a:cubicBezTo>
                    <a:pt x="1041" y="1"/>
                    <a:pt x="946" y="40"/>
                    <a:pt x="883" y="119"/>
                  </a:cubicBezTo>
                  <a:lnTo>
                    <a:pt x="159" y="907"/>
                  </a:lnTo>
                  <a:cubicBezTo>
                    <a:pt x="1" y="1064"/>
                    <a:pt x="1" y="1285"/>
                    <a:pt x="159" y="1411"/>
                  </a:cubicBezTo>
                  <a:cubicBezTo>
                    <a:pt x="237" y="1489"/>
                    <a:pt x="332" y="1529"/>
                    <a:pt x="422" y="1529"/>
                  </a:cubicBezTo>
                  <a:cubicBezTo>
                    <a:pt x="513" y="1529"/>
                    <a:pt x="600" y="1489"/>
                    <a:pt x="663" y="1411"/>
                  </a:cubicBezTo>
                  <a:lnTo>
                    <a:pt x="1419" y="623"/>
                  </a:lnTo>
                  <a:cubicBezTo>
                    <a:pt x="1576" y="466"/>
                    <a:pt x="1576" y="213"/>
                    <a:pt x="1419" y="119"/>
                  </a:cubicBezTo>
                  <a:cubicBezTo>
                    <a:pt x="1340" y="40"/>
                    <a:pt x="1238" y="1"/>
                    <a:pt x="1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53" name="Google Shape;10453;p64"/>
          <p:cNvGrpSpPr/>
          <p:nvPr/>
        </p:nvGrpSpPr>
        <p:grpSpPr>
          <a:xfrm>
            <a:off x="7512923" y="2231130"/>
            <a:ext cx="362877" cy="361175"/>
            <a:chOff x="-55620177" y="2686900"/>
            <a:chExt cx="319800" cy="318300"/>
          </a:xfrm>
        </p:grpSpPr>
        <p:sp>
          <p:nvSpPr>
            <p:cNvPr id="10454" name="Google Shape;10454;p64"/>
            <p:cNvSpPr/>
            <p:nvPr/>
          </p:nvSpPr>
          <p:spPr>
            <a:xfrm>
              <a:off x="-55514652" y="2917925"/>
              <a:ext cx="72500" cy="29775"/>
            </a:xfrm>
            <a:custGeom>
              <a:rect l="l" t="t" r="r" b="b"/>
              <a:pathLst>
                <a:path w="2900" h="1191" extrusionOk="0">
                  <a:moveTo>
                    <a:pt x="387" y="1"/>
                  </a:moveTo>
                  <a:cubicBezTo>
                    <a:pt x="292" y="1"/>
                    <a:pt x="206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54" y="1190"/>
                    <a:pt x="2427" y="1001"/>
                    <a:pt x="2742" y="655"/>
                  </a:cubicBezTo>
                  <a:cubicBezTo>
                    <a:pt x="2899" y="497"/>
                    <a:pt x="2899" y="245"/>
                    <a:pt x="2742" y="119"/>
                  </a:cubicBezTo>
                  <a:cubicBezTo>
                    <a:pt x="2679" y="72"/>
                    <a:pt x="2592" y="48"/>
                    <a:pt x="2502" y="48"/>
                  </a:cubicBezTo>
                  <a:cubicBezTo>
                    <a:pt x="2411" y="48"/>
                    <a:pt x="2317" y="72"/>
                    <a:pt x="2238" y="119"/>
                  </a:cubicBezTo>
                  <a:cubicBezTo>
                    <a:pt x="2049" y="340"/>
                    <a:pt x="1734" y="434"/>
                    <a:pt x="1450" y="434"/>
                  </a:cubicBezTo>
                  <a:cubicBezTo>
                    <a:pt x="1135" y="434"/>
                    <a:pt x="852" y="340"/>
                    <a:pt x="663" y="119"/>
                  </a:cubicBezTo>
                  <a:cubicBezTo>
                    <a:pt x="584" y="40"/>
                    <a:pt x="481" y="1"/>
                    <a:pt x="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55" name="Google Shape;10455;p64"/>
            <p:cNvSpPr/>
            <p:nvPr/>
          </p:nvSpPr>
          <p:spPr>
            <a:xfrm>
              <a:off x="-55450048" y="2854725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56" name="Google Shape;10456;p64"/>
            <p:cNvSpPr/>
            <p:nvPr/>
          </p:nvSpPr>
          <p:spPr>
            <a:xfrm>
              <a:off x="-55524877" y="2855525"/>
              <a:ext cx="18925" cy="17450"/>
            </a:xfrm>
            <a:custGeom>
              <a:rect l="l" t="t" r="r" b="b"/>
              <a:pathLst>
                <a:path w="757" h="698" extrusionOk="0">
                  <a:moveTo>
                    <a:pt x="410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693"/>
                    <a:pt x="410" y="693"/>
                  </a:cubicBezTo>
                  <a:cubicBezTo>
                    <a:pt x="423" y="696"/>
                    <a:pt x="437" y="697"/>
                    <a:pt x="451" y="697"/>
                  </a:cubicBezTo>
                  <a:cubicBezTo>
                    <a:pt x="598" y="697"/>
                    <a:pt x="756" y="548"/>
                    <a:pt x="756" y="347"/>
                  </a:cubicBez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57" name="Google Shape;10457;p64"/>
            <p:cNvSpPr/>
            <p:nvPr/>
          </p:nvSpPr>
          <p:spPr>
            <a:xfrm>
              <a:off x="-55620177" y="2686900"/>
              <a:ext cx="319800" cy="318300"/>
            </a:xfrm>
            <a:custGeom>
              <a:rect l="l" t="t" r="r" b="b"/>
              <a:pathLst>
                <a:path w="12792" h="12732" extrusionOk="0">
                  <a:moveTo>
                    <a:pt x="5671" y="2240"/>
                  </a:moveTo>
                  <a:cubicBezTo>
                    <a:pt x="6333" y="2240"/>
                    <a:pt x="6931" y="2429"/>
                    <a:pt x="7435" y="2744"/>
                  </a:cubicBezTo>
                  <a:cubicBezTo>
                    <a:pt x="7057" y="4225"/>
                    <a:pt x="5703" y="5233"/>
                    <a:pt x="4159" y="5233"/>
                  </a:cubicBezTo>
                  <a:lnTo>
                    <a:pt x="2332" y="5233"/>
                  </a:lnTo>
                  <a:cubicBezTo>
                    <a:pt x="2489" y="3532"/>
                    <a:pt x="3938" y="2240"/>
                    <a:pt x="5671" y="2240"/>
                  </a:cubicBezTo>
                  <a:close/>
                  <a:moveTo>
                    <a:pt x="8318" y="732"/>
                  </a:moveTo>
                  <a:cubicBezTo>
                    <a:pt x="8434" y="732"/>
                    <a:pt x="8549" y="741"/>
                    <a:pt x="8664" y="759"/>
                  </a:cubicBezTo>
                  <a:cubicBezTo>
                    <a:pt x="9735" y="917"/>
                    <a:pt x="10523" y="1925"/>
                    <a:pt x="10523" y="3059"/>
                  </a:cubicBezTo>
                  <a:lnTo>
                    <a:pt x="10523" y="6147"/>
                  </a:lnTo>
                  <a:cubicBezTo>
                    <a:pt x="10271" y="6021"/>
                    <a:pt x="10050" y="5958"/>
                    <a:pt x="9767" y="5958"/>
                  </a:cubicBezTo>
                  <a:lnTo>
                    <a:pt x="9767" y="5580"/>
                  </a:lnTo>
                  <a:cubicBezTo>
                    <a:pt x="9767" y="3626"/>
                    <a:pt x="8349" y="1957"/>
                    <a:pt x="6490" y="1578"/>
                  </a:cubicBezTo>
                  <a:cubicBezTo>
                    <a:pt x="6975" y="1040"/>
                    <a:pt x="7643" y="732"/>
                    <a:pt x="8318" y="732"/>
                  </a:cubicBezTo>
                  <a:close/>
                  <a:moveTo>
                    <a:pt x="1544" y="6745"/>
                  </a:moveTo>
                  <a:lnTo>
                    <a:pt x="1544" y="8226"/>
                  </a:lnTo>
                  <a:cubicBezTo>
                    <a:pt x="1134" y="8226"/>
                    <a:pt x="788" y="7879"/>
                    <a:pt x="788" y="7470"/>
                  </a:cubicBezTo>
                  <a:cubicBezTo>
                    <a:pt x="788" y="7092"/>
                    <a:pt x="1134" y="6745"/>
                    <a:pt x="1544" y="6745"/>
                  </a:cubicBezTo>
                  <a:close/>
                  <a:moveTo>
                    <a:pt x="9798" y="6745"/>
                  </a:moveTo>
                  <a:cubicBezTo>
                    <a:pt x="10208" y="6745"/>
                    <a:pt x="10554" y="7060"/>
                    <a:pt x="10554" y="7470"/>
                  </a:cubicBezTo>
                  <a:cubicBezTo>
                    <a:pt x="10554" y="7879"/>
                    <a:pt x="10208" y="8226"/>
                    <a:pt x="9798" y="8226"/>
                  </a:cubicBezTo>
                  <a:lnTo>
                    <a:pt x="9798" y="6745"/>
                  </a:lnTo>
                  <a:close/>
                  <a:moveTo>
                    <a:pt x="10712" y="8667"/>
                  </a:moveTo>
                  <a:cubicBezTo>
                    <a:pt x="10775" y="8888"/>
                    <a:pt x="10869" y="9108"/>
                    <a:pt x="11027" y="9297"/>
                  </a:cubicBezTo>
                  <a:cubicBezTo>
                    <a:pt x="11090" y="9455"/>
                    <a:pt x="11216" y="9549"/>
                    <a:pt x="11342" y="9707"/>
                  </a:cubicBezTo>
                  <a:lnTo>
                    <a:pt x="9652" y="9707"/>
                  </a:lnTo>
                  <a:cubicBezTo>
                    <a:pt x="9738" y="9468"/>
                    <a:pt x="9768" y="9254"/>
                    <a:pt x="9798" y="8982"/>
                  </a:cubicBezTo>
                  <a:cubicBezTo>
                    <a:pt x="10145" y="8982"/>
                    <a:pt x="10460" y="8856"/>
                    <a:pt x="10712" y="8667"/>
                  </a:cubicBezTo>
                  <a:close/>
                  <a:moveTo>
                    <a:pt x="8066" y="3280"/>
                  </a:moveTo>
                  <a:cubicBezTo>
                    <a:pt x="8664" y="3847"/>
                    <a:pt x="9042" y="4729"/>
                    <a:pt x="9042" y="5643"/>
                  </a:cubicBezTo>
                  <a:lnTo>
                    <a:pt x="9042" y="8636"/>
                  </a:lnTo>
                  <a:cubicBezTo>
                    <a:pt x="9042" y="10463"/>
                    <a:pt x="7530" y="11975"/>
                    <a:pt x="5671" y="11975"/>
                  </a:cubicBezTo>
                  <a:cubicBezTo>
                    <a:pt x="3812" y="11975"/>
                    <a:pt x="2269" y="10431"/>
                    <a:pt x="2269" y="8573"/>
                  </a:cubicBezTo>
                  <a:lnTo>
                    <a:pt x="2269" y="5989"/>
                  </a:lnTo>
                  <a:lnTo>
                    <a:pt x="4159" y="5989"/>
                  </a:lnTo>
                  <a:cubicBezTo>
                    <a:pt x="5104" y="5989"/>
                    <a:pt x="6049" y="5643"/>
                    <a:pt x="6805" y="5044"/>
                  </a:cubicBezTo>
                  <a:cubicBezTo>
                    <a:pt x="7404" y="4571"/>
                    <a:pt x="7782" y="3941"/>
                    <a:pt x="8066" y="3280"/>
                  </a:cubicBezTo>
                  <a:close/>
                  <a:moveTo>
                    <a:pt x="8329" y="0"/>
                  </a:moveTo>
                  <a:cubicBezTo>
                    <a:pt x="7237" y="0"/>
                    <a:pt x="6224" y="580"/>
                    <a:pt x="5671" y="1547"/>
                  </a:cubicBezTo>
                  <a:lnTo>
                    <a:pt x="5640" y="1547"/>
                  </a:lnTo>
                  <a:cubicBezTo>
                    <a:pt x="3340" y="1547"/>
                    <a:pt x="1481" y="3374"/>
                    <a:pt x="1481" y="5643"/>
                  </a:cubicBezTo>
                  <a:lnTo>
                    <a:pt x="1481" y="5989"/>
                  </a:lnTo>
                  <a:cubicBezTo>
                    <a:pt x="662" y="5989"/>
                    <a:pt x="0" y="6651"/>
                    <a:pt x="0" y="7470"/>
                  </a:cubicBezTo>
                  <a:cubicBezTo>
                    <a:pt x="0" y="8320"/>
                    <a:pt x="662" y="8982"/>
                    <a:pt x="1481" y="8982"/>
                  </a:cubicBezTo>
                  <a:cubicBezTo>
                    <a:pt x="1702" y="11061"/>
                    <a:pt x="3466" y="12731"/>
                    <a:pt x="5577" y="12731"/>
                  </a:cubicBezTo>
                  <a:cubicBezTo>
                    <a:pt x="7215" y="12731"/>
                    <a:pt x="8570" y="11818"/>
                    <a:pt x="9263" y="10463"/>
                  </a:cubicBezTo>
                  <a:lnTo>
                    <a:pt x="12319" y="10463"/>
                  </a:lnTo>
                  <a:cubicBezTo>
                    <a:pt x="12476" y="10463"/>
                    <a:pt x="12634" y="10368"/>
                    <a:pt x="12665" y="10211"/>
                  </a:cubicBezTo>
                  <a:cubicBezTo>
                    <a:pt x="12791" y="9990"/>
                    <a:pt x="12728" y="9833"/>
                    <a:pt x="12571" y="9770"/>
                  </a:cubicBezTo>
                  <a:cubicBezTo>
                    <a:pt x="11783" y="9360"/>
                    <a:pt x="11248" y="8573"/>
                    <a:pt x="11248" y="7690"/>
                  </a:cubicBezTo>
                  <a:lnTo>
                    <a:pt x="11248" y="3122"/>
                  </a:lnTo>
                  <a:cubicBezTo>
                    <a:pt x="11248" y="1578"/>
                    <a:pt x="10208" y="287"/>
                    <a:pt x="8790" y="35"/>
                  </a:cubicBezTo>
                  <a:cubicBezTo>
                    <a:pt x="8636" y="12"/>
                    <a:pt x="8481" y="0"/>
                    <a:pt x="83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58" name="Google Shape;10458;p64"/>
          <p:cNvGrpSpPr/>
          <p:nvPr/>
        </p:nvGrpSpPr>
        <p:grpSpPr>
          <a:xfrm>
            <a:off x="6198887" y="2684124"/>
            <a:ext cx="361969" cy="361090"/>
            <a:chOff x="-53690503" y="1903275"/>
            <a:chExt cx="319000" cy="318225"/>
          </a:xfrm>
        </p:grpSpPr>
        <p:sp>
          <p:nvSpPr>
            <p:cNvPr id="10459" name="Google Shape;10459;p64"/>
            <p:cNvSpPr/>
            <p:nvPr/>
          </p:nvSpPr>
          <p:spPr>
            <a:xfrm>
              <a:off x="-53567626" y="2136625"/>
              <a:ext cx="71675" cy="29750"/>
            </a:xfrm>
            <a:custGeom>
              <a:rect l="l" t="t" r="r" b="b"/>
              <a:pathLst>
                <a:path w="2867" h="1190" extrusionOk="0">
                  <a:moveTo>
                    <a:pt x="366" y="0"/>
                  </a:moveTo>
                  <a:cubicBezTo>
                    <a:pt x="276" y="0"/>
                    <a:pt x="189" y="40"/>
                    <a:pt x="126" y="118"/>
                  </a:cubicBezTo>
                  <a:cubicBezTo>
                    <a:pt x="0" y="244"/>
                    <a:pt x="0" y="465"/>
                    <a:pt x="126" y="622"/>
                  </a:cubicBezTo>
                  <a:cubicBezTo>
                    <a:pt x="473" y="969"/>
                    <a:pt x="945" y="1190"/>
                    <a:pt x="1418" y="1190"/>
                  </a:cubicBezTo>
                  <a:cubicBezTo>
                    <a:pt x="1890" y="1190"/>
                    <a:pt x="2395" y="969"/>
                    <a:pt x="2710" y="622"/>
                  </a:cubicBezTo>
                  <a:cubicBezTo>
                    <a:pt x="2867" y="465"/>
                    <a:pt x="2867" y="244"/>
                    <a:pt x="2710" y="118"/>
                  </a:cubicBezTo>
                  <a:cubicBezTo>
                    <a:pt x="2631" y="40"/>
                    <a:pt x="2536" y="0"/>
                    <a:pt x="2446" y="0"/>
                  </a:cubicBezTo>
                  <a:cubicBezTo>
                    <a:pt x="2355" y="0"/>
                    <a:pt x="2269" y="40"/>
                    <a:pt x="2206" y="118"/>
                  </a:cubicBezTo>
                  <a:cubicBezTo>
                    <a:pt x="2017" y="307"/>
                    <a:pt x="1701" y="433"/>
                    <a:pt x="1418" y="433"/>
                  </a:cubicBezTo>
                  <a:cubicBezTo>
                    <a:pt x="1103" y="433"/>
                    <a:pt x="819" y="307"/>
                    <a:pt x="630" y="118"/>
                  </a:cubicBezTo>
                  <a:cubicBezTo>
                    <a:pt x="552" y="40"/>
                    <a:pt x="457" y="0"/>
                    <a:pt x="3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60" name="Google Shape;10460;p64"/>
            <p:cNvSpPr/>
            <p:nvPr/>
          </p:nvSpPr>
          <p:spPr>
            <a:xfrm>
              <a:off x="-53502247" y="2072625"/>
              <a:ext cx="17325" cy="17350"/>
            </a:xfrm>
            <a:custGeom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61" name="Google Shape;10461;p64"/>
            <p:cNvSpPr/>
            <p:nvPr/>
          </p:nvSpPr>
          <p:spPr>
            <a:xfrm>
              <a:off x="-53577077" y="2072625"/>
              <a:ext cx="17325" cy="17350"/>
            </a:xfrm>
            <a:custGeom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62" name="Google Shape;10462;p64"/>
            <p:cNvSpPr/>
            <p:nvPr/>
          </p:nvSpPr>
          <p:spPr>
            <a:xfrm>
              <a:off x="-53690503" y="1903275"/>
              <a:ext cx="319000" cy="318225"/>
            </a:xfrm>
            <a:custGeom>
              <a:rect l="l" t="t" r="r" b="b"/>
              <a:pathLst>
                <a:path w="12759" h="12729" extrusionOk="0">
                  <a:moveTo>
                    <a:pt x="9735" y="4475"/>
                  </a:moveTo>
                  <a:lnTo>
                    <a:pt x="9735" y="5262"/>
                  </a:lnTo>
                  <a:lnTo>
                    <a:pt x="2993" y="5262"/>
                  </a:lnTo>
                  <a:lnTo>
                    <a:pt x="2993" y="4475"/>
                  </a:lnTo>
                  <a:close/>
                  <a:moveTo>
                    <a:pt x="9767" y="6018"/>
                  </a:moveTo>
                  <a:lnTo>
                    <a:pt x="9767" y="8633"/>
                  </a:lnTo>
                  <a:cubicBezTo>
                    <a:pt x="9767" y="10461"/>
                    <a:pt x="8255" y="11973"/>
                    <a:pt x="6427" y="11973"/>
                  </a:cubicBezTo>
                  <a:cubicBezTo>
                    <a:pt x="4569" y="11973"/>
                    <a:pt x="3088" y="10461"/>
                    <a:pt x="3088" y="8633"/>
                  </a:cubicBezTo>
                  <a:lnTo>
                    <a:pt x="3088" y="6018"/>
                  </a:lnTo>
                  <a:close/>
                  <a:moveTo>
                    <a:pt x="6459" y="757"/>
                  </a:moveTo>
                  <a:cubicBezTo>
                    <a:pt x="9578" y="757"/>
                    <a:pt x="12098" y="3277"/>
                    <a:pt x="12098" y="6365"/>
                  </a:cubicBezTo>
                  <a:lnTo>
                    <a:pt x="12098" y="11973"/>
                  </a:lnTo>
                  <a:lnTo>
                    <a:pt x="8727" y="11973"/>
                  </a:lnTo>
                  <a:cubicBezTo>
                    <a:pt x="9798" y="11217"/>
                    <a:pt x="10460" y="9988"/>
                    <a:pt x="10460" y="8633"/>
                  </a:cubicBezTo>
                  <a:lnTo>
                    <a:pt x="10460" y="4097"/>
                  </a:lnTo>
                  <a:cubicBezTo>
                    <a:pt x="10460" y="3908"/>
                    <a:pt x="10303" y="3750"/>
                    <a:pt x="10114" y="3750"/>
                  </a:cubicBezTo>
                  <a:lnTo>
                    <a:pt x="6774" y="3750"/>
                  </a:lnTo>
                  <a:lnTo>
                    <a:pt x="6774" y="2994"/>
                  </a:lnTo>
                  <a:lnTo>
                    <a:pt x="7121" y="2994"/>
                  </a:lnTo>
                  <a:cubicBezTo>
                    <a:pt x="7310" y="2994"/>
                    <a:pt x="7467" y="2836"/>
                    <a:pt x="7467" y="2616"/>
                  </a:cubicBezTo>
                  <a:cubicBezTo>
                    <a:pt x="7467" y="2427"/>
                    <a:pt x="7310" y="2269"/>
                    <a:pt x="7121" y="2269"/>
                  </a:cubicBezTo>
                  <a:lnTo>
                    <a:pt x="6774" y="2269"/>
                  </a:lnTo>
                  <a:lnTo>
                    <a:pt x="6774" y="1923"/>
                  </a:lnTo>
                  <a:cubicBezTo>
                    <a:pt x="6774" y="1734"/>
                    <a:pt x="6616" y="1576"/>
                    <a:pt x="6427" y="1576"/>
                  </a:cubicBezTo>
                  <a:cubicBezTo>
                    <a:pt x="6207" y="1576"/>
                    <a:pt x="6049" y="1734"/>
                    <a:pt x="6049" y="1923"/>
                  </a:cubicBezTo>
                  <a:lnTo>
                    <a:pt x="6049" y="2269"/>
                  </a:lnTo>
                  <a:lnTo>
                    <a:pt x="5703" y="2269"/>
                  </a:lnTo>
                  <a:cubicBezTo>
                    <a:pt x="5514" y="2269"/>
                    <a:pt x="5356" y="2427"/>
                    <a:pt x="5356" y="2616"/>
                  </a:cubicBezTo>
                  <a:cubicBezTo>
                    <a:pt x="5356" y="2836"/>
                    <a:pt x="5514" y="2994"/>
                    <a:pt x="5703" y="2994"/>
                  </a:cubicBezTo>
                  <a:lnTo>
                    <a:pt x="6049" y="2994"/>
                  </a:lnTo>
                  <a:lnTo>
                    <a:pt x="6049" y="3750"/>
                  </a:lnTo>
                  <a:lnTo>
                    <a:pt x="2710" y="3750"/>
                  </a:lnTo>
                  <a:cubicBezTo>
                    <a:pt x="2521" y="3750"/>
                    <a:pt x="2363" y="3908"/>
                    <a:pt x="2363" y="4097"/>
                  </a:cubicBezTo>
                  <a:lnTo>
                    <a:pt x="2363" y="8633"/>
                  </a:lnTo>
                  <a:cubicBezTo>
                    <a:pt x="2363" y="9988"/>
                    <a:pt x="3088" y="11217"/>
                    <a:pt x="4096" y="11973"/>
                  </a:cubicBezTo>
                  <a:lnTo>
                    <a:pt x="820" y="11973"/>
                  </a:lnTo>
                  <a:lnTo>
                    <a:pt x="820" y="6365"/>
                  </a:lnTo>
                  <a:cubicBezTo>
                    <a:pt x="820" y="3277"/>
                    <a:pt x="3340" y="757"/>
                    <a:pt x="6459" y="757"/>
                  </a:cubicBezTo>
                  <a:close/>
                  <a:moveTo>
                    <a:pt x="6364" y="1"/>
                  </a:moveTo>
                  <a:cubicBezTo>
                    <a:pt x="2867" y="1"/>
                    <a:pt x="0" y="2868"/>
                    <a:pt x="0" y="6365"/>
                  </a:cubicBezTo>
                  <a:lnTo>
                    <a:pt x="0" y="12351"/>
                  </a:lnTo>
                  <a:cubicBezTo>
                    <a:pt x="0" y="12571"/>
                    <a:pt x="158" y="12729"/>
                    <a:pt x="347" y="12729"/>
                  </a:cubicBezTo>
                  <a:lnTo>
                    <a:pt x="12319" y="12729"/>
                  </a:lnTo>
                  <a:cubicBezTo>
                    <a:pt x="12508" y="12729"/>
                    <a:pt x="12665" y="12571"/>
                    <a:pt x="12665" y="12351"/>
                  </a:cubicBezTo>
                  <a:lnTo>
                    <a:pt x="12665" y="6365"/>
                  </a:lnTo>
                  <a:cubicBezTo>
                    <a:pt x="12760" y="2868"/>
                    <a:pt x="9893" y="1"/>
                    <a:pt x="6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63" name="Google Shape;10463;p64"/>
          <p:cNvGrpSpPr/>
          <p:nvPr/>
        </p:nvGrpSpPr>
        <p:grpSpPr>
          <a:xfrm>
            <a:off x="6221226" y="3137587"/>
            <a:ext cx="317290" cy="359303"/>
            <a:chOff x="-53670802" y="2296300"/>
            <a:chExt cx="279625" cy="316650"/>
          </a:xfrm>
        </p:grpSpPr>
        <p:sp>
          <p:nvSpPr>
            <p:cNvPr id="10464" name="Google Shape;10464;p64"/>
            <p:cNvSpPr/>
            <p:nvPr/>
          </p:nvSpPr>
          <p:spPr>
            <a:xfrm>
              <a:off x="-53567626" y="2527275"/>
              <a:ext cx="73250" cy="29750"/>
            </a:xfrm>
            <a:custGeom>
              <a:rect l="l" t="t" r="r" b="b"/>
              <a:pathLst>
                <a:path w="2930" h="1190" extrusionOk="0">
                  <a:moveTo>
                    <a:pt x="410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58" y="1001"/>
                    <a:pt x="2773" y="623"/>
                  </a:cubicBezTo>
                  <a:cubicBezTo>
                    <a:pt x="2930" y="465"/>
                    <a:pt x="2930" y="245"/>
                    <a:pt x="2773" y="119"/>
                  </a:cubicBezTo>
                  <a:cubicBezTo>
                    <a:pt x="2710" y="40"/>
                    <a:pt x="2615" y="1"/>
                    <a:pt x="2517" y="1"/>
                  </a:cubicBezTo>
                  <a:cubicBezTo>
                    <a:pt x="2418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82" y="308"/>
                    <a:pt x="662" y="119"/>
                  </a:cubicBezTo>
                  <a:cubicBezTo>
                    <a:pt x="599" y="40"/>
                    <a:pt x="504" y="1"/>
                    <a:pt x="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65" name="Google Shape;10465;p64"/>
            <p:cNvSpPr/>
            <p:nvPr/>
          </p:nvSpPr>
          <p:spPr>
            <a:xfrm>
              <a:off x="-53502247" y="2463275"/>
              <a:ext cx="17325" cy="17350"/>
            </a:xfrm>
            <a:custGeom>
              <a:rect l="l" t="t" r="r" b="b"/>
              <a:pathLst>
                <a:path w="693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66" name="Google Shape;10466;p64"/>
            <p:cNvSpPr/>
            <p:nvPr/>
          </p:nvSpPr>
          <p:spPr>
            <a:xfrm>
              <a:off x="-53577077" y="2463275"/>
              <a:ext cx="17325" cy="17350"/>
            </a:xfrm>
            <a:custGeom>
              <a:rect l="l" t="t" r="r" b="b"/>
              <a:pathLst>
                <a:path w="693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67" name="Google Shape;10467;p64"/>
            <p:cNvSpPr/>
            <p:nvPr/>
          </p:nvSpPr>
          <p:spPr>
            <a:xfrm>
              <a:off x="-53670802" y="2296300"/>
              <a:ext cx="279625" cy="316650"/>
            </a:xfrm>
            <a:custGeom>
              <a:rect l="l" t="t" r="r" b="b"/>
              <a:pathLst>
                <a:path w="11185" h="12666" extrusionOk="0">
                  <a:moveTo>
                    <a:pt x="1481" y="6680"/>
                  </a:moveTo>
                  <a:lnTo>
                    <a:pt x="1481" y="7026"/>
                  </a:lnTo>
                  <a:lnTo>
                    <a:pt x="1481" y="8129"/>
                  </a:lnTo>
                  <a:cubicBezTo>
                    <a:pt x="1450" y="8134"/>
                    <a:pt x="1421" y="8136"/>
                    <a:pt x="1391" y="8136"/>
                  </a:cubicBezTo>
                  <a:cubicBezTo>
                    <a:pt x="1026" y="8136"/>
                    <a:pt x="756" y="7786"/>
                    <a:pt x="756" y="7436"/>
                  </a:cubicBezTo>
                  <a:cubicBezTo>
                    <a:pt x="756" y="7026"/>
                    <a:pt x="1103" y="6680"/>
                    <a:pt x="1481" y="6680"/>
                  </a:cubicBezTo>
                  <a:close/>
                  <a:moveTo>
                    <a:pt x="9672" y="6711"/>
                  </a:moveTo>
                  <a:cubicBezTo>
                    <a:pt x="10082" y="6711"/>
                    <a:pt x="10428" y="7026"/>
                    <a:pt x="10428" y="7467"/>
                  </a:cubicBezTo>
                  <a:cubicBezTo>
                    <a:pt x="10428" y="7814"/>
                    <a:pt x="10113" y="8192"/>
                    <a:pt x="9672" y="8192"/>
                  </a:cubicBezTo>
                  <a:lnTo>
                    <a:pt x="9672" y="7089"/>
                  </a:lnTo>
                  <a:lnTo>
                    <a:pt x="9672" y="6711"/>
                  </a:lnTo>
                  <a:close/>
                  <a:moveTo>
                    <a:pt x="5576" y="3718"/>
                  </a:moveTo>
                  <a:cubicBezTo>
                    <a:pt x="7435" y="3718"/>
                    <a:pt x="8947" y="5231"/>
                    <a:pt x="8947" y="7089"/>
                  </a:cubicBezTo>
                  <a:lnTo>
                    <a:pt x="8947" y="9326"/>
                  </a:lnTo>
                  <a:cubicBezTo>
                    <a:pt x="8947" y="10775"/>
                    <a:pt x="7750" y="11910"/>
                    <a:pt x="6333" y="11910"/>
                  </a:cubicBezTo>
                  <a:lnTo>
                    <a:pt x="4852" y="11910"/>
                  </a:lnTo>
                  <a:cubicBezTo>
                    <a:pt x="3371" y="11910"/>
                    <a:pt x="2237" y="10744"/>
                    <a:pt x="2237" y="9326"/>
                  </a:cubicBezTo>
                  <a:lnTo>
                    <a:pt x="2237" y="7089"/>
                  </a:lnTo>
                  <a:cubicBezTo>
                    <a:pt x="2237" y="5231"/>
                    <a:pt x="3749" y="3718"/>
                    <a:pt x="5576" y="3718"/>
                  </a:cubicBezTo>
                  <a:close/>
                  <a:moveTo>
                    <a:pt x="7089" y="1"/>
                  </a:moveTo>
                  <a:cubicBezTo>
                    <a:pt x="6080" y="1"/>
                    <a:pt x="5230" y="820"/>
                    <a:pt x="5230" y="1828"/>
                  </a:cubicBezTo>
                  <a:lnTo>
                    <a:pt x="5230" y="2994"/>
                  </a:lnTo>
                  <a:cubicBezTo>
                    <a:pt x="3560" y="3151"/>
                    <a:pt x="2142" y="4348"/>
                    <a:pt x="1670" y="5924"/>
                  </a:cubicBezTo>
                  <a:lnTo>
                    <a:pt x="1512" y="5924"/>
                  </a:lnTo>
                  <a:cubicBezTo>
                    <a:pt x="662" y="5924"/>
                    <a:pt x="0" y="6585"/>
                    <a:pt x="0" y="7436"/>
                  </a:cubicBezTo>
                  <a:cubicBezTo>
                    <a:pt x="0" y="8255"/>
                    <a:pt x="662" y="8917"/>
                    <a:pt x="1512" y="8917"/>
                  </a:cubicBezTo>
                  <a:lnTo>
                    <a:pt x="1512" y="9326"/>
                  </a:lnTo>
                  <a:cubicBezTo>
                    <a:pt x="1512" y="11185"/>
                    <a:pt x="2993" y="12666"/>
                    <a:pt x="4852" y="12666"/>
                  </a:cubicBezTo>
                  <a:lnTo>
                    <a:pt x="6333" y="12666"/>
                  </a:lnTo>
                  <a:cubicBezTo>
                    <a:pt x="8191" y="12666"/>
                    <a:pt x="9704" y="11185"/>
                    <a:pt x="9704" y="9326"/>
                  </a:cubicBezTo>
                  <a:lnTo>
                    <a:pt x="9704" y="8917"/>
                  </a:lnTo>
                  <a:cubicBezTo>
                    <a:pt x="10523" y="8917"/>
                    <a:pt x="11184" y="8255"/>
                    <a:pt x="11184" y="7436"/>
                  </a:cubicBezTo>
                  <a:cubicBezTo>
                    <a:pt x="11184" y="6617"/>
                    <a:pt x="10523" y="5924"/>
                    <a:pt x="9672" y="5924"/>
                  </a:cubicBezTo>
                  <a:lnTo>
                    <a:pt x="9515" y="5924"/>
                  </a:lnTo>
                  <a:cubicBezTo>
                    <a:pt x="9042" y="4317"/>
                    <a:pt x="7687" y="3151"/>
                    <a:pt x="5954" y="2994"/>
                  </a:cubicBezTo>
                  <a:lnTo>
                    <a:pt x="5954" y="1828"/>
                  </a:lnTo>
                  <a:cubicBezTo>
                    <a:pt x="5954" y="1198"/>
                    <a:pt x="6459" y="725"/>
                    <a:pt x="7057" y="725"/>
                  </a:cubicBezTo>
                  <a:cubicBezTo>
                    <a:pt x="7687" y="725"/>
                    <a:pt x="8160" y="1230"/>
                    <a:pt x="8160" y="1828"/>
                  </a:cubicBezTo>
                  <a:cubicBezTo>
                    <a:pt x="8160" y="2017"/>
                    <a:pt x="8002" y="2206"/>
                    <a:pt x="7813" y="2206"/>
                  </a:cubicBezTo>
                  <a:cubicBezTo>
                    <a:pt x="7593" y="2206"/>
                    <a:pt x="7435" y="2017"/>
                    <a:pt x="7435" y="1828"/>
                  </a:cubicBezTo>
                  <a:cubicBezTo>
                    <a:pt x="7435" y="1639"/>
                    <a:pt x="7278" y="1482"/>
                    <a:pt x="7089" y="1482"/>
                  </a:cubicBezTo>
                  <a:cubicBezTo>
                    <a:pt x="6900" y="1482"/>
                    <a:pt x="6742" y="1639"/>
                    <a:pt x="6742" y="1828"/>
                  </a:cubicBezTo>
                  <a:cubicBezTo>
                    <a:pt x="6742" y="2458"/>
                    <a:pt x="7246" y="2931"/>
                    <a:pt x="7845" y="2931"/>
                  </a:cubicBezTo>
                  <a:cubicBezTo>
                    <a:pt x="8475" y="2931"/>
                    <a:pt x="8947" y="2427"/>
                    <a:pt x="8947" y="1828"/>
                  </a:cubicBezTo>
                  <a:cubicBezTo>
                    <a:pt x="8947" y="820"/>
                    <a:pt x="8128" y="1"/>
                    <a:pt x="7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68" name="Google Shape;10468;p64"/>
          <p:cNvGrpSpPr/>
          <p:nvPr/>
        </p:nvGrpSpPr>
        <p:grpSpPr>
          <a:xfrm>
            <a:off x="6198887" y="3602925"/>
            <a:ext cx="361969" cy="361544"/>
            <a:chOff x="-53690503" y="2686575"/>
            <a:chExt cx="319000" cy="318625"/>
          </a:xfrm>
        </p:grpSpPr>
        <p:sp>
          <p:nvSpPr>
            <p:cNvPr id="10469" name="Google Shape;10469;p64"/>
            <p:cNvSpPr/>
            <p:nvPr/>
          </p:nvSpPr>
          <p:spPr>
            <a:xfrm>
              <a:off x="-53567626" y="2917925"/>
              <a:ext cx="73250" cy="29775"/>
            </a:xfrm>
            <a:custGeom>
              <a:rect l="l" t="t" r="r" b="b"/>
              <a:pathLst>
                <a:path w="2930" h="1191" extrusionOk="0">
                  <a:moveTo>
                    <a:pt x="410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7"/>
                    <a:pt x="0" y="529"/>
                    <a:pt x="158" y="655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58" y="1001"/>
                    <a:pt x="2773" y="655"/>
                  </a:cubicBezTo>
                  <a:cubicBezTo>
                    <a:pt x="2930" y="497"/>
                    <a:pt x="2930" y="245"/>
                    <a:pt x="2773" y="119"/>
                  </a:cubicBezTo>
                  <a:cubicBezTo>
                    <a:pt x="2710" y="72"/>
                    <a:pt x="2615" y="48"/>
                    <a:pt x="2517" y="48"/>
                  </a:cubicBezTo>
                  <a:cubicBezTo>
                    <a:pt x="2418" y="48"/>
                    <a:pt x="2316" y="72"/>
                    <a:pt x="2237" y="119"/>
                  </a:cubicBezTo>
                  <a:cubicBezTo>
                    <a:pt x="2048" y="340"/>
                    <a:pt x="1733" y="434"/>
                    <a:pt x="1449" y="434"/>
                  </a:cubicBezTo>
                  <a:cubicBezTo>
                    <a:pt x="1134" y="434"/>
                    <a:pt x="882" y="340"/>
                    <a:pt x="662" y="119"/>
                  </a:cubicBezTo>
                  <a:cubicBezTo>
                    <a:pt x="599" y="40"/>
                    <a:pt x="504" y="1"/>
                    <a:pt x="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0" name="Google Shape;10470;p64"/>
            <p:cNvSpPr/>
            <p:nvPr/>
          </p:nvSpPr>
          <p:spPr>
            <a:xfrm>
              <a:off x="-53577077" y="2854725"/>
              <a:ext cx="17325" cy="18150"/>
            </a:xfrm>
            <a:custGeom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1" name="Google Shape;10471;p64"/>
            <p:cNvSpPr/>
            <p:nvPr/>
          </p:nvSpPr>
          <p:spPr>
            <a:xfrm>
              <a:off x="-53502247" y="2854725"/>
              <a:ext cx="17325" cy="18150"/>
            </a:xfrm>
            <a:custGeom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2" name="Google Shape;10472;p64"/>
            <p:cNvSpPr/>
            <p:nvPr/>
          </p:nvSpPr>
          <p:spPr>
            <a:xfrm>
              <a:off x="-53690503" y="2686575"/>
              <a:ext cx="319000" cy="318625"/>
            </a:xfrm>
            <a:custGeom>
              <a:rect l="l" t="t" r="r" b="b"/>
              <a:pathLst>
                <a:path w="12759" h="12745" extrusionOk="0">
                  <a:moveTo>
                    <a:pt x="6364" y="804"/>
                  </a:moveTo>
                  <a:lnTo>
                    <a:pt x="11059" y="3765"/>
                  </a:lnTo>
                  <a:lnTo>
                    <a:pt x="1702" y="3765"/>
                  </a:lnTo>
                  <a:lnTo>
                    <a:pt x="6364" y="804"/>
                  </a:lnTo>
                  <a:close/>
                  <a:moveTo>
                    <a:pt x="5797" y="4490"/>
                  </a:moveTo>
                  <a:cubicBezTo>
                    <a:pt x="5262" y="5404"/>
                    <a:pt x="4285" y="6002"/>
                    <a:pt x="3214" y="6002"/>
                  </a:cubicBezTo>
                  <a:lnTo>
                    <a:pt x="2237" y="6002"/>
                  </a:lnTo>
                  <a:cubicBezTo>
                    <a:pt x="1954" y="6002"/>
                    <a:pt x="1733" y="6065"/>
                    <a:pt x="1513" y="6191"/>
                  </a:cubicBezTo>
                  <a:lnTo>
                    <a:pt x="1513" y="4490"/>
                  </a:lnTo>
                  <a:close/>
                  <a:moveTo>
                    <a:pt x="11248" y="4490"/>
                  </a:moveTo>
                  <a:lnTo>
                    <a:pt x="11248" y="6191"/>
                  </a:lnTo>
                  <a:cubicBezTo>
                    <a:pt x="11027" y="6065"/>
                    <a:pt x="10775" y="6002"/>
                    <a:pt x="10523" y="6002"/>
                  </a:cubicBezTo>
                  <a:lnTo>
                    <a:pt x="9515" y="6002"/>
                  </a:lnTo>
                  <a:cubicBezTo>
                    <a:pt x="8475" y="6002"/>
                    <a:pt x="7467" y="5404"/>
                    <a:pt x="6963" y="4490"/>
                  </a:cubicBezTo>
                  <a:close/>
                  <a:moveTo>
                    <a:pt x="2237" y="6758"/>
                  </a:moveTo>
                  <a:lnTo>
                    <a:pt x="2237" y="8239"/>
                  </a:lnTo>
                  <a:cubicBezTo>
                    <a:pt x="1859" y="8239"/>
                    <a:pt x="1481" y="7892"/>
                    <a:pt x="1481" y="7483"/>
                  </a:cubicBezTo>
                  <a:cubicBezTo>
                    <a:pt x="1481" y="7105"/>
                    <a:pt x="1796" y="6758"/>
                    <a:pt x="2237" y="6758"/>
                  </a:cubicBezTo>
                  <a:close/>
                  <a:moveTo>
                    <a:pt x="10523" y="6758"/>
                  </a:moveTo>
                  <a:cubicBezTo>
                    <a:pt x="10901" y="6758"/>
                    <a:pt x="11248" y="7073"/>
                    <a:pt x="11248" y="7483"/>
                  </a:cubicBezTo>
                  <a:cubicBezTo>
                    <a:pt x="11248" y="7892"/>
                    <a:pt x="10933" y="8239"/>
                    <a:pt x="10523" y="8239"/>
                  </a:cubicBezTo>
                  <a:lnTo>
                    <a:pt x="10523" y="6758"/>
                  </a:lnTo>
                  <a:close/>
                  <a:moveTo>
                    <a:pt x="1481" y="8806"/>
                  </a:moveTo>
                  <a:cubicBezTo>
                    <a:pt x="1733" y="8901"/>
                    <a:pt x="1954" y="8995"/>
                    <a:pt x="2237" y="8995"/>
                  </a:cubicBezTo>
                  <a:cubicBezTo>
                    <a:pt x="2363" y="10224"/>
                    <a:pt x="2993" y="11326"/>
                    <a:pt x="4002" y="11988"/>
                  </a:cubicBezTo>
                  <a:lnTo>
                    <a:pt x="1481" y="11988"/>
                  </a:lnTo>
                  <a:lnTo>
                    <a:pt x="1481" y="8806"/>
                  </a:lnTo>
                  <a:close/>
                  <a:moveTo>
                    <a:pt x="6333" y="5025"/>
                  </a:moveTo>
                  <a:cubicBezTo>
                    <a:pt x="6585" y="5404"/>
                    <a:pt x="6932" y="5750"/>
                    <a:pt x="7310" y="6065"/>
                  </a:cubicBezTo>
                  <a:cubicBezTo>
                    <a:pt x="7940" y="6506"/>
                    <a:pt x="8696" y="6758"/>
                    <a:pt x="9452" y="6758"/>
                  </a:cubicBezTo>
                  <a:lnTo>
                    <a:pt x="9672" y="6758"/>
                  </a:lnTo>
                  <a:lnTo>
                    <a:pt x="9672" y="8586"/>
                  </a:lnTo>
                  <a:lnTo>
                    <a:pt x="9767" y="8586"/>
                  </a:lnTo>
                  <a:cubicBezTo>
                    <a:pt x="9767" y="10444"/>
                    <a:pt x="8223" y="11988"/>
                    <a:pt x="6364" y="11988"/>
                  </a:cubicBezTo>
                  <a:cubicBezTo>
                    <a:pt x="4537" y="11988"/>
                    <a:pt x="2993" y="10444"/>
                    <a:pt x="2993" y="8586"/>
                  </a:cubicBezTo>
                  <a:lnTo>
                    <a:pt x="2993" y="6758"/>
                  </a:lnTo>
                  <a:lnTo>
                    <a:pt x="3214" y="6758"/>
                  </a:lnTo>
                  <a:cubicBezTo>
                    <a:pt x="4002" y="6758"/>
                    <a:pt x="4726" y="6506"/>
                    <a:pt x="5356" y="6065"/>
                  </a:cubicBezTo>
                  <a:cubicBezTo>
                    <a:pt x="5734" y="5813"/>
                    <a:pt x="6112" y="5435"/>
                    <a:pt x="6333" y="5025"/>
                  </a:cubicBezTo>
                  <a:close/>
                  <a:moveTo>
                    <a:pt x="11248" y="8806"/>
                  </a:moveTo>
                  <a:lnTo>
                    <a:pt x="11248" y="12020"/>
                  </a:lnTo>
                  <a:lnTo>
                    <a:pt x="8727" y="12020"/>
                  </a:lnTo>
                  <a:lnTo>
                    <a:pt x="8727" y="11988"/>
                  </a:lnTo>
                  <a:cubicBezTo>
                    <a:pt x="9735" y="11326"/>
                    <a:pt x="10397" y="10224"/>
                    <a:pt x="10523" y="8995"/>
                  </a:cubicBezTo>
                  <a:cubicBezTo>
                    <a:pt x="10775" y="8995"/>
                    <a:pt x="11027" y="8901"/>
                    <a:pt x="11248" y="8806"/>
                  </a:cubicBezTo>
                  <a:close/>
                  <a:moveTo>
                    <a:pt x="6380" y="0"/>
                  </a:moveTo>
                  <a:cubicBezTo>
                    <a:pt x="6309" y="0"/>
                    <a:pt x="6238" y="16"/>
                    <a:pt x="6175" y="48"/>
                  </a:cubicBezTo>
                  <a:lnTo>
                    <a:pt x="189" y="3797"/>
                  </a:lnTo>
                  <a:cubicBezTo>
                    <a:pt x="32" y="3860"/>
                    <a:pt x="0" y="4080"/>
                    <a:pt x="32" y="4238"/>
                  </a:cubicBezTo>
                  <a:cubicBezTo>
                    <a:pt x="95" y="4395"/>
                    <a:pt x="252" y="4490"/>
                    <a:pt x="378" y="4490"/>
                  </a:cubicBezTo>
                  <a:lnTo>
                    <a:pt x="757" y="4490"/>
                  </a:lnTo>
                  <a:lnTo>
                    <a:pt x="757" y="12366"/>
                  </a:lnTo>
                  <a:cubicBezTo>
                    <a:pt x="757" y="12587"/>
                    <a:pt x="914" y="12744"/>
                    <a:pt x="1103" y="12744"/>
                  </a:cubicBezTo>
                  <a:lnTo>
                    <a:pt x="11626" y="12744"/>
                  </a:lnTo>
                  <a:cubicBezTo>
                    <a:pt x="11815" y="12744"/>
                    <a:pt x="11972" y="12587"/>
                    <a:pt x="11972" y="12366"/>
                  </a:cubicBezTo>
                  <a:lnTo>
                    <a:pt x="11972" y="4490"/>
                  </a:lnTo>
                  <a:lnTo>
                    <a:pt x="12319" y="4490"/>
                  </a:lnTo>
                  <a:cubicBezTo>
                    <a:pt x="12476" y="4490"/>
                    <a:pt x="12634" y="4395"/>
                    <a:pt x="12665" y="4238"/>
                  </a:cubicBezTo>
                  <a:cubicBezTo>
                    <a:pt x="12760" y="4080"/>
                    <a:pt x="12728" y="3923"/>
                    <a:pt x="12571" y="3797"/>
                  </a:cubicBezTo>
                  <a:lnTo>
                    <a:pt x="6585" y="48"/>
                  </a:lnTo>
                  <a:cubicBezTo>
                    <a:pt x="6522" y="16"/>
                    <a:pt x="6451" y="0"/>
                    <a:pt x="6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73" name="Google Shape;10473;p64"/>
          <p:cNvGrpSpPr/>
          <p:nvPr/>
        </p:nvGrpSpPr>
        <p:grpSpPr>
          <a:xfrm>
            <a:off x="8008669" y="3145785"/>
            <a:ext cx="317319" cy="360948"/>
            <a:chOff x="-52092423" y="2303525"/>
            <a:chExt cx="279650" cy="318100"/>
          </a:xfrm>
        </p:grpSpPr>
        <p:sp>
          <p:nvSpPr>
            <p:cNvPr id="10474" name="Google Shape;10474;p64"/>
            <p:cNvSpPr/>
            <p:nvPr/>
          </p:nvSpPr>
          <p:spPr>
            <a:xfrm>
              <a:off x="-51989224" y="2535950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98" y="0"/>
                  </a:moveTo>
                  <a:cubicBezTo>
                    <a:pt x="307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04" y="1000"/>
                    <a:pt x="977" y="1189"/>
                    <a:pt x="1449" y="1189"/>
                  </a:cubicBezTo>
                  <a:cubicBezTo>
                    <a:pt x="1922" y="1189"/>
                    <a:pt x="2426" y="1000"/>
                    <a:pt x="2741" y="654"/>
                  </a:cubicBezTo>
                  <a:cubicBezTo>
                    <a:pt x="2899" y="496"/>
                    <a:pt x="2899" y="244"/>
                    <a:pt x="2741" y="118"/>
                  </a:cubicBezTo>
                  <a:cubicBezTo>
                    <a:pt x="2662" y="40"/>
                    <a:pt x="2568" y="0"/>
                    <a:pt x="2477" y="0"/>
                  </a:cubicBezTo>
                  <a:cubicBezTo>
                    <a:pt x="2387" y="0"/>
                    <a:pt x="2300" y="40"/>
                    <a:pt x="2237" y="118"/>
                  </a:cubicBezTo>
                  <a:cubicBezTo>
                    <a:pt x="2048" y="339"/>
                    <a:pt x="1733" y="433"/>
                    <a:pt x="1449" y="433"/>
                  </a:cubicBezTo>
                  <a:cubicBezTo>
                    <a:pt x="1134" y="433"/>
                    <a:pt x="851" y="339"/>
                    <a:pt x="662" y="118"/>
                  </a:cubicBezTo>
                  <a:cubicBezTo>
                    <a:pt x="583" y="40"/>
                    <a:pt x="488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5" name="Google Shape;10475;p64"/>
            <p:cNvSpPr/>
            <p:nvPr/>
          </p:nvSpPr>
          <p:spPr>
            <a:xfrm>
              <a:off x="-52092423" y="2303525"/>
              <a:ext cx="279650" cy="318100"/>
            </a:xfrm>
            <a:custGeom>
              <a:rect l="l" t="t" r="r" b="b"/>
              <a:pathLst>
                <a:path w="11186" h="12724" extrusionOk="0">
                  <a:moveTo>
                    <a:pt x="9610" y="878"/>
                  </a:moveTo>
                  <a:lnTo>
                    <a:pt x="9295" y="2957"/>
                  </a:lnTo>
                  <a:cubicBezTo>
                    <a:pt x="8381" y="2957"/>
                    <a:pt x="7625" y="2327"/>
                    <a:pt x="7468" y="1476"/>
                  </a:cubicBezTo>
                  <a:lnTo>
                    <a:pt x="9610" y="878"/>
                  </a:lnTo>
                  <a:close/>
                  <a:moveTo>
                    <a:pt x="3719" y="1476"/>
                  </a:moveTo>
                  <a:cubicBezTo>
                    <a:pt x="4128" y="1476"/>
                    <a:pt x="4475" y="1791"/>
                    <a:pt x="4475" y="2201"/>
                  </a:cubicBezTo>
                  <a:cubicBezTo>
                    <a:pt x="4475" y="2610"/>
                    <a:pt x="4128" y="2957"/>
                    <a:pt x="3719" y="2957"/>
                  </a:cubicBezTo>
                  <a:cubicBezTo>
                    <a:pt x="3624" y="2957"/>
                    <a:pt x="3498" y="2925"/>
                    <a:pt x="3403" y="2894"/>
                  </a:cubicBezTo>
                  <a:cubicBezTo>
                    <a:pt x="3349" y="2861"/>
                    <a:pt x="3294" y="2847"/>
                    <a:pt x="3241" y="2847"/>
                  </a:cubicBezTo>
                  <a:cubicBezTo>
                    <a:pt x="3144" y="2847"/>
                    <a:pt x="3055" y="2895"/>
                    <a:pt x="2994" y="2957"/>
                  </a:cubicBezTo>
                  <a:cubicBezTo>
                    <a:pt x="2868" y="3083"/>
                    <a:pt x="2836" y="3240"/>
                    <a:pt x="2899" y="3398"/>
                  </a:cubicBezTo>
                  <a:cubicBezTo>
                    <a:pt x="2931" y="3524"/>
                    <a:pt x="2994" y="3618"/>
                    <a:pt x="2994" y="3713"/>
                  </a:cubicBezTo>
                  <a:cubicBezTo>
                    <a:pt x="2994" y="4091"/>
                    <a:pt x="2616" y="4469"/>
                    <a:pt x="2238" y="4469"/>
                  </a:cubicBezTo>
                  <a:cubicBezTo>
                    <a:pt x="1828" y="4469"/>
                    <a:pt x="1482" y="4154"/>
                    <a:pt x="1482" y="3713"/>
                  </a:cubicBezTo>
                  <a:cubicBezTo>
                    <a:pt x="1482" y="3492"/>
                    <a:pt x="1608" y="3303"/>
                    <a:pt x="1671" y="3209"/>
                  </a:cubicBezTo>
                  <a:cubicBezTo>
                    <a:pt x="1797" y="3083"/>
                    <a:pt x="1797" y="2894"/>
                    <a:pt x="1639" y="2736"/>
                  </a:cubicBezTo>
                  <a:cubicBezTo>
                    <a:pt x="1576" y="2610"/>
                    <a:pt x="1450" y="2453"/>
                    <a:pt x="1450" y="2201"/>
                  </a:cubicBezTo>
                  <a:cubicBezTo>
                    <a:pt x="1450" y="1823"/>
                    <a:pt x="1765" y="1476"/>
                    <a:pt x="2206" y="1476"/>
                  </a:cubicBezTo>
                  <a:cubicBezTo>
                    <a:pt x="2427" y="1476"/>
                    <a:pt x="2584" y="1571"/>
                    <a:pt x="2710" y="1665"/>
                  </a:cubicBezTo>
                  <a:cubicBezTo>
                    <a:pt x="2789" y="1728"/>
                    <a:pt x="2876" y="1760"/>
                    <a:pt x="2962" y="1760"/>
                  </a:cubicBezTo>
                  <a:cubicBezTo>
                    <a:pt x="3049" y="1760"/>
                    <a:pt x="3136" y="1728"/>
                    <a:pt x="3214" y="1665"/>
                  </a:cubicBezTo>
                  <a:cubicBezTo>
                    <a:pt x="3340" y="1571"/>
                    <a:pt x="3498" y="1476"/>
                    <a:pt x="3719" y="1476"/>
                  </a:cubicBezTo>
                  <a:close/>
                  <a:moveTo>
                    <a:pt x="6774" y="1697"/>
                  </a:moveTo>
                  <a:cubicBezTo>
                    <a:pt x="7027" y="2862"/>
                    <a:pt x="8035" y="3681"/>
                    <a:pt x="9200" y="3713"/>
                  </a:cubicBezTo>
                  <a:lnTo>
                    <a:pt x="9011" y="5225"/>
                  </a:lnTo>
                  <a:cubicBezTo>
                    <a:pt x="7247" y="5099"/>
                    <a:pt x="5735" y="3839"/>
                    <a:pt x="5294" y="2138"/>
                  </a:cubicBezTo>
                  <a:lnTo>
                    <a:pt x="6774" y="1697"/>
                  </a:lnTo>
                  <a:close/>
                  <a:moveTo>
                    <a:pt x="1450" y="6737"/>
                  </a:moveTo>
                  <a:lnTo>
                    <a:pt x="1450" y="8250"/>
                  </a:lnTo>
                  <a:cubicBezTo>
                    <a:pt x="1041" y="8250"/>
                    <a:pt x="694" y="7935"/>
                    <a:pt x="694" y="7494"/>
                  </a:cubicBezTo>
                  <a:cubicBezTo>
                    <a:pt x="694" y="7115"/>
                    <a:pt x="1009" y="6737"/>
                    <a:pt x="1450" y="6737"/>
                  </a:cubicBezTo>
                  <a:close/>
                  <a:moveTo>
                    <a:pt x="9673" y="6737"/>
                  </a:moveTo>
                  <a:cubicBezTo>
                    <a:pt x="10083" y="6737"/>
                    <a:pt x="10429" y="7052"/>
                    <a:pt x="10429" y="7494"/>
                  </a:cubicBezTo>
                  <a:cubicBezTo>
                    <a:pt x="10429" y="7935"/>
                    <a:pt x="10083" y="8250"/>
                    <a:pt x="9673" y="8250"/>
                  </a:cubicBezTo>
                  <a:lnTo>
                    <a:pt x="9673" y="6737"/>
                  </a:lnTo>
                  <a:close/>
                  <a:moveTo>
                    <a:pt x="4884" y="3209"/>
                  </a:moveTo>
                  <a:cubicBezTo>
                    <a:pt x="5609" y="4784"/>
                    <a:pt x="7184" y="5824"/>
                    <a:pt x="8917" y="5981"/>
                  </a:cubicBezTo>
                  <a:lnTo>
                    <a:pt x="8917" y="6422"/>
                  </a:lnTo>
                  <a:lnTo>
                    <a:pt x="8917" y="8659"/>
                  </a:lnTo>
                  <a:cubicBezTo>
                    <a:pt x="8917" y="10486"/>
                    <a:pt x="7436" y="11999"/>
                    <a:pt x="5577" y="11999"/>
                  </a:cubicBezTo>
                  <a:cubicBezTo>
                    <a:pt x="3719" y="11999"/>
                    <a:pt x="2238" y="10486"/>
                    <a:pt x="2238" y="8628"/>
                  </a:cubicBezTo>
                  <a:lnTo>
                    <a:pt x="2238" y="5603"/>
                  </a:lnTo>
                  <a:cubicBezTo>
                    <a:pt x="2238" y="5477"/>
                    <a:pt x="2238" y="5383"/>
                    <a:pt x="2269" y="5257"/>
                  </a:cubicBezTo>
                  <a:cubicBezTo>
                    <a:pt x="3088" y="5257"/>
                    <a:pt x="3719" y="4595"/>
                    <a:pt x="3719" y="3744"/>
                  </a:cubicBezTo>
                  <a:cubicBezTo>
                    <a:pt x="4191" y="3744"/>
                    <a:pt x="4601" y="3555"/>
                    <a:pt x="4884" y="3209"/>
                  </a:cubicBezTo>
                  <a:close/>
                  <a:moveTo>
                    <a:pt x="10072" y="1"/>
                  </a:moveTo>
                  <a:cubicBezTo>
                    <a:pt x="10033" y="1"/>
                    <a:pt x="9993" y="8"/>
                    <a:pt x="9956" y="27"/>
                  </a:cubicBezTo>
                  <a:lnTo>
                    <a:pt x="4979" y="1445"/>
                  </a:lnTo>
                  <a:cubicBezTo>
                    <a:pt x="4727" y="1004"/>
                    <a:pt x="4254" y="720"/>
                    <a:pt x="3719" y="720"/>
                  </a:cubicBezTo>
                  <a:cubicBezTo>
                    <a:pt x="3466" y="720"/>
                    <a:pt x="3214" y="783"/>
                    <a:pt x="2994" y="909"/>
                  </a:cubicBezTo>
                  <a:cubicBezTo>
                    <a:pt x="2742" y="783"/>
                    <a:pt x="2521" y="720"/>
                    <a:pt x="2238" y="720"/>
                  </a:cubicBezTo>
                  <a:cubicBezTo>
                    <a:pt x="1419" y="720"/>
                    <a:pt x="726" y="1382"/>
                    <a:pt x="726" y="2232"/>
                  </a:cubicBezTo>
                  <a:cubicBezTo>
                    <a:pt x="726" y="2484"/>
                    <a:pt x="820" y="2736"/>
                    <a:pt x="946" y="2957"/>
                  </a:cubicBezTo>
                  <a:cubicBezTo>
                    <a:pt x="820" y="3209"/>
                    <a:pt x="726" y="3429"/>
                    <a:pt x="726" y="3713"/>
                  </a:cubicBezTo>
                  <a:cubicBezTo>
                    <a:pt x="726" y="4280"/>
                    <a:pt x="1041" y="4784"/>
                    <a:pt x="1513" y="5005"/>
                  </a:cubicBezTo>
                  <a:cubicBezTo>
                    <a:pt x="1482" y="5225"/>
                    <a:pt x="1482" y="5383"/>
                    <a:pt x="1482" y="5572"/>
                  </a:cubicBezTo>
                  <a:lnTo>
                    <a:pt x="1482" y="6013"/>
                  </a:lnTo>
                  <a:cubicBezTo>
                    <a:pt x="663" y="6013"/>
                    <a:pt x="1" y="6674"/>
                    <a:pt x="1" y="7494"/>
                  </a:cubicBezTo>
                  <a:cubicBezTo>
                    <a:pt x="1" y="8313"/>
                    <a:pt x="663" y="9006"/>
                    <a:pt x="1482" y="9006"/>
                  </a:cubicBezTo>
                  <a:cubicBezTo>
                    <a:pt x="1671" y="11085"/>
                    <a:pt x="3466" y="12723"/>
                    <a:pt x="5577" y="12723"/>
                  </a:cubicBezTo>
                  <a:cubicBezTo>
                    <a:pt x="7720" y="12723"/>
                    <a:pt x="9484" y="11085"/>
                    <a:pt x="9673" y="9006"/>
                  </a:cubicBezTo>
                  <a:cubicBezTo>
                    <a:pt x="10492" y="9006"/>
                    <a:pt x="11185" y="8313"/>
                    <a:pt x="11185" y="7494"/>
                  </a:cubicBezTo>
                  <a:cubicBezTo>
                    <a:pt x="11185" y="6674"/>
                    <a:pt x="10492" y="6013"/>
                    <a:pt x="9673" y="6013"/>
                  </a:cubicBezTo>
                  <a:lnTo>
                    <a:pt x="9673" y="5603"/>
                  </a:lnTo>
                  <a:cubicBezTo>
                    <a:pt x="9704" y="5414"/>
                    <a:pt x="10398" y="594"/>
                    <a:pt x="10429" y="405"/>
                  </a:cubicBezTo>
                  <a:cubicBezTo>
                    <a:pt x="10429" y="279"/>
                    <a:pt x="10398" y="184"/>
                    <a:pt x="10303" y="90"/>
                  </a:cubicBezTo>
                  <a:cubicBezTo>
                    <a:pt x="10258" y="45"/>
                    <a:pt x="10167" y="1"/>
                    <a:pt x="10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6" name="Google Shape;10476;p64"/>
            <p:cNvSpPr/>
            <p:nvPr/>
          </p:nvSpPr>
          <p:spPr>
            <a:xfrm>
              <a:off x="-51998674" y="2454625"/>
              <a:ext cx="17325" cy="17350"/>
            </a:xfrm>
            <a:custGeom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7" name="Google Shape;10477;p64"/>
            <p:cNvSpPr/>
            <p:nvPr/>
          </p:nvSpPr>
          <p:spPr>
            <a:xfrm>
              <a:off x="-51925451" y="245462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78" name="Google Shape;10478;p64"/>
            <p:cNvSpPr/>
            <p:nvPr/>
          </p:nvSpPr>
          <p:spPr>
            <a:xfrm>
              <a:off x="-51981351" y="2472725"/>
              <a:ext cx="55925" cy="55950"/>
            </a:xfrm>
            <a:custGeom>
              <a:rect l="l" t="t" r="r" b="b"/>
              <a:pathLst>
                <a:path w="2237" h="2238" extrusionOk="0">
                  <a:moveTo>
                    <a:pt x="1134" y="726"/>
                  </a:moveTo>
                  <a:cubicBezTo>
                    <a:pt x="1323" y="726"/>
                    <a:pt x="1481" y="883"/>
                    <a:pt x="1481" y="1072"/>
                  </a:cubicBezTo>
                  <a:cubicBezTo>
                    <a:pt x="1481" y="1293"/>
                    <a:pt x="1323" y="1450"/>
                    <a:pt x="1134" y="1450"/>
                  </a:cubicBezTo>
                  <a:cubicBezTo>
                    <a:pt x="945" y="1450"/>
                    <a:pt x="788" y="1293"/>
                    <a:pt x="788" y="1072"/>
                  </a:cubicBezTo>
                  <a:cubicBezTo>
                    <a:pt x="756" y="915"/>
                    <a:pt x="914" y="726"/>
                    <a:pt x="1134" y="726"/>
                  </a:cubicBezTo>
                  <a:close/>
                  <a:moveTo>
                    <a:pt x="1134" y="1"/>
                  </a:moveTo>
                  <a:cubicBezTo>
                    <a:pt x="504" y="1"/>
                    <a:pt x="32" y="536"/>
                    <a:pt x="32" y="1135"/>
                  </a:cubicBezTo>
                  <a:cubicBezTo>
                    <a:pt x="0" y="1765"/>
                    <a:pt x="504" y="2238"/>
                    <a:pt x="1134" y="2238"/>
                  </a:cubicBezTo>
                  <a:cubicBezTo>
                    <a:pt x="1764" y="2238"/>
                    <a:pt x="2237" y="1702"/>
                    <a:pt x="2237" y="1135"/>
                  </a:cubicBezTo>
                  <a:cubicBezTo>
                    <a:pt x="2237" y="505"/>
                    <a:pt x="1733" y="1"/>
                    <a:pt x="1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79" name="Google Shape;10479;p64"/>
          <p:cNvGrpSpPr/>
          <p:nvPr/>
        </p:nvGrpSpPr>
        <p:grpSpPr>
          <a:xfrm>
            <a:off x="5727728" y="1306249"/>
            <a:ext cx="363756" cy="361090"/>
            <a:chOff x="-57189123" y="1904850"/>
            <a:chExt cx="320575" cy="318225"/>
          </a:xfrm>
        </p:grpSpPr>
        <p:sp>
          <p:nvSpPr>
            <p:cNvPr id="10480" name="Google Shape;10480;p64"/>
            <p:cNvSpPr/>
            <p:nvPr/>
          </p:nvSpPr>
          <p:spPr>
            <a:xfrm>
              <a:off x="-57073347" y="2072625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1" name="Google Shape;10481;p64"/>
            <p:cNvSpPr/>
            <p:nvPr/>
          </p:nvSpPr>
          <p:spPr>
            <a:xfrm>
              <a:off x="-56998524" y="207262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2" name="Google Shape;10482;p64"/>
            <p:cNvSpPr/>
            <p:nvPr/>
          </p:nvSpPr>
          <p:spPr>
            <a:xfrm>
              <a:off x="-57035551" y="2007250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3" name="Google Shape;10483;p64"/>
            <p:cNvSpPr/>
            <p:nvPr/>
          </p:nvSpPr>
          <p:spPr>
            <a:xfrm>
              <a:off x="-57063903" y="2135825"/>
              <a:ext cx="73275" cy="28975"/>
            </a:xfrm>
            <a:custGeom>
              <a:rect l="l" t="t" r="r" b="b"/>
              <a:pathLst>
                <a:path w="2931" h="1159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36" y="970"/>
                    <a:pt x="1009" y="1159"/>
                    <a:pt x="1481" y="1159"/>
                  </a:cubicBezTo>
                  <a:cubicBezTo>
                    <a:pt x="1954" y="1159"/>
                    <a:pt x="2458" y="970"/>
                    <a:pt x="2773" y="623"/>
                  </a:cubicBezTo>
                  <a:cubicBezTo>
                    <a:pt x="2931" y="465"/>
                    <a:pt x="2931" y="213"/>
                    <a:pt x="2773" y="119"/>
                  </a:cubicBezTo>
                  <a:cubicBezTo>
                    <a:pt x="2710" y="40"/>
                    <a:pt x="2623" y="1"/>
                    <a:pt x="2533" y="1"/>
                  </a:cubicBezTo>
                  <a:cubicBezTo>
                    <a:pt x="2442" y="1"/>
                    <a:pt x="2348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66" y="434"/>
                    <a:pt x="883" y="308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4" name="Google Shape;10484;p64"/>
            <p:cNvSpPr/>
            <p:nvPr/>
          </p:nvSpPr>
          <p:spPr>
            <a:xfrm>
              <a:off x="-57189123" y="1904850"/>
              <a:ext cx="320575" cy="318225"/>
            </a:xfrm>
            <a:custGeom>
              <a:rect l="l" t="t" r="r" b="b"/>
              <a:pathLst>
                <a:path w="12823" h="12729" extrusionOk="0">
                  <a:moveTo>
                    <a:pt x="6490" y="726"/>
                  </a:moveTo>
                  <a:cubicBezTo>
                    <a:pt x="6994" y="726"/>
                    <a:pt x="7467" y="1104"/>
                    <a:pt x="7593" y="1639"/>
                  </a:cubicBezTo>
                  <a:cubicBezTo>
                    <a:pt x="7215" y="1545"/>
                    <a:pt x="6868" y="1450"/>
                    <a:pt x="6490" y="1450"/>
                  </a:cubicBezTo>
                  <a:cubicBezTo>
                    <a:pt x="6081" y="1450"/>
                    <a:pt x="5734" y="1513"/>
                    <a:pt x="5388" y="1639"/>
                  </a:cubicBezTo>
                  <a:cubicBezTo>
                    <a:pt x="5482" y="1104"/>
                    <a:pt x="5923" y="726"/>
                    <a:pt x="6490" y="726"/>
                  </a:cubicBezTo>
                  <a:close/>
                  <a:moveTo>
                    <a:pt x="6081" y="2269"/>
                  </a:moveTo>
                  <a:lnTo>
                    <a:pt x="6081" y="2301"/>
                  </a:lnTo>
                  <a:cubicBezTo>
                    <a:pt x="5860" y="2364"/>
                    <a:pt x="5608" y="2584"/>
                    <a:pt x="5482" y="2805"/>
                  </a:cubicBezTo>
                  <a:cubicBezTo>
                    <a:pt x="5104" y="2805"/>
                    <a:pt x="4695" y="2994"/>
                    <a:pt x="4506" y="3372"/>
                  </a:cubicBezTo>
                  <a:cubicBezTo>
                    <a:pt x="4317" y="3719"/>
                    <a:pt x="4317" y="4160"/>
                    <a:pt x="4506" y="4475"/>
                  </a:cubicBezTo>
                  <a:cubicBezTo>
                    <a:pt x="4474" y="4538"/>
                    <a:pt x="4443" y="4664"/>
                    <a:pt x="4380" y="4727"/>
                  </a:cubicBezTo>
                  <a:cubicBezTo>
                    <a:pt x="4002" y="4979"/>
                    <a:pt x="3529" y="5136"/>
                    <a:pt x="3088" y="5168"/>
                  </a:cubicBezTo>
                  <a:cubicBezTo>
                    <a:pt x="3277" y="3624"/>
                    <a:pt x="4537" y="2427"/>
                    <a:pt x="6081" y="2269"/>
                  </a:cubicBezTo>
                  <a:close/>
                  <a:moveTo>
                    <a:pt x="6837" y="2269"/>
                  </a:moveTo>
                  <a:cubicBezTo>
                    <a:pt x="8412" y="2427"/>
                    <a:pt x="9641" y="3624"/>
                    <a:pt x="9830" y="5168"/>
                  </a:cubicBezTo>
                  <a:cubicBezTo>
                    <a:pt x="9357" y="5136"/>
                    <a:pt x="8916" y="4979"/>
                    <a:pt x="8538" y="4727"/>
                  </a:cubicBezTo>
                  <a:cubicBezTo>
                    <a:pt x="8475" y="4632"/>
                    <a:pt x="8444" y="4538"/>
                    <a:pt x="8412" y="4475"/>
                  </a:cubicBezTo>
                  <a:cubicBezTo>
                    <a:pt x="8601" y="4097"/>
                    <a:pt x="8633" y="3719"/>
                    <a:pt x="8412" y="3372"/>
                  </a:cubicBezTo>
                  <a:cubicBezTo>
                    <a:pt x="8223" y="2994"/>
                    <a:pt x="7814" y="2805"/>
                    <a:pt x="7436" y="2805"/>
                  </a:cubicBezTo>
                  <a:cubicBezTo>
                    <a:pt x="7310" y="2584"/>
                    <a:pt x="7057" y="2364"/>
                    <a:pt x="6837" y="2301"/>
                  </a:cubicBezTo>
                  <a:lnTo>
                    <a:pt x="6837" y="2269"/>
                  </a:lnTo>
                  <a:close/>
                  <a:moveTo>
                    <a:pt x="6490" y="2962"/>
                  </a:moveTo>
                  <a:cubicBezTo>
                    <a:pt x="6648" y="2962"/>
                    <a:pt x="6805" y="3088"/>
                    <a:pt x="6837" y="3277"/>
                  </a:cubicBezTo>
                  <a:cubicBezTo>
                    <a:pt x="6863" y="3460"/>
                    <a:pt x="7039" y="3577"/>
                    <a:pt x="7224" y="3577"/>
                  </a:cubicBezTo>
                  <a:cubicBezTo>
                    <a:pt x="7263" y="3577"/>
                    <a:pt x="7303" y="3572"/>
                    <a:pt x="7341" y="3561"/>
                  </a:cubicBezTo>
                  <a:cubicBezTo>
                    <a:pt x="7384" y="3535"/>
                    <a:pt x="7430" y="3523"/>
                    <a:pt x="7476" y="3523"/>
                  </a:cubicBezTo>
                  <a:cubicBezTo>
                    <a:pt x="7595" y="3523"/>
                    <a:pt x="7714" y="3604"/>
                    <a:pt x="7782" y="3719"/>
                  </a:cubicBezTo>
                  <a:cubicBezTo>
                    <a:pt x="7845" y="3876"/>
                    <a:pt x="7814" y="4065"/>
                    <a:pt x="7688" y="4191"/>
                  </a:cubicBezTo>
                  <a:cubicBezTo>
                    <a:pt x="7562" y="4349"/>
                    <a:pt x="7562" y="4601"/>
                    <a:pt x="7688" y="4727"/>
                  </a:cubicBezTo>
                  <a:cubicBezTo>
                    <a:pt x="7845" y="4853"/>
                    <a:pt x="7908" y="5042"/>
                    <a:pt x="7782" y="5199"/>
                  </a:cubicBezTo>
                  <a:cubicBezTo>
                    <a:pt x="7712" y="5316"/>
                    <a:pt x="7590" y="5381"/>
                    <a:pt x="7467" y="5381"/>
                  </a:cubicBezTo>
                  <a:cubicBezTo>
                    <a:pt x="7425" y="5381"/>
                    <a:pt x="7382" y="5373"/>
                    <a:pt x="7341" y="5357"/>
                  </a:cubicBezTo>
                  <a:cubicBezTo>
                    <a:pt x="7303" y="5346"/>
                    <a:pt x="7264" y="5341"/>
                    <a:pt x="7227" y="5341"/>
                  </a:cubicBezTo>
                  <a:cubicBezTo>
                    <a:pt x="7048" y="5341"/>
                    <a:pt x="6889" y="5458"/>
                    <a:pt x="6837" y="5640"/>
                  </a:cubicBezTo>
                  <a:cubicBezTo>
                    <a:pt x="6805" y="5829"/>
                    <a:pt x="6648" y="5955"/>
                    <a:pt x="6490" y="5955"/>
                  </a:cubicBezTo>
                  <a:cubicBezTo>
                    <a:pt x="6333" y="5955"/>
                    <a:pt x="6175" y="5829"/>
                    <a:pt x="6112" y="5640"/>
                  </a:cubicBezTo>
                  <a:cubicBezTo>
                    <a:pt x="6086" y="5458"/>
                    <a:pt x="5931" y="5341"/>
                    <a:pt x="5736" y="5341"/>
                  </a:cubicBezTo>
                  <a:cubicBezTo>
                    <a:pt x="5695" y="5341"/>
                    <a:pt x="5652" y="5346"/>
                    <a:pt x="5608" y="5357"/>
                  </a:cubicBezTo>
                  <a:cubicBezTo>
                    <a:pt x="5565" y="5383"/>
                    <a:pt x="5519" y="5394"/>
                    <a:pt x="5474" y="5394"/>
                  </a:cubicBezTo>
                  <a:cubicBezTo>
                    <a:pt x="5354" y="5394"/>
                    <a:pt x="5236" y="5313"/>
                    <a:pt x="5167" y="5199"/>
                  </a:cubicBezTo>
                  <a:cubicBezTo>
                    <a:pt x="5104" y="5042"/>
                    <a:pt x="5136" y="4853"/>
                    <a:pt x="5262" y="4727"/>
                  </a:cubicBezTo>
                  <a:cubicBezTo>
                    <a:pt x="5419" y="4569"/>
                    <a:pt x="5419" y="4317"/>
                    <a:pt x="5262" y="4191"/>
                  </a:cubicBezTo>
                  <a:cubicBezTo>
                    <a:pt x="5104" y="4065"/>
                    <a:pt x="5073" y="3876"/>
                    <a:pt x="5167" y="3719"/>
                  </a:cubicBezTo>
                  <a:cubicBezTo>
                    <a:pt x="5237" y="3602"/>
                    <a:pt x="5359" y="3537"/>
                    <a:pt x="5482" y="3537"/>
                  </a:cubicBezTo>
                  <a:cubicBezTo>
                    <a:pt x="5525" y="3537"/>
                    <a:pt x="5568" y="3545"/>
                    <a:pt x="5608" y="3561"/>
                  </a:cubicBezTo>
                  <a:cubicBezTo>
                    <a:pt x="5652" y="3572"/>
                    <a:pt x="5694" y="3577"/>
                    <a:pt x="5734" y="3577"/>
                  </a:cubicBezTo>
                  <a:cubicBezTo>
                    <a:pt x="5922" y="3577"/>
                    <a:pt x="6060" y="3460"/>
                    <a:pt x="6112" y="3277"/>
                  </a:cubicBezTo>
                  <a:cubicBezTo>
                    <a:pt x="6175" y="3088"/>
                    <a:pt x="6333" y="2962"/>
                    <a:pt x="6490" y="2962"/>
                  </a:cubicBezTo>
                  <a:close/>
                  <a:moveTo>
                    <a:pt x="2332" y="6711"/>
                  </a:moveTo>
                  <a:lnTo>
                    <a:pt x="2332" y="8192"/>
                  </a:lnTo>
                  <a:cubicBezTo>
                    <a:pt x="1954" y="8192"/>
                    <a:pt x="1607" y="7877"/>
                    <a:pt x="1607" y="7436"/>
                  </a:cubicBezTo>
                  <a:cubicBezTo>
                    <a:pt x="1607" y="7027"/>
                    <a:pt x="1954" y="6711"/>
                    <a:pt x="2332" y="6711"/>
                  </a:cubicBezTo>
                  <a:close/>
                  <a:moveTo>
                    <a:pt x="10618" y="6711"/>
                  </a:moveTo>
                  <a:cubicBezTo>
                    <a:pt x="10996" y="6711"/>
                    <a:pt x="11374" y="7027"/>
                    <a:pt x="11374" y="7468"/>
                  </a:cubicBezTo>
                  <a:cubicBezTo>
                    <a:pt x="11374" y="7846"/>
                    <a:pt x="11059" y="8192"/>
                    <a:pt x="10618" y="8192"/>
                  </a:cubicBezTo>
                  <a:lnTo>
                    <a:pt x="10618" y="6711"/>
                  </a:lnTo>
                  <a:close/>
                  <a:moveTo>
                    <a:pt x="1166" y="8350"/>
                  </a:moveTo>
                  <a:cubicBezTo>
                    <a:pt x="1450" y="8728"/>
                    <a:pt x="1891" y="8948"/>
                    <a:pt x="2363" y="8948"/>
                  </a:cubicBezTo>
                  <a:cubicBezTo>
                    <a:pt x="2332" y="9358"/>
                    <a:pt x="1985" y="9704"/>
                    <a:pt x="1607" y="9704"/>
                  </a:cubicBezTo>
                  <a:cubicBezTo>
                    <a:pt x="1198" y="9704"/>
                    <a:pt x="851" y="9389"/>
                    <a:pt x="851" y="8948"/>
                  </a:cubicBezTo>
                  <a:cubicBezTo>
                    <a:pt x="851" y="8728"/>
                    <a:pt x="977" y="8476"/>
                    <a:pt x="1166" y="8350"/>
                  </a:cubicBezTo>
                  <a:close/>
                  <a:moveTo>
                    <a:pt x="11783" y="8350"/>
                  </a:moveTo>
                  <a:cubicBezTo>
                    <a:pt x="12004" y="8507"/>
                    <a:pt x="12098" y="8728"/>
                    <a:pt x="12098" y="8948"/>
                  </a:cubicBezTo>
                  <a:cubicBezTo>
                    <a:pt x="12098" y="9358"/>
                    <a:pt x="11752" y="9704"/>
                    <a:pt x="11374" y="9704"/>
                  </a:cubicBezTo>
                  <a:cubicBezTo>
                    <a:pt x="10964" y="9704"/>
                    <a:pt x="10618" y="9389"/>
                    <a:pt x="10618" y="8948"/>
                  </a:cubicBezTo>
                  <a:cubicBezTo>
                    <a:pt x="11090" y="8948"/>
                    <a:pt x="11531" y="8728"/>
                    <a:pt x="11783" y="8350"/>
                  </a:cubicBezTo>
                  <a:close/>
                  <a:moveTo>
                    <a:pt x="8381" y="5514"/>
                  </a:moveTo>
                  <a:cubicBezTo>
                    <a:pt x="8790" y="5735"/>
                    <a:pt x="9326" y="5892"/>
                    <a:pt x="9798" y="5924"/>
                  </a:cubicBezTo>
                  <a:lnTo>
                    <a:pt x="9798" y="8570"/>
                  </a:lnTo>
                  <a:cubicBezTo>
                    <a:pt x="9861" y="10398"/>
                    <a:pt x="8318" y="11941"/>
                    <a:pt x="6490" y="11941"/>
                  </a:cubicBezTo>
                  <a:cubicBezTo>
                    <a:pt x="4632" y="11941"/>
                    <a:pt x="3088" y="10398"/>
                    <a:pt x="3088" y="8570"/>
                  </a:cubicBezTo>
                  <a:lnTo>
                    <a:pt x="3088" y="5924"/>
                  </a:lnTo>
                  <a:cubicBezTo>
                    <a:pt x="3592" y="5892"/>
                    <a:pt x="4065" y="5735"/>
                    <a:pt x="4506" y="5514"/>
                  </a:cubicBezTo>
                  <a:lnTo>
                    <a:pt x="4506" y="5577"/>
                  </a:lnTo>
                  <a:cubicBezTo>
                    <a:pt x="4695" y="5924"/>
                    <a:pt x="5104" y="6113"/>
                    <a:pt x="5482" y="6113"/>
                  </a:cubicBezTo>
                  <a:cubicBezTo>
                    <a:pt x="5703" y="6459"/>
                    <a:pt x="6049" y="6711"/>
                    <a:pt x="6427" y="6711"/>
                  </a:cubicBezTo>
                  <a:cubicBezTo>
                    <a:pt x="6837" y="6711"/>
                    <a:pt x="7215" y="6459"/>
                    <a:pt x="7373" y="6113"/>
                  </a:cubicBezTo>
                  <a:cubicBezTo>
                    <a:pt x="7782" y="6113"/>
                    <a:pt x="8160" y="5924"/>
                    <a:pt x="8381" y="5577"/>
                  </a:cubicBezTo>
                  <a:lnTo>
                    <a:pt x="8381" y="5514"/>
                  </a:lnTo>
                  <a:close/>
                  <a:moveTo>
                    <a:pt x="6396" y="1"/>
                  </a:moveTo>
                  <a:cubicBezTo>
                    <a:pt x="5892" y="1"/>
                    <a:pt x="5419" y="221"/>
                    <a:pt x="5073" y="568"/>
                  </a:cubicBezTo>
                  <a:cubicBezTo>
                    <a:pt x="4726" y="915"/>
                    <a:pt x="4506" y="1419"/>
                    <a:pt x="4506" y="1954"/>
                  </a:cubicBezTo>
                  <a:cubicBezTo>
                    <a:pt x="3182" y="2616"/>
                    <a:pt x="2237" y="4002"/>
                    <a:pt x="2237" y="5609"/>
                  </a:cubicBezTo>
                  <a:lnTo>
                    <a:pt x="2237" y="5955"/>
                  </a:lnTo>
                  <a:cubicBezTo>
                    <a:pt x="1324" y="5955"/>
                    <a:pt x="599" y="6743"/>
                    <a:pt x="725" y="7657"/>
                  </a:cubicBezTo>
                  <a:cubicBezTo>
                    <a:pt x="252" y="7940"/>
                    <a:pt x="0" y="8413"/>
                    <a:pt x="0" y="8948"/>
                  </a:cubicBezTo>
                  <a:cubicBezTo>
                    <a:pt x="0" y="9767"/>
                    <a:pt x="662" y="10461"/>
                    <a:pt x="1481" y="10461"/>
                  </a:cubicBezTo>
                  <a:cubicBezTo>
                    <a:pt x="1891" y="10461"/>
                    <a:pt x="2237" y="10303"/>
                    <a:pt x="2521" y="10051"/>
                  </a:cubicBezTo>
                  <a:cubicBezTo>
                    <a:pt x="3088" y="11563"/>
                    <a:pt x="4569" y="12729"/>
                    <a:pt x="6364" y="12729"/>
                  </a:cubicBezTo>
                  <a:cubicBezTo>
                    <a:pt x="8129" y="12729"/>
                    <a:pt x="9641" y="11595"/>
                    <a:pt x="10239" y="10051"/>
                  </a:cubicBezTo>
                  <a:cubicBezTo>
                    <a:pt x="10492" y="10303"/>
                    <a:pt x="10870" y="10461"/>
                    <a:pt x="11248" y="10461"/>
                  </a:cubicBezTo>
                  <a:cubicBezTo>
                    <a:pt x="12067" y="10461"/>
                    <a:pt x="12760" y="9767"/>
                    <a:pt x="12760" y="8948"/>
                  </a:cubicBezTo>
                  <a:cubicBezTo>
                    <a:pt x="12823" y="8413"/>
                    <a:pt x="12539" y="7877"/>
                    <a:pt x="12067" y="7657"/>
                  </a:cubicBezTo>
                  <a:cubicBezTo>
                    <a:pt x="12193" y="6743"/>
                    <a:pt x="11468" y="5955"/>
                    <a:pt x="10586" y="5955"/>
                  </a:cubicBezTo>
                  <a:lnTo>
                    <a:pt x="10586" y="5609"/>
                  </a:lnTo>
                  <a:cubicBezTo>
                    <a:pt x="10586" y="4002"/>
                    <a:pt x="9672" y="2616"/>
                    <a:pt x="8286" y="1954"/>
                  </a:cubicBezTo>
                  <a:cubicBezTo>
                    <a:pt x="8286" y="1419"/>
                    <a:pt x="8097" y="915"/>
                    <a:pt x="7751" y="568"/>
                  </a:cubicBezTo>
                  <a:cubicBezTo>
                    <a:pt x="7373" y="221"/>
                    <a:pt x="6900" y="1"/>
                    <a:pt x="6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85" name="Google Shape;10485;p64"/>
          <p:cNvGrpSpPr/>
          <p:nvPr/>
        </p:nvGrpSpPr>
        <p:grpSpPr>
          <a:xfrm>
            <a:off x="5728621" y="1800985"/>
            <a:ext cx="361969" cy="316411"/>
            <a:chOff x="-57187548" y="2314425"/>
            <a:chExt cx="319000" cy="278850"/>
          </a:xfrm>
        </p:grpSpPr>
        <p:sp>
          <p:nvSpPr>
            <p:cNvPr id="10486" name="Google Shape;10486;p64"/>
            <p:cNvSpPr/>
            <p:nvPr/>
          </p:nvSpPr>
          <p:spPr>
            <a:xfrm>
              <a:off x="-57073347" y="244595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5" y="536"/>
                    <a:pt x="725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7" name="Google Shape;10487;p64"/>
            <p:cNvSpPr/>
            <p:nvPr/>
          </p:nvSpPr>
          <p:spPr>
            <a:xfrm>
              <a:off x="-56998524" y="244517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8" name="Google Shape;10488;p64"/>
            <p:cNvSpPr/>
            <p:nvPr/>
          </p:nvSpPr>
          <p:spPr>
            <a:xfrm>
              <a:off x="-57063903" y="2508375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414" y="0"/>
                  </a:moveTo>
                  <a:cubicBezTo>
                    <a:pt x="316" y="0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710" y="40"/>
                    <a:pt x="2623" y="0"/>
                    <a:pt x="2533" y="0"/>
                  </a:cubicBezTo>
                  <a:cubicBezTo>
                    <a:pt x="2442" y="0"/>
                    <a:pt x="2348" y="40"/>
                    <a:pt x="2269" y="119"/>
                  </a:cubicBezTo>
                  <a:cubicBezTo>
                    <a:pt x="2048" y="339"/>
                    <a:pt x="1733" y="434"/>
                    <a:pt x="1481" y="434"/>
                  </a:cubicBezTo>
                  <a:cubicBezTo>
                    <a:pt x="1166" y="434"/>
                    <a:pt x="883" y="339"/>
                    <a:pt x="694" y="119"/>
                  </a:cubicBezTo>
                  <a:cubicBezTo>
                    <a:pt x="615" y="40"/>
                    <a:pt x="513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89" name="Google Shape;10489;p64"/>
            <p:cNvSpPr/>
            <p:nvPr/>
          </p:nvSpPr>
          <p:spPr>
            <a:xfrm>
              <a:off x="-57187548" y="2314425"/>
              <a:ext cx="319000" cy="278850"/>
            </a:xfrm>
            <a:custGeom>
              <a:rect l="l" t="t" r="r" b="b"/>
              <a:pathLst>
                <a:path w="12759" h="11154" extrusionOk="0">
                  <a:moveTo>
                    <a:pt x="6427" y="757"/>
                  </a:moveTo>
                  <a:cubicBezTo>
                    <a:pt x="7593" y="757"/>
                    <a:pt x="8633" y="1355"/>
                    <a:pt x="9200" y="2269"/>
                  </a:cubicBezTo>
                  <a:lnTo>
                    <a:pt x="3592" y="2269"/>
                  </a:lnTo>
                  <a:cubicBezTo>
                    <a:pt x="4222" y="1355"/>
                    <a:pt x="5230" y="757"/>
                    <a:pt x="6427" y="757"/>
                  </a:cubicBezTo>
                  <a:close/>
                  <a:moveTo>
                    <a:pt x="5829" y="2993"/>
                  </a:moveTo>
                  <a:cubicBezTo>
                    <a:pt x="5325" y="3907"/>
                    <a:pt x="4317" y="4506"/>
                    <a:pt x="3277" y="4506"/>
                  </a:cubicBezTo>
                  <a:lnTo>
                    <a:pt x="3025" y="4506"/>
                  </a:lnTo>
                  <a:lnTo>
                    <a:pt x="3025" y="4159"/>
                  </a:lnTo>
                  <a:cubicBezTo>
                    <a:pt x="3025" y="3750"/>
                    <a:pt x="3119" y="3371"/>
                    <a:pt x="3214" y="2993"/>
                  </a:cubicBezTo>
                  <a:close/>
                  <a:moveTo>
                    <a:pt x="10555" y="5230"/>
                  </a:moveTo>
                  <a:cubicBezTo>
                    <a:pt x="10933" y="5230"/>
                    <a:pt x="11311" y="5577"/>
                    <a:pt x="11311" y="5986"/>
                  </a:cubicBezTo>
                  <a:cubicBezTo>
                    <a:pt x="11311" y="6396"/>
                    <a:pt x="10996" y="6742"/>
                    <a:pt x="10555" y="6742"/>
                  </a:cubicBezTo>
                  <a:lnTo>
                    <a:pt x="10555" y="5230"/>
                  </a:lnTo>
                  <a:close/>
                  <a:moveTo>
                    <a:pt x="1859" y="5419"/>
                  </a:moveTo>
                  <a:lnTo>
                    <a:pt x="1859" y="5419"/>
                  </a:lnTo>
                  <a:cubicBezTo>
                    <a:pt x="1702" y="5766"/>
                    <a:pt x="1544" y="6238"/>
                    <a:pt x="1544" y="6711"/>
                  </a:cubicBezTo>
                  <a:cubicBezTo>
                    <a:pt x="1544" y="6837"/>
                    <a:pt x="1544" y="6931"/>
                    <a:pt x="1576" y="7058"/>
                  </a:cubicBezTo>
                  <a:cubicBezTo>
                    <a:pt x="1324" y="7247"/>
                    <a:pt x="1072" y="7373"/>
                    <a:pt x="788" y="7467"/>
                  </a:cubicBezTo>
                  <a:lnTo>
                    <a:pt x="788" y="7089"/>
                  </a:lnTo>
                  <a:cubicBezTo>
                    <a:pt x="788" y="6364"/>
                    <a:pt x="1229" y="5734"/>
                    <a:pt x="1859" y="5419"/>
                  </a:cubicBezTo>
                  <a:close/>
                  <a:moveTo>
                    <a:pt x="2647" y="5514"/>
                  </a:moveTo>
                  <a:cubicBezTo>
                    <a:pt x="2804" y="5829"/>
                    <a:pt x="2993" y="6270"/>
                    <a:pt x="2993" y="6742"/>
                  </a:cubicBezTo>
                  <a:cubicBezTo>
                    <a:pt x="2993" y="7215"/>
                    <a:pt x="2804" y="7656"/>
                    <a:pt x="2647" y="7971"/>
                  </a:cubicBezTo>
                  <a:cubicBezTo>
                    <a:pt x="2489" y="7656"/>
                    <a:pt x="2269" y="7215"/>
                    <a:pt x="2269" y="6742"/>
                  </a:cubicBezTo>
                  <a:cubicBezTo>
                    <a:pt x="2269" y="6270"/>
                    <a:pt x="2489" y="5829"/>
                    <a:pt x="2647" y="5514"/>
                  </a:cubicBezTo>
                  <a:close/>
                  <a:moveTo>
                    <a:pt x="11720" y="6868"/>
                  </a:moveTo>
                  <a:cubicBezTo>
                    <a:pt x="11941" y="7026"/>
                    <a:pt x="12035" y="7215"/>
                    <a:pt x="12035" y="7467"/>
                  </a:cubicBezTo>
                  <a:cubicBezTo>
                    <a:pt x="12035" y="7877"/>
                    <a:pt x="11689" y="8192"/>
                    <a:pt x="11311" y="8192"/>
                  </a:cubicBezTo>
                  <a:cubicBezTo>
                    <a:pt x="10901" y="8192"/>
                    <a:pt x="10555" y="7845"/>
                    <a:pt x="10555" y="7467"/>
                  </a:cubicBezTo>
                  <a:cubicBezTo>
                    <a:pt x="11027" y="7467"/>
                    <a:pt x="11468" y="7215"/>
                    <a:pt x="11720" y="6868"/>
                  </a:cubicBezTo>
                  <a:close/>
                  <a:moveTo>
                    <a:pt x="9578" y="2962"/>
                  </a:moveTo>
                  <a:cubicBezTo>
                    <a:pt x="9672" y="3308"/>
                    <a:pt x="9767" y="3687"/>
                    <a:pt x="9767" y="4065"/>
                  </a:cubicBezTo>
                  <a:lnTo>
                    <a:pt x="9767" y="7058"/>
                  </a:lnTo>
                  <a:cubicBezTo>
                    <a:pt x="9798" y="8948"/>
                    <a:pt x="8255" y="10460"/>
                    <a:pt x="6427" y="10460"/>
                  </a:cubicBezTo>
                  <a:cubicBezTo>
                    <a:pt x="5041" y="10460"/>
                    <a:pt x="3781" y="9609"/>
                    <a:pt x="3277" y="8349"/>
                  </a:cubicBezTo>
                  <a:cubicBezTo>
                    <a:pt x="3497" y="7971"/>
                    <a:pt x="3781" y="7373"/>
                    <a:pt x="3781" y="6711"/>
                  </a:cubicBezTo>
                  <a:cubicBezTo>
                    <a:pt x="3781" y="6112"/>
                    <a:pt x="3592" y="5608"/>
                    <a:pt x="3340" y="5199"/>
                  </a:cubicBezTo>
                  <a:cubicBezTo>
                    <a:pt x="4789" y="5167"/>
                    <a:pt x="6112" y="4254"/>
                    <a:pt x="6648" y="2962"/>
                  </a:cubicBezTo>
                  <a:close/>
                  <a:moveTo>
                    <a:pt x="6364" y="0"/>
                  </a:moveTo>
                  <a:cubicBezTo>
                    <a:pt x="4096" y="0"/>
                    <a:pt x="2237" y="1859"/>
                    <a:pt x="2237" y="4096"/>
                  </a:cubicBezTo>
                  <a:lnTo>
                    <a:pt x="2237" y="4506"/>
                  </a:lnTo>
                  <a:cubicBezTo>
                    <a:pt x="977" y="4695"/>
                    <a:pt x="0" y="5766"/>
                    <a:pt x="0" y="7089"/>
                  </a:cubicBezTo>
                  <a:lnTo>
                    <a:pt x="0" y="7845"/>
                  </a:lnTo>
                  <a:cubicBezTo>
                    <a:pt x="0" y="8034"/>
                    <a:pt x="158" y="8192"/>
                    <a:pt x="347" y="8192"/>
                  </a:cubicBezTo>
                  <a:cubicBezTo>
                    <a:pt x="820" y="8192"/>
                    <a:pt x="1292" y="8066"/>
                    <a:pt x="1702" y="7814"/>
                  </a:cubicBezTo>
                  <a:cubicBezTo>
                    <a:pt x="1922" y="8412"/>
                    <a:pt x="2269" y="8790"/>
                    <a:pt x="2269" y="8790"/>
                  </a:cubicBezTo>
                  <a:cubicBezTo>
                    <a:pt x="2350" y="8845"/>
                    <a:pt x="2455" y="8923"/>
                    <a:pt x="2584" y="8923"/>
                  </a:cubicBezTo>
                  <a:cubicBezTo>
                    <a:pt x="2604" y="8923"/>
                    <a:pt x="2625" y="8921"/>
                    <a:pt x="2647" y="8916"/>
                  </a:cubicBezTo>
                  <a:cubicBezTo>
                    <a:pt x="2899" y="9515"/>
                    <a:pt x="3340" y="9987"/>
                    <a:pt x="3907" y="10366"/>
                  </a:cubicBezTo>
                  <a:cubicBezTo>
                    <a:pt x="4600" y="10870"/>
                    <a:pt x="5419" y="11153"/>
                    <a:pt x="6301" y="11153"/>
                  </a:cubicBezTo>
                  <a:cubicBezTo>
                    <a:pt x="8066" y="11153"/>
                    <a:pt x="9578" y="10050"/>
                    <a:pt x="10145" y="8507"/>
                  </a:cubicBezTo>
                  <a:cubicBezTo>
                    <a:pt x="10429" y="8759"/>
                    <a:pt x="10775" y="8916"/>
                    <a:pt x="11185" y="8916"/>
                  </a:cubicBezTo>
                  <a:cubicBezTo>
                    <a:pt x="12004" y="8916"/>
                    <a:pt x="12665" y="8255"/>
                    <a:pt x="12665" y="7404"/>
                  </a:cubicBezTo>
                  <a:cubicBezTo>
                    <a:pt x="12760" y="6931"/>
                    <a:pt x="12476" y="6427"/>
                    <a:pt x="12004" y="6144"/>
                  </a:cubicBezTo>
                  <a:cubicBezTo>
                    <a:pt x="12130" y="5230"/>
                    <a:pt x="11405" y="4443"/>
                    <a:pt x="10523" y="4443"/>
                  </a:cubicBezTo>
                  <a:lnTo>
                    <a:pt x="10523" y="4096"/>
                  </a:lnTo>
                  <a:cubicBezTo>
                    <a:pt x="10523" y="1859"/>
                    <a:pt x="8664" y="0"/>
                    <a:pt x="6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90" name="Google Shape;10490;p64"/>
          <p:cNvGrpSpPr/>
          <p:nvPr/>
        </p:nvGrpSpPr>
        <p:grpSpPr>
          <a:xfrm>
            <a:off x="5745585" y="2230534"/>
            <a:ext cx="328042" cy="361771"/>
            <a:chOff x="-57172597" y="2686375"/>
            <a:chExt cx="289100" cy="318825"/>
          </a:xfrm>
        </p:grpSpPr>
        <p:sp>
          <p:nvSpPr>
            <p:cNvPr id="10491" name="Google Shape;10491;p64"/>
            <p:cNvSpPr/>
            <p:nvPr/>
          </p:nvSpPr>
          <p:spPr>
            <a:xfrm>
              <a:off x="-57063903" y="2937625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710" y="72"/>
                    <a:pt x="2623" y="48"/>
                    <a:pt x="2533" y="48"/>
                  </a:cubicBezTo>
                  <a:cubicBezTo>
                    <a:pt x="2442" y="48"/>
                    <a:pt x="2348" y="72"/>
                    <a:pt x="2269" y="119"/>
                  </a:cubicBezTo>
                  <a:cubicBezTo>
                    <a:pt x="2048" y="339"/>
                    <a:pt x="1733" y="434"/>
                    <a:pt x="1481" y="434"/>
                  </a:cubicBezTo>
                  <a:cubicBezTo>
                    <a:pt x="1166" y="434"/>
                    <a:pt x="883" y="339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92" name="Google Shape;10492;p64"/>
            <p:cNvSpPr/>
            <p:nvPr/>
          </p:nvSpPr>
          <p:spPr>
            <a:xfrm>
              <a:off x="-57172597" y="2686375"/>
              <a:ext cx="289100" cy="318825"/>
            </a:xfrm>
            <a:custGeom>
              <a:rect l="l" t="t" r="r" b="b"/>
              <a:pathLst>
                <a:path w="11564" h="12752" extrusionOk="0">
                  <a:moveTo>
                    <a:pt x="5798" y="788"/>
                  </a:moveTo>
                  <a:cubicBezTo>
                    <a:pt x="6160" y="788"/>
                    <a:pt x="6523" y="922"/>
                    <a:pt x="6806" y="1190"/>
                  </a:cubicBezTo>
                  <a:cubicBezTo>
                    <a:pt x="6853" y="1261"/>
                    <a:pt x="6954" y="1296"/>
                    <a:pt x="7054" y="1296"/>
                  </a:cubicBezTo>
                  <a:cubicBezTo>
                    <a:pt x="7088" y="1296"/>
                    <a:pt x="7121" y="1292"/>
                    <a:pt x="7153" y="1284"/>
                  </a:cubicBezTo>
                  <a:cubicBezTo>
                    <a:pt x="7276" y="1253"/>
                    <a:pt x="7401" y="1239"/>
                    <a:pt x="7523" y="1239"/>
                  </a:cubicBezTo>
                  <a:cubicBezTo>
                    <a:pt x="8150" y="1239"/>
                    <a:pt x="8727" y="1629"/>
                    <a:pt x="8885" y="2261"/>
                  </a:cubicBezTo>
                  <a:cubicBezTo>
                    <a:pt x="8917" y="2387"/>
                    <a:pt x="9011" y="2513"/>
                    <a:pt x="9169" y="2545"/>
                  </a:cubicBezTo>
                  <a:cubicBezTo>
                    <a:pt x="9925" y="2734"/>
                    <a:pt x="10335" y="3521"/>
                    <a:pt x="10146" y="4277"/>
                  </a:cubicBezTo>
                  <a:cubicBezTo>
                    <a:pt x="10114" y="4403"/>
                    <a:pt x="10146" y="4561"/>
                    <a:pt x="10240" y="4624"/>
                  </a:cubicBezTo>
                  <a:cubicBezTo>
                    <a:pt x="10776" y="5191"/>
                    <a:pt x="10776" y="6073"/>
                    <a:pt x="10240" y="6640"/>
                  </a:cubicBezTo>
                  <a:cubicBezTo>
                    <a:pt x="10177" y="6672"/>
                    <a:pt x="10146" y="6703"/>
                    <a:pt x="10146" y="6798"/>
                  </a:cubicBezTo>
                  <a:cubicBezTo>
                    <a:pt x="9988" y="6766"/>
                    <a:pt x="9925" y="6766"/>
                    <a:pt x="9515" y="6766"/>
                  </a:cubicBezTo>
                  <a:cubicBezTo>
                    <a:pt x="9169" y="6325"/>
                    <a:pt x="8665" y="6010"/>
                    <a:pt x="8035" y="6010"/>
                  </a:cubicBezTo>
                  <a:cubicBezTo>
                    <a:pt x="6523" y="6010"/>
                    <a:pt x="5199" y="4970"/>
                    <a:pt x="4790" y="3553"/>
                  </a:cubicBezTo>
                  <a:cubicBezTo>
                    <a:pt x="4766" y="3408"/>
                    <a:pt x="4612" y="3300"/>
                    <a:pt x="4442" y="3300"/>
                  </a:cubicBezTo>
                  <a:cubicBezTo>
                    <a:pt x="4391" y="3300"/>
                    <a:pt x="4337" y="3310"/>
                    <a:pt x="4286" y="3332"/>
                  </a:cubicBezTo>
                  <a:cubicBezTo>
                    <a:pt x="3530" y="3647"/>
                    <a:pt x="2868" y="4151"/>
                    <a:pt x="2395" y="4813"/>
                  </a:cubicBezTo>
                  <a:cubicBezTo>
                    <a:pt x="1986" y="5412"/>
                    <a:pt x="1734" y="6073"/>
                    <a:pt x="1671" y="6798"/>
                  </a:cubicBezTo>
                  <a:cubicBezTo>
                    <a:pt x="1608" y="6798"/>
                    <a:pt x="1513" y="6798"/>
                    <a:pt x="1450" y="6829"/>
                  </a:cubicBezTo>
                  <a:cubicBezTo>
                    <a:pt x="1450" y="6703"/>
                    <a:pt x="1419" y="6672"/>
                    <a:pt x="1356" y="6640"/>
                  </a:cubicBezTo>
                  <a:cubicBezTo>
                    <a:pt x="820" y="6073"/>
                    <a:pt x="820" y="5191"/>
                    <a:pt x="1356" y="4624"/>
                  </a:cubicBezTo>
                  <a:cubicBezTo>
                    <a:pt x="1450" y="4561"/>
                    <a:pt x="1482" y="4403"/>
                    <a:pt x="1450" y="4277"/>
                  </a:cubicBezTo>
                  <a:cubicBezTo>
                    <a:pt x="1261" y="3521"/>
                    <a:pt x="1671" y="2734"/>
                    <a:pt x="2427" y="2545"/>
                  </a:cubicBezTo>
                  <a:cubicBezTo>
                    <a:pt x="2553" y="2513"/>
                    <a:pt x="2679" y="2419"/>
                    <a:pt x="2710" y="2261"/>
                  </a:cubicBezTo>
                  <a:cubicBezTo>
                    <a:pt x="2869" y="1629"/>
                    <a:pt x="3445" y="1239"/>
                    <a:pt x="4072" y="1239"/>
                  </a:cubicBezTo>
                  <a:cubicBezTo>
                    <a:pt x="4195" y="1239"/>
                    <a:pt x="4320" y="1253"/>
                    <a:pt x="4443" y="1284"/>
                  </a:cubicBezTo>
                  <a:cubicBezTo>
                    <a:pt x="4475" y="1292"/>
                    <a:pt x="4508" y="1296"/>
                    <a:pt x="4542" y="1296"/>
                  </a:cubicBezTo>
                  <a:cubicBezTo>
                    <a:pt x="4642" y="1296"/>
                    <a:pt x="4742" y="1261"/>
                    <a:pt x="4790" y="1190"/>
                  </a:cubicBezTo>
                  <a:cubicBezTo>
                    <a:pt x="5073" y="922"/>
                    <a:pt x="5436" y="788"/>
                    <a:pt x="5798" y="788"/>
                  </a:cubicBezTo>
                  <a:close/>
                  <a:moveTo>
                    <a:pt x="4254" y="4151"/>
                  </a:moveTo>
                  <a:cubicBezTo>
                    <a:pt x="4664" y="5286"/>
                    <a:pt x="5609" y="6168"/>
                    <a:pt x="6775" y="6514"/>
                  </a:cubicBezTo>
                  <a:cubicBezTo>
                    <a:pt x="6491" y="6766"/>
                    <a:pt x="6333" y="7113"/>
                    <a:pt x="6239" y="7459"/>
                  </a:cubicBezTo>
                  <a:lnTo>
                    <a:pt x="5388" y="7459"/>
                  </a:lnTo>
                  <a:lnTo>
                    <a:pt x="5388" y="7491"/>
                  </a:lnTo>
                  <a:cubicBezTo>
                    <a:pt x="5231" y="6640"/>
                    <a:pt x="4443" y="6010"/>
                    <a:pt x="3561" y="6010"/>
                  </a:cubicBezTo>
                  <a:cubicBezTo>
                    <a:pt x="3183" y="6010"/>
                    <a:pt x="2868" y="6136"/>
                    <a:pt x="2553" y="6325"/>
                  </a:cubicBezTo>
                  <a:cubicBezTo>
                    <a:pt x="2773" y="5412"/>
                    <a:pt x="3372" y="4624"/>
                    <a:pt x="4254" y="4151"/>
                  </a:cubicBezTo>
                  <a:close/>
                  <a:moveTo>
                    <a:pt x="3561" y="6766"/>
                  </a:moveTo>
                  <a:cubicBezTo>
                    <a:pt x="4191" y="6766"/>
                    <a:pt x="4664" y="7270"/>
                    <a:pt x="4664" y="7869"/>
                  </a:cubicBezTo>
                  <a:cubicBezTo>
                    <a:pt x="4664" y="8436"/>
                    <a:pt x="4160" y="8972"/>
                    <a:pt x="3561" y="8972"/>
                  </a:cubicBezTo>
                  <a:cubicBezTo>
                    <a:pt x="2931" y="8972"/>
                    <a:pt x="2458" y="8436"/>
                    <a:pt x="2458" y="7869"/>
                  </a:cubicBezTo>
                  <a:cubicBezTo>
                    <a:pt x="2458" y="7270"/>
                    <a:pt x="2931" y="6766"/>
                    <a:pt x="3561" y="6766"/>
                  </a:cubicBezTo>
                  <a:close/>
                  <a:moveTo>
                    <a:pt x="8066" y="6766"/>
                  </a:moveTo>
                  <a:cubicBezTo>
                    <a:pt x="8696" y="6766"/>
                    <a:pt x="9169" y="7270"/>
                    <a:pt x="9169" y="7869"/>
                  </a:cubicBezTo>
                  <a:cubicBezTo>
                    <a:pt x="9169" y="8436"/>
                    <a:pt x="8665" y="8972"/>
                    <a:pt x="8066" y="8972"/>
                  </a:cubicBezTo>
                  <a:cubicBezTo>
                    <a:pt x="7436" y="8972"/>
                    <a:pt x="6964" y="8436"/>
                    <a:pt x="6964" y="7869"/>
                  </a:cubicBezTo>
                  <a:cubicBezTo>
                    <a:pt x="6964" y="7270"/>
                    <a:pt x="7436" y="6766"/>
                    <a:pt x="8066" y="6766"/>
                  </a:cubicBezTo>
                  <a:close/>
                  <a:moveTo>
                    <a:pt x="1734" y="7491"/>
                  </a:moveTo>
                  <a:lnTo>
                    <a:pt x="1734" y="9003"/>
                  </a:lnTo>
                  <a:cubicBezTo>
                    <a:pt x="1293" y="9003"/>
                    <a:pt x="978" y="8657"/>
                    <a:pt x="978" y="8247"/>
                  </a:cubicBezTo>
                  <a:cubicBezTo>
                    <a:pt x="978" y="7869"/>
                    <a:pt x="1324" y="7491"/>
                    <a:pt x="1734" y="7491"/>
                  </a:cubicBezTo>
                  <a:close/>
                  <a:moveTo>
                    <a:pt x="9925" y="7491"/>
                  </a:moveTo>
                  <a:cubicBezTo>
                    <a:pt x="10303" y="7491"/>
                    <a:pt x="10650" y="7806"/>
                    <a:pt x="10650" y="8247"/>
                  </a:cubicBezTo>
                  <a:cubicBezTo>
                    <a:pt x="10650" y="8657"/>
                    <a:pt x="10303" y="9003"/>
                    <a:pt x="9925" y="9003"/>
                  </a:cubicBezTo>
                  <a:lnTo>
                    <a:pt x="9925" y="7491"/>
                  </a:lnTo>
                  <a:close/>
                  <a:moveTo>
                    <a:pt x="6207" y="8215"/>
                  </a:moveTo>
                  <a:cubicBezTo>
                    <a:pt x="6365" y="9066"/>
                    <a:pt x="7153" y="9696"/>
                    <a:pt x="8035" y="9696"/>
                  </a:cubicBezTo>
                  <a:cubicBezTo>
                    <a:pt x="8476" y="9696"/>
                    <a:pt x="8822" y="9539"/>
                    <a:pt x="9137" y="9350"/>
                  </a:cubicBezTo>
                  <a:lnTo>
                    <a:pt x="9137" y="10137"/>
                  </a:lnTo>
                  <a:lnTo>
                    <a:pt x="9169" y="10137"/>
                  </a:lnTo>
                  <a:cubicBezTo>
                    <a:pt x="9169" y="11177"/>
                    <a:pt x="8350" y="11996"/>
                    <a:pt x="7310" y="11996"/>
                  </a:cubicBezTo>
                  <a:lnTo>
                    <a:pt x="4317" y="11996"/>
                  </a:lnTo>
                  <a:cubicBezTo>
                    <a:pt x="3309" y="11996"/>
                    <a:pt x="2458" y="11177"/>
                    <a:pt x="2458" y="10137"/>
                  </a:cubicBezTo>
                  <a:lnTo>
                    <a:pt x="2458" y="9350"/>
                  </a:lnTo>
                  <a:cubicBezTo>
                    <a:pt x="2773" y="9602"/>
                    <a:pt x="3183" y="9696"/>
                    <a:pt x="3561" y="9696"/>
                  </a:cubicBezTo>
                  <a:cubicBezTo>
                    <a:pt x="4475" y="9696"/>
                    <a:pt x="5231" y="9066"/>
                    <a:pt x="5388" y="8215"/>
                  </a:cubicBezTo>
                  <a:close/>
                  <a:moveTo>
                    <a:pt x="5794" y="1"/>
                  </a:moveTo>
                  <a:cubicBezTo>
                    <a:pt x="5310" y="1"/>
                    <a:pt x="4821" y="166"/>
                    <a:pt x="4412" y="497"/>
                  </a:cubicBezTo>
                  <a:cubicBezTo>
                    <a:pt x="4291" y="479"/>
                    <a:pt x="4172" y="470"/>
                    <a:pt x="4054" y="470"/>
                  </a:cubicBezTo>
                  <a:cubicBezTo>
                    <a:pt x="3154" y="470"/>
                    <a:pt x="2355" y="992"/>
                    <a:pt x="2049" y="1883"/>
                  </a:cubicBezTo>
                  <a:cubicBezTo>
                    <a:pt x="1104" y="2230"/>
                    <a:pt x="505" y="3238"/>
                    <a:pt x="663" y="4246"/>
                  </a:cubicBezTo>
                  <a:cubicBezTo>
                    <a:pt x="1" y="5033"/>
                    <a:pt x="1" y="6168"/>
                    <a:pt x="663" y="6987"/>
                  </a:cubicBezTo>
                  <a:cubicBezTo>
                    <a:pt x="663" y="7018"/>
                    <a:pt x="663" y="7113"/>
                    <a:pt x="631" y="7144"/>
                  </a:cubicBezTo>
                  <a:cubicBezTo>
                    <a:pt x="348" y="7428"/>
                    <a:pt x="159" y="7806"/>
                    <a:pt x="159" y="8215"/>
                  </a:cubicBezTo>
                  <a:cubicBezTo>
                    <a:pt x="159" y="9035"/>
                    <a:pt x="820" y="9696"/>
                    <a:pt x="1639" y="9696"/>
                  </a:cubicBezTo>
                  <a:lnTo>
                    <a:pt x="1639" y="10137"/>
                  </a:lnTo>
                  <a:cubicBezTo>
                    <a:pt x="1639" y="11586"/>
                    <a:pt x="2836" y="12752"/>
                    <a:pt x="4254" y="12752"/>
                  </a:cubicBezTo>
                  <a:lnTo>
                    <a:pt x="7247" y="12752"/>
                  </a:lnTo>
                  <a:cubicBezTo>
                    <a:pt x="8696" y="12752"/>
                    <a:pt x="9831" y="11555"/>
                    <a:pt x="9831" y="10137"/>
                  </a:cubicBezTo>
                  <a:lnTo>
                    <a:pt x="9831" y="9696"/>
                  </a:lnTo>
                  <a:cubicBezTo>
                    <a:pt x="10681" y="9696"/>
                    <a:pt x="11343" y="9035"/>
                    <a:pt x="11343" y="8215"/>
                  </a:cubicBezTo>
                  <a:cubicBezTo>
                    <a:pt x="11406" y="7806"/>
                    <a:pt x="11217" y="7428"/>
                    <a:pt x="10933" y="7144"/>
                  </a:cubicBezTo>
                  <a:cubicBezTo>
                    <a:pt x="10933" y="7113"/>
                    <a:pt x="10933" y="7018"/>
                    <a:pt x="10902" y="6987"/>
                  </a:cubicBezTo>
                  <a:cubicBezTo>
                    <a:pt x="11563" y="6199"/>
                    <a:pt x="11563" y="5065"/>
                    <a:pt x="10902" y="4246"/>
                  </a:cubicBezTo>
                  <a:cubicBezTo>
                    <a:pt x="11059" y="3206"/>
                    <a:pt x="10492" y="2230"/>
                    <a:pt x="9515" y="1883"/>
                  </a:cubicBezTo>
                  <a:cubicBezTo>
                    <a:pt x="9206" y="1039"/>
                    <a:pt x="8344" y="472"/>
                    <a:pt x="7468" y="472"/>
                  </a:cubicBezTo>
                  <a:cubicBezTo>
                    <a:pt x="7363" y="472"/>
                    <a:pt x="7257" y="480"/>
                    <a:pt x="7153" y="497"/>
                  </a:cubicBezTo>
                  <a:cubicBezTo>
                    <a:pt x="6759" y="166"/>
                    <a:pt x="6278" y="1"/>
                    <a:pt x="5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93" name="Google Shape;10493;p64"/>
          <p:cNvGrpSpPr/>
          <p:nvPr/>
        </p:nvGrpSpPr>
        <p:grpSpPr>
          <a:xfrm>
            <a:off x="7958434" y="1304461"/>
            <a:ext cx="361090" cy="359303"/>
            <a:chOff x="-55225578" y="1903275"/>
            <a:chExt cx="318225" cy="316650"/>
          </a:xfrm>
        </p:grpSpPr>
        <p:sp>
          <p:nvSpPr>
            <p:cNvPr id="10494" name="Google Shape;10494;p64"/>
            <p:cNvSpPr/>
            <p:nvPr/>
          </p:nvSpPr>
          <p:spPr>
            <a:xfrm>
              <a:off x="-55104277" y="2116925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53" y="1190"/>
                    <a:pt x="2426" y="969"/>
                    <a:pt x="2741" y="623"/>
                  </a:cubicBezTo>
                  <a:cubicBezTo>
                    <a:pt x="2898" y="465"/>
                    <a:pt x="2898" y="245"/>
                    <a:pt x="2741" y="119"/>
                  </a:cubicBezTo>
                  <a:cubicBezTo>
                    <a:pt x="2694" y="56"/>
                    <a:pt x="2607" y="24"/>
                    <a:pt x="2513" y="24"/>
                  </a:cubicBezTo>
                  <a:cubicBezTo>
                    <a:pt x="2418" y="24"/>
                    <a:pt x="2316" y="56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95" name="Google Shape;10495;p64"/>
            <p:cNvSpPr/>
            <p:nvPr/>
          </p:nvSpPr>
          <p:spPr>
            <a:xfrm>
              <a:off x="-55113752" y="205372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725"/>
                    <a:pt x="348" y="725"/>
                  </a:cubicBezTo>
                  <a:cubicBezTo>
                    <a:pt x="537" y="725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96" name="Google Shape;10496;p64"/>
            <p:cNvSpPr/>
            <p:nvPr/>
          </p:nvSpPr>
          <p:spPr>
            <a:xfrm>
              <a:off x="-55039698" y="2053725"/>
              <a:ext cx="18125" cy="18125"/>
            </a:xfrm>
            <a:custGeom>
              <a:rect l="l" t="t" r="r" b="b"/>
              <a:pathLst>
                <a:path w="725" h="725" extrusionOk="0">
                  <a:moveTo>
                    <a:pt x="378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725"/>
                    <a:pt x="378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97" name="Google Shape;10497;p64"/>
            <p:cNvSpPr/>
            <p:nvPr/>
          </p:nvSpPr>
          <p:spPr>
            <a:xfrm>
              <a:off x="-55225578" y="1903275"/>
              <a:ext cx="318225" cy="316650"/>
            </a:xfrm>
            <a:custGeom>
              <a:rect l="l" t="t" r="r" b="b"/>
              <a:pathLst>
                <a:path w="12729" h="12666" extrusionOk="0">
                  <a:moveTo>
                    <a:pt x="6333" y="757"/>
                  </a:moveTo>
                  <a:cubicBezTo>
                    <a:pt x="8790" y="757"/>
                    <a:pt x="10932" y="2679"/>
                    <a:pt x="11185" y="5105"/>
                  </a:cubicBezTo>
                  <a:cubicBezTo>
                    <a:pt x="11185" y="5231"/>
                    <a:pt x="11279" y="5357"/>
                    <a:pt x="11374" y="5388"/>
                  </a:cubicBezTo>
                  <a:cubicBezTo>
                    <a:pt x="11752" y="5577"/>
                    <a:pt x="11972" y="5987"/>
                    <a:pt x="11972" y="6365"/>
                  </a:cubicBezTo>
                  <a:cubicBezTo>
                    <a:pt x="11972" y="6680"/>
                    <a:pt x="11815" y="7058"/>
                    <a:pt x="11594" y="7247"/>
                  </a:cubicBezTo>
                  <a:cubicBezTo>
                    <a:pt x="11342" y="7373"/>
                    <a:pt x="11342" y="7625"/>
                    <a:pt x="11531" y="7783"/>
                  </a:cubicBezTo>
                  <a:cubicBezTo>
                    <a:pt x="11783" y="8035"/>
                    <a:pt x="11941" y="8318"/>
                    <a:pt x="11941" y="8633"/>
                  </a:cubicBezTo>
                  <a:cubicBezTo>
                    <a:pt x="11941" y="8948"/>
                    <a:pt x="11815" y="9263"/>
                    <a:pt x="11531" y="9452"/>
                  </a:cubicBezTo>
                  <a:cubicBezTo>
                    <a:pt x="11374" y="9610"/>
                    <a:pt x="11374" y="9830"/>
                    <a:pt x="11531" y="9988"/>
                  </a:cubicBezTo>
                  <a:cubicBezTo>
                    <a:pt x="11783" y="10240"/>
                    <a:pt x="11941" y="10524"/>
                    <a:pt x="11941" y="10839"/>
                  </a:cubicBezTo>
                  <a:cubicBezTo>
                    <a:pt x="11941" y="11437"/>
                    <a:pt x="11437" y="11941"/>
                    <a:pt x="10838" y="11941"/>
                  </a:cubicBezTo>
                  <a:lnTo>
                    <a:pt x="1828" y="11941"/>
                  </a:lnTo>
                  <a:cubicBezTo>
                    <a:pt x="1197" y="11941"/>
                    <a:pt x="725" y="11406"/>
                    <a:pt x="725" y="10839"/>
                  </a:cubicBezTo>
                  <a:cubicBezTo>
                    <a:pt x="725" y="10492"/>
                    <a:pt x="819" y="10208"/>
                    <a:pt x="1103" y="9988"/>
                  </a:cubicBezTo>
                  <a:cubicBezTo>
                    <a:pt x="1260" y="9830"/>
                    <a:pt x="1260" y="9610"/>
                    <a:pt x="1103" y="9452"/>
                  </a:cubicBezTo>
                  <a:cubicBezTo>
                    <a:pt x="882" y="9200"/>
                    <a:pt x="725" y="8917"/>
                    <a:pt x="725" y="8633"/>
                  </a:cubicBezTo>
                  <a:cubicBezTo>
                    <a:pt x="725" y="8318"/>
                    <a:pt x="819" y="8003"/>
                    <a:pt x="1103" y="7783"/>
                  </a:cubicBezTo>
                  <a:cubicBezTo>
                    <a:pt x="1260" y="7625"/>
                    <a:pt x="1260" y="7405"/>
                    <a:pt x="1103" y="7247"/>
                  </a:cubicBezTo>
                  <a:cubicBezTo>
                    <a:pt x="882" y="7058"/>
                    <a:pt x="725" y="6680"/>
                    <a:pt x="725" y="6365"/>
                  </a:cubicBezTo>
                  <a:cubicBezTo>
                    <a:pt x="725" y="5987"/>
                    <a:pt x="945" y="5577"/>
                    <a:pt x="1292" y="5388"/>
                  </a:cubicBezTo>
                  <a:cubicBezTo>
                    <a:pt x="1418" y="5357"/>
                    <a:pt x="1512" y="5231"/>
                    <a:pt x="1512" y="5105"/>
                  </a:cubicBezTo>
                  <a:cubicBezTo>
                    <a:pt x="1765" y="2679"/>
                    <a:pt x="3907" y="757"/>
                    <a:pt x="6333" y="757"/>
                  </a:cubicBezTo>
                  <a:close/>
                  <a:moveTo>
                    <a:pt x="6333" y="1"/>
                  </a:moveTo>
                  <a:cubicBezTo>
                    <a:pt x="3497" y="1"/>
                    <a:pt x="1134" y="2112"/>
                    <a:pt x="788" y="4853"/>
                  </a:cubicBezTo>
                  <a:cubicBezTo>
                    <a:pt x="284" y="5199"/>
                    <a:pt x="0" y="5735"/>
                    <a:pt x="0" y="6365"/>
                  </a:cubicBezTo>
                  <a:cubicBezTo>
                    <a:pt x="0" y="6774"/>
                    <a:pt x="158" y="7216"/>
                    <a:pt x="410" y="7531"/>
                  </a:cubicBezTo>
                  <a:cubicBezTo>
                    <a:pt x="158" y="7846"/>
                    <a:pt x="0" y="8224"/>
                    <a:pt x="0" y="8633"/>
                  </a:cubicBezTo>
                  <a:cubicBezTo>
                    <a:pt x="0" y="9011"/>
                    <a:pt x="126" y="9421"/>
                    <a:pt x="410" y="9736"/>
                  </a:cubicBezTo>
                  <a:cubicBezTo>
                    <a:pt x="158" y="10051"/>
                    <a:pt x="0" y="10429"/>
                    <a:pt x="0" y="10839"/>
                  </a:cubicBezTo>
                  <a:cubicBezTo>
                    <a:pt x="0" y="11847"/>
                    <a:pt x="819" y="12666"/>
                    <a:pt x="1859" y="12666"/>
                  </a:cubicBezTo>
                  <a:lnTo>
                    <a:pt x="10869" y="12666"/>
                  </a:lnTo>
                  <a:cubicBezTo>
                    <a:pt x="11909" y="12666"/>
                    <a:pt x="12728" y="11847"/>
                    <a:pt x="12728" y="10839"/>
                  </a:cubicBezTo>
                  <a:cubicBezTo>
                    <a:pt x="12728" y="10429"/>
                    <a:pt x="12602" y="10051"/>
                    <a:pt x="12319" y="9736"/>
                  </a:cubicBezTo>
                  <a:cubicBezTo>
                    <a:pt x="12571" y="9421"/>
                    <a:pt x="12728" y="9011"/>
                    <a:pt x="12728" y="8633"/>
                  </a:cubicBezTo>
                  <a:cubicBezTo>
                    <a:pt x="12634" y="8224"/>
                    <a:pt x="12539" y="7846"/>
                    <a:pt x="12287" y="7531"/>
                  </a:cubicBezTo>
                  <a:cubicBezTo>
                    <a:pt x="12539" y="7216"/>
                    <a:pt x="12697" y="6774"/>
                    <a:pt x="12697" y="6365"/>
                  </a:cubicBezTo>
                  <a:cubicBezTo>
                    <a:pt x="12697" y="5798"/>
                    <a:pt x="12382" y="5199"/>
                    <a:pt x="11909" y="4853"/>
                  </a:cubicBezTo>
                  <a:cubicBezTo>
                    <a:pt x="11500" y="2112"/>
                    <a:pt x="9137" y="1"/>
                    <a:pt x="6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498" name="Google Shape;10498;p64"/>
            <p:cNvSpPr/>
            <p:nvPr/>
          </p:nvSpPr>
          <p:spPr>
            <a:xfrm>
              <a:off x="-55170450" y="1959200"/>
              <a:ext cx="204800" cy="225300"/>
            </a:xfrm>
            <a:custGeom>
              <a:rect l="l" t="t" r="r" b="b"/>
              <a:pathLst>
                <a:path w="8192" h="9012" extrusionOk="0">
                  <a:moveTo>
                    <a:pt x="4128" y="1450"/>
                  </a:moveTo>
                  <a:cubicBezTo>
                    <a:pt x="4411" y="2017"/>
                    <a:pt x="4821" y="2490"/>
                    <a:pt x="5293" y="2836"/>
                  </a:cubicBezTo>
                  <a:cubicBezTo>
                    <a:pt x="5924" y="3340"/>
                    <a:pt x="6711" y="3624"/>
                    <a:pt x="7499" y="3687"/>
                  </a:cubicBezTo>
                  <a:cubicBezTo>
                    <a:pt x="7499" y="3813"/>
                    <a:pt x="7530" y="3970"/>
                    <a:pt x="7530" y="4096"/>
                  </a:cubicBezTo>
                  <a:lnTo>
                    <a:pt x="7530" y="5640"/>
                  </a:lnTo>
                  <a:lnTo>
                    <a:pt x="7436" y="5640"/>
                  </a:lnTo>
                  <a:cubicBezTo>
                    <a:pt x="7436" y="7089"/>
                    <a:pt x="6270" y="8224"/>
                    <a:pt x="4852" y="8224"/>
                  </a:cubicBezTo>
                  <a:lnTo>
                    <a:pt x="3340" y="8224"/>
                  </a:lnTo>
                  <a:cubicBezTo>
                    <a:pt x="1891" y="8224"/>
                    <a:pt x="757" y="7058"/>
                    <a:pt x="757" y="5640"/>
                  </a:cubicBezTo>
                  <a:lnTo>
                    <a:pt x="757" y="4096"/>
                  </a:lnTo>
                  <a:cubicBezTo>
                    <a:pt x="757" y="3970"/>
                    <a:pt x="757" y="3813"/>
                    <a:pt x="788" y="3687"/>
                  </a:cubicBezTo>
                  <a:cubicBezTo>
                    <a:pt x="1576" y="3624"/>
                    <a:pt x="2363" y="3340"/>
                    <a:pt x="2994" y="2836"/>
                  </a:cubicBezTo>
                  <a:cubicBezTo>
                    <a:pt x="3466" y="2427"/>
                    <a:pt x="3876" y="1954"/>
                    <a:pt x="4128" y="1450"/>
                  </a:cubicBezTo>
                  <a:close/>
                  <a:moveTo>
                    <a:pt x="4096" y="1"/>
                  </a:moveTo>
                  <a:cubicBezTo>
                    <a:pt x="3939" y="1"/>
                    <a:pt x="3781" y="127"/>
                    <a:pt x="3750" y="284"/>
                  </a:cubicBezTo>
                  <a:lnTo>
                    <a:pt x="3718" y="442"/>
                  </a:lnTo>
                  <a:cubicBezTo>
                    <a:pt x="3309" y="1923"/>
                    <a:pt x="1985" y="2994"/>
                    <a:pt x="442" y="2994"/>
                  </a:cubicBezTo>
                  <a:cubicBezTo>
                    <a:pt x="253" y="2994"/>
                    <a:pt x="127" y="3120"/>
                    <a:pt x="95" y="3309"/>
                  </a:cubicBezTo>
                  <a:cubicBezTo>
                    <a:pt x="32" y="3592"/>
                    <a:pt x="1" y="3876"/>
                    <a:pt x="1" y="4128"/>
                  </a:cubicBezTo>
                  <a:lnTo>
                    <a:pt x="1" y="5672"/>
                  </a:lnTo>
                  <a:cubicBezTo>
                    <a:pt x="1" y="7530"/>
                    <a:pt x="1513" y="9011"/>
                    <a:pt x="3340" y="9011"/>
                  </a:cubicBezTo>
                  <a:lnTo>
                    <a:pt x="4852" y="9011"/>
                  </a:lnTo>
                  <a:cubicBezTo>
                    <a:pt x="6711" y="9011"/>
                    <a:pt x="8192" y="7530"/>
                    <a:pt x="8192" y="5672"/>
                  </a:cubicBezTo>
                  <a:lnTo>
                    <a:pt x="8192" y="4128"/>
                  </a:lnTo>
                  <a:cubicBezTo>
                    <a:pt x="8192" y="3844"/>
                    <a:pt x="8160" y="3592"/>
                    <a:pt x="8129" y="3309"/>
                  </a:cubicBezTo>
                  <a:cubicBezTo>
                    <a:pt x="8066" y="3120"/>
                    <a:pt x="7908" y="2994"/>
                    <a:pt x="7751" y="2994"/>
                  </a:cubicBezTo>
                  <a:cubicBezTo>
                    <a:pt x="6239" y="2994"/>
                    <a:pt x="4884" y="1923"/>
                    <a:pt x="4506" y="442"/>
                  </a:cubicBezTo>
                  <a:lnTo>
                    <a:pt x="4443" y="284"/>
                  </a:lnTo>
                  <a:cubicBezTo>
                    <a:pt x="4411" y="127"/>
                    <a:pt x="4254" y="1"/>
                    <a:pt x="40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499" name="Google Shape;10499;p64"/>
          <p:cNvGrpSpPr/>
          <p:nvPr/>
        </p:nvGrpSpPr>
        <p:grpSpPr>
          <a:xfrm>
            <a:off x="7969611" y="1780418"/>
            <a:ext cx="338736" cy="359303"/>
            <a:chOff x="-55217702" y="2296300"/>
            <a:chExt cx="298525" cy="316650"/>
          </a:xfrm>
        </p:grpSpPr>
        <p:sp>
          <p:nvSpPr>
            <p:cNvPr id="10500" name="Google Shape;10500;p64"/>
            <p:cNvSpPr/>
            <p:nvPr/>
          </p:nvSpPr>
          <p:spPr>
            <a:xfrm>
              <a:off x="-55105077" y="2426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01" name="Google Shape;10501;p64"/>
            <p:cNvSpPr/>
            <p:nvPr/>
          </p:nvSpPr>
          <p:spPr>
            <a:xfrm>
              <a:off x="-55030247" y="2426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02" name="Google Shape;10502;p64"/>
            <p:cNvSpPr/>
            <p:nvPr/>
          </p:nvSpPr>
          <p:spPr>
            <a:xfrm>
              <a:off x="-55095626" y="2488675"/>
              <a:ext cx="73275" cy="29775"/>
            </a:xfrm>
            <a:custGeom>
              <a:rect l="l" t="t" r="r" b="b"/>
              <a:pathLst>
                <a:path w="2931" h="1191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85" y="1190"/>
                    <a:pt x="2458" y="1001"/>
                    <a:pt x="2773" y="655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685" y="66"/>
                    <a:pt x="2577" y="23"/>
                    <a:pt x="2471" y="23"/>
                  </a:cubicBezTo>
                  <a:cubicBezTo>
                    <a:pt x="2388" y="23"/>
                    <a:pt x="2307" y="50"/>
                    <a:pt x="2237" y="119"/>
                  </a:cubicBezTo>
                  <a:cubicBezTo>
                    <a:pt x="2048" y="340"/>
                    <a:pt x="1733" y="434"/>
                    <a:pt x="1450" y="434"/>
                  </a:cubicBezTo>
                  <a:cubicBezTo>
                    <a:pt x="1135" y="434"/>
                    <a:pt x="883" y="340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03" name="Google Shape;10503;p64"/>
            <p:cNvSpPr/>
            <p:nvPr/>
          </p:nvSpPr>
          <p:spPr>
            <a:xfrm>
              <a:off x="-55217702" y="2296300"/>
              <a:ext cx="298525" cy="316650"/>
            </a:xfrm>
            <a:custGeom>
              <a:rect l="l" t="t" r="r" b="b"/>
              <a:pathLst>
                <a:path w="11941" h="12666" extrusionOk="0">
                  <a:moveTo>
                    <a:pt x="8601" y="694"/>
                  </a:moveTo>
                  <a:cubicBezTo>
                    <a:pt x="9105" y="694"/>
                    <a:pt x="9578" y="1040"/>
                    <a:pt x="9704" y="1545"/>
                  </a:cubicBezTo>
                  <a:lnTo>
                    <a:pt x="2993" y="3561"/>
                  </a:lnTo>
                  <a:lnTo>
                    <a:pt x="2993" y="1797"/>
                  </a:lnTo>
                  <a:cubicBezTo>
                    <a:pt x="2993" y="1167"/>
                    <a:pt x="3497" y="694"/>
                    <a:pt x="4096" y="694"/>
                  </a:cubicBezTo>
                  <a:close/>
                  <a:moveTo>
                    <a:pt x="9735" y="2301"/>
                  </a:moveTo>
                  <a:lnTo>
                    <a:pt x="9735" y="3687"/>
                  </a:lnTo>
                  <a:lnTo>
                    <a:pt x="5199" y="3687"/>
                  </a:lnTo>
                  <a:lnTo>
                    <a:pt x="9735" y="2301"/>
                  </a:lnTo>
                  <a:close/>
                  <a:moveTo>
                    <a:pt x="10428" y="4380"/>
                  </a:moveTo>
                  <a:cubicBezTo>
                    <a:pt x="10838" y="4380"/>
                    <a:pt x="11185" y="4727"/>
                    <a:pt x="11185" y="5136"/>
                  </a:cubicBezTo>
                  <a:cubicBezTo>
                    <a:pt x="11185" y="5577"/>
                    <a:pt x="10870" y="5892"/>
                    <a:pt x="10428" y="5892"/>
                  </a:cubicBezTo>
                  <a:lnTo>
                    <a:pt x="10428" y="4380"/>
                  </a:lnTo>
                  <a:close/>
                  <a:moveTo>
                    <a:pt x="9767" y="4443"/>
                  </a:moveTo>
                  <a:cubicBezTo>
                    <a:pt x="9735" y="4664"/>
                    <a:pt x="9735" y="6774"/>
                    <a:pt x="9735" y="7026"/>
                  </a:cubicBezTo>
                  <a:cubicBezTo>
                    <a:pt x="9735" y="8885"/>
                    <a:pt x="8223" y="10397"/>
                    <a:pt x="6396" y="10397"/>
                  </a:cubicBezTo>
                  <a:cubicBezTo>
                    <a:pt x="4537" y="10397"/>
                    <a:pt x="3025" y="8885"/>
                    <a:pt x="3025" y="7026"/>
                  </a:cubicBezTo>
                  <a:lnTo>
                    <a:pt x="3025" y="4443"/>
                  </a:lnTo>
                  <a:close/>
                  <a:moveTo>
                    <a:pt x="2237" y="3309"/>
                  </a:moveTo>
                  <a:lnTo>
                    <a:pt x="2237" y="6995"/>
                  </a:lnTo>
                  <a:lnTo>
                    <a:pt x="2237" y="11910"/>
                  </a:lnTo>
                  <a:lnTo>
                    <a:pt x="756" y="11910"/>
                  </a:lnTo>
                  <a:lnTo>
                    <a:pt x="756" y="6711"/>
                  </a:lnTo>
                  <a:cubicBezTo>
                    <a:pt x="756" y="5420"/>
                    <a:pt x="1292" y="4159"/>
                    <a:pt x="2237" y="3309"/>
                  </a:cubicBezTo>
                  <a:close/>
                  <a:moveTo>
                    <a:pt x="4096" y="1"/>
                  </a:moveTo>
                  <a:cubicBezTo>
                    <a:pt x="3088" y="1"/>
                    <a:pt x="2269" y="820"/>
                    <a:pt x="2269" y="1828"/>
                  </a:cubicBezTo>
                  <a:lnTo>
                    <a:pt x="2269" y="2395"/>
                  </a:lnTo>
                  <a:cubicBezTo>
                    <a:pt x="819" y="3403"/>
                    <a:pt x="0" y="5042"/>
                    <a:pt x="0" y="6774"/>
                  </a:cubicBezTo>
                  <a:lnTo>
                    <a:pt x="0" y="12319"/>
                  </a:lnTo>
                  <a:cubicBezTo>
                    <a:pt x="0" y="12508"/>
                    <a:pt x="158" y="12666"/>
                    <a:pt x="378" y="12666"/>
                  </a:cubicBezTo>
                  <a:lnTo>
                    <a:pt x="2615" y="12666"/>
                  </a:lnTo>
                  <a:cubicBezTo>
                    <a:pt x="2804" y="12666"/>
                    <a:pt x="2962" y="12508"/>
                    <a:pt x="2962" y="12319"/>
                  </a:cubicBezTo>
                  <a:lnTo>
                    <a:pt x="2962" y="9389"/>
                  </a:lnTo>
                  <a:cubicBezTo>
                    <a:pt x="3718" y="10460"/>
                    <a:pt x="4915" y="11122"/>
                    <a:pt x="6301" y="11122"/>
                  </a:cubicBezTo>
                  <a:cubicBezTo>
                    <a:pt x="8538" y="11122"/>
                    <a:pt x="10397" y="9295"/>
                    <a:pt x="10397" y="7026"/>
                  </a:cubicBezTo>
                  <a:lnTo>
                    <a:pt x="10397" y="6680"/>
                  </a:lnTo>
                  <a:cubicBezTo>
                    <a:pt x="11216" y="6680"/>
                    <a:pt x="11909" y="6018"/>
                    <a:pt x="11909" y="5168"/>
                  </a:cubicBezTo>
                  <a:cubicBezTo>
                    <a:pt x="11941" y="4348"/>
                    <a:pt x="11279" y="3687"/>
                    <a:pt x="10428" y="3687"/>
                  </a:cubicBezTo>
                  <a:lnTo>
                    <a:pt x="10428" y="1828"/>
                  </a:lnTo>
                  <a:cubicBezTo>
                    <a:pt x="10428" y="820"/>
                    <a:pt x="9609" y="1"/>
                    <a:pt x="8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04" name="Google Shape;10504;p64"/>
          <p:cNvGrpSpPr/>
          <p:nvPr/>
        </p:nvGrpSpPr>
        <p:grpSpPr>
          <a:xfrm>
            <a:off x="7957541" y="2233002"/>
            <a:ext cx="362877" cy="359303"/>
            <a:chOff x="-55229528" y="2688550"/>
            <a:chExt cx="319800" cy="316650"/>
          </a:xfrm>
        </p:grpSpPr>
        <p:sp>
          <p:nvSpPr>
            <p:cNvPr id="10505" name="Google Shape;10505;p64"/>
            <p:cNvSpPr/>
            <p:nvPr/>
          </p:nvSpPr>
          <p:spPr>
            <a:xfrm>
              <a:off x="-55104277" y="2919525"/>
              <a:ext cx="72475" cy="28950"/>
            </a:xfrm>
            <a:custGeom>
              <a:rect l="l" t="t" r="r" b="b"/>
              <a:pathLst>
                <a:path w="2899" h="1158" extrusionOk="0">
                  <a:moveTo>
                    <a:pt x="398" y="0"/>
                  </a:moveTo>
                  <a:cubicBezTo>
                    <a:pt x="307" y="0"/>
                    <a:pt x="221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4" y="969"/>
                    <a:pt x="977" y="1158"/>
                    <a:pt x="1449" y="1158"/>
                  </a:cubicBezTo>
                  <a:cubicBezTo>
                    <a:pt x="1953" y="1158"/>
                    <a:pt x="2426" y="969"/>
                    <a:pt x="2741" y="622"/>
                  </a:cubicBezTo>
                  <a:cubicBezTo>
                    <a:pt x="2898" y="465"/>
                    <a:pt x="2898" y="213"/>
                    <a:pt x="2741" y="118"/>
                  </a:cubicBezTo>
                  <a:cubicBezTo>
                    <a:pt x="2694" y="39"/>
                    <a:pt x="2607" y="0"/>
                    <a:pt x="2513" y="0"/>
                  </a:cubicBezTo>
                  <a:cubicBezTo>
                    <a:pt x="2418" y="0"/>
                    <a:pt x="2316" y="39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39"/>
                    <a:pt x="488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06" name="Google Shape;10506;p64"/>
            <p:cNvSpPr/>
            <p:nvPr/>
          </p:nvSpPr>
          <p:spPr>
            <a:xfrm>
              <a:off x="-55039698" y="285630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694"/>
                    <a:pt x="378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07" name="Google Shape;10507;p64"/>
            <p:cNvSpPr/>
            <p:nvPr/>
          </p:nvSpPr>
          <p:spPr>
            <a:xfrm>
              <a:off x="-55113752" y="28563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08" name="Google Shape;10508;p64"/>
            <p:cNvSpPr/>
            <p:nvPr/>
          </p:nvSpPr>
          <p:spPr>
            <a:xfrm>
              <a:off x="-55229528" y="2688550"/>
              <a:ext cx="319800" cy="316650"/>
            </a:xfrm>
            <a:custGeom>
              <a:rect l="l" t="t" r="r" b="b"/>
              <a:pathLst>
                <a:path w="12792" h="12666" extrusionOk="0">
                  <a:moveTo>
                    <a:pt x="6648" y="693"/>
                  </a:moveTo>
                  <a:cubicBezTo>
                    <a:pt x="6806" y="693"/>
                    <a:pt x="6963" y="788"/>
                    <a:pt x="7026" y="914"/>
                  </a:cubicBezTo>
                  <a:cubicBezTo>
                    <a:pt x="7089" y="1197"/>
                    <a:pt x="7184" y="1386"/>
                    <a:pt x="7247" y="1670"/>
                  </a:cubicBezTo>
                  <a:cubicBezTo>
                    <a:pt x="7341" y="1891"/>
                    <a:pt x="7121" y="2143"/>
                    <a:pt x="6900" y="2143"/>
                  </a:cubicBezTo>
                  <a:lnTo>
                    <a:pt x="5987" y="2143"/>
                  </a:lnTo>
                  <a:cubicBezTo>
                    <a:pt x="5766" y="2143"/>
                    <a:pt x="5546" y="1891"/>
                    <a:pt x="5640" y="1670"/>
                  </a:cubicBezTo>
                  <a:cubicBezTo>
                    <a:pt x="5703" y="1418"/>
                    <a:pt x="5798" y="1197"/>
                    <a:pt x="5892" y="914"/>
                  </a:cubicBezTo>
                  <a:cubicBezTo>
                    <a:pt x="5955" y="756"/>
                    <a:pt x="6081" y="693"/>
                    <a:pt x="6239" y="693"/>
                  </a:cubicBezTo>
                  <a:close/>
                  <a:moveTo>
                    <a:pt x="7845" y="2332"/>
                  </a:moveTo>
                  <a:cubicBezTo>
                    <a:pt x="10271" y="2962"/>
                    <a:pt x="12004" y="5199"/>
                    <a:pt x="12004" y="7813"/>
                  </a:cubicBezTo>
                  <a:cubicBezTo>
                    <a:pt x="12067" y="8444"/>
                    <a:pt x="11595" y="8916"/>
                    <a:pt x="10964" y="8916"/>
                  </a:cubicBezTo>
                  <a:lnTo>
                    <a:pt x="10523" y="8916"/>
                  </a:lnTo>
                  <a:lnTo>
                    <a:pt x="10523" y="8570"/>
                  </a:lnTo>
                  <a:lnTo>
                    <a:pt x="10523" y="7057"/>
                  </a:lnTo>
                  <a:cubicBezTo>
                    <a:pt x="10523" y="5608"/>
                    <a:pt x="9326" y="4474"/>
                    <a:pt x="7908" y="4474"/>
                  </a:cubicBezTo>
                  <a:lnTo>
                    <a:pt x="4915" y="4474"/>
                  </a:lnTo>
                  <a:cubicBezTo>
                    <a:pt x="3466" y="4474"/>
                    <a:pt x="2332" y="5640"/>
                    <a:pt x="2332" y="7057"/>
                  </a:cubicBezTo>
                  <a:lnTo>
                    <a:pt x="2332" y="8570"/>
                  </a:lnTo>
                  <a:lnTo>
                    <a:pt x="2332" y="8916"/>
                  </a:lnTo>
                  <a:lnTo>
                    <a:pt x="1891" y="8916"/>
                  </a:lnTo>
                  <a:cubicBezTo>
                    <a:pt x="1261" y="8916"/>
                    <a:pt x="788" y="8412"/>
                    <a:pt x="788" y="7813"/>
                  </a:cubicBezTo>
                  <a:cubicBezTo>
                    <a:pt x="788" y="5262"/>
                    <a:pt x="2521" y="2993"/>
                    <a:pt x="4979" y="2332"/>
                  </a:cubicBezTo>
                  <a:cubicBezTo>
                    <a:pt x="5168" y="2678"/>
                    <a:pt x="5514" y="2899"/>
                    <a:pt x="5955" y="2899"/>
                  </a:cubicBezTo>
                  <a:lnTo>
                    <a:pt x="6869" y="2899"/>
                  </a:lnTo>
                  <a:cubicBezTo>
                    <a:pt x="7247" y="2899"/>
                    <a:pt x="7593" y="2678"/>
                    <a:pt x="7845" y="2332"/>
                  </a:cubicBezTo>
                  <a:close/>
                  <a:moveTo>
                    <a:pt x="7971" y="5199"/>
                  </a:moveTo>
                  <a:cubicBezTo>
                    <a:pt x="8980" y="5199"/>
                    <a:pt x="9799" y="6049"/>
                    <a:pt x="9799" y="7057"/>
                  </a:cubicBezTo>
                  <a:lnTo>
                    <a:pt x="9799" y="8570"/>
                  </a:lnTo>
                  <a:cubicBezTo>
                    <a:pt x="9799" y="10397"/>
                    <a:pt x="8318" y="11909"/>
                    <a:pt x="6459" y="11909"/>
                  </a:cubicBezTo>
                  <a:cubicBezTo>
                    <a:pt x="4600" y="11909"/>
                    <a:pt x="3120" y="10397"/>
                    <a:pt x="3120" y="8570"/>
                  </a:cubicBezTo>
                  <a:lnTo>
                    <a:pt x="3120" y="7057"/>
                  </a:lnTo>
                  <a:cubicBezTo>
                    <a:pt x="3120" y="6049"/>
                    <a:pt x="3939" y="5199"/>
                    <a:pt x="4979" y="5199"/>
                  </a:cubicBezTo>
                  <a:close/>
                  <a:moveTo>
                    <a:pt x="6176" y="0"/>
                  </a:moveTo>
                  <a:cubicBezTo>
                    <a:pt x="5703" y="0"/>
                    <a:pt x="5294" y="315"/>
                    <a:pt x="5136" y="756"/>
                  </a:cubicBezTo>
                  <a:lnTo>
                    <a:pt x="3403" y="756"/>
                  </a:lnTo>
                  <a:cubicBezTo>
                    <a:pt x="3183" y="756"/>
                    <a:pt x="3025" y="914"/>
                    <a:pt x="3025" y="1103"/>
                  </a:cubicBezTo>
                  <a:cubicBezTo>
                    <a:pt x="3025" y="1323"/>
                    <a:pt x="3183" y="1481"/>
                    <a:pt x="3403" y="1481"/>
                  </a:cubicBezTo>
                  <a:lnTo>
                    <a:pt x="4852" y="1481"/>
                  </a:lnTo>
                  <a:cubicBezTo>
                    <a:pt x="4852" y="1512"/>
                    <a:pt x="4821" y="1575"/>
                    <a:pt x="4821" y="1638"/>
                  </a:cubicBezTo>
                  <a:cubicBezTo>
                    <a:pt x="3498" y="1954"/>
                    <a:pt x="2332" y="2678"/>
                    <a:pt x="1450" y="3749"/>
                  </a:cubicBezTo>
                  <a:cubicBezTo>
                    <a:pt x="505" y="4883"/>
                    <a:pt x="1" y="6364"/>
                    <a:pt x="1" y="7813"/>
                  </a:cubicBezTo>
                  <a:cubicBezTo>
                    <a:pt x="1" y="8822"/>
                    <a:pt x="820" y="9672"/>
                    <a:pt x="1860" y="9672"/>
                  </a:cubicBezTo>
                  <a:lnTo>
                    <a:pt x="2395" y="9672"/>
                  </a:lnTo>
                  <a:cubicBezTo>
                    <a:pt x="2868" y="11405"/>
                    <a:pt x="4506" y="12665"/>
                    <a:pt x="6333" y="12665"/>
                  </a:cubicBezTo>
                  <a:cubicBezTo>
                    <a:pt x="8224" y="12665"/>
                    <a:pt x="9799" y="11405"/>
                    <a:pt x="10271" y="9672"/>
                  </a:cubicBezTo>
                  <a:lnTo>
                    <a:pt x="10838" y="9672"/>
                  </a:lnTo>
                  <a:cubicBezTo>
                    <a:pt x="11847" y="9672"/>
                    <a:pt x="12697" y="8822"/>
                    <a:pt x="12697" y="7813"/>
                  </a:cubicBezTo>
                  <a:cubicBezTo>
                    <a:pt x="12792" y="6301"/>
                    <a:pt x="12288" y="4883"/>
                    <a:pt x="11343" y="3749"/>
                  </a:cubicBezTo>
                  <a:cubicBezTo>
                    <a:pt x="10492" y="2678"/>
                    <a:pt x="9295" y="1954"/>
                    <a:pt x="8003" y="1638"/>
                  </a:cubicBezTo>
                  <a:cubicBezTo>
                    <a:pt x="8003" y="1575"/>
                    <a:pt x="7971" y="1512"/>
                    <a:pt x="7971" y="1481"/>
                  </a:cubicBezTo>
                  <a:lnTo>
                    <a:pt x="9421" y="1481"/>
                  </a:lnTo>
                  <a:cubicBezTo>
                    <a:pt x="9610" y="1481"/>
                    <a:pt x="9767" y="1323"/>
                    <a:pt x="9767" y="1103"/>
                  </a:cubicBezTo>
                  <a:cubicBezTo>
                    <a:pt x="9767" y="914"/>
                    <a:pt x="9610" y="756"/>
                    <a:pt x="9421" y="756"/>
                  </a:cubicBezTo>
                  <a:lnTo>
                    <a:pt x="7688" y="756"/>
                  </a:lnTo>
                  <a:cubicBezTo>
                    <a:pt x="7530" y="315"/>
                    <a:pt x="7089" y="0"/>
                    <a:pt x="6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09" name="Google Shape;10509;p64"/>
          <p:cNvGrpSpPr/>
          <p:nvPr/>
        </p:nvGrpSpPr>
        <p:grpSpPr>
          <a:xfrm>
            <a:off x="6653760" y="2684124"/>
            <a:ext cx="338765" cy="361090"/>
            <a:chOff x="-53288828" y="1903275"/>
            <a:chExt cx="298550" cy="318225"/>
          </a:xfrm>
        </p:grpSpPr>
        <p:sp>
          <p:nvSpPr>
            <p:cNvPr id="10510" name="Google Shape;10510;p64"/>
            <p:cNvSpPr/>
            <p:nvPr/>
          </p:nvSpPr>
          <p:spPr>
            <a:xfrm>
              <a:off x="-53213998" y="205292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726" y="536"/>
                    <a:pt x="726" y="347"/>
                  </a:cubicBezTo>
                  <a:cubicBezTo>
                    <a:pt x="726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11" name="Google Shape;10511;p64"/>
            <p:cNvSpPr/>
            <p:nvPr/>
          </p:nvSpPr>
          <p:spPr>
            <a:xfrm>
              <a:off x="-53139175" y="205292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12" name="Google Shape;10512;p64"/>
            <p:cNvSpPr/>
            <p:nvPr/>
          </p:nvSpPr>
          <p:spPr>
            <a:xfrm>
              <a:off x="-53288828" y="1903275"/>
              <a:ext cx="298550" cy="318225"/>
            </a:xfrm>
            <a:custGeom>
              <a:rect l="l" t="t" r="r" b="b"/>
              <a:pathLst>
                <a:path w="11942" h="12729" extrusionOk="0">
                  <a:moveTo>
                    <a:pt x="4853" y="757"/>
                  </a:moveTo>
                  <a:cubicBezTo>
                    <a:pt x="6428" y="757"/>
                    <a:pt x="7846" y="1639"/>
                    <a:pt x="8507" y="2994"/>
                  </a:cubicBezTo>
                  <a:lnTo>
                    <a:pt x="1167" y="2994"/>
                  </a:lnTo>
                  <a:cubicBezTo>
                    <a:pt x="1891" y="1639"/>
                    <a:pt x="3277" y="757"/>
                    <a:pt x="4853" y="757"/>
                  </a:cubicBezTo>
                  <a:close/>
                  <a:moveTo>
                    <a:pt x="11185" y="2994"/>
                  </a:moveTo>
                  <a:lnTo>
                    <a:pt x="11185" y="3340"/>
                  </a:lnTo>
                  <a:cubicBezTo>
                    <a:pt x="11185" y="3971"/>
                    <a:pt x="10681" y="4443"/>
                    <a:pt x="10083" y="4443"/>
                  </a:cubicBezTo>
                  <a:lnTo>
                    <a:pt x="9736" y="4443"/>
                  </a:lnTo>
                  <a:lnTo>
                    <a:pt x="9736" y="4097"/>
                  </a:lnTo>
                  <a:cubicBezTo>
                    <a:pt x="9736" y="3466"/>
                    <a:pt x="10240" y="2994"/>
                    <a:pt x="10839" y="2994"/>
                  </a:cubicBezTo>
                  <a:close/>
                  <a:moveTo>
                    <a:pt x="3151" y="3750"/>
                  </a:moveTo>
                  <a:lnTo>
                    <a:pt x="3498" y="4475"/>
                  </a:lnTo>
                  <a:lnTo>
                    <a:pt x="789" y="4475"/>
                  </a:lnTo>
                  <a:cubicBezTo>
                    <a:pt x="820" y="4223"/>
                    <a:pt x="852" y="3971"/>
                    <a:pt x="946" y="3750"/>
                  </a:cubicBezTo>
                  <a:close/>
                  <a:moveTo>
                    <a:pt x="5735" y="3750"/>
                  </a:moveTo>
                  <a:lnTo>
                    <a:pt x="5357" y="4475"/>
                  </a:lnTo>
                  <a:lnTo>
                    <a:pt x="4317" y="4475"/>
                  </a:lnTo>
                  <a:lnTo>
                    <a:pt x="3971" y="3750"/>
                  </a:lnTo>
                  <a:close/>
                  <a:moveTo>
                    <a:pt x="8822" y="3750"/>
                  </a:moveTo>
                  <a:cubicBezTo>
                    <a:pt x="8885" y="3971"/>
                    <a:pt x="8948" y="4223"/>
                    <a:pt x="8980" y="4475"/>
                  </a:cubicBezTo>
                  <a:lnTo>
                    <a:pt x="6270" y="4475"/>
                  </a:lnTo>
                  <a:lnTo>
                    <a:pt x="6617" y="3750"/>
                  </a:lnTo>
                  <a:close/>
                  <a:moveTo>
                    <a:pt x="10083" y="5231"/>
                  </a:moveTo>
                  <a:cubicBezTo>
                    <a:pt x="10713" y="5231"/>
                    <a:pt x="11185" y="5703"/>
                    <a:pt x="11185" y="6333"/>
                  </a:cubicBezTo>
                  <a:lnTo>
                    <a:pt x="11185" y="6680"/>
                  </a:lnTo>
                  <a:lnTo>
                    <a:pt x="10839" y="6680"/>
                  </a:lnTo>
                  <a:cubicBezTo>
                    <a:pt x="10209" y="6680"/>
                    <a:pt x="9736" y="6176"/>
                    <a:pt x="9736" y="5577"/>
                  </a:cubicBezTo>
                  <a:lnTo>
                    <a:pt x="9736" y="5231"/>
                  </a:lnTo>
                  <a:close/>
                  <a:moveTo>
                    <a:pt x="8980" y="5231"/>
                  </a:moveTo>
                  <a:lnTo>
                    <a:pt x="8980" y="7531"/>
                  </a:lnTo>
                  <a:lnTo>
                    <a:pt x="789" y="7531"/>
                  </a:lnTo>
                  <a:lnTo>
                    <a:pt x="789" y="5231"/>
                  </a:lnTo>
                  <a:close/>
                  <a:moveTo>
                    <a:pt x="8948" y="8224"/>
                  </a:moveTo>
                  <a:cubicBezTo>
                    <a:pt x="8728" y="10366"/>
                    <a:pt x="6995" y="11973"/>
                    <a:pt x="4853" y="11973"/>
                  </a:cubicBezTo>
                  <a:cubicBezTo>
                    <a:pt x="2710" y="11973"/>
                    <a:pt x="946" y="10303"/>
                    <a:pt x="757" y="8224"/>
                  </a:cubicBezTo>
                  <a:close/>
                  <a:moveTo>
                    <a:pt x="4853" y="1"/>
                  </a:moveTo>
                  <a:cubicBezTo>
                    <a:pt x="2175" y="1"/>
                    <a:pt x="1" y="2175"/>
                    <a:pt x="1" y="4853"/>
                  </a:cubicBezTo>
                  <a:lnTo>
                    <a:pt x="1" y="7877"/>
                  </a:lnTo>
                  <a:cubicBezTo>
                    <a:pt x="1" y="10555"/>
                    <a:pt x="2175" y="12729"/>
                    <a:pt x="4853" y="12729"/>
                  </a:cubicBezTo>
                  <a:cubicBezTo>
                    <a:pt x="7531" y="12729"/>
                    <a:pt x="9704" y="10555"/>
                    <a:pt x="9704" y="7877"/>
                  </a:cubicBezTo>
                  <a:lnTo>
                    <a:pt x="9704" y="7090"/>
                  </a:lnTo>
                  <a:cubicBezTo>
                    <a:pt x="10020" y="7310"/>
                    <a:pt x="10398" y="7436"/>
                    <a:pt x="10807" y="7436"/>
                  </a:cubicBezTo>
                  <a:lnTo>
                    <a:pt x="11532" y="7436"/>
                  </a:lnTo>
                  <a:cubicBezTo>
                    <a:pt x="11752" y="7436"/>
                    <a:pt x="11878" y="7279"/>
                    <a:pt x="11878" y="7090"/>
                  </a:cubicBezTo>
                  <a:lnTo>
                    <a:pt x="11878" y="6333"/>
                  </a:lnTo>
                  <a:cubicBezTo>
                    <a:pt x="11878" y="5735"/>
                    <a:pt x="11626" y="5199"/>
                    <a:pt x="11154" y="4853"/>
                  </a:cubicBezTo>
                  <a:cubicBezTo>
                    <a:pt x="11658" y="4475"/>
                    <a:pt x="11941" y="3971"/>
                    <a:pt x="11941" y="3340"/>
                  </a:cubicBezTo>
                  <a:lnTo>
                    <a:pt x="11941" y="2584"/>
                  </a:lnTo>
                  <a:cubicBezTo>
                    <a:pt x="11941" y="2395"/>
                    <a:pt x="11784" y="2238"/>
                    <a:pt x="11563" y="2238"/>
                  </a:cubicBezTo>
                  <a:lnTo>
                    <a:pt x="10839" y="2238"/>
                  </a:lnTo>
                  <a:cubicBezTo>
                    <a:pt x="10240" y="2238"/>
                    <a:pt x="9704" y="2521"/>
                    <a:pt x="9326" y="2994"/>
                  </a:cubicBezTo>
                  <a:cubicBezTo>
                    <a:pt x="8602" y="1261"/>
                    <a:pt x="6838" y="1"/>
                    <a:pt x="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13" name="Google Shape;10513;p64"/>
          <p:cNvGrpSpPr/>
          <p:nvPr/>
        </p:nvGrpSpPr>
        <p:grpSpPr>
          <a:xfrm>
            <a:off x="6642143" y="3135800"/>
            <a:ext cx="361998" cy="361090"/>
            <a:chOff x="-53299847" y="2294725"/>
            <a:chExt cx="319025" cy="318225"/>
          </a:xfrm>
        </p:grpSpPr>
        <p:sp>
          <p:nvSpPr>
            <p:cNvPr id="10514" name="Google Shape;10514;p64"/>
            <p:cNvSpPr/>
            <p:nvPr/>
          </p:nvSpPr>
          <p:spPr>
            <a:xfrm>
              <a:off x="-53175402" y="2526500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87" y="0"/>
                  </a:moveTo>
                  <a:cubicBezTo>
                    <a:pt x="292" y="0"/>
                    <a:pt x="205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89"/>
                    <a:pt x="1450" y="1189"/>
                  </a:cubicBezTo>
                  <a:cubicBezTo>
                    <a:pt x="1922" y="1189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55"/>
                    <a:pt x="2592" y="24"/>
                    <a:pt x="2501" y="24"/>
                  </a:cubicBezTo>
                  <a:cubicBezTo>
                    <a:pt x="2411" y="24"/>
                    <a:pt x="2316" y="55"/>
                    <a:pt x="2238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66" y="433"/>
                    <a:pt x="851" y="307"/>
                    <a:pt x="662" y="118"/>
                  </a:cubicBezTo>
                  <a:cubicBezTo>
                    <a:pt x="584" y="39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15" name="Google Shape;10515;p64"/>
            <p:cNvSpPr/>
            <p:nvPr/>
          </p:nvSpPr>
          <p:spPr>
            <a:xfrm>
              <a:off x="-53299847" y="2294725"/>
              <a:ext cx="319025" cy="318225"/>
            </a:xfrm>
            <a:custGeom>
              <a:rect l="l" t="t" r="r" b="b"/>
              <a:pathLst>
                <a:path w="12761" h="12729" extrusionOk="0">
                  <a:moveTo>
                    <a:pt x="6428" y="757"/>
                  </a:moveTo>
                  <a:cubicBezTo>
                    <a:pt x="8539" y="757"/>
                    <a:pt x="10335" y="2364"/>
                    <a:pt x="10524" y="4475"/>
                  </a:cubicBezTo>
                  <a:cubicBezTo>
                    <a:pt x="10492" y="4475"/>
                    <a:pt x="10398" y="4411"/>
                    <a:pt x="10366" y="4411"/>
                  </a:cubicBezTo>
                  <a:cubicBezTo>
                    <a:pt x="9090" y="4207"/>
                    <a:pt x="7759" y="4104"/>
                    <a:pt x="6428" y="4104"/>
                  </a:cubicBezTo>
                  <a:cubicBezTo>
                    <a:pt x="5097" y="4104"/>
                    <a:pt x="3766" y="4207"/>
                    <a:pt x="2490" y="4411"/>
                  </a:cubicBezTo>
                  <a:cubicBezTo>
                    <a:pt x="2458" y="4411"/>
                    <a:pt x="2364" y="4475"/>
                    <a:pt x="2332" y="4475"/>
                  </a:cubicBezTo>
                  <a:cubicBezTo>
                    <a:pt x="2521" y="2364"/>
                    <a:pt x="4286" y="757"/>
                    <a:pt x="6428" y="757"/>
                  </a:cubicBezTo>
                  <a:close/>
                  <a:moveTo>
                    <a:pt x="6404" y="4837"/>
                  </a:moveTo>
                  <a:cubicBezTo>
                    <a:pt x="7688" y="4837"/>
                    <a:pt x="8980" y="4947"/>
                    <a:pt x="10240" y="5168"/>
                  </a:cubicBezTo>
                  <a:cubicBezTo>
                    <a:pt x="10429" y="5199"/>
                    <a:pt x="10555" y="5357"/>
                    <a:pt x="10555" y="5514"/>
                  </a:cubicBezTo>
                  <a:lnTo>
                    <a:pt x="10555" y="6396"/>
                  </a:lnTo>
                  <a:cubicBezTo>
                    <a:pt x="10555" y="6995"/>
                    <a:pt x="10051" y="7499"/>
                    <a:pt x="9421" y="7499"/>
                  </a:cubicBezTo>
                  <a:lnTo>
                    <a:pt x="7436" y="7499"/>
                  </a:lnTo>
                  <a:cubicBezTo>
                    <a:pt x="7342" y="7499"/>
                    <a:pt x="7247" y="7467"/>
                    <a:pt x="7184" y="7373"/>
                  </a:cubicBezTo>
                  <a:lnTo>
                    <a:pt x="6648" y="6869"/>
                  </a:lnTo>
                  <a:cubicBezTo>
                    <a:pt x="6570" y="6790"/>
                    <a:pt x="6475" y="6751"/>
                    <a:pt x="6385" y="6751"/>
                  </a:cubicBezTo>
                  <a:cubicBezTo>
                    <a:pt x="6294" y="6751"/>
                    <a:pt x="6207" y="6790"/>
                    <a:pt x="6144" y="6869"/>
                  </a:cubicBezTo>
                  <a:lnTo>
                    <a:pt x="5640" y="7373"/>
                  </a:lnTo>
                  <a:cubicBezTo>
                    <a:pt x="5546" y="7467"/>
                    <a:pt x="5483" y="7499"/>
                    <a:pt x="5357" y="7499"/>
                  </a:cubicBezTo>
                  <a:lnTo>
                    <a:pt x="3403" y="7499"/>
                  </a:lnTo>
                  <a:cubicBezTo>
                    <a:pt x="2773" y="7499"/>
                    <a:pt x="2301" y="6995"/>
                    <a:pt x="2301" y="6396"/>
                  </a:cubicBezTo>
                  <a:lnTo>
                    <a:pt x="2301" y="5514"/>
                  </a:lnTo>
                  <a:cubicBezTo>
                    <a:pt x="2301" y="5325"/>
                    <a:pt x="2395" y="5168"/>
                    <a:pt x="2616" y="5168"/>
                  </a:cubicBezTo>
                  <a:cubicBezTo>
                    <a:pt x="3844" y="4947"/>
                    <a:pt x="5120" y="4837"/>
                    <a:pt x="6404" y="4837"/>
                  </a:cubicBezTo>
                  <a:close/>
                  <a:moveTo>
                    <a:pt x="1545" y="5451"/>
                  </a:moveTo>
                  <a:lnTo>
                    <a:pt x="1545" y="5483"/>
                  </a:lnTo>
                  <a:lnTo>
                    <a:pt x="1545" y="6333"/>
                  </a:lnTo>
                  <a:cubicBezTo>
                    <a:pt x="1545" y="6932"/>
                    <a:pt x="1828" y="7499"/>
                    <a:pt x="2301" y="7846"/>
                  </a:cubicBezTo>
                  <a:lnTo>
                    <a:pt x="2301" y="8192"/>
                  </a:lnTo>
                  <a:cubicBezTo>
                    <a:pt x="1450" y="8192"/>
                    <a:pt x="789" y="7530"/>
                    <a:pt x="789" y="6711"/>
                  </a:cubicBezTo>
                  <a:cubicBezTo>
                    <a:pt x="789" y="6207"/>
                    <a:pt x="1104" y="5735"/>
                    <a:pt x="1545" y="5451"/>
                  </a:cubicBezTo>
                  <a:close/>
                  <a:moveTo>
                    <a:pt x="11311" y="5483"/>
                  </a:moveTo>
                  <a:cubicBezTo>
                    <a:pt x="11752" y="5766"/>
                    <a:pt x="12067" y="6239"/>
                    <a:pt x="12067" y="6774"/>
                  </a:cubicBezTo>
                  <a:cubicBezTo>
                    <a:pt x="12004" y="7562"/>
                    <a:pt x="11343" y="8255"/>
                    <a:pt x="10555" y="8255"/>
                  </a:cubicBezTo>
                  <a:lnTo>
                    <a:pt x="10555" y="7877"/>
                  </a:lnTo>
                  <a:cubicBezTo>
                    <a:pt x="10996" y="7530"/>
                    <a:pt x="11311" y="7026"/>
                    <a:pt x="11311" y="6396"/>
                  </a:cubicBezTo>
                  <a:lnTo>
                    <a:pt x="11311" y="5514"/>
                  </a:lnTo>
                  <a:lnTo>
                    <a:pt x="11311" y="5483"/>
                  </a:lnTo>
                  <a:close/>
                  <a:moveTo>
                    <a:pt x="1545" y="8885"/>
                  </a:moveTo>
                  <a:cubicBezTo>
                    <a:pt x="1765" y="8948"/>
                    <a:pt x="2017" y="8980"/>
                    <a:pt x="2301" y="8980"/>
                  </a:cubicBezTo>
                  <a:cubicBezTo>
                    <a:pt x="2332" y="9515"/>
                    <a:pt x="2490" y="10019"/>
                    <a:pt x="2710" y="10492"/>
                  </a:cubicBezTo>
                  <a:lnTo>
                    <a:pt x="1891" y="10492"/>
                  </a:lnTo>
                  <a:cubicBezTo>
                    <a:pt x="1702" y="10492"/>
                    <a:pt x="1545" y="10334"/>
                    <a:pt x="1545" y="10145"/>
                  </a:cubicBezTo>
                  <a:lnTo>
                    <a:pt x="1545" y="8885"/>
                  </a:lnTo>
                  <a:close/>
                  <a:moveTo>
                    <a:pt x="6428" y="7688"/>
                  </a:moveTo>
                  <a:lnTo>
                    <a:pt x="6711" y="7972"/>
                  </a:lnTo>
                  <a:cubicBezTo>
                    <a:pt x="6900" y="8161"/>
                    <a:pt x="7216" y="8287"/>
                    <a:pt x="7499" y="8287"/>
                  </a:cubicBezTo>
                  <a:lnTo>
                    <a:pt x="9452" y="8287"/>
                  </a:lnTo>
                  <a:cubicBezTo>
                    <a:pt x="9578" y="8287"/>
                    <a:pt x="9704" y="8287"/>
                    <a:pt x="9799" y="8255"/>
                  </a:cubicBezTo>
                  <a:lnTo>
                    <a:pt x="9799" y="8633"/>
                  </a:lnTo>
                  <a:cubicBezTo>
                    <a:pt x="9799" y="10492"/>
                    <a:pt x="8287" y="11973"/>
                    <a:pt x="6428" y="11973"/>
                  </a:cubicBezTo>
                  <a:cubicBezTo>
                    <a:pt x="5609" y="11973"/>
                    <a:pt x="4853" y="11721"/>
                    <a:pt x="4254" y="11185"/>
                  </a:cubicBezTo>
                  <a:lnTo>
                    <a:pt x="4916" y="11185"/>
                  </a:lnTo>
                  <a:cubicBezTo>
                    <a:pt x="5136" y="11185"/>
                    <a:pt x="5294" y="11028"/>
                    <a:pt x="5294" y="10838"/>
                  </a:cubicBezTo>
                  <a:cubicBezTo>
                    <a:pt x="5294" y="10649"/>
                    <a:pt x="5136" y="10492"/>
                    <a:pt x="4916" y="10492"/>
                  </a:cubicBezTo>
                  <a:lnTo>
                    <a:pt x="3592" y="10492"/>
                  </a:lnTo>
                  <a:cubicBezTo>
                    <a:pt x="3246" y="9925"/>
                    <a:pt x="3025" y="9295"/>
                    <a:pt x="3025" y="8633"/>
                  </a:cubicBezTo>
                  <a:lnTo>
                    <a:pt x="3025" y="8255"/>
                  </a:lnTo>
                  <a:cubicBezTo>
                    <a:pt x="3151" y="8287"/>
                    <a:pt x="3277" y="8287"/>
                    <a:pt x="3403" y="8287"/>
                  </a:cubicBezTo>
                  <a:lnTo>
                    <a:pt x="5357" y="8287"/>
                  </a:lnTo>
                  <a:cubicBezTo>
                    <a:pt x="5672" y="8287"/>
                    <a:pt x="5955" y="8161"/>
                    <a:pt x="6144" y="7972"/>
                  </a:cubicBezTo>
                  <a:lnTo>
                    <a:pt x="6428" y="7688"/>
                  </a:lnTo>
                  <a:close/>
                  <a:moveTo>
                    <a:pt x="6396" y="1"/>
                  </a:moveTo>
                  <a:cubicBezTo>
                    <a:pt x="3781" y="1"/>
                    <a:pt x="1671" y="2112"/>
                    <a:pt x="1513" y="4632"/>
                  </a:cubicBezTo>
                  <a:cubicBezTo>
                    <a:pt x="631" y="4947"/>
                    <a:pt x="1" y="5766"/>
                    <a:pt x="1" y="6743"/>
                  </a:cubicBezTo>
                  <a:cubicBezTo>
                    <a:pt x="1" y="7404"/>
                    <a:pt x="284" y="8003"/>
                    <a:pt x="757" y="8413"/>
                  </a:cubicBezTo>
                  <a:lnTo>
                    <a:pt x="757" y="10082"/>
                  </a:lnTo>
                  <a:cubicBezTo>
                    <a:pt x="757" y="10712"/>
                    <a:pt x="1261" y="11185"/>
                    <a:pt x="1860" y="11185"/>
                  </a:cubicBezTo>
                  <a:lnTo>
                    <a:pt x="3151" y="11185"/>
                  </a:lnTo>
                  <a:cubicBezTo>
                    <a:pt x="3939" y="12130"/>
                    <a:pt x="5073" y="12729"/>
                    <a:pt x="6365" y="12729"/>
                  </a:cubicBezTo>
                  <a:cubicBezTo>
                    <a:pt x="8507" y="12729"/>
                    <a:pt x="10303" y="11028"/>
                    <a:pt x="10429" y="8980"/>
                  </a:cubicBezTo>
                  <a:cubicBezTo>
                    <a:pt x="11658" y="8980"/>
                    <a:pt x="12697" y="8003"/>
                    <a:pt x="12697" y="6743"/>
                  </a:cubicBezTo>
                  <a:cubicBezTo>
                    <a:pt x="12760" y="5798"/>
                    <a:pt x="12162" y="4947"/>
                    <a:pt x="11280" y="4632"/>
                  </a:cubicBezTo>
                  <a:cubicBezTo>
                    <a:pt x="11154" y="2049"/>
                    <a:pt x="9011" y="1"/>
                    <a:pt x="6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16" name="Google Shape;10516;p64"/>
          <p:cNvGrpSpPr/>
          <p:nvPr/>
        </p:nvGrpSpPr>
        <p:grpSpPr>
          <a:xfrm>
            <a:off x="6664936" y="3604259"/>
            <a:ext cx="316411" cy="360211"/>
            <a:chOff x="-53278577" y="2687750"/>
            <a:chExt cx="278850" cy="317450"/>
          </a:xfrm>
        </p:grpSpPr>
        <p:sp>
          <p:nvSpPr>
            <p:cNvPr id="10517" name="Google Shape;10517;p64"/>
            <p:cNvSpPr/>
            <p:nvPr/>
          </p:nvSpPr>
          <p:spPr>
            <a:xfrm>
              <a:off x="-53175402" y="2919525"/>
              <a:ext cx="71700" cy="28950"/>
            </a:xfrm>
            <a:custGeom>
              <a:rect l="l" t="t" r="r" b="b"/>
              <a:pathLst>
                <a:path w="2868" h="1158" extrusionOk="0">
                  <a:moveTo>
                    <a:pt x="351" y="0"/>
                  </a:moveTo>
                  <a:cubicBezTo>
                    <a:pt x="253" y="0"/>
                    <a:pt x="158" y="39"/>
                    <a:pt x="95" y="118"/>
                  </a:cubicBezTo>
                  <a:cubicBezTo>
                    <a:pt x="1" y="213"/>
                    <a:pt x="1" y="465"/>
                    <a:pt x="95" y="622"/>
                  </a:cubicBezTo>
                  <a:cubicBezTo>
                    <a:pt x="473" y="969"/>
                    <a:pt x="946" y="1158"/>
                    <a:pt x="1418" y="1158"/>
                  </a:cubicBezTo>
                  <a:cubicBezTo>
                    <a:pt x="1891" y="1158"/>
                    <a:pt x="2395" y="969"/>
                    <a:pt x="2710" y="622"/>
                  </a:cubicBezTo>
                  <a:cubicBezTo>
                    <a:pt x="2868" y="465"/>
                    <a:pt x="2868" y="213"/>
                    <a:pt x="2710" y="118"/>
                  </a:cubicBezTo>
                  <a:cubicBezTo>
                    <a:pt x="2631" y="39"/>
                    <a:pt x="2529" y="0"/>
                    <a:pt x="2434" y="0"/>
                  </a:cubicBezTo>
                  <a:cubicBezTo>
                    <a:pt x="2340" y="0"/>
                    <a:pt x="2253" y="39"/>
                    <a:pt x="2206" y="118"/>
                  </a:cubicBezTo>
                  <a:cubicBezTo>
                    <a:pt x="1985" y="307"/>
                    <a:pt x="1670" y="433"/>
                    <a:pt x="1418" y="433"/>
                  </a:cubicBezTo>
                  <a:cubicBezTo>
                    <a:pt x="1135" y="433"/>
                    <a:pt x="820" y="307"/>
                    <a:pt x="631" y="118"/>
                  </a:cubicBezTo>
                  <a:cubicBezTo>
                    <a:pt x="552" y="39"/>
                    <a:pt x="450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18" name="Google Shape;10518;p64"/>
            <p:cNvSpPr/>
            <p:nvPr/>
          </p:nvSpPr>
          <p:spPr>
            <a:xfrm>
              <a:off x="-53185628" y="2854725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19" name="Google Shape;10519;p64"/>
            <p:cNvSpPr/>
            <p:nvPr/>
          </p:nvSpPr>
          <p:spPr>
            <a:xfrm>
              <a:off x="-53110798" y="2854725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20" name="Google Shape;10520;p64"/>
            <p:cNvSpPr/>
            <p:nvPr/>
          </p:nvSpPr>
          <p:spPr>
            <a:xfrm>
              <a:off x="-53278577" y="2687750"/>
              <a:ext cx="278850" cy="317450"/>
            </a:xfrm>
            <a:custGeom>
              <a:rect l="l" t="t" r="r" b="b"/>
              <a:pathLst>
                <a:path w="11154" h="12698" extrusionOk="0">
                  <a:moveTo>
                    <a:pt x="5577" y="725"/>
                  </a:moveTo>
                  <a:cubicBezTo>
                    <a:pt x="6112" y="725"/>
                    <a:pt x="6554" y="1103"/>
                    <a:pt x="6680" y="1607"/>
                  </a:cubicBezTo>
                  <a:cubicBezTo>
                    <a:pt x="6333" y="1544"/>
                    <a:pt x="5955" y="1450"/>
                    <a:pt x="5577" y="1450"/>
                  </a:cubicBezTo>
                  <a:cubicBezTo>
                    <a:pt x="5167" y="1450"/>
                    <a:pt x="4821" y="1513"/>
                    <a:pt x="4474" y="1607"/>
                  </a:cubicBezTo>
                  <a:cubicBezTo>
                    <a:pt x="4600" y="1072"/>
                    <a:pt x="5010" y="725"/>
                    <a:pt x="5577" y="725"/>
                  </a:cubicBezTo>
                  <a:close/>
                  <a:moveTo>
                    <a:pt x="5577" y="2206"/>
                  </a:moveTo>
                  <a:cubicBezTo>
                    <a:pt x="7373" y="2206"/>
                    <a:pt x="8853" y="3624"/>
                    <a:pt x="8916" y="5451"/>
                  </a:cubicBezTo>
                  <a:lnTo>
                    <a:pt x="8066" y="4569"/>
                  </a:lnTo>
                  <a:cubicBezTo>
                    <a:pt x="7995" y="4498"/>
                    <a:pt x="7904" y="4457"/>
                    <a:pt x="7811" y="4457"/>
                  </a:cubicBezTo>
                  <a:cubicBezTo>
                    <a:pt x="7737" y="4457"/>
                    <a:pt x="7662" y="4482"/>
                    <a:pt x="7593" y="4537"/>
                  </a:cubicBezTo>
                  <a:cubicBezTo>
                    <a:pt x="6979" y="4947"/>
                    <a:pt x="6270" y="5152"/>
                    <a:pt x="5561" y="5152"/>
                  </a:cubicBezTo>
                  <a:cubicBezTo>
                    <a:pt x="4852" y="5152"/>
                    <a:pt x="4143" y="4947"/>
                    <a:pt x="3529" y="4537"/>
                  </a:cubicBezTo>
                  <a:cubicBezTo>
                    <a:pt x="3460" y="4482"/>
                    <a:pt x="3385" y="4457"/>
                    <a:pt x="3312" y="4457"/>
                  </a:cubicBezTo>
                  <a:cubicBezTo>
                    <a:pt x="3218" y="4457"/>
                    <a:pt x="3127" y="4498"/>
                    <a:pt x="3056" y="4569"/>
                  </a:cubicBezTo>
                  <a:lnTo>
                    <a:pt x="2174" y="5451"/>
                  </a:lnTo>
                  <a:cubicBezTo>
                    <a:pt x="2300" y="3624"/>
                    <a:pt x="3750" y="2206"/>
                    <a:pt x="5577" y="2206"/>
                  </a:cubicBezTo>
                  <a:close/>
                  <a:moveTo>
                    <a:pt x="1481" y="6711"/>
                  </a:moveTo>
                  <a:lnTo>
                    <a:pt x="1481" y="8192"/>
                  </a:lnTo>
                  <a:cubicBezTo>
                    <a:pt x="1040" y="8192"/>
                    <a:pt x="725" y="7845"/>
                    <a:pt x="725" y="7436"/>
                  </a:cubicBezTo>
                  <a:cubicBezTo>
                    <a:pt x="725" y="7058"/>
                    <a:pt x="1072" y="6711"/>
                    <a:pt x="1481" y="6711"/>
                  </a:cubicBezTo>
                  <a:close/>
                  <a:moveTo>
                    <a:pt x="9673" y="6711"/>
                  </a:moveTo>
                  <a:cubicBezTo>
                    <a:pt x="10051" y="6711"/>
                    <a:pt x="10429" y="7026"/>
                    <a:pt x="10429" y="7436"/>
                  </a:cubicBezTo>
                  <a:cubicBezTo>
                    <a:pt x="10429" y="7845"/>
                    <a:pt x="10051" y="8192"/>
                    <a:pt x="9673" y="8192"/>
                  </a:cubicBezTo>
                  <a:lnTo>
                    <a:pt x="9673" y="6711"/>
                  </a:lnTo>
                  <a:close/>
                  <a:moveTo>
                    <a:pt x="1576" y="9452"/>
                  </a:moveTo>
                  <a:cubicBezTo>
                    <a:pt x="1796" y="10460"/>
                    <a:pt x="2395" y="11342"/>
                    <a:pt x="3214" y="11941"/>
                  </a:cubicBezTo>
                  <a:lnTo>
                    <a:pt x="725" y="11941"/>
                  </a:lnTo>
                  <a:cubicBezTo>
                    <a:pt x="788" y="11027"/>
                    <a:pt x="1072" y="10208"/>
                    <a:pt x="1576" y="9452"/>
                  </a:cubicBezTo>
                  <a:close/>
                  <a:moveTo>
                    <a:pt x="7751" y="5294"/>
                  </a:moveTo>
                  <a:lnTo>
                    <a:pt x="8916" y="6459"/>
                  </a:lnTo>
                  <a:lnTo>
                    <a:pt x="8916" y="8539"/>
                  </a:lnTo>
                  <a:cubicBezTo>
                    <a:pt x="8916" y="10397"/>
                    <a:pt x="7436" y="11941"/>
                    <a:pt x="5577" y="11941"/>
                  </a:cubicBezTo>
                  <a:cubicBezTo>
                    <a:pt x="3718" y="11941"/>
                    <a:pt x="2237" y="10397"/>
                    <a:pt x="2237" y="8539"/>
                  </a:cubicBezTo>
                  <a:lnTo>
                    <a:pt x="2237" y="6459"/>
                  </a:lnTo>
                  <a:lnTo>
                    <a:pt x="2174" y="6459"/>
                  </a:lnTo>
                  <a:lnTo>
                    <a:pt x="3372" y="5294"/>
                  </a:lnTo>
                  <a:cubicBezTo>
                    <a:pt x="4033" y="5687"/>
                    <a:pt x="4781" y="5884"/>
                    <a:pt x="5538" y="5884"/>
                  </a:cubicBezTo>
                  <a:cubicBezTo>
                    <a:pt x="6294" y="5884"/>
                    <a:pt x="7058" y="5687"/>
                    <a:pt x="7751" y="5294"/>
                  </a:cubicBezTo>
                  <a:close/>
                  <a:moveTo>
                    <a:pt x="9547" y="9452"/>
                  </a:moveTo>
                  <a:cubicBezTo>
                    <a:pt x="10051" y="10177"/>
                    <a:pt x="10334" y="11027"/>
                    <a:pt x="10366" y="11941"/>
                  </a:cubicBezTo>
                  <a:lnTo>
                    <a:pt x="7908" y="11941"/>
                  </a:lnTo>
                  <a:cubicBezTo>
                    <a:pt x="8727" y="11342"/>
                    <a:pt x="9326" y="10492"/>
                    <a:pt x="9547" y="9452"/>
                  </a:cubicBezTo>
                  <a:close/>
                  <a:moveTo>
                    <a:pt x="5577" y="1"/>
                  </a:moveTo>
                  <a:cubicBezTo>
                    <a:pt x="4506" y="1"/>
                    <a:pt x="3687" y="851"/>
                    <a:pt x="3718" y="1923"/>
                  </a:cubicBezTo>
                  <a:cubicBezTo>
                    <a:pt x="2395" y="2584"/>
                    <a:pt x="1481" y="4002"/>
                    <a:pt x="1481" y="5577"/>
                  </a:cubicBezTo>
                  <a:lnTo>
                    <a:pt x="1481" y="5955"/>
                  </a:lnTo>
                  <a:cubicBezTo>
                    <a:pt x="662" y="5955"/>
                    <a:pt x="1" y="6617"/>
                    <a:pt x="1" y="7436"/>
                  </a:cubicBezTo>
                  <a:cubicBezTo>
                    <a:pt x="1" y="8097"/>
                    <a:pt x="442" y="8696"/>
                    <a:pt x="1103" y="8885"/>
                  </a:cubicBezTo>
                  <a:cubicBezTo>
                    <a:pt x="379" y="9862"/>
                    <a:pt x="1" y="11027"/>
                    <a:pt x="1" y="12225"/>
                  </a:cubicBezTo>
                  <a:lnTo>
                    <a:pt x="1" y="12319"/>
                  </a:lnTo>
                  <a:cubicBezTo>
                    <a:pt x="1" y="12540"/>
                    <a:pt x="127" y="12697"/>
                    <a:pt x="347" y="12697"/>
                  </a:cubicBezTo>
                  <a:lnTo>
                    <a:pt x="10775" y="12697"/>
                  </a:lnTo>
                  <a:cubicBezTo>
                    <a:pt x="10964" y="12697"/>
                    <a:pt x="11122" y="12540"/>
                    <a:pt x="11122" y="12319"/>
                  </a:cubicBezTo>
                  <a:lnTo>
                    <a:pt x="11122" y="12225"/>
                  </a:lnTo>
                  <a:cubicBezTo>
                    <a:pt x="11122" y="11027"/>
                    <a:pt x="10744" y="9862"/>
                    <a:pt x="10019" y="8885"/>
                  </a:cubicBezTo>
                  <a:cubicBezTo>
                    <a:pt x="10681" y="8696"/>
                    <a:pt x="11153" y="8129"/>
                    <a:pt x="11153" y="7436"/>
                  </a:cubicBezTo>
                  <a:cubicBezTo>
                    <a:pt x="11153" y="6617"/>
                    <a:pt x="10492" y="5955"/>
                    <a:pt x="9673" y="5955"/>
                  </a:cubicBezTo>
                  <a:lnTo>
                    <a:pt x="9673" y="5577"/>
                  </a:lnTo>
                  <a:cubicBezTo>
                    <a:pt x="9673" y="3970"/>
                    <a:pt x="8759" y="2584"/>
                    <a:pt x="7436" y="1923"/>
                  </a:cubicBezTo>
                  <a:cubicBezTo>
                    <a:pt x="7467" y="851"/>
                    <a:pt x="6585" y="1"/>
                    <a:pt x="5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21" name="Google Shape;10521;p64"/>
          <p:cNvGrpSpPr/>
          <p:nvPr/>
        </p:nvGrpSpPr>
        <p:grpSpPr>
          <a:xfrm>
            <a:off x="7986330" y="3603947"/>
            <a:ext cx="361998" cy="362310"/>
            <a:chOff x="-52101874" y="2687475"/>
            <a:chExt cx="319025" cy="319300"/>
          </a:xfrm>
        </p:grpSpPr>
        <p:sp>
          <p:nvSpPr>
            <p:cNvPr id="10522" name="Google Shape;10522;p64"/>
            <p:cNvSpPr/>
            <p:nvPr/>
          </p:nvSpPr>
          <p:spPr>
            <a:xfrm>
              <a:off x="-51978201" y="2920300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22" y="1190"/>
                    <a:pt x="2426" y="969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1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23" name="Google Shape;10523;p64"/>
            <p:cNvSpPr/>
            <p:nvPr/>
          </p:nvSpPr>
          <p:spPr>
            <a:xfrm>
              <a:off x="-51988451" y="28571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24" name="Google Shape;10524;p64"/>
            <p:cNvSpPr/>
            <p:nvPr/>
          </p:nvSpPr>
          <p:spPr>
            <a:xfrm>
              <a:off x="-51913625" y="28571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25" name="Google Shape;10525;p64"/>
            <p:cNvSpPr/>
            <p:nvPr/>
          </p:nvSpPr>
          <p:spPr>
            <a:xfrm>
              <a:off x="-52101874" y="2687475"/>
              <a:ext cx="319025" cy="319300"/>
            </a:xfrm>
            <a:custGeom>
              <a:rect l="l" t="t" r="r" b="b"/>
              <a:pathLst>
                <a:path w="12761" h="12772" extrusionOk="0">
                  <a:moveTo>
                    <a:pt x="788" y="1398"/>
                  </a:moveTo>
                  <a:cubicBezTo>
                    <a:pt x="1324" y="1902"/>
                    <a:pt x="1954" y="2312"/>
                    <a:pt x="2616" y="2564"/>
                  </a:cubicBezTo>
                  <a:cubicBezTo>
                    <a:pt x="2458" y="2942"/>
                    <a:pt x="2364" y="3288"/>
                    <a:pt x="2332" y="3666"/>
                  </a:cubicBezTo>
                  <a:cubicBezTo>
                    <a:pt x="1419" y="3572"/>
                    <a:pt x="788" y="2784"/>
                    <a:pt x="788" y="1871"/>
                  </a:cubicBezTo>
                  <a:lnTo>
                    <a:pt x="788" y="1398"/>
                  </a:lnTo>
                  <a:close/>
                  <a:moveTo>
                    <a:pt x="5294" y="957"/>
                  </a:moveTo>
                  <a:lnTo>
                    <a:pt x="5294" y="3761"/>
                  </a:lnTo>
                  <a:lnTo>
                    <a:pt x="3088" y="3761"/>
                  </a:lnTo>
                  <a:cubicBezTo>
                    <a:pt x="3214" y="2469"/>
                    <a:pt x="4097" y="1366"/>
                    <a:pt x="5294" y="957"/>
                  </a:cubicBezTo>
                  <a:close/>
                  <a:moveTo>
                    <a:pt x="7531" y="957"/>
                  </a:moveTo>
                  <a:cubicBezTo>
                    <a:pt x="8728" y="1366"/>
                    <a:pt x="9578" y="2469"/>
                    <a:pt x="9736" y="3761"/>
                  </a:cubicBezTo>
                  <a:lnTo>
                    <a:pt x="7531" y="3761"/>
                  </a:lnTo>
                  <a:lnTo>
                    <a:pt x="7531" y="957"/>
                  </a:lnTo>
                  <a:close/>
                  <a:moveTo>
                    <a:pt x="12036" y="1429"/>
                  </a:moveTo>
                  <a:lnTo>
                    <a:pt x="12036" y="1902"/>
                  </a:lnTo>
                  <a:cubicBezTo>
                    <a:pt x="12036" y="2816"/>
                    <a:pt x="11343" y="3572"/>
                    <a:pt x="10492" y="3761"/>
                  </a:cubicBezTo>
                  <a:cubicBezTo>
                    <a:pt x="10461" y="3351"/>
                    <a:pt x="10366" y="3005"/>
                    <a:pt x="10208" y="2658"/>
                  </a:cubicBezTo>
                  <a:cubicBezTo>
                    <a:pt x="10870" y="2343"/>
                    <a:pt x="11500" y="1902"/>
                    <a:pt x="12036" y="1429"/>
                  </a:cubicBezTo>
                  <a:close/>
                  <a:moveTo>
                    <a:pt x="6302" y="736"/>
                  </a:moveTo>
                  <a:cubicBezTo>
                    <a:pt x="6428" y="736"/>
                    <a:pt x="6680" y="768"/>
                    <a:pt x="6774" y="768"/>
                  </a:cubicBezTo>
                  <a:lnTo>
                    <a:pt x="6774" y="4107"/>
                  </a:lnTo>
                  <a:cubicBezTo>
                    <a:pt x="6774" y="4296"/>
                    <a:pt x="6932" y="4454"/>
                    <a:pt x="7152" y="4454"/>
                  </a:cubicBezTo>
                  <a:lnTo>
                    <a:pt x="9736" y="4454"/>
                  </a:lnTo>
                  <a:lnTo>
                    <a:pt x="9736" y="5242"/>
                  </a:lnTo>
                  <a:lnTo>
                    <a:pt x="2994" y="5242"/>
                  </a:lnTo>
                  <a:lnTo>
                    <a:pt x="2994" y="4454"/>
                  </a:lnTo>
                  <a:lnTo>
                    <a:pt x="5609" y="4454"/>
                  </a:lnTo>
                  <a:cubicBezTo>
                    <a:pt x="5798" y="4454"/>
                    <a:pt x="5955" y="4296"/>
                    <a:pt x="5955" y="4107"/>
                  </a:cubicBezTo>
                  <a:lnTo>
                    <a:pt x="5955" y="768"/>
                  </a:lnTo>
                  <a:cubicBezTo>
                    <a:pt x="6081" y="768"/>
                    <a:pt x="6207" y="736"/>
                    <a:pt x="6302" y="736"/>
                  </a:cubicBezTo>
                  <a:close/>
                  <a:moveTo>
                    <a:pt x="2301" y="6785"/>
                  </a:moveTo>
                  <a:lnTo>
                    <a:pt x="2301" y="8297"/>
                  </a:lnTo>
                  <a:cubicBezTo>
                    <a:pt x="1891" y="8297"/>
                    <a:pt x="1545" y="7919"/>
                    <a:pt x="1545" y="7541"/>
                  </a:cubicBezTo>
                  <a:cubicBezTo>
                    <a:pt x="1545" y="7132"/>
                    <a:pt x="1891" y="6785"/>
                    <a:pt x="2301" y="6785"/>
                  </a:cubicBezTo>
                  <a:close/>
                  <a:moveTo>
                    <a:pt x="9767" y="6029"/>
                  </a:moveTo>
                  <a:lnTo>
                    <a:pt x="9767" y="8297"/>
                  </a:lnTo>
                  <a:lnTo>
                    <a:pt x="8759" y="8297"/>
                  </a:lnTo>
                  <a:cubicBezTo>
                    <a:pt x="8035" y="7841"/>
                    <a:pt x="7215" y="7612"/>
                    <a:pt x="6400" y="7612"/>
                  </a:cubicBezTo>
                  <a:cubicBezTo>
                    <a:pt x="5585" y="7612"/>
                    <a:pt x="4774" y="7841"/>
                    <a:pt x="4065" y="8297"/>
                  </a:cubicBezTo>
                  <a:lnTo>
                    <a:pt x="3057" y="8297"/>
                  </a:lnTo>
                  <a:lnTo>
                    <a:pt x="3057" y="6029"/>
                  </a:lnTo>
                  <a:close/>
                  <a:moveTo>
                    <a:pt x="10524" y="6785"/>
                  </a:moveTo>
                  <a:cubicBezTo>
                    <a:pt x="10933" y="6785"/>
                    <a:pt x="11280" y="7100"/>
                    <a:pt x="11280" y="7541"/>
                  </a:cubicBezTo>
                  <a:cubicBezTo>
                    <a:pt x="11280" y="7919"/>
                    <a:pt x="10933" y="8297"/>
                    <a:pt x="10524" y="8297"/>
                  </a:cubicBezTo>
                  <a:lnTo>
                    <a:pt x="10524" y="6785"/>
                  </a:lnTo>
                  <a:close/>
                  <a:moveTo>
                    <a:pt x="6381" y="8290"/>
                  </a:moveTo>
                  <a:cubicBezTo>
                    <a:pt x="7089" y="8290"/>
                    <a:pt x="7798" y="8502"/>
                    <a:pt x="8413" y="8928"/>
                  </a:cubicBezTo>
                  <a:cubicBezTo>
                    <a:pt x="8476" y="8959"/>
                    <a:pt x="8507" y="8991"/>
                    <a:pt x="8602" y="8991"/>
                  </a:cubicBezTo>
                  <a:lnTo>
                    <a:pt x="9704" y="8991"/>
                  </a:lnTo>
                  <a:cubicBezTo>
                    <a:pt x="9547" y="10692"/>
                    <a:pt x="8129" y="11984"/>
                    <a:pt x="6396" y="11984"/>
                  </a:cubicBezTo>
                  <a:cubicBezTo>
                    <a:pt x="4664" y="11984"/>
                    <a:pt x="3246" y="10692"/>
                    <a:pt x="3057" y="8991"/>
                  </a:cubicBezTo>
                  <a:lnTo>
                    <a:pt x="4160" y="8991"/>
                  </a:lnTo>
                  <a:cubicBezTo>
                    <a:pt x="4223" y="8991"/>
                    <a:pt x="4317" y="8959"/>
                    <a:pt x="4349" y="8928"/>
                  </a:cubicBezTo>
                  <a:cubicBezTo>
                    <a:pt x="4963" y="8502"/>
                    <a:pt x="5672" y="8290"/>
                    <a:pt x="6381" y="8290"/>
                  </a:cubicBezTo>
                  <a:close/>
                  <a:moveTo>
                    <a:pt x="12402" y="1"/>
                  </a:moveTo>
                  <a:cubicBezTo>
                    <a:pt x="12282" y="1"/>
                    <a:pt x="12165" y="47"/>
                    <a:pt x="12067" y="169"/>
                  </a:cubicBezTo>
                  <a:cubicBezTo>
                    <a:pt x="11563" y="957"/>
                    <a:pt x="10776" y="1587"/>
                    <a:pt x="9862" y="1934"/>
                  </a:cubicBezTo>
                  <a:cubicBezTo>
                    <a:pt x="9106" y="768"/>
                    <a:pt x="7814" y="12"/>
                    <a:pt x="6396" y="12"/>
                  </a:cubicBezTo>
                  <a:cubicBezTo>
                    <a:pt x="4979" y="12"/>
                    <a:pt x="3687" y="768"/>
                    <a:pt x="2931" y="1934"/>
                  </a:cubicBezTo>
                  <a:cubicBezTo>
                    <a:pt x="2017" y="1587"/>
                    <a:pt x="1230" y="957"/>
                    <a:pt x="725" y="169"/>
                  </a:cubicBezTo>
                  <a:cubicBezTo>
                    <a:pt x="647" y="65"/>
                    <a:pt x="504" y="4"/>
                    <a:pt x="368" y="4"/>
                  </a:cubicBezTo>
                  <a:cubicBezTo>
                    <a:pt x="339" y="4"/>
                    <a:pt x="311" y="6"/>
                    <a:pt x="284" y="12"/>
                  </a:cubicBezTo>
                  <a:cubicBezTo>
                    <a:pt x="127" y="43"/>
                    <a:pt x="1" y="201"/>
                    <a:pt x="1" y="358"/>
                  </a:cubicBezTo>
                  <a:lnTo>
                    <a:pt x="1" y="1871"/>
                  </a:lnTo>
                  <a:cubicBezTo>
                    <a:pt x="1" y="3162"/>
                    <a:pt x="1009" y="4265"/>
                    <a:pt x="2269" y="4454"/>
                  </a:cubicBezTo>
                  <a:lnTo>
                    <a:pt x="2269" y="6029"/>
                  </a:lnTo>
                  <a:cubicBezTo>
                    <a:pt x="1419" y="6029"/>
                    <a:pt x="757" y="6722"/>
                    <a:pt x="757" y="7541"/>
                  </a:cubicBezTo>
                  <a:cubicBezTo>
                    <a:pt x="757" y="8360"/>
                    <a:pt x="1419" y="9022"/>
                    <a:pt x="2269" y="9022"/>
                  </a:cubicBezTo>
                  <a:cubicBezTo>
                    <a:pt x="2458" y="11133"/>
                    <a:pt x="4223" y="12771"/>
                    <a:pt x="6365" y="12771"/>
                  </a:cubicBezTo>
                  <a:cubicBezTo>
                    <a:pt x="8476" y="12771"/>
                    <a:pt x="10240" y="11133"/>
                    <a:pt x="10461" y="9022"/>
                  </a:cubicBezTo>
                  <a:cubicBezTo>
                    <a:pt x="11280" y="9022"/>
                    <a:pt x="11941" y="8360"/>
                    <a:pt x="11941" y="7541"/>
                  </a:cubicBezTo>
                  <a:cubicBezTo>
                    <a:pt x="11941" y="6722"/>
                    <a:pt x="11280" y="6029"/>
                    <a:pt x="10461" y="6029"/>
                  </a:cubicBezTo>
                  <a:cubicBezTo>
                    <a:pt x="10524" y="5840"/>
                    <a:pt x="10524" y="4611"/>
                    <a:pt x="10524" y="4454"/>
                  </a:cubicBezTo>
                  <a:cubicBezTo>
                    <a:pt x="11784" y="4265"/>
                    <a:pt x="12760" y="3194"/>
                    <a:pt x="12760" y="1871"/>
                  </a:cubicBezTo>
                  <a:lnTo>
                    <a:pt x="12760" y="358"/>
                  </a:lnTo>
                  <a:cubicBezTo>
                    <a:pt x="12760" y="201"/>
                    <a:pt x="12666" y="43"/>
                    <a:pt x="12508" y="12"/>
                  </a:cubicBezTo>
                  <a:cubicBezTo>
                    <a:pt x="12473" y="5"/>
                    <a:pt x="12438" y="1"/>
                    <a:pt x="12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26" name="Google Shape;10526;p64"/>
          <p:cNvGrpSpPr/>
          <p:nvPr/>
        </p:nvGrpSpPr>
        <p:grpSpPr>
          <a:xfrm>
            <a:off x="6201079" y="1305369"/>
            <a:ext cx="317290" cy="361090"/>
            <a:chOff x="-56774048" y="1904075"/>
            <a:chExt cx="279625" cy="318225"/>
          </a:xfrm>
        </p:grpSpPr>
        <p:sp>
          <p:nvSpPr>
            <p:cNvPr id="10527" name="Google Shape;10527;p64"/>
            <p:cNvSpPr/>
            <p:nvPr/>
          </p:nvSpPr>
          <p:spPr>
            <a:xfrm>
              <a:off x="-56671648" y="2135825"/>
              <a:ext cx="72475" cy="28975"/>
            </a:xfrm>
            <a:custGeom>
              <a:rect l="l" t="t" r="r" b="b"/>
              <a:pathLst>
                <a:path w="2899" h="1159" extrusionOk="0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28" name="Google Shape;10528;p64"/>
            <p:cNvSpPr/>
            <p:nvPr/>
          </p:nvSpPr>
          <p:spPr>
            <a:xfrm>
              <a:off x="-56774048" y="1904075"/>
              <a:ext cx="279625" cy="318225"/>
            </a:xfrm>
            <a:custGeom>
              <a:rect l="l" t="t" r="r" b="b"/>
              <a:pathLst>
                <a:path w="11185" h="12729" extrusionOk="0">
                  <a:moveTo>
                    <a:pt x="5545" y="757"/>
                  </a:moveTo>
                  <a:cubicBezTo>
                    <a:pt x="7278" y="757"/>
                    <a:pt x="8696" y="2048"/>
                    <a:pt x="8885" y="3750"/>
                  </a:cubicBezTo>
                  <a:lnTo>
                    <a:pt x="4789" y="3750"/>
                  </a:lnTo>
                  <a:cubicBezTo>
                    <a:pt x="3056" y="3750"/>
                    <a:pt x="1639" y="2395"/>
                    <a:pt x="1450" y="757"/>
                  </a:cubicBezTo>
                  <a:close/>
                  <a:moveTo>
                    <a:pt x="2710" y="3844"/>
                  </a:moveTo>
                  <a:cubicBezTo>
                    <a:pt x="3277" y="4254"/>
                    <a:pt x="4002" y="4506"/>
                    <a:pt x="4789" y="4506"/>
                  </a:cubicBezTo>
                  <a:lnTo>
                    <a:pt x="8885" y="4506"/>
                  </a:lnTo>
                  <a:lnTo>
                    <a:pt x="8885" y="5608"/>
                  </a:lnTo>
                  <a:cubicBezTo>
                    <a:pt x="8570" y="5356"/>
                    <a:pt x="8192" y="5230"/>
                    <a:pt x="7782" y="5230"/>
                  </a:cubicBezTo>
                  <a:cubicBezTo>
                    <a:pt x="6900" y="5230"/>
                    <a:pt x="6144" y="5860"/>
                    <a:pt x="5986" y="6742"/>
                  </a:cubicBezTo>
                  <a:lnTo>
                    <a:pt x="5167" y="6742"/>
                  </a:lnTo>
                  <a:cubicBezTo>
                    <a:pt x="5010" y="5860"/>
                    <a:pt x="4222" y="5230"/>
                    <a:pt x="3340" y="5230"/>
                  </a:cubicBezTo>
                  <a:cubicBezTo>
                    <a:pt x="2899" y="5230"/>
                    <a:pt x="2552" y="5388"/>
                    <a:pt x="2237" y="5608"/>
                  </a:cubicBezTo>
                  <a:cubicBezTo>
                    <a:pt x="2237" y="4978"/>
                    <a:pt x="2395" y="4380"/>
                    <a:pt x="2710" y="3844"/>
                  </a:cubicBezTo>
                  <a:close/>
                  <a:moveTo>
                    <a:pt x="1450" y="5986"/>
                  </a:moveTo>
                  <a:lnTo>
                    <a:pt x="1450" y="7467"/>
                  </a:lnTo>
                  <a:cubicBezTo>
                    <a:pt x="1432" y="7468"/>
                    <a:pt x="1415" y="7469"/>
                    <a:pt x="1398" y="7469"/>
                  </a:cubicBezTo>
                  <a:cubicBezTo>
                    <a:pt x="984" y="7469"/>
                    <a:pt x="694" y="7106"/>
                    <a:pt x="694" y="6742"/>
                  </a:cubicBezTo>
                  <a:cubicBezTo>
                    <a:pt x="694" y="6333"/>
                    <a:pt x="1009" y="5986"/>
                    <a:pt x="1450" y="5986"/>
                  </a:cubicBezTo>
                  <a:close/>
                  <a:moveTo>
                    <a:pt x="9641" y="5986"/>
                  </a:moveTo>
                  <a:cubicBezTo>
                    <a:pt x="10051" y="5986"/>
                    <a:pt x="10397" y="6301"/>
                    <a:pt x="10397" y="6742"/>
                  </a:cubicBezTo>
                  <a:cubicBezTo>
                    <a:pt x="10397" y="7184"/>
                    <a:pt x="10051" y="7499"/>
                    <a:pt x="9641" y="7499"/>
                  </a:cubicBezTo>
                  <a:lnTo>
                    <a:pt x="9641" y="5986"/>
                  </a:lnTo>
                  <a:close/>
                  <a:moveTo>
                    <a:pt x="3309" y="5986"/>
                  </a:moveTo>
                  <a:cubicBezTo>
                    <a:pt x="3939" y="5986"/>
                    <a:pt x="4411" y="6490"/>
                    <a:pt x="4411" y="7089"/>
                  </a:cubicBezTo>
                  <a:cubicBezTo>
                    <a:pt x="4411" y="7719"/>
                    <a:pt x="3907" y="8192"/>
                    <a:pt x="3309" y="8192"/>
                  </a:cubicBezTo>
                  <a:cubicBezTo>
                    <a:pt x="2678" y="8192"/>
                    <a:pt x="2206" y="7688"/>
                    <a:pt x="2206" y="7089"/>
                  </a:cubicBezTo>
                  <a:cubicBezTo>
                    <a:pt x="2206" y="6459"/>
                    <a:pt x="2710" y="5986"/>
                    <a:pt x="3309" y="5986"/>
                  </a:cubicBezTo>
                  <a:close/>
                  <a:moveTo>
                    <a:pt x="7782" y="6018"/>
                  </a:moveTo>
                  <a:cubicBezTo>
                    <a:pt x="8412" y="6018"/>
                    <a:pt x="8885" y="6553"/>
                    <a:pt x="8885" y="7121"/>
                  </a:cubicBezTo>
                  <a:cubicBezTo>
                    <a:pt x="8885" y="7719"/>
                    <a:pt x="8381" y="8223"/>
                    <a:pt x="7782" y="8223"/>
                  </a:cubicBezTo>
                  <a:cubicBezTo>
                    <a:pt x="7152" y="8223"/>
                    <a:pt x="6680" y="7719"/>
                    <a:pt x="6680" y="7121"/>
                  </a:cubicBezTo>
                  <a:cubicBezTo>
                    <a:pt x="6680" y="6490"/>
                    <a:pt x="7215" y="6018"/>
                    <a:pt x="7782" y="6018"/>
                  </a:cubicBezTo>
                  <a:close/>
                  <a:moveTo>
                    <a:pt x="5955" y="7436"/>
                  </a:moveTo>
                  <a:cubicBezTo>
                    <a:pt x="6112" y="8318"/>
                    <a:pt x="6900" y="8948"/>
                    <a:pt x="7751" y="8948"/>
                  </a:cubicBezTo>
                  <a:cubicBezTo>
                    <a:pt x="8192" y="8948"/>
                    <a:pt x="8538" y="8790"/>
                    <a:pt x="8853" y="8601"/>
                  </a:cubicBezTo>
                  <a:lnTo>
                    <a:pt x="8853" y="8601"/>
                  </a:lnTo>
                  <a:cubicBezTo>
                    <a:pt x="8885" y="10334"/>
                    <a:pt x="7593" y="11783"/>
                    <a:pt x="5892" y="11941"/>
                  </a:cubicBezTo>
                  <a:lnTo>
                    <a:pt x="5892" y="11594"/>
                  </a:lnTo>
                  <a:cubicBezTo>
                    <a:pt x="5892" y="11374"/>
                    <a:pt x="5734" y="11216"/>
                    <a:pt x="5545" y="11216"/>
                  </a:cubicBezTo>
                  <a:cubicBezTo>
                    <a:pt x="5356" y="11216"/>
                    <a:pt x="5199" y="11374"/>
                    <a:pt x="5199" y="11594"/>
                  </a:cubicBezTo>
                  <a:lnTo>
                    <a:pt x="5199" y="11941"/>
                  </a:lnTo>
                  <a:cubicBezTo>
                    <a:pt x="3498" y="11752"/>
                    <a:pt x="2206" y="10334"/>
                    <a:pt x="2206" y="8601"/>
                  </a:cubicBezTo>
                  <a:lnTo>
                    <a:pt x="2206" y="8601"/>
                  </a:lnTo>
                  <a:cubicBezTo>
                    <a:pt x="2521" y="8822"/>
                    <a:pt x="2899" y="8948"/>
                    <a:pt x="3309" y="8948"/>
                  </a:cubicBezTo>
                  <a:cubicBezTo>
                    <a:pt x="4222" y="8948"/>
                    <a:pt x="4947" y="8318"/>
                    <a:pt x="5136" y="7436"/>
                  </a:cubicBezTo>
                  <a:close/>
                  <a:moveTo>
                    <a:pt x="1072" y="0"/>
                  </a:moveTo>
                  <a:cubicBezTo>
                    <a:pt x="851" y="0"/>
                    <a:pt x="725" y="158"/>
                    <a:pt x="725" y="347"/>
                  </a:cubicBezTo>
                  <a:cubicBezTo>
                    <a:pt x="725" y="1576"/>
                    <a:pt x="1229" y="2678"/>
                    <a:pt x="2080" y="3434"/>
                  </a:cubicBezTo>
                  <a:cubicBezTo>
                    <a:pt x="1733" y="3970"/>
                    <a:pt x="1544" y="4569"/>
                    <a:pt x="1513" y="5230"/>
                  </a:cubicBezTo>
                  <a:cubicBezTo>
                    <a:pt x="662" y="5230"/>
                    <a:pt x="0" y="5923"/>
                    <a:pt x="0" y="6742"/>
                  </a:cubicBezTo>
                  <a:cubicBezTo>
                    <a:pt x="0" y="7562"/>
                    <a:pt x="662" y="8223"/>
                    <a:pt x="1513" y="8223"/>
                  </a:cubicBezTo>
                  <a:lnTo>
                    <a:pt x="1513" y="8601"/>
                  </a:lnTo>
                  <a:cubicBezTo>
                    <a:pt x="1513" y="10870"/>
                    <a:pt x="3340" y="12728"/>
                    <a:pt x="5577" y="12728"/>
                  </a:cubicBezTo>
                  <a:cubicBezTo>
                    <a:pt x="7845" y="12728"/>
                    <a:pt x="9673" y="10870"/>
                    <a:pt x="9673" y="8601"/>
                  </a:cubicBezTo>
                  <a:lnTo>
                    <a:pt x="9673" y="8223"/>
                  </a:lnTo>
                  <a:cubicBezTo>
                    <a:pt x="10523" y="8223"/>
                    <a:pt x="11185" y="7562"/>
                    <a:pt x="11185" y="6742"/>
                  </a:cubicBezTo>
                  <a:cubicBezTo>
                    <a:pt x="11153" y="5923"/>
                    <a:pt x="10460" y="5230"/>
                    <a:pt x="9641" y="5230"/>
                  </a:cubicBezTo>
                  <a:lnTo>
                    <a:pt x="9641" y="4128"/>
                  </a:lnTo>
                  <a:cubicBezTo>
                    <a:pt x="9641" y="1859"/>
                    <a:pt x="7782" y="0"/>
                    <a:pt x="55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29" name="Google Shape;10529;p64"/>
          <p:cNvGrpSpPr/>
          <p:nvPr/>
        </p:nvGrpSpPr>
        <p:grpSpPr>
          <a:xfrm>
            <a:off x="6201079" y="1778631"/>
            <a:ext cx="317290" cy="361090"/>
            <a:chOff x="-56774848" y="2294725"/>
            <a:chExt cx="279625" cy="318225"/>
          </a:xfrm>
        </p:grpSpPr>
        <p:sp>
          <p:nvSpPr>
            <p:cNvPr id="10530" name="Google Shape;10530;p64"/>
            <p:cNvSpPr/>
            <p:nvPr/>
          </p:nvSpPr>
          <p:spPr>
            <a:xfrm>
              <a:off x="-56681098" y="2464075"/>
              <a:ext cx="17325" cy="18125"/>
            </a:xfrm>
            <a:custGeom>
              <a:rect l="l" t="t" r="r" b="b"/>
              <a:pathLst>
                <a:path w="693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31" name="Google Shape;10531;p64"/>
            <p:cNvSpPr/>
            <p:nvPr/>
          </p:nvSpPr>
          <p:spPr>
            <a:xfrm>
              <a:off x="-56606275" y="2464075"/>
              <a:ext cx="17325" cy="18125"/>
            </a:xfrm>
            <a:custGeom>
              <a:rect l="l" t="t" r="r" b="b"/>
              <a:pathLst>
                <a:path w="693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32" name="Google Shape;10532;p64"/>
            <p:cNvSpPr/>
            <p:nvPr/>
          </p:nvSpPr>
          <p:spPr>
            <a:xfrm>
              <a:off x="-56774848" y="2294725"/>
              <a:ext cx="279625" cy="318225"/>
            </a:xfrm>
            <a:custGeom>
              <a:rect l="l" t="t" r="r" b="b"/>
              <a:pathLst>
                <a:path w="11185" h="12729" extrusionOk="0">
                  <a:moveTo>
                    <a:pt x="5577" y="788"/>
                  </a:moveTo>
                  <a:cubicBezTo>
                    <a:pt x="6775" y="788"/>
                    <a:pt x="7783" y="1198"/>
                    <a:pt x="8665" y="1891"/>
                  </a:cubicBezTo>
                  <a:cubicBezTo>
                    <a:pt x="8098" y="2553"/>
                    <a:pt x="6932" y="3057"/>
                    <a:pt x="5577" y="3057"/>
                  </a:cubicBezTo>
                  <a:cubicBezTo>
                    <a:pt x="4254" y="3057"/>
                    <a:pt x="3057" y="2584"/>
                    <a:pt x="2521" y="1891"/>
                  </a:cubicBezTo>
                  <a:cubicBezTo>
                    <a:pt x="3341" y="1198"/>
                    <a:pt x="4412" y="788"/>
                    <a:pt x="5577" y="788"/>
                  </a:cubicBezTo>
                  <a:close/>
                  <a:moveTo>
                    <a:pt x="5577" y="5325"/>
                  </a:moveTo>
                  <a:lnTo>
                    <a:pt x="8917" y="7341"/>
                  </a:lnTo>
                  <a:lnTo>
                    <a:pt x="8917" y="8633"/>
                  </a:lnTo>
                  <a:cubicBezTo>
                    <a:pt x="8917" y="9830"/>
                    <a:pt x="8350" y="10838"/>
                    <a:pt x="7436" y="11437"/>
                  </a:cubicBezTo>
                  <a:lnTo>
                    <a:pt x="7436" y="9673"/>
                  </a:lnTo>
                  <a:cubicBezTo>
                    <a:pt x="7436" y="9547"/>
                    <a:pt x="7342" y="9421"/>
                    <a:pt x="7247" y="9358"/>
                  </a:cubicBezTo>
                  <a:cubicBezTo>
                    <a:pt x="6727" y="9090"/>
                    <a:pt x="6152" y="8956"/>
                    <a:pt x="5581" y="8956"/>
                  </a:cubicBezTo>
                  <a:cubicBezTo>
                    <a:pt x="5010" y="8956"/>
                    <a:pt x="4443" y="9090"/>
                    <a:pt x="3939" y="9358"/>
                  </a:cubicBezTo>
                  <a:cubicBezTo>
                    <a:pt x="3813" y="9421"/>
                    <a:pt x="3719" y="9547"/>
                    <a:pt x="3719" y="9673"/>
                  </a:cubicBezTo>
                  <a:lnTo>
                    <a:pt x="3719" y="11437"/>
                  </a:lnTo>
                  <a:cubicBezTo>
                    <a:pt x="2836" y="10838"/>
                    <a:pt x="2238" y="9767"/>
                    <a:pt x="2238" y="8633"/>
                  </a:cubicBezTo>
                  <a:lnTo>
                    <a:pt x="2238" y="7341"/>
                  </a:lnTo>
                  <a:lnTo>
                    <a:pt x="5577" y="5325"/>
                  </a:lnTo>
                  <a:close/>
                  <a:moveTo>
                    <a:pt x="5562" y="9736"/>
                  </a:moveTo>
                  <a:cubicBezTo>
                    <a:pt x="5948" y="9736"/>
                    <a:pt x="6333" y="9799"/>
                    <a:pt x="6680" y="9925"/>
                  </a:cubicBezTo>
                  <a:lnTo>
                    <a:pt x="6680" y="11815"/>
                  </a:lnTo>
                  <a:cubicBezTo>
                    <a:pt x="6333" y="11941"/>
                    <a:pt x="5987" y="12036"/>
                    <a:pt x="5577" y="12036"/>
                  </a:cubicBezTo>
                  <a:cubicBezTo>
                    <a:pt x="5199" y="12036"/>
                    <a:pt x="4790" y="11941"/>
                    <a:pt x="4443" y="11815"/>
                  </a:cubicBezTo>
                  <a:lnTo>
                    <a:pt x="4443" y="9925"/>
                  </a:lnTo>
                  <a:cubicBezTo>
                    <a:pt x="4790" y="9799"/>
                    <a:pt x="5176" y="9736"/>
                    <a:pt x="5562" y="9736"/>
                  </a:cubicBezTo>
                  <a:close/>
                  <a:moveTo>
                    <a:pt x="9200" y="2427"/>
                  </a:moveTo>
                  <a:cubicBezTo>
                    <a:pt x="9988" y="3277"/>
                    <a:pt x="10429" y="4411"/>
                    <a:pt x="10429" y="5640"/>
                  </a:cubicBezTo>
                  <a:lnTo>
                    <a:pt x="10429" y="12036"/>
                  </a:lnTo>
                  <a:lnTo>
                    <a:pt x="7940" y="12036"/>
                  </a:lnTo>
                  <a:cubicBezTo>
                    <a:pt x="9011" y="11280"/>
                    <a:pt x="9705" y="10051"/>
                    <a:pt x="9705" y="8633"/>
                  </a:cubicBezTo>
                  <a:lnTo>
                    <a:pt x="9705" y="7152"/>
                  </a:lnTo>
                  <a:cubicBezTo>
                    <a:pt x="9705" y="7026"/>
                    <a:pt x="9642" y="6900"/>
                    <a:pt x="9515" y="6837"/>
                  </a:cubicBezTo>
                  <a:lnTo>
                    <a:pt x="5766" y="4569"/>
                  </a:lnTo>
                  <a:cubicBezTo>
                    <a:pt x="5719" y="4538"/>
                    <a:pt x="5656" y="4522"/>
                    <a:pt x="5589" y="4522"/>
                  </a:cubicBezTo>
                  <a:cubicBezTo>
                    <a:pt x="5522" y="4522"/>
                    <a:pt x="5451" y="4538"/>
                    <a:pt x="5388" y="4569"/>
                  </a:cubicBezTo>
                  <a:lnTo>
                    <a:pt x="1639" y="6837"/>
                  </a:lnTo>
                  <a:cubicBezTo>
                    <a:pt x="1513" y="6900"/>
                    <a:pt x="1450" y="7026"/>
                    <a:pt x="1450" y="7152"/>
                  </a:cubicBezTo>
                  <a:lnTo>
                    <a:pt x="1450" y="8633"/>
                  </a:lnTo>
                  <a:cubicBezTo>
                    <a:pt x="1450" y="10019"/>
                    <a:pt x="2143" y="11280"/>
                    <a:pt x="3214" y="12036"/>
                  </a:cubicBezTo>
                  <a:lnTo>
                    <a:pt x="726" y="12036"/>
                  </a:lnTo>
                  <a:lnTo>
                    <a:pt x="726" y="5640"/>
                  </a:lnTo>
                  <a:cubicBezTo>
                    <a:pt x="726" y="4380"/>
                    <a:pt x="1198" y="3246"/>
                    <a:pt x="1954" y="2427"/>
                  </a:cubicBezTo>
                  <a:cubicBezTo>
                    <a:pt x="2679" y="3246"/>
                    <a:pt x="4034" y="3750"/>
                    <a:pt x="5577" y="3750"/>
                  </a:cubicBezTo>
                  <a:cubicBezTo>
                    <a:pt x="7121" y="3750"/>
                    <a:pt x="8507" y="3246"/>
                    <a:pt x="9200" y="2427"/>
                  </a:cubicBezTo>
                  <a:close/>
                  <a:moveTo>
                    <a:pt x="5577" y="1"/>
                  </a:moveTo>
                  <a:cubicBezTo>
                    <a:pt x="2521" y="1"/>
                    <a:pt x="1" y="2521"/>
                    <a:pt x="1" y="5640"/>
                  </a:cubicBezTo>
                  <a:lnTo>
                    <a:pt x="1" y="12382"/>
                  </a:lnTo>
                  <a:cubicBezTo>
                    <a:pt x="1" y="12571"/>
                    <a:pt x="159" y="12729"/>
                    <a:pt x="348" y="12729"/>
                  </a:cubicBezTo>
                  <a:lnTo>
                    <a:pt x="10776" y="12729"/>
                  </a:lnTo>
                  <a:cubicBezTo>
                    <a:pt x="10965" y="12729"/>
                    <a:pt x="11122" y="12571"/>
                    <a:pt x="11122" y="12382"/>
                  </a:cubicBezTo>
                  <a:lnTo>
                    <a:pt x="11122" y="5640"/>
                  </a:lnTo>
                  <a:cubicBezTo>
                    <a:pt x="11185" y="2584"/>
                    <a:pt x="8665" y="1"/>
                    <a:pt x="5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33" name="Google Shape;10533;p64"/>
          <p:cNvGrpSpPr/>
          <p:nvPr/>
        </p:nvGrpSpPr>
        <p:grpSpPr>
          <a:xfrm>
            <a:off x="6222086" y="2231215"/>
            <a:ext cx="275278" cy="360182"/>
            <a:chOff x="-56756728" y="2686975"/>
            <a:chExt cx="242600" cy="317425"/>
          </a:xfrm>
        </p:grpSpPr>
        <p:sp>
          <p:nvSpPr>
            <p:cNvPr id="10534" name="Google Shape;10534;p64"/>
            <p:cNvSpPr/>
            <p:nvPr/>
          </p:nvSpPr>
          <p:spPr>
            <a:xfrm>
              <a:off x="-56681098" y="2854725"/>
              <a:ext cx="17325" cy="18150"/>
            </a:xfrm>
            <a:custGeom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35" name="Google Shape;10535;p64"/>
            <p:cNvSpPr/>
            <p:nvPr/>
          </p:nvSpPr>
          <p:spPr>
            <a:xfrm>
              <a:off x="-56606275" y="2854725"/>
              <a:ext cx="17325" cy="18150"/>
            </a:xfrm>
            <a:custGeom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36" name="Google Shape;10536;p64"/>
            <p:cNvSpPr/>
            <p:nvPr/>
          </p:nvSpPr>
          <p:spPr>
            <a:xfrm>
              <a:off x="-56756728" y="2686975"/>
              <a:ext cx="242600" cy="317425"/>
            </a:xfrm>
            <a:custGeom>
              <a:rect l="l" t="t" r="r" b="b"/>
              <a:pathLst>
                <a:path w="9704" h="12697" extrusionOk="0">
                  <a:moveTo>
                    <a:pt x="5955" y="4442"/>
                  </a:moveTo>
                  <a:lnTo>
                    <a:pt x="7058" y="5199"/>
                  </a:lnTo>
                  <a:lnTo>
                    <a:pt x="5798" y="5199"/>
                  </a:lnTo>
                  <a:cubicBezTo>
                    <a:pt x="5924" y="5009"/>
                    <a:pt x="5955" y="4757"/>
                    <a:pt x="5955" y="4442"/>
                  </a:cubicBezTo>
                  <a:close/>
                  <a:moveTo>
                    <a:pt x="3750" y="4127"/>
                  </a:moveTo>
                  <a:lnTo>
                    <a:pt x="3750" y="4127"/>
                  </a:lnTo>
                  <a:cubicBezTo>
                    <a:pt x="3718" y="4253"/>
                    <a:pt x="3718" y="4379"/>
                    <a:pt x="3718" y="4474"/>
                  </a:cubicBezTo>
                  <a:cubicBezTo>
                    <a:pt x="3718" y="4757"/>
                    <a:pt x="3781" y="5009"/>
                    <a:pt x="3876" y="5230"/>
                  </a:cubicBezTo>
                  <a:lnTo>
                    <a:pt x="2363" y="5230"/>
                  </a:lnTo>
                  <a:lnTo>
                    <a:pt x="3750" y="4127"/>
                  </a:lnTo>
                  <a:close/>
                  <a:moveTo>
                    <a:pt x="4821" y="3749"/>
                  </a:moveTo>
                  <a:cubicBezTo>
                    <a:pt x="4947" y="3749"/>
                    <a:pt x="5167" y="4001"/>
                    <a:pt x="5167" y="4474"/>
                  </a:cubicBezTo>
                  <a:cubicBezTo>
                    <a:pt x="5167" y="4946"/>
                    <a:pt x="4947" y="5230"/>
                    <a:pt x="4821" y="5230"/>
                  </a:cubicBezTo>
                  <a:cubicBezTo>
                    <a:pt x="4695" y="5230"/>
                    <a:pt x="4474" y="4946"/>
                    <a:pt x="4474" y="4474"/>
                  </a:cubicBezTo>
                  <a:cubicBezTo>
                    <a:pt x="4474" y="4001"/>
                    <a:pt x="4695" y="3749"/>
                    <a:pt x="4821" y="3749"/>
                  </a:cubicBezTo>
                  <a:close/>
                  <a:moveTo>
                    <a:pt x="6806" y="756"/>
                  </a:moveTo>
                  <a:lnTo>
                    <a:pt x="757" y="5545"/>
                  </a:lnTo>
                  <a:lnTo>
                    <a:pt x="757" y="2584"/>
                  </a:lnTo>
                  <a:cubicBezTo>
                    <a:pt x="725" y="1607"/>
                    <a:pt x="1576" y="756"/>
                    <a:pt x="2616" y="756"/>
                  </a:cubicBezTo>
                  <a:close/>
                  <a:moveTo>
                    <a:pt x="7814" y="914"/>
                  </a:moveTo>
                  <a:cubicBezTo>
                    <a:pt x="8475" y="1166"/>
                    <a:pt x="8948" y="1859"/>
                    <a:pt x="8948" y="2647"/>
                  </a:cubicBezTo>
                  <a:lnTo>
                    <a:pt x="8948" y="5640"/>
                  </a:lnTo>
                  <a:lnTo>
                    <a:pt x="5167" y="2993"/>
                  </a:lnTo>
                  <a:lnTo>
                    <a:pt x="7814" y="914"/>
                  </a:lnTo>
                  <a:close/>
                  <a:moveTo>
                    <a:pt x="8160" y="5955"/>
                  </a:moveTo>
                  <a:lnTo>
                    <a:pt x="8255" y="5986"/>
                  </a:lnTo>
                  <a:lnTo>
                    <a:pt x="8255" y="8633"/>
                  </a:lnTo>
                  <a:lnTo>
                    <a:pt x="8192" y="8633"/>
                  </a:lnTo>
                  <a:cubicBezTo>
                    <a:pt x="8192" y="9767"/>
                    <a:pt x="7625" y="10838"/>
                    <a:pt x="6711" y="11405"/>
                  </a:cubicBezTo>
                  <a:lnTo>
                    <a:pt x="6711" y="9357"/>
                  </a:lnTo>
                  <a:cubicBezTo>
                    <a:pt x="6711" y="9200"/>
                    <a:pt x="6617" y="9105"/>
                    <a:pt x="6522" y="9042"/>
                  </a:cubicBezTo>
                  <a:cubicBezTo>
                    <a:pt x="6002" y="8790"/>
                    <a:pt x="5427" y="8664"/>
                    <a:pt x="4856" y="8664"/>
                  </a:cubicBezTo>
                  <a:cubicBezTo>
                    <a:pt x="4285" y="8664"/>
                    <a:pt x="3718" y="8790"/>
                    <a:pt x="3214" y="9042"/>
                  </a:cubicBezTo>
                  <a:cubicBezTo>
                    <a:pt x="3088" y="9137"/>
                    <a:pt x="2994" y="9263"/>
                    <a:pt x="2994" y="9357"/>
                  </a:cubicBezTo>
                  <a:lnTo>
                    <a:pt x="2994" y="11405"/>
                  </a:lnTo>
                  <a:cubicBezTo>
                    <a:pt x="2111" y="10838"/>
                    <a:pt x="1513" y="9798"/>
                    <a:pt x="1513" y="8633"/>
                  </a:cubicBezTo>
                  <a:lnTo>
                    <a:pt x="1513" y="5955"/>
                  </a:lnTo>
                  <a:close/>
                  <a:moveTo>
                    <a:pt x="4837" y="9428"/>
                  </a:moveTo>
                  <a:cubicBezTo>
                    <a:pt x="5223" y="9428"/>
                    <a:pt x="5608" y="9499"/>
                    <a:pt x="5955" y="9641"/>
                  </a:cubicBezTo>
                  <a:lnTo>
                    <a:pt x="5955" y="11815"/>
                  </a:lnTo>
                  <a:cubicBezTo>
                    <a:pt x="5608" y="11941"/>
                    <a:pt x="5262" y="12004"/>
                    <a:pt x="4852" y="12004"/>
                  </a:cubicBezTo>
                  <a:cubicBezTo>
                    <a:pt x="4474" y="12004"/>
                    <a:pt x="4065" y="11941"/>
                    <a:pt x="3718" y="11815"/>
                  </a:cubicBezTo>
                  <a:lnTo>
                    <a:pt x="3718" y="9641"/>
                  </a:lnTo>
                  <a:cubicBezTo>
                    <a:pt x="4065" y="9499"/>
                    <a:pt x="4451" y="9428"/>
                    <a:pt x="4837" y="9428"/>
                  </a:cubicBezTo>
                  <a:close/>
                  <a:moveTo>
                    <a:pt x="2616" y="0"/>
                  </a:moveTo>
                  <a:cubicBezTo>
                    <a:pt x="1166" y="0"/>
                    <a:pt x="1" y="1166"/>
                    <a:pt x="1" y="2584"/>
                  </a:cubicBezTo>
                  <a:lnTo>
                    <a:pt x="1" y="6333"/>
                  </a:lnTo>
                  <a:cubicBezTo>
                    <a:pt x="1" y="6554"/>
                    <a:pt x="188" y="6698"/>
                    <a:pt x="375" y="6698"/>
                  </a:cubicBezTo>
                  <a:cubicBezTo>
                    <a:pt x="454" y="6698"/>
                    <a:pt x="534" y="6672"/>
                    <a:pt x="599" y="6616"/>
                  </a:cubicBezTo>
                  <a:lnTo>
                    <a:pt x="757" y="6490"/>
                  </a:lnTo>
                  <a:lnTo>
                    <a:pt x="757" y="8601"/>
                  </a:lnTo>
                  <a:cubicBezTo>
                    <a:pt x="757" y="10869"/>
                    <a:pt x="2616" y="12697"/>
                    <a:pt x="4852" y="12697"/>
                  </a:cubicBezTo>
                  <a:cubicBezTo>
                    <a:pt x="7089" y="12697"/>
                    <a:pt x="8948" y="10869"/>
                    <a:pt x="8948" y="8601"/>
                  </a:cubicBezTo>
                  <a:lnTo>
                    <a:pt x="8948" y="6522"/>
                  </a:lnTo>
                  <a:lnTo>
                    <a:pt x="9106" y="6648"/>
                  </a:lnTo>
                  <a:cubicBezTo>
                    <a:pt x="9173" y="6690"/>
                    <a:pt x="9247" y="6710"/>
                    <a:pt x="9320" y="6710"/>
                  </a:cubicBezTo>
                  <a:cubicBezTo>
                    <a:pt x="9518" y="6710"/>
                    <a:pt x="9704" y="6563"/>
                    <a:pt x="9704" y="6333"/>
                  </a:cubicBezTo>
                  <a:lnTo>
                    <a:pt x="9704" y="2584"/>
                  </a:lnTo>
                  <a:cubicBezTo>
                    <a:pt x="9704" y="1166"/>
                    <a:pt x="8507" y="0"/>
                    <a:pt x="7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37" name="Google Shape;10537;p64"/>
          <p:cNvGrpSpPr/>
          <p:nvPr/>
        </p:nvGrpSpPr>
        <p:grpSpPr>
          <a:xfrm>
            <a:off x="4870518" y="2684124"/>
            <a:ext cx="337346" cy="361998"/>
            <a:chOff x="-54826973" y="1903275"/>
            <a:chExt cx="297300" cy="319025"/>
          </a:xfrm>
        </p:grpSpPr>
        <p:sp>
          <p:nvSpPr>
            <p:cNvPr id="10538" name="Google Shape;10538;p64"/>
            <p:cNvSpPr/>
            <p:nvPr/>
          </p:nvSpPr>
          <p:spPr>
            <a:xfrm>
              <a:off x="-54712853" y="2135825"/>
              <a:ext cx="73275" cy="28975"/>
            </a:xfrm>
            <a:custGeom>
              <a:rect l="l" t="t" r="r" b="b"/>
              <a:pathLst>
                <a:path w="2931" h="1159" extrusionOk="0">
                  <a:moveTo>
                    <a:pt x="414" y="1"/>
                  </a:moveTo>
                  <a:cubicBezTo>
                    <a:pt x="316" y="1"/>
                    <a:pt x="222" y="40"/>
                    <a:pt x="159" y="119"/>
                  </a:cubicBezTo>
                  <a:cubicBezTo>
                    <a:pt x="1" y="276"/>
                    <a:pt x="1" y="497"/>
                    <a:pt x="159" y="623"/>
                  </a:cubicBezTo>
                  <a:cubicBezTo>
                    <a:pt x="537" y="970"/>
                    <a:pt x="1009" y="1159"/>
                    <a:pt x="1482" y="1159"/>
                  </a:cubicBezTo>
                  <a:cubicBezTo>
                    <a:pt x="1986" y="1159"/>
                    <a:pt x="2458" y="970"/>
                    <a:pt x="2773" y="623"/>
                  </a:cubicBezTo>
                  <a:cubicBezTo>
                    <a:pt x="2931" y="465"/>
                    <a:pt x="2931" y="213"/>
                    <a:pt x="2773" y="119"/>
                  </a:cubicBezTo>
                  <a:cubicBezTo>
                    <a:pt x="2695" y="40"/>
                    <a:pt x="2592" y="1"/>
                    <a:pt x="2498" y="1"/>
                  </a:cubicBezTo>
                  <a:cubicBezTo>
                    <a:pt x="2403" y="1"/>
                    <a:pt x="2317" y="40"/>
                    <a:pt x="2269" y="119"/>
                  </a:cubicBezTo>
                  <a:cubicBezTo>
                    <a:pt x="2049" y="308"/>
                    <a:pt x="1734" y="434"/>
                    <a:pt x="1482" y="434"/>
                  </a:cubicBezTo>
                  <a:cubicBezTo>
                    <a:pt x="1167" y="434"/>
                    <a:pt x="883" y="308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39" name="Google Shape;10539;p64"/>
            <p:cNvSpPr/>
            <p:nvPr/>
          </p:nvSpPr>
          <p:spPr>
            <a:xfrm>
              <a:off x="-54826973" y="1903275"/>
              <a:ext cx="297300" cy="319025"/>
            </a:xfrm>
            <a:custGeom>
              <a:rect l="l" t="t" r="r" b="b"/>
              <a:pathLst>
                <a:path w="11892" h="12761" extrusionOk="0">
                  <a:moveTo>
                    <a:pt x="3400" y="694"/>
                  </a:moveTo>
                  <a:cubicBezTo>
                    <a:pt x="3715" y="694"/>
                    <a:pt x="3999" y="915"/>
                    <a:pt x="4093" y="1167"/>
                  </a:cubicBezTo>
                  <a:cubicBezTo>
                    <a:pt x="2928" y="1797"/>
                    <a:pt x="2046" y="3025"/>
                    <a:pt x="1951" y="4443"/>
                  </a:cubicBezTo>
                  <a:cubicBezTo>
                    <a:pt x="1932" y="4444"/>
                    <a:pt x="1914" y="4445"/>
                    <a:pt x="1895" y="4445"/>
                  </a:cubicBezTo>
                  <a:cubicBezTo>
                    <a:pt x="1481" y="4445"/>
                    <a:pt x="1163" y="4112"/>
                    <a:pt x="1163" y="3750"/>
                  </a:cubicBezTo>
                  <a:cubicBezTo>
                    <a:pt x="1163" y="3498"/>
                    <a:pt x="1258" y="3340"/>
                    <a:pt x="1352" y="3214"/>
                  </a:cubicBezTo>
                  <a:cubicBezTo>
                    <a:pt x="1478" y="3057"/>
                    <a:pt x="1478" y="2868"/>
                    <a:pt x="1352" y="2710"/>
                  </a:cubicBezTo>
                  <a:cubicBezTo>
                    <a:pt x="1258" y="2584"/>
                    <a:pt x="1163" y="2427"/>
                    <a:pt x="1163" y="2206"/>
                  </a:cubicBezTo>
                  <a:cubicBezTo>
                    <a:pt x="1163" y="1797"/>
                    <a:pt x="1478" y="1450"/>
                    <a:pt x="1888" y="1450"/>
                  </a:cubicBezTo>
                  <a:cubicBezTo>
                    <a:pt x="1983" y="1450"/>
                    <a:pt x="2109" y="1450"/>
                    <a:pt x="2172" y="1482"/>
                  </a:cubicBezTo>
                  <a:cubicBezTo>
                    <a:pt x="2216" y="1504"/>
                    <a:pt x="2263" y="1514"/>
                    <a:pt x="2311" y="1514"/>
                  </a:cubicBezTo>
                  <a:cubicBezTo>
                    <a:pt x="2468" y="1514"/>
                    <a:pt x="2627" y="1406"/>
                    <a:pt x="2676" y="1261"/>
                  </a:cubicBezTo>
                  <a:cubicBezTo>
                    <a:pt x="2770" y="946"/>
                    <a:pt x="3085" y="694"/>
                    <a:pt x="3400" y="694"/>
                  </a:cubicBezTo>
                  <a:close/>
                  <a:moveTo>
                    <a:pt x="8504" y="757"/>
                  </a:moveTo>
                  <a:cubicBezTo>
                    <a:pt x="8819" y="757"/>
                    <a:pt x="9166" y="978"/>
                    <a:pt x="9229" y="1293"/>
                  </a:cubicBezTo>
                  <a:cubicBezTo>
                    <a:pt x="9255" y="1448"/>
                    <a:pt x="9430" y="1561"/>
                    <a:pt x="9614" y="1561"/>
                  </a:cubicBezTo>
                  <a:cubicBezTo>
                    <a:pt x="9654" y="1561"/>
                    <a:pt x="9694" y="1556"/>
                    <a:pt x="9733" y="1545"/>
                  </a:cubicBezTo>
                  <a:cubicBezTo>
                    <a:pt x="9827" y="1482"/>
                    <a:pt x="9953" y="1482"/>
                    <a:pt x="10016" y="1482"/>
                  </a:cubicBezTo>
                  <a:cubicBezTo>
                    <a:pt x="10394" y="1482"/>
                    <a:pt x="10772" y="1797"/>
                    <a:pt x="10772" y="2238"/>
                  </a:cubicBezTo>
                  <a:cubicBezTo>
                    <a:pt x="10772" y="2490"/>
                    <a:pt x="10646" y="2647"/>
                    <a:pt x="10552" y="2742"/>
                  </a:cubicBezTo>
                  <a:cubicBezTo>
                    <a:pt x="10457" y="2899"/>
                    <a:pt x="10457" y="3120"/>
                    <a:pt x="10552" y="3277"/>
                  </a:cubicBezTo>
                  <a:cubicBezTo>
                    <a:pt x="10646" y="3372"/>
                    <a:pt x="10772" y="3529"/>
                    <a:pt x="10772" y="3782"/>
                  </a:cubicBezTo>
                  <a:cubicBezTo>
                    <a:pt x="10772" y="4160"/>
                    <a:pt x="10489" y="4475"/>
                    <a:pt x="10079" y="4538"/>
                  </a:cubicBezTo>
                  <a:cubicBezTo>
                    <a:pt x="9985" y="3057"/>
                    <a:pt x="9071" y="1860"/>
                    <a:pt x="7842" y="1230"/>
                  </a:cubicBezTo>
                  <a:cubicBezTo>
                    <a:pt x="7969" y="915"/>
                    <a:pt x="8252" y="757"/>
                    <a:pt x="8504" y="757"/>
                  </a:cubicBezTo>
                  <a:close/>
                  <a:moveTo>
                    <a:pt x="6078" y="1482"/>
                  </a:moveTo>
                  <a:cubicBezTo>
                    <a:pt x="7874" y="1482"/>
                    <a:pt x="9386" y="2994"/>
                    <a:pt x="9386" y="4853"/>
                  </a:cubicBezTo>
                  <a:lnTo>
                    <a:pt x="9386" y="5640"/>
                  </a:lnTo>
                  <a:cubicBezTo>
                    <a:pt x="9071" y="5388"/>
                    <a:pt x="8662" y="5262"/>
                    <a:pt x="8284" y="5262"/>
                  </a:cubicBezTo>
                  <a:cubicBezTo>
                    <a:pt x="7370" y="5262"/>
                    <a:pt x="6614" y="5892"/>
                    <a:pt x="6456" y="6774"/>
                  </a:cubicBezTo>
                  <a:lnTo>
                    <a:pt x="5637" y="6774"/>
                  </a:lnTo>
                  <a:cubicBezTo>
                    <a:pt x="5480" y="5892"/>
                    <a:pt x="4692" y="5262"/>
                    <a:pt x="3841" y="5262"/>
                  </a:cubicBezTo>
                  <a:cubicBezTo>
                    <a:pt x="3400" y="5262"/>
                    <a:pt x="3054" y="5420"/>
                    <a:pt x="2739" y="5640"/>
                  </a:cubicBezTo>
                  <a:lnTo>
                    <a:pt x="2739" y="4853"/>
                  </a:lnTo>
                  <a:cubicBezTo>
                    <a:pt x="2739" y="2994"/>
                    <a:pt x="4219" y="1482"/>
                    <a:pt x="6078" y="1482"/>
                  </a:cubicBezTo>
                  <a:close/>
                  <a:moveTo>
                    <a:pt x="1888" y="6743"/>
                  </a:moveTo>
                  <a:lnTo>
                    <a:pt x="1888" y="7058"/>
                  </a:lnTo>
                  <a:lnTo>
                    <a:pt x="1857" y="7216"/>
                  </a:lnTo>
                  <a:cubicBezTo>
                    <a:pt x="1794" y="7531"/>
                    <a:pt x="1731" y="7877"/>
                    <a:pt x="1699" y="8192"/>
                  </a:cubicBezTo>
                  <a:cubicBezTo>
                    <a:pt x="1384" y="8098"/>
                    <a:pt x="1163" y="7783"/>
                    <a:pt x="1163" y="7468"/>
                  </a:cubicBezTo>
                  <a:cubicBezTo>
                    <a:pt x="1163" y="7090"/>
                    <a:pt x="1478" y="6743"/>
                    <a:pt x="1888" y="6743"/>
                  </a:cubicBezTo>
                  <a:close/>
                  <a:moveTo>
                    <a:pt x="3778" y="5987"/>
                  </a:moveTo>
                  <a:cubicBezTo>
                    <a:pt x="4440" y="5987"/>
                    <a:pt x="4881" y="6491"/>
                    <a:pt x="4881" y="7090"/>
                  </a:cubicBezTo>
                  <a:cubicBezTo>
                    <a:pt x="4881" y="7688"/>
                    <a:pt x="4377" y="8192"/>
                    <a:pt x="3778" y="8192"/>
                  </a:cubicBezTo>
                  <a:cubicBezTo>
                    <a:pt x="3211" y="8192"/>
                    <a:pt x="2676" y="7688"/>
                    <a:pt x="2676" y="7090"/>
                  </a:cubicBezTo>
                  <a:cubicBezTo>
                    <a:pt x="2676" y="6491"/>
                    <a:pt x="3148" y="5987"/>
                    <a:pt x="3778" y="5987"/>
                  </a:cubicBezTo>
                  <a:close/>
                  <a:moveTo>
                    <a:pt x="10142" y="6743"/>
                  </a:moveTo>
                  <a:cubicBezTo>
                    <a:pt x="10520" y="6743"/>
                    <a:pt x="10867" y="7058"/>
                    <a:pt x="10867" y="7468"/>
                  </a:cubicBezTo>
                  <a:cubicBezTo>
                    <a:pt x="10867" y="7846"/>
                    <a:pt x="10646" y="8098"/>
                    <a:pt x="10331" y="8192"/>
                  </a:cubicBezTo>
                  <a:cubicBezTo>
                    <a:pt x="10331" y="7877"/>
                    <a:pt x="10237" y="7531"/>
                    <a:pt x="10174" y="7216"/>
                  </a:cubicBezTo>
                  <a:lnTo>
                    <a:pt x="10142" y="7058"/>
                  </a:lnTo>
                  <a:lnTo>
                    <a:pt x="10142" y="6743"/>
                  </a:lnTo>
                  <a:close/>
                  <a:moveTo>
                    <a:pt x="8337" y="6017"/>
                  </a:moveTo>
                  <a:cubicBezTo>
                    <a:pt x="8912" y="6017"/>
                    <a:pt x="9386" y="6510"/>
                    <a:pt x="9386" y="7121"/>
                  </a:cubicBezTo>
                  <a:cubicBezTo>
                    <a:pt x="9386" y="7751"/>
                    <a:pt x="8882" y="8224"/>
                    <a:pt x="8284" y="8224"/>
                  </a:cubicBezTo>
                  <a:cubicBezTo>
                    <a:pt x="7653" y="8224"/>
                    <a:pt x="7181" y="7720"/>
                    <a:pt x="7181" y="7121"/>
                  </a:cubicBezTo>
                  <a:cubicBezTo>
                    <a:pt x="7181" y="6522"/>
                    <a:pt x="7685" y="6018"/>
                    <a:pt x="8284" y="6018"/>
                  </a:cubicBezTo>
                  <a:cubicBezTo>
                    <a:pt x="8301" y="6017"/>
                    <a:pt x="8319" y="6017"/>
                    <a:pt x="8337" y="6017"/>
                  </a:cubicBezTo>
                  <a:close/>
                  <a:moveTo>
                    <a:pt x="6456" y="7436"/>
                  </a:moveTo>
                  <a:cubicBezTo>
                    <a:pt x="6614" y="8318"/>
                    <a:pt x="7401" y="8948"/>
                    <a:pt x="8284" y="8948"/>
                  </a:cubicBezTo>
                  <a:cubicBezTo>
                    <a:pt x="8788" y="8948"/>
                    <a:pt x="9260" y="8728"/>
                    <a:pt x="9607" y="8381"/>
                  </a:cubicBezTo>
                  <a:lnTo>
                    <a:pt x="9607" y="8381"/>
                  </a:lnTo>
                  <a:cubicBezTo>
                    <a:pt x="9575" y="8476"/>
                    <a:pt x="9575" y="8507"/>
                    <a:pt x="9575" y="8539"/>
                  </a:cubicBezTo>
                  <a:lnTo>
                    <a:pt x="9575" y="8570"/>
                  </a:lnTo>
                  <a:cubicBezTo>
                    <a:pt x="9449" y="10398"/>
                    <a:pt x="7969" y="11973"/>
                    <a:pt x="6047" y="11973"/>
                  </a:cubicBezTo>
                  <a:cubicBezTo>
                    <a:pt x="4062" y="11973"/>
                    <a:pt x="2581" y="10398"/>
                    <a:pt x="2487" y="8570"/>
                  </a:cubicBezTo>
                  <a:lnTo>
                    <a:pt x="2487" y="8539"/>
                  </a:lnTo>
                  <a:lnTo>
                    <a:pt x="2487" y="8381"/>
                  </a:lnTo>
                  <a:cubicBezTo>
                    <a:pt x="2833" y="8728"/>
                    <a:pt x="3306" y="8948"/>
                    <a:pt x="3841" y="8948"/>
                  </a:cubicBezTo>
                  <a:cubicBezTo>
                    <a:pt x="4724" y="8948"/>
                    <a:pt x="5480" y="8318"/>
                    <a:pt x="5637" y="7436"/>
                  </a:cubicBezTo>
                  <a:close/>
                  <a:moveTo>
                    <a:pt x="3400" y="1"/>
                  </a:moveTo>
                  <a:cubicBezTo>
                    <a:pt x="2833" y="1"/>
                    <a:pt x="2361" y="316"/>
                    <a:pt x="2109" y="726"/>
                  </a:cubicBezTo>
                  <a:cubicBezTo>
                    <a:pt x="2041" y="717"/>
                    <a:pt x="1974" y="713"/>
                    <a:pt x="1909" y="713"/>
                  </a:cubicBezTo>
                  <a:cubicBezTo>
                    <a:pt x="784" y="713"/>
                    <a:pt x="1" y="1948"/>
                    <a:pt x="596" y="2931"/>
                  </a:cubicBezTo>
                  <a:cubicBezTo>
                    <a:pt x="470" y="3183"/>
                    <a:pt x="407" y="3403"/>
                    <a:pt x="407" y="3687"/>
                  </a:cubicBezTo>
                  <a:cubicBezTo>
                    <a:pt x="407" y="4506"/>
                    <a:pt x="1069" y="5199"/>
                    <a:pt x="1888" y="5199"/>
                  </a:cubicBezTo>
                  <a:lnTo>
                    <a:pt x="1888" y="5987"/>
                  </a:lnTo>
                  <a:cubicBezTo>
                    <a:pt x="1069" y="5987"/>
                    <a:pt x="407" y="6648"/>
                    <a:pt x="407" y="7468"/>
                  </a:cubicBezTo>
                  <a:cubicBezTo>
                    <a:pt x="407" y="8224"/>
                    <a:pt x="1006" y="8854"/>
                    <a:pt x="1699" y="8980"/>
                  </a:cubicBezTo>
                  <a:cubicBezTo>
                    <a:pt x="1983" y="11028"/>
                    <a:pt x="3715" y="12760"/>
                    <a:pt x="5984" y="12760"/>
                  </a:cubicBezTo>
                  <a:cubicBezTo>
                    <a:pt x="8252" y="12760"/>
                    <a:pt x="10016" y="11028"/>
                    <a:pt x="10300" y="8980"/>
                  </a:cubicBezTo>
                  <a:cubicBezTo>
                    <a:pt x="11024" y="8885"/>
                    <a:pt x="11592" y="8255"/>
                    <a:pt x="11592" y="7468"/>
                  </a:cubicBezTo>
                  <a:cubicBezTo>
                    <a:pt x="11623" y="6648"/>
                    <a:pt x="10961" y="5987"/>
                    <a:pt x="10142" y="5987"/>
                  </a:cubicBezTo>
                  <a:lnTo>
                    <a:pt x="10142" y="5199"/>
                  </a:lnTo>
                  <a:cubicBezTo>
                    <a:pt x="10930" y="5168"/>
                    <a:pt x="11497" y="4475"/>
                    <a:pt x="11497" y="3687"/>
                  </a:cubicBezTo>
                  <a:cubicBezTo>
                    <a:pt x="11497" y="3435"/>
                    <a:pt x="11434" y="3183"/>
                    <a:pt x="11308" y="2962"/>
                  </a:cubicBezTo>
                  <a:cubicBezTo>
                    <a:pt x="11892" y="1970"/>
                    <a:pt x="11150" y="733"/>
                    <a:pt x="10085" y="733"/>
                  </a:cubicBezTo>
                  <a:cubicBezTo>
                    <a:pt x="10001" y="733"/>
                    <a:pt x="9915" y="741"/>
                    <a:pt x="9827" y="757"/>
                  </a:cubicBezTo>
                  <a:cubicBezTo>
                    <a:pt x="9544" y="284"/>
                    <a:pt x="9071" y="1"/>
                    <a:pt x="8504" y="1"/>
                  </a:cubicBezTo>
                  <a:cubicBezTo>
                    <a:pt x="8126" y="1"/>
                    <a:pt x="7779" y="158"/>
                    <a:pt x="7496" y="379"/>
                  </a:cubicBezTo>
                  <a:cubicBezTo>
                    <a:pt x="7338" y="537"/>
                    <a:pt x="7212" y="694"/>
                    <a:pt x="7149" y="915"/>
                  </a:cubicBezTo>
                  <a:cubicBezTo>
                    <a:pt x="6771" y="789"/>
                    <a:pt x="6393" y="726"/>
                    <a:pt x="5984" y="726"/>
                  </a:cubicBezTo>
                  <a:cubicBezTo>
                    <a:pt x="5574" y="726"/>
                    <a:pt x="5165" y="820"/>
                    <a:pt x="4787" y="946"/>
                  </a:cubicBezTo>
                  <a:cubicBezTo>
                    <a:pt x="4534" y="379"/>
                    <a:pt x="4030" y="1"/>
                    <a:pt x="3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40" name="Google Shape;10540;p64"/>
            <p:cNvSpPr/>
            <p:nvPr/>
          </p:nvSpPr>
          <p:spPr>
            <a:xfrm>
              <a:off x="-54722297" y="1997800"/>
              <a:ext cx="92175" cy="17350"/>
            </a:xfrm>
            <a:custGeom>
              <a:rect l="l" t="t" r="r" b="b"/>
              <a:pathLst>
                <a:path w="368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340" y="694"/>
                  </a:lnTo>
                  <a:cubicBezTo>
                    <a:pt x="3529" y="694"/>
                    <a:pt x="3687" y="536"/>
                    <a:pt x="3687" y="347"/>
                  </a:cubicBezTo>
                  <a:cubicBezTo>
                    <a:pt x="3687" y="158"/>
                    <a:pt x="3529" y="1"/>
                    <a:pt x="3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41" name="Google Shape;10541;p64"/>
          <p:cNvGrpSpPr/>
          <p:nvPr/>
        </p:nvGrpSpPr>
        <p:grpSpPr>
          <a:xfrm>
            <a:off x="4858206" y="3137587"/>
            <a:ext cx="361969" cy="359274"/>
            <a:chOff x="-54836498" y="2296300"/>
            <a:chExt cx="319000" cy="316625"/>
          </a:xfrm>
        </p:grpSpPr>
        <p:sp>
          <p:nvSpPr>
            <p:cNvPr id="10542" name="Google Shape;10542;p64"/>
            <p:cNvSpPr/>
            <p:nvPr/>
          </p:nvSpPr>
          <p:spPr>
            <a:xfrm>
              <a:off x="-54722297" y="244595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43" name="Google Shape;10543;p64"/>
            <p:cNvSpPr/>
            <p:nvPr/>
          </p:nvSpPr>
          <p:spPr>
            <a:xfrm>
              <a:off x="-54647474" y="244595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6" y="536"/>
                    <a:pt x="726" y="347"/>
                  </a:cubicBezTo>
                  <a:cubicBezTo>
                    <a:pt x="726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44" name="Google Shape;10544;p64"/>
            <p:cNvSpPr/>
            <p:nvPr/>
          </p:nvSpPr>
          <p:spPr>
            <a:xfrm>
              <a:off x="-54712853" y="2508375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414" y="0"/>
                  </a:moveTo>
                  <a:cubicBezTo>
                    <a:pt x="316" y="0"/>
                    <a:pt x="222" y="40"/>
                    <a:pt x="159" y="119"/>
                  </a:cubicBezTo>
                  <a:cubicBezTo>
                    <a:pt x="1" y="276"/>
                    <a:pt x="1" y="528"/>
                    <a:pt x="159" y="654"/>
                  </a:cubicBezTo>
                  <a:cubicBezTo>
                    <a:pt x="537" y="1001"/>
                    <a:pt x="1009" y="1190"/>
                    <a:pt x="1482" y="1190"/>
                  </a:cubicBezTo>
                  <a:cubicBezTo>
                    <a:pt x="1986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695" y="40"/>
                    <a:pt x="2592" y="0"/>
                    <a:pt x="2498" y="0"/>
                  </a:cubicBezTo>
                  <a:cubicBezTo>
                    <a:pt x="2403" y="0"/>
                    <a:pt x="2317" y="40"/>
                    <a:pt x="2269" y="119"/>
                  </a:cubicBezTo>
                  <a:cubicBezTo>
                    <a:pt x="2049" y="339"/>
                    <a:pt x="1734" y="434"/>
                    <a:pt x="1482" y="434"/>
                  </a:cubicBezTo>
                  <a:cubicBezTo>
                    <a:pt x="1167" y="434"/>
                    <a:pt x="883" y="339"/>
                    <a:pt x="694" y="119"/>
                  </a:cubicBezTo>
                  <a:cubicBezTo>
                    <a:pt x="615" y="40"/>
                    <a:pt x="513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45" name="Google Shape;10545;p64"/>
            <p:cNvSpPr/>
            <p:nvPr/>
          </p:nvSpPr>
          <p:spPr>
            <a:xfrm>
              <a:off x="-54836498" y="2296300"/>
              <a:ext cx="319000" cy="316625"/>
            </a:xfrm>
            <a:custGeom>
              <a:rect l="l" t="t" r="r" b="b"/>
              <a:pathLst>
                <a:path w="12759" h="12665" extrusionOk="0">
                  <a:moveTo>
                    <a:pt x="5672" y="694"/>
                  </a:moveTo>
                  <a:cubicBezTo>
                    <a:pt x="5577" y="883"/>
                    <a:pt x="5483" y="1167"/>
                    <a:pt x="5388" y="1450"/>
                  </a:cubicBezTo>
                  <a:lnTo>
                    <a:pt x="2742" y="1450"/>
                  </a:lnTo>
                  <a:lnTo>
                    <a:pt x="2427" y="694"/>
                  </a:lnTo>
                  <a:close/>
                  <a:moveTo>
                    <a:pt x="10303" y="694"/>
                  </a:moveTo>
                  <a:lnTo>
                    <a:pt x="10051" y="1450"/>
                  </a:lnTo>
                  <a:lnTo>
                    <a:pt x="7404" y="1450"/>
                  </a:lnTo>
                  <a:cubicBezTo>
                    <a:pt x="7310" y="1167"/>
                    <a:pt x="7215" y="883"/>
                    <a:pt x="7089" y="694"/>
                  </a:cubicBezTo>
                  <a:close/>
                  <a:moveTo>
                    <a:pt x="6428" y="977"/>
                  </a:moveTo>
                  <a:cubicBezTo>
                    <a:pt x="6585" y="1293"/>
                    <a:pt x="6774" y="1734"/>
                    <a:pt x="6774" y="2206"/>
                  </a:cubicBezTo>
                  <a:cubicBezTo>
                    <a:pt x="6774" y="2647"/>
                    <a:pt x="6585" y="3088"/>
                    <a:pt x="6428" y="3403"/>
                  </a:cubicBezTo>
                  <a:cubicBezTo>
                    <a:pt x="6270" y="3088"/>
                    <a:pt x="6050" y="2647"/>
                    <a:pt x="6050" y="2206"/>
                  </a:cubicBezTo>
                  <a:cubicBezTo>
                    <a:pt x="6018" y="1671"/>
                    <a:pt x="6207" y="1230"/>
                    <a:pt x="6428" y="977"/>
                  </a:cubicBezTo>
                  <a:close/>
                  <a:moveTo>
                    <a:pt x="5325" y="2206"/>
                  </a:moveTo>
                  <a:cubicBezTo>
                    <a:pt x="5325" y="2773"/>
                    <a:pt x="5514" y="3309"/>
                    <a:pt x="5735" y="3687"/>
                  </a:cubicBezTo>
                  <a:lnTo>
                    <a:pt x="3655" y="3687"/>
                  </a:lnTo>
                  <a:lnTo>
                    <a:pt x="3057" y="2206"/>
                  </a:lnTo>
                  <a:close/>
                  <a:moveTo>
                    <a:pt x="9799" y="2206"/>
                  </a:moveTo>
                  <a:lnTo>
                    <a:pt x="9169" y="3687"/>
                  </a:lnTo>
                  <a:lnTo>
                    <a:pt x="7121" y="3687"/>
                  </a:lnTo>
                  <a:cubicBezTo>
                    <a:pt x="7310" y="3309"/>
                    <a:pt x="7562" y="2773"/>
                    <a:pt x="7562" y="2206"/>
                  </a:cubicBezTo>
                  <a:close/>
                  <a:moveTo>
                    <a:pt x="9043" y="4380"/>
                  </a:moveTo>
                  <a:lnTo>
                    <a:pt x="9043" y="5136"/>
                  </a:lnTo>
                  <a:cubicBezTo>
                    <a:pt x="9043" y="6837"/>
                    <a:pt x="9515" y="7436"/>
                    <a:pt x="9736" y="8602"/>
                  </a:cubicBezTo>
                  <a:cubicBezTo>
                    <a:pt x="9326" y="10114"/>
                    <a:pt x="7940" y="11185"/>
                    <a:pt x="6428" y="11185"/>
                  </a:cubicBezTo>
                  <a:cubicBezTo>
                    <a:pt x="4852" y="11185"/>
                    <a:pt x="3498" y="10114"/>
                    <a:pt x="3120" y="8602"/>
                  </a:cubicBezTo>
                  <a:cubicBezTo>
                    <a:pt x="3309" y="7436"/>
                    <a:pt x="3781" y="6837"/>
                    <a:pt x="3781" y="5136"/>
                  </a:cubicBezTo>
                  <a:lnTo>
                    <a:pt x="3781" y="4380"/>
                  </a:lnTo>
                  <a:close/>
                  <a:moveTo>
                    <a:pt x="2301" y="2238"/>
                  </a:moveTo>
                  <a:lnTo>
                    <a:pt x="3025" y="4096"/>
                  </a:lnTo>
                  <a:lnTo>
                    <a:pt x="3025" y="5105"/>
                  </a:lnTo>
                  <a:cubicBezTo>
                    <a:pt x="3025" y="6711"/>
                    <a:pt x="2584" y="7184"/>
                    <a:pt x="2364" y="8539"/>
                  </a:cubicBezTo>
                  <a:cubicBezTo>
                    <a:pt x="2301" y="8917"/>
                    <a:pt x="2301" y="9326"/>
                    <a:pt x="2301" y="9704"/>
                  </a:cubicBezTo>
                  <a:lnTo>
                    <a:pt x="2301" y="11595"/>
                  </a:lnTo>
                  <a:lnTo>
                    <a:pt x="2269" y="11595"/>
                  </a:lnTo>
                  <a:lnTo>
                    <a:pt x="1733" y="11217"/>
                  </a:lnTo>
                  <a:cubicBezTo>
                    <a:pt x="1135" y="10807"/>
                    <a:pt x="788" y="10177"/>
                    <a:pt x="788" y="9484"/>
                  </a:cubicBezTo>
                  <a:cubicBezTo>
                    <a:pt x="788" y="8444"/>
                    <a:pt x="1040" y="7404"/>
                    <a:pt x="1513" y="6491"/>
                  </a:cubicBezTo>
                  <a:cubicBezTo>
                    <a:pt x="2017" y="5451"/>
                    <a:pt x="2301" y="4285"/>
                    <a:pt x="2301" y="3088"/>
                  </a:cubicBezTo>
                  <a:lnTo>
                    <a:pt x="2301" y="2238"/>
                  </a:lnTo>
                  <a:close/>
                  <a:moveTo>
                    <a:pt x="10555" y="2269"/>
                  </a:moveTo>
                  <a:lnTo>
                    <a:pt x="10555" y="3151"/>
                  </a:lnTo>
                  <a:cubicBezTo>
                    <a:pt x="10555" y="4317"/>
                    <a:pt x="10838" y="5514"/>
                    <a:pt x="11342" y="6522"/>
                  </a:cubicBezTo>
                  <a:cubicBezTo>
                    <a:pt x="11815" y="7436"/>
                    <a:pt x="12036" y="8507"/>
                    <a:pt x="12036" y="9515"/>
                  </a:cubicBezTo>
                  <a:cubicBezTo>
                    <a:pt x="12004" y="10177"/>
                    <a:pt x="11689" y="10870"/>
                    <a:pt x="11090" y="11217"/>
                  </a:cubicBezTo>
                  <a:lnTo>
                    <a:pt x="10555" y="11595"/>
                  </a:lnTo>
                  <a:lnTo>
                    <a:pt x="10555" y="9767"/>
                  </a:lnTo>
                  <a:cubicBezTo>
                    <a:pt x="10555" y="9358"/>
                    <a:pt x="10523" y="8980"/>
                    <a:pt x="10460" y="8570"/>
                  </a:cubicBezTo>
                  <a:cubicBezTo>
                    <a:pt x="10271" y="7247"/>
                    <a:pt x="9799" y="6774"/>
                    <a:pt x="9799" y="5136"/>
                  </a:cubicBezTo>
                  <a:lnTo>
                    <a:pt x="9799" y="4128"/>
                  </a:lnTo>
                  <a:lnTo>
                    <a:pt x="10555" y="2269"/>
                  </a:lnTo>
                  <a:close/>
                  <a:moveTo>
                    <a:pt x="1859" y="1"/>
                  </a:moveTo>
                  <a:cubicBezTo>
                    <a:pt x="1639" y="1"/>
                    <a:pt x="1481" y="158"/>
                    <a:pt x="1481" y="347"/>
                  </a:cubicBezTo>
                  <a:lnTo>
                    <a:pt x="1481" y="3151"/>
                  </a:lnTo>
                  <a:cubicBezTo>
                    <a:pt x="1481" y="4191"/>
                    <a:pt x="1261" y="5262"/>
                    <a:pt x="788" y="6176"/>
                  </a:cubicBezTo>
                  <a:cubicBezTo>
                    <a:pt x="284" y="7184"/>
                    <a:pt x="1" y="8350"/>
                    <a:pt x="1" y="9484"/>
                  </a:cubicBezTo>
                  <a:cubicBezTo>
                    <a:pt x="1" y="10429"/>
                    <a:pt x="473" y="11280"/>
                    <a:pt x="1261" y="11847"/>
                  </a:cubicBezTo>
                  <a:lnTo>
                    <a:pt x="2395" y="12603"/>
                  </a:lnTo>
                  <a:cubicBezTo>
                    <a:pt x="2463" y="12645"/>
                    <a:pt x="2537" y="12665"/>
                    <a:pt x="2610" y="12665"/>
                  </a:cubicBezTo>
                  <a:cubicBezTo>
                    <a:pt x="2808" y="12665"/>
                    <a:pt x="2994" y="12518"/>
                    <a:pt x="2994" y="12288"/>
                  </a:cubicBezTo>
                  <a:lnTo>
                    <a:pt x="2994" y="10145"/>
                  </a:lnTo>
                  <a:cubicBezTo>
                    <a:pt x="3781" y="11248"/>
                    <a:pt x="5041" y="11878"/>
                    <a:pt x="6365" y="11878"/>
                  </a:cubicBezTo>
                  <a:cubicBezTo>
                    <a:pt x="7719" y="11878"/>
                    <a:pt x="8980" y="11248"/>
                    <a:pt x="9767" y="10145"/>
                  </a:cubicBezTo>
                  <a:lnTo>
                    <a:pt x="9767" y="12288"/>
                  </a:lnTo>
                  <a:cubicBezTo>
                    <a:pt x="9767" y="12521"/>
                    <a:pt x="9941" y="12651"/>
                    <a:pt x="10146" y="12651"/>
                  </a:cubicBezTo>
                  <a:cubicBezTo>
                    <a:pt x="10217" y="12651"/>
                    <a:pt x="10293" y="12635"/>
                    <a:pt x="10366" y="12603"/>
                  </a:cubicBezTo>
                  <a:lnTo>
                    <a:pt x="11500" y="11847"/>
                  </a:lnTo>
                  <a:cubicBezTo>
                    <a:pt x="12288" y="11343"/>
                    <a:pt x="12760" y="10429"/>
                    <a:pt x="12760" y="9484"/>
                  </a:cubicBezTo>
                  <a:cubicBezTo>
                    <a:pt x="12760" y="8350"/>
                    <a:pt x="12477" y="7184"/>
                    <a:pt x="11973" y="6176"/>
                  </a:cubicBezTo>
                  <a:cubicBezTo>
                    <a:pt x="11500" y="5262"/>
                    <a:pt x="11248" y="4159"/>
                    <a:pt x="11248" y="3151"/>
                  </a:cubicBezTo>
                  <a:lnTo>
                    <a:pt x="11248" y="347"/>
                  </a:lnTo>
                  <a:cubicBezTo>
                    <a:pt x="11248" y="158"/>
                    <a:pt x="11090" y="1"/>
                    <a:pt x="10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46" name="Google Shape;10546;p64"/>
          <p:cNvGrpSpPr/>
          <p:nvPr/>
        </p:nvGrpSpPr>
        <p:grpSpPr>
          <a:xfrm>
            <a:off x="4879652" y="3604259"/>
            <a:ext cx="319078" cy="361090"/>
            <a:chOff x="-54817603" y="2687750"/>
            <a:chExt cx="281200" cy="318225"/>
          </a:xfrm>
        </p:grpSpPr>
        <p:sp>
          <p:nvSpPr>
            <p:cNvPr id="10547" name="Google Shape;10547;p64"/>
            <p:cNvSpPr/>
            <p:nvPr/>
          </p:nvSpPr>
          <p:spPr>
            <a:xfrm>
              <a:off x="-54712853" y="2919525"/>
              <a:ext cx="73275" cy="28950"/>
            </a:xfrm>
            <a:custGeom>
              <a:rect l="l" t="t" r="r" b="b"/>
              <a:pathLst>
                <a:path w="2931" h="1158" extrusionOk="0">
                  <a:moveTo>
                    <a:pt x="414" y="0"/>
                  </a:moveTo>
                  <a:cubicBezTo>
                    <a:pt x="316" y="0"/>
                    <a:pt x="222" y="39"/>
                    <a:pt x="159" y="118"/>
                  </a:cubicBezTo>
                  <a:cubicBezTo>
                    <a:pt x="1" y="276"/>
                    <a:pt x="1" y="496"/>
                    <a:pt x="159" y="622"/>
                  </a:cubicBezTo>
                  <a:cubicBezTo>
                    <a:pt x="537" y="969"/>
                    <a:pt x="1009" y="1158"/>
                    <a:pt x="1482" y="1158"/>
                  </a:cubicBezTo>
                  <a:cubicBezTo>
                    <a:pt x="1986" y="1158"/>
                    <a:pt x="2458" y="969"/>
                    <a:pt x="2773" y="622"/>
                  </a:cubicBezTo>
                  <a:cubicBezTo>
                    <a:pt x="2931" y="465"/>
                    <a:pt x="2931" y="213"/>
                    <a:pt x="2773" y="118"/>
                  </a:cubicBezTo>
                  <a:cubicBezTo>
                    <a:pt x="2695" y="39"/>
                    <a:pt x="2592" y="0"/>
                    <a:pt x="2498" y="0"/>
                  </a:cubicBezTo>
                  <a:cubicBezTo>
                    <a:pt x="2403" y="0"/>
                    <a:pt x="2317" y="39"/>
                    <a:pt x="2269" y="118"/>
                  </a:cubicBezTo>
                  <a:cubicBezTo>
                    <a:pt x="2049" y="307"/>
                    <a:pt x="1734" y="433"/>
                    <a:pt x="1482" y="433"/>
                  </a:cubicBezTo>
                  <a:cubicBezTo>
                    <a:pt x="1167" y="433"/>
                    <a:pt x="883" y="307"/>
                    <a:pt x="694" y="118"/>
                  </a:cubicBezTo>
                  <a:cubicBezTo>
                    <a:pt x="615" y="39"/>
                    <a:pt x="513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48" name="Google Shape;10548;p64"/>
            <p:cNvSpPr/>
            <p:nvPr/>
          </p:nvSpPr>
          <p:spPr>
            <a:xfrm>
              <a:off x="-54722297" y="28563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49" name="Google Shape;10549;p64"/>
            <p:cNvSpPr/>
            <p:nvPr/>
          </p:nvSpPr>
          <p:spPr>
            <a:xfrm>
              <a:off x="-54647474" y="28563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6" y="536"/>
                    <a:pt x="726" y="347"/>
                  </a:cubicBezTo>
                  <a:cubicBezTo>
                    <a:pt x="726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50" name="Google Shape;10550;p64"/>
            <p:cNvSpPr/>
            <p:nvPr/>
          </p:nvSpPr>
          <p:spPr>
            <a:xfrm>
              <a:off x="-54817603" y="2687750"/>
              <a:ext cx="281200" cy="318225"/>
            </a:xfrm>
            <a:custGeom>
              <a:rect l="l" t="t" r="r" b="b"/>
              <a:pathLst>
                <a:path w="11248" h="12729" extrusionOk="0">
                  <a:moveTo>
                    <a:pt x="5231" y="757"/>
                  </a:moveTo>
                  <a:lnTo>
                    <a:pt x="5231" y="4380"/>
                  </a:lnTo>
                  <a:lnTo>
                    <a:pt x="3782" y="4380"/>
                  </a:lnTo>
                  <a:cubicBezTo>
                    <a:pt x="3817" y="3414"/>
                    <a:pt x="4006" y="2482"/>
                    <a:pt x="4349" y="1765"/>
                  </a:cubicBezTo>
                  <a:cubicBezTo>
                    <a:pt x="4601" y="1261"/>
                    <a:pt x="4916" y="914"/>
                    <a:pt x="5231" y="757"/>
                  </a:cubicBezTo>
                  <a:close/>
                  <a:moveTo>
                    <a:pt x="3970" y="1072"/>
                  </a:moveTo>
                  <a:lnTo>
                    <a:pt x="3970" y="1072"/>
                  </a:lnTo>
                  <a:cubicBezTo>
                    <a:pt x="3876" y="1198"/>
                    <a:pt x="3813" y="1355"/>
                    <a:pt x="3718" y="1450"/>
                  </a:cubicBezTo>
                  <a:cubicBezTo>
                    <a:pt x="3340" y="2238"/>
                    <a:pt x="3088" y="3309"/>
                    <a:pt x="3057" y="4411"/>
                  </a:cubicBezTo>
                  <a:lnTo>
                    <a:pt x="1576" y="4411"/>
                  </a:lnTo>
                  <a:cubicBezTo>
                    <a:pt x="1671" y="2931"/>
                    <a:pt x="2616" y="1670"/>
                    <a:pt x="3970" y="1072"/>
                  </a:cubicBezTo>
                  <a:close/>
                  <a:moveTo>
                    <a:pt x="7310" y="1072"/>
                  </a:moveTo>
                  <a:cubicBezTo>
                    <a:pt x="8665" y="1670"/>
                    <a:pt x="9610" y="2931"/>
                    <a:pt x="9704" y="4411"/>
                  </a:cubicBezTo>
                  <a:lnTo>
                    <a:pt x="8224" y="4411"/>
                  </a:lnTo>
                  <a:cubicBezTo>
                    <a:pt x="8192" y="3309"/>
                    <a:pt x="7940" y="2238"/>
                    <a:pt x="7562" y="1450"/>
                  </a:cubicBezTo>
                  <a:cubicBezTo>
                    <a:pt x="7467" y="1292"/>
                    <a:pt x="7404" y="1198"/>
                    <a:pt x="7310" y="1072"/>
                  </a:cubicBezTo>
                  <a:close/>
                  <a:moveTo>
                    <a:pt x="6018" y="788"/>
                  </a:moveTo>
                  <a:cubicBezTo>
                    <a:pt x="6333" y="946"/>
                    <a:pt x="6648" y="1292"/>
                    <a:pt x="6869" y="1828"/>
                  </a:cubicBezTo>
                  <a:cubicBezTo>
                    <a:pt x="7247" y="2521"/>
                    <a:pt x="7436" y="3435"/>
                    <a:pt x="7467" y="4443"/>
                  </a:cubicBezTo>
                  <a:lnTo>
                    <a:pt x="5987" y="4443"/>
                  </a:lnTo>
                  <a:lnTo>
                    <a:pt x="5987" y="788"/>
                  </a:lnTo>
                  <a:close/>
                  <a:moveTo>
                    <a:pt x="1513" y="6711"/>
                  </a:moveTo>
                  <a:lnTo>
                    <a:pt x="1513" y="8192"/>
                  </a:lnTo>
                  <a:cubicBezTo>
                    <a:pt x="1135" y="8192"/>
                    <a:pt x="788" y="7877"/>
                    <a:pt x="788" y="7436"/>
                  </a:cubicBezTo>
                  <a:cubicBezTo>
                    <a:pt x="788" y="7058"/>
                    <a:pt x="1103" y="6711"/>
                    <a:pt x="1513" y="6711"/>
                  </a:cubicBezTo>
                  <a:close/>
                  <a:moveTo>
                    <a:pt x="9767" y="6711"/>
                  </a:moveTo>
                  <a:cubicBezTo>
                    <a:pt x="10145" y="6711"/>
                    <a:pt x="10492" y="7058"/>
                    <a:pt x="10492" y="7436"/>
                  </a:cubicBezTo>
                  <a:cubicBezTo>
                    <a:pt x="10492" y="7877"/>
                    <a:pt x="10145" y="8192"/>
                    <a:pt x="9767" y="8192"/>
                  </a:cubicBezTo>
                  <a:lnTo>
                    <a:pt x="9767" y="6711"/>
                  </a:lnTo>
                  <a:close/>
                  <a:moveTo>
                    <a:pt x="9043" y="5168"/>
                  </a:moveTo>
                  <a:lnTo>
                    <a:pt x="9043" y="8602"/>
                  </a:lnTo>
                  <a:cubicBezTo>
                    <a:pt x="9011" y="10429"/>
                    <a:pt x="7499" y="11941"/>
                    <a:pt x="5672" y="11941"/>
                  </a:cubicBezTo>
                  <a:cubicBezTo>
                    <a:pt x="3813" y="11941"/>
                    <a:pt x="2301" y="10429"/>
                    <a:pt x="2301" y="8602"/>
                  </a:cubicBezTo>
                  <a:lnTo>
                    <a:pt x="2301" y="5168"/>
                  </a:lnTo>
                  <a:close/>
                  <a:moveTo>
                    <a:pt x="5609" y="1"/>
                  </a:moveTo>
                  <a:cubicBezTo>
                    <a:pt x="2931" y="1"/>
                    <a:pt x="788" y="2175"/>
                    <a:pt x="788" y="4852"/>
                  </a:cubicBezTo>
                  <a:cubicBezTo>
                    <a:pt x="788" y="5041"/>
                    <a:pt x="946" y="5199"/>
                    <a:pt x="1135" y="5199"/>
                  </a:cubicBezTo>
                  <a:lnTo>
                    <a:pt x="1482" y="5199"/>
                  </a:lnTo>
                  <a:lnTo>
                    <a:pt x="1482" y="5987"/>
                  </a:lnTo>
                  <a:cubicBezTo>
                    <a:pt x="662" y="5987"/>
                    <a:pt x="1" y="6648"/>
                    <a:pt x="1" y="7499"/>
                  </a:cubicBezTo>
                  <a:cubicBezTo>
                    <a:pt x="1" y="8318"/>
                    <a:pt x="662" y="8980"/>
                    <a:pt x="1482" y="8980"/>
                  </a:cubicBezTo>
                  <a:cubicBezTo>
                    <a:pt x="1671" y="11059"/>
                    <a:pt x="3466" y="12729"/>
                    <a:pt x="5577" y="12729"/>
                  </a:cubicBezTo>
                  <a:cubicBezTo>
                    <a:pt x="7720" y="12729"/>
                    <a:pt x="9484" y="11059"/>
                    <a:pt x="9673" y="8980"/>
                  </a:cubicBezTo>
                  <a:cubicBezTo>
                    <a:pt x="10492" y="8980"/>
                    <a:pt x="11185" y="8318"/>
                    <a:pt x="11185" y="7499"/>
                  </a:cubicBezTo>
                  <a:cubicBezTo>
                    <a:pt x="11248" y="6648"/>
                    <a:pt x="10586" y="5987"/>
                    <a:pt x="9767" y="5987"/>
                  </a:cubicBezTo>
                  <a:lnTo>
                    <a:pt x="9767" y="5199"/>
                  </a:lnTo>
                  <a:lnTo>
                    <a:pt x="10114" y="5199"/>
                  </a:lnTo>
                  <a:cubicBezTo>
                    <a:pt x="10303" y="5199"/>
                    <a:pt x="10460" y="5041"/>
                    <a:pt x="10460" y="4852"/>
                  </a:cubicBezTo>
                  <a:cubicBezTo>
                    <a:pt x="10460" y="2175"/>
                    <a:pt x="8287" y="1"/>
                    <a:pt x="56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51" name="Google Shape;10551;p64"/>
          <p:cNvGrpSpPr/>
          <p:nvPr/>
        </p:nvGrpSpPr>
        <p:grpSpPr>
          <a:xfrm>
            <a:off x="7110476" y="2684124"/>
            <a:ext cx="317290" cy="359303"/>
            <a:chOff x="-52887122" y="1903275"/>
            <a:chExt cx="279625" cy="316650"/>
          </a:xfrm>
        </p:grpSpPr>
        <p:sp>
          <p:nvSpPr>
            <p:cNvPr id="10552" name="Google Shape;10552;p64"/>
            <p:cNvSpPr/>
            <p:nvPr/>
          </p:nvSpPr>
          <p:spPr>
            <a:xfrm>
              <a:off x="-52783947" y="2135825"/>
              <a:ext cx="73275" cy="28975"/>
            </a:xfrm>
            <a:custGeom>
              <a:rect l="l" t="t" r="r" b="b"/>
              <a:pathLst>
                <a:path w="2931" h="1159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05" y="970"/>
                    <a:pt x="977" y="1159"/>
                    <a:pt x="1450" y="1159"/>
                  </a:cubicBezTo>
                  <a:cubicBezTo>
                    <a:pt x="1922" y="1159"/>
                    <a:pt x="2458" y="970"/>
                    <a:pt x="2773" y="623"/>
                  </a:cubicBezTo>
                  <a:cubicBezTo>
                    <a:pt x="2931" y="465"/>
                    <a:pt x="2931" y="213"/>
                    <a:pt x="2773" y="119"/>
                  </a:cubicBezTo>
                  <a:cubicBezTo>
                    <a:pt x="2694" y="40"/>
                    <a:pt x="2592" y="1"/>
                    <a:pt x="2493" y="1"/>
                  </a:cubicBezTo>
                  <a:cubicBezTo>
                    <a:pt x="2395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98" y="434"/>
                    <a:pt x="883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53" name="Google Shape;10553;p64"/>
            <p:cNvSpPr/>
            <p:nvPr/>
          </p:nvSpPr>
          <p:spPr>
            <a:xfrm>
              <a:off x="-52887122" y="1903275"/>
              <a:ext cx="279625" cy="316650"/>
            </a:xfrm>
            <a:custGeom>
              <a:rect l="l" t="t" r="r" b="b"/>
              <a:pathLst>
                <a:path w="11185" h="12666" extrusionOk="0">
                  <a:moveTo>
                    <a:pt x="5545" y="2238"/>
                  </a:moveTo>
                  <a:cubicBezTo>
                    <a:pt x="5986" y="2238"/>
                    <a:pt x="6427" y="2332"/>
                    <a:pt x="6806" y="2490"/>
                  </a:cubicBezTo>
                  <a:cubicBezTo>
                    <a:pt x="6049" y="3687"/>
                    <a:pt x="4726" y="4443"/>
                    <a:pt x="3308" y="4443"/>
                  </a:cubicBezTo>
                  <a:lnTo>
                    <a:pt x="2407" y="4443"/>
                  </a:lnTo>
                  <a:cubicBezTo>
                    <a:pt x="2887" y="3168"/>
                    <a:pt x="4108" y="2238"/>
                    <a:pt x="5545" y="2238"/>
                  </a:cubicBezTo>
                  <a:close/>
                  <a:moveTo>
                    <a:pt x="5577" y="757"/>
                  </a:moveTo>
                  <a:cubicBezTo>
                    <a:pt x="7877" y="757"/>
                    <a:pt x="9799" y="2364"/>
                    <a:pt x="10303" y="4475"/>
                  </a:cubicBezTo>
                  <a:cubicBezTo>
                    <a:pt x="10240" y="4475"/>
                    <a:pt x="10145" y="4443"/>
                    <a:pt x="10082" y="4443"/>
                  </a:cubicBezTo>
                  <a:cubicBezTo>
                    <a:pt x="9893" y="4443"/>
                    <a:pt x="9736" y="4475"/>
                    <a:pt x="9578" y="4569"/>
                  </a:cubicBezTo>
                  <a:cubicBezTo>
                    <a:pt x="9137" y="2742"/>
                    <a:pt x="7467" y="1450"/>
                    <a:pt x="5577" y="1450"/>
                  </a:cubicBezTo>
                  <a:cubicBezTo>
                    <a:pt x="3655" y="1450"/>
                    <a:pt x="2048" y="2805"/>
                    <a:pt x="1607" y="4569"/>
                  </a:cubicBezTo>
                  <a:cubicBezTo>
                    <a:pt x="1450" y="4475"/>
                    <a:pt x="1292" y="4443"/>
                    <a:pt x="1103" y="4443"/>
                  </a:cubicBezTo>
                  <a:cubicBezTo>
                    <a:pt x="1009" y="4443"/>
                    <a:pt x="946" y="4443"/>
                    <a:pt x="851" y="4475"/>
                  </a:cubicBezTo>
                  <a:cubicBezTo>
                    <a:pt x="1324" y="2364"/>
                    <a:pt x="3277" y="757"/>
                    <a:pt x="5577" y="757"/>
                  </a:cubicBezTo>
                  <a:close/>
                  <a:moveTo>
                    <a:pt x="7530" y="2868"/>
                  </a:moveTo>
                  <a:cubicBezTo>
                    <a:pt x="8381" y="3466"/>
                    <a:pt x="8948" y="4475"/>
                    <a:pt x="8948" y="5640"/>
                  </a:cubicBezTo>
                  <a:lnTo>
                    <a:pt x="8948" y="6050"/>
                  </a:lnTo>
                  <a:lnTo>
                    <a:pt x="2206" y="6050"/>
                  </a:lnTo>
                  <a:lnTo>
                    <a:pt x="2206" y="6018"/>
                  </a:lnTo>
                  <a:lnTo>
                    <a:pt x="2206" y="5577"/>
                  </a:lnTo>
                  <a:cubicBezTo>
                    <a:pt x="2206" y="5483"/>
                    <a:pt x="2206" y="5357"/>
                    <a:pt x="2237" y="5231"/>
                  </a:cubicBezTo>
                  <a:lnTo>
                    <a:pt x="3340" y="5231"/>
                  </a:lnTo>
                  <a:cubicBezTo>
                    <a:pt x="4285" y="5231"/>
                    <a:pt x="5167" y="4947"/>
                    <a:pt x="5955" y="4475"/>
                  </a:cubicBezTo>
                  <a:cubicBezTo>
                    <a:pt x="6585" y="4097"/>
                    <a:pt x="7121" y="3529"/>
                    <a:pt x="7530" y="2868"/>
                  </a:cubicBezTo>
                  <a:close/>
                  <a:moveTo>
                    <a:pt x="10082" y="5231"/>
                  </a:moveTo>
                  <a:cubicBezTo>
                    <a:pt x="10271" y="5231"/>
                    <a:pt x="10429" y="5388"/>
                    <a:pt x="10429" y="5577"/>
                  </a:cubicBezTo>
                  <a:lnTo>
                    <a:pt x="10429" y="7877"/>
                  </a:lnTo>
                  <a:cubicBezTo>
                    <a:pt x="10429" y="8066"/>
                    <a:pt x="10271" y="8224"/>
                    <a:pt x="10082" y="8224"/>
                  </a:cubicBezTo>
                  <a:cubicBezTo>
                    <a:pt x="9893" y="8224"/>
                    <a:pt x="9736" y="8066"/>
                    <a:pt x="9736" y="7877"/>
                  </a:cubicBezTo>
                  <a:lnTo>
                    <a:pt x="9736" y="5577"/>
                  </a:lnTo>
                  <a:cubicBezTo>
                    <a:pt x="9736" y="5388"/>
                    <a:pt x="9893" y="5231"/>
                    <a:pt x="10082" y="5231"/>
                  </a:cubicBezTo>
                  <a:close/>
                  <a:moveTo>
                    <a:pt x="1103" y="5262"/>
                  </a:moveTo>
                  <a:cubicBezTo>
                    <a:pt x="1292" y="5262"/>
                    <a:pt x="1450" y="5420"/>
                    <a:pt x="1450" y="5640"/>
                  </a:cubicBezTo>
                  <a:lnTo>
                    <a:pt x="1450" y="7909"/>
                  </a:lnTo>
                  <a:cubicBezTo>
                    <a:pt x="1450" y="8066"/>
                    <a:pt x="1292" y="8255"/>
                    <a:pt x="1103" y="8255"/>
                  </a:cubicBezTo>
                  <a:cubicBezTo>
                    <a:pt x="914" y="8255"/>
                    <a:pt x="757" y="8098"/>
                    <a:pt x="757" y="7909"/>
                  </a:cubicBezTo>
                  <a:lnTo>
                    <a:pt x="757" y="5640"/>
                  </a:lnTo>
                  <a:cubicBezTo>
                    <a:pt x="757" y="5420"/>
                    <a:pt x="914" y="5262"/>
                    <a:pt x="1103" y="5262"/>
                  </a:cubicBezTo>
                  <a:close/>
                  <a:moveTo>
                    <a:pt x="5199" y="6774"/>
                  </a:moveTo>
                  <a:cubicBezTo>
                    <a:pt x="5199" y="7594"/>
                    <a:pt x="4537" y="8255"/>
                    <a:pt x="3687" y="8255"/>
                  </a:cubicBezTo>
                  <a:cubicBezTo>
                    <a:pt x="2867" y="8255"/>
                    <a:pt x="2206" y="7594"/>
                    <a:pt x="2206" y="6774"/>
                  </a:cubicBezTo>
                  <a:close/>
                  <a:moveTo>
                    <a:pt x="8948" y="6774"/>
                  </a:moveTo>
                  <a:cubicBezTo>
                    <a:pt x="8948" y="7594"/>
                    <a:pt x="8255" y="8255"/>
                    <a:pt x="7436" y="8255"/>
                  </a:cubicBezTo>
                  <a:cubicBezTo>
                    <a:pt x="6617" y="8255"/>
                    <a:pt x="5955" y="7594"/>
                    <a:pt x="5955" y="6774"/>
                  </a:cubicBezTo>
                  <a:close/>
                  <a:moveTo>
                    <a:pt x="5545" y="8035"/>
                  </a:moveTo>
                  <a:cubicBezTo>
                    <a:pt x="5955" y="8633"/>
                    <a:pt x="6648" y="9011"/>
                    <a:pt x="7404" y="9011"/>
                  </a:cubicBezTo>
                  <a:cubicBezTo>
                    <a:pt x="8003" y="9011"/>
                    <a:pt x="8507" y="8822"/>
                    <a:pt x="8885" y="8413"/>
                  </a:cubicBezTo>
                  <a:lnTo>
                    <a:pt x="8885" y="8476"/>
                  </a:lnTo>
                  <a:cubicBezTo>
                    <a:pt x="8948" y="10272"/>
                    <a:pt x="7593" y="11815"/>
                    <a:pt x="5892" y="11973"/>
                  </a:cubicBezTo>
                  <a:cubicBezTo>
                    <a:pt x="5782" y="11983"/>
                    <a:pt x="5673" y="11988"/>
                    <a:pt x="5565" y="11988"/>
                  </a:cubicBezTo>
                  <a:cubicBezTo>
                    <a:pt x="3672" y="11988"/>
                    <a:pt x="2206" y="10452"/>
                    <a:pt x="2206" y="8633"/>
                  </a:cubicBezTo>
                  <a:lnTo>
                    <a:pt x="2206" y="8413"/>
                  </a:lnTo>
                  <a:cubicBezTo>
                    <a:pt x="2584" y="8791"/>
                    <a:pt x="3119" y="9011"/>
                    <a:pt x="3687" y="9011"/>
                  </a:cubicBezTo>
                  <a:cubicBezTo>
                    <a:pt x="4474" y="9011"/>
                    <a:pt x="5167" y="8633"/>
                    <a:pt x="5545" y="8035"/>
                  </a:cubicBezTo>
                  <a:close/>
                  <a:moveTo>
                    <a:pt x="5577" y="1"/>
                  </a:moveTo>
                  <a:cubicBezTo>
                    <a:pt x="2489" y="1"/>
                    <a:pt x="0" y="2521"/>
                    <a:pt x="0" y="5577"/>
                  </a:cubicBezTo>
                  <a:lnTo>
                    <a:pt x="0" y="7877"/>
                  </a:lnTo>
                  <a:cubicBezTo>
                    <a:pt x="0" y="8507"/>
                    <a:pt x="505" y="8980"/>
                    <a:pt x="1103" y="8980"/>
                  </a:cubicBezTo>
                  <a:cubicBezTo>
                    <a:pt x="1229" y="8980"/>
                    <a:pt x="1387" y="8948"/>
                    <a:pt x="1481" y="8885"/>
                  </a:cubicBezTo>
                  <a:cubicBezTo>
                    <a:pt x="1639" y="10996"/>
                    <a:pt x="3372" y="12666"/>
                    <a:pt x="5577" y="12666"/>
                  </a:cubicBezTo>
                  <a:lnTo>
                    <a:pt x="5986" y="12666"/>
                  </a:lnTo>
                  <a:cubicBezTo>
                    <a:pt x="7940" y="12477"/>
                    <a:pt x="9452" y="10870"/>
                    <a:pt x="9641" y="8885"/>
                  </a:cubicBezTo>
                  <a:cubicBezTo>
                    <a:pt x="9767" y="8948"/>
                    <a:pt x="9925" y="8980"/>
                    <a:pt x="10051" y="8980"/>
                  </a:cubicBezTo>
                  <a:cubicBezTo>
                    <a:pt x="10681" y="8980"/>
                    <a:pt x="11153" y="8476"/>
                    <a:pt x="11153" y="7877"/>
                  </a:cubicBezTo>
                  <a:lnTo>
                    <a:pt x="11153" y="5577"/>
                  </a:lnTo>
                  <a:cubicBezTo>
                    <a:pt x="11185" y="2521"/>
                    <a:pt x="8664" y="1"/>
                    <a:pt x="5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54" name="Google Shape;10554;p64"/>
          <p:cNvGrpSpPr/>
          <p:nvPr/>
        </p:nvGrpSpPr>
        <p:grpSpPr>
          <a:xfrm>
            <a:off x="7089030" y="3134920"/>
            <a:ext cx="360182" cy="361969"/>
            <a:chOff x="-52906023" y="2293950"/>
            <a:chExt cx="317425" cy="319000"/>
          </a:xfrm>
        </p:grpSpPr>
        <p:sp>
          <p:nvSpPr>
            <p:cNvPr id="10555" name="Google Shape;10555;p64"/>
            <p:cNvSpPr/>
            <p:nvPr/>
          </p:nvSpPr>
          <p:spPr>
            <a:xfrm>
              <a:off x="-52783947" y="2526500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89"/>
                    <a:pt x="1450" y="1189"/>
                  </a:cubicBezTo>
                  <a:cubicBezTo>
                    <a:pt x="1922" y="1189"/>
                    <a:pt x="2458" y="969"/>
                    <a:pt x="2773" y="622"/>
                  </a:cubicBezTo>
                  <a:cubicBezTo>
                    <a:pt x="2931" y="465"/>
                    <a:pt x="2931" y="244"/>
                    <a:pt x="2773" y="118"/>
                  </a:cubicBezTo>
                  <a:cubicBezTo>
                    <a:pt x="2694" y="39"/>
                    <a:pt x="2592" y="0"/>
                    <a:pt x="2493" y="0"/>
                  </a:cubicBezTo>
                  <a:cubicBezTo>
                    <a:pt x="2395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98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56" name="Google Shape;10556;p64"/>
            <p:cNvSpPr/>
            <p:nvPr/>
          </p:nvSpPr>
          <p:spPr>
            <a:xfrm>
              <a:off x="-52718574" y="2463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57" name="Google Shape;10557;p64"/>
            <p:cNvSpPr/>
            <p:nvPr/>
          </p:nvSpPr>
          <p:spPr>
            <a:xfrm>
              <a:off x="-52906023" y="2293950"/>
              <a:ext cx="317425" cy="319000"/>
            </a:xfrm>
            <a:custGeom>
              <a:rect l="l" t="t" r="r" b="b"/>
              <a:pathLst>
                <a:path w="12697" h="12759" extrusionOk="0">
                  <a:moveTo>
                    <a:pt x="6333" y="788"/>
                  </a:moveTo>
                  <a:cubicBezTo>
                    <a:pt x="7877" y="788"/>
                    <a:pt x="9231" y="1607"/>
                    <a:pt x="9609" y="2773"/>
                  </a:cubicBezTo>
                  <a:cubicBezTo>
                    <a:pt x="8633" y="2458"/>
                    <a:pt x="7530" y="2300"/>
                    <a:pt x="6333" y="2300"/>
                  </a:cubicBezTo>
                  <a:cubicBezTo>
                    <a:pt x="5167" y="2300"/>
                    <a:pt x="4064" y="2458"/>
                    <a:pt x="3088" y="2773"/>
                  </a:cubicBezTo>
                  <a:cubicBezTo>
                    <a:pt x="3434" y="1607"/>
                    <a:pt x="4758" y="788"/>
                    <a:pt x="6333" y="788"/>
                  </a:cubicBezTo>
                  <a:close/>
                  <a:moveTo>
                    <a:pt x="6301" y="3025"/>
                  </a:moveTo>
                  <a:cubicBezTo>
                    <a:pt x="9515" y="3025"/>
                    <a:pt x="11941" y="4285"/>
                    <a:pt x="11941" y="5640"/>
                  </a:cubicBezTo>
                  <a:cubicBezTo>
                    <a:pt x="11941" y="5986"/>
                    <a:pt x="11783" y="6270"/>
                    <a:pt x="11594" y="6553"/>
                  </a:cubicBezTo>
                  <a:cubicBezTo>
                    <a:pt x="11311" y="6238"/>
                    <a:pt x="10901" y="6018"/>
                    <a:pt x="10429" y="6018"/>
                  </a:cubicBezTo>
                  <a:lnTo>
                    <a:pt x="10429" y="5671"/>
                  </a:lnTo>
                  <a:cubicBezTo>
                    <a:pt x="10429" y="5514"/>
                    <a:pt x="10365" y="5388"/>
                    <a:pt x="10208" y="5325"/>
                  </a:cubicBezTo>
                  <a:cubicBezTo>
                    <a:pt x="10113" y="5262"/>
                    <a:pt x="8444" y="4537"/>
                    <a:pt x="6301" y="4537"/>
                  </a:cubicBezTo>
                  <a:cubicBezTo>
                    <a:pt x="4254" y="4537"/>
                    <a:pt x="2552" y="5230"/>
                    <a:pt x="2426" y="5325"/>
                  </a:cubicBezTo>
                  <a:cubicBezTo>
                    <a:pt x="2269" y="5356"/>
                    <a:pt x="2174" y="5514"/>
                    <a:pt x="2174" y="5671"/>
                  </a:cubicBezTo>
                  <a:lnTo>
                    <a:pt x="2174" y="6018"/>
                  </a:lnTo>
                  <a:cubicBezTo>
                    <a:pt x="1733" y="6018"/>
                    <a:pt x="1292" y="6238"/>
                    <a:pt x="1040" y="6553"/>
                  </a:cubicBezTo>
                  <a:cubicBezTo>
                    <a:pt x="851" y="6301"/>
                    <a:pt x="693" y="5986"/>
                    <a:pt x="693" y="5640"/>
                  </a:cubicBezTo>
                  <a:cubicBezTo>
                    <a:pt x="693" y="4285"/>
                    <a:pt x="3119" y="3025"/>
                    <a:pt x="6301" y="3025"/>
                  </a:cubicBezTo>
                  <a:close/>
                  <a:moveTo>
                    <a:pt x="6364" y="5230"/>
                  </a:moveTo>
                  <a:cubicBezTo>
                    <a:pt x="6585" y="5230"/>
                    <a:pt x="6805" y="5230"/>
                    <a:pt x="7026" y="5262"/>
                  </a:cubicBezTo>
                  <a:cubicBezTo>
                    <a:pt x="6270" y="6616"/>
                    <a:pt x="4821" y="7498"/>
                    <a:pt x="3245" y="7498"/>
                  </a:cubicBezTo>
                  <a:lnTo>
                    <a:pt x="2930" y="7498"/>
                  </a:lnTo>
                  <a:cubicBezTo>
                    <a:pt x="2962" y="7341"/>
                    <a:pt x="2962" y="6049"/>
                    <a:pt x="2962" y="5860"/>
                  </a:cubicBezTo>
                  <a:cubicBezTo>
                    <a:pt x="3466" y="5671"/>
                    <a:pt x="4821" y="5230"/>
                    <a:pt x="6364" y="5230"/>
                  </a:cubicBezTo>
                  <a:close/>
                  <a:moveTo>
                    <a:pt x="2206" y="6742"/>
                  </a:moveTo>
                  <a:lnTo>
                    <a:pt x="2206" y="8223"/>
                  </a:lnTo>
                  <a:cubicBezTo>
                    <a:pt x="1765" y="8223"/>
                    <a:pt x="1450" y="7908"/>
                    <a:pt x="1450" y="7498"/>
                  </a:cubicBezTo>
                  <a:cubicBezTo>
                    <a:pt x="1450" y="7089"/>
                    <a:pt x="1765" y="6742"/>
                    <a:pt x="2206" y="6742"/>
                  </a:cubicBezTo>
                  <a:close/>
                  <a:moveTo>
                    <a:pt x="10429" y="6742"/>
                  </a:moveTo>
                  <a:cubicBezTo>
                    <a:pt x="10838" y="6742"/>
                    <a:pt x="11185" y="7057"/>
                    <a:pt x="11185" y="7498"/>
                  </a:cubicBezTo>
                  <a:cubicBezTo>
                    <a:pt x="11185" y="7908"/>
                    <a:pt x="10870" y="8223"/>
                    <a:pt x="10429" y="8223"/>
                  </a:cubicBezTo>
                  <a:lnTo>
                    <a:pt x="10429" y="6742"/>
                  </a:lnTo>
                  <a:close/>
                  <a:moveTo>
                    <a:pt x="7845" y="5356"/>
                  </a:moveTo>
                  <a:cubicBezTo>
                    <a:pt x="8696" y="5514"/>
                    <a:pt x="9420" y="5766"/>
                    <a:pt x="9767" y="5860"/>
                  </a:cubicBezTo>
                  <a:lnTo>
                    <a:pt x="9767" y="8601"/>
                  </a:lnTo>
                  <a:cubicBezTo>
                    <a:pt x="9735" y="10491"/>
                    <a:pt x="8160" y="12004"/>
                    <a:pt x="6333" y="12004"/>
                  </a:cubicBezTo>
                  <a:cubicBezTo>
                    <a:pt x="4506" y="12004"/>
                    <a:pt x="2962" y="10428"/>
                    <a:pt x="2962" y="8601"/>
                  </a:cubicBezTo>
                  <a:lnTo>
                    <a:pt x="2962" y="8223"/>
                  </a:lnTo>
                  <a:lnTo>
                    <a:pt x="3277" y="8223"/>
                  </a:lnTo>
                  <a:cubicBezTo>
                    <a:pt x="5293" y="8223"/>
                    <a:pt x="7026" y="7057"/>
                    <a:pt x="7845" y="5356"/>
                  </a:cubicBezTo>
                  <a:close/>
                  <a:moveTo>
                    <a:pt x="6364" y="0"/>
                  </a:moveTo>
                  <a:cubicBezTo>
                    <a:pt x="4254" y="0"/>
                    <a:pt x="2458" y="1292"/>
                    <a:pt x="2269" y="3025"/>
                  </a:cubicBezTo>
                  <a:cubicBezTo>
                    <a:pt x="1103" y="3560"/>
                    <a:pt x="0" y="4379"/>
                    <a:pt x="0" y="5640"/>
                  </a:cubicBezTo>
                  <a:cubicBezTo>
                    <a:pt x="0" y="6238"/>
                    <a:pt x="284" y="6774"/>
                    <a:pt x="756" y="7246"/>
                  </a:cubicBezTo>
                  <a:cubicBezTo>
                    <a:pt x="599" y="8160"/>
                    <a:pt x="1292" y="8979"/>
                    <a:pt x="2206" y="8979"/>
                  </a:cubicBezTo>
                  <a:cubicBezTo>
                    <a:pt x="2426" y="11059"/>
                    <a:pt x="4191" y="12760"/>
                    <a:pt x="6301" y="12760"/>
                  </a:cubicBezTo>
                  <a:cubicBezTo>
                    <a:pt x="8475" y="12760"/>
                    <a:pt x="10239" y="11059"/>
                    <a:pt x="10397" y="8979"/>
                  </a:cubicBezTo>
                  <a:cubicBezTo>
                    <a:pt x="11216" y="8979"/>
                    <a:pt x="11909" y="8318"/>
                    <a:pt x="11909" y="7498"/>
                  </a:cubicBezTo>
                  <a:lnTo>
                    <a:pt x="11909" y="7246"/>
                  </a:lnTo>
                  <a:cubicBezTo>
                    <a:pt x="12445" y="6774"/>
                    <a:pt x="12697" y="6238"/>
                    <a:pt x="12697" y="5640"/>
                  </a:cubicBezTo>
                  <a:cubicBezTo>
                    <a:pt x="12697" y="4411"/>
                    <a:pt x="11531" y="3529"/>
                    <a:pt x="10429" y="3025"/>
                  </a:cubicBezTo>
                  <a:cubicBezTo>
                    <a:pt x="10239" y="1292"/>
                    <a:pt x="8444" y="0"/>
                    <a:pt x="6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58" name="Google Shape;10558;p64"/>
          <p:cNvGrpSpPr/>
          <p:nvPr/>
        </p:nvGrpSpPr>
        <p:grpSpPr>
          <a:xfrm>
            <a:off x="7110476" y="3603379"/>
            <a:ext cx="317290" cy="361090"/>
            <a:chOff x="-52887122" y="2686975"/>
            <a:chExt cx="279625" cy="318225"/>
          </a:xfrm>
        </p:grpSpPr>
        <p:sp>
          <p:nvSpPr>
            <p:cNvPr id="10559" name="Google Shape;10559;p64"/>
            <p:cNvSpPr/>
            <p:nvPr/>
          </p:nvSpPr>
          <p:spPr>
            <a:xfrm>
              <a:off x="-52783947" y="2919525"/>
              <a:ext cx="73275" cy="28950"/>
            </a:xfrm>
            <a:custGeom>
              <a:rect l="l" t="t" r="r" b="b"/>
              <a:pathLst>
                <a:path w="2931" h="1158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58"/>
                    <a:pt x="1450" y="1158"/>
                  </a:cubicBezTo>
                  <a:cubicBezTo>
                    <a:pt x="1922" y="1158"/>
                    <a:pt x="2458" y="969"/>
                    <a:pt x="2773" y="622"/>
                  </a:cubicBezTo>
                  <a:cubicBezTo>
                    <a:pt x="2931" y="465"/>
                    <a:pt x="2931" y="213"/>
                    <a:pt x="2773" y="118"/>
                  </a:cubicBezTo>
                  <a:cubicBezTo>
                    <a:pt x="2694" y="39"/>
                    <a:pt x="2592" y="0"/>
                    <a:pt x="2493" y="0"/>
                  </a:cubicBezTo>
                  <a:cubicBezTo>
                    <a:pt x="2395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98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60" name="Google Shape;10560;p64"/>
            <p:cNvSpPr/>
            <p:nvPr/>
          </p:nvSpPr>
          <p:spPr>
            <a:xfrm>
              <a:off x="-52793398" y="285472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61" name="Google Shape;10561;p64"/>
            <p:cNvSpPr/>
            <p:nvPr/>
          </p:nvSpPr>
          <p:spPr>
            <a:xfrm>
              <a:off x="-52718574" y="285472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62" name="Google Shape;10562;p64"/>
            <p:cNvSpPr/>
            <p:nvPr/>
          </p:nvSpPr>
          <p:spPr>
            <a:xfrm>
              <a:off x="-52887122" y="2686975"/>
              <a:ext cx="279625" cy="318225"/>
            </a:xfrm>
            <a:custGeom>
              <a:rect l="l" t="t" r="r" b="b"/>
              <a:pathLst>
                <a:path w="11185" h="12729" extrusionOk="0">
                  <a:moveTo>
                    <a:pt x="5577" y="756"/>
                  </a:moveTo>
                  <a:cubicBezTo>
                    <a:pt x="7404" y="756"/>
                    <a:pt x="8885" y="2206"/>
                    <a:pt x="8948" y="3970"/>
                  </a:cubicBezTo>
                  <a:cubicBezTo>
                    <a:pt x="8192" y="2899"/>
                    <a:pt x="6963" y="2206"/>
                    <a:pt x="5577" y="2206"/>
                  </a:cubicBezTo>
                  <a:cubicBezTo>
                    <a:pt x="4222" y="2206"/>
                    <a:pt x="2993" y="2899"/>
                    <a:pt x="2237" y="3970"/>
                  </a:cubicBezTo>
                  <a:cubicBezTo>
                    <a:pt x="2269" y="2174"/>
                    <a:pt x="3781" y="756"/>
                    <a:pt x="5577" y="756"/>
                  </a:cubicBezTo>
                  <a:close/>
                  <a:moveTo>
                    <a:pt x="5604" y="2993"/>
                  </a:moveTo>
                  <a:cubicBezTo>
                    <a:pt x="7435" y="2993"/>
                    <a:pt x="8886" y="4462"/>
                    <a:pt x="8948" y="6270"/>
                  </a:cubicBezTo>
                  <a:cubicBezTo>
                    <a:pt x="8696" y="5860"/>
                    <a:pt x="8412" y="5514"/>
                    <a:pt x="8066" y="5199"/>
                  </a:cubicBezTo>
                  <a:cubicBezTo>
                    <a:pt x="7089" y="4253"/>
                    <a:pt x="5797" y="3749"/>
                    <a:pt x="4443" y="3749"/>
                  </a:cubicBezTo>
                  <a:cubicBezTo>
                    <a:pt x="4065" y="3749"/>
                    <a:pt x="3687" y="3781"/>
                    <a:pt x="3308" y="3844"/>
                  </a:cubicBezTo>
                  <a:cubicBezTo>
                    <a:pt x="3907" y="3308"/>
                    <a:pt x="4695" y="2993"/>
                    <a:pt x="5545" y="2993"/>
                  </a:cubicBezTo>
                  <a:cubicBezTo>
                    <a:pt x="5565" y="2993"/>
                    <a:pt x="5584" y="2993"/>
                    <a:pt x="5604" y="2993"/>
                  </a:cubicBezTo>
                  <a:close/>
                  <a:moveTo>
                    <a:pt x="1450" y="6742"/>
                  </a:moveTo>
                  <a:lnTo>
                    <a:pt x="1450" y="8223"/>
                  </a:lnTo>
                  <a:cubicBezTo>
                    <a:pt x="1072" y="8223"/>
                    <a:pt x="694" y="7876"/>
                    <a:pt x="694" y="7467"/>
                  </a:cubicBezTo>
                  <a:cubicBezTo>
                    <a:pt x="694" y="7089"/>
                    <a:pt x="1072" y="6742"/>
                    <a:pt x="1450" y="6742"/>
                  </a:cubicBezTo>
                  <a:close/>
                  <a:moveTo>
                    <a:pt x="9673" y="6742"/>
                  </a:moveTo>
                  <a:cubicBezTo>
                    <a:pt x="10082" y="6742"/>
                    <a:pt x="10429" y="7057"/>
                    <a:pt x="10429" y="7467"/>
                  </a:cubicBezTo>
                  <a:cubicBezTo>
                    <a:pt x="10429" y="7876"/>
                    <a:pt x="10082" y="8223"/>
                    <a:pt x="9673" y="8223"/>
                  </a:cubicBezTo>
                  <a:lnTo>
                    <a:pt x="9673" y="6742"/>
                  </a:lnTo>
                  <a:close/>
                  <a:moveTo>
                    <a:pt x="4443" y="4442"/>
                  </a:moveTo>
                  <a:cubicBezTo>
                    <a:pt x="6837" y="4442"/>
                    <a:pt x="8822" y="6333"/>
                    <a:pt x="8948" y="8727"/>
                  </a:cubicBezTo>
                  <a:cubicBezTo>
                    <a:pt x="8822" y="10554"/>
                    <a:pt x="7373" y="11972"/>
                    <a:pt x="5577" y="11972"/>
                  </a:cubicBezTo>
                  <a:cubicBezTo>
                    <a:pt x="3750" y="11972"/>
                    <a:pt x="2237" y="10428"/>
                    <a:pt x="2237" y="8570"/>
                  </a:cubicBezTo>
                  <a:lnTo>
                    <a:pt x="2237" y="6333"/>
                  </a:lnTo>
                  <a:cubicBezTo>
                    <a:pt x="2237" y="5829"/>
                    <a:pt x="2363" y="5325"/>
                    <a:pt x="2552" y="4883"/>
                  </a:cubicBezTo>
                  <a:cubicBezTo>
                    <a:pt x="3151" y="4600"/>
                    <a:pt x="3781" y="4442"/>
                    <a:pt x="4443" y="4442"/>
                  </a:cubicBezTo>
                  <a:close/>
                  <a:moveTo>
                    <a:pt x="5608" y="0"/>
                  </a:moveTo>
                  <a:cubicBezTo>
                    <a:pt x="3340" y="0"/>
                    <a:pt x="1513" y="1827"/>
                    <a:pt x="1513" y="4096"/>
                  </a:cubicBezTo>
                  <a:lnTo>
                    <a:pt x="1513" y="5986"/>
                  </a:lnTo>
                  <a:cubicBezTo>
                    <a:pt x="662" y="5986"/>
                    <a:pt x="0" y="6648"/>
                    <a:pt x="0" y="7467"/>
                  </a:cubicBezTo>
                  <a:cubicBezTo>
                    <a:pt x="0" y="8317"/>
                    <a:pt x="662" y="8979"/>
                    <a:pt x="1513" y="8979"/>
                  </a:cubicBezTo>
                  <a:cubicBezTo>
                    <a:pt x="1702" y="11058"/>
                    <a:pt x="3435" y="12728"/>
                    <a:pt x="5608" y="12728"/>
                  </a:cubicBezTo>
                  <a:cubicBezTo>
                    <a:pt x="7751" y="12728"/>
                    <a:pt x="9483" y="11058"/>
                    <a:pt x="9673" y="8979"/>
                  </a:cubicBezTo>
                  <a:cubicBezTo>
                    <a:pt x="10523" y="8979"/>
                    <a:pt x="11185" y="8317"/>
                    <a:pt x="11185" y="7467"/>
                  </a:cubicBezTo>
                  <a:cubicBezTo>
                    <a:pt x="11185" y="6648"/>
                    <a:pt x="10523" y="5986"/>
                    <a:pt x="9673" y="5986"/>
                  </a:cubicBezTo>
                  <a:lnTo>
                    <a:pt x="9673" y="4096"/>
                  </a:lnTo>
                  <a:cubicBezTo>
                    <a:pt x="9673" y="1859"/>
                    <a:pt x="7845" y="0"/>
                    <a:pt x="56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63" name="Google Shape;10563;p64"/>
          <p:cNvGrpSpPr/>
          <p:nvPr/>
        </p:nvGrpSpPr>
        <p:grpSpPr>
          <a:xfrm>
            <a:off x="6220848" y="4062998"/>
            <a:ext cx="318170" cy="359303"/>
            <a:chOff x="-51722226" y="1915100"/>
            <a:chExt cx="280400" cy="316650"/>
          </a:xfrm>
        </p:grpSpPr>
        <p:sp>
          <p:nvSpPr>
            <p:cNvPr id="10564" name="Google Shape;10564;p64"/>
            <p:cNvSpPr/>
            <p:nvPr/>
          </p:nvSpPr>
          <p:spPr>
            <a:xfrm>
              <a:off x="-51618276" y="2146075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410" y="0"/>
                  </a:moveTo>
                  <a:cubicBezTo>
                    <a:pt x="316" y="0"/>
                    <a:pt x="221" y="40"/>
                    <a:pt x="158" y="118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23" y="1190"/>
                    <a:pt x="2458" y="1001"/>
                    <a:pt x="2773" y="654"/>
                  </a:cubicBezTo>
                  <a:cubicBezTo>
                    <a:pt x="2931" y="496"/>
                    <a:pt x="2931" y="244"/>
                    <a:pt x="2773" y="118"/>
                  </a:cubicBezTo>
                  <a:cubicBezTo>
                    <a:pt x="2710" y="40"/>
                    <a:pt x="2616" y="0"/>
                    <a:pt x="2517" y="0"/>
                  </a:cubicBezTo>
                  <a:cubicBezTo>
                    <a:pt x="2419" y="0"/>
                    <a:pt x="2317" y="40"/>
                    <a:pt x="2238" y="118"/>
                  </a:cubicBezTo>
                  <a:cubicBezTo>
                    <a:pt x="2049" y="339"/>
                    <a:pt x="1734" y="433"/>
                    <a:pt x="1450" y="433"/>
                  </a:cubicBezTo>
                  <a:cubicBezTo>
                    <a:pt x="1198" y="433"/>
                    <a:pt x="883" y="339"/>
                    <a:pt x="663" y="118"/>
                  </a:cubicBezTo>
                  <a:cubicBezTo>
                    <a:pt x="600" y="40"/>
                    <a:pt x="505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65" name="Google Shape;10565;p64"/>
            <p:cNvSpPr/>
            <p:nvPr/>
          </p:nvSpPr>
          <p:spPr>
            <a:xfrm>
              <a:off x="-51627726" y="208207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66" name="Google Shape;10566;p64"/>
            <p:cNvSpPr/>
            <p:nvPr/>
          </p:nvSpPr>
          <p:spPr>
            <a:xfrm>
              <a:off x="-51552900" y="2082075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67" name="Google Shape;10567;p64"/>
            <p:cNvSpPr/>
            <p:nvPr/>
          </p:nvSpPr>
          <p:spPr>
            <a:xfrm>
              <a:off x="-51722226" y="1915100"/>
              <a:ext cx="280400" cy="316650"/>
            </a:xfrm>
            <a:custGeom>
              <a:rect l="l" t="t" r="r" b="b"/>
              <a:pathLst>
                <a:path w="11216" h="12666" extrusionOk="0">
                  <a:moveTo>
                    <a:pt x="5608" y="662"/>
                  </a:moveTo>
                  <a:cubicBezTo>
                    <a:pt x="5766" y="662"/>
                    <a:pt x="6081" y="914"/>
                    <a:pt x="6333" y="1544"/>
                  </a:cubicBezTo>
                  <a:cubicBezTo>
                    <a:pt x="6585" y="2111"/>
                    <a:pt x="6679" y="2867"/>
                    <a:pt x="6711" y="3655"/>
                  </a:cubicBezTo>
                  <a:lnTo>
                    <a:pt x="4505" y="3655"/>
                  </a:lnTo>
                  <a:cubicBezTo>
                    <a:pt x="4568" y="2836"/>
                    <a:pt x="4663" y="2080"/>
                    <a:pt x="4915" y="1544"/>
                  </a:cubicBezTo>
                  <a:cubicBezTo>
                    <a:pt x="5199" y="914"/>
                    <a:pt x="5451" y="662"/>
                    <a:pt x="5608" y="662"/>
                  </a:cubicBezTo>
                  <a:close/>
                  <a:moveTo>
                    <a:pt x="4411" y="946"/>
                  </a:moveTo>
                  <a:lnTo>
                    <a:pt x="4411" y="946"/>
                  </a:lnTo>
                  <a:cubicBezTo>
                    <a:pt x="4348" y="1072"/>
                    <a:pt x="4285" y="1166"/>
                    <a:pt x="4253" y="1292"/>
                  </a:cubicBezTo>
                  <a:cubicBezTo>
                    <a:pt x="3970" y="1954"/>
                    <a:pt x="3812" y="2804"/>
                    <a:pt x="3781" y="3687"/>
                  </a:cubicBezTo>
                  <a:lnTo>
                    <a:pt x="2269" y="3687"/>
                  </a:lnTo>
                  <a:cubicBezTo>
                    <a:pt x="2426" y="2426"/>
                    <a:pt x="3245" y="1387"/>
                    <a:pt x="4411" y="946"/>
                  </a:cubicBezTo>
                  <a:close/>
                  <a:moveTo>
                    <a:pt x="6837" y="946"/>
                  </a:moveTo>
                  <a:cubicBezTo>
                    <a:pt x="8034" y="1387"/>
                    <a:pt x="8853" y="2426"/>
                    <a:pt x="8979" y="3687"/>
                  </a:cubicBezTo>
                  <a:lnTo>
                    <a:pt x="7467" y="3687"/>
                  </a:lnTo>
                  <a:cubicBezTo>
                    <a:pt x="7435" y="2804"/>
                    <a:pt x="7278" y="1954"/>
                    <a:pt x="6994" y="1292"/>
                  </a:cubicBezTo>
                  <a:cubicBezTo>
                    <a:pt x="6963" y="1166"/>
                    <a:pt x="6868" y="1072"/>
                    <a:pt x="6837" y="946"/>
                  </a:cubicBezTo>
                  <a:close/>
                  <a:moveTo>
                    <a:pt x="9357" y="4443"/>
                  </a:moveTo>
                  <a:cubicBezTo>
                    <a:pt x="9830" y="4443"/>
                    <a:pt x="10271" y="4758"/>
                    <a:pt x="10428" y="5199"/>
                  </a:cubicBezTo>
                  <a:lnTo>
                    <a:pt x="851" y="5199"/>
                  </a:lnTo>
                  <a:cubicBezTo>
                    <a:pt x="1008" y="4758"/>
                    <a:pt x="1418" y="4443"/>
                    <a:pt x="1922" y="4443"/>
                  </a:cubicBezTo>
                  <a:close/>
                  <a:moveTo>
                    <a:pt x="1512" y="6680"/>
                  </a:moveTo>
                  <a:lnTo>
                    <a:pt x="1512" y="8192"/>
                  </a:lnTo>
                  <a:cubicBezTo>
                    <a:pt x="1134" y="8192"/>
                    <a:pt x="788" y="7814"/>
                    <a:pt x="788" y="7436"/>
                  </a:cubicBezTo>
                  <a:cubicBezTo>
                    <a:pt x="788" y="7058"/>
                    <a:pt x="1134" y="6680"/>
                    <a:pt x="1512" y="6680"/>
                  </a:cubicBezTo>
                  <a:close/>
                  <a:moveTo>
                    <a:pt x="9767" y="6680"/>
                  </a:moveTo>
                  <a:cubicBezTo>
                    <a:pt x="10145" y="6680"/>
                    <a:pt x="10491" y="6995"/>
                    <a:pt x="10491" y="7436"/>
                  </a:cubicBezTo>
                  <a:cubicBezTo>
                    <a:pt x="10460" y="7814"/>
                    <a:pt x="10145" y="8192"/>
                    <a:pt x="9767" y="8192"/>
                  </a:cubicBezTo>
                  <a:lnTo>
                    <a:pt x="9767" y="6680"/>
                  </a:lnTo>
                  <a:close/>
                  <a:moveTo>
                    <a:pt x="9011" y="5955"/>
                  </a:moveTo>
                  <a:lnTo>
                    <a:pt x="9011" y="8538"/>
                  </a:lnTo>
                  <a:cubicBezTo>
                    <a:pt x="9011" y="10397"/>
                    <a:pt x="7467" y="11941"/>
                    <a:pt x="5608" y="11941"/>
                  </a:cubicBezTo>
                  <a:cubicBezTo>
                    <a:pt x="3781" y="11941"/>
                    <a:pt x="2269" y="10397"/>
                    <a:pt x="2269" y="8538"/>
                  </a:cubicBezTo>
                  <a:lnTo>
                    <a:pt x="2269" y="5955"/>
                  </a:lnTo>
                  <a:close/>
                  <a:moveTo>
                    <a:pt x="5608" y="1"/>
                  </a:moveTo>
                  <a:cubicBezTo>
                    <a:pt x="3466" y="1"/>
                    <a:pt x="1733" y="1639"/>
                    <a:pt x="1544" y="3781"/>
                  </a:cubicBezTo>
                  <a:cubicBezTo>
                    <a:pt x="662" y="3939"/>
                    <a:pt x="32" y="4695"/>
                    <a:pt x="32" y="5577"/>
                  </a:cubicBezTo>
                  <a:cubicBezTo>
                    <a:pt x="32" y="5797"/>
                    <a:pt x="189" y="5955"/>
                    <a:pt x="378" y="5955"/>
                  </a:cubicBezTo>
                  <a:lnTo>
                    <a:pt x="1481" y="5955"/>
                  </a:lnTo>
                  <a:cubicBezTo>
                    <a:pt x="662" y="5955"/>
                    <a:pt x="0" y="6617"/>
                    <a:pt x="0" y="7436"/>
                  </a:cubicBezTo>
                  <a:cubicBezTo>
                    <a:pt x="0" y="8255"/>
                    <a:pt x="662" y="8948"/>
                    <a:pt x="1481" y="8948"/>
                  </a:cubicBezTo>
                  <a:cubicBezTo>
                    <a:pt x="1670" y="11027"/>
                    <a:pt x="3403" y="12665"/>
                    <a:pt x="5577" y="12665"/>
                  </a:cubicBezTo>
                  <a:cubicBezTo>
                    <a:pt x="7750" y="12665"/>
                    <a:pt x="9483" y="11027"/>
                    <a:pt x="9672" y="8948"/>
                  </a:cubicBezTo>
                  <a:cubicBezTo>
                    <a:pt x="10491" y="8948"/>
                    <a:pt x="11185" y="8255"/>
                    <a:pt x="11185" y="7436"/>
                  </a:cubicBezTo>
                  <a:cubicBezTo>
                    <a:pt x="11216" y="6617"/>
                    <a:pt x="10554" y="5955"/>
                    <a:pt x="9767" y="5955"/>
                  </a:cubicBezTo>
                  <a:lnTo>
                    <a:pt x="10869" y="5955"/>
                  </a:lnTo>
                  <a:cubicBezTo>
                    <a:pt x="11058" y="5955"/>
                    <a:pt x="11216" y="5797"/>
                    <a:pt x="11216" y="5577"/>
                  </a:cubicBezTo>
                  <a:cubicBezTo>
                    <a:pt x="11216" y="4695"/>
                    <a:pt x="10586" y="3939"/>
                    <a:pt x="9704" y="3781"/>
                  </a:cubicBezTo>
                  <a:cubicBezTo>
                    <a:pt x="9546" y="1639"/>
                    <a:pt x="7782" y="1"/>
                    <a:pt x="5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68" name="Google Shape;10568;p64"/>
          <p:cNvGrpSpPr/>
          <p:nvPr/>
        </p:nvGrpSpPr>
        <p:grpSpPr>
          <a:xfrm>
            <a:off x="6616678" y="1303695"/>
            <a:ext cx="370905" cy="360976"/>
            <a:chOff x="-56407800" y="1902600"/>
            <a:chExt cx="326875" cy="318125"/>
          </a:xfrm>
        </p:grpSpPr>
        <p:sp>
          <p:nvSpPr>
            <p:cNvPr id="10569" name="Google Shape;10569;p64"/>
            <p:cNvSpPr/>
            <p:nvPr/>
          </p:nvSpPr>
          <p:spPr>
            <a:xfrm>
              <a:off x="-56289649" y="2072625"/>
              <a:ext cx="17325" cy="17350"/>
            </a:xfrm>
            <a:custGeom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0" name="Google Shape;10570;p64"/>
            <p:cNvSpPr/>
            <p:nvPr/>
          </p:nvSpPr>
          <p:spPr>
            <a:xfrm>
              <a:off x="-56215626" y="207262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1" name="Google Shape;10571;p64"/>
            <p:cNvSpPr/>
            <p:nvPr/>
          </p:nvSpPr>
          <p:spPr>
            <a:xfrm>
              <a:off x="-56407800" y="1902600"/>
              <a:ext cx="326875" cy="318125"/>
            </a:xfrm>
            <a:custGeom>
              <a:rect l="l" t="t" r="r" b="b"/>
              <a:pathLst>
                <a:path w="13075" h="12725" extrusionOk="0">
                  <a:moveTo>
                    <a:pt x="8371" y="824"/>
                  </a:moveTo>
                  <a:cubicBezTo>
                    <a:pt x="8854" y="824"/>
                    <a:pt x="9303" y="1142"/>
                    <a:pt x="9420" y="1635"/>
                  </a:cubicBezTo>
                  <a:lnTo>
                    <a:pt x="9924" y="3714"/>
                  </a:lnTo>
                  <a:cubicBezTo>
                    <a:pt x="9641" y="3777"/>
                    <a:pt x="9420" y="3809"/>
                    <a:pt x="9137" y="3809"/>
                  </a:cubicBezTo>
                  <a:lnTo>
                    <a:pt x="3907" y="3809"/>
                  </a:lnTo>
                  <a:cubicBezTo>
                    <a:pt x="3623" y="3809"/>
                    <a:pt x="3340" y="3777"/>
                    <a:pt x="3119" y="3714"/>
                  </a:cubicBezTo>
                  <a:lnTo>
                    <a:pt x="3655" y="1635"/>
                  </a:lnTo>
                  <a:cubicBezTo>
                    <a:pt x="3772" y="1142"/>
                    <a:pt x="4239" y="824"/>
                    <a:pt x="4717" y="824"/>
                  </a:cubicBezTo>
                  <a:cubicBezTo>
                    <a:pt x="4881" y="824"/>
                    <a:pt x="5046" y="861"/>
                    <a:pt x="5199" y="942"/>
                  </a:cubicBezTo>
                  <a:lnTo>
                    <a:pt x="6364" y="1509"/>
                  </a:lnTo>
                  <a:cubicBezTo>
                    <a:pt x="6427" y="1540"/>
                    <a:pt x="6490" y="1556"/>
                    <a:pt x="6545" y="1556"/>
                  </a:cubicBezTo>
                  <a:cubicBezTo>
                    <a:pt x="6601" y="1556"/>
                    <a:pt x="6648" y="1540"/>
                    <a:pt x="6679" y="1509"/>
                  </a:cubicBezTo>
                  <a:lnTo>
                    <a:pt x="7877" y="942"/>
                  </a:lnTo>
                  <a:cubicBezTo>
                    <a:pt x="8037" y="861"/>
                    <a:pt x="8206" y="824"/>
                    <a:pt x="8371" y="824"/>
                  </a:cubicBezTo>
                  <a:close/>
                  <a:moveTo>
                    <a:pt x="1299" y="3783"/>
                  </a:moveTo>
                  <a:cubicBezTo>
                    <a:pt x="1359" y="3783"/>
                    <a:pt x="1422" y="3800"/>
                    <a:pt x="1481" y="3840"/>
                  </a:cubicBezTo>
                  <a:lnTo>
                    <a:pt x="2017" y="4092"/>
                  </a:lnTo>
                  <a:cubicBezTo>
                    <a:pt x="2584" y="4344"/>
                    <a:pt x="3308" y="4565"/>
                    <a:pt x="3970" y="4565"/>
                  </a:cubicBezTo>
                  <a:lnTo>
                    <a:pt x="9200" y="4565"/>
                  </a:lnTo>
                  <a:cubicBezTo>
                    <a:pt x="9893" y="4565"/>
                    <a:pt x="10586" y="4376"/>
                    <a:pt x="11185" y="4092"/>
                  </a:cubicBezTo>
                  <a:lnTo>
                    <a:pt x="11689" y="3840"/>
                  </a:lnTo>
                  <a:cubicBezTo>
                    <a:pt x="11737" y="3824"/>
                    <a:pt x="11788" y="3816"/>
                    <a:pt x="11839" y="3816"/>
                  </a:cubicBezTo>
                  <a:cubicBezTo>
                    <a:pt x="11983" y="3816"/>
                    <a:pt x="12123" y="3881"/>
                    <a:pt x="12193" y="3998"/>
                  </a:cubicBezTo>
                  <a:cubicBezTo>
                    <a:pt x="12256" y="4187"/>
                    <a:pt x="12161" y="4439"/>
                    <a:pt x="11972" y="4502"/>
                  </a:cubicBezTo>
                  <a:lnTo>
                    <a:pt x="11468" y="4754"/>
                  </a:lnTo>
                  <a:cubicBezTo>
                    <a:pt x="10743" y="5100"/>
                    <a:pt x="9924" y="5289"/>
                    <a:pt x="9168" y="5289"/>
                  </a:cubicBezTo>
                  <a:lnTo>
                    <a:pt x="3938" y="5289"/>
                  </a:lnTo>
                  <a:cubicBezTo>
                    <a:pt x="3182" y="5289"/>
                    <a:pt x="2363" y="5100"/>
                    <a:pt x="1639" y="4754"/>
                  </a:cubicBezTo>
                  <a:lnTo>
                    <a:pt x="1134" y="4502"/>
                  </a:lnTo>
                  <a:cubicBezTo>
                    <a:pt x="945" y="4439"/>
                    <a:pt x="851" y="4187"/>
                    <a:pt x="977" y="3998"/>
                  </a:cubicBezTo>
                  <a:cubicBezTo>
                    <a:pt x="1042" y="3868"/>
                    <a:pt x="1166" y="3783"/>
                    <a:pt x="1299" y="3783"/>
                  </a:cubicBezTo>
                  <a:close/>
                  <a:moveTo>
                    <a:pt x="2426" y="6801"/>
                  </a:moveTo>
                  <a:lnTo>
                    <a:pt x="2426" y="8282"/>
                  </a:lnTo>
                  <a:cubicBezTo>
                    <a:pt x="2048" y="8282"/>
                    <a:pt x="1702" y="7936"/>
                    <a:pt x="1702" y="7558"/>
                  </a:cubicBezTo>
                  <a:cubicBezTo>
                    <a:pt x="1702" y="7148"/>
                    <a:pt x="2017" y="6801"/>
                    <a:pt x="2426" y="6801"/>
                  </a:cubicBezTo>
                  <a:close/>
                  <a:moveTo>
                    <a:pt x="10680" y="6801"/>
                  </a:moveTo>
                  <a:cubicBezTo>
                    <a:pt x="11059" y="6801"/>
                    <a:pt x="11405" y="7117"/>
                    <a:pt x="11405" y="7558"/>
                  </a:cubicBezTo>
                  <a:cubicBezTo>
                    <a:pt x="11405" y="7936"/>
                    <a:pt x="11059" y="8282"/>
                    <a:pt x="10680" y="8282"/>
                  </a:cubicBezTo>
                  <a:lnTo>
                    <a:pt x="10680" y="6801"/>
                  </a:lnTo>
                  <a:close/>
                  <a:moveTo>
                    <a:pt x="3214" y="5982"/>
                  </a:moveTo>
                  <a:cubicBezTo>
                    <a:pt x="3466" y="6014"/>
                    <a:pt x="3686" y="6014"/>
                    <a:pt x="3970" y="6014"/>
                  </a:cubicBezTo>
                  <a:lnTo>
                    <a:pt x="9200" y="6014"/>
                  </a:lnTo>
                  <a:cubicBezTo>
                    <a:pt x="9452" y="6014"/>
                    <a:pt x="9672" y="6014"/>
                    <a:pt x="9956" y="5982"/>
                  </a:cubicBezTo>
                  <a:lnTo>
                    <a:pt x="9956" y="5982"/>
                  </a:lnTo>
                  <a:cubicBezTo>
                    <a:pt x="9924" y="6297"/>
                    <a:pt x="9924" y="8219"/>
                    <a:pt x="9924" y="8503"/>
                  </a:cubicBezTo>
                  <a:lnTo>
                    <a:pt x="9924" y="8849"/>
                  </a:lnTo>
                  <a:lnTo>
                    <a:pt x="6742" y="7558"/>
                  </a:lnTo>
                  <a:cubicBezTo>
                    <a:pt x="6695" y="7526"/>
                    <a:pt x="6640" y="7510"/>
                    <a:pt x="6589" y="7510"/>
                  </a:cubicBezTo>
                  <a:cubicBezTo>
                    <a:pt x="6538" y="7510"/>
                    <a:pt x="6490" y="7526"/>
                    <a:pt x="6459" y="7558"/>
                  </a:cubicBezTo>
                  <a:lnTo>
                    <a:pt x="3214" y="8849"/>
                  </a:lnTo>
                  <a:lnTo>
                    <a:pt x="3214" y="8660"/>
                  </a:lnTo>
                  <a:lnTo>
                    <a:pt x="3214" y="5982"/>
                  </a:lnTo>
                  <a:close/>
                  <a:moveTo>
                    <a:pt x="6585" y="8282"/>
                  </a:moveTo>
                  <a:lnTo>
                    <a:pt x="9767" y="9542"/>
                  </a:lnTo>
                  <a:cubicBezTo>
                    <a:pt x="9262" y="11157"/>
                    <a:pt x="7905" y="12034"/>
                    <a:pt x="6522" y="12034"/>
                  </a:cubicBezTo>
                  <a:cubicBezTo>
                    <a:pt x="5746" y="12034"/>
                    <a:pt x="4962" y="11758"/>
                    <a:pt x="4316" y="11181"/>
                  </a:cubicBezTo>
                  <a:cubicBezTo>
                    <a:pt x="3844" y="10740"/>
                    <a:pt x="3529" y="10172"/>
                    <a:pt x="3340" y="9605"/>
                  </a:cubicBezTo>
                  <a:lnTo>
                    <a:pt x="6585" y="8282"/>
                  </a:lnTo>
                  <a:close/>
                  <a:moveTo>
                    <a:pt x="8390" y="1"/>
                  </a:moveTo>
                  <a:cubicBezTo>
                    <a:pt x="8109" y="1"/>
                    <a:pt x="7824" y="69"/>
                    <a:pt x="7561" y="217"/>
                  </a:cubicBezTo>
                  <a:lnTo>
                    <a:pt x="6522" y="721"/>
                  </a:lnTo>
                  <a:lnTo>
                    <a:pt x="5514" y="217"/>
                  </a:lnTo>
                  <a:cubicBezTo>
                    <a:pt x="5240" y="88"/>
                    <a:pt x="4955" y="27"/>
                    <a:pt x="4676" y="27"/>
                  </a:cubicBezTo>
                  <a:cubicBezTo>
                    <a:pt x="3863" y="27"/>
                    <a:pt x="3110" y="546"/>
                    <a:pt x="2899" y="1414"/>
                  </a:cubicBezTo>
                  <a:lnTo>
                    <a:pt x="2395" y="3462"/>
                  </a:lnTo>
                  <a:lnTo>
                    <a:pt x="1765" y="3147"/>
                  </a:lnTo>
                  <a:cubicBezTo>
                    <a:pt x="1607" y="3063"/>
                    <a:pt x="1435" y="3024"/>
                    <a:pt x="1265" y="3024"/>
                  </a:cubicBezTo>
                  <a:cubicBezTo>
                    <a:pt x="859" y="3024"/>
                    <a:pt x="462" y="3251"/>
                    <a:pt x="284" y="3651"/>
                  </a:cubicBezTo>
                  <a:cubicBezTo>
                    <a:pt x="0" y="4187"/>
                    <a:pt x="221" y="4880"/>
                    <a:pt x="788" y="5132"/>
                  </a:cubicBezTo>
                  <a:lnTo>
                    <a:pt x="1292" y="5384"/>
                  </a:lnTo>
                  <a:cubicBezTo>
                    <a:pt x="1639" y="5573"/>
                    <a:pt x="2048" y="5699"/>
                    <a:pt x="2426" y="5793"/>
                  </a:cubicBezTo>
                  <a:lnTo>
                    <a:pt x="2426" y="6014"/>
                  </a:lnTo>
                  <a:cubicBezTo>
                    <a:pt x="1607" y="6014"/>
                    <a:pt x="945" y="6675"/>
                    <a:pt x="945" y="7495"/>
                  </a:cubicBezTo>
                  <a:cubicBezTo>
                    <a:pt x="945" y="8282"/>
                    <a:pt x="1576" y="9007"/>
                    <a:pt x="2426" y="9007"/>
                  </a:cubicBezTo>
                  <a:cubicBezTo>
                    <a:pt x="2521" y="10015"/>
                    <a:pt x="3025" y="10992"/>
                    <a:pt x="3781" y="11685"/>
                  </a:cubicBezTo>
                  <a:cubicBezTo>
                    <a:pt x="4537" y="12378"/>
                    <a:pt x="5514" y="12724"/>
                    <a:pt x="6522" y="12724"/>
                  </a:cubicBezTo>
                  <a:cubicBezTo>
                    <a:pt x="8696" y="12724"/>
                    <a:pt x="10365" y="11055"/>
                    <a:pt x="10586" y="9007"/>
                  </a:cubicBezTo>
                  <a:cubicBezTo>
                    <a:pt x="11500" y="9007"/>
                    <a:pt x="12130" y="8282"/>
                    <a:pt x="12130" y="7495"/>
                  </a:cubicBezTo>
                  <a:cubicBezTo>
                    <a:pt x="12130" y="6675"/>
                    <a:pt x="11468" y="6014"/>
                    <a:pt x="10617" y="6014"/>
                  </a:cubicBezTo>
                  <a:lnTo>
                    <a:pt x="10617" y="5793"/>
                  </a:lnTo>
                  <a:cubicBezTo>
                    <a:pt x="11027" y="5699"/>
                    <a:pt x="11405" y="5573"/>
                    <a:pt x="11783" y="5384"/>
                  </a:cubicBezTo>
                  <a:lnTo>
                    <a:pt x="12287" y="5132"/>
                  </a:lnTo>
                  <a:cubicBezTo>
                    <a:pt x="12886" y="4911"/>
                    <a:pt x="13075" y="4250"/>
                    <a:pt x="12791" y="3682"/>
                  </a:cubicBezTo>
                  <a:cubicBezTo>
                    <a:pt x="12588" y="3299"/>
                    <a:pt x="12191" y="3061"/>
                    <a:pt x="11785" y="3061"/>
                  </a:cubicBezTo>
                  <a:cubicBezTo>
                    <a:pt x="11625" y="3061"/>
                    <a:pt x="11462" y="3098"/>
                    <a:pt x="11311" y="3178"/>
                  </a:cubicBezTo>
                  <a:lnTo>
                    <a:pt x="10775" y="3399"/>
                  </a:lnTo>
                  <a:cubicBezTo>
                    <a:pt x="10743" y="3399"/>
                    <a:pt x="10712" y="3462"/>
                    <a:pt x="10680" y="3462"/>
                  </a:cubicBezTo>
                  <a:lnTo>
                    <a:pt x="10145" y="1414"/>
                  </a:lnTo>
                  <a:cubicBezTo>
                    <a:pt x="9959" y="552"/>
                    <a:pt x="9187" y="1"/>
                    <a:pt x="83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72" name="Google Shape;10572;p64"/>
          <p:cNvGrpSpPr/>
          <p:nvPr/>
        </p:nvGrpSpPr>
        <p:grpSpPr>
          <a:xfrm>
            <a:off x="6622479" y="1790262"/>
            <a:ext cx="359303" cy="338736"/>
            <a:chOff x="-56401500" y="2304975"/>
            <a:chExt cx="316650" cy="298525"/>
          </a:xfrm>
        </p:grpSpPr>
        <p:sp>
          <p:nvSpPr>
            <p:cNvPr id="10573" name="Google Shape;10573;p64"/>
            <p:cNvSpPr/>
            <p:nvPr/>
          </p:nvSpPr>
          <p:spPr>
            <a:xfrm>
              <a:off x="-56289649" y="2436500"/>
              <a:ext cx="17325" cy="18150"/>
            </a:xfrm>
            <a:custGeom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4" name="Google Shape;10574;p64"/>
            <p:cNvSpPr/>
            <p:nvPr/>
          </p:nvSpPr>
          <p:spPr>
            <a:xfrm>
              <a:off x="-56215626" y="2436500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5" name="Google Shape;10575;p64"/>
            <p:cNvSpPr/>
            <p:nvPr/>
          </p:nvSpPr>
          <p:spPr>
            <a:xfrm>
              <a:off x="-56280199" y="2499700"/>
              <a:ext cx="73250" cy="29775"/>
            </a:xfrm>
            <a:custGeom>
              <a:rect l="l" t="t" r="r" b="b"/>
              <a:pathLst>
                <a:path w="2930" h="1191" extrusionOk="0">
                  <a:moveTo>
                    <a:pt x="414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7"/>
                    <a:pt x="0" y="529"/>
                    <a:pt x="158" y="623"/>
                  </a:cubicBezTo>
                  <a:cubicBezTo>
                    <a:pt x="536" y="1001"/>
                    <a:pt x="1008" y="1190"/>
                    <a:pt x="1481" y="1190"/>
                  </a:cubicBezTo>
                  <a:cubicBezTo>
                    <a:pt x="1953" y="1190"/>
                    <a:pt x="2457" y="1001"/>
                    <a:pt x="2773" y="623"/>
                  </a:cubicBezTo>
                  <a:cubicBezTo>
                    <a:pt x="2930" y="466"/>
                    <a:pt x="2930" y="245"/>
                    <a:pt x="2773" y="119"/>
                  </a:cubicBezTo>
                  <a:cubicBezTo>
                    <a:pt x="2694" y="40"/>
                    <a:pt x="2591" y="1"/>
                    <a:pt x="2497" y="1"/>
                  </a:cubicBezTo>
                  <a:cubicBezTo>
                    <a:pt x="2402" y="1"/>
                    <a:pt x="2316" y="40"/>
                    <a:pt x="2268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66" y="434"/>
                    <a:pt x="882" y="308"/>
                    <a:pt x="693" y="119"/>
                  </a:cubicBezTo>
                  <a:cubicBezTo>
                    <a:pt x="614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6" name="Google Shape;10576;p64"/>
            <p:cNvSpPr/>
            <p:nvPr/>
          </p:nvSpPr>
          <p:spPr>
            <a:xfrm>
              <a:off x="-56401500" y="2304975"/>
              <a:ext cx="316650" cy="298525"/>
            </a:xfrm>
            <a:custGeom>
              <a:rect l="l" t="t" r="r" b="b"/>
              <a:pathLst>
                <a:path w="12666" h="11941" extrusionOk="0">
                  <a:moveTo>
                    <a:pt x="6411" y="785"/>
                  </a:moveTo>
                  <a:cubicBezTo>
                    <a:pt x="7105" y="785"/>
                    <a:pt x="7692" y="1003"/>
                    <a:pt x="8223" y="1387"/>
                  </a:cubicBezTo>
                  <a:lnTo>
                    <a:pt x="6270" y="2899"/>
                  </a:lnTo>
                  <a:lnTo>
                    <a:pt x="4348" y="1387"/>
                  </a:lnTo>
                  <a:cubicBezTo>
                    <a:pt x="4915" y="977"/>
                    <a:pt x="5577" y="788"/>
                    <a:pt x="6270" y="788"/>
                  </a:cubicBezTo>
                  <a:cubicBezTo>
                    <a:pt x="6317" y="786"/>
                    <a:pt x="6365" y="785"/>
                    <a:pt x="6411" y="785"/>
                  </a:cubicBezTo>
                  <a:close/>
                  <a:moveTo>
                    <a:pt x="2174" y="4474"/>
                  </a:moveTo>
                  <a:lnTo>
                    <a:pt x="2174" y="5986"/>
                  </a:lnTo>
                  <a:cubicBezTo>
                    <a:pt x="1796" y="5986"/>
                    <a:pt x="1450" y="5640"/>
                    <a:pt x="1450" y="5230"/>
                  </a:cubicBezTo>
                  <a:cubicBezTo>
                    <a:pt x="1450" y="4821"/>
                    <a:pt x="1765" y="4474"/>
                    <a:pt x="2174" y="4474"/>
                  </a:cubicBezTo>
                  <a:close/>
                  <a:moveTo>
                    <a:pt x="10428" y="4474"/>
                  </a:moveTo>
                  <a:cubicBezTo>
                    <a:pt x="10838" y="4474"/>
                    <a:pt x="11153" y="4821"/>
                    <a:pt x="11153" y="5230"/>
                  </a:cubicBezTo>
                  <a:cubicBezTo>
                    <a:pt x="11153" y="5608"/>
                    <a:pt x="10807" y="5986"/>
                    <a:pt x="10428" y="5986"/>
                  </a:cubicBezTo>
                  <a:lnTo>
                    <a:pt x="10428" y="4474"/>
                  </a:lnTo>
                  <a:close/>
                  <a:moveTo>
                    <a:pt x="1008" y="6144"/>
                  </a:moveTo>
                  <a:cubicBezTo>
                    <a:pt x="1292" y="6490"/>
                    <a:pt x="1702" y="6742"/>
                    <a:pt x="2174" y="6742"/>
                  </a:cubicBezTo>
                  <a:cubicBezTo>
                    <a:pt x="2174" y="7152"/>
                    <a:pt x="1828" y="7467"/>
                    <a:pt x="1450" y="7467"/>
                  </a:cubicBezTo>
                  <a:cubicBezTo>
                    <a:pt x="1040" y="7467"/>
                    <a:pt x="693" y="7120"/>
                    <a:pt x="693" y="6742"/>
                  </a:cubicBezTo>
                  <a:cubicBezTo>
                    <a:pt x="693" y="6490"/>
                    <a:pt x="819" y="6270"/>
                    <a:pt x="1008" y="6144"/>
                  </a:cubicBezTo>
                  <a:close/>
                  <a:moveTo>
                    <a:pt x="11594" y="6144"/>
                  </a:moveTo>
                  <a:cubicBezTo>
                    <a:pt x="11783" y="6301"/>
                    <a:pt x="11909" y="6490"/>
                    <a:pt x="11909" y="6742"/>
                  </a:cubicBezTo>
                  <a:cubicBezTo>
                    <a:pt x="11909" y="7152"/>
                    <a:pt x="11594" y="7467"/>
                    <a:pt x="11153" y="7467"/>
                  </a:cubicBezTo>
                  <a:cubicBezTo>
                    <a:pt x="10775" y="7467"/>
                    <a:pt x="10428" y="7120"/>
                    <a:pt x="10428" y="6742"/>
                  </a:cubicBezTo>
                  <a:cubicBezTo>
                    <a:pt x="10901" y="6742"/>
                    <a:pt x="11311" y="6490"/>
                    <a:pt x="11594" y="6144"/>
                  </a:cubicBezTo>
                  <a:close/>
                  <a:moveTo>
                    <a:pt x="8759" y="1859"/>
                  </a:moveTo>
                  <a:cubicBezTo>
                    <a:pt x="9326" y="2426"/>
                    <a:pt x="9672" y="3214"/>
                    <a:pt x="9672" y="4128"/>
                  </a:cubicBezTo>
                  <a:lnTo>
                    <a:pt x="9672" y="7120"/>
                  </a:lnTo>
                  <a:cubicBezTo>
                    <a:pt x="9672" y="8507"/>
                    <a:pt x="8853" y="9735"/>
                    <a:pt x="7562" y="10239"/>
                  </a:cubicBezTo>
                  <a:cubicBezTo>
                    <a:pt x="7215" y="9924"/>
                    <a:pt x="6774" y="9735"/>
                    <a:pt x="6301" y="9735"/>
                  </a:cubicBezTo>
                  <a:cubicBezTo>
                    <a:pt x="5829" y="9735"/>
                    <a:pt x="5356" y="9924"/>
                    <a:pt x="5041" y="10239"/>
                  </a:cubicBezTo>
                  <a:cubicBezTo>
                    <a:pt x="3781" y="9735"/>
                    <a:pt x="2899" y="8507"/>
                    <a:pt x="2899" y="7120"/>
                  </a:cubicBezTo>
                  <a:lnTo>
                    <a:pt x="2899" y="4128"/>
                  </a:lnTo>
                  <a:cubicBezTo>
                    <a:pt x="2899" y="3277"/>
                    <a:pt x="3245" y="2489"/>
                    <a:pt x="3812" y="1859"/>
                  </a:cubicBezTo>
                  <a:lnTo>
                    <a:pt x="6049" y="3655"/>
                  </a:lnTo>
                  <a:cubicBezTo>
                    <a:pt x="6112" y="3718"/>
                    <a:pt x="6191" y="3749"/>
                    <a:pt x="6274" y="3749"/>
                  </a:cubicBezTo>
                  <a:cubicBezTo>
                    <a:pt x="6356" y="3749"/>
                    <a:pt x="6443" y="3718"/>
                    <a:pt x="6522" y="3655"/>
                  </a:cubicBezTo>
                  <a:lnTo>
                    <a:pt x="8759" y="1859"/>
                  </a:lnTo>
                  <a:close/>
                  <a:moveTo>
                    <a:pt x="6333" y="10460"/>
                  </a:moveTo>
                  <a:cubicBezTo>
                    <a:pt x="6805" y="10460"/>
                    <a:pt x="7215" y="10775"/>
                    <a:pt x="7373" y="11216"/>
                  </a:cubicBezTo>
                  <a:lnTo>
                    <a:pt x="5262" y="11216"/>
                  </a:lnTo>
                  <a:cubicBezTo>
                    <a:pt x="5419" y="10775"/>
                    <a:pt x="5797" y="10460"/>
                    <a:pt x="6333" y="10460"/>
                  </a:cubicBezTo>
                  <a:close/>
                  <a:moveTo>
                    <a:pt x="6333" y="0"/>
                  </a:moveTo>
                  <a:cubicBezTo>
                    <a:pt x="4159" y="0"/>
                    <a:pt x="2395" y="1639"/>
                    <a:pt x="2237" y="3718"/>
                  </a:cubicBezTo>
                  <a:cubicBezTo>
                    <a:pt x="1324" y="3718"/>
                    <a:pt x="599" y="4506"/>
                    <a:pt x="725" y="5419"/>
                  </a:cubicBezTo>
                  <a:cubicBezTo>
                    <a:pt x="252" y="5703"/>
                    <a:pt x="0" y="6175"/>
                    <a:pt x="0" y="6742"/>
                  </a:cubicBezTo>
                  <a:cubicBezTo>
                    <a:pt x="0" y="7562"/>
                    <a:pt x="662" y="8223"/>
                    <a:pt x="1481" y="8223"/>
                  </a:cubicBezTo>
                  <a:cubicBezTo>
                    <a:pt x="1796" y="8223"/>
                    <a:pt x="2080" y="8160"/>
                    <a:pt x="2300" y="7940"/>
                  </a:cubicBezTo>
                  <a:cubicBezTo>
                    <a:pt x="2584" y="9263"/>
                    <a:pt x="3497" y="10271"/>
                    <a:pt x="4632" y="10838"/>
                  </a:cubicBezTo>
                  <a:cubicBezTo>
                    <a:pt x="4506" y="11059"/>
                    <a:pt x="4474" y="11311"/>
                    <a:pt x="4474" y="11563"/>
                  </a:cubicBezTo>
                  <a:cubicBezTo>
                    <a:pt x="4474" y="11783"/>
                    <a:pt x="4632" y="11941"/>
                    <a:pt x="4821" y="11941"/>
                  </a:cubicBezTo>
                  <a:lnTo>
                    <a:pt x="7814" y="11941"/>
                  </a:lnTo>
                  <a:cubicBezTo>
                    <a:pt x="8034" y="11941"/>
                    <a:pt x="8192" y="11783"/>
                    <a:pt x="8192" y="11563"/>
                  </a:cubicBezTo>
                  <a:cubicBezTo>
                    <a:pt x="8192" y="11311"/>
                    <a:pt x="8129" y="11059"/>
                    <a:pt x="8034" y="10838"/>
                  </a:cubicBezTo>
                  <a:cubicBezTo>
                    <a:pt x="9168" y="10302"/>
                    <a:pt x="10082" y="9263"/>
                    <a:pt x="10334" y="7940"/>
                  </a:cubicBezTo>
                  <a:cubicBezTo>
                    <a:pt x="10586" y="8097"/>
                    <a:pt x="10870" y="8223"/>
                    <a:pt x="11185" y="8223"/>
                  </a:cubicBezTo>
                  <a:cubicBezTo>
                    <a:pt x="12004" y="8223"/>
                    <a:pt x="12665" y="7562"/>
                    <a:pt x="12665" y="6742"/>
                  </a:cubicBezTo>
                  <a:cubicBezTo>
                    <a:pt x="12665" y="6175"/>
                    <a:pt x="12382" y="5703"/>
                    <a:pt x="11909" y="5419"/>
                  </a:cubicBezTo>
                  <a:cubicBezTo>
                    <a:pt x="12035" y="4506"/>
                    <a:pt x="11311" y="3718"/>
                    <a:pt x="10428" y="3718"/>
                  </a:cubicBezTo>
                  <a:cubicBezTo>
                    <a:pt x="10208" y="1639"/>
                    <a:pt x="8444" y="0"/>
                    <a:pt x="6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77" name="Google Shape;10577;p64"/>
          <p:cNvGrpSpPr/>
          <p:nvPr/>
        </p:nvGrpSpPr>
        <p:grpSpPr>
          <a:xfrm>
            <a:off x="5328863" y="2682337"/>
            <a:ext cx="319985" cy="361090"/>
            <a:chOff x="-54426148" y="1901700"/>
            <a:chExt cx="282000" cy="318225"/>
          </a:xfrm>
        </p:grpSpPr>
        <p:sp>
          <p:nvSpPr>
            <p:cNvPr id="10578" name="Google Shape;10578;p64"/>
            <p:cNvSpPr/>
            <p:nvPr/>
          </p:nvSpPr>
          <p:spPr>
            <a:xfrm>
              <a:off x="-54330848" y="2072625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90" y="0"/>
                    <a:pt x="1" y="158"/>
                    <a:pt x="1" y="347"/>
                  </a:cubicBezTo>
                  <a:cubicBezTo>
                    <a:pt x="1" y="536"/>
                    <a:pt x="190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79" name="Google Shape;10579;p64"/>
            <p:cNvSpPr/>
            <p:nvPr/>
          </p:nvSpPr>
          <p:spPr>
            <a:xfrm>
              <a:off x="-54256800" y="2072625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80" name="Google Shape;10580;p64"/>
            <p:cNvSpPr/>
            <p:nvPr/>
          </p:nvSpPr>
          <p:spPr>
            <a:xfrm>
              <a:off x="-54320598" y="2135825"/>
              <a:ext cx="72475" cy="28975"/>
            </a:xfrm>
            <a:custGeom>
              <a:rect l="l" t="t" r="r" b="b"/>
              <a:pathLst>
                <a:path w="2899" h="1159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5" y="970"/>
                    <a:pt x="977" y="1159"/>
                    <a:pt x="1450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3" y="40"/>
                    <a:pt x="2568" y="1"/>
                    <a:pt x="2478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81" name="Google Shape;10581;p64"/>
            <p:cNvSpPr/>
            <p:nvPr/>
          </p:nvSpPr>
          <p:spPr>
            <a:xfrm>
              <a:off x="-54426148" y="1901700"/>
              <a:ext cx="282000" cy="318225"/>
            </a:xfrm>
            <a:custGeom>
              <a:rect l="l" t="t" r="r" b="b"/>
              <a:pathLst>
                <a:path w="11280" h="12729" extrusionOk="0">
                  <a:moveTo>
                    <a:pt x="5672" y="820"/>
                  </a:moveTo>
                  <a:cubicBezTo>
                    <a:pt x="6648" y="820"/>
                    <a:pt x="7562" y="1072"/>
                    <a:pt x="8381" y="1639"/>
                  </a:cubicBezTo>
                  <a:cubicBezTo>
                    <a:pt x="8350" y="1828"/>
                    <a:pt x="8318" y="2049"/>
                    <a:pt x="8318" y="2301"/>
                  </a:cubicBezTo>
                  <a:cubicBezTo>
                    <a:pt x="8318" y="2584"/>
                    <a:pt x="8350" y="2805"/>
                    <a:pt x="8444" y="3057"/>
                  </a:cubicBezTo>
                  <a:lnTo>
                    <a:pt x="1671" y="3057"/>
                  </a:lnTo>
                  <a:cubicBezTo>
                    <a:pt x="2458" y="1702"/>
                    <a:pt x="3939" y="820"/>
                    <a:pt x="5672" y="820"/>
                  </a:cubicBezTo>
                  <a:close/>
                  <a:moveTo>
                    <a:pt x="9389" y="1072"/>
                  </a:moveTo>
                  <a:cubicBezTo>
                    <a:pt x="9547" y="1387"/>
                    <a:pt x="9736" y="1828"/>
                    <a:pt x="9736" y="2301"/>
                  </a:cubicBezTo>
                  <a:cubicBezTo>
                    <a:pt x="9736" y="2773"/>
                    <a:pt x="9547" y="3214"/>
                    <a:pt x="9389" y="3529"/>
                  </a:cubicBezTo>
                  <a:cubicBezTo>
                    <a:pt x="9232" y="3214"/>
                    <a:pt x="9011" y="2773"/>
                    <a:pt x="9011" y="2301"/>
                  </a:cubicBezTo>
                  <a:cubicBezTo>
                    <a:pt x="9011" y="1828"/>
                    <a:pt x="9232" y="1356"/>
                    <a:pt x="9389" y="1072"/>
                  </a:cubicBezTo>
                  <a:close/>
                  <a:moveTo>
                    <a:pt x="5262" y="3750"/>
                  </a:moveTo>
                  <a:cubicBezTo>
                    <a:pt x="5136" y="4065"/>
                    <a:pt x="4853" y="4443"/>
                    <a:pt x="4474" y="4695"/>
                  </a:cubicBezTo>
                  <a:cubicBezTo>
                    <a:pt x="3907" y="5105"/>
                    <a:pt x="3246" y="5325"/>
                    <a:pt x="2742" y="5325"/>
                  </a:cubicBezTo>
                  <a:lnTo>
                    <a:pt x="1923" y="5325"/>
                  </a:lnTo>
                  <a:cubicBezTo>
                    <a:pt x="1734" y="5325"/>
                    <a:pt x="1576" y="5483"/>
                    <a:pt x="1576" y="5703"/>
                  </a:cubicBezTo>
                  <a:lnTo>
                    <a:pt x="1576" y="6806"/>
                  </a:lnTo>
                  <a:lnTo>
                    <a:pt x="851" y="6806"/>
                  </a:lnTo>
                  <a:lnTo>
                    <a:pt x="851" y="5703"/>
                  </a:lnTo>
                  <a:cubicBezTo>
                    <a:pt x="851" y="5010"/>
                    <a:pt x="946" y="4349"/>
                    <a:pt x="1229" y="3750"/>
                  </a:cubicBezTo>
                  <a:close/>
                  <a:moveTo>
                    <a:pt x="10177" y="3750"/>
                  </a:moveTo>
                  <a:cubicBezTo>
                    <a:pt x="10397" y="4349"/>
                    <a:pt x="10555" y="5042"/>
                    <a:pt x="10555" y="5735"/>
                  </a:cubicBezTo>
                  <a:lnTo>
                    <a:pt x="10555" y="6837"/>
                  </a:lnTo>
                  <a:lnTo>
                    <a:pt x="9767" y="6837"/>
                  </a:lnTo>
                  <a:lnTo>
                    <a:pt x="9767" y="5735"/>
                  </a:lnTo>
                  <a:cubicBezTo>
                    <a:pt x="9767" y="5546"/>
                    <a:pt x="9610" y="5388"/>
                    <a:pt x="9421" y="5388"/>
                  </a:cubicBezTo>
                  <a:lnTo>
                    <a:pt x="8665" y="5388"/>
                  </a:lnTo>
                  <a:cubicBezTo>
                    <a:pt x="8129" y="5388"/>
                    <a:pt x="7436" y="5136"/>
                    <a:pt x="6932" y="4758"/>
                  </a:cubicBezTo>
                  <a:cubicBezTo>
                    <a:pt x="6554" y="4475"/>
                    <a:pt x="6270" y="4160"/>
                    <a:pt x="6144" y="3813"/>
                  </a:cubicBezTo>
                  <a:lnTo>
                    <a:pt x="8759" y="3813"/>
                  </a:lnTo>
                  <a:cubicBezTo>
                    <a:pt x="8948" y="4160"/>
                    <a:pt x="9137" y="4380"/>
                    <a:pt x="9200" y="4412"/>
                  </a:cubicBezTo>
                  <a:cubicBezTo>
                    <a:pt x="9279" y="4506"/>
                    <a:pt x="9374" y="4553"/>
                    <a:pt x="9468" y="4553"/>
                  </a:cubicBezTo>
                  <a:cubicBezTo>
                    <a:pt x="9563" y="4553"/>
                    <a:pt x="9657" y="4506"/>
                    <a:pt x="9736" y="4412"/>
                  </a:cubicBezTo>
                  <a:cubicBezTo>
                    <a:pt x="9736" y="4412"/>
                    <a:pt x="9988" y="4160"/>
                    <a:pt x="10177" y="3750"/>
                  </a:cubicBezTo>
                  <a:close/>
                  <a:moveTo>
                    <a:pt x="1545" y="7562"/>
                  </a:moveTo>
                  <a:lnTo>
                    <a:pt x="1545" y="8318"/>
                  </a:lnTo>
                  <a:lnTo>
                    <a:pt x="788" y="8318"/>
                  </a:lnTo>
                  <a:lnTo>
                    <a:pt x="788" y="7562"/>
                  </a:lnTo>
                  <a:close/>
                  <a:moveTo>
                    <a:pt x="10523" y="7562"/>
                  </a:moveTo>
                  <a:lnTo>
                    <a:pt x="10523" y="8318"/>
                  </a:lnTo>
                  <a:lnTo>
                    <a:pt x="9767" y="8318"/>
                  </a:lnTo>
                  <a:lnTo>
                    <a:pt x="9767" y="7562"/>
                  </a:lnTo>
                  <a:close/>
                  <a:moveTo>
                    <a:pt x="1576" y="9074"/>
                  </a:moveTo>
                  <a:lnTo>
                    <a:pt x="1576" y="9421"/>
                  </a:lnTo>
                  <a:lnTo>
                    <a:pt x="1545" y="9421"/>
                  </a:lnTo>
                  <a:cubicBezTo>
                    <a:pt x="1545" y="9641"/>
                    <a:pt x="1387" y="9799"/>
                    <a:pt x="1198" y="9799"/>
                  </a:cubicBezTo>
                  <a:cubicBezTo>
                    <a:pt x="1009" y="9799"/>
                    <a:pt x="851" y="9641"/>
                    <a:pt x="851" y="9421"/>
                  </a:cubicBezTo>
                  <a:lnTo>
                    <a:pt x="851" y="9074"/>
                  </a:lnTo>
                  <a:close/>
                  <a:moveTo>
                    <a:pt x="10555" y="9074"/>
                  </a:moveTo>
                  <a:lnTo>
                    <a:pt x="10555" y="9421"/>
                  </a:lnTo>
                  <a:lnTo>
                    <a:pt x="10523" y="9421"/>
                  </a:lnTo>
                  <a:cubicBezTo>
                    <a:pt x="10523" y="9641"/>
                    <a:pt x="10366" y="9799"/>
                    <a:pt x="10177" y="9799"/>
                  </a:cubicBezTo>
                  <a:cubicBezTo>
                    <a:pt x="9956" y="9799"/>
                    <a:pt x="9799" y="9641"/>
                    <a:pt x="9799" y="9421"/>
                  </a:cubicBezTo>
                  <a:lnTo>
                    <a:pt x="9799" y="9074"/>
                  </a:lnTo>
                  <a:close/>
                  <a:moveTo>
                    <a:pt x="1198" y="10555"/>
                  </a:moveTo>
                  <a:cubicBezTo>
                    <a:pt x="1387" y="10555"/>
                    <a:pt x="1545" y="10713"/>
                    <a:pt x="1545" y="10933"/>
                  </a:cubicBezTo>
                  <a:cubicBezTo>
                    <a:pt x="1545" y="11059"/>
                    <a:pt x="1545" y="11059"/>
                    <a:pt x="1198" y="11689"/>
                  </a:cubicBezTo>
                  <a:cubicBezTo>
                    <a:pt x="820" y="11059"/>
                    <a:pt x="820" y="11059"/>
                    <a:pt x="820" y="10933"/>
                  </a:cubicBezTo>
                  <a:cubicBezTo>
                    <a:pt x="820" y="10713"/>
                    <a:pt x="977" y="10555"/>
                    <a:pt x="1198" y="10555"/>
                  </a:cubicBezTo>
                  <a:close/>
                  <a:moveTo>
                    <a:pt x="10114" y="10618"/>
                  </a:moveTo>
                  <a:cubicBezTo>
                    <a:pt x="10334" y="10618"/>
                    <a:pt x="10492" y="10776"/>
                    <a:pt x="10492" y="10965"/>
                  </a:cubicBezTo>
                  <a:cubicBezTo>
                    <a:pt x="10523" y="10965"/>
                    <a:pt x="10492" y="11059"/>
                    <a:pt x="10492" y="11091"/>
                  </a:cubicBezTo>
                  <a:lnTo>
                    <a:pt x="10177" y="11689"/>
                  </a:lnTo>
                  <a:lnTo>
                    <a:pt x="9799" y="11091"/>
                  </a:lnTo>
                  <a:cubicBezTo>
                    <a:pt x="9799" y="11059"/>
                    <a:pt x="9767" y="10996"/>
                    <a:pt x="9767" y="10965"/>
                  </a:cubicBezTo>
                  <a:cubicBezTo>
                    <a:pt x="9767" y="10776"/>
                    <a:pt x="9925" y="10618"/>
                    <a:pt x="10114" y="10618"/>
                  </a:cubicBezTo>
                  <a:close/>
                  <a:moveTo>
                    <a:pt x="5672" y="4538"/>
                  </a:moveTo>
                  <a:cubicBezTo>
                    <a:pt x="5861" y="4821"/>
                    <a:pt x="6144" y="5105"/>
                    <a:pt x="6522" y="5325"/>
                  </a:cubicBezTo>
                  <a:cubicBezTo>
                    <a:pt x="7184" y="5798"/>
                    <a:pt x="7972" y="6081"/>
                    <a:pt x="8665" y="6081"/>
                  </a:cubicBezTo>
                  <a:lnTo>
                    <a:pt x="9011" y="6081"/>
                  </a:lnTo>
                  <a:lnTo>
                    <a:pt x="9011" y="8696"/>
                  </a:lnTo>
                  <a:cubicBezTo>
                    <a:pt x="9011" y="10524"/>
                    <a:pt x="7530" y="12036"/>
                    <a:pt x="5672" y="12036"/>
                  </a:cubicBezTo>
                  <a:cubicBezTo>
                    <a:pt x="3813" y="12036"/>
                    <a:pt x="2332" y="10524"/>
                    <a:pt x="2332" y="8696"/>
                  </a:cubicBezTo>
                  <a:lnTo>
                    <a:pt x="2332" y="6081"/>
                  </a:lnTo>
                  <a:lnTo>
                    <a:pt x="2679" y="6081"/>
                  </a:lnTo>
                  <a:cubicBezTo>
                    <a:pt x="3403" y="6081"/>
                    <a:pt x="4191" y="5798"/>
                    <a:pt x="4853" y="5325"/>
                  </a:cubicBezTo>
                  <a:cubicBezTo>
                    <a:pt x="5199" y="5105"/>
                    <a:pt x="5483" y="4821"/>
                    <a:pt x="5672" y="4538"/>
                  </a:cubicBezTo>
                  <a:close/>
                  <a:moveTo>
                    <a:pt x="5672" y="1"/>
                  </a:moveTo>
                  <a:cubicBezTo>
                    <a:pt x="2584" y="1"/>
                    <a:pt x="95" y="2584"/>
                    <a:pt x="95" y="5640"/>
                  </a:cubicBezTo>
                  <a:lnTo>
                    <a:pt x="95" y="9389"/>
                  </a:lnTo>
                  <a:cubicBezTo>
                    <a:pt x="95" y="9673"/>
                    <a:pt x="221" y="9925"/>
                    <a:pt x="347" y="10145"/>
                  </a:cubicBezTo>
                  <a:cubicBezTo>
                    <a:pt x="1" y="10524"/>
                    <a:pt x="1" y="11091"/>
                    <a:pt x="221" y="11343"/>
                  </a:cubicBezTo>
                  <a:lnTo>
                    <a:pt x="883" y="12540"/>
                  </a:lnTo>
                  <a:cubicBezTo>
                    <a:pt x="946" y="12666"/>
                    <a:pt x="1072" y="12729"/>
                    <a:pt x="1198" y="12729"/>
                  </a:cubicBezTo>
                  <a:cubicBezTo>
                    <a:pt x="1324" y="12729"/>
                    <a:pt x="1450" y="12666"/>
                    <a:pt x="1513" y="12540"/>
                  </a:cubicBezTo>
                  <a:cubicBezTo>
                    <a:pt x="2175" y="11343"/>
                    <a:pt x="2238" y="11311"/>
                    <a:pt x="2301" y="10965"/>
                  </a:cubicBezTo>
                  <a:cubicBezTo>
                    <a:pt x="3025" y="12036"/>
                    <a:pt x="4254" y="12729"/>
                    <a:pt x="5640" y="12729"/>
                  </a:cubicBezTo>
                  <a:cubicBezTo>
                    <a:pt x="7026" y="12729"/>
                    <a:pt x="8287" y="12036"/>
                    <a:pt x="8980" y="10965"/>
                  </a:cubicBezTo>
                  <a:cubicBezTo>
                    <a:pt x="8980" y="11091"/>
                    <a:pt x="9043" y="11185"/>
                    <a:pt x="9074" y="11311"/>
                  </a:cubicBezTo>
                  <a:lnTo>
                    <a:pt x="9074" y="11343"/>
                  </a:lnTo>
                  <a:lnTo>
                    <a:pt x="9736" y="12540"/>
                  </a:lnTo>
                  <a:cubicBezTo>
                    <a:pt x="9799" y="12666"/>
                    <a:pt x="9925" y="12729"/>
                    <a:pt x="10051" y="12729"/>
                  </a:cubicBezTo>
                  <a:cubicBezTo>
                    <a:pt x="10177" y="12729"/>
                    <a:pt x="10334" y="12666"/>
                    <a:pt x="10366" y="12540"/>
                  </a:cubicBezTo>
                  <a:lnTo>
                    <a:pt x="11028" y="11406"/>
                  </a:lnTo>
                  <a:cubicBezTo>
                    <a:pt x="11122" y="11248"/>
                    <a:pt x="11154" y="11028"/>
                    <a:pt x="11154" y="10870"/>
                  </a:cubicBezTo>
                  <a:cubicBezTo>
                    <a:pt x="11154" y="10618"/>
                    <a:pt x="11028" y="10335"/>
                    <a:pt x="10870" y="10145"/>
                  </a:cubicBezTo>
                  <a:cubicBezTo>
                    <a:pt x="11091" y="9925"/>
                    <a:pt x="11154" y="9673"/>
                    <a:pt x="11154" y="9389"/>
                  </a:cubicBezTo>
                  <a:cubicBezTo>
                    <a:pt x="11280" y="4979"/>
                    <a:pt x="11280" y="5294"/>
                    <a:pt x="11217" y="5168"/>
                  </a:cubicBezTo>
                  <a:cubicBezTo>
                    <a:pt x="11154" y="4317"/>
                    <a:pt x="10870" y="3498"/>
                    <a:pt x="10429" y="2773"/>
                  </a:cubicBezTo>
                  <a:cubicBezTo>
                    <a:pt x="10492" y="2616"/>
                    <a:pt x="10492" y="2458"/>
                    <a:pt x="10492" y="2301"/>
                  </a:cubicBezTo>
                  <a:cubicBezTo>
                    <a:pt x="10492" y="1167"/>
                    <a:pt x="9704" y="221"/>
                    <a:pt x="9641" y="190"/>
                  </a:cubicBezTo>
                  <a:cubicBezTo>
                    <a:pt x="9578" y="95"/>
                    <a:pt x="9484" y="64"/>
                    <a:pt x="9389" y="64"/>
                  </a:cubicBezTo>
                  <a:cubicBezTo>
                    <a:pt x="9263" y="64"/>
                    <a:pt x="9169" y="95"/>
                    <a:pt x="9106" y="190"/>
                  </a:cubicBezTo>
                  <a:cubicBezTo>
                    <a:pt x="9106" y="221"/>
                    <a:pt x="8822" y="473"/>
                    <a:pt x="8633" y="883"/>
                  </a:cubicBezTo>
                  <a:cubicBezTo>
                    <a:pt x="7719" y="316"/>
                    <a:pt x="6743" y="1"/>
                    <a:pt x="5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82" name="Google Shape;10582;p64"/>
          <p:cNvGrpSpPr/>
          <p:nvPr/>
        </p:nvGrpSpPr>
        <p:grpSpPr>
          <a:xfrm>
            <a:off x="5328863" y="3135800"/>
            <a:ext cx="319985" cy="361998"/>
            <a:chOff x="-54426148" y="2294725"/>
            <a:chExt cx="282000" cy="319025"/>
          </a:xfrm>
        </p:grpSpPr>
        <p:sp>
          <p:nvSpPr>
            <p:cNvPr id="10583" name="Google Shape;10583;p64"/>
            <p:cNvSpPr/>
            <p:nvPr/>
          </p:nvSpPr>
          <p:spPr>
            <a:xfrm>
              <a:off x="-54320598" y="2527275"/>
              <a:ext cx="72475" cy="29750"/>
            </a:xfrm>
            <a:custGeom>
              <a:rect l="l" t="t" r="r" b="b"/>
              <a:pathLst>
                <a:path w="2899" h="1190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63" y="40"/>
                    <a:pt x="2568" y="1"/>
                    <a:pt x="2478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84" name="Google Shape;10584;p64"/>
            <p:cNvSpPr/>
            <p:nvPr/>
          </p:nvSpPr>
          <p:spPr>
            <a:xfrm>
              <a:off x="-54330848" y="2464075"/>
              <a:ext cx="18150" cy="18125"/>
            </a:xfrm>
            <a:custGeom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90" y="0"/>
                    <a:pt x="1" y="158"/>
                    <a:pt x="1" y="378"/>
                  </a:cubicBezTo>
                  <a:cubicBezTo>
                    <a:pt x="1" y="567"/>
                    <a:pt x="190" y="725"/>
                    <a:pt x="379" y="725"/>
                  </a:cubicBezTo>
                  <a:cubicBezTo>
                    <a:pt x="568" y="725"/>
                    <a:pt x="725" y="567"/>
                    <a:pt x="725" y="378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85" name="Google Shape;10585;p64"/>
            <p:cNvSpPr/>
            <p:nvPr/>
          </p:nvSpPr>
          <p:spPr>
            <a:xfrm>
              <a:off x="-54256800" y="2464075"/>
              <a:ext cx="18125" cy="18125"/>
            </a:xfrm>
            <a:custGeom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67" y="725"/>
                    <a:pt x="725" y="567"/>
                    <a:pt x="725" y="378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86" name="Google Shape;10586;p64"/>
            <p:cNvSpPr/>
            <p:nvPr/>
          </p:nvSpPr>
          <p:spPr>
            <a:xfrm>
              <a:off x="-54426148" y="2294725"/>
              <a:ext cx="282000" cy="319025"/>
            </a:xfrm>
            <a:custGeom>
              <a:rect l="l" t="t" r="r" b="b"/>
              <a:pathLst>
                <a:path w="11280" h="12761" extrusionOk="0">
                  <a:moveTo>
                    <a:pt x="8381" y="757"/>
                  </a:moveTo>
                  <a:cubicBezTo>
                    <a:pt x="9106" y="757"/>
                    <a:pt x="9610" y="1387"/>
                    <a:pt x="9484" y="2049"/>
                  </a:cubicBezTo>
                  <a:lnTo>
                    <a:pt x="9106" y="4538"/>
                  </a:lnTo>
                  <a:lnTo>
                    <a:pt x="2301" y="4538"/>
                  </a:lnTo>
                  <a:lnTo>
                    <a:pt x="1891" y="2049"/>
                  </a:lnTo>
                  <a:cubicBezTo>
                    <a:pt x="1734" y="1387"/>
                    <a:pt x="2238" y="757"/>
                    <a:pt x="2962" y="757"/>
                  </a:cubicBezTo>
                  <a:close/>
                  <a:moveTo>
                    <a:pt x="2962" y="5294"/>
                  </a:moveTo>
                  <a:cubicBezTo>
                    <a:pt x="2836" y="5609"/>
                    <a:pt x="2616" y="5829"/>
                    <a:pt x="2301" y="5955"/>
                  </a:cubicBezTo>
                  <a:lnTo>
                    <a:pt x="2301" y="5294"/>
                  </a:lnTo>
                  <a:close/>
                  <a:moveTo>
                    <a:pt x="9011" y="5294"/>
                  </a:moveTo>
                  <a:lnTo>
                    <a:pt x="9011" y="5955"/>
                  </a:lnTo>
                  <a:cubicBezTo>
                    <a:pt x="8696" y="5829"/>
                    <a:pt x="8476" y="5609"/>
                    <a:pt x="8350" y="5294"/>
                  </a:cubicBezTo>
                  <a:close/>
                  <a:moveTo>
                    <a:pt x="9767" y="6743"/>
                  </a:moveTo>
                  <a:cubicBezTo>
                    <a:pt x="10177" y="6743"/>
                    <a:pt x="10523" y="7058"/>
                    <a:pt x="10523" y="7499"/>
                  </a:cubicBezTo>
                  <a:cubicBezTo>
                    <a:pt x="10523" y="7940"/>
                    <a:pt x="10177" y="8255"/>
                    <a:pt x="9767" y="8255"/>
                  </a:cubicBezTo>
                  <a:lnTo>
                    <a:pt x="9767" y="6743"/>
                  </a:lnTo>
                  <a:close/>
                  <a:moveTo>
                    <a:pt x="1545" y="6774"/>
                  </a:moveTo>
                  <a:lnTo>
                    <a:pt x="1545" y="8287"/>
                  </a:lnTo>
                  <a:cubicBezTo>
                    <a:pt x="1135" y="8255"/>
                    <a:pt x="788" y="7940"/>
                    <a:pt x="788" y="7530"/>
                  </a:cubicBezTo>
                  <a:cubicBezTo>
                    <a:pt x="788" y="7152"/>
                    <a:pt x="1103" y="6774"/>
                    <a:pt x="1545" y="6774"/>
                  </a:cubicBezTo>
                  <a:close/>
                  <a:moveTo>
                    <a:pt x="7593" y="5294"/>
                  </a:moveTo>
                  <a:cubicBezTo>
                    <a:pt x="7751" y="6050"/>
                    <a:pt x="8318" y="6585"/>
                    <a:pt x="9074" y="6743"/>
                  </a:cubicBezTo>
                  <a:lnTo>
                    <a:pt x="9074" y="8633"/>
                  </a:lnTo>
                  <a:cubicBezTo>
                    <a:pt x="9011" y="10492"/>
                    <a:pt x="7530" y="11973"/>
                    <a:pt x="5672" y="11973"/>
                  </a:cubicBezTo>
                  <a:cubicBezTo>
                    <a:pt x="3813" y="11973"/>
                    <a:pt x="2332" y="10492"/>
                    <a:pt x="2332" y="8633"/>
                  </a:cubicBezTo>
                  <a:lnTo>
                    <a:pt x="2332" y="6743"/>
                  </a:lnTo>
                  <a:cubicBezTo>
                    <a:pt x="3088" y="6585"/>
                    <a:pt x="3624" y="6018"/>
                    <a:pt x="3781" y="5294"/>
                  </a:cubicBezTo>
                  <a:close/>
                  <a:moveTo>
                    <a:pt x="2931" y="1"/>
                  </a:moveTo>
                  <a:cubicBezTo>
                    <a:pt x="1797" y="1"/>
                    <a:pt x="883" y="1040"/>
                    <a:pt x="1072" y="2175"/>
                  </a:cubicBezTo>
                  <a:lnTo>
                    <a:pt x="1513" y="4916"/>
                  </a:lnTo>
                  <a:lnTo>
                    <a:pt x="1513" y="6018"/>
                  </a:lnTo>
                  <a:cubicBezTo>
                    <a:pt x="662" y="6018"/>
                    <a:pt x="1" y="6711"/>
                    <a:pt x="1" y="7530"/>
                  </a:cubicBezTo>
                  <a:cubicBezTo>
                    <a:pt x="1" y="8350"/>
                    <a:pt x="662" y="9043"/>
                    <a:pt x="1513" y="9043"/>
                  </a:cubicBezTo>
                  <a:cubicBezTo>
                    <a:pt x="1702" y="11122"/>
                    <a:pt x="3466" y="12760"/>
                    <a:pt x="5609" y="12760"/>
                  </a:cubicBezTo>
                  <a:cubicBezTo>
                    <a:pt x="7719" y="12760"/>
                    <a:pt x="9484" y="11122"/>
                    <a:pt x="9704" y="9043"/>
                  </a:cubicBezTo>
                  <a:cubicBezTo>
                    <a:pt x="10523" y="9043"/>
                    <a:pt x="11185" y="8350"/>
                    <a:pt x="11185" y="7530"/>
                  </a:cubicBezTo>
                  <a:cubicBezTo>
                    <a:pt x="11280" y="6711"/>
                    <a:pt x="10586" y="6018"/>
                    <a:pt x="9767" y="6018"/>
                  </a:cubicBezTo>
                  <a:lnTo>
                    <a:pt x="9767" y="4916"/>
                  </a:lnTo>
                  <a:lnTo>
                    <a:pt x="10208" y="2175"/>
                  </a:lnTo>
                  <a:cubicBezTo>
                    <a:pt x="10397" y="1040"/>
                    <a:pt x="9547" y="1"/>
                    <a:pt x="83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87" name="Google Shape;10587;p64"/>
            <p:cNvSpPr/>
            <p:nvPr/>
          </p:nvSpPr>
          <p:spPr>
            <a:xfrm>
              <a:off x="-54312722" y="2334125"/>
              <a:ext cx="54375" cy="53575"/>
            </a:xfrm>
            <a:custGeom>
              <a:rect l="l" t="t" r="r" b="b"/>
              <a:pathLst>
                <a:path w="2175" h="2143" extrusionOk="0">
                  <a:moveTo>
                    <a:pt x="1103" y="0"/>
                  </a:moveTo>
                  <a:cubicBezTo>
                    <a:pt x="914" y="0"/>
                    <a:pt x="757" y="158"/>
                    <a:pt x="757" y="347"/>
                  </a:cubicBezTo>
                  <a:lnTo>
                    <a:pt x="757" y="725"/>
                  </a:lnTo>
                  <a:lnTo>
                    <a:pt x="379" y="725"/>
                  </a:lnTo>
                  <a:cubicBezTo>
                    <a:pt x="190" y="725"/>
                    <a:pt x="32" y="882"/>
                    <a:pt x="32" y="1071"/>
                  </a:cubicBezTo>
                  <a:cubicBezTo>
                    <a:pt x="0" y="1229"/>
                    <a:pt x="158" y="1418"/>
                    <a:pt x="379" y="1418"/>
                  </a:cubicBezTo>
                  <a:lnTo>
                    <a:pt x="757" y="1418"/>
                  </a:lnTo>
                  <a:lnTo>
                    <a:pt x="757" y="1796"/>
                  </a:lnTo>
                  <a:cubicBezTo>
                    <a:pt x="757" y="1985"/>
                    <a:pt x="914" y="2142"/>
                    <a:pt x="1103" y="2142"/>
                  </a:cubicBezTo>
                  <a:cubicBezTo>
                    <a:pt x="1292" y="2142"/>
                    <a:pt x="1450" y="1985"/>
                    <a:pt x="1450" y="1796"/>
                  </a:cubicBezTo>
                  <a:lnTo>
                    <a:pt x="1450" y="1418"/>
                  </a:lnTo>
                  <a:lnTo>
                    <a:pt x="1796" y="1418"/>
                  </a:lnTo>
                  <a:cubicBezTo>
                    <a:pt x="2017" y="1418"/>
                    <a:pt x="2174" y="1260"/>
                    <a:pt x="2174" y="1071"/>
                  </a:cubicBezTo>
                  <a:cubicBezTo>
                    <a:pt x="2174" y="882"/>
                    <a:pt x="2017" y="725"/>
                    <a:pt x="1796" y="725"/>
                  </a:cubicBezTo>
                  <a:lnTo>
                    <a:pt x="1450" y="725"/>
                  </a:lnTo>
                  <a:lnTo>
                    <a:pt x="1450" y="347"/>
                  </a:lnTo>
                  <a:cubicBezTo>
                    <a:pt x="1450" y="158"/>
                    <a:pt x="1292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88" name="Google Shape;10588;p64"/>
          <p:cNvGrpSpPr/>
          <p:nvPr/>
        </p:nvGrpSpPr>
        <p:grpSpPr>
          <a:xfrm>
            <a:off x="5327076" y="3603379"/>
            <a:ext cx="323560" cy="361969"/>
            <a:chOff x="-54427723" y="2686975"/>
            <a:chExt cx="285150" cy="319000"/>
          </a:xfrm>
        </p:grpSpPr>
        <p:sp>
          <p:nvSpPr>
            <p:cNvPr id="10589" name="Google Shape;10589;p64"/>
            <p:cNvSpPr/>
            <p:nvPr/>
          </p:nvSpPr>
          <p:spPr>
            <a:xfrm>
              <a:off x="-54320598" y="2919525"/>
              <a:ext cx="72475" cy="28950"/>
            </a:xfrm>
            <a:custGeom>
              <a:rect l="l" t="t" r="r" b="b"/>
              <a:pathLst>
                <a:path w="2899" h="1158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5" y="969"/>
                    <a:pt x="977" y="1158"/>
                    <a:pt x="1450" y="1158"/>
                  </a:cubicBezTo>
                  <a:cubicBezTo>
                    <a:pt x="1922" y="1158"/>
                    <a:pt x="2426" y="969"/>
                    <a:pt x="2741" y="622"/>
                  </a:cubicBezTo>
                  <a:cubicBezTo>
                    <a:pt x="2899" y="465"/>
                    <a:pt x="2899" y="213"/>
                    <a:pt x="2741" y="118"/>
                  </a:cubicBezTo>
                  <a:cubicBezTo>
                    <a:pt x="2663" y="39"/>
                    <a:pt x="2568" y="0"/>
                    <a:pt x="2478" y="0"/>
                  </a:cubicBezTo>
                  <a:cubicBezTo>
                    <a:pt x="2387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35" y="433"/>
                    <a:pt x="851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90" name="Google Shape;10590;p64"/>
            <p:cNvSpPr/>
            <p:nvPr/>
          </p:nvSpPr>
          <p:spPr>
            <a:xfrm>
              <a:off x="-54256800" y="285630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91" name="Google Shape;10591;p64"/>
            <p:cNvSpPr/>
            <p:nvPr/>
          </p:nvSpPr>
          <p:spPr>
            <a:xfrm>
              <a:off x="-54330848" y="28563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90" y="1"/>
                    <a:pt x="1" y="158"/>
                    <a:pt x="1" y="347"/>
                  </a:cubicBezTo>
                  <a:cubicBezTo>
                    <a:pt x="1" y="536"/>
                    <a:pt x="190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92" name="Google Shape;10592;p64"/>
            <p:cNvSpPr/>
            <p:nvPr/>
          </p:nvSpPr>
          <p:spPr>
            <a:xfrm>
              <a:off x="-54427723" y="2686975"/>
              <a:ext cx="285150" cy="319000"/>
            </a:xfrm>
            <a:custGeom>
              <a:rect l="l" t="t" r="r" b="b"/>
              <a:pathLst>
                <a:path w="11406" h="12759" extrusionOk="0">
                  <a:moveTo>
                    <a:pt x="8696" y="756"/>
                  </a:moveTo>
                  <a:cubicBezTo>
                    <a:pt x="9326" y="756"/>
                    <a:pt x="9799" y="1260"/>
                    <a:pt x="9799" y="1859"/>
                  </a:cubicBezTo>
                  <a:lnTo>
                    <a:pt x="9799" y="4883"/>
                  </a:lnTo>
                  <a:cubicBezTo>
                    <a:pt x="9799" y="5072"/>
                    <a:pt x="9641" y="5230"/>
                    <a:pt x="9452" y="5230"/>
                  </a:cubicBezTo>
                  <a:lnTo>
                    <a:pt x="2017" y="5230"/>
                  </a:lnTo>
                  <a:cubicBezTo>
                    <a:pt x="1797" y="5230"/>
                    <a:pt x="1639" y="5072"/>
                    <a:pt x="1639" y="4883"/>
                  </a:cubicBezTo>
                  <a:cubicBezTo>
                    <a:pt x="1608" y="4852"/>
                    <a:pt x="1608" y="1922"/>
                    <a:pt x="1608" y="1859"/>
                  </a:cubicBezTo>
                  <a:cubicBezTo>
                    <a:pt x="1608" y="1229"/>
                    <a:pt x="2112" y="756"/>
                    <a:pt x="2710" y="756"/>
                  </a:cubicBezTo>
                  <a:close/>
                  <a:moveTo>
                    <a:pt x="1608" y="5955"/>
                  </a:moveTo>
                  <a:cubicBezTo>
                    <a:pt x="1734" y="5986"/>
                    <a:pt x="1860" y="6018"/>
                    <a:pt x="1954" y="6018"/>
                  </a:cubicBezTo>
                  <a:lnTo>
                    <a:pt x="2301" y="6018"/>
                  </a:lnTo>
                  <a:lnTo>
                    <a:pt x="2301" y="8317"/>
                  </a:lnTo>
                  <a:cubicBezTo>
                    <a:pt x="2301" y="9105"/>
                    <a:pt x="1986" y="9798"/>
                    <a:pt x="1450" y="10334"/>
                  </a:cubicBezTo>
                  <a:cubicBezTo>
                    <a:pt x="1401" y="10433"/>
                    <a:pt x="1317" y="10480"/>
                    <a:pt x="1225" y="10480"/>
                  </a:cubicBezTo>
                  <a:cubicBezTo>
                    <a:pt x="1142" y="10480"/>
                    <a:pt x="1053" y="10440"/>
                    <a:pt x="977" y="10365"/>
                  </a:cubicBezTo>
                  <a:cubicBezTo>
                    <a:pt x="820" y="10208"/>
                    <a:pt x="820" y="9956"/>
                    <a:pt x="977" y="9830"/>
                  </a:cubicBezTo>
                  <a:cubicBezTo>
                    <a:pt x="1355" y="9452"/>
                    <a:pt x="1608" y="8853"/>
                    <a:pt x="1608" y="8317"/>
                  </a:cubicBezTo>
                  <a:lnTo>
                    <a:pt x="1608" y="5955"/>
                  </a:lnTo>
                  <a:close/>
                  <a:moveTo>
                    <a:pt x="9799" y="5955"/>
                  </a:moveTo>
                  <a:lnTo>
                    <a:pt x="9799" y="6805"/>
                  </a:lnTo>
                  <a:cubicBezTo>
                    <a:pt x="9799" y="8853"/>
                    <a:pt x="9988" y="9420"/>
                    <a:pt x="10429" y="9830"/>
                  </a:cubicBezTo>
                  <a:cubicBezTo>
                    <a:pt x="10618" y="9987"/>
                    <a:pt x="10618" y="10239"/>
                    <a:pt x="10460" y="10365"/>
                  </a:cubicBezTo>
                  <a:cubicBezTo>
                    <a:pt x="10382" y="10444"/>
                    <a:pt x="10287" y="10483"/>
                    <a:pt x="10197" y="10483"/>
                  </a:cubicBezTo>
                  <a:cubicBezTo>
                    <a:pt x="10106" y="10483"/>
                    <a:pt x="10019" y="10444"/>
                    <a:pt x="9956" y="10365"/>
                  </a:cubicBezTo>
                  <a:cubicBezTo>
                    <a:pt x="9389" y="9798"/>
                    <a:pt x="9074" y="9042"/>
                    <a:pt x="9074" y="8317"/>
                  </a:cubicBezTo>
                  <a:lnTo>
                    <a:pt x="9074" y="6018"/>
                  </a:lnTo>
                  <a:lnTo>
                    <a:pt x="9452" y="6018"/>
                  </a:lnTo>
                  <a:cubicBezTo>
                    <a:pt x="9547" y="6018"/>
                    <a:pt x="9704" y="5986"/>
                    <a:pt x="9799" y="5955"/>
                  </a:cubicBezTo>
                  <a:close/>
                  <a:moveTo>
                    <a:pt x="8381" y="6018"/>
                  </a:moveTo>
                  <a:lnTo>
                    <a:pt x="8381" y="8317"/>
                  </a:lnTo>
                  <a:cubicBezTo>
                    <a:pt x="8381" y="8948"/>
                    <a:pt x="8539" y="9515"/>
                    <a:pt x="8822" y="10050"/>
                  </a:cubicBezTo>
                  <a:cubicBezTo>
                    <a:pt x="8224" y="11216"/>
                    <a:pt x="7026" y="11972"/>
                    <a:pt x="5735" y="11972"/>
                  </a:cubicBezTo>
                  <a:cubicBezTo>
                    <a:pt x="4443" y="11972"/>
                    <a:pt x="3246" y="11216"/>
                    <a:pt x="2710" y="10050"/>
                  </a:cubicBezTo>
                  <a:cubicBezTo>
                    <a:pt x="2994" y="9515"/>
                    <a:pt x="3151" y="8916"/>
                    <a:pt x="3151" y="8317"/>
                  </a:cubicBezTo>
                  <a:lnTo>
                    <a:pt x="3151" y="6018"/>
                  </a:lnTo>
                  <a:close/>
                  <a:moveTo>
                    <a:pt x="2710" y="0"/>
                  </a:moveTo>
                  <a:cubicBezTo>
                    <a:pt x="1671" y="0"/>
                    <a:pt x="851" y="819"/>
                    <a:pt x="851" y="1859"/>
                  </a:cubicBezTo>
                  <a:lnTo>
                    <a:pt x="851" y="8317"/>
                  </a:lnTo>
                  <a:cubicBezTo>
                    <a:pt x="851" y="8696"/>
                    <a:pt x="694" y="9042"/>
                    <a:pt x="410" y="9326"/>
                  </a:cubicBezTo>
                  <a:cubicBezTo>
                    <a:pt x="1" y="9767"/>
                    <a:pt x="1" y="10460"/>
                    <a:pt x="410" y="10901"/>
                  </a:cubicBezTo>
                  <a:cubicBezTo>
                    <a:pt x="631" y="11121"/>
                    <a:pt x="922" y="11232"/>
                    <a:pt x="1210" y="11232"/>
                  </a:cubicBezTo>
                  <a:cubicBezTo>
                    <a:pt x="1497" y="11232"/>
                    <a:pt x="1781" y="11121"/>
                    <a:pt x="1986" y="10901"/>
                  </a:cubicBezTo>
                  <a:lnTo>
                    <a:pt x="2143" y="10743"/>
                  </a:lnTo>
                  <a:cubicBezTo>
                    <a:pt x="2868" y="11972"/>
                    <a:pt x="4191" y="12760"/>
                    <a:pt x="5672" y="12760"/>
                  </a:cubicBezTo>
                  <a:cubicBezTo>
                    <a:pt x="7152" y="12760"/>
                    <a:pt x="8444" y="11972"/>
                    <a:pt x="9169" y="10743"/>
                  </a:cubicBezTo>
                  <a:cubicBezTo>
                    <a:pt x="9200" y="10838"/>
                    <a:pt x="9295" y="10869"/>
                    <a:pt x="9326" y="10901"/>
                  </a:cubicBezTo>
                  <a:cubicBezTo>
                    <a:pt x="9547" y="11121"/>
                    <a:pt x="9830" y="11232"/>
                    <a:pt x="10114" y="11232"/>
                  </a:cubicBezTo>
                  <a:cubicBezTo>
                    <a:pt x="10397" y="11232"/>
                    <a:pt x="10681" y="11121"/>
                    <a:pt x="10901" y="10901"/>
                  </a:cubicBezTo>
                  <a:cubicBezTo>
                    <a:pt x="11406" y="10460"/>
                    <a:pt x="11406" y="9767"/>
                    <a:pt x="10964" y="9326"/>
                  </a:cubicBezTo>
                  <a:cubicBezTo>
                    <a:pt x="10744" y="9105"/>
                    <a:pt x="10555" y="8727"/>
                    <a:pt x="10555" y="6805"/>
                  </a:cubicBezTo>
                  <a:lnTo>
                    <a:pt x="10555" y="1859"/>
                  </a:lnTo>
                  <a:cubicBezTo>
                    <a:pt x="10555" y="819"/>
                    <a:pt x="9704" y="0"/>
                    <a:pt x="8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93" name="Google Shape;10593;p64"/>
            <p:cNvSpPr/>
            <p:nvPr/>
          </p:nvSpPr>
          <p:spPr>
            <a:xfrm>
              <a:off x="-54330848" y="2717875"/>
              <a:ext cx="93750" cy="85425"/>
            </a:xfrm>
            <a:custGeom>
              <a:rect l="l" t="t" r="r" b="b"/>
              <a:pathLst>
                <a:path w="3749" h="3417" extrusionOk="0">
                  <a:moveTo>
                    <a:pt x="1828" y="1285"/>
                  </a:moveTo>
                  <a:lnTo>
                    <a:pt x="1891" y="1474"/>
                  </a:lnTo>
                  <a:cubicBezTo>
                    <a:pt x="1954" y="1600"/>
                    <a:pt x="2049" y="1663"/>
                    <a:pt x="2175" y="1663"/>
                  </a:cubicBezTo>
                  <a:lnTo>
                    <a:pt x="2364" y="1726"/>
                  </a:lnTo>
                  <a:lnTo>
                    <a:pt x="2206" y="1883"/>
                  </a:lnTo>
                  <a:cubicBezTo>
                    <a:pt x="2143" y="1946"/>
                    <a:pt x="2112" y="2072"/>
                    <a:pt x="2112" y="2198"/>
                  </a:cubicBezTo>
                  <a:lnTo>
                    <a:pt x="2143" y="2387"/>
                  </a:lnTo>
                  <a:lnTo>
                    <a:pt x="1954" y="2293"/>
                  </a:lnTo>
                  <a:cubicBezTo>
                    <a:pt x="1891" y="2277"/>
                    <a:pt x="1828" y="2269"/>
                    <a:pt x="1765" y="2269"/>
                  </a:cubicBezTo>
                  <a:cubicBezTo>
                    <a:pt x="1702" y="2269"/>
                    <a:pt x="1639" y="2277"/>
                    <a:pt x="1576" y="2293"/>
                  </a:cubicBezTo>
                  <a:lnTo>
                    <a:pt x="1387" y="2387"/>
                  </a:lnTo>
                  <a:lnTo>
                    <a:pt x="1450" y="2198"/>
                  </a:lnTo>
                  <a:cubicBezTo>
                    <a:pt x="1482" y="2072"/>
                    <a:pt x="1450" y="1946"/>
                    <a:pt x="1324" y="1883"/>
                  </a:cubicBezTo>
                  <a:lnTo>
                    <a:pt x="1167" y="1726"/>
                  </a:lnTo>
                  <a:lnTo>
                    <a:pt x="1482" y="1663"/>
                  </a:lnTo>
                  <a:cubicBezTo>
                    <a:pt x="1576" y="1663"/>
                    <a:pt x="1702" y="1600"/>
                    <a:pt x="1734" y="1474"/>
                  </a:cubicBezTo>
                  <a:lnTo>
                    <a:pt x="1828" y="1285"/>
                  </a:lnTo>
                  <a:close/>
                  <a:moveTo>
                    <a:pt x="1887" y="1"/>
                  </a:moveTo>
                  <a:cubicBezTo>
                    <a:pt x="1749" y="1"/>
                    <a:pt x="1608" y="72"/>
                    <a:pt x="1545" y="213"/>
                  </a:cubicBezTo>
                  <a:lnTo>
                    <a:pt x="1198" y="938"/>
                  </a:lnTo>
                  <a:lnTo>
                    <a:pt x="442" y="1033"/>
                  </a:lnTo>
                  <a:cubicBezTo>
                    <a:pt x="127" y="1096"/>
                    <a:pt x="1" y="1474"/>
                    <a:pt x="253" y="1663"/>
                  </a:cubicBezTo>
                  <a:lnTo>
                    <a:pt x="757" y="2230"/>
                  </a:lnTo>
                  <a:lnTo>
                    <a:pt x="631" y="2986"/>
                  </a:lnTo>
                  <a:cubicBezTo>
                    <a:pt x="607" y="3229"/>
                    <a:pt x="789" y="3416"/>
                    <a:pt x="1004" y="3416"/>
                  </a:cubicBezTo>
                  <a:cubicBezTo>
                    <a:pt x="1067" y="3416"/>
                    <a:pt x="1133" y="3400"/>
                    <a:pt x="1198" y="3364"/>
                  </a:cubicBezTo>
                  <a:lnTo>
                    <a:pt x="1860" y="3017"/>
                  </a:lnTo>
                  <a:lnTo>
                    <a:pt x="2521" y="3364"/>
                  </a:lnTo>
                  <a:cubicBezTo>
                    <a:pt x="2586" y="3400"/>
                    <a:pt x="2652" y="3416"/>
                    <a:pt x="2715" y="3416"/>
                  </a:cubicBezTo>
                  <a:cubicBezTo>
                    <a:pt x="2930" y="3416"/>
                    <a:pt x="3113" y="3229"/>
                    <a:pt x="3088" y="2986"/>
                  </a:cubicBezTo>
                  <a:lnTo>
                    <a:pt x="2962" y="2230"/>
                  </a:lnTo>
                  <a:lnTo>
                    <a:pt x="3529" y="1663"/>
                  </a:lnTo>
                  <a:cubicBezTo>
                    <a:pt x="3750" y="1474"/>
                    <a:pt x="3624" y="1096"/>
                    <a:pt x="3309" y="1033"/>
                  </a:cubicBezTo>
                  <a:lnTo>
                    <a:pt x="2584" y="938"/>
                  </a:lnTo>
                  <a:lnTo>
                    <a:pt x="2206" y="213"/>
                  </a:lnTo>
                  <a:cubicBezTo>
                    <a:pt x="2159" y="72"/>
                    <a:pt x="2025" y="1"/>
                    <a:pt x="18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94" name="Google Shape;10594;p64"/>
          <p:cNvGrpSpPr/>
          <p:nvPr/>
        </p:nvGrpSpPr>
        <p:grpSpPr>
          <a:xfrm>
            <a:off x="7533634" y="2684351"/>
            <a:ext cx="359303" cy="359984"/>
            <a:chOff x="-52513799" y="1903475"/>
            <a:chExt cx="316650" cy="317250"/>
          </a:xfrm>
        </p:grpSpPr>
        <p:sp>
          <p:nvSpPr>
            <p:cNvPr id="10595" name="Google Shape;10595;p64"/>
            <p:cNvSpPr/>
            <p:nvPr/>
          </p:nvSpPr>
          <p:spPr>
            <a:xfrm>
              <a:off x="-52391698" y="2135825"/>
              <a:ext cx="72475" cy="28975"/>
            </a:xfrm>
            <a:custGeom>
              <a:rect l="l" t="t" r="r" b="b"/>
              <a:pathLst>
                <a:path w="2899" h="1159" extrusionOk="0">
                  <a:moveTo>
                    <a:pt x="386" y="1"/>
                  </a:moveTo>
                  <a:cubicBezTo>
                    <a:pt x="291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8" y="465"/>
                    <a:pt x="2898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0" y="1"/>
                    <a:pt x="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96" name="Google Shape;10596;p64"/>
            <p:cNvSpPr/>
            <p:nvPr/>
          </p:nvSpPr>
          <p:spPr>
            <a:xfrm>
              <a:off x="-52513799" y="1903475"/>
              <a:ext cx="316650" cy="317250"/>
            </a:xfrm>
            <a:custGeom>
              <a:rect l="l" t="t" r="r" b="b"/>
              <a:pathLst>
                <a:path w="12666" h="12690" extrusionOk="0">
                  <a:moveTo>
                    <a:pt x="6333" y="781"/>
                  </a:moveTo>
                  <a:lnTo>
                    <a:pt x="11500" y="3332"/>
                  </a:lnTo>
                  <a:lnTo>
                    <a:pt x="10082" y="4057"/>
                  </a:lnTo>
                  <a:lnTo>
                    <a:pt x="9641" y="3175"/>
                  </a:lnTo>
                  <a:cubicBezTo>
                    <a:pt x="9547" y="3049"/>
                    <a:pt x="9452" y="2986"/>
                    <a:pt x="9326" y="2986"/>
                  </a:cubicBezTo>
                  <a:lnTo>
                    <a:pt x="3309" y="2986"/>
                  </a:lnTo>
                  <a:cubicBezTo>
                    <a:pt x="3151" y="2986"/>
                    <a:pt x="3025" y="3049"/>
                    <a:pt x="2994" y="3175"/>
                  </a:cubicBezTo>
                  <a:lnTo>
                    <a:pt x="2553" y="4057"/>
                  </a:lnTo>
                  <a:lnTo>
                    <a:pt x="1167" y="3332"/>
                  </a:lnTo>
                  <a:lnTo>
                    <a:pt x="6333" y="781"/>
                  </a:lnTo>
                  <a:close/>
                  <a:moveTo>
                    <a:pt x="9043" y="3742"/>
                  </a:moveTo>
                  <a:lnTo>
                    <a:pt x="9389" y="4467"/>
                  </a:lnTo>
                  <a:lnTo>
                    <a:pt x="3151" y="4467"/>
                  </a:lnTo>
                  <a:lnTo>
                    <a:pt x="3498" y="3742"/>
                  </a:lnTo>
                  <a:close/>
                  <a:moveTo>
                    <a:pt x="9673" y="5223"/>
                  </a:moveTo>
                  <a:lnTo>
                    <a:pt x="9673" y="6105"/>
                  </a:lnTo>
                  <a:cubicBezTo>
                    <a:pt x="9547" y="6042"/>
                    <a:pt x="9452" y="6010"/>
                    <a:pt x="9326" y="6010"/>
                  </a:cubicBezTo>
                  <a:lnTo>
                    <a:pt x="7782" y="6010"/>
                  </a:lnTo>
                  <a:cubicBezTo>
                    <a:pt x="7310" y="6010"/>
                    <a:pt x="6869" y="6325"/>
                    <a:pt x="6743" y="6766"/>
                  </a:cubicBezTo>
                  <a:lnTo>
                    <a:pt x="5861" y="6766"/>
                  </a:lnTo>
                  <a:cubicBezTo>
                    <a:pt x="5703" y="6325"/>
                    <a:pt x="5325" y="6010"/>
                    <a:pt x="4790" y="6010"/>
                  </a:cubicBezTo>
                  <a:lnTo>
                    <a:pt x="3277" y="6010"/>
                  </a:lnTo>
                  <a:cubicBezTo>
                    <a:pt x="3151" y="6010"/>
                    <a:pt x="2994" y="6042"/>
                    <a:pt x="2899" y="6105"/>
                  </a:cubicBezTo>
                  <a:lnTo>
                    <a:pt x="2899" y="5223"/>
                  </a:lnTo>
                  <a:close/>
                  <a:moveTo>
                    <a:pt x="4821" y="6766"/>
                  </a:moveTo>
                  <a:cubicBezTo>
                    <a:pt x="5042" y="6766"/>
                    <a:pt x="5199" y="6924"/>
                    <a:pt x="5199" y="7113"/>
                  </a:cubicBezTo>
                  <a:cubicBezTo>
                    <a:pt x="5199" y="7743"/>
                    <a:pt x="4664" y="8216"/>
                    <a:pt x="4096" y="8216"/>
                  </a:cubicBezTo>
                  <a:lnTo>
                    <a:pt x="3309" y="8216"/>
                  </a:lnTo>
                  <a:cubicBezTo>
                    <a:pt x="3088" y="8216"/>
                    <a:pt x="2931" y="8058"/>
                    <a:pt x="2931" y="7869"/>
                  </a:cubicBezTo>
                  <a:lnTo>
                    <a:pt x="2931" y="7113"/>
                  </a:lnTo>
                  <a:cubicBezTo>
                    <a:pt x="2931" y="6924"/>
                    <a:pt x="3088" y="6766"/>
                    <a:pt x="3309" y="6766"/>
                  </a:cubicBezTo>
                  <a:close/>
                  <a:moveTo>
                    <a:pt x="9326" y="6766"/>
                  </a:moveTo>
                  <a:cubicBezTo>
                    <a:pt x="9515" y="6766"/>
                    <a:pt x="9673" y="6924"/>
                    <a:pt x="9673" y="7113"/>
                  </a:cubicBezTo>
                  <a:lnTo>
                    <a:pt x="9673" y="7869"/>
                  </a:lnTo>
                  <a:cubicBezTo>
                    <a:pt x="9673" y="8058"/>
                    <a:pt x="9515" y="8216"/>
                    <a:pt x="9326" y="8216"/>
                  </a:cubicBezTo>
                  <a:lnTo>
                    <a:pt x="8570" y="8216"/>
                  </a:lnTo>
                  <a:cubicBezTo>
                    <a:pt x="7940" y="8216"/>
                    <a:pt x="7436" y="7712"/>
                    <a:pt x="7436" y="7113"/>
                  </a:cubicBezTo>
                  <a:cubicBezTo>
                    <a:pt x="7436" y="6924"/>
                    <a:pt x="7593" y="6766"/>
                    <a:pt x="7782" y="6766"/>
                  </a:cubicBezTo>
                  <a:close/>
                  <a:moveTo>
                    <a:pt x="2206" y="6766"/>
                  </a:moveTo>
                  <a:lnTo>
                    <a:pt x="2206" y="8247"/>
                  </a:lnTo>
                  <a:cubicBezTo>
                    <a:pt x="1765" y="8247"/>
                    <a:pt x="1450" y="7901"/>
                    <a:pt x="1450" y="7523"/>
                  </a:cubicBezTo>
                  <a:cubicBezTo>
                    <a:pt x="1450" y="7113"/>
                    <a:pt x="1765" y="6766"/>
                    <a:pt x="2206" y="6766"/>
                  </a:cubicBezTo>
                  <a:close/>
                  <a:moveTo>
                    <a:pt x="10429" y="6766"/>
                  </a:moveTo>
                  <a:cubicBezTo>
                    <a:pt x="10870" y="6766"/>
                    <a:pt x="11185" y="7082"/>
                    <a:pt x="11185" y="7523"/>
                  </a:cubicBezTo>
                  <a:cubicBezTo>
                    <a:pt x="11185" y="7901"/>
                    <a:pt x="10807" y="8247"/>
                    <a:pt x="10429" y="8247"/>
                  </a:cubicBezTo>
                  <a:lnTo>
                    <a:pt x="10429" y="6766"/>
                  </a:lnTo>
                  <a:close/>
                  <a:moveTo>
                    <a:pt x="6680" y="7523"/>
                  </a:moveTo>
                  <a:cubicBezTo>
                    <a:pt x="6774" y="7869"/>
                    <a:pt x="6932" y="8184"/>
                    <a:pt x="7184" y="8468"/>
                  </a:cubicBezTo>
                  <a:cubicBezTo>
                    <a:pt x="7562" y="8814"/>
                    <a:pt x="8035" y="9003"/>
                    <a:pt x="8539" y="9003"/>
                  </a:cubicBezTo>
                  <a:lnTo>
                    <a:pt x="9295" y="9003"/>
                  </a:lnTo>
                  <a:cubicBezTo>
                    <a:pt x="9389" y="9003"/>
                    <a:pt x="9515" y="8972"/>
                    <a:pt x="9641" y="8940"/>
                  </a:cubicBezTo>
                  <a:lnTo>
                    <a:pt x="9641" y="8940"/>
                  </a:lnTo>
                  <a:cubicBezTo>
                    <a:pt x="9515" y="10610"/>
                    <a:pt x="8066" y="11965"/>
                    <a:pt x="6302" y="11965"/>
                  </a:cubicBezTo>
                  <a:cubicBezTo>
                    <a:pt x="4506" y="11965"/>
                    <a:pt x="3088" y="10610"/>
                    <a:pt x="2899" y="8940"/>
                  </a:cubicBezTo>
                  <a:lnTo>
                    <a:pt x="2899" y="8940"/>
                  </a:lnTo>
                  <a:cubicBezTo>
                    <a:pt x="3025" y="8972"/>
                    <a:pt x="3151" y="9003"/>
                    <a:pt x="3246" y="9003"/>
                  </a:cubicBezTo>
                  <a:lnTo>
                    <a:pt x="4033" y="9003"/>
                  </a:lnTo>
                  <a:cubicBezTo>
                    <a:pt x="4947" y="9003"/>
                    <a:pt x="5703" y="8373"/>
                    <a:pt x="5861" y="7523"/>
                  </a:cubicBezTo>
                  <a:close/>
                  <a:moveTo>
                    <a:pt x="6310" y="1"/>
                  </a:moveTo>
                  <a:cubicBezTo>
                    <a:pt x="6255" y="1"/>
                    <a:pt x="6207" y="9"/>
                    <a:pt x="6176" y="24"/>
                  </a:cubicBezTo>
                  <a:lnTo>
                    <a:pt x="190" y="3017"/>
                  </a:lnTo>
                  <a:cubicBezTo>
                    <a:pt x="64" y="3112"/>
                    <a:pt x="1" y="3206"/>
                    <a:pt x="1" y="3332"/>
                  </a:cubicBezTo>
                  <a:cubicBezTo>
                    <a:pt x="1" y="3490"/>
                    <a:pt x="64" y="3616"/>
                    <a:pt x="190" y="3647"/>
                  </a:cubicBezTo>
                  <a:lnTo>
                    <a:pt x="2238" y="4656"/>
                  </a:lnTo>
                  <a:cubicBezTo>
                    <a:pt x="2238" y="4719"/>
                    <a:pt x="2206" y="4750"/>
                    <a:pt x="2206" y="4782"/>
                  </a:cubicBezTo>
                  <a:lnTo>
                    <a:pt x="2206" y="5979"/>
                  </a:lnTo>
                  <a:cubicBezTo>
                    <a:pt x="1356" y="5979"/>
                    <a:pt x="694" y="6640"/>
                    <a:pt x="694" y="7460"/>
                  </a:cubicBezTo>
                  <a:cubicBezTo>
                    <a:pt x="694" y="8279"/>
                    <a:pt x="1356" y="8972"/>
                    <a:pt x="2206" y="8972"/>
                  </a:cubicBezTo>
                  <a:cubicBezTo>
                    <a:pt x="2395" y="11051"/>
                    <a:pt x="4159" y="12689"/>
                    <a:pt x="6302" y="12689"/>
                  </a:cubicBezTo>
                  <a:cubicBezTo>
                    <a:pt x="8413" y="12689"/>
                    <a:pt x="10240" y="11051"/>
                    <a:pt x="10397" y="8972"/>
                  </a:cubicBezTo>
                  <a:cubicBezTo>
                    <a:pt x="11217" y="8972"/>
                    <a:pt x="11878" y="8279"/>
                    <a:pt x="11878" y="7460"/>
                  </a:cubicBezTo>
                  <a:cubicBezTo>
                    <a:pt x="11878" y="6640"/>
                    <a:pt x="11217" y="5979"/>
                    <a:pt x="10397" y="5979"/>
                  </a:cubicBezTo>
                  <a:lnTo>
                    <a:pt x="10397" y="4782"/>
                  </a:lnTo>
                  <a:cubicBezTo>
                    <a:pt x="10397" y="4750"/>
                    <a:pt x="10397" y="4719"/>
                    <a:pt x="10334" y="4656"/>
                  </a:cubicBezTo>
                  <a:lnTo>
                    <a:pt x="11847" y="3931"/>
                  </a:lnTo>
                  <a:lnTo>
                    <a:pt x="11847" y="6357"/>
                  </a:lnTo>
                  <a:cubicBezTo>
                    <a:pt x="11847" y="6546"/>
                    <a:pt x="12004" y="6703"/>
                    <a:pt x="12193" y="6703"/>
                  </a:cubicBezTo>
                  <a:cubicBezTo>
                    <a:pt x="12382" y="6703"/>
                    <a:pt x="12540" y="6546"/>
                    <a:pt x="12540" y="6357"/>
                  </a:cubicBezTo>
                  <a:lnTo>
                    <a:pt x="12540" y="3332"/>
                  </a:lnTo>
                  <a:lnTo>
                    <a:pt x="12666" y="3332"/>
                  </a:lnTo>
                  <a:cubicBezTo>
                    <a:pt x="12666" y="3206"/>
                    <a:pt x="12603" y="3049"/>
                    <a:pt x="12477" y="3017"/>
                  </a:cubicBezTo>
                  <a:lnTo>
                    <a:pt x="6491" y="24"/>
                  </a:lnTo>
                  <a:cubicBezTo>
                    <a:pt x="6428" y="9"/>
                    <a:pt x="6365" y="1"/>
                    <a:pt x="6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597" name="Google Shape;10597;p64"/>
          <p:cNvGrpSpPr/>
          <p:nvPr/>
        </p:nvGrpSpPr>
        <p:grpSpPr>
          <a:xfrm>
            <a:off x="7543464" y="3136708"/>
            <a:ext cx="339644" cy="360182"/>
            <a:chOff x="-52505924" y="2295525"/>
            <a:chExt cx="299325" cy="317425"/>
          </a:xfrm>
        </p:grpSpPr>
        <p:sp>
          <p:nvSpPr>
            <p:cNvPr id="10598" name="Google Shape;10598;p64"/>
            <p:cNvSpPr/>
            <p:nvPr/>
          </p:nvSpPr>
          <p:spPr>
            <a:xfrm>
              <a:off x="-52401949" y="2526500"/>
              <a:ext cx="73275" cy="29750"/>
            </a:xfrm>
            <a:custGeom>
              <a:rect l="l" t="t" r="r" b="b"/>
              <a:pathLst>
                <a:path w="2931" h="1190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5" y="969"/>
                    <a:pt x="977" y="1189"/>
                    <a:pt x="1450" y="1189"/>
                  </a:cubicBezTo>
                  <a:cubicBezTo>
                    <a:pt x="1922" y="1189"/>
                    <a:pt x="2458" y="969"/>
                    <a:pt x="2773" y="622"/>
                  </a:cubicBezTo>
                  <a:cubicBezTo>
                    <a:pt x="2930" y="465"/>
                    <a:pt x="2930" y="244"/>
                    <a:pt x="2773" y="118"/>
                  </a:cubicBezTo>
                  <a:cubicBezTo>
                    <a:pt x="2710" y="55"/>
                    <a:pt x="2615" y="24"/>
                    <a:pt x="2517" y="24"/>
                  </a:cubicBezTo>
                  <a:cubicBezTo>
                    <a:pt x="2418" y="24"/>
                    <a:pt x="2316" y="55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35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99" name="Google Shape;10599;p64"/>
            <p:cNvSpPr/>
            <p:nvPr/>
          </p:nvSpPr>
          <p:spPr>
            <a:xfrm>
              <a:off x="-52411399" y="2463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00" name="Google Shape;10600;p64"/>
            <p:cNvSpPr/>
            <p:nvPr/>
          </p:nvSpPr>
          <p:spPr>
            <a:xfrm>
              <a:off x="-52336576" y="2463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01" name="Google Shape;10601;p64"/>
            <p:cNvSpPr/>
            <p:nvPr/>
          </p:nvSpPr>
          <p:spPr>
            <a:xfrm>
              <a:off x="-52505924" y="2295525"/>
              <a:ext cx="299325" cy="317425"/>
            </a:xfrm>
            <a:custGeom>
              <a:rect l="l" t="t" r="r" b="b"/>
              <a:pathLst>
                <a:path w="11973" h="12697" extrusionOk="0">
                  <a:moveTo>
                    <a:pt x="8046" y="1489"/>
                  </a:moveTo>
                  <a:cubicBezTo>
                    <a:pt x="8121" y="1489"/>
                    <a:pt x="8192" y="1497"/>
                    <a:pt x="8255" y="1513"/>
                  </a:cubicBezTo>
                  <a:cubicBezTo>
                    <a:pt x="8224" y="1639"/>
                    <a:pt x="8224" y="1765"/>
                    <a:pt x="8224" y="1859"/>
                  </a:cubicBezTo>
                  <a:lnTo>
                    <a:pt x="8224" y="2080"/>
                  </a:lnTo>
                  <a:cubicBezTo>
                    <a:pt x="7909" y="1828"/>
                    <a:pt x="7499" y="1670"/>
                    <a:pt x="7121" y="1607"/>
                  </a:cubicBezTo>
                  <a:cubicBezTo>
                    <a:pt x="7341" y="1513"/>
                    <a:pt x="7594" y="1513"/>
                    <a:pt x="7814" y="1513"/>
                  </a:cubicBezTo>
                  <a:cubicBezTo>
                    <a:pt x="7893" y="1497"/>
                    <a:pt x="7972" y="1489"/>
                    <a:pt x="8046" y="1489"/>
                  </a:cubicBezTo>
                  <a:close/>
                  <a:moveTo>
                    <a:pt x="9326" y="914"/>
                  </a:moveTo>
                  <a:cubicBezTo>
                    <a:pt x="9484" y="1071"/>
                    <a:pt x="9610" y="1261"/>
                    <a:pt x="9673" y="1544"/>
                  </a:cubicBezTo>
                  <a:cubicBezTo>
                    <a:pt x="9452" y="1796"/>
                    <a:pt x="9232" y="2111"/>
                    <a:pt x="9137" y="2458"/>
                  </a:cubicBezTo>
                  <a:cubicBezTo>
                    <a:pt x="9043" y="2269"/>
                    <a:pt x="8980" y="2080"/>
                    <a:pt x="8980" y="1859"/>
                  </a:cubicBezTo>
                  <a:cubicBezTo>
                    <a:pt x="8980" y="1513"/>
                    <a:pt x="9137" y="1198"/>
                    <a:pt x="9326" y="914"/>
                  </a:cubicBezTo>
                  <a:close/>
                  <a:moveTo>
                    <a:pt x="11122" y="1513"/>
                  </a:moveTo>
                  <a:lnTo>
                    <a:pt x="11122" y="1513"/>
                  </a:lnTo>
                  <a:cubicBezTo>
                    <a:pt x="11028" y="2174"/>
                    <a:pt x="10460" y="2741"/>
                    <a:pt x="9767" y="2899"/>
                  </a:cubicBezTo>
                  <a:cubicBezTo>
                    <a:pt x="9925" y="2174"/>
                    <a:pt x="10460" y="1670"/>
                    <a:pt x="11122" y="1513"/>
                  </a:cubicBezTo>
                  <a:close/>
                  <a:moveTo>
                    <a:pt x="6365" y="2237"/>
                  </a:moveTo>
                  <a:cubicBezTo>
                    <a:pt x="7404" y="2237"/>
                    <a:pt x="8287" y="2836"/>
                    <a:pt x="8728" y="3718"/>
                  </a:cubicBezTo>
                  <a:lnTo>
                    <a:pt x="8602" y="3718"/>
                  </a:lnTo>
                  <a:cubicBezTo>
                    <a:pt x="7972" y="3718"/>
                    <a:pt x="7499" y="4222"/>
                    <a:pt x="7499" y="4821"/>
                  </a:cubicBezTo>
                  <a:lnTo>
                    <a:pt x="7499" y="5167"/>
                  </a:lnTo>
                  <a:lnTo>
                    <a:pt x="3025" y="5167"/>
                  </a:lnTo>
                  <a:cubicBezTo>
                    <a:pt x="2206" y="5167"/>
                    <a:pt x="1513" y="4506"/>
                    <a:pt x="1513" y="3686"/>
                  </a:cubicBezTo>
                  <a:cubicBezTo>
                    <a:pt x="1513" y="2899"/>
                    <a:pt x="2206" y="2237"/>
                    <a:pt x="3025" y="2237"/>
                  </a:cubicBezTo>
                  <a:close/>
                  <a:moveTo>
                    <a:pt x="10397" y="3497"/>
                  </a:moveTo>
                  <a:cubicBezTo>
                    <a:pt x="10429" y="3686"/>
                    <a:pt x="10460" y="3875"/>
                    <a:pt x="10460" y="4064"/>
                  </a:cubicBezTo>
                  <a:cubicBezTo>
                    <a:pt x="10460" y="4537"/>
                    <a:pt x="10334" y="4978"/>
                    <a:pt x="10114" y="5388"/>
                  </a:cubicBezTo>
                  <a:cubicBezTo>
                    <a:pt x="9956" y="5608"/>
                    <a:pt x="10145" y="5923"/>
                    <a:pt x="10429" y="5923"/>
                  </a:cubicBezTo>
                  <a:lnTo>
                    <a:pt x="10460" y="5923"/>
                  </a:lnTo>
                  <a:cubicBezTo>
                    <a:pt x="10870" y="5923"/>
                    <a:pt x="11217" y="6238"/>
                    <a:pt x="11217" y="6679"/>
                  </a:cubicBezTo>
                  <a:cubicBezTo>
                    <a:pt x="11217" y="7120"/>
                    <a:pt x="10902" y="7435"/>
                    <a:pt x="10460" y="7435"/>
                  </a:cubicBezTo>
                  <a:lnTo>
                    <a:pt x="9704" y="7435"/>
                  </a:lnTo>
                  <a:lnTo>
                    <a:pt x="9704" y="4821"/>
                  </a:lnTo>
                  <a:cubicBezTo>
                    <a:pt x="9704" y="4443"/>
                    <a:pt x="9641" y="4033"/>
                    <a:pt x="9515" y="3686"/>
                  </a:cubicBezTo>
                  <a:cubicBezTo>
                    <a:pt x="9830" y="3655"/>
                    <a:pt x="10114" y="3592"/>
                    <a:pt x="10397" y="3497"/>
                  </a:cubicBezTo>
                  <a:close/>
                  <a:moveTo>
                    <a:pt x="1513" y="6679"/>
                  </a:moveTo>
                  <a:lnTo>
                    <a:pt x="1513" y="8160"/>
                  </a:lnTo>
                  <a:cubicBezTo>
                    <a:pt x="1104" y="8160"/>
                    <a:pt x="789" y="7845"/>
                    <a:pt x="789" y="7435"/>
                  </a:cubicBezTo>
                  <a:cubicBezTo>
                    <a:pt x="789" y="7026"/>
                    <a:pt x="1135" y="6679"/>
                    <a:pt x="1513" y="6679"/>
                  </a:cubicBezTo>
                  <a:close/>
                  <a:moveTo>
                    <a:pt x="8570" y="4474"/>
                  </a:moveTo>
                  <a:cubicBezTo>
                    <a:pt x="8759" y="4474"/>
                    <a:pt x="8917" y="4632"/>
                    <a:pt x="8917" y="4821"/>
                  </a:cubicBezTo>
                  <a:cubicBezTo>
                    <a:pt x="8980" y="4978"/>
                    <a:pt x="8980" y="8412"/>
                    <a:pt x="8980" y="8570"/>
                  </a:cubicBezTo>
                  <a:cubicBezTo>
                    <a:pt x="8980" y="10460"/>
                    <a:pt x="7467" y="11972"/>
                    <a:pt x="5609" y="11972"/>
                  </a:cubicBezTo>
                  <a:cubicBezTo>
                    <a:pt x="3781" y="11972"/>
                    <a:pt x="2269" y="10460"/>
                    <a:pt x="2269" y="8570"/>
                  </a:cubicBezTo>
                  <a:lnTo>
                    <a:pt x="2269" y="5797"/>
                  </a:lnTo>
                  <a:cubicBezTo>
                    <a:pt x="2521" y="5892"/>
                    <a:pt x="2742" y="5923"/>
                    <a:pt x="3025" y="5923"/>
                  </a:cubicBezTo>
                  <a:lnTo>
                    <a:pt x="7877" y="5923"/>
                  </a:lnTo>
                  <a:cubicBezTo>
                    <a:pt x="8066" y="5923"/>
                    <a:pt x="8224" y="5766"/>
                    <a:pt x="8224" y="5577"/>
                  </a:cubicBezTo>
                  <a:lnTo>
                    <a:pt x="8224" y="4821"/>
                  </a:lnTo>
                  <a:cubicBezTo>
                    <a:pt x="8224" y="4632"/>
                    <a:pt x="8381" y="4474"/>
                    <a:pt x="8570" y="4474"/>
                  </a:cubicBezTo>
                  <a:close/>
                  <a:moveTo>
                    <a:pt x="9358" y="0"/>
                  </a:moveTo>
                  <a:cubicBezTo>
                    <a:pt x="9271" y="0"/>
                    <a:pt x="9185" y="32"/>
                    <a:pt x="9106" y="95"/>
                  </a:cubicBezTo>
                  <a:cubicBezTo>
                    <a:pt x="9043" y="95"/>
                    <a:pt x="8791" y="378"/>
                    <a:pt x="8539" y="819"/>
                  </a:cubicBezTo>
                  <a:cubicBezTo>
                    <a:pt x="8318" y="756"/>
                    <a:pt x="8098" y="725"/>
                    <a:pt x="7877" y="725"/>
                  </a:cubicBezTo>
                  <a:cubicBezTo>
                    <a:pt x="7089" y="725"/>
                    <a:pt x="6365" y="1008"/>
                    <a:pt x="5735" y="1481"/>
                  </a:cubicBezTo>
                  <a:lnTo>
                    <a:pt x="2994" y="1481"/>
                  </a:lnTo>
                  <a:cubicBezTo>
                    <a:pt x="1765" y="1481"/>
                    <a:pt x="757" y="2458"/>
                    <a:pt x="757" y="3718"/>
                  </a:cubicBezTo>
                  <a:cubicBezTo>
                    <a:pt x="757" y="4379"/>
                    <a:pt x="1072" y="5010"/>
                    <a:pt x="1545" y="5419"/>
                  </a:cubicBezTo>
                  <a:cubicBezTo>
                    <a:pt x="1482" y="5451"/>
                    <a:pt x="1482" y="5545"/>
                    <a:pt x="1482" y="5577"/>
                  </a:cubicBezTo>
                  <a:lnTo>
                    <a:pt x="1482" y="5923"/>
                  </a:lnTo>
                  <a:cubicBezTo>
                    <a:pt x="662" y="5923"/>
                    <a:pt x="1" y="6585"/>
                    <a:pt x="1" y="7435"/>
                  </a:cubicBezTo>
                  <a:cubicBezTo>
                    <a:pt x="1" y="8255"/>
                    <a:pt x="662" y="8916"/>
                    <a:pt x="1482" y="8916"/>
                  </a:cubicBezTo>
                  <a:cubicBezTo>
                    <a:pt x="1702" y="10996"/>
                    <a:pt x="3435" y="12697"/>
                    <a:pt x="5577" y="12697"/>
                  </a:cubicBezTo>
                  <a:cubicBezTo>
                    <a:pt x="7877" y="12697"/>
                    <a:pt x="9673" y="10806"/>
                    <a:pt x="9673" y="8570"/>
                  </a:cubicBezTo>
                  <a:lnTo>
                    <a:pt x="9673" y="8223"/>
                  </a:lnTo>
                  <a:lnTo>
                    <a:pt x="10429" y="8223"/>
                  </a:lnTo>
                  <a:cubicBezTo>
                    <a:pt x="11248" y="8223"/>
                    <a:pt x="11941" y="7530"/>
                    <a:pt x="11941" y="6711"/>
                  </a:cubicBezTo>
                  <a:cubicBezTo>
                    <a:pt x="11973" y="6049"/>
                    <a:pt x="11563" y="5482"/>
                    <a:pt x="10965" y="5293"/>
                  </a:cubicBezTo>
                  <a:cubicBezTo>
                    <a:pt x="11122" y="4915"/>
                    <a:pt x="11217" y="4506"/>
                    <a:pt x="11217" y="4064"/>
                  </a:cubicBezTo>
                  <a:cubicBezTo>
                    <a:pt x="11217" y="3718"/>
                    <a:pt x="11185" y="3403"/>
                    <a:pt x="11059" y="3056"/>
                  </a:cubicBezTo>
                  <a:cubicBezTo>
                    <a:pt x="11626" y="2584"/>
                    <a:pt x="11973" y="1859"/>
                    <a:pt x="11973" y="1071"/>
                  </a:cubicBezTo>
                  <a:cubicBezTo>
                    <a:pt x="11973" y="882"/>
                    <a:pt x="11815" y="725"/>
                    <a:pt x="11626" y="725"/>
                  </a:cubicBezTo>
                  <a:cubicBezTo>
                    <a:pt x="11154" y="725"/>
                    <a:pt x="10713" y="851"/>
                    <a:pt x="10303" y="1071"/>
                  </a:cubicBezTo>
                  <a:cubicBezTo>
                    <a:pt x="10082" y="504"/>
                    <a:pt x="9641" y="95"/>
                    <a:pt x="9610" y="95"/>
                  </a:cubicBezTo>
                  <a:cubicBezTo>
                    <a:pt x="9531" y="32"/>
                    <a:pt x="9444" y="0"/>
                    <a:pt x="9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02" name="Google Shape;10602;p64"/>
          <p:cNvGrpSpPr/>
          <p:nvPr/>
        </p:nvGrpSpPr>
        <p:grpSpPr>
          <a:xfrm>
            <a:off x="7554641" y="3603379"/>
            <a:ext cx="317290" cy="361090"/>
            <a:chOff x="-52494098" y="2686975"/>
            <a:chExt cx="279625" cy="318225"/>
          </a:xfrm>
        </p:grpSpPr>
        <p:sp>
          <p:nvSpPr>
            <p:cNvPr id="10603" name="Google Shape;10603;p64"/>
            <p:cNvSpPr/>
            <p:nvPr/>
          </p:nvSpPr>
          <p:spPr>
            <a:xfrm>
              <a:off x="-52391698" y="2919525"/>
              <a:ext cx="72475" cy="28950"/>
            </a:xfrm>
            <a:custGeom>
              <a:rect l="l" t="t" r="r" b="b"/>
              <a:pathLst>
                <a:path w="2899" h="1158" extrusionOk="0">
                  <a:moveTo>
                    <a:pt x="386" y="0"/>
                  </a:moveTo>
                  <a:cubicBezTo>
                    <a:pt x="291" y="0"/>
                    <a:pt x="205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4" y="969"/>
                    <a:pt x="977" y="1158"/>
                    <a:pt x="1449" y="1158"/>
                  </a:cubicBezTo>
                  <a:cubicBezTo>
                    <a:pt x="1922" y="1158"/>
                    <a:pt x="2426" y="969"/>
                    <a:pt x="2741" y="622"/>
                  </a:cubicBezTo>
                  <a:cubicBezTo>
                    <a:pt x="2898" y="465"/>
                    <a:pt x="2898" y="213"/>
                    <a:pt x="2741" y="118"/>
                  </a:cubicBezTo>
                  <a:cubicBezTo>
                    <a:pt x="2662" y="39"/>
                    <a:pt x="2568" y="0"/>
                    <a:pt x="2477" y="0"/>
                  </a:cubicBezTo>
                  <a:cubicBezTo>
                    <a:pt x="2387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39"/>
                    <a:pt x="480" y="0"/>
                    <a:pt x="3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04" name="Google Shape;10604;p64"/>
            <p:cNvSpPr/>
            <p:nvPr/>
          </p:nvSpPr>
          <p:spPr>
            <a:xfrm>
              <a:off x="-52401949" y="2856300"/>
              <a:ext cx="18125" cy="17350"/>
            </a:xfrm>
            <a:custGeom>
              <a:rect l="l" t="t" r="r" b="b"/>
              <a:pathLst>
                <a:path w="725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05" name="Google Shape;10605;p64"/>
            <p:cNvSpPr/>
            <p:nvPr/>
          </p:nvSpPr>
          <p:spPr>
            <a:xfrm>
              <a:off x="-52327925" y="2855525"/>
              <a:ext cx="18925" cy="17350"/>
            </a:xfrm>
            <a:custGeom>
              <a:rect l="l" t="t" r="r" b="b"/>
              <a:pathLst>
                <a:path w="757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7" y="693"/>
                    <a:pt x="694" y="536"/>
                    <a:pt x="694" y="347"/>
                  </a:cubicBezTo>
                  <a:cubicBezTo>
                    <a:pt x="757" y="189"/>
                    <a:pt x="600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06" name="Google Shape;10606;p64"/>
            <p:cNvSpPr/>
            <p:nvPr/>
          </p:nvSpPr>
          <p:spPr>
            <a:xfrm>
              <a:off x="-52494098" y="2686975"/>
              <a:ext cx="279625" cy="318225"/>
            </a:xfrm>
            <a:custGeom>
              <a:rect l="l" t="t" r="r" b="b"/>
              <a:pathLst>
                <a:path w="11185" h="12729" extrusionOk="0">
                  <a:moveTo>
                    <a:pt x="8538" y="756"/>
                  </a:moveTo>
                  <a:cubicBezTo>
                    <a:pt x="8727" y="756"/>
                    <a:pt x="8885" y="914"/>
                    <a:pt x="8885" y="1103"/>
                  </a:cubicBezTo>
                  <a:lnTo>
                    <a:pt x="8885" y="2269"/>
                  </a:lnTo>
                  <a:lnTo>
                    <a:pt x="2143" y="2269"/>
                  </a:lnTo>
                  <a:lnTo>
                    <a:pt x="2143" y="1103"/>
                  </a:lnTo>
                  <a:cubicBezTo>
                    <a:pt x="2143" y="914"/>
                    <a:pt x="2300" y="756"/>
                    <a:pt x="2552" y="756"/>
                  </a:cubicBezTo>
                  <a:close/>
                  <a:moveTo>
                    <a:pt x="5545" y="3025"/>
                  </a:moveTo>
                  <a:cubicBezTo>
                    <a:pt x="5734" y="3025"/>
                    <a:pt x="5892" y="3182"/>
                    <a:pt x="5892" y="3371"/>
                  </a:cubicBezTo>
                  <a:cubicBezTo>
                    <a:pt x="5892" y="3592"/>
                    <a:pt x="5734" y="3749"/>
                    <a:pt x="5545" y="3749"/>
                  </a:cubicBezTo>
                  <a:cubicBezTo>
                    <a:pt x="5356" y="3749"/>
                    <a:pt x="5199" y="3592"/>
                    <a:pt x="5199" y="3371"/>
                  </a:cubicBezTo>
                  <a:cubicBezTo>
                    <a:pt x="5199" y="3182"/>
                    <a:pt x="5356" y="3025"/>
                    <a:pt x="5545" y="3025"/>
                  </a:cubicBezTo>
                  <a:close/>
                  <a:moveTo>
                    <a:pt x="4474" y="3025"/>
                  </a:moveTo>
                  <a:cubicBezTo>
                    <a:pt x="4443" y="3151"/>
                    <a:pt x="4411" y="3277"/>
                    <a:pt x="4411" y="3434"/>
                  </a:cubicBezTo>
                  <a:cubicBezTo>
                    <a:pt x="4411" y="3529"/>
                    <a:pt x="4443" y="3655"/>
                    <a:pt x="4474" y="3781"/>
                  </a:cubicBezTo>
                  <a:lnTo>
                    <a:pt x="2206" y="3781"/>
                  </a:lnTo>
                  <a:lnTo>
                    <a:pt x="2206" y="3025"/>
                  </a:lnTo>
                  <a:close/>
                  <a:moveTo>
                    <a:pt x="8853" y="3056"/>
                  </a:moveTo>
                  <a:lnTo>
                    <a:pt x="8853" y="3812"/>
                  </a:lnTo>
                  <a:lnTo>
                    <a:pt x="6553" y="3812"/>
                  </a:lnTo>
                  <a:lnTo>
                    <a:pt x="6553" y="3781"/>
                  </a:lnTo>
                  <a:cubicBezTo>
                    <a:pt x="6616" y="3655"/>
                    <a:pt x="6648" y="3529"/>
                    <a:pt x="6648" y="3434"/>
                  </a:cubicBezTo>
                  <a:cubicBezTo>
                    <a:pt x="6648" y="3308"/>
                    <a:pt x="6616" y="3151"/>
                    <a:pt x="6553" y="3056"/>
                  </a:cubicBezTo>
                  <a:close/>
                  <a:moveTo>
                    <a:pt x="9601" y="4568"/>
                  </a:moveTo>
                  <a:cubicBezTo>
                    <a:pt x="9503" y="4903"/>
                    <a:pt x="9317" y="5207"/>
                    <a:pt x="9042" y="5482"/>
                  </a:cubicBezTo>
                  <a:cubicBezTo>
                    <a:pt x="8763" y="5736"/>
                    <a:pt x="8382" y="5887"/>
                    <a:pt x="7997" y="5887"/>
                  </a:cubicBezTo>
                  <a:cubicBezTo>
                    <a:pt x="7904" y="5887"/>
                    <a:pt x="7811" y="5878"/>
                    <a:pt x="7719" y="5860"/>
                  </a:cubicBezTo>
                  <a:cubicBezTo>
                    <a:pt x="6207" y="5640"/>
                    <a:pt x="4758" y="5199"/>
                    <a:pt x="3434" y="4568"/>
                  </a:cubicBezTo>
                  <a:close/>
                  <a:moveTo>
                    <a:pt x="1418" y="6742"/>
                  </a:moveTo>
                  <a:lnTo>
                    <a:pt x="1418" y="8223"/>
                  </a:lnTo>
                  <a:cubicBezTo>
                    <a:pt x="1009" y="8223"/>
                    <a:pt x="662" y="7908"/>
                    <a:pt x="662" y="7467"/>
                  </a:cubicBezTo>
                  <a:cubicBezTo>
                    <a:pt x="662" y="7089"/>
                    <a:pt x="1009" y="6742"/>
                    <a:pt x="1418" y="6742"/>
                  </a:cubicBezTo>
                  <a:close/>
                  <a:moveTo>
                    <a:pt x="9641" y="6742"/>
                  </a:moveTo>
                  <a:cubicBezTo>
                    <a:pt x="10019" y="6742"/>
                    <a:pt x="10397" y="7057"/>
                    <a:pt x="10397" y="7467"/>
                  </a:cubicBezTo>
                  <a:cubicBezTo>
                    <a:pt x="10397" y="7908"/>
                    <a:pt x="10019" y="8223"/>
                    <a:pt x="9641" y="8223"/>
                  </a:cubicBezTo>
                  <a:lnTo>
                    <a:pt x="9641" y="6742"/>
                  </a:lnTo>
                  <a:close/>
                  <a:moveTo>
                    <a:pt x="2143" y="4757"/>
                  </a:moveTo>
                  <a:lnTo>
                    <a:pt x="2741" y="5072"/>
                  </a:lnTo>
                  <a:cubicBezTo>
                    <a:pt x="4254" y="5829"/>
                    <a:pt x="5860" y="6333"/>
                    <a:pt x="7562" y="6616"/>
                  </a:cubicBezTo>
                  <a:cubicBezTo>
                    <a:pt x="7667" y="6633"/>
                    <a:pt x="7777" y="6640"/>
                    <a:pt x="7889" y="6640"/>
                  </a:cubicBezTo>
                  <a:cubicBezTo>
                    <a:pt x="8211" y="6640"/>
                    <a:pt x="8550" y="6576"/>
                    <a:pt x="8853" y="6459"/>
                  </a:cubicBezTo>
                  <a:lnTo>
                    <a:pt x="8853" y="8664"/>
                  </a:lnTo>
                  <a:cubicBezTo>
                    <a:pt x="8885" y="10460"/>
                    <a:pt x="7341" y="11972"/>
                    <a:pt x="5514" y="11972"/>
                  </a:cubicBezTo>
                  <a:cubicBezTo>
                    <a:pt x="3655" y="11972"/>
                    <a:pt x="2143" y="10460"/>
                    <a:pt x="2143" y="8633"/>
                  </a:cubicBezTo>
                  <a:lnTo>
                    <a:pt x="2143" y="4757"/>
                  </a:lnTo>
                  <a:close/>
                  <a:moveTo>
                    <a:pt x="2584" y="0"/>
                  </a:moveTo>
                  <a:cubicBezTo>
                    <a:pt x="1954" y="0"/>
                    <a:pt x="1481" y="504"/>
                    <a:pt x="1481" y="1103"/>
                  </a:cubicBezTo>
                  <a:lnTo>
                    <a:pt x="1481" y="5986"/>
                  </a:lnTo>
                  <a:cubicBezTo>
                    <a:pt x="662" y="5986"/>
                    <a:pt x="0" y="6648"/>
                    <a:pt x="0" y="7467"/>
                  </a:cubicBezTo>
                  <a:cubicBezTo>
                    <a:pt x="0" y="8317"/>
                    <a:pt x="662" y="8979"/>
                    <a:pt x="1481" y="8979"/>
                  </a:cubicBezTo>
                  <a:cubicBezTo>
                    <a:pt x="1670" y="11058"/>
                    <a:pt x="3466" y="12728"/>
                    <a:pt x="5577" y="12728"/>
                  </a:cubicBezTo>
                  <a:cubicBezTo>
                    <a:pt x="7719" y="12728"/>
                    <a:pt x="9483" y="11058"/>
                    <a:pt x="9672" y="8979"/>
                  </a:cubicBezTo>
                  <a:cubicBezTo>
                    <a:pt x="10492" y="8979"/>
                    <a:pt x="11185" y="8317"/>
                    <a:pt x="11185" y="7467"/>
                  </a:cubicBezTo>
                  <a:cubicBezTo>
                    <a:pt x="11122" y="6679"/>
                    <a:pt x="10460" y="6018"/>
                    <a:pt x="9641" y="6018"/>
                  </a:cubicBezTo>
                  <a:lnTo>
                    <a:pt x="9641" y="5892"/>
                  </a:lnTo>
                  <a:cubicBezTo>
                    <a:pt x="10113" y="5419"/>
                    <a:pt x="10397" y="4789"/>
                    <a:pt x="10397" y="4127"/>
                  </a:cubicBezTo>
                  <a:cubicBezTo>
                    <a:pt x="10397" y="3938"/>
                    <a:pt x="10240" y="3781"/>
                    <a:pt x="10019" y="3781"/>
                  </a:cubicBezTo>
                  <a:lnTo>
                    <a:pt x="9672" y="3781"/>
                  </a:lnTo>
                  <a:lnTo>
                    <a:pt x="9672" y="1103"/>
                  </a:lnTo>
                  <a:cubicBezTo>
                    <a:pt x="9672" y="473"/>
                    <a:pt x="9168" y="0"/>
                    <a:pt x="85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07" name="Google Shape;10607;p64"/>
          <p:cNvGrpSpPr/>
          <p:nvPr/>
        </p:nvGrpSpPr>
        <p:grpSpPr>
          <a:xfrm>
            <a:off x="6665412" y="4064322"/>
            <a:ext cx="315503" cy="361090"/>
            <a:chOff x="-51708850" y="2305750"/>
            <a:chExt cx="278050" cy="318225"/>
          </a:xfrm>
        </p:grpSpPr>
        <p:sp>
          <p:nvSpPr>
            <p:cNvPr id="10608" name="Google Shape;10608;p64"/>
            <p:cNvSpPr/>
            <p:nvPr/>
          </p:nvSpPr>
          <p:spPr>
            <a:xfrm>
              <a:off x="-51617476" y="2455400"/>
              <a:ext cx="18125" cy="18150"/>
            </a:xfrm>
            <a:custGeom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725"/>
                    <a:pt x="378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09" name="Google Shape;10609;p64"/>
            <p:cNvSpPr/>
            <p:nvPr/>
          </p:nvSpPr>
          <p:spPr>
            <a:xfrm>
              <a:off x="-51541874" y="2455400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10" name="Google Shape;10610;p64"/>
            <p:cNvSpPr/>
            <p:nvPr/>
          </p:nvSpPr>
          <p:spPr>
            <a:xfrm>
              <a:off x="-51708850" y="2305750"/>
              <a:ext cx="278050" cy="318225"/>
            </a:xfrm>
            <a:custGeom>
              <a:rect l="l" t="t" r="r" b="b"/>
              <a:pathLst>
                <a:path w="11122" h="12729" extrusionOk="0">
                  <a:moveTo>
                    <a:pt x="1765" y="725"/>
                  </a:moveTo>
                  <a:cubicBezTo>
                    <a:pt x="1986" y="725"/>
                    <a:pt x="2143" y="883"/>
                    <a:pt x="2143" y="1072"/>
                  </a:cubicBezTo>
                  <a:cubicBezTo>
                    <a:pt x="2143" y="1261"/>
                    <a:pt x="1986" y="1419"/>
                    <a:pt x="1765" y="1419"/>
                  </a:cubicBezTo>
                  <a:cubicBezTo>
                    <a:pt x="1576" y="1419"/>
                    <a:pt x="1419" y="1261"/>
                    <a:pt x="1419" y="1072"/>
                  </a:cubicBezTo>
                  <a:cubicBezTo>
                    <a:pt x="1419" y="915"/>
                    <a:pt x="1576" y="725"/>
                    <a:pt x="1765" y="725"/>
                  </a:cubicBezTo>
                  <a:close/>
                  <a:moveTo>
                    <a:pt x="5514" y="725"/>
                  </a:moveTo>
                  <a:cubicBezTo>
                    <a:pt x="5703" y="725"/>
                    <a:pt x="5861" y="883"/>
                    <a:pt x="5861" y="1072"/>
                  </a:cubicBezTo>
                  <a:cubicBezTo>
                    <a:pt x="5861" y="1261"/>
                    <a:pt x="5703" y="1419"/>
                    <a:pt x="5514" y="1419"/>
                  </a:cubicBezTo>
                  <a:cubicBezTo>
                    <a:pt x="5325" y="1419"/>
                    <a:pt x="5168" y="1261"/>
                    <a:pt x="5168" y="1072"/>
                  </a:cubicBezTo>
                  <a:cubicBezTo>
                    <a:pt x="5136" y="915"/>
                    <a:pt x="5294" y="725"/>
                    <a:pt x="5514" y="725"/>
                  </a:cubicBezTo>
                  <a:close/>
                  <a:moveTo>
                    <a:pt x="9232" y="725"/>
                  </a:moveTo>
                  <a:cubicBezTo>
                    <a:pt x="9421" y="725"/>
                    <a:pt x="9578" y="883"/>
                    <a:pt x="9578" y="1072"/>
                  </a:cubicBezTo>
                  <a:cubicBezTo>
                    <a:pt x="9578" y="1261"/>
                    <a:pt x="9421" y="1419"/>
                    <a:pt x="9232" y="1419"/>
                  </a:cubicBezTo>
                  <a:cubicBezTo>
                    <a:pt x="9011" y="1419"/>
                    <a:pt x="8885" y="1261"/>
                    <a:pt x="8885" y="1072"/>
                  </a:cubicBezTo>
                  <a:cubicBezTo>
                    <a:pt x="8854" y="915"/>
                    <a:pt x="9011" y="725"/>
                    <a:pt x="9232" y="725"/>
                  </a:cubicBezTo>
                  <a:close/>
                  <a:moveTo>
                    <a:pt x="5483" y="3277"/>
                  </a:moveTo>
                  <a:lnTo>
                    <a:pt x="5987" y="3781"/>
                  </a:lnTo>
                  <a:lnTo>
                    <a:pt x="5483" y="4286"/>
                  </a:lnTo>
                  <a:lnTo>
                    <a:pt x="4979" y="3781"/>
                  </a:lnTo>
                  <a:lnTo>
                    <a:pt x="5483" y="3277"/>
                  </a:lnTo>
                  <a:close/>
                  <a:moveTo>
                    <a:pt x="8602" y="2049"/>
                  </a:moveTo>
                  <a:lnTo>
                    <a:pt x="8822" y="2175"/>
                  </a:lnTo>
                  <a:lnTo>
                    <a:pt x="8822" y="4443"/>
                  </a:lnTo>
                  <a:lnTo>
                    <a:pt x="6396" y="4443"/>
                  </a:lnTo>
                  <a:lnTo>
                    <a:pt x="6837" y="4034"/>
                  </a:lnTo>
                  <a:cubicBezTo>
                    <a:pt x="6995" y="3876"/>
                    <a:pt x="6995" y="3624"/>
                    <a:pt x="6837" y="3498"/>
                  </a:cubicBezTo>
                  <a:lnTo>
                    <a:pt x="5766" y="2458"/>
                  </a:lnTo>
                  <a:cubicBezTo>
                    <a:pt x="5687" y="2380"/>
                    <a:pt x="5585" y="2340"/>
                    <a:pt x="5491" y="2340"/>
                  </a:cubicBezTo>
                  <a:cubicBezTo>
                    <a:pt x="5396" y="2340"/>
                    <a:pt x="5309" y="2380"/>
                    <a:pt x="5262" y="2458"/>
                  </a:cubicBezTo>
                  <a:lnTo>
                    <a:pt x="4191" y="3498"/>
                  </a:lnTo>
                  <a:cubicBezTo>
                    <a:pt x="4033" y="3655"/>
                    <a:pt x="4033" y="3907"/>
                    <a:pt x="4191" y="4034"/>
                  </a:cubicBezTo>
                  <a:lnTo>
                    <a:pt x="4632" y="4443"/>
                  </a:lnTo>
                  <a:lnTo>
                    <a:pt x="2175" y="4443"/>
                  </a:lnTo>
                  <a:lnTo>
                    <a:pt x="2175" y="2175"/>
                  </a:lnTo>
                  <a:lnTo>
                    <a:pt x="2427" y="2049"/>
                  </a:lnTo>
                  <a:lnTo>
                    <a:pt x="3435" y="2868"/>
                  </a:lnTo>
                  <a:cubicBezTo>
                    <a:pt x="3498" y="2931"/>
                    <a:pt x="3577" y="2962"/>
                    <a:pt x="3655" y="2962"/>
                  </a:cubicBezTo>
                  <a:cubicBezTo>
                    <a:pt x="3734" y="2962"/>
                    <a:pt x="3813" y="2931"/>
                    <a:pt x="3876" y="2868"/>
                  </a:cubicBezTo>
                  <a:lnTo>
                    <a:pt x="4884" y="2049"/>
                  </a:lnTo>
                  <a:cubicBezTo>
                    <a:pt x="5042" y="2175"/>
                    <a:pt x="5231" y="2206"/>
                    <a:pt x="5483" y="2206"/>
                  </a:cubicBezTo>
                  <a:cubicBezTo>
                    <a:pt x="5672" y="2206"/>
                    <a:pt x="5924" y="2143"/>
                    <a:pt x="6081" y="2049"/>
                  </a:cubicBezTo>
                  <a:lnTo>
                    <a:pt x="7089" y="2868"/>
                  </a:lnTo>
                  <a:cubicBezTo>
                    <a:pt x="7152" y="2931"/>
                    <a:pt x="7231" y="2962"/>
                    <a:pt x="7314" y="2962"/>
                  </a:cubicBezTo>
                  <a:cubicBezTo>
                    <a:pt x="7397" y="2962"/>
                    <a:pt x="7483" y="2931"/>
                    <a:pt x="7562" y="2868"/>
                  </a:cubicBezTo>
                  <a:lnTo>
                    <a:pt x="8602" y="2049"/>
                  </a:lnTo>
                  <a:close/>
                  <a:moveTo>
                    <a:pt x="1419" y="5199"/>
                  </a:moveTo>
                  <a:lnTo>
                    <a:pt x="1419" y="6711"/>
                  </a:lnTo>
                  <a:cubicBezTo>
                    <a:pt x="977" y="6711"/>
                    <a:pt x="662" y="6396"/>
                    <a:pt x="662" y="5955"/>
                  </a:cubicBezTo>
                  <a:cubicBezTo>
                    <a:pt x="662" y="5546"/>
                    <a:pt x="1041" y="5199"/>
                    <a:pt x="1419" y="5199"/>
                  </a:cubicBezTo>
                  <a:close/>
                  <a:moveTo>
                    <a:pt x="9610" y="5199"/>
                  </a:moveTo>
                  <a:cubicBezTo>
                    <a:pt x="10019" y="5199"/>
                    <a:pt x="10366" y="5546"/>
                    <a:pt x="10366" y="5955"/>
                  </a:cubicBezTo>
                  <a:cubicBezTo>
                    <a:pt x="10366" y="6333"/>
                    <a:pt x="10019" y="6711"/>
                    <a:pt x="9610" y="6711"/>
                  </a:cubicBezTo>
                  <a:lnTo>
                    <a:pt x="9610" y="5199"/>
                  </a:lnTo>
                  <a:close/>
                  <a:moveTo>
                    <a:pt x="8822" y="5199"/>
                  </a:moveTo>
                  <a:lnTo>
                    <a:pt x="8822" y="8602"/>
                  </a:lnTo>
                  <a:lnTo>
                    <a:pt x="8224" y="8791"/>
                  </a:lnTo>
                  <a:cubicBezTo>
                    <a:pt x="8167" y="8807"/>
                    <a:pt x="8105" y="8815"/>
                    <a:pt x="8043" y="8815"/>
                  </a:cubicBezTo>
                  <a:cubicBezTo>
                    <a:pt x="7863" y="8815"/>
                    <a:pt x="7671" y="8750"/>
                    <a:pt x="7531" y="8633"/>
                  </a:cubicBezTo>
                  <a:cubicBezTo>
                    <a:pt x="7239" y="8342"/>
                    <a:pt x="6873" y="8200"/>
                    <a:pt x="6512" y="8200"/>
                  </a:cubicBezTo>
                  <a:cubicBezTo>
                    <a:pt x="6132" y="8200"/>
                    <a:pt x="5758" y="8358"/>
                    <a:pt x="5483" y="8665"/>
                  </a:cubicBezTo>
                  <a:cubicBezTo>
                    <a:pt x="5217" y="8382"/>
                    <a:pt x="4828" y="8222"/>
                    <a:pt x="4432" y="8222"/>
                  </a:cubicBezTo>
                  <a:cubicBezTo>
                    <a:pt x="4078" y="8222"/>
                    <a:pt x="3718" y="8350"/>
                    <a:pt x="3435" y="8633"/>
                  </a:cubicBezTo>
                  <a:cubicBezTo>
                    <a:pt x="3303" y="8765"/>
                    <a:pt x="3141" y="8820"/>
                    <a:pt x="2958" y="8820"/>
                  </a:cubicBezTo>
                  <a:cubicBezTo>
                    <a:pt x="2879" y="8820"/>
                    <a:pt x="2796" y="8810"/>
                    <a:pt x="2710" y="8791"/>
                  </a:cubicBezTo>
                  <a:lnTo>
                    <a:pt x="2080" y="8602"/>
                  </a:lnTo>
                  <a:lnTo>
                    <a:pt x="2080" y="5199"/>
                  </a:lnTo>
                  <a:close/>
                  <a:moveTo>
                    <a:pt x="4442" y="8945"/>
                  </a:moveTo>
                  <a:cubicBezTo>
                    <a:pt x="4678" y="8945"/>
                    <a:pt x="4913" y="9062"/>
                    <a:pt x="5042" y="9263"/>
                  </a:cubicBezTo>
                  <a:cubicBezTo>
                    <a:pt x="4853" y="9484"/>
                    <a:pt x="4601" y="9767"/>
                    <a:pt x="4096" y="9925"/>
                  </a:cubicBezTo>
                  <a:cubicBezTo>
                    <a:pt x="3889" y="10000"/>
                    <a:pt x="3677" y="10035"/>
                    <a:pt x="3468" y="10035"/>
                  </a:cubicBezTo>
                  <a:cubicBezTo>
                    <a:pt x="2882" y="10035"/>
                    <a:pt x="2317" y="9759"/>
                    <a:pt x="1923" y="9295"/>
                  </a:cubicBezTo>
                  <a:lnTo>
                    <a:pt x="1923" y="9295"/>
                  </a:lnTo>
                  <a:lnTo>
                    <a:pt x="2521" y="9484"/>
                  </a:lnTo>
                  <a:cubicBezTo>
                    <a:pt x="2673" y="9531"/>
                    <a:pt x="2831" y="9556"/>
                    <a:pt x="2987" y="9556"/>
                  </a:cubicBezTo>
                  <a:cubicBezTo>
                    <a:pt x="3350" y="9556"/>
                    <a:pt x="3706" y="9423"/>
                    <a:pt x="3970" y="9137"/>
                  </a:cubicBezTo>
                  <a:cubicBezTo>
                    <a:pt x="4102" y="9006"/>
                    <a:pt x="4273" y="8945"/>
                    <a:pt x="4442" y="8945"/>
                  </a:cubicBezTo>
                  <a:close/>
                  <a:moveTo>
                    <a:pt x="6546" y="9022"/>
                  </a:moveTo>
                  <a:cubicBezTo>
                    <a:pt x="6718" y="9022"/>
                    <a:pt x="6892" y="9080"/>
                    <a:pt x="7026" y="9200"/>
                  </a:cubicBezTo>
                  <a:cubicBezTo>
                    <a:pt x="7299" y="9496"/>
                    <a:pt x="7671" y="9644"/>
                    <a:pt x="8046" y="9644"/>
                  </a:cubicBezTo>
                  <a:cubicBezTo>
                    <a:pt x="8191" y="9644"/>
                    <a:pt x="8336" y="9622"/>
                    <a:pt x="8476" y="9578"/>
                  </a:cubicBezTo>
                  <a:lnTo>
                    <a:pt x="9074" y="9326"/>
                  </a:lnTo>
                  <a:lnTo>
                    <a:pt x="9074" y="9326"/>
                  </a:lnTo>
                  <a:cubicBezTo>
                    <a:pt x="8677" y="9794"/>
                    <a:pt x="8107" y="10053"/>
                    <a:pt x="7517" y="10053"/>
                  </a:cubicBezTo>
                  <a:cubicBezTo>
                    <a:pt x="7312" y="10053"/>
                    <a:pt x="7104" y="10022"/>
                    <a:pt x="6900" y="9956"/>
                  </a:cubicBezTo>
                  <a:cubicBezTo>
                    <a:pt x="6428" y="9799"/>
                    <a:pt x="6144" y="9547"/>
                    <a:pt x="5955" y="9326"/>
                  </a:cubicBezTo>
                  <a:cubicBezTo>
                    <a:pt x="6082" y="9127"/>
                    <a:pt x="6313" y="9022"/>
                    <a:pt x="6546" y="9022"/>
                  </a:cubicBezTo>
                  <a:close/>
                  <a:moveTo>
                    <a:pt x="5514" y="9893"/>
                  </a:moveTo>
                  <a:cubicBezTo>
                    <a:pt x="5640" y="10019"/>
                    <a:pt x="5798" y="10177"/>
                    <a:pt x="6081" y="10334"/>
                  </a:cubicBezTo>
                  <a:cubicBezTo>
                    <a:pt x="5924" y="10397"/>
                    <a:pt x="5703" y="10492"/>
                    <a:pt x="5514" y="10492"/>
                  </a:cubicBezTo>
                  <a:cubicBezTo>
                    <a:pt x="5325" y="10492"/>
                    <a:pt x="5136" y="10429"/>
                    <a:pt x="4979" y="10334"/>
                  </a:cubicBezTo>
                  <a:cubicBezTo>
                    <a:pt x="5231" y="10177"/>
                    <a:pt x="5388" y="10019"/>
                    <a:pt x="5514" y="9893"/>
                  </a:cubicBezTo>
                  <a:close/>
                  <a:moveTo>
                    <a:pt x="6774" y="10681"/>
                  </a:moveTo>
                  <a:cubicBezTo>
                    <a:pt x="7011" y="10749"/>
                    <a:pt x="7247" y="10780"/>
                    <a:pt x="7484" y="10780"/>
                  </a:cubicBezTo>
                  <a:cubicBezTo>
                    <a:pt x="7688" y="10780"/>
                    <a:pt x="7893" y="10756"/>
                    <a:pt x="8098" y="10713"/>
                  </a:cubicBezTo>
                  <a:lnTo>
                    <a:pt x="8098" y="10713"/>
                  </a:lnTo>
                  <a:cubicBezTo>
                    <a:pt x="7499" y="11500"/>
                    <a:pt x="6554" y="11973"/>
                    <a:pt x="5514" y="11973"/>
                  </a:cubicBezTo>
                  <a:cubicBezTo>
                    <a:pt x="4506" y="11973"/>
                    <a:pt x="3498" y="11500"/>
                    <a:pt x="2868" y="10713"/>
                  </a:cubicBezTo>
                  <a:lnTo>
                    <a:pt x="2868" y="10713"/>
                  </a:lnTo>
                  <a:cubicBezTo>
                    <a:pt x="3072" y="10756"/>
                    <a:pt x="3277" y="10780"/>
                    <a:pt x="3482" y="10780"/>
                  </a:cubicBezTo>
                  <a:cubicBezTo>
                    <a:pt x="3718" y="10780"/>
                    <a:pt x="3955" y="10749"/>
                    <a:pt x="4191" y="10681"/>
                  </a:cubicBezTo>
                  <a:cubicBezTo>
                    <a:pt x="4538" y="11028"/>
                    <a:pt x="5010" y="11217"/>
                    <a:pt x="5483" y="11217"/>
                  </a:cubicBezTo>
                  <a:cubicBezTo>
                    <a:pt x="5955" y="11217"/>
                    <a:pt x="6459" y="11028"/>
                    <a:pt x="6774" y="10681"/>
                  </a:cubicBezTo>
                  <a:close/>
                  <a:moveTo>
                    <a:pt x="1860" y="1"/>
                  </a:moveTo>
                  <a:cubicBezTo>
                    <a:pt x="1261" y="1"/>
                    <a:pt x="757" y="505"/>
                    <a:pt x="757" y="1104"/>
                  </a:cubicBezTo>
                  <a:cubicBezTo>
                    <a:pt x="757" y="1576"/>
                    <a:pt x="1072" y="2017"/>
                    <a:pt x="1513" y="2175"/>
                  </a:cubicBezTo>
                  <a:lnTo>
                    <a:pt x="1513" y="4443"/>
                  </a:lnTo>
                  <a:cubicBezTo>
                    <a:pt x="662" y="4443"/>
                    <a:pt x="1" y="5105"/>
                    <a:pt x="1" y="5955"/>
                  </a:cubicBezTo>
                  <a:cubicBezTo>
                    <a:pt x="1" y="6774"/>
                    <a:pt x="662" y="7436"/>
                    <a:pt x="1513" y="7436"/>
                  </a:cubicBezTo>
                  <a:lnTo>
                    <a:pt x="1513" y="8350"/>
                  </a:lnTo>
                  <a:lnTo>
                    <a:pt x="1261" y="8287"/>
                  </a:lnTo>
                  <a:cubicBezTo>
                    <a:pt x="1214" y="8270"/>
                    <a:pt x="1168" y="8262"/>
                    <a:pt x="1124" y="8262"/>
                  </a:cubicBezTo>
                  <a:cubicBezTo>
                    <a:pt x="846" y="8262"/>
                    <a:pt x="657" y="8577"/>
                    <a:pt x="820" y="8822"/>
                  </a:cubicBezTo>
                  <a:cubicBezTo>
                    <a:pt x="1356" y="9610"/>
                    <a:pt x="1450" y="9799"/>
                    <a:pt x="1765" y="10082"/>
                  </a:cubicBezTo>
                  <a:cubicBezTo>
                    <a:pt x="2364" y="11658"/>
                    <a:pt x="3907" y="12729"/>
                    <a:pt x="5609" y="12729"/>
                  </a:cubicBezTo>
                  <a:cubicBezTo>
                    <a:pt x="7278" y="12729"/>
                    <a:pt x="8822" y="11658"/>
                    <a:pt x="9421" y="10082"/>
                  </a:cubicBezTo>
                  <a:cubicBezTo>
                    <a:pt x="9736" y="9799"/>
                    <a:pt x="9862" y="9610"/>
                    <a:pt x="10366" y="8822"/>
                  </a:cubicBezTo>
                  <a:cubicBezTo>
                    <a:pt x="10529" y="8577"/>
                    <a:pt x="10340" y="8262"/>
                    <a:pt x="10062" y="8262"/>
                  </a:cubicBezTo>
                  <a:cubicBezTo>
                    <a:pt x="10018" y="8262"/>
                    <a:pt x="9972" y="8270"/>
                    <a:pt x="9925" y="8287"/>
                  </a:cubicBezTo>
                  <a:lnTo>
                    <a:pt x="9704" y="8350"/>
                  </a:lnTo>
                  <a:lnTo>
                    <a:pt x="9704" y="7436"/>
                  </a:lnTo>
                  <a:cubicBezTo>
                    <a:pt x="10429" y="7436"/>
                    <a:pt x="11122" y="6774"/>
                    <a:pt x="11122" y="5955"/>
                  </a:cubicBezTo>
                  <a:cubicBezTo>
                    <a:pt x="11122" y="5136"/>
                    <a:pt x="10429" y="4443"/>
                    <a:pt x="9610" y="4443"/>
                  </a:cubicBezTo>
                  <a:lnTo>
                    <a:pt x="9610" y="2175"/>
                  </a:lnTo>
                  <a:cubicBezTo>
                    <a:pt x="10051" y="2017"/>
                    <a:pt x="10366" y="1608"/>
                    <a:pt x="10366" y="1104"/>
                  </a:cubicBezTo>
                  <a:cubicBezTo>
                    <a:pt x="10366" y="473"/>
                    <a:pt x="9862" y="1"/>
                    <a:pt x="9263" y="1"/>
                  </a:cubicBezTo>
                  <a:cubicBezTo>
                    <a:pt x="8633" y="1"/>
                    <a:pt x="8161" y="505"/>
                    <a:pt x="8161" y="1104"/>
                  </a:cubicBezTo>
                  <a:cubicBezTo>
                    <a:pt x="8161" y="1230"/>
                    <a:pt x="8192" y="1324"/>
                    <a:pt x="8224" y="1450"/>
                  </a:cubicBezTo>
                  <a:lnTo>
                    <a:pt x="7405" y="2080"/>
                  </a:lnTo>
                  <a:lnTo>
                    <a:pt x="6585" y="1450"/>
                  </a:lnTo>
                  <a:cubicBezTo>
                    <a:pt x="6617" y="1324"/>
                    <a:pt x="6648" y="1230"/>
                    <a:pt x="6648" y="1104"/>
                  </a:cubicBezTo>
                  <a:cubicBezTo>
                    <a:pt x="6648" y="473"/>
                    <a:pt x="6144" y="1"/>
                    <a:pt x="5546" y="1"/>
                  </a:cubicBezTo>
                  <a:cubicBezTo>
                    <a:pt x="4916" y="1"/>
                    <a:pt x="4443" y="505"/>
                    <a:pt x="4443" y="1104"/>
                  </a:cubicBezTo>
                  <a:cubicBezTo>
                    <a:pt x="4443" y="1230"/>
                    <a:pt x="4506" y="1324"/>
                    <a:pt x="4538" y="1450"/>
                  </a:cubicBezTo>
                  <a:lnTo>
                    <a:pt x="3718" y="2080"/>
                  </a:lnTo>
                  <a:lnTo>
                    <a:pt x="2868" y="1450"/>
                  </a:lnTo>
                  <a:cubicBezTo>
                    <a:pt x="2931" y="1324"/>
                    <a:pt x="2962" y="1230"/>
                    <a:pt x="2962" y="1104"/>
                  </a:cubicBezTo>
                  <a:cubicBezTo>
                    <a:pt x="2962" y="473"/>
                    <a:pt x="2458" y="1"/>
                    <a:pt x="1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11" name="Google Shape;10611;p64"/>
          <p:cNvGrpSpPr/>
          <p:nvPr/>
        </p:nvGrpSpPr>
        <p:grpSpPr>
          <a:xfrm>
            <a:off x="7536807" y="1306109"/>
            <a:ext cx="319089" cy="362073"/>
            <a:chOff x="1044400" y="2917425"/>
            <a:chExt cx="248125" cy="281550"/>
          </a:xfrm>
        </p:grpSpPr>
        <p:sp>
          <p:nvSpPr>
            <p:cNvPr id="10612" name="Google Shape;10612;p64"/>
            <p:cNvSpPr/>
            <p:nvPr/>
          </p:nvSpPr>
          <p:spPr>
            <a:xfrm>
              <a:off x="1136400" y="3123175"/>
              <a:ext cx="64125" cy="26325"/>
            </a:xfrm>
            <a:custGeom>
              <a:rect l="l" t="t" r="r" b="b"/>
              <a:pathLst>
                <a:path w="2565" h="1053" extrusionOk="0">
                  <a:moveTo>
                    <a:pt x="352" y="0"/>
                  </a:moveTo>
                  <a:cubicBezTo>
                    <a:pt x="272" y="0"/>
                    <a:pt x="195" y="35"/>
                    <a:pt x="140" y="105"/>
                  </a:cubicBezTo>
                  <a:cubicBezTo>
                    <a:pt x="0" y="244"/>
                    <a:pt x="0" y="439"/>
                    <a:pt x="140" y="551"/>
                  </a:cubicBezTo>
                  <a:cubicBezTo>
                    <a:pt x="446" y="858"/>
                    <a:pt x="864" y="1053"/>
                    <a:pt x="1283" y="1053"/>
                  </a:cubicBezTo>
                  <a:cubicBezTo>
                    <a:pt x="1729" y="1053"/>
                    <a:pt x="2147" y="858"/>
                    <a:pt x="2425" y="551"/>
                  </a:cubicBezTo>
                  <a:cubicBezTo>
                    <a:pt x="2565" y="412"/>
                    <a:pt x="2565" y="216"/>
                    <a:pt x="2425" y="105"/>
                  </a:cubicBezTo>
                  <a:cubicBezTo>
                    <a:pt x="2356" y="35"/>
                    <a:pt x="2272" y="0"/>
                    <a:pt x="2192" y="0"/>
                  </a:cubicBezTo>
                  <a:cubicBezTo>
                    <a:pt x="2112" y="0"/>
                    <a:pt x="2035" y="35"/>
                    <a:pt x="1979" y="105"/>
                  </a:cubicBezTo>
                  <a:cubicBezTo>
                    <a:pt x="1812" y="272"/>
                    <a:pt x="1533" y="384"/>
                    <a:pt x="1283" y="384"/>
                  </a:cubicBezTo>
                  <a:cubicBezTo>
                    <a:pt x="1004" y="384"/>
                    <a:pt x="753" y="272"/>
                    <a:pt x="586" y="105"/>
                  </a:cubicBezTo>
                  <a:cubicBezTo>
                    <a:pt x="516" y="35"/>
                    <a:pt x="432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13" name="Google Shape;10613;p64"/>
            <p:cNvSpPr/>
            <p:nvPr/>
          </p:nvSpPr>
          <p:spPr>
            <a:xfrm>
              <a:off x="1127325" y="3050525"/>
              <a:ext cx="16075" cy="16050"/>
            </a:xfrm>
            <a:custGeom>
              <a:rect l="l" t="t" r="r" b="b"/>
              <a:pathLst>
                <a:path w="643" h="642" extrusionOk="0">
                  <a:moveTo>
                    <a:pt x="335" y="0"/>
                  </a:moveTo>
                  <a:cubicBezTo>
                    <a:pt x="140" y="0"/>
                    <a:pt x="1" y="140"/>
                    <a:pt x="1" y="335"/>
                  </a:cubicBezTo>
                  <a:cubicBezTo>
                    <a:pt x="1" y="502"/>
                    <a:pt x="140" y="642"/>
                    <a:pt x="335" y="642"/>
                  </a:cubicBezTo>
                  <a:cubicBezTo>
                    <a:pt x="503" y="642"/>
                    <a:pt x="642" y="502"/>
                    <a:pt x="642" y="335"/>
                  </a:cubicBezTo>
                  <a:cubicBezTo>
                    <a:pt x="642" y="140"/>
                    <a:pt x="503" y="0"/>
                    <a:pt x="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14" name="Google Shape;10614;p64"/>
            <p:cNvSpPr/>
            <p:nvPr/>
          </p:nvSpPr>
          <p:spPr>
            <a:xfrm>
              <a:off x="1192850" y="3050525"/>
              <a:ext cx="15350" cy="16050"/>
            </a:xfrm>
            <a:custGeom>
              <a:rect l="l" t="t" r="r" b="b"/>
              <a:pathLst>
                <a:path w="614" h="642" extrusionOk="0">
                  <a:moveTo>
                    <a:pt x="307" y="0"/>
                  </a:moveTo>
                  <a:cubicBezTo>
                    <a:pt x="140" y="0"/>
                    <a:pt x="0" y="140"/>
                    <a:pt x="0" y="335"/>
                  </a:cubicBezTo>
                  <a:cubicBezTo>
                    <a:pt x="0" y="502"/>
                    <a:pt x="140" y="642"/>
                    <a:pt x="307" y="642"/>
                  </a:cubicBezTo>
                  <a:cubicBezTo>
                    <a:pt x="474" y="642"/>
                    <a:pt x="613" y="502"/>
                    <a:pt x="613" y="335"/>
                  </a:cubicBezTo>
                  <a:cubicBezTo>
                    <a:pt x="613" y="140"/>
                    <a:pt x="474" y="0"/>
                    <a:pt x="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15" name="Google Shape;10615;p64"/>
            <p:cNvSpPr/>
            <p:nvPr/>
          </p:nvSpPr>
          <p:spPr>
            <a:xfrm>
              <a:off x="1044400" y="2917425"/>
              <a:ext cx="248125" cy="281550"/>
            </a:xfrm>
            <a:custGeom>
              <a:rect l="l" t="t" r="r" b="b"/>
              <a:pathLst>
                <a:path w="9925" h="11262" extrusionOk="0">
                  <a:moveTo>
                    <a:pt x="7332" y="669"/>
                  </a:moveTo>
                  <a:cubicBezTo>
                    <a:pt x="7499" y="669"/>
                    <a:pt x="7639" y="809"/>
                    <a:pt x="7639" y="976"/>
                  </a:cubicBezTo>
                  <a:lnTo>
                    <a:pt x="7639" y="2816"/>
                  </a:lnTo>
                  <a:lnTo>
                    <a:pt x="6886" y="2063"/>
                  </a:lnTo>
                  <a:cubicBezTo>
                    <a:pt x="6823" y="2000"/>
                    <a:pt x="6743" y="1964"/>
                    <a:pt x="6660" y="1964"/>
                  </a:cubicBezTo>
                  <a:cubicBezTo>
                    <a:pt x="6595" y="1964"/>
                    <a:pt x="6529" y="1986"/>
                    <a:pt x="6468" y="2035"/>
                  </a:cubicBezTo>
                  <a:cubicBezTo>
                    <a:pt x="5924" y="2398"/>
                    <a:pt x="5297" y="2579"/>
                    <a:pt x="4670" y="2579"/>
                  </a:cubicBezTo>
                  <a:cubicBezTo>
                    <a:pt x="4043" y="2579"/>
                    <a:pt x="3415" y="2398"/>
                    <a:pt x="2872" y="2035"/>
                  </a:cubicBezTo>
                  <a:cubicBezTo>
                    <a:pt x="2811" y="1986"/>
                    <a:pt x="2744" y="1964"/>
                    <a:pt x="2680" y="1964"/>
                  </a:cubicBezTo>
                  <a:cubicBezTo>
                    <a:pt x="2597" y="1964"/>
                    <a:pt x="2516" y="2000"/>
                    <a:pt x="2454" y="2063"/>
                  </a:cubicBezTo>
                  <a:lnTo>
                    <a:pt x="1701" y="2816"/>
                  </a:lnTo>
                  <a:lnTo>
                    <a:pt x="1701" y="976"/>
                  </a:lnTo>
                  <a:cubicBezTo>
                    <a:pt x="1980" y="809"/>
                    <a:pt x="2147" y="669"/>
                    <a:pt x="2314" y="669"/>
                  </a:cubicBezTo>
                  <a:cubicBezTo>
                    <a:pt x="2482" y="669"/>
                    <a:pt x="2621" y="809"/>
                    <a:pt x="2621" y="976"/>
                  </a:cubicBezTo>
                  <a:cubicBezTo>
                    <a:pt x="2621" y="1143"/>
                    <a:pt x="2760" y="1283"/>
                    <a:pt x="2956" y="1283"/>
                  </a:cubicBezTo>
                  <a:cubicBezTo>
                    <a:pt x="3123" y="1283"/>
                    <a:pt x="3262" y="1143"/>
                    <a:pt x="3262" y="976"/>
                  </a:cubicBezTo>
                  <a:cubicBezTo>
                    <a:pt x="3262" y="809"/>
                    <a:pt x="3402" y="669"/>
                    <a:pt x="3569" y="669"/>
                  </a:cubicBezTo>
                  <a:cubicBezTo>
                    <a:pt x="3736" y="669"/>
                    <a:pt x="3875" y="809"/>
                    <a:pt x="3875" y="976"/>
                  </a:cubicBezTo>
                  <a:cubicBezTo>
                    <a:pt x="3875" y="1143"/>
                    <a:pt x="4015" y="1283"/>
                    <a:pt x="4210" y="1283"/>
                  </a:cubicBezTo>
                  <a:cubicBezTo>
                    <a:pt x="4377" y="1283"/>
                    <a:pt x="4517" y="1143"/>
                    <a:pt x="4517" y="976"/>
                  </a:cubicBezTo>
                  <a:cubicBezTo>
                    <a:pt x="4517" y="809"/>
                    <a:pt x="4656" y="669"/>
                    <a:pt x="4823" y="669"/>
                  </a:cubicBezTo>
                  <a:cubicBezTo>
                    <a:pt x="4990" y="669"/>
                    <a:pt x="5130" y="809"/>
                    <a:pt x="5130" y="976"/>
                  </a:cubicBezTo>
                  <a:cubicBezTo>
                    <a:pt x="5130" y="1143"/>
                    <a:pt x="5269" y="1283"/>
                    <a:pt x="5464" y="1283"/>
                  </a:cubicBezTo>
                  <a:cubicBezTo>
                    <a:pt x="5632" y="1283"/>
                    <a:pt x="5771" y="1143"/>
                    <a:pt x="5771" y="976"/>
                  </a:cubicBezTo>
                  <a:cubicBezTo>
                    <a:pt x="5771" y="809"/>
                    <a:pt x="5910" y="669"/>
                    <a:pt x="6078" y="669"/>
                  </a:cubicBezTo>
                  <a:cubicBezTo>
                    <a:pt x="6245" y="669"/>
                    <a:pt x="6384" y="809"/>
                    <a:pt x="6384" y="976"/>
                  </a:cubicBezTo>
                  <a:cubicBezTo>
                    <a:pt x="6384" y="1143"/>
                    <a:pt x="6524" y="1283"/>
                    <a:pt x="6719" y="1283"/>
                  </a:cubicBezTo>
                  <a:cubicBezTo>
                    <a:pt x="6886" y="1283"/>
                    <a:pt x="7025" y="1143"/>
                    <a:pt x="7025" y="976"/>
                  </a:cubicBezTo>
                  <a:cubicBezTo>
                    <a:pt x="7025" y="809"/>
                    <a:pt x="7165" y="669"/>
                    <a:pt x="7332" y="669"/>
                  </a:cubicBezTo>
                  <a:close/>
                  <a:moveTo>
                    <a:pt x="1311" y="5297"/>
                  </a:moveTo>
                  <a:lnTo>
                    <a:pt x="1311" y="6635"/>
                  </a:lnTo>
                  <a:cubicBezTo>
                    <a:pt x="949" y="6635"/>
                    <a:pt x="642" y="6356"/>
                    <a:pt x="642" y="5966"/>
                  </a:cubicBezTo>
                  <a:cubicBezTo>
                    <a:pt x="642" y="5603"/>
                    <a:pt x="921" y="5297"/>
                    <a:pt x="1311" y="5297"/>
                  </a:cubicBezTo>
                  <a:close/>
                  <a:moveTo>
                    <a:pt x="8586" y="5297"/>
                  </a:moveTo>
                  <a:cubicBezTo>
                    <a:pt x="8949" y="5297"/>
                    <a:pt x="9255" y="5575"/>
                    <a:pt x="9255" y="5966"/>
                  </a:cubicBezTo>
                  <a:cubicBezTo>
                    <a:pt x="9255" y="6356"/>
                    <a:pt x="8949" y="6635"/>
                    <a:pt x="8586" y="6635"/>
                  </a:cubicBezTo>
                  <a:lnTo>
                    <a:pt x="8586" y="5297"/>
                  </a:lnTo>
                  <a:close/>
                  <a:moveTo>
                    <a:pt x="6914" y="2732"/>
                  </a:moveTo>
                  <a:lnTo>
                    <a:pt x="7973" y="3763"/>
                  </a:lnTo>
                  <a:cubicBezTo>
                    <a:pt x="7917" y="4265"/>
                    <a:pt x="7917" y="7248"/>
                    <a:pt x="7917" y="7638"/>
                  </a:cubicBezTo>
                  <a:cubicBezTo>
                    <a:pt x="7917" y="9255"/>
                    <a:pt x="6607" y="10593"/>
                    <a:pt x="4963" y="10593"/>
                  </a:cubicBezTo>
                  <a:cubicBezTo>
                    <a:pt x="3318" y="10593"/>
                    <a:pt x="2008" y="9255"/>
                    <a:pt x="2008" y="7638"/>
                  </a:cubicBezTo>
                  <a:lnTo>
                    <a:pt x="2008" y="3763"/>
                  </a:lnTo>
                  <a:lnTo>
                    <a:pt x="3039" y="2732"/>
                  </a:lnTo>
                  <a:cubicBezTo>
                    <a:pt x="3638" y="3080"/>
                    <a:pt x="4301" y="3255"/>
                    <a:pt x="4966" y="3255"/>
                  </a:cubicBezTo>
                  <a:cubicBezTo>
                    <a:pt x="5632" y="3255"/>
                    <a:pt x="6301" y="3080"/>
                    <a:pt x="6914" y="2732"/>
                  </a:cubicBezTo>
                  <a:close/>
                  <a:moveTo>
                    <a:pt x="2314" y="0"/>
                  </a:moveTo>
                  <a:cubicBezTo>
                    <a:pt x="1757" y="0"/>
                    <a:pt x="1339" y="446"/>
                    <a:pt x="1339" y="976"/>
                  </a:cubicBezTo>
                  <a:lnTo>
                    <a:pt x="1339" y="4628"/>
                  </a:lnTo>
                  <a:cubicBezTo>
                    <a:pt x="614" y="4628"/>
                    <a:pt x="1" y="5241"/>
                    <a:pt x="1" y="5966"/>
                  </a:cubicBezTo>
                  <a:cubicBezTo>
                    <a:pt x="1" y="6690"/>
                    <a:pt x="614" y="7276"/>
                    <a:pt x="1339" y="7276"/>
                  </a:cubicBezTo>
                  <a:lnTo>
                    <a:pt x="1339" y="7638"/>
                  </a:lnTo>
                  <a:cubicBezTo>
                    <a:pt x="1339" y="9617"/>
                    <a:pt x="2983" y="11262"/>
                    <a:pt x="4963" y="11262"/>
                  </a:cubicBezTo>
                  <a:cubicBezTo>
                    <a:pt x="6942" y="11262"/>
                    <a:pt x="8586" y="9617"/>
                    <a:pt x="8586" y="7638"/>
                  </a:cubicBezTo>
                  <a:lnTo>
                    <a:pt x="8586" y="7276"/>
                  </a:lnTo>
                  <a:cubicBezTo>
                    <a:pt x="9311" y="7276"/>
                    <a:pt x="9896" y="6690"/>
                    <a:pt x="9896" y="5966"/>
                  </a:cubicBezTo>
                  <a:cubicBezTo>
                    <a:pt x="9924" y="5241"/>
                    <a:pt x="9311" y="4628"/>
                    <a:pt x="8586" y="4628"/>
                  </a:cubicBezTo>
                  <a:lnTo>
                    <a:pt x="8586" y="976"/>
                  </a:lnTo>
                  <a:cubicBezTo>
                    <a:pt x="8586" y="418"/>
                    <a:pt x="8140" y="0"/>
                    <a:pt x="7611" y="0"/>
                  </a:cubicBezTo>
                  <a:cubicBezTo>
                    <a:pt x="7360" y="0"/>
                    <a:pt x="7137" y="112"/>
                    <a:pt x="6942" y="251"/>
                  </a:cubicBezTo>
                  <a:cubicBezTo>
                    <a:pt x="6774" y="56"/>
                    <a:pt x="6524" y="0"/>
                    <a:pt x="6301" y="0"/>
                  </a:cubicBezTo>
                  <a:cubicBezTo>
                    <a:pt x="6050" y="0"/>
                    <a:pt x="5799" y="112"/>
                    <a:pt x="5632" y="251"/>
                  </a:cubicBezTo>
                  <a:cubicBezTo>
                    <a:pt x="5436" y="56"/>
                    <a:pt x="5213" y="0"/>
                    <a:pt x="4963" y="0"/>
                  </a:cubicBezTo>
                  <a:cubicBezTo>
                    <a:pt x="4712" y="0"/>
                    <a:pt x="4461" y="112"/>
                    <a:pt x="4294" y="251"/>
                  </a:cubicBezTo>
                  <a:cubicBezTo>
                    <a:pt x="4126" y="56"/>
                    <a:pt x="3875" y="0"/>
                    <a:pt x="3625" y="0"/>
                  </a:cubicBezTo>
                  <a:cubicBezTo>
                    <a:pt x="3402" y="0"/>
                    <a:pt x="3151" y="112"/>
                    <a:pt x="2983" y="251"/>
                  </a:cubicBezTo>
                  <a:cubicBezTo>
                    <a:pt x="2788" y="56"/>
                    <a:pt x="2565" y="0"/>
                    <a:pt x="2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16" name="Google Shape;10616;p64"/>
            <p:cNvSpPr/>
            <p:nvPr/>
          </p:nvSpPr>
          <p:spPr>
            <a:xfrm>
              <a:off x="1086125" y="2932961"/>
              <a:ext cx="11427" cy="58241"/>
            </a:xfrm>
            <a:custGeom>
              <a:rect l="l" t="t" r="r" b="b"/>
              <a:pathLst>
                <a:path w="500" h="2548" extrusionOk="0">
                  <a:moveTo>
                    <a:pt x="500" y="2238"/>
                  </a:moveTo>
                  <a:lnTo>
                    <a:pt x="500" y="0"/>
                  </a:lnTo>
                  <a:lnTo>
                    <a:pt x="72" y="214"/>
                  </a:lnTo>
                  <a:lnTo>
                    <a:pt x="0" y="1547"/>
                  </a:lnTo>
                  <a:lnTo>
                    <a:pt x="0" y="25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10617" name="Google Shape;10617;p64"/>
            <p:cNvSpPr/>
            <p:nvPr/>
          </p:nvSpPr>
          <p:spPr>
            <a:xfrm>
              <a:off x="1090922" y="2925900"/>
              <a:ext cx="29209" cy="38629"/>
            </a:xfrm>
            <a:custGeom>
              <a:rect l="l" t="t" r="r" b="b"/>
              <a:pathLst>
                <a:path w="1278" h="1690" extrusionOk="0">
                  <a:moveTo>
                    <a:pt x="288" y="737"/>
                  </a:moveTo>
                  <a:cubicBezTo>
                    <a:pt x="296" y="689"/>
                    <a:pt x="288" y="519"/>
                    <a:pt x="336" y="451"/>
                  </a:cubicBezTo>
                  <a:cubicBezTo>
                    <a:pt x="384" y="384"/>
                    <a:pt x="471" y="340"/>
                    <a:pt x="574" y="332"/>
                  </a:cubicBezTo>
                  <a:cubicBezTo>
                    <a:pt x="677" y="324"/>
                    <a:pt x="840" y="412"/>
                    <a:pt x="955" y="404"/>
                  </a:cubicBezTo>
                  <a:cubicBezTo>
                    <a:pt x="1070" y="396"/>
                    <a:pt x="1320" y="349"/>
                    <a:pt x="1264" y="285"/>
                  </a:cubicBezTo>
                  <a:cubicBezTo>
                    <a:pt x="1208" y="222"/>
                    <a:pt x="816" y="51"/>
                    <a:pt x="621" y="23"/>
                  </a:cubicBezTo>
                  <a:cubicBezTo>
                    <a:pt x="427" y="-5"/>
                    <a:pt x="200" y="-13"/>
                    <a:pt x="97" y="118"/>
                  </a:cubicBezTo>
                  <a:cubicBezTo>
                    <a:pt x="-6" y="249"/>
                    <a:pt x="2" y="547"/>
                    <a:pt x="2" y="809"/>
                  </a:cubicBezTo>
                  <a:cubicBezTo>
                    <a:pt x="2" y="1071"/>
                    <a:pt x="81" y="1543"/>
                    <a:pt x="97" y="169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10618" name="Google Shape;10618;p64"/>
            <p:cNvSpPr/>
            <p:nvPr/>
          </p:nvSpPr>
          <p:spPr>
            <a:xfrm>
              <a:off x="1222775" y="2966925"/>
              <a:ext cx="28574" cy="36325"/>
            </a:xfrm>
            <a:custGeom>
              <a:rect l="l" t="t" r="r" b="b"/>
              <a:pathLst>
                <a:path w="1048" h="1453" extrusionOk="0">
                  <a:moveTo>
                    <a:pt x="0" y="0"/>
                  </a:moveTo>
                  <a:lnTo>
                    <a:pt x="1048" y="1072"/>
                  </a:lnTo>
                  <a:lnTo>
                    <a:pt x="905" y="1453"/>
                  </a:lnTo>
                  <a:lnTo>
                    <a:pt x="0" y="6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10619" name="Google Shape;10619;p64"/>
            <p:cNvSpPr/>
            <p:nvPr/>
          </p:nvSpPr>
          <p:spPr>
            <a:xfrm>
              <a:off x="1205975" y="2965750"/>
              <a:ext cx="21000" cy="16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20" name="Google Shape;10620;p64"/>
            <p:cNvSpPr/>
            <p:nvPr/>
          </p:nvSpPr>
          <p:spPr>
            <a:xfrm>
              <a:off x="1082225" y="2937250"/>
              <a:ext cx="11400" cy="2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21" name="Google Shape;10621;p64"/>
          <p:cNvSpPr/>
          <p:nvPr/>
        </p:nvSpPr>
        <p:spPr>
          <a:xfrm>
            <a:off x="6633660" y="2232052"/>
            <a:ext cx="343218" cy="362154"/>
          </a:xfrm>
          <a:custGeom>
            <a:rect l="l" t="t" r="r" b="b"/>
            <a:pathLst>
              <a:path w="10621" h="11207" extrusionOk="0">
                <a:moveTo>
                  <a:pt x="6412" y="614"/>
                </a:moveTo>
                <a:lnTo>
                  <a:pt x="6690" y="1980"/>
                </a:lnTo>
                <a:cubicBezTo>
                  <a:pt x="6384" y="2063"/>
                  <a:pt x="6105" y="2203"/>
                  <a:pt x="5854" y="2426"/>
                </a:cubicBezTo>
                <a:cubicBezTo>
                  <a:pt x="5548" y="2119"/>
                  <a:pt x="5129" y="1952"/>
                  <a:pt x="4711" y="1952"/>
                </a:cubicBezTo>
                <a:cubicBezTo>
                  <a:pt x="4265" y="1952"/>
                  <a:pt x="3875" y="2119"/>
                  <a:pt x="3568" y="2426"/>
                </a:cubicBezTo>
                <a:cubicBezTo>
                  <a:pt x="3345" y="2231"/>
                  <a:pt x="3039" y="2063"/>
                  <a:pt x="2732" y="1980"/>
                </a:cubicBezTo>
                <a:lnTo>
                  <a:pt x="3011" y="614"/>
                </a:lnTo>
                <a:close/>
                <a:moveTo>
                  <a:pt x="7192" y="1088"/>
                </a:moveTo>
                <a:lnTo>
                  <a:pt x="8530" y="2147"/>
                </a:lnTo>
                <a:cubicBezTo>
                  <a:pt x="8447" y="2259"/>
                  <a:pt x="8335" y="2370"/>
                  <a:pt x="8251" y="2482"/>
                </a:cubicBezTo>
                <a:cubicBezTo>
                  <a:pt x="8028" y="2231"/>
                  <a:pt x="7750" y="2008"/>
                  <a:pt x="7359" y="1952"/>
                </a:cubicBezTo>
                <a:lnTo>
                  <a:pt x="7192" y="1088"/>
                </a:lnTo>
                <a:close/>
                <a:moveTo>
                  <a:pt x="9339" y="2565"/>
                </a:moveTo>
                <a:cubicBezTo>
                  <a:pt x="9729" y="2565"/>
                  <a:pt x="10008" y="2844"/>
                  <a:pt x="10008" y="3234"/>
                </a:cubicBezTo>
                <a:cubicBezTo>
                  <a:pt x="9980" y="3624"/>
                  <a:pt x="9701" y="3903"/>
                  <a:pt x="9339" y="3903"/>
                </a:cubicBezTo>
                <a:cubicBezTo>
                  <a:pt x="9004" y="3903"/>
                  <a:pt x="8670" y="3624"/>
                  <a:pt x="8670" y="3234"/>
                </a:cubicBezTo>
                <a:cubicBezTo>
                  <a:pt x="8670" y="2900"/>
                  <a:pt x="8948" y="2565"/>
                  <a:pt x="9339" y="2565"/>
                </a:cubicBezTo>
                <a:close/>
                <a:moveTo>
                  <a:pt x="7081" y="2565"/>
                </a:moveTo>
                <a:cubicBezTo>
                  <a:pt x="7638" y="2565"/>
                  <a:pt x="8056" y="3039"/>
                  <a:pt x="8056" y="3541"/>
                </a:cubicBezTo>
                <a:cubicBezTo>
                  <a:pt x="8056" y="4070"/>
                  <a:pt x="7610" y="4516"/>
                  <a:pt x="7081" y="4516"/>
                </a:cubicBezTo>
                <a:cubicBezTo>
                  <a:pt x="6718" y="4516"/>
                  <a:pt x="6384" y="4321"/>
                  <a:pt x="6217" y="4015"/>
                </a:cubicBezTo>
                <a:cubicBezTo>
                  <a:pt x="6147" y="3889"/>
                  <a:pt x="6028" y="3827"/>
                  <a:pt x="5910" y="3827"/>
                </a:cubicBezTo>
                <a:cubicBezTo>
                  <a:pt x="5791" y="3827"/>
                  <a:pt x="5673" y="3889"/>
                  <a:pt x="5603" y="4015"/>
                </a:cubicBezTo>
                <a:cubicBezTo>
                  <a:pt x="5436" y="4321"/>
                  <a:pt x="5102" y="4516"/>
                  <a:pt x="4739" y="4516"/>
                </a:cubicBezTo>
                <a:cubicBezTo>
                  <a:pt x="4405" y="4516"/>
                  <a:pt x="4042" y="4321"/>
                  <a:pt x="3875" y="4015"/>
                </a:cubicBezTo>
                <a:cubicBezTo>
                  <a:pt x="3805" y="3889"/>
                  <a:pt x="3694" y="3827"/>
                  <a:pt x="3582" y="3827"/>
                </a:cubicBezTo>
                <a:cubicBezTo>
                  <a:pt x="3471" y="3827"/>
                  <a:pt x="3359" y="3889"/>
                  <a:pt x="3290" y="4015"/>
                </a:cubicBezTo>
                <a:cubicBezTo>
                  <a:pt x="3094" y="4321"/>
                  <a:pt x="2760" y="4516"/>
                  <a:pt x="2398" y="4516"/>
                </a:cubicBezTo>
                <a:cubicBezTo>
                  <a:pt x="1840" y="4516"/>
                  <a:pt x="1422" y="4070"/>
                  <a:pt x="1422" y="3541"/>
                </a:cubicBezTo>
                <a:cubicBezTo>
                  <a:pt x="1422" y="3039"/>
                  <a:pt x="1840" y="2565"/>
                  <a:pt x="2398" y="2565"/>
                </a:cubicBezTo>
                <a:cubicBezTo>
                  <a:pt x="2760" y="2565"/>
                  <a:pt x="3094" y="2788"/>
                  <a:pt x="3290" y="3095"/>
                </a:cubicBezTo>
                <a:cubicBezTo>
                  <a:pt x="3359" y="3220"/>
                  <a:pt x="3471" y="3283"/>
                  <a:pt x="3582" y="3283"/>
                </a:cubicBezTo>
                <a:cubicBezTo>
                  <a:pt x="3694" y="3283"/>
                  <a:pt x="3805" y="3220"/>
                  <a:pt x="3875" y="3095"/>
                </a:cubicBezTo>
                <a:cubicBezTo>
                  <a:pt x="4042" y="2788"/>
                  <a:pt x="4405" y="2565"/>
                  <a:pt x="4739" y="2565"/>
                </a:cubicBezTo>
                <a:cubicBezTo>
                  <a:pt x="5102" y="2565"/>
                  <a:pt x="5436" y="2788"/>
                  <a:pt x="5603" y="3095"/>
                </a:cubicBezTo>
                <a:cubicBezTo>
                  <a:pt x="5673" y="3220"/>
                  <a:pt x="5791" y="3283"/>
                  <a:pt x="5910" y="3283"/>
                </a:cubicBezTo>
                <a:cubicBezTo>
                  <a:pt x="6028" y="3283"/>
                  <a:pt x="6147" y="3220"/>
                  <a:pt x="6217" y="3095"/>
                </a:cubicBezTo>
                <a:cubicBezTo>
                  <a:pt x="6384" y="2788"/>
                  <a:pt x="6718" y="2565"/>
                  <a:pt x="7081" y="2565"/>
                </a:cubicBezTo>
                <a:close/>
                <a:moveTo>
                  <a:pt x="5798" y="4767"/>
                </a:moveTo>
                <a:cubicBezTo>
                  <a:pt x="6105" y="5074"/>
                  <a:pt x="6523" y="5269"/>
                  <a:pt x="6941" y="5269"/>
                </a:cubicBezTo>
                <a:cubicBezTo>
                  <a:pt x="7192" y="5269"/>
                  <a:pt x="7387" y="5213"/>
                  <a:pt x="7610" y="5130"/>
                </a:cubicBezTo>
                <a:lnTo>
                  <a:pt x="7610" y="6273"/>
                </a:lnTo>
                <a:lnTo>
                  <a:pt x="7109" y="6440"/>
                </a:lnTo>
                <a:cubicBezTo>
                  <a:pt x="7055" y="6463"/>
                  <a:pt x="6997" y="6473"/>
                  <a:pt x="6938" y="6473"/>
                </a:cubicBezTo>
                <a:cubicBezTo>
                  <a:pt x="6782" y="6473"/>
                  <a:pt x="6616" y="6402"/>
                  <a:pt x="6495" y="6301"/>
                </a:cubicBezTo>
                <a:cubicBezTo>
                  <a:pt x="6241" y="6046"/>
                  <a:pt x="5923" y="5927"/>
                  <a:pt x="5608" y="5927"/>
                </a:cubicBezTo>
                <a:cubicBezTo>
                  <a:pt x="5267" y="5927"/>
                  <a:pt x="4930" y="6067"/>
                  <a:pt x="4683" y="6328"/>
                </a:cubicBezTo>
                <a:cubicBezTo>
                  <a:pt x="4433" y="6078"/>
                  <a:pt x="4082" y="5937"/>
                  <a:pt x="3733" y="5937"/>
                </a:cubicBezTo>
                <a:cubicBezTo>
                  <a:pt x="3420" y="5937"/>
                  <a:pt x="3109" y="6050"/>
                  <a:pt x="2871" y="6301"/>
                </a:cubicBezTo>
                <a:cubicBezTo>
                  <a:pt x="2737" y="6416"/>
                  <a:pt x="2602" y="6478"/>
                  <a:pt x="2449" y="6478"/>
                </a:cubicBezTo>
                <a:cubicBezTo>
                  <a:pt x="2380" y="6478"/>
                  <a:pt x="2308" y="6466"/>
                  <a:pt x="2230" y="6440"/>
                </a:cubicBezTo>
                <a:lnTo>
                  <a:pt x="1673" y="6273"/>
                </a:lnTo>
                <a:lnTo>
                  <a:pt x="1673" y="5130"/>
                </a:lnTo>
                <a:cubicBezTo>
                  <a:pt x="1896" y="5213"/>
                  <a:pt x="2091" y="5269"/>
                  <a:pt x="2342" y="5269"/>
                </a:cubicBezTo>
                <a:cubicBezTo>
                  <a:pt x="2788" y="5269"/>
                  <a:pt x="3178" y="5074"/>
                  <a:pt x="3485" y="4767"/>
                </a:cubicBezTo>
                <a:cubicBezTo>
                  <a:pt x="3791" y="5074"/>
                  <a:pt x="4209" y="5269"/>
                  <a:pt x="4628" y="5269"/>
                </a:cubicBezTo>
                <a:cubicBezTo>
                  <a:pt x="5102" y="5269"/>
                  <a:pt x="5464" y="5074"/>
                  <a:pt x="5798" y="4767"/>
                </a:cubicBezTo>
                <a:close/>
                <a:moveTo>
                  <a:pt x="3791" y="6577"/>
                </a:moveTo>
                <a:cubicBezTo>
                  <a:pt x="4000" y="6577"/>
                  <a:pt x="4207" y="6680"/>
                  <a:pt x="4321" y="6858"/>
                </a:cubicBezTo>
                <a:lnTo>
                  <a:pt x="4182" y="6997"/>
                </a:lnTo>
                <a:cubicBezTo>
                  <a:pt x="3826" y="7340"/>
                  <a:pt x="3371" y="7508"/>
                  <a:pt x="2920" y="7508"/>
                </a:cubicBezTo>
                <a:cubicBezTo>
                  <a:pt x="2415" y="7508"/>
                  <a:pt x="1914" y="7298"/>
                  <a:pt x="1561" y="6886"/>
                </a:cubicBezTo>
                <a:lnTo>
                  <a:pt x="1561" y="6886"/>
                </a:lnTo>
                <a:lnTo>
                  <a:pt x="2091" y="7081"/>
                </a:lnTo>
                <a:cubicBezTo>
                  <a:pt x="2215" y="7120"/>
                  <a:pt x="2343" y="7139"/>
                  <a:pt x="2471" y="7139"/>
                </a:cubicBezTo>
                <a:cubicBezTo>
                  <a:pt x="2803" y="7139"/>
                  <a:pt x="3132" y="7008"/>
                  <a:pt x="3373" y="6747"/>
                </a:cubicBezTo>
                <a:cubicBezTo>
                  <a:pt x="3490" y="6630"/>
                  <a:pt x="3641" y="6577"/>
                  <a:pt x="3791" y="6577"/>
                </a:cubicBezTo>
                <a:close/>
                <a:moveTo>
                  <a:pt x="5591" y="6621"/>
                </a:moveTo>
                <a:cubicBezTo>
                  <a:pt x="5743" y="6621"/>
                  <a:pt x="5898" y="6679"/>
                  <a:pt x="6021" y="6802"/>
                </a:cubicBezTo>
                <a:cubicBezTo>
                  <a:pt x="6282" y="7042"/>
                  <a:pt x="6599" y="7168"/>
                  <a:pt x="6933" y="7168"/>
                </a:cubicBezTo>
                <a:cubicBezTo>
                  <a:pt x="7064" y="7168"/>
                  <a:pt x="7198" y="7148"/>
                  <a:pt x="7332" y="7109"/>
                </a:cubicBezTo>
                <a:lnTo>
                  <a:pt x="7833" y="6886"/>
                </a:lnTo>
                <a:lnTo>
                  <a:pt x="7833" y="6886"/>
                </a:lnTo>
                <a:cubicBezTo>
                  <a:pt x="7503" y="7299"/>
                  <a:pt x="7003" y="7529"/>
                  <a:pt x="6483" y="7529"/>
                </a:cubicBezTo>
                <a:cubicBezTo>
                  <a:pt x="6302" y="7529"/>
                  <a:pt x="6118" y="7501"/>
                  <a:pt x="5938" y="7443"/>
                </a:cubicBezTo>
                <a:cubicBezTo>
                  <a:pt x="5464" y="7304"/>
                  <a:pt x="5269" y="7025"/>
                  <a:pt x="5102" y="6886"/>
                </a:cubicBezTo>
                <a:cubicBezTo>
                  <a:pt x="5211" y="6714"/>
                  <a:pt x="5398" y="6621"/>
                  <a:pt x="5591" y="6621"/>
                </a:cubicBezTo>
                <a:close/>
                <a:moveTo>
                  <a:pt x="4628" y="7416"/>
                </a:moveTo>
                <a:cubicBezTo>
                  <a:pt x="4906" y="7694"/>
                  <a:pt x="5185" y="7945"/>
                  <a:pt x="5659" y="8085"/>
                </a:cubicBezTo>
                <a:cubicBezTo>
                  <a:pt x="5882" y="8140"/>
                  <a:pt x="6161" y="8224"/>
                  <a:pt x="6412" y="8224"/>
                </a:cubicBezTo>
                <a:cubicBezTo>
                  <a:pt x="7053" y="8224"/>
                  <a:pt x="7666" y="7973"/>
                  <a:pt x="8112" y="7527"/>
                </a:cubicBezTo>
                <a:cubicBezTo>
                  <a:pt x="8224" y="7639"/>
                  <a:pt x="8251" y="7806"/>
                  <a:pt x="8251" y="7945"/>
                </a:cubicBezTo>
                <a:cubicBezTo>
                  <a:pt x="8335" y="8280"/>
                  <a:pt x="8056" y="8558"/>
                  <a:pt x="7666" y="8558"/>
                </a:cubicBezTo>
                <a:cubicBezTo>
                  <a:pt x="7555" y="8558"/>
                  <a:pt x="7471" y="8531"/>
                  <a:pt x="7387" y="8503"/>
                </a:cubicBezTo>
                <a:cubicBezTo>
                  <a:pt x="7339" y="8479"/>
                  <a:pt x="7291" y="8468"/>
                  <a:pt x="7243" y="8468"/>
                </a:cubicBezTo>
                <a:cubicBezTo>
                  <a:pt x="7016" y="8468"/>
                  <a:pt x="6826" y="8718"/>
                  <a:pt x="6941" y="8949"/>
                </a:cubicBezTo>
                <a:cubicBezTo>
                  <a:pt x="6969" y="9060"/>
                  <a:pt x="6997" y="9172"/>
                  <a:pt x="6997" y="9227"/>
                </a:cubicBezTo>
                <a:cubicBezTo>
                  <a:pt x="6997" y="9590"/>
                  <a:pt x="6718" y="9896"/>
                  <a:pt x="6356" y="9896"/>
                </a:cubicBezTo>
                <a:cubicBezTo>
                  <a:pt x="6161" y="9896"/>
                  <a:pt x="6021" y="9813"/>
                  <a:pt x="5882" y="9729"/>
                </a:cubicBezTo>
                <a:cubicBezTo>
                  <a:pt x="5815" y="9662"/>
                  <a:pt x="5734" y="9631"/>
                  <a:pt x="5655" y="9631"/>
                </a:cubicBezTo>
                <a:cubicBezTo>
                  <a:pt x="5505" y="9631"/>
                  <a:pt x="5361" y="9742"/>
                  <a:pt x="5325" y="9924"/>
                </a:cubicBezTo>
                <a:cubicBezTo>
                  <a:pt x="5297" y="10287"/>
                  <a:pt x="5018" y="10565"/>
                  <a:pt x="4683" y="10565"/>
                </a:cubicBezTo>
                <a:cubicBezTo>
                  <a:pt x="4321" y="10565"/>
                  <a:pt x="4042" y="10287"/>
                  <a:pt x="4014" y="9924"/>
                </a:cubicBezTo>
                <a:cubicBezTo>
                  <a:pt x="3996" y="9741"/>
                  <a:pt x="3846" y="9619"/>
                  <a:pt x="3690" y="9619"/>
                </a:cubicBezTo>
                <a:cubicBezTo>
                  <a:pt x="3608" y="9619"/>
                  <a:pt x="3524" y="9652"/>
                  <a:pt x="3457" y="9729"/>
                </a:cubicBezTo>
                <a:cubicBezTo>
                  <a:pt x="3317" y="9813"/>
                  <a:pt x="3178" y="9896"/>
                  <a:pt x="3011" y="9896"/>
                </a:cubicBezTo>
                <a:cubicBezTo>
                  <a:pt x="2648" y="9896"/>
                  <a:pt x="2342" y="9618"/>
                  <a:pt x="2342" y="9227"/>
                </a:cubicBezTo>
                <a:cubicBezTo>
                  <a:pt x="2342" y="9116"/>
                  <a:pt x="2370" y="9032"/>
                  <a:pt x="2398" y="8949"/>
                </a:cubicBezTo>
                <a:cubicBezTo>
                  <a:pt x="2513" y="8718"/>
                  <a:pt x="2323" y="8468"/>
                  <a:pt x="2095" y="8468"/>
                </a:cubicBezTo>
                <a:cubicBezTo>
                  <a:pt x="2048" y="8468"/>
                  <a:pt x="2000" y="8479"/>
                  <a:pt x="1952" y="8503"/>
                </a:cubicBezTo>
                <a:cubicBezTo>
                  <a:pt x="1859" y="8555"/>
                  <a:pt x="1755" y="8583"/>
                  <a:pt x="1653" y="8583"/>
                </a:cubicBezTo>
                <a:cubicBezTo>
                  <a:pt x="1538" y="8583"/>
                  <a:pt x="1427" y="8548"/>
                  <a:pt x="1338" y="8475"/>
                </a:cubicBezTo>
                <a:cubicBezTo>
                  <a:pt x="1115" y="8335"/>
                  <a:pt x="1004" y="8112"/>
                  <a:pt x="1004" y="7917"/>
                </a:cubicBezTo>
                <a:cubicBezTo>
                  <a:pt x="1004" y="7722"/>
                  <a:pt x="1087" y="7583"/>
                  <a:pt x="1143" y="7499"/>
                </a:cubicBezTo>
                <a:cubicBezTo>
                  <a:pt x="1617" y="7945"/>
                  <a:pt x="2230" y="8196"/>
                  <a:pt x="2871" y="8196"/>
                </a:cubicBezTo>
                <a:cubicBezTo>
                  <a:pt x="3485" y="8196"/>
                  <a:pt x="4126" y="7945"/>
                  <a:pt x="4572" y="7499"/>
                </a:cubicBezTo>
                <a:lnTo>
                  <a:pt x="4628" y="7416"/>
                </a:lnTo>
                <a:close/>
                <a:moveTo>
                  <a:pt x="2732" y="1"/>
                </a:moveTo>
                <a:cubicBezTo>
                  <a:pt x="2537" y="1"/>
                  <a:pt x="2453" y="112"/>
                  <a:pt x="2398" y="279"/>
                </a:cubicBezTo>
                <a:lnTo>
                  <a:pt x="2063" y="2008"/>
                </a:lnTo>
                <a:cubicBezTo>
                  <a:pt x="1310" y="2203"/>
                  <a:pt x="753" y="2844"/>
                  <a:pt x="753" y="3624"/>
                </a:cubicBezTo>
                <a:cubicBezTo>
                  <a:pt x="753" y="4015"/>
                  <a:pt x="892" y="4321"/>
                  <a:pt x="1087" y="4600"/>
                </a:cubicBezTo>
                <a:lnTo>
                  <a:pt x="1087" y="6050"/>
                </a:lnTo>
                <a:lnTo>
                  <a:pt x="864" y="5994"/>
                </a:lnTo>
                <a:cubicBezTo>
                  <a:pt x="832" y="5987"/>
                  <a:pt x="799" y="5984"/>
                  <a:pt x="766" y="5984"/>
                </a:cubicBezTo>
                <a:cubicBezTo>
                  <a:pt x="662" y="5984"/>
                  <a:pt x="566" y="6020"/>
                  <a:pt x="502" y="6105"/>
                </a:cubicBezTo>
                <a:cubicBezTo>
                  <a:pt x="418" y="6189"/>
                  <a:pt x="391" y="6384"/>
                  <a:pt x="502" y="6468"/>
                </a:cubicBezTo>
                <a:lnTo>
                  <a:pt x="837" y="6997"/>
                </a:lnTo>
                <a:cubicBezTo>
                  <a:pt x="0" y="7806"/>
                  <a:pt x="558" y="9255"/>
                  <a:pt x="1756" y="9255"/>
                </a:cubicBezTo>
                <a:cubicBezTo>
                  <a:pt x="1756" y="10001"/>
                  <a:pt x="2361" y="10582"/>
                  <a:pt x="3036" y="10582"/>
                </a:cubicBezTo>
                <a:cubicBezTo>
                  <a:pt x="3193" y="10582"/>
                  <a:pt x="3354" y="10550"/>
                  <a:pt x="3513" y="10482"/>
                </a:cubicBezTo>
                <a:cubicBezTo>
                  <a:pt x="3736" y="10928"/>
                  <a:pt x="4182" y="11207"/>
                  <a:pt x="4711" y="11207"/>
                </a:cubicBezTo>
                <a:cubicBezTo>
                  <a:pt x="5241" y="11207"/>
                  <a:pt x="5687" y="10900"/>
                  <a:pt x="5882" y="10482"/>
                </a:cubicBezTo>
                <a:cubicBezTo>
                  <a:pt x="6040" y="10536"/>
                  <a:pt x="6198" y="10562"/>
                  <a:pt x="6351" y="10562"/>
                </a:cubicBezTo>
                <a:cubicBezTo>
                  <a:pt x="7062" y="10562"/>
                  <a:pt x="7666" y="10012"/>
                  <a:pt x="7666" y="9255"/>
                </a:cubicBezTo>
                <a:cubicBezTo>
                  <a:pt x="8865" y="9255"/>
                  <a:pt x="9450" y="7806"/>
                  <a:pt x="8586" y="6997"/>
                </a:cubicBezTo>
                <a:lnTo>
                  <a:pt x="8920" y="6468"/>
                </a:lnTo>
                <a:cubicBezTo>
                  <a:pt x="9066" y="6273"/>
                  <a:pt x="8894" y="5973"/>
                  <a:pt x="8645" y="5973"/>
                </a:cubicBezTo>
                <a:cubicBezTo>
                  <a:pt x="8608" y="5973"/>
                  <a:pt x="8570" y="5980"/>
                  <a:pt x="8530" y="5994"/>
                </a:cubicBezTo>
                <a:lnTo>
                  <a:pt x="8335" y="6050"/>
                </a:lnTo>
                <a:lnTo>
                  <a:pt x="8335" y="4600"/>
                </a:lnTo>
                <a:cubicBezTo>
                  <a:pt x="8391" y="4489"/>
                  <a:pt x="8474" y="4433"/>
                  <a:pt x="8502" y="4321"/>
                </a:cubicBezTo>
                <a:cubicBezTo>
                  <a:pt x="8725" y="4489"/>
                  <a:pt x="9032" y="4600"/>
                  <a:pt x="9311" y="4600"/>
                </a:cubicBezTo>
                <a:cubicBezTo>
                  <a:pt x="10035" y="4600"/>
                  <a:pt x="10621" y="4015"/>
                  <a:pt x="10621" y="3262"/>
                </a:cubicBezTo>
                <a:cubicBezTo>
                  <a:pt x="10621" y="2537"/>
                  <a:pt x="10035" y="1924"/>
                  <a:pt x="9339" y="1924"/>
                </a:cubicBezTo>
                <a:lnTo>
                  <a:pt x="9311" y="1924"/>
                </a:lnTo>
                <a:lnTo>
                  <a:pt x="69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7DC03-A6D4-6C47-6947-95B17B089460}"/>
              </a:ext>
            </a:extLst>
          </p:cNvPr>
          <p:cNvSpPr txBox="1"/>
          <p:nvPr/>
        </p:nvSpPr>
        <p:spPr>
          <a:xfrm>
            <a:off x="999125" y="535531"/>
            <a:ext cx="3205195" cy="5595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5DEBE-93EB-6CAE-668B-2DBB40CCC31A}"/>
              </a:ext>
            </a:extLst>
          </p:cNvPr>
          <p:cNvSpPr txBox="1"/>
          <p:nvPr/>
        </p:nvSpPr>
        <p:spPr>
          <a:xfrm>
            <a:off x="1289712" y="586328"/>
            <a:ext cx="24218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>
                <a:solidFill>
                  <a:schemeClr val="bg1"/>
                </a:solidFill>
              </a:rPr>
              <a:t>Иконки справки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23920-9293-E813-92CB-6484F9739967}"/>
              </a:ext>
            </a:extLst>
          </p:cNvPr>
          <p:cNvSpPr txBox="1"/>
          <p:nvPr/>
        </p:nvSpPr>
        <p:spPr>
          <a:xfrm>
            <a:off x="5809069" y="635719"/>
            <a:ext cx="15060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Аватарки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2026-08-03T14:32:00.951</cp:lastPrinted>
  <dcterms:created xsi:type="dcterms:W3CDTF">2026-08-03T14:32:00Z</dcterms:created>
  <dcterms:modified xsi:type="dcterms:W3CDTF">2026-08-03T14:32:01Z</dcterms:modified>
</cp:coreProperties>
</file>