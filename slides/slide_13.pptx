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2"/>
        <p:cNvGrpSpPr/>
        <p:nvPr/>
      </p:nvGrpSpPr>
      <p:grpSpPr>
        <a:xfrm>
          <a:off x="0" y="0"/>
          <a:ext cx="0" cy="0"/>
        </a:xfrm>
      </p:grpSpPr>
      <p:sp>
        <p:nvSpPr>
          <p:cNvPr id="1113" name="Google Shape;1113;g172b184585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172b184585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FB57EF-DC3D-4F93-A6C9-62F05A6177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8CF39CE-4EFD-4C73-B11E-2E618A5AF6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178C848-197C-41AF-8A91-EAACA6BD2D7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55CDBF6-C031-41D0-B0CD-542C355D777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0160344-7F41-47A8-B81B-BBDACD25236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0AF0FF8-6EF0-4466-A337-0804721842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FAD8C52-26BE-4AAF-85E9-604248A7121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121AE8A-FE6C-4E94-B5BB-C0C54BE4F98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A397879-4ED8-4005-A9A5-75A1D92724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1F8D5E3-E8C8-40E3-A199-6914798AEF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08386FC-7149-47B8-B2AD-FBD3273D04D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15"/>
        <p:cNvGrpSpPr/>
        <p:nvPr/>
      </p:nvGrpSpPr>
      <p:grpSpPr>
        <a:xfrm>
          <a:off x="0" y="0"/>
          <a:ext cx="0" cy="0"/>
        </a:xfrm>
      </p:grpSpPr>
      <p:sp>
        <p:nvSpPr>
          <p:cNvPr id="1116" name="Google Shape;111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ОРГАНИЗАЦИОННАЯ СТРУКТУРА</a:t>
            </a:r>
            <a:br>
              <a:rPr lang="en"/>
            </a:br>
            <a:endParaRPr lang="en"/>
          </a:p>
        </p:txBody>
      </p:sp>
      <p:cxnSp>
        <p:nvCxnSpPr>
          <p:cNvPr id="1117" name="Google Shape;1117;p43"/>
          <p:cNvCxnSpPr>
            <a:stCxn id="1118" idx="2"/>
            <a:endCxn id="1119" idx="0"/>
          </p:cNvCxnSpPr>
          <p:nvPr/>
        </p:nvCxnSpPr>
        <p:spPr>
          <a:xfrm rot="-5400000" flipH="1">
            <a:off x="5100697" y="1018250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0" name="Google Shape;1120;p43"/>
          <p:cNvCxnSpPr>
            <a:stCxn id="1121" idx="0"/>
            <a:endCxn id="1118" idx="2"/>
          </p:cNvCxnSpPr>
          <p:nvPr/>
        </p:nvCxnSpPr>
        <p:spPr>
          <a:xfrm rot="-5400000">
            <a:off x="3554608" y="1018216"/>
            <a:ext cx="489600" cy="1546200"/>
          </a:xfrm>
          <a:prstGeom prst="bentConnector3">
            <a:avLst>
              <a:gd name="adj1" fmla="val 49997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2" name="Google Shape;1122;p43"/>
          <p:cNvCxnSpPr>
            <a:stCxn id="1121" idx="2"/>
            <a:endCxn id="1123" idx="0"/>
          </p:cNvCxnSpPr>
          <p:nvPr/>
        </p:nvCxnSpPr>
        <p:spPr>
          <a:xfrm rot="-5400000" flipH="1">
            <a:off x="3131308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4" name="Google Shape;1124;p43"/>
          <p:cNvCxnSpPr>
            <a:stCxn id="1125" idx="0"/>
            <a:endCxn id="1121" idx="2"/>
          </p:cNvCxnSpPr>
          <p:nvPr/>
        </p:nvCxnSpPr>
        <p:spPr>
          <a:xfrm rot="-5400000">
            <a:off x="2393179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26" name="Google Shape;1126;p43"/>
          <p:cNvCxnSpPr>
            <a:stCxn id="1119" idx="2"/>
            <a:endCxn id="1127" idx="0"/>
          </p:cNvCxnSpPr>
          <p:nvPr/>
        </p:nvCxnSpPr>
        <p:spPr>
          <a:xfrm rot="-5400000" flipH="1">
            <a:off x="6223482" y="2301916"/>
            <a:ext cx="528000" cy="7380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none" w="sm" len="sm"/>
            <a:tailEnd type="diamond" w="sm" len="sm"/>
          </a:ln>
        </p:spPr>
      </p:cxnSp>
      <p:cxnSp>
        <p:nvCxnSpPr>
          <p:cNvPr id="1128" name="Google Shape;1128;p43"/>
          <p:cNvCxnSpPr>
            <a:stCxn id="1129" idx="0"/>
            <a:endCxn id="1119" idx="2"/>
          </p:cNvCxnSpPr>
          <p:nvPr/>
        </p:nvCxnSpPr>
        <p:spPr>
          <a:xfrm rot="-5400000">
            <a:off x="5485352" y="2301800"/>
            <a:ext cx="528000" cy="738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0" name="Google Shape;1130;p43"/>
          <p:cNvCxnSpPr>
            <a:stCxn id="1131" idx="0"/>
            <a:endCxn id="1125" idx="2"/>
          </p:cNvCxnSpPr>
          <p:nvPr/>
        </p:nvCxnSpPr>
        <p:spPr>
          <a:xfrm rot="-5400000">
            <a:off x="1688600" y="3234383"/>
            <a:ext cx="528000" cy="6708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2" name="Google Shape;1132;p43"/>
          <p:cNvCxnSpPr>
            <a:stCxn id="1133" idx="0"/>
            <a:endCxn id="1125" idx="2"/>
          </p:cNvCxnSpPr>
          <p:nvPr/>
        </p:nvCxnSpPr>
        <p:spPr>
          <a:xfrm rot="5400000" flipH="1">
            <a:off x="2427406" y="3166433"/>
            <a:ext cx="528000" cy="8067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4" name="Google Shape;1134;p43"/>
          <p:cNvCxnSpPr>
            <a:stCxn id="1135" idx="0"/>
            <a:endCxn id="1129" idx="2"/>
          </p:cNvCxnSpPr>
          <p:nvPr/>
        </p:nvCxnSpPr>
        <p:spPr>
          <a:xfrm rot="-5400000">
            <a:off x="4712262" y="3165833"/>
            <a:ext cx="528000" cy="8079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6" name="Google Shape;1136;p43"/>
          <p:cNvCxnSpPr>
            <a:stCxn id="1137" idx="0"/>
            <a:endCxn id="1129" idx="2"/>
          </p:cNvCxnSpPr>
          <p:nvPr/>
        </p:nvCxnSpPr>
        <p:spPr>
          <a:xfrm rot="5400000" flipH="1">
            <a:off x="5451069" y="3234983"/>
            <a:ext cx="528000" cy="6696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cxnSp>
        <p:nvCxnSpPr>
          <p:cNvPr id="1138" name="Google Shape;1138;p43"/>
          <p:cNvCxnSpPr>
            <a:stCxn id="1139" idx="0"/>
            <a:endCxn id="1129" idx="2"/>
          </p:cNvCxnSpPr>
          <p:nvPr/>
        </p:nvCxnSpPr>
        <p:spPr>
          <a:xfrm rot="5400000" flipH="1">
            <a:off x="6189875" y="2496233"/>
            <a:ext cx="528000" cy="21471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lt1"/>
            </a:solidFill>
            <a:prstDash val="solid"/>
            <a:miter lim="8000"/>
            <a:headEnd type="diamond" w="sm" len="sm"/>
            <a:tailEnd type="none" w="sm" len="sm"/>
          </a:ln>
        </p:spPr>
      </p:cxnSp>
      <p:sp>
        <p:nvSpPr>
          <p:cNvPr id="1118" name="Google Shape;1118;p43"/>
          <p:cNvSpPr txBox="1"/>
          <p:nvPr/>
        </p:nvSpPr>
        <p:spPr>
          <a:xfrm>
            <a:off x="3899647" y="1175750"/>
            <a:ext cx="13455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endParaRPr lang="en" sz="1000" b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Ген. дир</a:t>
            </a:r>
          </a:p>
        </p:txBody>
      </p:sp>
      <p:sp>
        <p:nvSpPr>
          <p:cNvPr id="1121" name="Google Shape;1121;p43"/>
          <p:cNvSpPr txBox="1"/>
          <p:nvPr/>
        </p:nvSpPr>
        <p:spPr>
          <a:xfrm>
            <a:off x="2354608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n" sz="1000" b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Глава департамента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sp>
        <p:nvSpPr>
          <p:cNvPr id="1119" name="Google Shape;1119;p43"/>
          <p:cNvSpPr txBox="1"/>
          <p:nvPr/>
        </p:nvSpPr>
        <p:spPr>
          <a:xfrm>
            <a:off x="5446782" y="2036116"/>
            <a:ext cx="13434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sym typeface="Hanken Grotesk"/>
              </a:rPr>
              <a:t>Глава департамента</a:t>
            </a:r>
            <a:endParaRPr lang="en" sz="1000" err="1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27" name="Google Shape;1127;p43"/>
          <p:cNvSpPr txBox="1"/>
          <p:nvPr/>
        </p:nvSpPr>
        <p:spPr>
          <a:xfrm>
            <a:off x="6268296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000" baseline="0">
                <a:solidFill>
                  <a:srgbClr val="FFFFFF"/>
                </a:solidFill>
                <a:latin typeface="Hanken Grotesk"/>
                <a:ea typeface="Hanken Grotesk"/>
                <a:cs typeface="Hanken Grotesk"/>
              </a:rPr>
              <a:t>Менеджер</a:t>
            </a:r>
            <a:r>
              <a:rPr lang="ru-RU" sz="1000">
                <a:latin typeface="Hanken Grotesk"/>
                <a:ea typeface="Hanken Grotesk"/>
                <a:cs typeface="Hanken Grotesk"/>
              </a:rPr>
              <a:t>​</a:t>
            </a:r>
            <a:endParaRPr lang="en" sz="1000" b="1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sp>
        <p:nvSpPr>
          <p:cNvPr id="1129" name="Google Shape;1129;p43"/>
          <p:cNvSpPr txBox="1"/>
          <p:nvPr/>
        </p:nvSpPr>
        <p:spPr>
          <a:xfrm>
            <a:off x="4791902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Менеджер</a:t>
            </a:r>
          </a:p>
        </p:txBody>
      </p:sp>
      <p:sp>
        <p:nvSpPr>
          <p:cNvPr id="1123" name="Google Shape;1123;p43"/>
          <p:cNvSpPr txBox="1"/>
          <p:nvPr/>
        </p:nvSpPr>
        <p:spPr>
          <a:xfrm>
            <a:off x="3176123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Менеджер</a:t>
            </a:r>
          </a:p>
        </p:txBody>
      </p:sp>
      <p:sp>
        <p:nvSpPr>
          <p:cNvPr id="1125" name="Google Shape;1125;p43"/>
          <p:cNvSpPr txBox="1"/>
          <p:nvPr/>
        </p:nvSpPr>
        <p:spPr>
          <a:xfrm>
            <a:off x="1699729" y="2934950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Менеджер</a:t>
            </a:r>
          </a:p>
        </p:txBody>
      </p:sp>
      <p:sp>
        <p:nvSpPr>
          <p:cNvPr id="1137" name="Google Shape;1137;p43"/>
          <p:cNvSpPr txBox="1"/>
          <p:nvPr/>
        </p:nvSpPr>
        <p:spPr>
          <a:xfrm>
            <a:off x="5461569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latin typeface="Hanken Grotesk"/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5" name="Google Shape;1135;p43"/>
          <p:cNvSpPr txBox="1"/>
          <p:nvPr/>
        </p:nvSpPr>
        <p:spPr>
          <a:xfrm>
            <a:off x="3984012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latin typeface="Hanken Grotesk"/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3" name="Google Shape;1133;p43"/>
          <p:cNvSpPr txBox="1"/>
          <p:nvPr/>
        </p:nvSpPr>
        <p:spPr>
          <a:xfrm>
            <a:off x="2506456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latin typeface="Hanken Grotesk"/>
                <a:sym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  <p:sp>
        <p:nvSpPr>
          <p:cNvPr id="1131" name="Google Shape;1131;p43"/>
          <p:cNvSpPr txBox="1"/>
          <p:nvPr/>
        </p:nvSpPr>
        <p:spPr>
          <a:xfrm>
            <a:off x="1028900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</a:rPr>
              <a:t>Должность</a:t>
            </a:r>
          </a:p>
        </p:txBody>
      </p:sp>
      <p:sp>
        <p:nvSpPr>
          <p:cNvPr id="1139" name="Google Shape;1139;p43"/>
          <p:cNvSpPr txBox="1"/>
          <p:nvPr/>
        </p:nvSpPr>
        <p:spPr>
          <a:xfrm>
            <a:off x="6939125" y="3833783"/>
            <a:ext cx="1176600" cy="370800"/>
          </a:xfrm>
          <a:prstGeom prst="rect">
            <a:avLst/>
          </a:prstGeom>
          <a:solidFill>
            <a:srgbClr val="FFFFFF">
              <a:alpha val="7500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" sz="1000" err="1">
                <a:solidFill>
                  <a:schemeClr val="dk1"/>
                </a:solidFill>
                <a:latin typeface="Hanken Grotesk"/>
              </a:rPr>
              <a:t>Должность</a:t>
            </a:r>
            <a:endParaRPr lang="ru-RU" err="1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ОРГАНИЗАЦИОННАЯ СТРУКТУРА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2026-07-08T12:43:09.952</cp:lastPrinted>
  <dcterms:created xsi:type="dcterms:W3CDTF">2026-07-08T19:43:09Z</dcterms:created>
  <dcterms:modified xsi:type="dcterms:W3CDTF">2026-07-08T19:43:11Z</dcterms:modified>
</cp:coreProperties>
</file>