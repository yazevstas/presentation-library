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112"/>
        <p:cNvGrpSpPr/>
        <p:nvPr/>
      </p:nvGrpSpPr>
      <p:grpSpPr>
        <a:xfrm>
          <a:off x="0" y="0"/>
          <a:ext cx="0" cy="0"/>
        </a:xfrm>
      </p:grpSpPr>
      <p:sp>
        <p:nvSpPr>
          <p:cNvPr id="1113" name="Google Shape;1113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C492DB-DE3C-4B37-A3A6-3578B63DF81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3560CA-01DB-40F6-A9A7-CBBF140FBB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44FCB85-894C-4B6D-B924-FBBB79160F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4BADB0E-D7DA-4C85-AB57-FE7EB496A0E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D29C3D8-0F7D-4C36-B500-B82A1A62736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65D747C-F788-4844-8F32-576D0D2F568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29E7875-8814-4E1C-889F-B6C0D63AF0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715FFD8-9480-48DA-B226-1324EF03C7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0CCCE65-551A-4F98-9A6A-DE4490E1D5B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752485-1A95-4564-961B-6C55163720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580F39-9D3F-4D4A-A645-FE9816EA18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115"/>
        <p:cNvGrpSpPr/>
        <p:nvPr/>
      </p:nvGrpSpPr>
      <p:grpSpPr>
        <a:xfrm>
          <a:off x="0" y="0"/>
          <a:ext cx="0" cy="0"/>
        </a:xfrm>
      </p:grpSpPr>
      <p:cxnSp>
        <p:nvCxnSpPr>
          <p:cNvPr id="1117" name="Google Shape;1117;p43"/>
          <p:cNvCxnSpPr>
            <a:stCxn id="1118" idx="2"/>
            <a:endCxn id="1119" idx="0"/>
          </p:cNvCxnSpPr>
          <p:nvPr/>
        </p:nvCxnSpPr>
        <p:spPr>
          <a:xfrm rot="-5400000" flipH="1">
            <a:off x="5100697" y="1018250"/>
            <a:ext cx="489600" cy="15462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20" name="Google Shape;1120;p43"/>
          <p:cNvCxnSpPr>
            <a:stCxn id="1121" idx="0"/>
            <a:endCxn id="1118" idx="2"/>
          </p:cNvCxnSpPr>
          <p:nvPr/>
        </p:nvCxnSpPr>
        <p:spPr>
          <a:xfrm rot="-5400000">
            <a:off x="3554608" y="1018216"/>
            <a:ext cx="489600" cy="15462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22" name="Google Shape;1122;p43"/>
          <p:cNvCxnSpPr>
            <a:stCxn id="1121" idx="2"/>
            <a:endCxn id="1123" idx="0"/>
          </p:cNvCxnSpPr>
          <p:nvPr/>
        </p:nvCxnSpPr>
        <p:spPr>
          <a:xfrm rot="-5400000" flipH="1">
            <a:off x="3131308" y="2301916"/>
            <a:ext cx="528000" cy="7380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24" name="Google Shape;1124;p43"/>
          <p:cNvCxnSpPr>
            <a:stCxn id="1125" idx="0"/>
            <a:endCxn id="1121" idx="2"/>
          </p:cNvCxnSpPr>
          <p:nvPr/>
        </p:nvCxnSpPr>
        <p:spPr>
          <a:xfrm rot="-5400000">
            <a:off x="2393179" y="2301800"/>
            <a:ext cx="528000" cy="738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26" name="Google Shape;1126;p43"/>
          <p:cNvCxnSpPr>
            <a:stCxn id="1119" idx="2"/>
            <a:endCxn id="1127" idx="0"/>
          </p:cNvCxnSpPr>
          <p:nvPr/>
        </p:nvCxnSpPr>
        <p:spPr>
          <a:xfrm rot="-5400000" flipH="1">
            <a:off x="6223482" y="2301916"/>
            <a:ext cx="528000" cy="7380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28" name="Google Shape;1128;p43"/>
          <p:cNvCxnSpPr>
            <a:stCxn id="1129" idx="0"/>
            <a:endCxn id="1119" idx="2"/>
          </p:cNvCxnSpPr>
          <p:nvPr/>
        </p:nvCxnSpPr>
        <p:spPr>
          <a:xfrm rot="-5400000">
            <a:off x="5485352" y="2301800"/>
            <a:ext cx="528000" cy="738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30" name="Google Shape;1130;p43"/>
          <p:cNvCxnSpPr>
            <a:stCxn id="1131" idx="0"/>
            <a:endCxn id="1125" idx="2"/>
          </p:cNvCxnSpPr>
          <p:nvPr/>
        </p:nvCxnSpPr>
        <p:spPr>
          <a:xfrm rot="-5400000">
            <a:off x="1688600" y="3234383"/>
            <a:ext cx="528000" cy="670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32" name="Google Shape;1132;p43"/>
          <p:cNvCxnSpPr>
            <a:stCxn id="1133" idx="0"/>
            <a:endCxn id="1125" idx="2"/>
          </p:cNvCxnSpPr>
          <p:nvPr/>
        </p:nvCxnSpPr>
        <p:spPr>
          <a:xfrm rot="5400000" flipH="1">
            <a:off x="2427406" y="3166433"/>
            <a:ext cx="528000" cy="8067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34" name="Google Shape;1134;p43"/>
          <p:cNvCxnSpPr>
            <a:stCxn id="1135" idx="0"/>
            <a:endCxn id="1129" idx="2"/>
          </p:cNvCxnSpPr>
          <p:nvPr/>
        </p:nvCxnSpPr>
        <p:spPr>
          <a:xfrm rot="-5400000">
            <a:off x="4712262" y="3165833"/>
            <a:ext cx="528000" cy="8079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36" name="Google Shape;1136;p43"/>
          <p:cNvCxnSpPr>
            <a:stCxn id="1137" idx="0"/>
            <a:endCxn id="1129" idx="2"/>
          </p:cNvCxnSpPr>
          <p:nvPr/>
        </p:nvCxnSpPr>
        <p:spPr>
          <a:xfrm rot="5400000" flipH="1">
            <a:off x="5451069" y="3234983"/>
            <a:ext cx="528000" cy="669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38" name="Google Shape;1138;p43"/>
          <p:cNvCxnSpPr>
            <a:stCxn id="1139" idx="0"/>
            <a:endCxn id="1129" idx="2"/>
          </p:cNvCxnSpPr>
          <p:nvPr/>
        </p:nvCxnSpPr>
        <p:spPr>
          <a:xfrm rot="5400000" flipH="1">
            <a:off x="6189875" y="2496233"/>
            <a:ext cx="528000" cy="21471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sp>
        <p:nvSpPr>
          <p:cNvPr id="1118" name="Google Shape;1118;p43"/>
          <p:cNvSpPr txBox="1"/>
          <p:nvPr/>
        </p:nvSpPr>
        <p:spPr>
          <a:xfrm>
            <a:off x="3899647" y="1175750"/>
            <a:ext cx="13455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 err="1">
                <a:solidFill>
                  <a:schemeClr val="dk1"/>
                </a:solidFill>
                <a:ea typeface="Hanken Grotesk"/>
              </a:rPr>
              <a:t>Ген. дир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21" name="Google Shape;1121;p43"/>
          <p:cNvSpPr txBox="1"/>
          <p:nvPr/>
        </p:nvSpPr>
        <p:spPr>
          <a:xfrm>
            <a:off x="2354608" y="2036116"/>
            <a:ext cx="13434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1000" b="1">
              <a:solidFill>
                <a:schemeClr val="dk1"/>
              </a:solidFill>
              <a:latin typeface="Hanken Grotesk"/>
              <a:ea typeface="Hanken Grotesk"/>
              <a:cs typeface="Hanken Grotesk"/>
            </a:endParaRPr>
          </a:p>
          <a:p>
            <a:pPr algn="ctr"/>
            <a:endParaRPr lang="en" sz="1000">
              <a:solidFill>
                <a:schemeClr val="dk1"/>
              </a:solidFill>
              <a:latin typeface="Hanken Grotesk"/>
              <a:ea typeface="Hanken Grotesk"/>
              <a:cs typeface="Hanken Grotesk"/>
            </a:endParaRPr>
          </a:p>
          <a:p>
            <a:pPr algn="ctr"/>
            <a:endParaRPr lang="en" sz="1000">
              <a:solidFill>
                <a:schemeClr val="dk1"/>
              </a:solidFill>
              <a:latin typeface="Hanken Grotesk"/>
              <a:ea typeface="Hanken Grotesk"/>
              <a:cs typeface="Hanken Grotesk"/>
            </a:endParaRPr>
          </a:p>
          <a:p>
            <a:pPr algn="ctr"/>
            <a:r>
              <a:rPr lang="en" sz="1000" err="1">
                <a:solidFill>
                  <a:schemeClr val="dk1"/>
                </a:solidFill>
                <a:ea typeface="Hanken Grotesk"/>
              </a:rPr>
              <a:t>Глава департамента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19" name="Google Shape;1119;p43"/>
          <p:cNvSpPr txBox="1"/>
          <p:nvPr/>
        </p:nvSpPr>
        <p:spPr>
          <a:xfrm>
            <a:off x="5446782" y="2036116"/>
            <a:ext cx="13434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 err="1">
                <a:solidFill>
                  <a:schemeClr val="dk1"/>
                </a:solidFill>
                <a:sym typeface="Hanken Grotesk"/>
              </a:rPr>
              <a:t>Глава департамента</a:t>
            </a:r>
            <a:endParaRPr lang="en" sz="1000">
              <a:solidFill>
                <a:schemeClr val="dk1"/>
              </a:solidFill>
            </a:endParaRPr>
          </a:p>
        </p:txBody>
      </p:sp>
      <p:sp>
        <p:nvSpPr>
          <p:cNvPr id="1127" name="Google Shape;1127;p43"/>
          <p:cNvSpPr txBox="1"/>
          <p:nvPr/>
        </p:nvSpPr>
        <p:spPr>
          <a:xfrm>
            <a:off x="6268296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000" baseline="0">
                <a:solidFill>
                  <a:srgbClr val="FFFFFF"/>
                </a:solidFill>
                <a:ea typeface="Hanken Grotesk"/>
              </a:rPr>
              <a:t>Менеджер</a:t>
            </a:r>
            <a:r>
              <a:rPr lang="ru-RU" sz="1000">
                <a:ea typeface="Hanken Grotesk"/>
              </a:rPr>
              <a:t>​</a:t>
            </a:r>
            <a:endParaRPr lang="en" sz="1000" b="1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29" name="Google Shape;1129;p43"/>
          <p:cNvSpPr txBox="1"/>
          <p:nvPr/>
        </p:nvSpPr>
        <p:spPr>
          <a:xfrm>
            <a:off x="4791902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 err="1">
                <a:solidFill>
                  <a:schemeClr val="dk1"/>
                </a:solidFill>
                <a:ea typeface="Hanken Grotesk"/>
              </a:rPr>
              <a:t>Менеджер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23" name="Google Shape;1123;p43"/>
          <p:cNvSpPr txBox="1"/>
          <p:nvPr/>
        </p:nvSpPr>
        <p:spPr>
          <a:xfrm>
            <a:off x="3176123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 err="1">
                <a:solidFill>
                  <a:schemeClr val="dk1"/>
                </a:solidFill>
                <a:ea typeface="Hanken Grotesk"/>
              </a:rPr>
              <a:t>Менеджер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25" name="Google Shape;1125;p43"/>
          <p:cNvSpPr txBox="1"/>
          <p:nvPr/>
        </p:nvSpPr>
        <p:spPr>
          <a:xfrm>
            <a:off x="1699729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000" err="1">
                <a:solidFill>
                  <a:schemeClr val="dk1"/>
                </a:solidFill>
                <a:ea typeface="Hanken Grotesk"/>
              </a:rPr>
              <a:t>Менеджер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37" name="Google Shape;1137;p43"/>
          <p:cNvSpPr txBox="1"/>
          <p:nvPr/>
        </p:nvSpPr>
        <p:spPr>
          <a:xfrm>
            <a:off x="5461569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" sz="1000" err="1">
                <a:solidFill>
                  <a:schemeClr val="dk1"/>
                </a:solidFill>
                <a:sym typeface="Hanken Grotesk"/>
              </a:rPr>
              <a:t>Должность</a:t>
            </a:r>
            <a:endParaRPr lang="ru-RU" err="1">
              <a:solidFill>
                <a:schemeClr val="dk1"/>
              </a:solidFill>
            </a:endParaRPr>
          </a:p>
        </p:txBody>
      </p:sp>
      <p:sp>
        <p:nvSpPr>
          <p:cNvPr id="1135" name="Google Shape;1135;p43"/>
          <p:cNvSpPr txBox="1"/>
          <p:nvPr/>
        </p:nvSpPr>
        <p:spPr>
          <a:xfrm>
            <a:off x="3984012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" sz="1000" err="1">
                <a:solidFill>
                  <a:schemeClr val="dk1"/>
                </a:solidFill>
                <a:sym typeface="Hanken Grotesk"/>
              </a:rPr>
              <a:t>Должность</a:t>
            </a:r>
            <a:endParaRPr lang="ru-RU" err="1">
              <a:solidFill>
                <a:schemeClr val="dk1"/>
              </a:solidFill>
            </a:endParaRPr>
          </a:p>
        </p:txBody>
      </p:sp>
      <p:sp>
        <p:nvSpPr>
          <p:cNvPr id="1133" name="Google Shape;1133;p43"/>
          <p:cNvSpPr txBox="1"/>
          <p:nvPr/>
        </p:nvSpPr>
        <p:spPr>
          <a:xfrm>
            <a:off x="2506456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" sz="1000" err="1">
                <a:solidFill>
                  <a:schemeClr val="dk1"/>
                </a:solidFill>
                <a:sym typeface="Hanken Grotesk"/>
              </a:rPr>
              <a:t>Должность</a:t>
            </a:r>
            <a:endParaRPr lang="ru-RU" err="1">
              <a:solidFill>
                <a:schemeClr val="dk1"/>
              </a:solidFill>
            </a:endParaRPr>
          </a:p>
        </p:txBody>
      </p:sp>
      <p:sp>
        <p:nvSpPr>
          <p:cNvPr id="1131" name="Google Shape;1131;p43"/>
          <p:cNvSpPr txBox="1"/>
          <p:nvPr/>
        </p:nvSpPr>
        <p:spPr>
          <a:xfrm>
            <a:off x="1028900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000" err="1">
                <a:solidFill>
                  <a:schemeClr val="dk1"/>
                </a:solidFill>
                <a:ea typeface="Hanken Grotesk"/>
              </a:rPr>
              <a:t>Должность</a:t>
            </a:r>
            <a:endParaRPr lang="en" sz="1000">
              <a:solidFill>
                <a:schemeClr val="dk1"/>
              </a:solidFill>
              <a:ea typeface="Hanken Grotesk"/>
            </a:endParaRPr>
          </a:p>
        </p:txBody>
      </p:sp>
      <p:sp>
        <p:nvSpPr>
          <p:cNvPr id="1139" name="Google Shape;1139;p43"/>
          <p:cNvSpPr txBox="1"/>
          <p:nvPr/>
        </p:nvSpPr>
        <p:spPr>
          <a:xfrm>
            <a:off x="6939125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" sz="1000" err="1">
                <a:solidFill>
                  <a:schemeClr val="dk1"/>
                </a:solidFill>
              </a:rPr>
              <a:t>Должность</a:t>
            </a:r>
            <a:endParaRPr lang="ru-RU" err="1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434AE-B5DE-A05F-9F99-474AA7C34BC4}"/>
              </a:ext>
            </a:extLst>
          </p:cNvPr>
          <p:cNvSpPr txBox="1"/>
          <p:nvPr/>
        </p:nvSpPr>
        <p:spPr>
          <a:xfrm>
            <a:off x="767687" y="511791"/>
            <a:ext cx="52970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ОРГАНИЗАЦИОННАЯ СТРУКТУРА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13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2026-08-02T20:29:41.659</cp:lastPrinted>
  <dcterms:created xsi:type="dcterms:W3CDTF">2026-08-02T20:29:41Z</dcterms:created>
  <dcterms:modified xsi:type="dcterms:W3CDTF">2026-08-02T20:29:41Z</dcterms:modified>
</cp:coreProperties>
</file>