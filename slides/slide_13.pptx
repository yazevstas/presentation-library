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12"/>
        <p:cNvGrpSpPr/>
        <p:nvPr/>
      </p:nvGrpSpPr>
      <p:grpSpPr>
        <a:xfrm>
          <a:off x="0" y="0"/>
          <a:ext cx="0" cy="0"/>
        </a:xfrm>
      </p:grpSpPr>
      <p:sp>
        <p:nvSpPr>
          <p:cNvPr id="1113" name="Google Shape;1113;g172b1845856_1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4" name="Google Shape;1114;g172b1845856_1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8B0A4A0-B7AD-4A27-9E43-510F62E1CC5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B7082EE-F99A-4CB0-A371-6B32AE334C7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2547FAF-3AD0-4606-A68D-F4B6D354824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1C4A88A-4249-4EF6-BF96-A1FE614D108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F1DBF4D0-2B0C-40F9-B8AE-A1AF0544D64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30A91568-10D8-4C3E-974E-D95C20A9D74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97CAAFEB-EFF9-40EA-8F4D-58F76E76A0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9A73C2F-BF34-45B6-9921-4F1360374B0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095CC44-1C83-4745-8521-07619E78DE0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CA8308C-902F-49A0-BFED-B2DC8C59438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CB70B16-8CE1-4395-AB8D-4DE225E86EC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0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15"/>
        <p:cNvGrpSpPr/>
        <p:nvPr/>
      </p:nvGrpSpPr>
      <p:grpSpPr>
        <a:xfrm>
          <a:off x="0" y="0"/>
          <a:ext cx="0" cy="0"/>
        </a:xfrm>
      </p:grpSpPr>
      <p:cxnSp>
        <p:nvCxnSpPr>
          <p:cNvPr id="1117" name="Google Shape;1117;p43"/>
          <p:cNvCxnSpPr>
            <a:stCxn id="1118" idx="2"/>
            <a:endCxn id="1119" idx="0"/>
          </p:cNvCxnSpPr>
          <p:nvPr/>
        </p:nvCxnSpPr>
        <p:spPr>
          <a:xfrm rot="-5400000" flipH="1">
            <a:off x="5100697" y="1018250"/>
            <a:ext cx="489600" cy="1546200"/>
          </a:xfrm>
          <a:prstGeom prst="bentConnector3">
            <a:avLst>
              <a:gd name="adj1" fmla="val 49997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diamond" w="sm" len="sm"/>
          </a:ln>
        </p:spPr>
      </p:cxnSp>
      <p:cxnSp>
        <p:nvCxnSpPr>
          <p:cNvPr id="1120" name="Google Shape;1120;p43"/>
          <p:cNvCxnSpPr>
            <a:stCxn id="1121" idx="0"/>
            <a:endCxn id="1118" idx="2"/>
          </p:cNvCxnSpPr>
          <p:nvPr/>
        </p:nvCxnSpPr>
        <p:spPr>
          <a:xfrm rot="5400000" flipH="1" flipV="1">
            <a:off x="3550305" y="1014024"/>
            <a:ext cx="489566" cy="1554618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22" name="Google Shape;1122;p43"/>
          <p:cNvCxnSpPr>
            <a:stCxn id="1121" idx="2"/>
            <a:endCxn id="1123" idx="0"/>
          </p:cNvCxnSpPr>
          <p:nvPr/>
        </p:nvCxnSpPr>
        <p:spPr>
          <a:xfrm rot="16200000" flipH="1">
            <a:off x="3127084" y="2297611"/>
            <a:ext cx="528034" cy="746644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diamond" w="sm" len="sm"/>
          </a:ln>
        </p:spPr>
      </p:cxnSp>
      <p:cxnSp>
        <p:nvCxnSpPr>
          <p:cNvPr id="1124" name="Google Shape;1124;p43"/>
          <p:cNvCxnSpPr>
            <a:stCxn id="1125" idx="0"/>
            <a:endCxn id="1121" idx="2"/>
          </p:cNvCxnSpPr>
          <p:nvPr/>
        </p:nvCxnSpPr>
        <p:spPr>
          <a:xfrm rot="5400000" flipH="1" flipV="1">
            <a:off x="2388887" y="2306058"/>
            <a:ext cx="528034" cy="72975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26" name="Google Shape;1126;p43"/>
          <p:cNvCxnSpPr>
            <a:stCxn id="1119" idx="2"/>
            <a:endCxn id="1127" idx="0"/>
          </p:cNvCxnSpPr>
          <p:nvPr/>
        </p:nvCxnSpPr>
        <p:spPr>
          <a:xfrm rot="-5400000" flipH="1">
            <a:off x="6223482" y="2301916"/>
            <a:ext cx="528000" cy="7380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diamond" w="sm" len="sm"/>
          </a:ln>
        </p:spPr>
      </p:cxnSp>
      <p:cxnSp>
        <p:nvCxnSpPr>
          <p:cNvPr id="1128" name="Google Shape;1128;p43"/>
          <p:cNvCxnSpPr>
            <a:stCxn id="1129" idx="0"/>
            <a:endCxn id="1119" idx="2"/>
          </p:cNvCxnSpPr>
          <p:nvPr/>
        </p:nvCxnSpPr>
        <p:spPr>
          <a:xfrm rot="-5400000">
            <a:off x="5485352" y="2301800"/>
            <a:ext cx="528000" cy="7383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0" name="Google Shape;1130;p43"/>
          <p:cNvCxnSpPr>
            <a:stCxn id="1131" idx="0"/>
            <a:endCxn id="1125" idx="2"/>
          </p:cNvCxnSpPr>
          <p:nvPr/>
        </p:nvCxnSpPr>
        <p:spPr>
          <a:xfrm rot="-5400000">
            <a:off x="1688600" y="3234383"/>
            <a:ext cx="528000" cy="6708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2" name="Google Shape;1132;p43"/>
          <p:cNvCxnSpPr>
            <a:stCxn id="1133" idx="0"/>
            <a:endCxn id="1125" idx="2"/>
          </p:cNvCxnSpPr>
          <p:nvPr/>
        </p:nvCxnSpPr>
        <p:spPr>
          <a:xfrm rot="5400000" flipH="1">
            <a:off x="2427406" y="3166433"/>
            <a:ext cx="528000" cy="8067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4" name="Google Shape;1134;p43"/>
          <p:cNvCxnSpPr>
            <a:stCxn id="1135" idx="0"/>
            <a:endCxn id="1129" idx="2"/>
          </p:cNvCxnSpPr>
          <p:nvPr/>
        </p:nvCxnSpPr>
        <p:spPr>
          <a:xfrm rot="-5400000">
            <a:off x="4712262" y="3165833"/>
            <a:ext cx="528000" cy="8079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6" name="Google Shape;1136;p43"/>
          <p:cNvCxnSpPr>
            <a:stCxn id="1137" idx="0"/>
            <a:endCxn id="1129" idx="2"/>
          </p:cNvCxnSpPr>
          <p:nvPr/>
        </p:nvCxnSpPr>
        <p:spPr>
          <a:xfrm rot="5400000" flipH="1">
            <a:off x="5451069" y="3234983"/>
            <a:ext cx="528000" cy="6696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8" name="Google Shape;1138;p43"/>
          <p:cNvCxnSpPr>
            <a:stCxn id="1139" idx="0"/>
            <a:endCxn id="1129" idx="2"/>
          </p:cNvCxnSpPr>
          <p:nvPr/>
        </p:nvCxnSpPr>
        <p:spPr>
          <a:xfrm rot="5400000" flipH="1">
            <a:off x="6189875" y="2496233"/>
            <a:ext cx="528000" cy="21471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sp>
        <p:nvSpPr>
          <p:cNvPr id="1118" name="Google Shape;1118;p43"/>
          <p:cNvSpPr txBox="1"/>
          <p:nvPr/>
        </p:nvSpPr>
        <p:spPr>
          <a:xfrm>
            <a:off x="3899647" y="1175750"/>
            <a:ext cx="13455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</a:rPr>
              <a:t>Ген. дир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21" name="Google Shape;1121;p43"/>
          <p:cNvSpPr txBox="1"/>
          <p:nvPr/>
        </p:nvSpPr>
        <p:spPr>
          <a:xfrm>
            <a:off x="2346079" y="2036116"/>
            <a:ext cx="13434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</a:rPr>
              <a:t>Глава департмаента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19" name="Google Shape;1119;p43"/>
          <p:cNvSpPr txBox="1"/>
          <p:nvPr/>
        </p:nvSpPr>
        <p:spPr>
          <a:xfrm>
            <a:off x="5446782" y="2036116"/>
            <a:ext cx="13434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sym typeface="Hanken Grotesk"/>
              </a:rPr>
              <a:t>Глава департамента</a:t>
            </a:r>
            <a:endParaRPr lang="en" sz="1000">
              <a:solidFill>
                <a:schemeClr val="dk1"/>
              </a:solidFill>
            </a:endParaRPr>
          </a:p>
        </p:txBody>
      </p:sp>
      <p:sp>
        <p:nvSpPr>
          <p:cNvPr id="1127" name="Google Shape;1127;p43"/>
          <p:cNvSpPr txBox="1"/>
          <p:nvPr/>
        </p:nvSpPr>
        <p:spPr>
          <a:xfrm>
            <a:off x="6268296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000" baseline="0">
                <a:solidFill>
                  <a:srgbClr val="FFFFFF"/>
                </a:solidFill>
                <a:ea typeface="Hanken Grotesk"/>
              </a:rPr>
              <a:t>Менеджер</a:t>
            </a:r>
            <a:r>
              <a:rPr lang="ru-RU" sz="1000">
                <a:ea typeface="Hanken Grotesk"/>
              </a:rPr>
              <a:t>​</a:t>
            </a:r>
            <a:endParaRPr lang="en" sz="1000" b="1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29" name="Google Shape;1129;p43"/>
          <p:cNvSpPr txBox="1"/>
          <p:nvPr/>
        </p:nvSpPr>
        <p:spPr>
          <a:xfrm>
            <a:off x="4791902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</a:rPr>
              <a:t>Менеджер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23" name="Google Shape;1123;p43"/>
          <p:cNvSpPr txBox="1"/>
          <p:nvPr/>
        </p:nvSpPr>
        <p:spPr>
          <a:xfrm>
            <a:off x="3176123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</a:rPr>
              <a:t>Менеджер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25" name="Google Shape;1125;p43"/>
          <p:cNvSpPr txBox="1"/>
          <p:nvPr/>
        </p:nvSpPr>
        <p:spPr>
          <a:xfrm>
            <a:off x="1699729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ea typeface="Hanken Grotesk"/>
              </a:rPr>
              <a:t>Менеджер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37" name="Google Shape;1137;p43"/>
          <p:cNvSpPr txBox="1"/>
          <p:nvPr/>
        </p:nvSpPr>
        <p:spPr>
          <a:xfrm>
            <a:off x="5461569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sym typeface="Hanken Grotesk"/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  <p:sp>
        <p:nvSpPr>
          <p:cNvPr id="1135" name="Google Shape;1135;p43"/>
          <p:cNvSpPr txBox="1"/>
          <p:nvPr/>
        </p:nvSpPr>
        <p:spPr>
          <a:xfrm>
            <a:off x="3984012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sym typeface="Hanken Grotesk"/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  <p:sp>
        <p:nvSpPr>
          <p:cNvPr id="1133" name="Google Shape;1133;p43"/>
          <p:cNvSpPr txBox="1"/>
          <p:nvPr/>
        </p:nvSpPr>
        <p:spPr>
          <a:xfrm>
            <a:off x="2506456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sym typeface="Hanken Grotesk"/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  <p:sp>
        <p:nvSpPr>
          <p:cNvPr id="1131" name="Google Shape;1131;p43"/>
          <p:cNvSpPr txBox="1"/>
          <p:nvPr/>
        </p:nvSpPr>
        <p:spPr>
          <a:xfrm>
            <a:off x="1028900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</a:rPr>
              <a:t>Должность</a:t>
            </a:r>
            <a:endParaRPr lang="en" sz="10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39" name="Google Shape;1139;p43"/>
          <p:cNvSpPr txBox="1"/>
          <p:nvPr/>
        </p:nvSpPr>
        <p:spPr>
          <a:xfrm>
            <a:off x="6939125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5434AE-B5DE-A05F-9F99-474AA7C34BC4}"/>
              </a:ext>
            </a:extLst>
          </p:cNvPr>
          <p:cNvSpPr txBox="1"/>
          <p:nvPr/>
        </p:nvSpPr>
        <p:spPr>
          <a:xfrm>
            <a:off x="767687" y="511791"/>
            <a:ext cx="529703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 b="1">
                <a:solidFill>
                  <a:schemeClr val="tx1"/>
                </a:solidFill>
              </a:rPr>
              <a:t>ОРГАНИЗАЦИОННАЯ СТРУКТУРА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13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2026-08-03T14:31:51.996</cp:lastPrinted>
  <dcterms:created xsi:type="dcterms:W3CDTF">2026-08-03T14:31:51Z</dcterms:created>
  <dcterms:modified xsi:type="dcterms:W3CDTF">2026-08-03T14:31:52Z</dcterms:modified>
</cp:coreProperties>
</file>