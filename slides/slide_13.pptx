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12"/>
        <p:cNvGrpSpPr/>
        <p:nvPr/>
      </p:nvGrpSpPr>
      <p:grpSpPr>
        <a:xfrm>
          <a:off x="0" y="0"/>
          <a:ext cx="0" cy="0"/>
        </a:xfrm>
      </p:grpSpPr>
      <p:sp>
        <p:nvSpPr>
          <p:cNvPr id="1113" name="Google Shape;1113;g172b184585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172b184585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41CF8F0-26AF-4448-84E0-95356865354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F53255C-34D2-4A53-808B-A6F7346908A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6E7E754-FBAA-4359-A2EC-7E6C112CF4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55F8D90-A3C5-4B89-8AF6-C32450C0769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E9D5DB9-E3FC-424C-AFF5-F664C7BE4F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244C19F-8EC8-4E1B-B729-33398B656C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CA6EFEB4-965B-48CA-B809-1802DAB743A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ABC704A-858A-4DE3-911F-9651B363BE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A361F35-8EB7-4797-9D8D-4DC5D1ED9B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682788C-413D-4B2F-AD6B-219098FCF4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208E00-EAF6-4A26-8143-9E6AE4BF313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15"/>
        <p:cNvGrpSpPr/>
        <p:nvPr/>
      </p:nvGrpSpPr>
      <p:grpSpPr>
        <a:xfrm>
          <a:off x="0" y="0"/>
          <a:ext cx="0" cy="0"/>
        </a:xfrm>
      </p:grpSpPr>
      <p:sp>
        <p:nvSpPr>
          <p:cNvPr id="1116" name="Google Shape;111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ОРГАНИЗАЦИОННАЯ СТРУКТУРА</a:t>
            </a:r>
            <a:br>
              <a:rPr lang="en"/>
            </a:br>
            <a:endParaRPr lang="en"/>
          </a:p>
        </p:txBody>
      </p:sp>
      <p:cxnSp>
        <p:nvCxnSpPr>
          <p:cNvPr id="1117" name="Google Shape;1117;p43"/>
          <p:cNvCxnSpPr>
            <a:stCxn id="1118" idx="2"/>
            <a:endCxn id="1119" idx="0"/>
          </p:cNvCxnSpPr>
          <p:nvPr/>
        </p:nvCxnSpPr>
        <p:spPr>
          <a:xfrm rot="-5400000" flipH="1">
            <a:off x="5100697" y="1018250"/>
            <a:ext cx="489600" cy="15462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0" name="Google Shape;1120;p43"/>
          <p:cNvCxnSpPr>
            <a:stCxn id="1121" idx="0"/>
            <a:endCxn id="1118" idx="2"/>
          </p:cNvCxnSpPr>
          <p:nvPr/>
        </p:nvCxnSpPr>
        <p:spPr>
          <a:xfrm rot="-5400000">
            <a:off x="3554608" y="1018216"/>
            <a:ext cx="489600" cy="15462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22" name="Google Shape;1122;p43"/>
          <p:cNvCxnSpPr>
            <a:stCxn id="1121" idx="2"/>
            <a:endCxn id="1123" idx="0"/>
          </p:cNvCxnSpPr>
          <p:nvPr/>
        </p:nvCxnSpPr>
        <p:spPr>
          <a:xfrm rot="-5400000" flipH="1">
            <a:off x="3131308" y="2301916"/>
            <a:ext cx="528000" cy="7380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4" name="Google Shape;1124;p43"/>
          <p:cNvCxnSpPr>
            <a:stCxn id="1125" idx="0"/>
            <a:endCxn id="1121" idx="2"/>
          </p:cNvCxnSpPr>
          <p:nvPr/>
        </p:nvCxnSpPr>
        <p:spPr>
          <a:xfrm rot="-5400000">
            <a:off x="2393179" y="2301800"/>
            <a:ext cx="528000" cy="7383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26" name="Google Shape;1126;p43"/>
          <p:cNvCxnSpPr>
            <a:stCxn id="1119" idx="2"/>
            <a:endCxn id="1127" idx="0"/>
          </p:cNvCxnSpPr>
          <p:nvPr/>
        </p:nvCxnSpPr>
        <p:spPr>
          <a:xfrm rot="-5400000" flipH="1">
            <a:off x="6223482" y="2301916"/>
            <a:ext cx="528000" cy="7380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8" name="Google Shape;1128;p43"/>
          <p:cNvCxnSpPr>
            <a:stCxn id="1129" idx="0"/>
            <a:endCxn id="1119" idx="2"/>
          </p:cNvCxnSpPr>
          <p:nvPr/>
        </p:nvCxnSpPr>
        <p:spPr>
          <a:xfrm rot="-5400000">
            <a:off x="5485352" y="2301800"/>
            <a:ext cx="528000" cy="7383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0" name="Google Shape;1130;p43"/>
          <p:cNvCxnSpPr>
            <a:stCxn id="1131" idx="0"/>
            <a:endCxn id="1125" idx="2"/>
          </p:cNvCxnSpPr>
          <p:nvPr/>
        </p:nvCxnSpPr>
        <p:spPr>
          <a:xfrm rot="-5400000">
            <a:off x="1688600" y="3234383"/>
            <a:ext cx="528000" cy="6708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2" name="Google Shape;1132;p43"/>
          <p:cNvCxnSpPr>
            <a:stCxn id="1133" idx="0"/>
            <a:endCxn id="1125" idx="2"/>
          </p:cNvCxnSpPr>
          <p:nvPr/>
        </p:nvCxnSpPr>
        <p:spPr>
          <a:xfrm rot="5400000" flipH="1">
            <a:off x="2427406" y="3166433"/>
            <a:ext cx="528000" cy="8067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4" name="Google Shape;1134;p43"/>
          <p:cNvCxnSpPr>
            <a:stCxn id="1135" idx="0"/>
            <a:endCxn id="1129" idx="2"/>
          </p:cNvCxnSpPr>
          <p:nvPr/>
        </p:nvCxnSpPr>
        <p:spPr>
          <a:xfrm rot="-5400000">
            <a:off x="4712262" y="3165833"/>
            <a:ext cx="528000" cy="8079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6" name="Google Shape;1136;p43"/>
          <p:cNvCxnSpPr>
            <a:stCxn id="1137" idx="0"/>
            <a:endCxn id="1129" idx="2"/>
          </p:cNvCxnSpPr>
          <p:nvPr/>
        </p:nvCxnSpPr>
        <p:spPr>
          <a:xfrm rot="5400000" flipH="1">
            <a:off x="5451069" y="3234983"/>
            <a:ext cx="528000" cy="6696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8" name="Google Shape;1138;p43"/>
          <p:cNvCxnSpPr>
            <a:stCxn id="1139" idx="0"/>
            <a:endCxn id="1129" idx="2"/>
          </p:cNvCxnSpPr>
          <p:nvPr/>
        </p:nvCxnSpPr>
        <p:spPr>
          <a:xfrm rot="5400000" flipH="1">
            <a:off x="6189875" y="2496233"/>
            <a:ext cx="528000" cy="21471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sp>
        <p:nvSpPr>
          <p:cNvPr id="1118" name="Google Shape;1118;p43"/>
          <p:cNvSpPr txBox="1"/>
          <p:nvPr/>
        </p:nvSpPr>
        <p:spPr>
          <a:xfrm>
            <a:off x="3899647" y="1175750"/>
            <a:ext cx="13455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Ген. дир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1" name="Google Shape;1121;p43"/>
          <p:cNvSpPr txBox="1"/>
          <p:nvPr/>
        </p:nvSpPr>
        <p:spPr>
          <a:xfrm>
            <a:off x="2354608" y="2036116"/>
            <a:ext cx="13434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n" sz="1000" b="1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Глава департамента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19" name="Google Shape;1119;p43"/>
          <p:cNvSpPr txBox="1"/>
          <p:nvPr/>
        </p:nvSpPr>
        <p:spPr>
          <a:xfrm>
            <a:off x="5446782" y="2036116"/>
            <a:ext cx="13434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sym typeface="Hanken Grotesk"/>
              </a:rPr>
              <a:t>Глава департамента</a:t>
            </a:r>
            <a:endParaRPr lang="en" sz="1000">
              <a:solidFill>
                <a:schemeClr val="dk1"/>
              </a:solidFill>
            </a:endParaRPr>
          </a:p>
        </p:txBody>
      </p:sp>
      <p:sp>
        <p:nvSpPr>
          <p:cNvPr id="1127" name="Google Shape;1127;p43"/>
          <p:cNvSpPr txBox="1"/>
          <p:nvPr/>
        </p:nvSpPr>
        <p:spPr>
          <a:xfrm>
            <a:off x="6268296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000" baseline="0">
                <a:solidFill>
                  <a:srgbClr val="FFFFFF"/>
                </a:solidFill>
                <a:ea typeface="Hanken Grotesk"/>
              </a:rPr>
              <a:t>Менеджер</a:t>
            </a:r>
            <a:r>
              <a:rPr lang="ru-RU" sz="1000">
                <a:ea typeface="Hanken Grotesk"/>
              </a:rPr>
              <a:t>​</a:t>
            </a:r>
            <a:endParaRPr lang="en" sz="1000" b="1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9" name="Google Shape;1129;p43"/>
          <p:cNvSpPr txBox="1"/>
          <p:nvPr/>
        </p:nvSpPr>
        <p:spPr>
          <a:xfrm>
            <a:off x="4791902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3" name="Google Shape;1123;p43"/>
          <p:cNvSpPr txBox="1"/>
          <p:nvPr/>
        </p:nvSpPr>
        <p:spPr>
          <a:xfrm>
            <a:off x="3176123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5" name="Google Shape;1125;p43"/>
          <p:cNvSpPr txBox="1"/>
          <p:nvPr/>
        </p:nvSpPr>
        <p:spPr>
          <a:xfrm>
            <a:off x="1699729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37" name="Google Shape;1137;p43"/>
          <p:cNvSpPr txBox="1"/>
          <p:nvPr/>
        </p:nvSpPr>
        <p:spPr>
          <a:xfrm>
            <a:off x="5461569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5" name="Google Shape;1135;p43"/>
          <p:cNvSpPr txBox="1"/>
          <p:nvPr/>
        </p:nvSpPr>
        <p:spPr>
          <a:xfrm>
            <a:off x="3984012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3" name="Google Shape;1133;p43"/>
          <p:cNvSpPr txBox="1"/>
          <p:nvPr/>
        </p:nvSpPr>
        <p:spPr>
          <a:xfrm>
            <a:off x="2506456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1" name="Google Shape;1131;p43"/>
          <p:cNvSpPr txBox="1"/>
          <p:nvPr/>
        </p:nvSpPr>
        <p:spPr>
          <a:xfrm>
            <a:off x="1028900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Должность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39" name="Google Shape;1139;p43"/>
          <p:cNvSpPr txBox="1"/>
          <p:nvPr/>
        </p:nvSpPr>
        <p:spPr>
          <a:xfrm>
            <a:off x="6939125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ОРГАНИЗАЦИОННАЯ СТРУКТУРА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2026-07-13T08:41:56.661</cp:lastPrinted>
  <dcterms:created xsi:type="dcterms:W3CDTF">2026-07-13T15:41:56Z</dcterms:created>
  <dcterms:modified xsi:type="dcterms:W3CDTF">2026-07-13T15:41:57Z</dcterms:modified>
</cp:coreProperties>
</file>