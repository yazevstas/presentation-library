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E45C987-B95E-4DAC-AF50-43FA38604FD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CA2ABFC-6936-4323-81E5-4B3E0353E1E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92FF646-C3DD-4D96-A9E5-0385B2C8616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B23C502-EC67-4055-865E-49587186E44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14B2B91-3A62-443D-BE47-0EC9AAA3658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DD216A-33C8-4868-A5CD-3C9F178336C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C4694CFF-89D5-4233-9A9A-7D77AD0A168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692A386-87FB-4A29-BE81-58AB1DEF8F2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879D33F-CF04-4BDC-BBC3-EC43135EB48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CC6BE17-F5E7-41E5-AA6A-8D51CE2E467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FC812DF-714D-426E-898C-6D8F05ECCE0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6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770"/>
        <p:cNvGrpSpPr/>
        <p:nvPr/>
      </p:nvGrpSpPr>
      <p:grpSpPr>
        <a:xfrm>
          <a:off x="0" y="0"/>
          <a:ext cx="0" cy="0"/>
        </a:xfrm>
      </p:grpSpPr>
      <p:grpSp>
        <p:nvGrpSpPr>
          <p:cNvPr id="778" name="Google Shape;778;p34"/>
          <p:cNvGrpSpPr/>
          <p:nvPr/>
        </p:nvGrpSpPr>
        <p:grpSpPr>
          <a:xfrm>
            <a:off x="5989625" y="1730775"/>
            <a:ext cx="289600" cy="345150"/>
            <a:chOff x="4801988" y="3797375"/>
            <a:chExt cx="289600" cy="345150"/>
          </a:xfrm>
        </p:grpSpPr>
        <p:sp>
          <p:nvSpPr>
            <p:cNvPr id="779" name="Google Shape;779;p34"/>
            <p:cNvSpPr/>
            <p:nvPr/>
          </p:nvSpPr>
          <p:spPr>
            <a:xfrm>
              <a:off x="4916238" y="3885675"/>
              <a:ext cx="60825" cy="60775"/>
            </a:xfrm>
            <a:custGeom>
              <a:rect l="l" t="t" r="r" b="b"/>
              <a:pathLst>
                <a:path w="2433" h="2431" extrusionOk="0">
                  <a:moveTo>
                    <a:pt x="1215" y="806"/>
                  </a:moveTo>
                  <a:cubicBezTo>
                    <a:pt x="1436" y="806"/>
                    <a:pt x="1613" y="994"/>
                    <a:pt x="1613" y="1215"/>
                  </a:cubicBezTo>
                  <a:cubicBezTo>
                    <a:pt x="1613" y="1437"/>
                    <a:pt x="1436" y="1614"/>
                    <a:pt x="1215" y="1614"/>
                  </a:cubicBezTo>
                  <a:cubicBezTo>
                    <a:pt x="993" y="1614"/>
                    <a:pt x="805" y="1437"/>
                    <a:pt x="805" y="1215"/>
                  </a:cubicBezTo>
                  <a:cubicBezTo>
                    <a:pt x="805" y="994"/>
                    <a:pt x="993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1"/>
                    <a:pt x="0" y="1215"/>
                  </a:cubicBezTo>
                  <a:cubicBezTo>
                    <a:pt x="0" y="1883"/>
                    <a:pt x="539" y="2430"/>
                    <a:pt x="1215" y="2430"/>
                  </a:cubicBezTo>
                  <a:cubicBezTo>
                    <a:pt x="1882" y="2430"/>
                    <a:pt x="2432" y="1883"/>
                    <a:pt x="2432" y="1215"/>
                  </a:cubicBezTo>
                  <a:cubicBezTo>
                    <a:pt x="2432" y="551"/>
                    <a:pt x="1882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4801988" y="3797375"/>
              <a:ext cx="289600" cy="345150"/>
            </a:xfrm>
            <a:custGeom>
              <a:rect l="l" t="t" r="r" b="b"/>
              <a:pathLst>
                <a:path w="11584" h="13805" extrusionOk="0">
                  <a:moveTo>
                    <a:pt x="10731" y="11643"/>
                  </a:moveTo>
                  <a:cubicBezTo>
                    <a:pt x="10579" y="12288"/>
                    <a:pt x="10074" y="12801"/>
                    <a:pt x="9432" y="12953"/>
                  </a:cubicBezTo>
                  <a:lnTo>
                    <a:pt x="9432" y="11643"/>
                  </a:lnTo>
                  <a:close/>
                  <a:moveTo>
                    <a:pt x="10111" y="809"/>
                  </a:moveTo>
                  <a:cubicBezTo>
                    <a:pt x="10472" y="809"/>
                    <a:pt x="10775" y="1112"/>
                    <a:pt x="10775" y="1488"/>
                  </a:cubicBezTo>
                  <a:lnTo>
                    <a:pt x="10775" y="10838"/>
                  </a:lnTo>
                  <a:lnTo>
                    <a:pt x="9022" y="10838"/>
                  </a:lnTo>
                  <a:cubicBezTo>
                    <a:pt x="8801" y="10838"/>
                    <a:pt x="8627" y="11026"/>
                    <a:pt x="8627" y="11247"/>
                  </a:cubicBezTo>
                  <a:lnTo>
                    <a:pt x="8627" y="13001"/>
                  </a:lnTo>
                  <a:lnTo>
                    <a:pt x="1473" y="13001"/>
                  </a:lnTo>
                  <a:cubicBezTo>
                    <a:pt x="1111" y="13001"/>
                    <a:pt x="805" y="12695"/>
                    <a:pt x="805" y="12322"/>
                  </a:cubicBezTo>
                  <a:lnTo>
                    <a:pt x="805" y="1488"/>
                  </a:lnTo>
                  <a:cubicBezTo>
                    <a:pt x="805" y="1112"/>
                    <a:pt x="1111" y="809"/>
                    <a:pt x="1473" y="809"/>
                  </a:cubicBezTo>
                  <a:close/>
                  <a:moveTo>
                    <a:pt x="1473" y="1"/>
                  </a:moveTo>
                  <a:cubicBezTo>
                    <a:pt x="654" y="1"/>
                    <a:pt x="0" y="669"/>
                    <a:pt x="0" y="1488"/>
                  </a:cubicBezTo>
                  <a:lnTo>
                    <a:pt x="0" y="12322"/>
                  </a:lnTo>
                  <a:cubicBezTo>
                    <a:pt x="0" y="13141"/>
                    <a:pt x="654" y="13806"/>
                    <a:pt x="1473" y="13806"/>
                  </a:cubicBezTo>
                  <a:lnTo>
                    <a:pt x="9022" y="13806"/>
                  </a:lnTo>
                  <a:cubicBezTo>
                    <a:pt x="10439" y="13806"/>
                    <a:pt x="11583" y="12661"/>
                    <a:pt x="11583" y="11247"/>
                  </a:cubicBezTo>
                  <a:lnTo>
                    <a:pt x="11583" y="1488"/>
                  </a:lnTo>
                  <a:cubicBezTo>
                    <a:pt x="11583" y="669"/>
                    <a:pt x="10930" y="1"/>
                    <a:pt x="10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4841688" y="3838625"/>
              <a:ext cx="210125" cy="269500"/>
            </a:xfrm>
            <a:custGeom>
              <a:rect l="l" t="t" r="r" b="b"/>
              <a:pathLst>
                <a:path w="8405" h="10780" extrusionOk="0">
                  <a:moveTo>
                    <a:pt x="4477" y="805"/>
                  </a:moveTo>
                  <a:lnTo>
                    <a:pt x="4503" y="1122"/>
                  </a:lnTo>
                  <a:cubicBezTo>
                    <a:pt x="4503" y="1263"/>
                    <a:pt x="4606" y="1392"/>
                    <a:pt x="4735" y="1437"/>
                  </a:cubicBezTo>
                  <a:cubicBezTo>
                    <a:pt x="4957" y="1507"/>
                    <a:pt x="5167" y="1625"/>
                    <a:pt x="5344" y="1776"/>
                  </a:cubicBezTo>
                  <a:cubicBezTo>
                    <a:pt x="5412" y="1839"/>
                    <a:pt x="5506" y="1873"/>
                    <a:pt x="5600" y="1873"/>
                  </a:cubicBezTo>
                  <a:cubicBezTo>
                    <a:pt x="5665" y="1873"/>
                    <a:pt x="5730" y="1857"/>
                    <a:pt x="5787" y="1824"/>
                  </a:cubicBezTo>
                  <a:lnTo>
                    <a:pt x="6031" y="1695"/>
                  </a:lnTo>
                  <a:lnTo>
                    <a:pt x="6326" y="2197"/>
                  </a:lnTo>
                  <a:lnTo>
                    <a:pt x="6057" y="2374"/>
                  </a:lnTo>
                  <a:cubicBezTo>
                    <a:pt x="5939" y="2455"/>
                    <a:pt x="5880" y="2595"/>
                    <a:pt x="5905" y="2736"/>
                  </a:cubicBezTo>
                  <a:cubicBezTo>
                    <a:pt x="5939" y="2853"/>
                    <a:pt x="5950" y="2980"/>
                    <a:pt x="5950" y="3097"/>
                  </a:cubicBezTo>
                  <a:cubicBezTo>
                    <a:pt x="5950" y="3215"/>
                    <a:pt x="5939" y="3344"/>
                    <a:pt x="5905" y="3459"/>
                  </a:cubicBezTo>
                  <a:cubicBezTo>
                    <a:pt x="5880" y="3600"/>
                    <a:pt x="5939" y="3740"/>
                    <a:pt x="6057" y="3821"/>
                  </a:cubicBezTo>
                  <a:lnTo>
                    <a:pt x="6326" y="3998"/>
                  </a:lnTo>
                  <a:lnTo>
                    <a:pt x="6031" y="4489"/>
                  </a:lnTo>
                  <a:lnTo>
                    <a:pt x="5751" y="4349"/>
                  </a:lnTo>
                  <a:cubicBezTo>
                    <a:pt x="5701" y="4321"/>
                    <a:pt x="5647" y="4308"/>
                    <a:pt x="5593" y="4308"/>
                  </a:cubicBezTo>
                  <a:cubicBezTo>
                    <a:pt x="5511" y="4308"/>
                    <a:pt x="5429" y="4339"/>
                    <a:pt x="5367" y="4396"/>
                  </a:cubicBezTo>
                  <a:cubicBezTo>
                    <a:pt x="5190" y="4559"/>
                    <a:pt x="4994" y="4677"/>
                    <a:pt x="4769" y="4747"/>
                  </a:cubicBezTo>
                  <a:cubicBezTo>
                    <a:pt x="4618" y="4803"/>
                    <a:pt x="4503" y="4943"/>
                    <a:pt x="4503" y="5109"/>
                  </a:cubicBezTo>
                  <a:lnTo>
                    <a:pt x="4477" y="5389"/>
                  </a:lnTo>
                  <a:lnTo>
                    <a:pt x="3905" y="5389"/>
                  </a:lnTo>
                  <a:lnTo>
                    <a:pt x="3894" y="5061"/>
                  </a:lnTo>
                  <a:cubicBezTo>
                    <a:pt x="3883" y="4921"/>
                    <a:pt x="3787" y="4803"/>
                    <a:pt x="3647" y="4758"/>
                  </a:cubicBezTo>
                  <a:cubicBezTo>
                    <a:pt x="3425" y="4688"/>
                    <a:pt x="3226" y="4570"/>
                    <a:pt x="3052" y="4419"/>
                  </a:cubicBezTo>
                  <a:cubicBezTo>
                    <a:pt x="2976" y="4356"/>
                    <a:pt x="2884" y="4322"/>
                    <a:pt x="2789" y="4322"/>
                  </a:cubicBezTo>
                  <a:cubicBezTo>
                    <a:pt x="2724" y="4322"/>
                    <a:pt x="2658" y="4338"/>
                    <a:pt x="2595" y="4371"/>
                  </a:cubicBezTo>
                  <a:lnTo>
                    <a:pt x="2351" y="4489"/>
                  </a:lnTo>
                  <a:lnTo>
                    <a:pt x="2070" y="3998"/>
                  </a:lnTo>
                  <a:lnTo>
                    <a:pt x="2340" y="3821"/>
                  </a:lnTo>
                  <a:cubicBezTo>
                    <a:pt x="2455" y="3740"/>
                    <a:pt x="2514" y="3600"/>
                    <a:pt x="2480" y="3459"/>
                  </a:cubicBezTo>
                  <a:cubicBezTo>
                    <a:pt x="2455" y="3344"/>
                    <a:pt x="2443" y="3215"/>
                    <a:pt x="2443" y="3097"/>
                  </a:cubicBezTo>
                  <a:cubicBezTo>
                    <a:pt x="2443" y="2980"/>
                    <a:pt x="2455" y="2853"/>
                    <a:pt x="2480" y="2736"/>
                  </a:cubicBezTo>
                  <a:cubicBezTo>
                    <a:pt x="2514" y="2595"/>
                    <a:pt x="2455" y="2455"/>
                    <a:pt x="2340" y="2374"/>
                  </a:cubicBezTo>
                  <a:lnTo>
                    <a:pt x="2070" y="2197"/>
                  </a:lnTo>
                  <a:lnTo>
                    <a:pt x="2351" y="1695"/>
                  </a:lnTo>
                  <a:lnTo>
                    <a:pt x="2643" y="1846"/>
                  </a:lnTo>
                  <a:cubicBezTo>
                    <a:pt x="2694" y="1874"/>
                    <a:pt x="2749" y="1887"/>
                    <a:pt x="2803" y="1887"/>
                  </a:cubicBezTo>
                  <a:cubicBezTo>
                    <a:pt x="2885" y="1887"/>
                    <a:pt x="2966" y="1857"/>
                    <a:pt x="3030" y="1801"/>
                  </a:cubicBezTo>
                  <a:cubicBezTo>
                    <a:pt x="3204" y="1625"/>
                    <a:pt x="3414" y="1507"/>
                    <a:pt x="3647" y="1425"/>
                  </a:cubicBezTo>
                  <a:cubicBezTo>
                    <a:pt x="3787" y="1392"/>
                    <a:pt x="3883" y="1263"/>
                    <a:pt x="3894" y="1122"/>
                  </a:cubicBezTo>
                  <a:lnTo>
                    <a:pt x="3905" y="805"/>
                  </a:lnTo>
                  <a:close/>
                  <a:moveTo>
                    <a:pt x="1229" y="7002"/>
                  </a:moveTo>
                  <a:cubicBezTo>
                    <a:pt x="1450" y="7002"/>
                    <a:pt x="1638" y="7188"/>
                    <a:pt x="1638" y="7412"/>
                  </a:cubicBezTo>
                  <a:cubicBezTo>
                    <a:pt x="1638" y="7634"/>
                    <a:pt x="1450" y="7808"/>
                    <a:pt x="1229" y="7808"/>
                  </a:cubicBezTo>
                  <a:cubicBezTo>
                    <a:pt x="1007" y="7808"/>
                    <a:pt x="819" y="7634"/>
                    <a:pt x="819" y="7412"/>
                  </a:cubicBezTo>
                  <a:cubicBezTo>
                    <a:pt x="819" y="7188"/>
                    <a:pt x="1007" y="7002"/>
                    <a:pt x="1229" y="7002"/>
                  </a:cubicBezTo>
                  <a:close/>
                  <a:moveTo>
                    <a:pt x="7154" y="7002"/>
                  </a:moveTo>
                  <a:cubicBezTo>
                    <a:pt x="7389" y="7002"/>
                    <a:pt x="7563" y="7188"/>
                    <a:pt x="7563" y="7412"/>
                  </a:cubicBezTo>
                  <a:cubicBezTo>
                    <a:pt x="7563" y="7634"/>
                    <a:pt x="7389" y="7808"/>
                    <a:pt x="7154" y="7808"/>
                  </a:cubicBezTo>
                  <a:cubicBezTo>
                    <a:pt x="6932" y="7808"/>
                    <a:pt x="6758" y="7634"/>
                    <a:pt x="6758" y="7412"/>
                  </a:cubicBezTo>
                  <a:cubicBezTo>
                    <a:pt x="6758" y="7188"/>
                    <a:pt x="6932" y="7002"/>
                    <a:pt x="7154" y="7002"/>
                  </a:cubicBezTo>
                  <a:close/>
                  <a:moveTo>
                    <a:pt x="4197" y="9165"/>
                  </a:moveTo>
                  <a:cubicBezTo>
                    <a:pt x="4418" y="9165"/>
                    <a:pt x="4595" y="9339"/>
                    <a:pt x="4595" y="9561"/>
                  </a:cubicBezTo>
                  <a:cubicBezTo>
                    <a:pt x="4595" y="9782"/>
                    <a:pt x="4418" y="9970"/>
                    <a:pt x="4197" y="9970"/>
                  </a:cubicBezTo>
                  <a:cubicBezTo>
                    <a:pt x="3975" y="9970"/>
                    <a:pt x="3787" y="9782"/>
                    <a:pt x="3787" y="9561"/>
                  </a:cubicBezTo>
                  <a:cubicBezTo>
                    <a:pt x="3787" y="9339"/>
                    <a:pt x="3975" y="9165"/>
                    <a:pt x="4197" y="9165"/>
                  </a:cubicBezTo>
                  <a:close/>
                  <a:moveTo>
                    <a:pt x="3532" y="0"/>
                  </a:moveTo>
                  <a:cubicBezTo>
                    <a:pt x="3310" y="0"/>
                    <a:pt x="3134" y="163"/>
                    <a:pt x="3122" y="385"/>
                  </a:cubicBezTo>
                  <a:lnTo>
                    <a:pt x="3111" y="783"/>
                  </a:lnTo>
                  <a:cubicBezTo>
                    <a:pt x="2982" y="842"/>
                    <a:pt x="2864" y="912"/>
                    <a:pt x="2749" y="993"/>
                  </a:cubicBezTo>
                  <a:lnTo>
                    <a:pt x="2385" y="805"/>
                  </a:lnTo>
                  <a:cubicBezTo>
                    <a:pt x="2326" y="773"/>
                    <a:pt x="2263" y="757"/>
                    <a:pt x="2201" y="757"/>
                  </a:cubicBezTo>
                  <a:cubicBezTo>
                    <a:pt x="2064" y="757"/>
                    <a:pt x="1931" y="831"/>
                    <a:pt x="1860" y="960"/>
                  </a:cubicBezTo>
                  <a:lnTo>
                    <a:pt x="1181" y="2127"/>
                  </a:lnTo>
                  <a:cubicBezTo>
                    <a:pt x="1077" y="2315"/>
                    <a:pt x="1136" y="2559"/>
                    <a:pt x="1310" y="2677"/>
                  </a:cubicBezTo>
                  <a:lnTo>
                    <a:pt x="1650" y="2887"/>
                  </a:lnTo>
                  <a:cubicBezTo>
                    <a:pt x="1650" y="2957"/>
                    <a:pt x="1638" y="3027"/>
                    <a:pt x="1638" y="3097"/>
                  </a:cubicBezTo>
                  <a:cubicBezTo>
                    <a:pt x="1638" y="3168"/>
                    <a:pt x="1650" y="3238"/>
                    <a:pt x="1650" y="3308"/>
                  </a:cubicBezTo>
                  <a:lnTo>
                    <a:pt x="1310" y="3518"/>
                  </a:lnTo>
                  <a:cubicBezTo>
                    <a:pt x="1136" y="3636"/>
                    <a:pt x="1077" y="3880"/>
                    <a:pt x="1181" y="4068"/>
                  </a:cubicBezTo>
                  <a:lnTo>
                    <a:pt x="1860" y="5224"/>
                  </a:lnTo>
                  <a:cubicBezTo>
                    <a:pt x="1933" y="5356"/>
                    <a:pt x="2071" y="5430"/>
                    <a:pt x="2211" y="5430"/>
                  </a:cubicBezTo>
                  <a:cubicBezTo>
                    <a:pt x="2270" y="5430"/>
                    <a:pt x="2330" y="5417"/>
                    <a:pt x="2385" y="5389"/>
                  </a:cubicBezTo>
                  <a:lnTo>
                    <a:pt x="2749" y="5201"/>
                  </a:lnTo>
                  <a:cubicBezTo>
                    <a:pt x="2864" y="5283"/>
                    <a:pt x="2982" y="5353"/>
                    <a:pt x="3111" y="5412"/>
                  </a:cubicBezTo>
                  <a:lnTo>
                    <a:pt x="3122" y="5810"/>
                  </a:lnTo>
                  <a:cubicBezTo>
                    <a:pt x="3134" y="6032"/>
                    <a:pt x="3310" y="6194"/>
                    <a:pt x="3532" y="6194"/>
                  </a:cubicBezTo>
                  <a:lnTo>
                    <a:pt x="3801" y="6194"/>
                  </a:lnTo>
                  <a:lnTo>
                    <a:pt x="3801" y="7002"/>
                  </a:lnTo>
                  <a:lnTo>
                    <a:pt x="2385" y="7002"/>
                  </a:lnTo>
                  <a:cubicBezTo>
                    <a:pt x="2216" y="6527"/>
                    <a:pt x="1761" y="6193"/>
                    <a:pt x="1222" y="6193"/>
                  </a:cubicBezTo>
                  <a:cubicBezTo>
                    <a:pt x="1205" y="6193"/>
                    <a:pt x="1187" y="6194"/>
                    <a:pt x="1170" y="6194"/>
                  </a:cubicBezTo>
                  <a:cubicBezTo>
                    <a:pt x="550" y="6231"/>
                    <a:pt x="48" y="6744"/>
                    <a:pt x="25" y="7364"/>
                  </a:cubicBezTo>
                  <a:cubicBezTo>
                    <a:pt x="0" y="8054"/>
                    <a:pt x="550" y="8627"/>
                    <a:pt x="1240" y="8627"/>
                  </a:cubicBezTo>
                  <a:cubicBezTo>
                    <a:pt x="1767" y="8627"/>
                    <a:pt x="2211" y="8287"/>
                    <a:pt x="2385" y="7819"/>
                  </a:cubicBezTo>
                  <a:lnTo>
                    <a:pt x="3801" y="7819"/>
                  </a:lnTo>
                  <a:lnTo>
                    <a:pt x="3801" y="8428"/>
                  </a:lnTo>
                  <a:cubicBezTo>
                    <a:pt x="3310" y="8604"/>
                    <a:pt x="2960" y="9081"/>
                    <a:pt x="2993" y="9631"/>
                  </a:cubicBezTo>
                  <a:cubicBezTo>
                    <a:pt x="3030" y="10251"/>
                    <a:pt x="3532" y="10753"/>
                    <a:pt x="4152" y="10778"/>
                  </a:cubicBezTo>
                  <a:cubicBezTo>
                    <a:pt x="4172" y="10779"/>
                    <a:pt x="4191" y="10780"/>
                    <a:pt x="4211" y="10780"/>
                  </a:cubicBezTo>
                  <a:cubicBezTo>
                    <a:pt x="4872" y="10780"/>
                    <a:pt x="5414" y="10231"/>
                    <a:pt x="5414" y="9561"/>
                  </a:cubicBezTo>
                  <a:cubicBezTo>
                    <a:pt x="5414" y="9036"/>
                    <a:pt x="5075" y="8590"/>
                    <a:pt x="4606" y="8428"/>
                  </a:cubicBezTo>
                  <a:lnTo>
                    <a:pt x="4606" y="7819"/>
                  </a:lnTo>
                  <a:lnTo>
                    <a:pt x="6020" y="7819"/>
                  </a:lnTo>
                  <a:cubicBezTo>
                    <a:pt x="6191" y="8294"/>
                    <a:pt x="6658" y="8628"/>
                    <a:pt x="7186" y="8628"/>
                  </a:cubicBezTo>
                  <a:cubicBezTo>
                    <a:pt x="7203" y="8628"/>
                    <a:pt x="7221" y="8627"/>
                    <a:pt x="7238" y="8627"/>
                  </a:cubicBezTo>
                  <a:cubicBezTo>
                    <a:pt x="7855" y="8590"/>
                    <a:pt x="8360" y="8077"/>
                    <a:pt x="8382" y="7457"/>
                  </a:cubicBezTo>
                  <a:cubicBezTo>
                    <a:pt x="8405" y="6767"/>
                    <a:pt x="7855" y="6194"/>
                    <a:pt x="7168" y="6194"/>
                  </a:cubicBezTo>
                  <a:cubicBezTo>
                    <a:pt x="6640" y="6194"/>
                    <a:pt x="6197" y="6534"/>
                    <a:pt x="6020" y="7002"/>
                  </a:cubicBezTo>
                  <a:lnTo>
                    <a:pt x="4606" y="7002"/>
                  </a:lnTo>
                  <a:lnTo>
                    <a:pt x="4606" y="6194"/>
                  </a:lnTo>
                  <a:lnTo>
                    <a:pt x="4876" y="6194"/>
                  </a:lnTo>
                  <a:cubicBezTo>
                    <a:pt x="5097" y="6194"/>
                    <a:pt x="5274" y="6032"/>
                    <a:pt x="5285" y="5810"/>
                  </a:cubicBezTo>
                  <a:lnTo>
                    <a:pt x="5296" y="5412"/>
                  </a:lnTo>
                  <a:cubicBezTo>
                    <a:pt x="5426" y="5353"/>
                    <a:pt x="5541" y="5283"/>
                    <a:pt x="5658" y="5201"/>
                  </a:cubicBezTo>
                  <a:lnTo>
                    <a:pt x="6020" y="5389"/>
                  </a:lnTo>
                  <a:cubicBezTo>
                    <a:pt x="6076" y="5417"/>
                    <a:pt x="6136" y="5430"/>
                    <a:pt x="6195" y="5430"/>
                  </a:cubicBezTo>
                  <a:cubicBezTo>
                    <a:pt x="6335" y="5430"/>
                    <a:pt x="6473" y="5356"/>
                    <a:pt x="6548" y="5224"/>
                  </a:cubicBezTo>
                  <a:lnTo>
                    <a:pt x="7224" y="4068"/>
                  </a:lnTo>
                  <a:cubicBezTo>
                    <a:pt x="7330" y="3880"/>
                    <a:pt x="7271" y="3636"/>
                    <a:pt x="7098" y="3518"/>
                  </a:cubicBezTo>
                  <a:lnTo>
                    <a:pt x="6758" y="3308"/>
                  </a:lnTo>
                  <a:cubicBezTo>
                    <a:pt x="6758" y="3238"/>
                    <a:pt x="6769" y="3168"/>
                    <a:pt x="6769" y="3097"/>
                  </a:cubicBezTo>
                  <a:cubicBezTo>
                    <a:pt x="6769" y="3027"/>
                    <a:pt x="6758" y="2957"/>
                    <a:pt x="6758" y="2887"/>
                  </a:cubicBezTo>
                  <a:lnTo>
                    <a:pt x="7098" y="2677"/>
                  </a:lnTo>
                  <a:cubicBezTo>
                    <a:pt x="7271" y="2559"/>
                    <a:pt x="7330" y="2315"/>
                    <a:pt x="7224" y="2127"/>
                  </a:cubicBezTo>
                  <a:lnTo>
                    <a:pt x="6548" y="960"/>
                  </a:lnTo>
                  <a:cubicBezTo>
                    <a:pt x="6475" y="831"/>
                    <a:pt x="6342" y="757"/>
                    <a:pt x="6205" y="757"/>
                  </a:cubicBezTo>
                  <a:cubicBezTo>
                    <a:pt x="6143" y="757"/>
                    <a:pt x="6079" y="773"/>
                    <a:pt x="6020" y="805"/>
                  </a:cubicBezTo>
                  <a:lnTo>
                    <a:pt x="5658" y="993"/>
                  </a:lnTo>
                  <a:cubicBezTo>
                    <a:pt x="5541" y="912"/>
                    <a:pt x="5426" y="842"/>
                    <a:pt x="5296" y="783"/>
                  </a:cubicBezTo>
                  <a:lnTo>
                    <a:pt x="5285" y="385"/>
                  </a:lnTo>
                  <a:cubicBezTo>
                    <a:pt x="5274" y="163"/>
                    <a:pt x="5097" y="0"/>
                    <a:pt x="4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82" name="Google Shape;782;p34"/>
          <p:cNvGrpSpPr/>
          <p:nvPr/>
        </p:nvGrpSpPr>
        <p:grpSpPr>
          <a:xfrm>
            <a:off x="3577913" y="1730775"/>
            <a:ext cx="347475" cy="345150"/>
            <a:chOff x="4744113" y="3243975"/>
            <a:chExt cx="347475" cy="345150"/>
          </a:xfrm>
        </p:grpSpPr>
        <p:sp>
          <p:nvSpPr>
            <p:cNvPr id="783" name="Google Shape;783;p34"/>
            <p:cNvSpPr/>
            <p:nvPr/>
          </p:nvSpPr>
          <p:spPr>
            <a:xfrm>
              <a:off x="4744113" y="3339725"/>
              <a:ext cx="182950" cy="249400"/>
            </a:xfrm>
            <a:custGeom>
              <a:rect l="l" t="t" r="r" b="b"/>
              <a:pathLst>
                <a:path w="7318" h="9976" extrusionOk="0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4935238" y="3434175"/>
              <a:ext cx="156350" cy="154950"/>
            </a:xfrm>
            <a:custGeom>
              <a:rect l="l" t="t" r="r" b="b"/>
              <a:pathLst>
                <a:path w="6254" h="6198" extrusionOk="0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4983138" y="3481225"/>
              <a:ext cx="60550" cy="60825"/>
            </a:xfrm>
            <a:custGeom>
              <a:rect l="l" t="t" r="r" b="b"/>
              <a:pathLst>
                <a:path w="2422" h="2433" extrusionOk="0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4826238" y="3243975"/>
              <a:ext cx="231950" cy="173375"/>
            </a:xfrm>
            <a:custGeom>
              <a:rect l="l" t="t" r="r" b="b"/>
              <a:pathLst>
                <a:path w="9278" h="6935" extrusionOk="0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787" name="Google Shape;787;p34"/>
          <p:cNvGrpSpPr/>
          <p:nvPr/>
        </p:nvGrpSpPr>
        <p:grpSpPr>
          <a:xfrm>
            <a:off x="1166213" y="1730850"/>
            <a:ext cx="346325" cy="345000"/>
            <a:chOff x="1725463" y="2681050"/>
            <a:chExt cx="346325" cy="345000"/>
          </a:xfrm>
        </p:grpSpPr>
        <p:sp>
          <p:nvSpPr>
            <p:cNvPr id="788" name="Google Shape;788;p34"/>
            <p:cNvSpPr/>
            <p:nvPr/>
          </p:nvSpPr>
          <p:spPr>
            <a:xfrm>
              <a:off x="1807588" y="2762650"/>
              <a:ext cx="181800" cy="181800"/>
            </a:xfrm>
            <a:custGeom>
              <a:rect l="l" t="t" r="r" b="b"/>
              <a:pathLst>
                <a:path w="7272" h="7272" extrusionOk="0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1725463" y="2681050"/>
              <a:ext cx="346325" cy="345000"/>
            </a:xfrm>
            <a:custGeom>
              <a:rect l="l" t="t" r="r" b="b"/>
              <a:pathLst>
                <a:path w="13853" h="13800" extrusionOk="0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EC37344-2091-8A77-BAAF-92FA7E2EB163}"/>
              </a:ext>
            </a:extLst>
          </p:cNvPr>
          <p:cNvSpPr txBox="1"/>
          <p:nvPr/>
        </p:nvSpPr>
        <p:spPr>
          <a:xfrm>
            <a:off x="751686" y="544028"/>
            <a:ext cx="600483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>
                <a:solidFill>
                  <a:schemeClr val="tx1"/>
                </a:solidFill>
              </a:rPr>
              <a:t>[ОСНОВНЫЕ ТЕЗИСЫ И КОНЦЕПЦИИ]</a:t>
            </a:r>
            <a:endParaRPr lang="ru-RU" sz="2400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D6656-1392-01FF-8BCD-F4AB70F6A84F}"/>
              </a:ext>
            </a:extLst>
          </p:cNvPr>
          <p:cNvSpPr txBox="1"/>
          <p:nvPr/>
        </p:nvSpPr>
        <p:spPr>
          <a:xfrm>
            <a:off x="1060466" y="2102108"/>
            <a:ext cx="219352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b="1">
                <a:solidFill>
                  <a:schemeClr val="tx1"/>
                </a:solidFill>
              </a:rPr>
              <a:t>[НАПРАВЛЕНИЕ 01]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FB8E3-07BA-30F4-041C-3968B8649F38}"/>
              </a:ext>
            </a:extLst>
          </p:cNvPr>
          <p:cNvSpPr txBox="1"/>
          <p:nvPr/>
        </p:nvSpPr>
        <p:spPr>
          <a:xfrm>
            <a:off x="1060231" y="2437743"/>
            <a:ext cx="208893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[Опишите суть данной идеи, концепции или направления развития вашего проекта в 3–4 строках. Это поле показывает визуальный объем текста]</a:t>
            </a:r>
            <a:r>
              <a:rPr lang="en-US" sz="1200">
                <a:latin typeface="Arial"/>
                <a:ea typeface="Arial"/>
                <a:cs typeface="Arial"/>
              </a:rPr>
              <a:t>​</a:t>
            </a:r>
            <a:endParaRPr lang="en-US" sz="1200"/>
          </a:p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0CF8FF-3119-CE7B-1947-C98F9F682894}"/>
              </a:ext>
            </a:extLst>
          </p:cNvPr>
          <p:cNvSpPr txBox="1"/>
          <p:nvPr/>
        </p:nvSpPr>
        <p:spPr>
          <a:xfrm>
            <a:off x="3484179" y="2102726"/>
            <a:ext cx="234512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b="1" baseline="0">
                <a:solidFill>
                  <a:srgbClr val="FFFFFF"/>
                </a:solidFill>
                <a:latin typeface="Arial"/>
              </a:rPr>
              <a:t>[НАПРАВЛЕНИЕ </a:t>
            </a:r>
            <a:r>
              <a:rPr lang="ru-RU" sz="1600" b="1">
                <a:solidFill>
                  <a:srgbClr val="FFFFFF"/>
                </a:solidFill>
              </a:rPr>
              <a:t>02</a:t>
            </a:r>
            <a:r>
              <a:rPr lang="ru-RU" sz="1600" b="1" baseline="0">
                <a:solidFill>
                  <a:srgbClr val="FFFFFF"/>
                </a:solidFill>
                <a:latin typeface="Arial"/>
              </a:rPr>
              <a:t>]</a:t>
            </a:r>
            <a:r>
              <a:rPr sz="1600">
                <a:latin typeface="Arial"/>
                <a:ea typeface="Arial"/>
                <a:cs typeface="Arial"/>
              </a:rPr>
              <a:t>​</a:t>
            </a:r>
            <a:endParaRPr lang="ru-RU"/>
          </a:p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806DD-3811-58D4-60C1-92774E1E884D}"/>
              </a:ext>
            </a:extLst>
          </p:cNvPr>
          <p:cNvSpPr txBox="1"/>
          <p:nvPr/>
        </p:nvSpPr>
        <p:spPr>
          <a:xfrm>
            <a:off x="3484178" y="2441684"/>
            <a:ext cx="2088932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[Опишите суть данной идеи, концепции или направления развития вашего проекта в 3–4 строках. Это поле показывает визуальный объем текста]</a:t>
            </a:r>
            <a:r>
              <a:rPr lang="en-US" sz="1200">
                <a:latin typeface="Arial"/>
                <a:ea typeface="Arial"/>
                <a:cs typeface="Arial"/>
              </a:rPr>
              <a:t>​</a:t>
            </a:r>
            <a:endParaRPr lang="en-US" sz="1200"/>
          </a:p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6C5FE5-AFE4-13B3-8D0A-8BA3044411CE}"/>
              </a:ext>
            </a:extLst>
          </p:cNvPr>
          <p:cNvSpPr txBox="1"/>
          <p:nvPr/>
        </p:nvSpPr>
        <p:spPr>
          <a:xfrm>
            <a:off x="5829300" y="2102726"/>
            <a:ext cx="233723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1600" b="1" baseline="0">
                <a:solidFill>
                  <a:srgbClr val="FFFFFF"/>
                </a:solidFill>
                <a:latin typeface="Arial"/>
              </a:rPr>
              <a:t>[НАПРАВЛЕНИЕ </a:t>
            </a:r>
            <a:r>
              <a:rPr lang="ru-RU" sz="1600" b="1">
                <a:solidFill>
                  <a:srgbClr val="FFFFFF"/>
                </a:solidFill>
              </a:rPr>
              <a:t>03</a:t>
            </a:r>
            <a:r>
              <a:rPr lang="ru-RU" sz="1600" b="1" baseline="0">
                <a:solidFill>
                  <a:srgbClr val="FFFFFF"/>
                </a:solidFill>
                <a:latin typeface="Arial"/>
              </a:rPr>
              <a:t>]</a:t>
            </a:r>
            <a:r>
              <a:rPr sz="1600">
                <a:latin typeface="Arial"/>
                <a:ea typeface="Arial"/>
                <a:cs typeface="Arial"/>
              </a:rPr>
              <a:t>​</a:t>
            </a:r>
            <a:endParaRPr lang="ru-RU"/>
          </a:p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4DB1CF-645E-E763-ED0E-1A921E1C7AD1}"/>
              </a:ext>
            </a:extLst>
          </p:cNvPr>
          <p:cNvSpPr txBox="1"/>
          <p:nvPr/>
        </p:nvSpPr>
        <p:spPr>
          <a:xfrm>
            <a:off x="5829300" y="2441685"/>
            <a:ext cx="211652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aseline="0">
                <a:solidFill>
                  <a:srgbClr val="FFFFFF"/>
                </a:solidFill>
                <a:latin typeface="Arial"/>
              </a:rPr>
              <a:t>[Опишите суть данной идеи, концепции или направления развития вашего проекта в 3–4 строках. Это поле показывает визуальный объем текста]</a:t>
            </a:r>
            <a:r>
              <a:rPr lang="en-US" sz="1200" baseline="0">
                <a:latin typeface="Arial"/>
              </a:rPr>
              <a:t>​</a:t>
            </a:r>
            <a:r>
              <a:rPr sz="1200">
                <a:latin typeface="Arial"/>
                <a:ea typeface="Arial"/>
                <a:cs typeface="Arial"/>
              </a:rPr>
              <a:t>​</a:t>
            </a:r>
            <a:endParaRPr lang="ru-RU" sz="1200"/>
          </a:p>
          <a:p>
            <a:pPr algn="ctr"/>
            <a:endParaRPr lang="ru-RU" sz="1200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7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2026-08-02T20:29:34.004</cp:lastPrinted>
  <dcterms:created xsi:type="dcterms:W3CDTF">2026-08-02T20:29:34Z</dcterms:created>
  <dcterms:modified xsi:type="dcterms:W3CDTF">2026-08-02T20:29:34Z</dcterms:modified>
</cp:coreProperties>
</file>