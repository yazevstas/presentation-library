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</p:cSldViewPr>
  </p:slideViewPr>
  <p:notesViewPr>
    <p:cSldViewPr>
      <p:cViewPr>
        <p:scale>
          <a:sx n="1" d="100"/>
          <a:sy n="1" d="100"/>
        </p:scale>
        <p:origin x="0" y="0"/>
      </p:cViewPr>
    </p:cSldViewPr>
  </p:notesViewPr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767"/>
        <p:cNvGrpSpPr/>
        <p:nvPr/>
      </p:nvGrpSpPr>
      <p:grpSpPr>
        <a:xfrm>
          <a:off x="0" y="0"/>
          <a:ext cx="0" cy="0"/>
        </a:xfrm>
      </p:grpSpPr>
      <p:sp>
        <p:nvSpPr>
          <p:cNvPr id="768" name="Google Shape;768;g184d99d1a72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9" name="Google Shape;769;g184d99d1a72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3E169532-7BB2-4E30-8BFF-C4DFBB50AD9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5FD0F0F-91CC-4A0F-BD08-45A21545543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F2B5B2A7-2C27-4315-AB25-F31280911AC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37569847-74C5-447E-8C94-CF8CF17905A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A2E8D1ED-F45D-47E7-9500-02992C0356C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D794D4CB-D51A-4FD7-B18C-62A2A0FC2A3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87F2B0D1-B3AB-4A0B-8C0D-1EBB819C969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C61DFC8A-1560-4BEF-B0B4-B6F6923CC06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EA349887-25E0-4DCD-8DF0-D6641DF8627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14F4054-2A04-4327-B6CF-079C94CC5AD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35C541A-033D-4B8D-9D23-E06D907EBA4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6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770"/>
        <p:cNvGrpSpPr/>
        <p:nvPr/>
      </p:nvGrpSpPr>
      <p:grpSpPr>
        <a:xfrm>
          <a:off x="0" y="0"/>
          <a:ext cx="0" cy="0"/>
        </a:xfrm>
      </p:grpSpPr>
      <p:grpSp>
        <p:nvGrpSpPr>
          <p:cNvPr id="778" name="Google Shape;778;p34"/>
          <p:cNvGrpSpPr/>
          <p:nvPr/>
        </p:nvGrpSpPr>
        <p:grpSpPr>
          <a:xfrm>
            <a:off x="5989625" y="1730775"/>
            <a:ext cx="289600" cy="345150"/>
            <a:chOff x="4801988" y="3797375"/>
            <a:chExt cx="289600" cy="345150"/>
          </a:xfrm>
        </p:grpSpPr>
        <p:sp>
          <p:nvSpPr>
            <p:cNvPr id="779" name="Google Shape;779;p34"/>
            <p:cNvSpPr/>
            <p:nvPr/>
          </p:nvSpPr>
          <p:spPr>
            <a:xfrm>
              <a:off x="4916238" y="3885675"/>
              <a:ext cx="60825" cy="60775"/>
            </a:xfrm>
            <a:custGeom>
              <a:rect l="l" t="t" r="r" b="b"/>
              <a:pathLst>
                <a:path w="2433" h="2431" extrusionOk="0">
                  <a:moveTo>
                    <a:pt x="1215" y="806"/>
                  </a:moveTo>
                  <a:cubicBezTo>
                    <a:pt x="1436" y="806"/>
                    <a:pt x="1613" y="994"/>
                    <a:pt x="1613" y="1215"/>
                  </a:cubicBezTo>
                  <a:cubicBezTo>
                    <a:pt x="1613" y="1437"/>
                    <a:pt x="1436" y="1614"/>
                    <a:pt x="1215" y="1614"/>
                  </a:cubicBezTo>
                  <a:cubicBezTo>
                    <a:pt x="993" y="1614"/>
                    <a:pt x="805" y="1437"/>
                    <a:pt x="805" y="1215"/>
                  </a:cubicBezTo>
                  <a:cubicBezTo>
                    <a:pt x="805" y="994"/>
                    <a:pt x="993" y="806"/>
                    <a:pt x="1215" y="806"/>
                  </a:cubicBezTo>
                  <a:close/>
                  <a:moveTo>
                    <a:pt x="1215" y="1"/>
                  </a:moveTo>
                  <a:cubicBezTo>
                    <a:pt x="539" y="1"/>
                    <a:pt x="0" y="551"/>
                    <a:pt x="0" y="1215"/>
                  </a:cubicBezTo>
                  <a:cubicBezTo>
                    <a:pt x="0" y="1883"/>
                    <a:pt x="539" y="2430"/>
                    <a:pt x="1215" y="2430"/>
                  </a:cubicBezTo>
                  <a:cubicBezTo>
                    <a:pt x="1882" y="2430"/>
                    <a:pt x="2432" y="1883"/>
                    <a:pt x="2432" y="1215"/>
                  </a:cubicBezTo>
                  <a:cubicBezTo>
                    <a:pt x="2432" y="551"/>
                    <a:pt x="1882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780" name="Google Shape;780;p34"/>
            <p:cNvSpPr/>
            <p:nvPr/>
          </p:nvSpPr>
          <p:spPr>
            <a:xfrm>
              <a:off x="4801988" y="3797375"/>
              <a:ext cx="289600" cy="345150"/>
            </a:xfrm>
            <a:custGeom>
              <a:rect l="l" t="t" r="r" b="b"/>
              <a:pathLst>
                <a:path w="11584" h="13805" extrusionOk="0">
                  <a:moveTo>
                    <a:pt x="10731" y="11643"/>
                  </a:moveTo>
                  <a:cubicBezTo>
                    <a:pt x="10579" y="12288"/>
                    <a:pt x="10074" y="12801"/>
                    <a:pt x="9432" y="12953"/>
                  </a:cubicBezTo>
                  <a:lnTo>
                    <a:pt x="9432" y="11643"/>
                  </a:lnTo>
                  <a:close/>
                  <a:moveTo>
                    <a:pt x="10111" y="809"/>
                  </a:moveTo>
                  <a:cubicBezTo>
                    <a:pt x="10472" y="809"/>
                    <a:pt x="10775" y="1112"/>
                    <a:pt x="10775" y="1488"/>
                  </a:cubicBezTo>
                  <a:lnTo>
                    <a:pt x="10775" y="10838"/>
                  </a:lnTo>
                  <a:lnTo>
                    <a:pt x="9022" y="10838"/>
                  </a:lnTo>
                  <a:cubicBezTo>
                    <a:pt x="8801" y="10838"/>
                    <a:pt x="8627" y="11026"/>
                    <a:pt x="8627" y="11247"/>
                  </a:cubicBezTo>
                  <a:lnTo>
                    <a:pt x="8627" y="13001"/>
                  </a:lnTo>
                  <a:lnTo>
                    <a:pt x="1473" y="13001"/>
                  </a:lnTo>
                  <a:cubicBezTo>
                    <a:pt x="1111" y="13001"/>
                    <a:pt x="805" y="12695"/>
                    <a:pt x="805" y="12322"/>
                  </a:cubicBezTo>
                  <a:lnTo>
                    <a:pt x="805" y="1488"/>
                  </a:lnTo>
                  <a:cubicBezTo>
                    <a:pt x="805" y="1112"/>
                    <a:pt x="1111" y="809"/>
                    <a:pt x="1473" y="809"/>
                  </a:cubicBezTo>
                  <a:close/>
                  <a:moveTo>
                    <a:pt x="1473" y="1"/>
                  </a:moveTo>
                  <a:cubicBezTo>
                    <a:pt x="654" y="1"/>
                    <a:pt x="0" y="669"/>
                    <a:pt x="0" y="1488"/>
                  </a:cubicBezTo>
                  <a:lnTo>
                    <a:pt x="0" y="12322"/>
                  </a:lnTo>
                  <a:cubicBezTo>
                    <a:pt x="0" y="13141"/>
                    <a:pt x="654" y="13806"/>
                    <a:pt x="1473" y="13806"/>
                  </a:cubicBezTo>
                  <a:lnTo>
                    <a:pt x="9022" y="13806"/>
                  </a:lnTo>
                  <a:cubicBezTo>
                    <a:pt x="10439" y="13806"/>
                    <a:pt x="11583" y="12661"/>
                    <a:pt x="11583" y="11247"/>
                  </a:cubicBezTo>
                  <a:lnTo>
                    <a:pt x="11583" y="1488"/>
                  </a:lnTo>
                  <a:cubicBezTo>
                    <a:pt x="11583" y="669"/>
                    <a:pt x="10930" y="1"/>
                    <a:pt x="1011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781" name="Google Shape;781;p34"/>
            <p:cNvSpPr/>
            <p:nvPr/>
          </p:nvSpPr>
          <p:spPr>
            <a:xfrm>
              <a:off x="4841688" y="3838625"/>
              <a:ext cx="210125" cy="269500"/>
            </a:xfrm>
            <a:custGeom>
              <a:rect l="l" t="t" r="r" b="b"/>
              <a:pathLst>
                <a:path w="8405" h="10780" extrusionOk="0">
                  <a:moveTo>
                    <a:pt x="4477" y="805"/>
                  </a:moveTo>
                  <a:lnTo>
                    <a:pt x="4503" y="1122"/>
                  </a:lnTo>
                  <a:cubicBezTo>
                    <a:pt x="4503" y="1263"/>
                    <a:pt x="4606" y="1392"/>
                    <a:pt x="4735" y="1437"/>
                  </a:cubicBezTo>
                  <a:cubicBezTo>
                    <a:pt x="4957" y="1507"/>
                    <a:pt x="5167" y="1625"/>
                    <a:pt x="5344" y="1776"/>
                  </a:cubicBezTo>
                  <a:cubicBezTo>
                    <a:pt x="5412" y="1839"/>
                    <a:pt x="5506" y="1873"/>
                    <a:pt x="5600" y="1873"/>
                  </a:cubicBezTo>
                  <a:cubicBezTo>
                    <a:pt x="5665" y="1873"/>
                    <a:pt x="5730" y="1857"/>
                    <a:pt x="5787" y="1824"/>
                  </a:cubicBezTo>
                  <a:lnTo>
                    <a:pt x="6031" y="1695"/>
                  </a:lnTo>
                  <a:lnTo>
                    <a:pt x="6326" y="2197"/>
                  </a:lnTo>
                  <a:lnTo>
                    <a:pt x="6057" y="2374"/>
                  </a:lnTo>
                  <a:cubicBezTo>
                    <a:pt x="5939" y="2455"/>
                    <a:pt x="5880" y="2595"/>
                    <a:pt x="5905" y="2736"/>
                  </a:cubicBezTo>
                  <a:cubicBezTo>
                    <a:pt x="5939" y="2853"/>
                    <a:pt x="5950" y="2980"/>
                    <a:pt x="5950" y="3097"/>
                  </a:cubicBezTo>
                  <a:cubicBezTo>
                    <a:pt x="5950" y="3215"/>
                    <a:pt x="5939" y="3344"/>
                    <a:pt x="5905" y="3459"/>
                  </a:cubicBezTo>
                  <a:cubicBezTo>
                    <a:pt x="5880" y="3600"/>
                    <a:pt x="5939" y="3740"/>
                    <a:pt x="6057" y="3821"/>
                  </a:cubicBezTo>
                  <a:lnTo>
                    <a:pt x="6326" y="3998"/>
                  </a:lnTo>
                  <a:lnTo>
                    <a:pt x="6031" y="4489"/>
                  </a:lnTo>
                  <a:lnTo>
                    <a:pt x="5751" y="4349"/>
                  </a:lnTo>
                  <a:cubicBezTo>
                    <a:pt x="5701" y="4321"/>
                    <a:pt x="5647" y="4308"/>
                    <a:pt x="5593" y="4308"/>
                  </a:cubicBezTo>
                  <a:cubicBezTo>
                    <a:pt x="5511" y="4308"/>
                    <a:pt x="5429" y="4339"/>
                    <a:pt x="5367" y="4396"/>
                  </a:cubicBezTo>
                  <a:cubicBezTo>
                    <a:pt x="5190" y="4559"/>
                    <a:pt x="4994" y="4677"/>
                    <a:pt x="4769" y="4747"/>
                  </a:cubicBezTo>
                  <a:cubicBezTo>
                    <a:pt x="4618" y="4803"/>
                    <a:pt x="4503" y="4943"/>
                    <a:pt x="4503" y="5109"/>
                  </a:cubicBezTo>
                  <a:lnTo>
                    <a:pt x="4477" y="5389"/>
                  </a:lnTo>
                  <a:lnTo>
                    <a:pt x="3905" y="5389"/>
                  </a:lnTo>
                  <a:lnTo>
                    <a:pt x="3894" y="5061"/>
                  </a:lnTo>
                  <a:cubicBezTo>
                    <a:pt x="3883" y="4921"/>
                    <a:pt x="3787" y="4803"/>
                    <a:pt x="3647" y="4758"/>
                  </a:cubicBezTo>
                  <a:cubicBezTo>
                    <a:pt x="3425" y="4688"/>
                    <a:pt x="3226" y="4570"/>
                    <a:pt x="3052" y="4419"/>
                  </a:cubicBezTo>
                  <a:cubicBezTo>
                    <a:pt x="2976" y="4356"/>
                    <a:pt x="2884" y="4322"/>
                    <a:pt x="2789" y="4322"/>
                  </a:cubicBezTo>
                  <a:cubicBezTo>
                    <a:pt x="2724" y="4322"/>
                    <a:pt x="2658" y="4338"/>
                    <a:pt x="2595" y="4371"/>
                  </a:cubicBezTo>
                  <a:lnTo>
                    <a:pt x="2351" y="4489"/>
                  </a:lnTo>
                  <a:lnTo>
                    <a:pt x="2070" y="3998"/>
                  </a:lnTo>
                  <a:lnTo>
                    <a:pt x="2340" y="3821"/>
                  </a:lnTo>
                  <a:cubicBezTo>
                    <a:pt x="2455" y="3740"/>
                    <a:pt x="2514" y="3600"/>
                    <a:pt x="2480" y="3459"/>
                  </a:cubicBezTo>
                  <a:cubicBezTo>
                    <a:pt x="2455" y="3344"/>
                    <a:pt x="2443" y="3215"/>
                    <a:pt x="2443" y="3097"/>
                  </a:cubicBezTo>
                  <a:cubicBezTo>
                    <a:pt x="2443" y="2980"/>
                    <a:pt x="2455" y="2853"/>
                    <a:pt x="2480" y="2736"/>
                  </a:cubicBezTo>
                  <a:cubicBezTo>
                    <a:pt x="2514" y="2595"/>
                    <a:pt x="2455" y="2455"/>
                    <a:pt x="2340" y="2374"/>
                  </a:cubicBezTo>
                  <a:lnTo>
                    <a:pt x="2070" y="2197"/>
                  </a:lnTo>
                  <a:lnTo>
                    <a:pt x="2351" y="1695"/>
                  </a:lnTo>
                  <a:lnTo>
                    <a:pt x="2643" y="1846"/>
                  </a:lnTo>
                  <a:cubicBezTo>
                    <a:pt x="2694" y="1874"/>
                    <a:pt x="2749" y="1887"/>
                    <a:pt x="2803" y="1887"/>
                  </a:cubicBezTo>
                  <a:cubicBezTo>
                    <a:pt x="2885" y="1887"/>
                    <a:pt x="2966" y="1857"/>
                    <a:pt x="3030" y="1801"/>
                  </a:cubicBezTo>
                  <a:cubicBezTo>
                    <a:pt x="3204" y="1625"/>
                    <a:pt x="3414" y="1507"/>
                    <a:pt x="3647" y="1425"/>
                  </a:cubicBezTo>
                  <a:cubicBezTo>
                    <a:pt x="3787" y="1392"/>
                    <a:pt x="3883" y="1263"/>
                    <a:pt x="3894" y="1122"/>
                  </a:cubicBezTo>
                  <a:lnTo>
                    <a:pt x="3905" y="805"/>
                  </a:lnTo>
                  <a:close/>
                  <a:moveTo>
                    <a:pt x="1229" y="7002"/>
                  </a:moveTo>
                  <a:cubicBezTo>
                    <a:pt x="1450" y="7002"/>
                    <a:pt x="1638" y="7188"/>
                    <a:pt x="1638" y="7412"/>
                  </a:cubicBezTo>
                  <a:cubicBezTo>
                    <a:pt x="1638" y="7634"/>
                    <a:pt x="1450" y="7808"/>
                    <a:pt x="1229" y="7808"/>
                  </a:cubicBezTo>
                  <a:cubicBezTo>
                    <a:pt x="1007" y="7808"/>
                    <a:pt x="819" y="7634"/>
                    <a:pt x="819" y="7412"/>
                  </a:cubicBezTo>
                  <a:cubicBezTo>
                    <a:pt x="819" y="7188"/>
                    <a:pt x="1007" y="7002"/>
                    <a:pt x="1229" y="7002"/>
                  </a:cubicBezTo>
                  <a:close/>
                  <a:moveTo>
                    <a:pt x="7154" y="7002"/>
                  </a:moveTo>
                  <a:cubicBezTo>
                    <a:pt x="7389" y="7002"/>
                    <a:pt x="7563" y="7188"/>
                    <a:pt x="7563" y="7412"/>
                  </a:cubicBezTo>
                  <a:cubicBezTo>
                    <a:pt x="7563" y="7634"/>
                    <a:pt x="7389" y="7808"/>
                    <a:pt x="7154" y="7808"/>
                  </a:cubicBezTo>
                  <a:cubicBezTo>
                    <a:pt x="6932" y="7808"/>
                    <a:pt x="6758" y="7634"/>
                    <a:pt x="6758" y="7412"/>
                  </a:cubicBezTo>
                  <a:cubicBezTo>
                    <a:pt x="6758" y="7188"/>
                    <a:pt x="6932" y="7002"/>
                    <a:pt x="7154" y="7002"/>
                  </a:cubicBezTo>
                  <a:close/>
                  <a:moveTo>
                    <a:pt x="4197" y="9165"/>
                  </a:moveTo>
                  <a:cubicBezTo>
                    <a:pt x="4418" y="9165"/>
                    <a:pt x="4595" y="9339"/>
                    <a:pt x="4595" y="9561"/>
                  </a:cubicBezTo>
                  <a:cubicBezTo>
                    <a:pt x="4595" y="9782"/>
                    <a:pt x="4418" y="9970"/>
                    <a:pt x="4197" y="9970"/>
                  </a:cubicBezTo>
                  <a:cubicBezTo>
                    <a:pt x="3975" y="9970"/>
                    <a:pt x="3787" y="9782"/>
                    <a:pt x="3787" y="9561"/>
                  </a:cubicBezTo>
                  <a:cubicBezTo>
                    <a:pt x="3787" y="9339"/>
                    <a:pt x="3975" y="9165"/>
                    <a:pt x="4197" y="9165"/>
                  </a:cubicBezTo>
                  <a:close/>
                  <a:moveTo>
                    <a:pt x="3532" y="0"/>
                  </a:moveTo>
                  <a:cubicBezTo>
                    <a:pt x="3310" y="0"/>
                    <a:pt x="3134" y="163"/>
                    <a:pt x="3122" y="385"/>
                  </a:cubicBezTo>
                  <a:lnTo>
                    <a:pt x="3111" y="783"/>
                  </a:lnTo>
                  <a:cubicBezTo>
                    <a:pt x="2982" y="842"/>
                    <a:pt x="2864" y="912"/>
                    <a:pt x="2749" y="993"/>
                  </a:cubicBezTo>
                  <a:lnTo>
                    <a:pt x="2385" y="805"/>
                  </a:lnTo>
                  <a:cubicBezTo>
                    <a:pt x="2326" y="773"/>
                    <a:pt x="2263" y="757"/>
                    <a:pt x="2201" y="757"/>
                  </a:cubicBezTo>
                  <a:cubicBezTo>
                    <a:pt x="2064" y="757"/>
                    <a:pt x="1931" y="831"/>
                    <a:pt x="1860" y="960"/>
                  </a:cubicBezTo>
                  <a:lnTo>
                    <a:pt x="1181" y="2127"/>
                  </a:lnTo>
                  <a:cubicBezTo>
                    <a:pt x="1077" y="2315"/>
                    <a:pt x="1136" y="2559"/>
                    <a:pt x="1310" y="2677"/>
                  </a:cubicBezTo>
                  <a:lnTo>
                    <a:pt x="1650" y="2887"/>
                  </a:lnTo>
                  <a:cubicBezTo>
                    <a:pt x="1650" y="2957"/>
                    <a:pt x="1638" y="3027"/>
                    <a:pt x="1638" y="3097"/>
                  </a:cubicBezTo>
                  <a:cubicBezTo>
                    <a:pt x="1638" y="3168"/>
                    <a:pt x="1650" y="3238"/>
                    <a:pt x="1650" y="3308"/>
                  </a:cubicBezTo>
                  <a:lnTo>
                    <a:pt x="1310" y="3518"/>
                  </a:lnTo>
                  <a:cubicBezTo>
                    <a:pt x="1136" y="3636"/>
                    <a:pt x="1077" y="3880"/>
                    <a:pt x="1181" y="4068"/>
                  </a:cubicBezTo>
                  <a:lnTo>
                    <a:pt x="1860" y="5224"/>
                  </a:lnTo>
                  <a:cubicBezTo>
                    <a:pt x="1933" y="5356"/>
                    <a:pt x="2071" y="5430"/>
                    <a:pt x="2211" y="5430"/>
                  </a:cubicBezTo>
                  <a:cubicBezTo>
                    <a:pt x="2270" y="5430"/>
                    <a:pt x="2330" y="5417"/>
                    <a:pt x="2385" y="5389"/>
                  </a:cubicBezTo>
                  <a:lnTo>
                    <a:pt x="2749" y="5201"/>
                  </a:lnTo>
                  <a:cubicBezTo>
                    <a:pt x="2864" y="5283"/>
                    <a:pt x="2982" y="5353"/>
                    <a:pt x="3111" y="5412"/>
                  </a:cubicBezTo>
                  <a:lnTo>
                    <a:pt x="3122" y="5810"/>
                  </a:lnTo>
                  <a:cubicBezTo>
                    <a:pt x="3134" y="6032"/>
                    <a:pt x="3310" y="6194"/>
                    <a:pt x="3532" y="6194"/>
                  </a:cubicBezTo>
                  <a:lnTo>
                    <a:pt x="3801" y="6194"/>
                  </a:lnTo>
                  <a:lnTo>
                    <a:pt x="3801" y="7002"/>
                  </a:lnTo>
                  <a:lnTo>
                    <a:pt x="2385" y="7002"/>
                  </a:lnTo>
                  <a:cubicBezTo>
                    <a:pt x="2216" y="6527"/>
                    <a:pt x="1761" y="6193"/>
                    <a:pt x="1222" y="6193"/>
                  </a:cubicBezTo>
                  <a:cubicBezTo>
                    <a:pt x="1205" y="6193"/>
                    <a:pt x="1187" y="6194"/>
                    <a:pt x="1170" y="6194"/>
                  </a:cubicBezTo>
                  <a:cubicBezTo>
                    <a:pt x="550" y="6231"/>
                    <a:pt x="48" y="6744"/>
                    <a:pt x="25" y="7364"/>
                  </a:cubicBezTo>
                  <a:cubicBezTo>
                    <a:pt x="0" y="8054"/>
                    <a:pt x="550" y="8627"/>
                    <a:pt x="1240" y="8627"/>
                  </a:cubicBezTo>
                  <a:cubicBezTo>
                    <a:pt x="1767" y="8627"/>
                    <a:pt x="2211" y="8287"/>
                    <a:pt x="2385" y="7819"/>
                  </a:cubicBezTo>
                  <a:lnTo>
                    <a:pt x="3801" y="7819"/>
                  </a:lnTo>
                  <a:lnTo>
                    <a:pt x="3801" y="8428"/>
                  </a:lnTo>
                  <a:cubicBezTo>
                    <a:pt x="3310" y="8604"/>
                    <a:pt x="2960" y="9081"/>
                    <a:pt x="2993" y="9631"/>
                  </a:cubicBezTo>
                  <a:cubicBezTo>
                    <a:pt x="3030" y="10251"/>
                    <a:pt x="3532" y="10753"/>
                    <a:pt x="4152" y="10778"/>
                  </a:cubicBezTo>
                  <a:cubicBezTo>
                    <a:pt x="4172" y="10779"/>
                    <a:pt x="4191" y="10780"/>
                    <a:pt x="4211" y="10780"/>
                  </a:cubicBezTo>
                  <a:cubicBezTo>
                    <a:pt x="4872" y="10780"/>
                    <a:pt x="5414" y="10231"/>
                    <a:pt x="5414" y="9561"/>
                  </a:cubicBezTo>
                  <a:cubicBezTo>
                    <a:pt x="5414" y="9036"/>
                    <a:pt x="5075" y="8590"/>
                    <a:pt x="4606" y="8428"/>
                  </a:cubicBezTo>
                  <a:lnTo>
                    <a:pt x="4606" y="7819"/>
                  </a:lnTo>
                  <a:lnTo>
                    <a:pt x="6020" y="7819"/>
                  </a:lnTo>
                  <a:cubicBezTo>
                    <a:pt x="6191" y="8294"/>
                    <a:pt x="6658" y="8628"/>
                    <a:pt x="7186" y="8628"/>
                  </a:cubicBezTo>
                  <a:cubicBezTo>
                    <a:pt x="7203" y="8628"/>
                    <a:pt x="7221" y="8627"/>
                    <a:pt x="7238" y="8627"/>
                  </a:cubicBezTo>
                  <a:cubicBezTo>
                    <a:pt x="7855" y="8590"/>
                    <a:pt x="8360" y="8077"/>
                    <a:pt x="8382" y="7457"/>
                  </a:cubicBezTo>
                  <a:cubicBezTo>
                    <a:pt x="8405" y="6767"/>
                    <a:pt x="7855" y="6194"/>
                    <a:pt x="7168" y="6194"/>
                  </a:cubicBezTo>
                  <a:cubicBezTo>
                    <a:pt x="6640" y="6194"/>
                    <a:pt x="6197" y="6534"/>
                    <a:pt x="6020" y="7002"/>
                  </a:cubicBezTo>
                  <a:lnTo>
                    <a:pt x="4606" y="7002"/>
                  </a:lnTo>
                  <a:lnTo>
                    <a:pt x="4606" y="6194"/>
                  </a:lnTo>
                  <a:lnTo>
                    <a:pt x="4876" y="6194"/>
                  </a:lnTo>
                  <a:cubicBezTo>
                    <a:pt x="5097" y="6194"/>
                    <a:pt x="5274" y="6032"/>
                    <a:pt x="5285" y="5810"/>
                  </a:cubicBezTo>
                  <a:lnTo>
                    <a:pt x="5296" y="5412"/>
                  </a:lnTo>
                  <a:cubicBezTo>
                    <a:pt x="5426" y="5353"/>
                    <a:pt x="5541" y="5283"/>
                    <a:pt x="5658" y="5201"/>
                  </a:cubicBezTo>
                  <a:lnTo>
                    <a:pt x="6020" y="5389"/>
                  </a:lnTo>
                  <a:cubicBezTo>
                    <a:pt x="6076" y="5417"/>
                    <a:pt x="6136" y="5430"/>
                    <a:pt x="6195" y="5430"/>
                  </a:cubicBezTo>
                  <a:cubicBezTo>
                    <a:pt x="6335" y="5430"/>
                    <a:pt x="6473" y="5356"/>
                    <a:pt x="6548" y="5224"/>
                  </a:cubicBezTo>
                  <a:lnTo>
                    <a:pt x="7224" y="4068"/>
                  </a:lnTo>
                  <a:cubicBezTo>
                    <a:pt x="7330" y="3880"/>
                    <a:pt x="7271" y="3636"/>
                    <a:pt x="7098" y="3518"/>
                  </a:cubicBezTo>
                  <a:lnTo>
                    <a:pt x="6758" y="3308"/>
                  </a:lnTo>
                  <a:cubicBezTo>
                    <a:pt x="6758" y="3238"/>
                    <a:pt x="6769" y="3168"/>
                    <a:pt x="6769" y="3097"/>
                  </a:cubicBezTo>
                  <a:cubicBezTo>
                    <a:pt x="6769" y="3027"/>
                    <a:pt x="6758" y="2957"/>
                    <a:pt x="6758" y="2887"/>
                  </a:cubicBezTo>
                  <a:lnTo>
                    <a:pt x="7098" y="2677"/>
                  </a:lnTo>
                  <a:cubicBezTo>
                    <a:pt x="7271" y="2559"/>
                    <a:pt x="7330" y="2315"/>
                    <a:pt x="7224" y="2127"/>
                  </a:cubicBezTo>
                  <a:lnTo>
                    <a:pt x="6548" y="960"/>
                  </a:lnTo>
                  <a:cubicBezTo>
                    <a:pt x="6475" y="831"/>
                    <a:pt x="6342" y="757"/>
                    <a:pt x="6205" y="757"/>
                  </a:cubicBezTo>
                  <a:cubicBezTo>
                    <a:pt x="6143" y="757"/>
                    <a:pt x="6079" y="773"/>
                    <a:pt x="6020" y="805"/>
                  </a:cubicBezTo>
                  <a:lnTo>
                    <a:pt x="5658" y="993"/>
                  </a:lnTo>
                  <a:cubicBezTo>
                    <a:pt x="5541" y="912"/>
                    <a:pt x="5426" y="842"/>
                    <a:pt x="5296" y="783"/>
                  </a:cubicBezTo>
                  <a:lnTo>
                    <a:pt x="5285" y="385"/>
                  </a:lnTo>
                  <a:cubicBezTo>
                    <a:pt x="5274" y="163"/>
                    <a:pt x="5097" y="0"/>
                    <a:pt x="48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782" name="Google Shape;782;p34"/>
          <p:cNvGrpSpPr/>
          <p:nvPr/>
        </p:nvGrpSpPr>
        <p:grpSpPr>
          <a:xfrm>
            <a:off x="3577913" y="1730775"/>
            <a:ext cx="347475" cy="345150"/>
            <a:chOff x="4744113" y="3243975"/>
            <a:chExt cx="347475" cy="345150"/>
          </a:xfrm>
        </p:grpSpPr>
        <p:sp>
          <p:nvSpPr>
            <p:cNvPr id="783" name="Google Shape;783;p34"/>
            <p:cNvSpPr/>
            <p:nvPr/>
          </p:nvSpPr>
          <p:spPr>
            <a:xfrm>
              <a:off x="4744113" y="3339725"/>
              <a:ext cx="182950" cy="249400"/>
            </a:xfrm>
            <a:custGeom>
              <a:rect l="l" t="t" r="r" b="b"/>
              <a:pathLst>
                <a:path w="7318" h="9976" extrusionOk="0">
                  <a:moveTo>
                    <a:pt x="3697" y="810"/>
                  </a:moveTo>
                  <a:cubicBezTo>
                    <a:pt x="3704" y="810"/>
                    <a:pt x="3711" y="810"/>
                    <a:pt x="3718" y="810"/>
                  </a:cubicBezTo>
                  <a:cubicBezTo>
                    <a:pt x="5272" y="833"/>
                    <a:pt x="6523" y="2095"/>
                    <a:pt x="6523" y="3638"/>
                  </a:cubicBezTo>
                  <a:cubicBezTo>
                    <a:pt x="6523" y="4398"/>
                    <a:pt x="6217" y="5111"/>
                    <a:pt x="5682" y="5649"/>
                  </a:cubicBezTo>
                  <a:cubicBezTo>
                    <a:pt x="5154" y="6174"/>
                    <a:pt x="4815" y="6842"/>
                    <a:pt x="4722" y="7554"/>
                  </a:cubicBezTo>
                  <a:lnTo>
                    <a:pt x="4091" y="7554"/>
                  </a:lnTo>
                  <a:lnTo>
                    <a:pt x="4091" y="4889"/>
                  </a:lnTo>
                  <a:lnTo>
                    <a:pt x="5050" y="3930"/>
                  </a:lnTo>
                  <a:cubicBezTo>
                    <a:pt x="5191" y="3789"/>
                    <a:pt x="5213" y="3557"/>
                    <a:pt x="5084" y="3394"/>
                  </a:cubicBezTo>
                  <a:cubicBezTo>
                    <a:pt x="5003" y="3288"/>
                    <a:pt x="4886" y="3235"/>
                    <a:pt x="4768" y="3235"/>
                  </a:cubicBezTo>
                  <a:cubicBezTo>
                    <a:pt x="4664" y="3235"/>
                    <a:pt x="4560" y="3276"/>
                    <a:pt x="4478" y="3357"/>
                  </a:cubicBezTo>
                  <a:lnTo>
                    <a:pt x="3693" y="4154"/>
                  </a:lnTo>
                  <a:lnTo>
                    <a:pt x="2899" y="3357"/>
                  </a:lnTo>
                  <a:cubicBezTo>
                    <a:pt x="2817" y="3276"/>
                    <a:pt x="2713" y="3235"/>
                    <a:pt x="2608" y="3235"/>
                  </a:cubicBezTo>
                  <a:cubicBezTo>
                    <a:pt x="2490" y="3235"/>
                    <a:pt x="2372" y="3288"/>
                    <a:pt x="2290" y="3394"/>
                  </a:cubicBezTo>
                  <a:cubicBezTo>
                    <a:pt x="2164" y="3557"/>
                    <a:pt x="2186" y="3789"/>
                    <a:pt x="2338" y="3930"/>
                  </a:cubicBezTo>
                  <a:lnTo>
                    <a:pt x="3286" y="4889"/>
                  </a:lnTo>
                  <a:lnTo>
                    <a:pt x="3286" y="7554"/>
                  </a:lnTo>
                  <a:lnTo>
                    <a:pt x="2655" y="7554"/>
                  </a:lnTo>
                  <a:cubicBezTo>
                    <a:pt x="2559" y="6842"/>
                    <a:pt x="2234" y="6174"/>
                    <a:pt x="1695" y="5649"/>
                  </a:cubicBezTo>
                  <a:cubicBezTo>
                    <a:pt x="1145" y="5099"/>
                    <a:pt x="854" y="4376"/>
                    <a:pt x="854" y="3615"/>
                  </a:cubicBezTo>
                  <a:cubicBezTo>
                    <a:pt x="876" y="2057"/>
                    <a:pt x="2152" y="810"/>
                    <a:pt x="3697" y="810"/>
                  </a:cubicBezTo>
                  <a:close/>
                  <a:moveTo>
                    <a:pt x="4689" y="8362"/>
                  </a:moveTo>
                  <a:lnTo>
                    <a:pt x="4689" y="8769"/>
                  </a:lnTo>
                  <a:cubicBezTo>
                    <a:pt x="4689" y="8993"/>
                    <a:pt x="4501" y="9167"/>
                    <a:pt x="4279" y="9167"/>
                  </a:cubicBezTo>
                  <a:lnTo>
                    <a:pt x="3075" y="9167"/>
                  </a:lnTo>
                  <a:cubicBezTo>
                    <a:pt x="2840" y="9167"/>
                    <a:pt x="2666" y="8993"/>
                    <a:pt x="2666" y="8769"/>
                  </a:cubicBezTo>
                  <a:lnTo>
                    <a:pt x="2666" y="8362"/>
                  </a:lnTo>
                  <a:close/>
                  <a:moveTo>
                    <a:pt x="3679" y="1"/>
                  </a:moveTo>
                  <a:cubicBezTo>
                    <a:pt x="3645" y="1"/>
                    <a:pt x="3611" y="1"/>
                    <a:pt x="3578" y="2"/>
                  </a:cubicBezTo>
                  <a:cubicBezTo>
                    <a:pt x="1659" y="50"/>
                    <a:pt x="105" y="1604"/>
                    <a:pt x="35" y="3509"/>
                  </a:cubicBezTo>
                  <a:cubicBezTo>
                    <a:pt x="1" y="4538"/>
                    <a:pt x="385" y="5498"/>
                    <a:pt x="1112" y="6222"/>
                  </a:cubicBezTo>
                  <a:cubicBezTo>
                    <a:pt x="1589" y="6701"/>
                    <a:pt x="1858" y="7321"/>
                    <a:pt x="1858" y="7952"/>
                  </a:cubicBezTo>
                  <a:lnTo>
                    <a:pt x="1858" y="8769"/>
                  </a:lnTo>
                  <a:cubicBezTo>
                    <a:pt x="1858" y="9436"/>
                    <a:pt x="2397" y="9975"/>
                    <a:pt x="3075" y="9975"/>
                  </a:cubicBezTo>
                  <a:lnTo>
                    <a:pt x="4279" y="9975"/>
                  </a:lnTo>
                  <a:cubicBezTo>
                    <a:pt x="4955" y="9975"/>
                    <a:pt x="5494" y="9436"/>
                    <a:pt x="5494" y="8769"/>
                  </a:cubicBezTo>
                  <a:lnTo>
                    <a:pt x="5494" y="7952"/>
                  </a:lnTo>
                  <a:cubicBezTo>
                    <a:pt x="5494" y="7321"/>
                    <a:pt x="5763" y="6701"/>
                    <a:pt x="6243" y="6222"/>
                  </a:cubicBezTo>
                  <a:cubicBezTo>
                    <a:pt x="6933" y="5531"/>
                    <a:pt x="7317" y="4620"/>
                    <a:pt x="7317" y="3638"/>
                  </a:cubicBezTo>
                  <a:cubicBezTo>
                    <a:pt x="7317" y="1638"/>
                    <a:pt x="5689" y="1"/>
                    <a:pt x="367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784" name="Google Shape;784;p34"/>
            <p:cNvSpPr/>
            <p:nvPr/>
          </p:nvSpPr>
          <p:spPr>
            <a:xfrm>
              <a:off x="4935238" y="3434175"/>
              <a:ext cx="156350" cy="154950"/>
            </a:xfrm>
            <a:custGeom>
              <a:rect l="l" t="t" r="r" b="b"/>
              <a:pathLst>
                <a:path w="6254" h="6198" extrusionOk="0">
                  <a:moveTo>
                    <a:pt x="3412" y="808"/>
                  </a:moveTo>
                  <a:lnTo>
                    <a:pt x="3426" y="1089"/>
                  </a:lnTo>
                  <a:cubicBezTo>
                    <a:pt x="3437" y="1251"/>
                    <a:pt x="3541" y="1392"/>
                    <a:pt x="3706" y="1450"/>
                  </a:cubicBezTo>
                  <a:cubicBezTo>
                    <a:pt x="3917" y="1521"/>
                    <a:pt x="4102" y="1624"/>
                    <a:pt x="4267" y="1779"/>
                  </a:cubicBezTo>
                  <a:cubicBezTo>
                    <a:pt x="4342" y="1840"/>
                    <a:pt x="4434" y="1873"/>
                    <a:pt x="4528" y="1873"/>
                  </a:cubicBezTo>
                  <a:cubicBezTo>
                    <a:pt x="4593" y="1873"/>
                    <a:pt x="4660" y="1857"/>
                    <a:pt x="4722" y="1824"/>
                  </a:cubicBezTo>
                  <a:lnTo>
                    <a:pt x="4969" y="1709"/>
                  </a:lnTo>
                  <a:lnTo>
                    <a:pt x="5260" y="2200"/>
                  </a:lnTo>
                  <a:lnTo>
                    <a:pt x="5025" y="2351"/>
                  </a:lnTo>
                  <a:cubicBezTo>
                    <a:pt x="4884" y="2444"/>
                    <a:pt x="4814" y="2606"/>
                    <a:pt x="4851" y="2772"/>
                  </a:cubicBezTo>
                  <a:cubicBezTo>
                    <a:pt x="4873" y="2876"/>
                    <a:pt x="4873" y="2993"/>
                    <a:pt x="4873" y="3097"/>
                  </a:cubicBezTo>
                  <a:cubicBezTo>
                    <a:pt x="4873" y="3204"/>
                    <a:pt x="4873" y="3322"/>
                    <a:pt x="4851" y="3425"/>
                  </a:cubicBezTo>
                  <a:cubicBezTo>
                    <a:pt x="4814" y="3588"/>
                    <a:pt x="4884" y="3754"/>
                    <a:pt x="5025" y="3846"/>
                  </a:cubicBezTo>
                  <a:lnTo>
                    <a:pt x="5260" y="3998"/>
                  </a:lnTo>
                  <a:lnTo>
                    <a:pt x="4969" y="4500"/>
                  </a:lnTo>
                  <a:lnTo>
                    <a:pt x="4722" y="4374"/>
                  </a:lnTo>
                  <a:cubicBezTo>
                    <a:pt x="4660" y="4339"/>
                    <a:pt x="4594" y="4323"/>
                    <a:pt x="4529" y="4323"/>
                  </a:cubicBezTo>
                  <a:cubicBezTo>
                    <a:pt x="4434" y="4323"/>
                    <a:pt x="4342" y="4357"/>
                    <a:pt x="4267" y="4419"/>
                  </a:cubicBezTo>
                  <a:cubicBezTo>
                    <a:pt x="4102" y="4570"/>
                    <a:pt x="3917" y="4677"/>
                    <a:pt x="3706" y="4758"/>
                  </a:cubicBezTo>
                  <a:cubicBezTo>
                    <a:pt x="3541" y="4806"/>
                    <a:pt x="3437" y="4946"/>
                    <a:pt x="3426" y="5120"/>
                  </a:cubicBezTo>
                  <a:lnTo>
                    <a:pt x="3412" y="5389"/>
                  </a:lnTo>
                  <a:lnTo>
                    <a:pt x="2839" y="5389"/>
                  </a:lnTo>
                  <a:lnTo>
                    <a:pt x="2828" y="5120"/>
                  </a:lnTo>
                  <a:cubicBezTo>
                    <a:pt x="2817" y="4946"/>
                    <a:pt x="2710" y="4806"/>
                    <a:pt x="2548" y="4758"/>
                  </a:cubicBezTo>
                  <a:cubicBezTo>
                    <a:pt x="2337" y="4677"/>
                    <a:pt x="2149" y="4570"/>
                    <a:pt x="1987" y="4419"/>
                  </a:cubicBezTo>
                  <a:cubicBezTo>
                    <a:pt x="1910" y="4357"/>
                    <a:pt x="1818" y="4323"/>
                    <a:pt x="1724" y="4323"/>
                  </a:cubicBezTo>
                  <a:cubicBezTo>
                    <a:pt x="1659" y="4323"/>
                    <a:pt x="1594" y="4339"/>
                    <a:pt x="1532" y="4374"/>
                  </a:cubicBezTo>
                  <a:lnTo>
                    <a:pt x="1285" y="4500"/>
                  </a:lnTo>
                  <a:lnTo>
                    <a:pt x="993" y="3998"/>
                  </a:lnTo>
                  <a:lnTo>
                    <a:pt x="1226" y="3846"/>
                  </a:lnTo>
                  <a:cubicBezTo>
                    <a:pt x="1367" y="3754"/>
                    <a:pt x="1437" y="3588"/>
                    <a:pt x="1403" y="3425"/>
                  </a:cubicBezTo>
                  <a:cubicBezTo>
                    <a:pt x="1392" y="3322"/>
                    <a:pt x="1378" y="3204"/>
                    <a:pt x="1378" y="3097"/>
                  </a:cubicBezTo>
                  <a:cubicBezTo>
                    <a:pt x="1378" y="2993"/>
                    <a:pt x="1392" y="2876"/>
                    <a:pt x="1403" y="2772"/>
                  </a:cubicBezTo>
                  <a:cubicBezTo>
                    <a:pt x="1437" y="2606"/>
                    <a:pt x="1367" y="2444"/>
                    <a:pt x="1226" y="2351"/>
                  </a:cubicBezTo>
                  <a:lnTo>
                    <a:pt x="993" y="2200"/>
                  </a:lnTo>
                  <a:lnTo>
                    <a:pt x="1285" y="1709"/>
                  </a:lnTo>
                  <a:lnTo>
                    <a:pt x="1532" y="1824"/>
                  </a:lnTo>
                  <a:cubicBezTo>
                    <a:pt x="1594" y="1857"/>
                    <a:pt x="1660" y="1873"/>
                    <a:pt x="1725" y="1873"/>
                  </a:cubicBezTo>
                  <a:cubicBezTo>
                    <a:pt x="1819" y="1873"/>
                    <a:pt x="1910" y="1840"/>
                    <a:pt x="1987" y="1779"/>
                  </a:cubicBezTo>
                  <a:cubicBezTo>
                    <a:pt x="2149" y="1624"/>
                    <a:pt x="2337" y="1521"/>
                    <a:pt x="2548" y="1450"/>
                  </a:cubicBezTo>
                  <a:cubicBezTo>
                    <a:pt x="2710" y="1392"/>
                    <a:pt x="2817" y="1251"/>
                    <a:pt x="2828" y="1089"/>
                  </a:cubicBezTo>
                  <a:lnTo>
                    <a:pt x="2839" y="808"/>
                  </a:lnTo>
                  <a:close/>
                  <a:moveTo>
                    <a:pt x="2455" y="0"/>
                  </a:moveTo>
                  <a:cubicBezTo>
                    <a:pt x="2233" y="0"/>
                    <a:pt x="2057" y="166"/>
                    <a:pt x="2045" y="387"/>
                  </a:cubicBezTo>
                  <a:lnTo>
                    <a:pt x="2034" y="783"/>
                  </a:lnTo>
                  <a:cubicBezTo>
                    <a:pt x="1905" y="842"/>
                    <a:pt x="1787" y="912"/>
                    <a:pt x="1672" y="993"/>
                  </a:cubicBezTo>
                  <a:lnTo>
                    <a:pt x="1308" y="808"/>
                  </a:lnTo>
                  <a:cubicBezTo>
                    <a:pt x="1251" y="779"/>
                    <a:pt x="1190" y="765"/>
                    <a:pt x="1129" y="765"/>
                  </a:cubicBezTo>
                  <a:cubicBezTo>
                    <a:pt x="991" y="765"/>
                    <a:pt x="855" y="837"/>
                    <a:pt x="783" y="960"/>
                  </a:cubicBezTo>
                  <a:lnTo>
                    <a:pt x="104" y="2129"/>
                  </a:lnTo>
                  <a:cubicBezTo>
                    <a:pt x="0" y="2315"/>
                    <a:pt x="59" y="2561"/>
                    <a:pt x="233" y="2676"/>
                  </a:cubicBezTo>
                  <a:lnTo>
                    <a:pt x="573" y="2887"/>
                  </a:lnTo>
                  <a:cubicBezTo>
                    <a:pt x="573" y="2957"/>
                    <a:pt x="561" y="3027"/>
                    <a:pt x="561" y="3097"/>
                  </a:cubicBezTo>
                  <a:cubicBezTo>
                    <a:pt x="561" y="3167"/>
                    <a:pt x="573" y="3237"/>
                    <a:pt x="573" y="3308"/>
                  </a:cubicBezTo>
                  <a:lnTo>
                    <a:pt x="233" y="3518"/>
                  </a:lnTo>
                  <a:cubicBezTo>
                    <a:pt x="59" y="3636"/>
                    <a:pt x="0" y="3883"/>
                    <a:pt x="104" y="4068"/>
                  </a:cubicBezTo>
                  <a:lnTo>
                    <a:pt x="783" y="5238"/>
                  </a:lnTo>
                  <a:cubicBezTo>
                    <a:pt x="854" y="5366"/>
                    <a:pt x="986" y="5439"/>
                    <a:pt x="1121" y="5439"/>
                  </a:cubicBezTo>
                  <a:cubicBezTo>
                    <a:pt x="1185" y="5439"/>
                    <a:pt x="1249" y="5423"/>
                    <a:pt x="1308" y="5389"/>
                  </a:cubicBezTo>
                  <a:lnTo>
                    <a:pt x="1672" y="5201"/>
                  </a:lnTo>
                  <a:cubicBezTo>
                    <a:pt x="1787" y="5285"/>
                    <a:pt x="1905" y="5355"/>
                    <a:pt x="2034" y="5412"/>
                  </a:cubicBezTo>
                  <a:lnTo>
                    <a:pt x="2045" y="5810"/>
                  </a:lnTo>
                  <a:cubicBezTo>
                    <a:pt x="2057" y="6032"/>
                    <a:pt x="2233" y="6197"/>
                    <a:pt x="2455" y="6197"/>
                  </a:cubicBezTo>
                  <a:lnTo>
                    <a:pt x="3799" y="6197"/>
                  </a:lnTo>
                  <a:cubicBezTo>
                    <a:pt x="4020" y="6197"/>
                    <a:pt x="4197" y="6032"/>
                    <a:pt x="4208" y="5810"/>
                  </a:cubicBezTo>
                  <a:lnTo>
                    <a:pt x="4220" y="5412"/>
                  </a:lnTo>
                  <a:cubicBezTo>
                    <a:pt x="4349" y="5355"/>
                    <a:pt x="4464" y="5285"/>
                    <a:pt x="4581" y="5201"/>
                  </a:cubicBezTo>
                  <a:lnTo>
                    <a:pt x="4943" y="5389"/>
                  </a:lnTo>
                  <a:cubicBezTo>
                    <a:pt x="5003" y="5423"/>
                    <a:pt x="5068" y="5439"/>
                    <a:pt x="5131" y="5439"/>
                  </a:cubicBezTo>
                  <a:cubicBezTo>
                    <a:pt x="5267" y="5439"/>
                    <a:pt x="5398" y="5366"/>
                    <a:pt x="5471" y="5238"/>
                  </a:cubicBezTo>
                  <a:lnTo>
                    <a:pt x="6147" y="4068"/>
                  </a:lnTo>
                  <a:cubicBezTo>
                    <a:pt x="6253" y="3883"/>
                    <a:pt x="6194" y="3636"/>
                    <a:pt x="6021" y="3518"/>
                  </a:cubicBezTo>
                  <a:lnTo>
                    <a:pt x="5681" y="3308"/>
                  </a:lnTo>
                  <a:cubicBezTo>
                    <a:pt x="5681" y="3237"/>
                    <a:pt x="5692" y="3167"/>
                    <a:pt x="5692" y="3097"/>
                  </a:cubicBezTo>
                  <a:cubicBezTo>
                    <a:pt x="5692" y="3027"/>
                    <a:pt x="5681" y="2957"/>
                    <a:pt x="5681" y="2887"/>
                  </a:cubicBezTo>
                  <a:lnTo>
                    <a:pt x="6021" y="2676"/>
                  </a:lnTo>
                  <a:cubicBezTo>
                    <a:pt x="6194" y="2561"/>
                    <a:pt x="6253" y="2315"/>
                    <a:pt x="6147" y="2129"/>
                  </a:cubicBezTo>
                  <a:lnTo>
                    <a:pt x="5471" y="960"/>
                  </a:lnTo>
                  <a:cubicBezTo>
                    <a:pt x="5397" y="837"/>
                    <a:pt x="5261" y="765"/>
                    <a:pt x="5123" y="765"/>
                  </a:cubicBezTo>
                  <a:cubicBezTo>
                    <a:pt x="5062" y="765"/>
                    <a:pt x="5001" y="779"/>
                    <a:pt x="4943" y="808"/>
                  </a:cubicBezTo>
                  <a:lnTo>
                    <a:pt x="4581" y="993"/>
                  </a:lnTo>
                  <a:cubicBezTo>
                    <a:pt x="4464" y="912"/>
                    <a:pt x="4349" y="842"/>
                    <a:pt x="4220" y="783"/>
                  </a:cubicBezTo>
                  <a:lnTo>
                    <a:pt x="4208" y="387"/>
                  </a:lnTo>
                  <a:cubicBezTo>
                    <a:pt x="4197" y="166"/>
                    <a:pt x="4020" y="0"/>
                    <a:pt x="379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785" name="Google Shape;785;p34"/>
            <p:cNvSpPr/>
            <p:nvPr/>
          </p:nvSpPr>
          <p:spPr>
            <a:xfrm>
              <a:off x="4983138" y="3481225"/>
              <a:ext cx="60550" cy="60825"/>
            </a:xfrm>
            <a:custGeom>
              <a:rect l="l" t="t" r="r" b="b"/>
              <a:pathLst>
                <a:path w="2422" h="2433" extrusionOk="0">
                  <a:moveTo>
                    <a:pt x="1215" y="808"/>
                  </a:moveTo>
                  <a:cubicBezTo>
                    <a:pt x="1440" y="808"/>
                    <a:pt x="1613" y="994"/>
                    <a:pt x="1613" y="1215"/>
                  </a:cubicBezTo>
                  <a:cubicBezTo>
                    <a:pt x="1613" y="1440"/>
                    <a:pt x="1440" y="1625"/>
                    <a:pt x="1215" y="1625"/>
                  </a:cubicBezTo>
                  <a:cubicBezTo>
                    <a:pt x="982" y="1625"/>
                    <a:pt x="808" y="1440"/>
                    <a:pt x="808" y="1215"/>
                  </a:cubicBezTo>
                  <a:cubicBezTo>
                    <a:pt x="808" y="994"/>
                    <a:pt x="982" y="808"/>
                    <a:pt x="1215" y="808"/>
                  </a:cubicBezTo>
                  <a:close/>
                  <a:moveTo>
                    <a:pt x="1215" y="1"/>
                  </a:moveTo>
                  <a:cubicBezTo>
                    <a:pt x="539" y="1"/>
                    <a:pt x="0" y="550"/>
                    <a:pt x="0" y="1215"/>
                  </a:cubicBezTo>
                  <a:cubicBezTo>
                    <a:pt x="0" y="1883"/>
                    <a:pt x="539" y="2433"/>
                    <a:pt x="1215" y="2433"/>
                  </a:cubicBezTo>
                  <a:cubicBezTo>
                    <a:pt x="1883" y="2433"/>
                    <a:pt x="2421" y="1883"/>
                    <a:pt x="2421" y="1215"/>
                  </a:cubicBezTo>
                  <a:cubicBezTo>
                    <a:pt x="2421" y="550"/>
                    <a:pt x="1883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786" name="Google Shape;786;p34"/>
            <p:cNvSpPr/>
            <p:nvPr/>
          </p:nvSpPr>
          <p:spPr>
            <a:xfrm>
              <a:off x="4826238" y="3243975"/>
              <a:ext cx="231950" cy="173375"/>
            </a:xfrm>
            <a:custGeom>
              <a:rect l="l" t="t" r="r" b="b"/>
              <a:pathLst>
                <a:path w="9278" h="6935" extrusionOk="0">
                  <a:moveTo>
                    <a:pt x="924" y="0"/>
                  </a:moveTo>
                  <a:cubicBezTo>
                    <a:pt x="408" y="0"/>
                    <a:pt x="1" y="421"/>
                    <a:pt x="1" y="923"/>
                  </a:cubicBezTo>
                  <a:lnTo>
                    <a:pt x="1" y="2839"/>
                  </a:lnTo>
                  <a:cubicBezTo>
                    <a:pt x="1" y="2946"/>
                    <a:pt x="82" y="3027"/>
                    <a:pt x="186" y="3027"/>
                  </a:cubicBezTo>
                  <a:lnTo>
                    <a:pt x="618" y="3027"/>
                  </a:lnTo>
                  <a:cubicBezTo>
                    <a:pt x="725" y="3027"/>
                    <a:pt x="806" y="2946"/>
                    <a:pt x="806" y="2839"/>
                  </a:cubicBezTo>
                  <a:lnTo>
                    <a:pt x="806" y="1366"/>
                  </a:lnTo>
                  <a:cubicBezTo>
                    <a:pt x="806" y="1063"/>
                    <a:pt x="1053" y="816"/>
                    <a:pt x="1356" y="816"/>
                  </a:cubicBezTo>
                  <a:lnTo>
                    <a:pt x="6860" y="816"/>
                  </a:lnTo>
                  <a:cubicBezTo>
                    <a:pt x="6989" y="816"/>
                    <a:pt x="7096" y="912"/>
                    <a:pt x="7096" y="1041"/>
                  </a:cubicBezTo>
                  <a:lnTo>
                    <a:pt x="7096" y="5412"/>
                  </a:lnTo>
                  <a:lnTo>
                    <a:pt x="6313" y="4640"/>
                  </a:lnTo>
                  <a:cubicBezTo>
                    <a:pt x="6299" y="4629"/>
                    <a:pt x="6288" y="4618"/>
                    <a:pt x="6265" y="4618"/>
                  </a:cubicBezTo>
                  <a:cubicBezTo>
                    <a:pt x="6258" y="4617"/>
                    <a:pt x="6250" y="4617"/>
                    <a:pt x="6243" y="4617"/>
                  </a:cubicBezTo>
                  <a:cubicBezTo>
                    <a:pt x="5748" y="4617"/>
                    <a:pt x="5626" y="5087"/>
                    <a:pt x="5856" y="5330"/>
                  </a:cubicBezTo>
                  <a:lnTo>
                    <a:pt x="7446" y="6907"/>
                  </a:lnTo>
                  <a:cubicBezTo>
                    <a:pt x="7457" y="6925"/>
                    <a:pt x="7475" y="6934"/>
                    <a:pt x="7494" y="6934"/>
                  </a:cubicBezTo>
                  <a:cubicBezTo>
                    <a:pt x="7513" y="6934"/>
                    <a:pt x="7533" y="6925"/>
                    <a:pt x="7550" y="6907"/>
                  </a:cubicBezTo>
                  <a:lnTo>
                    <a:pt x="9244" y="5212"/>
                  </a:lnTo>
                  <a:cubicBezTo>
                    <a:pt x="9258" y="5201"/>
                    <a:pt x="9270" y="5179"/>
                    <a:pt x="9270" y="5165"/>
                  </a:cubicBezTo>
                  <a:cubicBezTo>
                    <a:pt x="9277" y="4816"/>
                    <a:pt x="9058" y="4639"/>
                    <a:pt x="8841" y="4639"/>
                  </a:cubicBezTo>
                  <a:cubicBezTo>
                    <a:pt x="8738" y="4639"/>
                    <a:pt x="8635" y="4679"/>
                    <a:pt x="8557" y="4758"/>
                  </a:cubicBezTo>
                  <a:lnTo>
                    <a:pt x="7901" y="5412"/>
                  </a:lnTo>
                  <a:lnTo>
                    <a:pt x="7901" y="384"/>
                  </a:lnTo>
                  <a:cubicBezTo>
                    <a:pt x="7901" y="174"/>
                    <a:pt x="7727" y="0"/>
                    <a:pt x="751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787" name="Google Shape;787;p34"/>
          <p:cNvGrpSpPr/>
          <p:nvPr/>
        </p:nvGrpSpPr>
        <p:grpSpPr>
          <a:xfrm>
            <a:off x="1166213" y="1730850"/>
            <a:ext cx="346325" cy="345000"/>
            <a:chOff x="1725463" y="2681050"/>
            <a:chExt cx="346325" cy="345000"/>
          </a:xfrm>
        </p:grpSpPr>
        <p:sp>
          <p:nvSpPr>
            <p:cNvPr id="788" name="Google Shape;788;p34"/>
            <p:cNvSpPr/>
            <p:nvPr/>
          </p:nvSpPr>
          <p:spPr>
            <a:xfrm>
              <a:off x="1807588" y="2762650"/>
              <a:ext cx="181800" cy="181800"/>
            </a:xfrm>
            <a:custGeom>
              <a:rect l="l" t="t" r="r" b="b"/>
              <a:pathLst>
                <a:path w="7272" h="7272" extrusionOk="0">
                  <a:moveTo>
                    <a:pt x="6032" y="808"/>
                  </a:moveTo>
                  <a:lnTo>
                    <a:pt x="6464" y="1240"/>
                  </a:lnTo>
                  <a:lnTo>
                    <a:pt x="6464" y="1613"/>
                  </a:lnTo>
                  <a:lnTo>
                    <a:pt x="2418" y="1613"/>
                  </a:lnTo>
                  <a:lnTo>
                    <a:pt x="2418" y="808"/>
                  </a:lnTo>
                  <a:close/>
                  <a:moveTo>
                    <a:pt x="1613" y="808"/>
                  </a:moveTo>
                  <a:lnTo>
                    <a:pt x="1613" y="4851"/>
                  </a:lnTo>
                  <a:lnTo>
                    <a:pt x="805" y="4851"/>
                  </a:lnTo>
                  <a:lnTo>
                    <a:pt x="805" y="1240"/>
                  </a:lnTo>
                  <a:lnTo>
                    <a:pt x="1240" y="808"/>
                  </a:lnTo>
                  <a:close/>
                  <a:moveTo>
                    <a:pt x="4851" y="2421"/>
                  </a:moveTo>
                  <a:lnTo>
                    <a:pt x="4851" y="4851"/>
                  </a:lnTo>
                  <a:lnTo>
                    <a:pt x="2418" y="4851"/>
                  </a:lnTo>
                  <a:lnTo>
                    <a:pt x="2418" y="2421"/>
                  </a:lnTo>
                  <a:close/>
                  <a:moveTo>
                    <a:pt x="4851" y="5659"/>
                  </a:moveTo>
                  <a:lnTo>
                    <a:pt x="4851" y="6464"/>
                  </a:lnTo>
                  <a:lnTo>
                    <a:pt x="1240" y="6464"/>
                  </a:lnTo>
                  <a:lnTo>
                    <a:pt x="805" y="6032"/>
                  </a:lnTo>
                  <a:lnTo>
                    <a:pt x="805" y="5659"/>
                  </a:lnTo>
                  <a:close/>
                  <a:moveTo>
                    <a:pt x="6464" y="2421"/>
                  </a:moveTo>
                  <a:lnTo>
                    <a:pt x="6464" y="6032"/>
                  </a:lnTo>
                  <a:lnTo>
                    <a:pt x="6032" y="6464"/>
                  </a:lnTo>
                  <a:lnTo>
                    <a:pt x="5659" y="6464"/>
                  </a:lnTo>
                  <a:lnTo>
                    <a:pt x="5659" y="2421"/>
                  </a:lnTo>
                  <a:close/>
                  <a:moveTo>
                    <a:pt x="1075" y="0"/>
                  </a:moveTo>
                  <a:cubicBezTo>
                    <a:pt x="960" y="0"/>
                    <a:pt x="864" y="37"/>
                    <a:pt x="783" y="118"/>
                  </a:cubicBezTo>
                  <a:lnTo>
                    <a:pt x="118" y="783"/>
                  </a:lnTo>
                  <a:cubicBezTo>
                    <a:pt x="34" y="867"/>
                    <a:pt x="0" y="960"/>
                    <a:pt x="0" y="1078"/>
                  </a:cubicBezTo>
                  <a:lnTo>
                    <a:pt x="0" y="6197"/>
                  </a:lnTo>
                  <a:cubicBezTo>
                    <a:pt x="0" y="6312"/>
                    <a:pt x="34" y="6408"/>
                    <a:pt x="118" y="6489"/>
                  </a:cubicBezTo>
                  <a:lnTo>
                    <a:pt x="783" y="7154"/>
                  </a:lnTo>
                  <a:cubicBezTo>
                    <a:pt x="864" y="7235"/>
                    <a:pt x="960" y="7272"/>
                    <a:pt x="1075" y="7272"/>
                  </a:cubicBezTo>
                  <a:lnTo>
                    <a:pt x="6206" y="7272"/>
                  </a:lnTo>
                  <a:cubicBezTo>
                    <a:pt x="6312" y="7272"/>
                    <a:pt x="6416" y="7235"/>
                    <a:pt x="6486" y="7154"/>
                  </a:cubicBezTo>
                  <a:lnTo>
                    <a:pt x="7154" y="6489"/>
                  </a:lnTo>
                  <a:cubicBezTo>
                    <a:pt x="7235" y="6408"/>
                    <a:pt x="7272" y="6312"/>
                    <a:pt x="7272" y="6197"/>
                  </a:cubicBezTo>
                  <a:lnTo>
                    <a:pt x="7272" y="1078"/>
                  </a:lnTo>
                  <a:cubicBezTo>
                    <a:pt x="7272" y="960"/>
                    <a:pt x="7235" y="867"/>
                    <a:pt x="7154" y="783"/>
                  </a:cubicBezTo>
                  <a:lnTo>
                    <a:pt x="6486" y="118"/>
                  </a:lnTo>
                  <a:cubicBezTo>
                    <a:pt x="6416" y="37"/>
                    <a:pt x="6312" y="0"/>
                    <a:pt x="620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789" name="Google Shape;789;p34"/>
            <p:cNvSpPr/>
            <p:nvPr/>
          </p:nvSpPr>
          <p:spPr>
            <a:xfrm>
              <a:off x="1725463" y="2681050"/>
              <a:ext cx="346325" cy="345000"/>
            </a:xfrm>
            <a:custGeom>
              <a:rect l="l" t="t" r="r" b="b"/>
              <a:pathLst>
                <a:path w="13853" h="13800" extrusionOk="0">
                  <a:moveTo>
                    <a:pt x="9996" y="2448"/>
                  </a:moveTo>
                  <a:lnTo>
                    <a:pt x="11373" y="3837"/>
                  </a:lnTo>
                  <a:lnTo>
                    <a:pt x="11373" y="9963"/>
                  </a:lnTo>
                  <a:lnTo>
                    <a:pt x="9996" y="11355"/>
                  </a:lnTo>
                  <a:lnTo>
                    <a:pt x="3858" y="11355"/>
                  </a:lnTo>
                  <a:lnTo>
                    <a:pt x="2466" y="9963"/>
                  </a:lnTo>
                  <a:lnTo>
                    <a:pt x="2466" y="3837"/>
                  </a:lnTo>
                  <a:lnTo>
                    <a:pt x="3858" y="2448"/>
                  </a:lnTo>
                  <a:close/>
                  <a:moveTo>
                    <a:pt x="3671" y="0"/>
                  </a:moveTo>
                  <a:cubicBezTo>
                    <a:pt x="3454" y="0"/>
                    <a:pt x="3285" y="186"/>
                    <a:pt x="3285" y="400"/>
                  </a:cubicBezTo>
                  <a:lnTo>
                    <a:pt x="3285" y="1873"/>
                  </a:lnTo>
                  <a:lnTo>
                    <a:pt x="1905" y="3264"/>
                  </a:lnTo>
                  <a:lnTo>
                    <a:pt x="432" y="3264"/>
                  </a:lnTo>
                  <a:cubicBezTo>
                    <a:pt x="222" y="3264"/>
                    <a:pt x="48" y="3416"/>
                    <a:pt x="23" y="3615"/>
                  </a:cubicBezTo>
                  <a:cubicBezTo>
                    <a:pt x="0" y="3862"/>
                    <a:pt x="188" y="4072"/>
                    <a:pt x="421" y="4072"/>
                  </a:cubicBezTo>
                  <a:lnTo>
                    <a:pt x="1661" y="4072"/>
                  </a:lnTo>
                  <a:lnTo>
                    <a:pt x="1661" y="4877"/>
                  </a:lnTo>
                  <a:lnTo>
                    <a:pt x="432" y="4877"/>
                  </a:lnTo>
                  <a:cubicBezTo>
                    <a:pt x="222" y="4877"/>
                    <a:pt x="48" y="5029"/>
                    <a:pt x="23" y="5239"/>
                  </a:cubicBezTo>
                  <a:cubicBezTo>
                    <a:pt x="0" y="5486"/>
                    <a:pt x="188" y="5685"/>
                    <a:pt x="421" y="5685"/>
                  </a:cubicBezTo>
                  <a:lnTo>
                    <a:pt x="1661" y="5685"/>
                  </a:lnTo>
                  <a:lnTo>
                    <a:pt x="1661" y="6490"/>
                  </a:lnTo>
                  <a:lnTo>
                    <a:pt x="432" y="6490"/>
                  </a:lnTo>
                  <a:cubicBezTo>
                    <a:pt x="222" y="6490"/>
                    <a:pt x="48" y="6642"/>
                    <a:pt x="23" y="6852"/>
                  </a:cubicBezTo>
                  <a:cubicBezTo>
                    <a:pt x="0" y="7099"/>
                    <a:pt x="188" y="7310"/>
                    <a:pt x="421" y="7310"/>
                  </a:cubicBezTo>
                  <a:lnTo>
                    <a:pt x="1661" y="7310"/>
                  </a:lnTo>
                  <a:lnTo>
                    <a:pt x="1661" y="8115"/>
                  </a:lnTo>
                  <a:lnTo>
                    <a:pt x="432" y="8115"/>
                  </a:lnTo>
                  <a:cubicBezTo>
                    <a:pt x="222" y="8115"/>
                    <a:pt x="48" y="8269"/>
                    <a:pt x="23" y="8465"/>
                  </a:cubicBezTo>
                  <a:cubicBezTo>
                    <a:pt x="0" y="8712"/>
                    <a:pt x="188" y="8923"/>
                    <a:pt x="421" y="8923"/>
                  </a:cubicBezTo>
                  <a:lnTo>
                    <a:pt x="1661" y="8923"/>
                  </a:lnTo>
                  <a:lnTo>
                    <a:pt x="1661" y="9728"/>
                  </a:lnTo>
                  <a:lnTo>
                    <a:pt x="432" y="9728"/>
                  </a:lnTo>
                  <a:cubicBezTo>
                    <a:pt x="222" y="9728"/>
                    <a:pt x="48" y="9882"/>
                    <a:pt x="23" y="10092"/>
                  </a:cubicBezTo>
                  <a:cubicBezTo>
                    <a:pt x="0" y="10337"/>
                    <a:pt x="188" y="10536"/>
                    <a:pt x="421" y="10536"/>
                  </a:cubicBezTo>
                  <a:lnTo>
                    <a:pt x="1905" y="10536"/>
                  </a:lnTo>
                  <a:lnTo>
                    <a:pt x="3285" y="11927"/>
                  </a:lnTo>
                  <a:lnTo>
                    <a:pt x="3285" y="13389"/>
                  </a:lnTo>
                  <a:cubicBezTo>
                    <a:pt x="3285" y="13599"/>
                    <a:pt x="3437" y="13773"/>
                    <a:pt x="3636" y="13795"/>
                  </a:cubicBezTo>
                  <a:cubicBezTo>
                    <a:pt x="3655" y="13798"/>
                    <a:pt x="3675" y="13800"/>
                    <a:pt x="3694" y="13800"/>
                  </a:cubicBezTo>
                  <a:cubicBezTo>
                    <a:pt x="3912" y="13800"/>
                    <a:pt x="4090" y="13614"/>
                    <a:pt x="4090" y="13400"/>
                  </a:cubicBezTo>
                  <a:lnTo>
                    <a:pt x="4090" y="12160"/>
                  </a:lnTo>
                  <a:lnTo>
                    <a:pt x="4898" y="12160"/>
                  </a:lnTo>
                  <a:lnTo>
                    <a:pt x="4898" y="13389"/>
                  </a:lnTo>
                  <a:cubicBezTo>
                    <a:pt x="4898" y="13599"/>
                    <a:pt x="5050" y="13773"/>
                    <a:pt x="5260" y="13795"/>
                  </a:cubicBezTo>
                  <a:cubicBezTo>
                    <a:pt x="5280" y="13798"/>
                    <a:pt x="5299" y="13800"/>
                    <a:pt x="5318" y="13800"/>
                  </a:cubicBezTo>
                  <a:cubicBezTo>
                    <a:pt x="5537" y="13800"/>
                    <a:pt x="5703" y="13614"/>
                    <a:pt x="5703" y="13400"/>
                  </a:cubicBezTo>
                  <a:lnTo>
                    <a:pt x="5703" y="12160"/>
                  </a:lnTo>
                  <a:lnTo>
                    <a:pt x="6511" y="12160"/>
                  </a:lnTo>
                  <a:lnTo>
                    <a:pt x="6511" y="13389"/>
                  </a:lnTo>
                  <a:cubicBezTo>
                    <a:pt x="6511" y="13599"/>
                    <a:pt x="6663" y="13773"/>
                    <a:pt x="6873" y="13795"/>
                  </a:cubicBezTo>
                  <a:cubicBezTo>
                    <a:pt x="6893" y="13798"/>
                    <a:pt x="6913" y="13800"/>
                    <a:pt x="6932" y="13800"/>
                  </a:cubicBezTo>
                  <a:cubicBezTo>
                    <a:pt x="7152" y="13800"/>
                    <a:pt x="7331" y="13614"/>
                    <a:pt x="7331" y="13400"/>
                  </a:cubicBezTo>
                  <a:lnTo>
                    <a:pt x="7331" y="12160"/>
                  </a:lnTo>
                  <a:lnTo>
                    <a:pt x="8136" y="12160"/>
                  </a:lnTo>
                  <a:lnTo>
                    <a:pt x="8136" y="13389"/>
                  </a:lnTo>
                  <a:cubicBezTo>
                    <a:pt x="8136" y="13599"/>
                    <a:pt x="8287" y="13773"/>
                    <a:pt x="8498" y="13795"/>
                  </a:cubicBezTo>
                  <a:cubicBezTo>
                    <a:pt x="8516" y="13798"/>
                    <a:pt x="8535" y="13800"/>
                    <a:pt x="8554" y="13800"/>
                  </a:cubicBezTo>
                  <a:cubicBezTo>
                    <a:pt x="8766" y="13800"/>
                    <a:pt x="8944" y="13614"/>
                    <a:pt x="8944" y="13400"/>
                  </a:cubicBezTo>
                  <a:lnTo>
                    <a:pt x="8944" y="12160"/>
                  </a:lnTo>
                  <a:lnTo>
                    <a:pt x="9749" y="12160"/>
                  </a:lnTo>
                  <a:lnTo>
                    <a:pt x="9749" y="13389"/>
                  </a:lnTo>
                  <a:cubicBezTo>
                    <a:pt x="9749" y="13599"/>
                    <a:pt x="9900" y="13773"/>
                    <a:pt x="10111" y="13795"/>
                  </a:cubicBezTo>
                  <a:cubicBezTo>
                    <a:pt x="10130" y="13798"/>
                    <a:pt x="10150" y="13800"/>
                    <a:pt x="10169" y="13800"/>
                  </a:cubicBezTo>
                  <a:cubicBezTo>
                    <a:pt x="10388" y="13800"/>
                    <a:pt x="10557" y="13614"/>
                    <a:pt x="10557" y="13400"/>
                  </a:cubicBezTo>
                  <a:lnTo>
                    <a:pt x="10557" y="11927"/>
                  </a:lnTo>
                  <a:lnTo>
                    <a:pt x="11945" y="10536"/>
                  </a:lnTo>
                  <a:lnTo>
                    <a:pt x="13407" y="10536"/>
                  </a:lnTo>
                  <a:cubicBezTo>
                    <a:pt x="13617" y="10536"/>
                    <a:pt x="13794" y="10384"/>
                    <a:pt x="13816" y="10185"/>
                  </a:cubicBezTo>
                  <a:cubicBezTo>
                    <a:pt x="13853" y="9938"/>
                    <a:pt x="13654" y="9728"/>
                    <a:pt x="13418" y="9728"/>
                  </a:cubicBezTo>
                  <a:lnTo>
                    <a:pt x="12181" y="9728"/>
                  </a:lnTo>
                  <a:lnTo>
                    <a:pt x="12181" y="8923"/>
                  </a:lnTo>
                  <a:lnTo>
                    <a:pt x="13407" y="8923"/>
                  </a:lnTo>
                  <a:cubicBezTo>
                    <a:pt x="13617" y="8923"/>
                    <a:pt x="13794" y="8771"/>
                    <a:pt x="13816" y="8561"/>
                  </a:cubicBezTo>
                  <a:cubicBezTo>
                    <a:pt x="13853" y="8314"/>
                    <a:pt x="13654" y="8115"/>
                    <a:pt x="13418" y="8115"/>
                  </a:cubicBezTo>
                  <a:lnTo>
                    <a:pt x="12181" y="8115"/>
                  </a:lnTo>
                  <a:lnTo>
                    <a:pt x="12181" y="7310"/>
                  </a:lnTo>
                  <a:lnTo>
                    <a:pt x="13407" y="7310"/>
                  </a:lnTo>
                  <a:cubicBezTo>
                    <a:pt x="13617" y="7310"/>
                    <a:pt x="13794" y="7158"/>
                    <a:pt x="13816" y="6948"/>
                  </a:cubicBezTo>
                  <a:cubicBezTo>
                    <a:pt x="13853" y="6701"/>
                    <a:pt x="13654" y="6490"/>
                    <a:pt x="13418" y="6490"/>
                  </a:cubicBezTo>
                  <a:lnTo>
                    <a:pt x="12181" y="6490"/>
                  </a:lnTo>
                  <a:lnTo>
                    <a:pt x="12181" y="5685"/>
                  </a:lnTo>
                  <a:lnTo>
                    <a:pt x="13407" y="5685"/>
                  </a:lnTo>
                  <a:cubicBezTo>
                    <a:pt x="13617" y="5685"/>
                    <a:pt x="13794" y="5534"/>
                    <a:pt x="13816" y="5335"/>
                  </a:cubicBezTo>
                  <a:cubicBezTo>
                    <a:pt x="13853" y="5088"/>
                    <a:pt x="13654" y="4877"/>
                    <a:pt x="13418" y="4877"/>
                  </a:cubicBezTo>
                  <a:lnTo>
                    <a:pt x="12181" y="4877"/>
                  </a:lnTo>
                  <a:lnTo>
                    <a:pt x="12181" y="4072"/>
                  </a:lnTo>
                  <a:lnTo>
                    <a:pt x="13407" y="4072"/>
                  </a:lnTo>
                  <a:cubicBezTo>
                    <a:pt x="13617" y="4072"/>
                    <a:pt x="13794" y="3921"/>
                    <a:pt x="13816" y="3710"/>
                  </a:cubicBezTo>
                  <a:cubicBezTo>
                    <a:pt x="13853" y="3463"/>
                    <a:pt x="13654" y="3264"/>
                    <a:pt x="13418" y="3264"/>
                  </a:cubicBezTo>
                  <a:lnTo>
                    <a:pt x="11945" y="3264"/>
                  </a:lnTo>
                  <a:lnTo>
                    <a:pt x="10557" y="1873"/>
                  </a:lnTo>
                  <a:lnTo>
                    <a:pt x="10557" y="414"/>
                  </a:lnTo>
                  <a:cubicBezTo>
                    <a:pt x="10557" y="204"/>
                    <a:pt x="10402" y="27"/>
                    <a:pt x="10206" y="5"/>
                  </a:cubicBezTo>
                  <a:cubicBezTo>
                    <a:pt x="10186" y="2"/>
                    <a:pt x="10167" y="0"/>
                    <a:pt x="10147" y="0"/>
                  </a:cubicBezTo>
                  <a:cubicBezTo>
                    <a:pt x="9927" y="0"/>
                    <a:pt x="9749" y="186"/>
                    <a:pt x="9749" y="400"/>
                  </a:cubicBezTo>
                  <a:lnTo>
                    <a:pt x="9749" y="1640"/>
                  </a:lnTo>
                  <a:lnTo>
                    <a:pt x="8944" y="1640"/>
                  </a:lnTo>
                  <a:lnTo>
                    <a:pt x="8944" y="414"/>
                  </a:lnTo>
                  <a:cubicBezTo>
                    <a:pt x="8944" y="204"/>
                    <a:pt x="8789" y="27"/>
                    <a:pt x="8579" y="5"/>
                  </a:cubicBezTo>
                  <a:cubicBezTo>
                    <a:pt x="8560" y="2"/>
                    <a:pt x="8542" y="0"/>
                    <a:pt x="8523" y="0"/>
                  </a:cubicBezTo>
                  <a:cubicBezTo>
                    <a:pt x="8314" y="0"/>
                    <a:pt x="8136" y="186"/>
                    <a:pt x="8136" y="400"/>
                  </a:cubicBezTo>
                  <a:lnTo>
                    <a:pt x="8136" y="1640"/>
                  </a:lnTo>
                  <a:lnTo>
                    <a:pt x="7331" y="1640"/>
                  </a:lnTo>
                  <a:lnTo>
                    <a:pt x="7331" y="414"/>
                  </a:lnTo>
                  <a:cubicBezTo>
                    <a:pt x="7331" y="204"/>
                    <a:pt x="7176" y="27"/>
                    <a:pt x="6966" y="5"/>
                  </a:cubicBezTo>
                  <a:cubicBezTo>
                    <a:pt x="6946" y="2"/>
                    <a:pt x="6927" y="0"/>
                    <a:pt x="6908" y="0"/>
                  </a:cubicBezTo>
                  <a:cubicBezTo>
                    <a:pt x="6689" y="0"/>
                    <a:pt x="6511" y="186"/>
                    <a:pt x="6511" y="400"/>
                  </a:cubicBezTo>
                  <a:lnTo>
                    <a:pt x="6511" y="1640"/>
                  </a:lnTo>
                  <a:lnTo>
                    <a:pt x="5703" y="1640"/>
                  </a:lnTo>
                  <a:lnTo>
                    <a:pt x="5703" y="414"/>
                  </a:lnTo>
                  <a:cubicBezTo>
                    <a:pt x="5703" y="204"/>
                    <a:pt x="5552" y="27"/>
                    <a:pt x="5353" y="5"/>
                  </a:cubicBezTo>
                  <a:cubicBezTo>
                    <a:pt x="5333" y="2"/>
                    <a:pt x="5314" y="0"/>
                    <a:pt x="5295" y="0"/>
                  </a:cubicBezTo>
                  <a:cubicBezTo>
                    <a:pt x="5076" y="0"/>
                    <a:pt x="4898" y="186"/>
                    <a:pt x="4898" y="400"/>
                  </a:cubicBezTo>
                  <a:lnTo>
                    <a:pt x="4898" y="1640"/>
                  </a:lnTo>
                  <a:lnTo>
                    <a:pt x="4090" y="1640"/>
                  </a:lnTo>
                  <a:lnTo>
                    <a:pt x="4090" y="414"/>
                  </a:lnTo>
                  <a:cubicBezTo>
                    <a:pt x="4090" y="204"/>
                    <a:pt x="3939" y="27"/>
                    <a:pt x="3728" y="5"/>
                  </a:cubicBezTo>
                  <a:cubicBezTo>
                    <a:pt x="3709" y="2"/>
                    <a:pt x="3690" y="0"/>
                    <a:pt x="36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7EC37344-2091-8A77-BAAF-92FA7E2EB163}"/>
              </a:ext>
            </a:extLst>
          </p:cNvPr>
          <p:cNvSpPr txBox="1"/>
          <p:nvPr/>
        </p:nvSpPr>
        <p:spPr>
          <a:xfrm>
            <a:off x="751686" y="544028"/>
            <a:ext cx="6004838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2400" b="1">
                <a:solidFill>
                  <a:schemeClr val="tx1"/>
                </a:solidFill>
              </a:rPr>
              <a:t>[ОСНОВНЫЕ ТЕЗИСЫ И КОНЦЕПЦИИ]</a:t>
            </a:r>
            <a:endParaRPr lang="ru-RU" sz="2400">
              <a:solidFill>
                <a:schemeClr val="tx1"/>
              </a:solidFill>
            </a:endParaRPr>
          </a:p>
          <a:p>
            <a:pPr algn="l"/>
            <a:endParaRPr lang="ru-R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FD6656-1392-01FF-8BCD-F4AB70F6A84F}"/>
              </a:ext>
            </a:extLst>
          </p:cNvPr>
          <p:cNvSpPr txBox="1"/>
          <p:nvPr/>
        </p:nvSpPr>
        <p:spPr>
          <a:xfrm>
            <a:off x="1060466" y="2102108"/>
            <a:ext cx="2193525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1600" b="1">
                <a:solidFill>
                  <a:schemeClr val="tx1"/>
                </a:solidFill>
              </a:rPr>
              <a:t>[НАПРАВЛЕНИЕ 01]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86FB8E3-07BA-30F4-041C-3968B8649F38}"/>
              </a:ext>
            </a:extLst>
          </p:cNvPr>
          <p:cNvSpPr txBox="1"/>
          <p:nvPr/>
        </p:nvSpPr>
        <p:spPr>
          <a:xfrm>
            <a:off x="1060231" y="2437743"/>
            <a:ext cx="2088932" cy="16004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1200" baseline="0">
                <a:solidFill>
                  <a:srgbClr val="FFFFFF"/>
                </a:solidFill>
                <a:latin typeface="Arial"/>
                <a:ea typeface="Arial"/>
                <a:cs typeface="Arial"/>
              </a:rPr>
              <a:t>[Опишите суть данной идеи, концепции или направления развития вашего проекта в 3–4 строках. Это поле показывает визуальный объем текста]</a:t>
            </a:r>
            <a:r>
              <a:rPr lang="en-US" sz="1200">
                <a:latin typeface="Arial"/>
                <a:ea typeface="Arial"/>
                <a:cs typeface="Arial"/>
              </a:rPr>
              <a:t>​</a:t>
            </a:r>
            <a:endParaRPr lang="en-US" sz="1200"/>
          </a:p>
          <a:p>
            <a:pPr algn="ctr"/>
            <a:endParaRPr lang="ru-R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0CF8FF-3119-CE7B-1947-C98F9F682894}"/>
              </a:ext>
            </a:extLst>
          </p:cNvPr>
          <p:cNvSpPr txBox="1"/>
          <p:nvPr/>
        </p:nvSpPr>
        <p:spPr>
          <a:xfrm>
            <a:off x="3484179" y="2102726"/>
            <a:ext cx="2345121" cy="5539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1600" b="1" baseline="0">
                <a:solidFill>
                  <a:srgbClr val="FFFFFF"/>
                </a:solidFill>
                <a:latin typeface="Arial"/>
              </a:rPr>
              <a:t>[НАПРАВЛЕНИЕ </a:t>
            </a:r>
            <a:r>
              <a:rPr lang="ru-RU" sz="1600" b="1">
                <a:solidFill>
                  <a:srgbClr val="FFFFFF"/>
                </a:solidFill>
              </a:rPr>
              <a:t>02</a:t>
            </a:r>
            <a:r>
              <a:rPr lang="ru-RU" sz="1600" b="1" baseline="0">
                <a:solidFill>
                  <a:srgbClr val="FFFFFF"/>
                </a:solidFill>
                <a:latin typeface="Arial"/>
              </a:rPr>
              <a:t>]</a:t>
            </a:r>
            <a:r>
              <a:rPr sz="1600">
                <a:latin typeface="Arial"/>
                <a:ea typeface="Arial"/>
                <a:cs typeface="Arial"/>
              </a:rPr>
              <a:t>​</a:t>
            </a:r>
            <a:endParaRPr lang="ru-RU"/>
          </a:p>
          <a:p>
            <a:pPr algn="ctr"/>
            <a:endParaRPr lang="ru-R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9806DD-3811-58D4-60C1-92774E1E884D}"/>
              </a:ext>
            </a:extLst>
          </p:cNvPr>
          <p:cNvSpPr txBox="1"/>
          <p:nvPr/>
        </p:nvSpPr>
        <p:spPr>
          <a:xfrm>
            <a:off x="3484178" y="2441684"/>
            <a:ext cx="2088932" cy="16004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1200" baseline="0">
                <a:solidFill>
                  <a:srgbClr val="FFFFFF"/>
                </a:solidFill>
                <a:latin typeface="Arial"/>
                <a:ea typeface="Arial"/>
                <a:cs typeface="Arial"/>
              </a:rPr>
              <a:t>[Опишите суть данной идеи, концепции или направления развития вашего проекта в 3–4 строках. Это поле показывает визуальный объем текста]</a:t>
            </a:r>
            <a:r>
              <a:rPr lang="en-US" sz="1200">
                <a:latin typeface="Arial"/>
                <a:ea typeface="Arial"/>
                <a:cs typeface="Arial"/>
              </a:rPr>
              <a:t>​</a:t>
            </a:r>
            <a:endParaRPr lang="en-US" sz="1200"/>
          </a:p>
          <a:p>
            <a:pPr algn="ctr"/>
            <a:endParaRPr lang="ru-RU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66C5FE5-AFE4-13B3-8D0A-8BA3044411CE}"/>
              </a:ext>
            </a:extLst>
          </p:cNvPr>
          <p:cNvSpPr txBox="1"/>
          <p:nvPr/>
        </p:nvSpPr>
        <p:spPr>
          <a:xfrm>
            <a:off x="5829300" y="2102726"/>
            <a:ext cx="2337238" cy="5539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1600" b="1" baseline="0">
                <a:solidFill>
                  <a:srgbClr val="FFFFFF"/>
                </a:solidFill>
                <a:latin typeface="Arial"/>
              </a:rPr>
              <a:t>[НАПРАВЛЕНИЕ </a:t>
            </a:r>
            <a:r>
              <a:rPr lang="ru-RU" sz="1600" b="1">
                <a:solidFill>
                  <a:srgbClr val="FFFFFF"/>
                </a:solidFill>
              </a:rPr>
              <a:t>03</a:t>
            </a:r>
            <a:r>
              <a:rPr lang="ru-RU" sz="1600" b="1" baseline="0">
                <a:solidFill>
                  <a:srgbClr val="FFFFFF"/>
                </a:solidFill>
                <a:latin typeface="Arial"/>
              </a:rPr>
              <a:t>]</a:t>
            </a:r>
            <a:r>
              <a:rPr sz="1600">
                <a:latin typeface="Arial"/>
                <a:ea typeface="Arial"/>
                <a:cs typeface="Arial"/>
              </a:rPr>
              <a:t>​</a:t>
            </a:r>
            <a:endParaRPr lang="ru-RU"/>
          </a:p>
          <a:p>
            <a:pPr algn="ctr"/>
            <a:endParaRPr lang="ru-RU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C4DB1CF-645E-E763-ED0E-1A921E1C7AD1}"/>
              </a:ext>
            </a:extLst>
          </p:cNvPr>
          <p:cNvSpPr txBox="1"/>
          <p:nvPr/>
        </p:nvSpPr>
        <p:spPr>
          <a:xfrm>
            <a:off x="5829300" y="2441685"/>
            <a:ext cx="2116522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1200" baseline="0">
                <a:solidFill>
                  <a:srgbClr val="FFFFFF"/>
                </a:solidFill>
                <a:latin typeface="Arial"/>
              </a:rPr>
              <a:t>[Опишите суть данной идеи, концепции или направления развития вашего проекта в 3–4 строках. Это поле показывает визуальный объем текста]</a:t>
            </a:r>
            <a:r>
              <a:rPr lang="en-US" sz="1200" baseline="0">
                <a:latin typeface="Arial"/>
              </a:rPr>
              <a:t>​</a:t>
            </a:r>
            <a:r>
              <a:rPr sz="1200">
                <a:latin typeface="Arial"/>
                <a:ea typeface="Arial"/>
                <a:cs typeface="Arial"/>
              </a:rPr>
              <a:t>​</a:t>
            </a:r>
            <a:endParaRPr lang="ru-RU" sz="1200"/>
          </a:p>
          <a:p>
            <a:pPr algn="ctr"/>
            <a:endParaRPr lang="ru-RU" sz="1200"/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6.0.36"/>
  <p:tag name="AS_OS" val="Unix 5.4.0.216"/>
  <p:tag name="AS_RELEASE_DATE" val="2024.02.14"/>
  <p:tag name="AS_TITLE" val="Aspose.Slides for .NET Standard 2.0"/>
  <p:tag name="AS_VERSION" val="24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7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2026-08-03T14:31:45.934</cp:lastPrinted>
  <dcterms:created xsi:type="dcterms:W3CDTF">2026-08-03T14:31:45Z</dcterms:created>
  <dcterms:modified xsi:type="dcterms:W3CDTF">2026-08-03T14:31:46Z</dcterms:modified>
</cp:coreProperties>
</file>