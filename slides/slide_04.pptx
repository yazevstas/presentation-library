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67"/>
        <p:cNvGrpSpPr/>
        <p:nvPr/>
      </p:nvGrpSpPr>
      <p:grpSpPr>
        <a:xfrm>
          <a:off x="0" y="0"/>
          <a:ext cx="0" cy="0"/>
        </a:xfrm>
      </p:grpSpPr>
      <p:sp>
        <p:nvSpPr>
          <p:cNvPr id="768" name="Google Shape;768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BABD49E-D88F-46F6-91E9-06E2633C8AE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95A2221-2201-48A4-990A-773FDA2177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D79C12E-BE24-484D-AD72-345B90F5091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618BD48-F8C0-4F16-8C16-9F8DD0A5E97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9D6132F-7CD8-47E1-B3E7-67B5967604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71FCCFC1-9429-4B7D-9D45-FCE539819D3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1A0E1E2-9456-446D-BE35-9563B3F2D0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E3CDEF3-0082-4507-B2CD-C38667F013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35CC419-11EB-4EF0-BDE0-E3DCE36D4EE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AD4D64C-F359-4BBB-90D9-2242221A7B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93ED3FF-7D93-4472-A4C9-7F44F23F600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70"/>
        <p:cNvGrpSpPr/>
        <p:nvPr/>
      </p:nvGrpSpPr>
      <p:grpSpPr>
        <a:xfrm>
          <a:off x="0" y="0"/>
          <a:ext cx="0" cy="0"/>
        </a:xfrm>
      </p:grpSpPr>
      <p:sp>
        <p:nvSpPr>
          <p:cNvPr id="771" name="Google Shape;771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[ОСНОВНЫЕ ТЕЗИСЫ И КОНЦЕПЦИИ]</a:t>
            </a:r>
            <a:endParaRPr lang="ru-RU" b="1">
              <a:latin typeface="Arial"/>
              <a:cs typeface="Arial"/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772" name="Google Shape;772;p34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[НАПРАВЛЕНИЕ 01]</a:t>
            </a:r>
            <a:endParaRPr lang="en" b="1">
              <a:latin typeface="Arial"/>
              <a:cs typeface="Arial"/>
            </a:endParaRPr>
          </a:p>
        </p:txBody>
      </p:sp>
      <p:sp>
        <p:nvSpPr>
          <p:cNvPr id="773" name="Google Shape;773;p34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ИНВЕСТОРЫ</a:t>
            </a:r>
          </a:p>
        </p:txBody>
      </p:sp>
      <p:sp>
        <p:nvSpPr>
          <p:cNvPr id="774" name="Google Shape;774;p34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  <a:latin typeface="Arial"/>
                <a:cs typeface="Arial"/>
              </a:rPr>
              <a:t>[Опишите суть данной идеи, концепции или направления развития вашего проекта в 3–4 строках. Это поле показывает визуальный объем текста]</a:t>
            </a:r>
            <a:br>
              <a:rPr lang="en"/>
            </a:br>
            <a:endParaRPr lang="en"/>
          </a:p>
        </p:txBody>
      </p:sp>
      <p:sp>
        <p:nvSpPr>
          <p:cNvPr id="775" name="Google Shape;775;p34"/>
          <p:cNvSpPr txBox="1">
            <a:spLocks noGrp="1"/>
          </p:cNvSpPr>
          <p:nvPr>
            <p:ph type="subTitle" idx="2"/>
          </p:nvPr>
        </p:nvSpPr>
        <p:spPr>
          <a:xfrm>
            <a:off x="3501728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Когда дело доходит до выбора инвесторов для презентации, важно изучить потенциальных инвесторов и понять их предпочтения, цели и интересы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76" name="Google Shape;776;p34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Ценность продукта определяется тем, сколько покупатели готовы за него заплатить. Это совокупность факторов, включая качество продукта, его характеристики и то, насколько хорошо он отвечает потребностям клиентов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77" name="Google Shape;777;p34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ЦЕННОСТЬ</a:t>
            </a:r>
          </a:p>
        </p:txBody>
      </p:sp>
      <p:grpSp>
        <p:nvGrpSpPr>
          <p:cNvPr id="778" name="Google Shape;778;p34"/>
          <p:cNvGrpSpPr/>
          <p:nvPr/>
        </p:nvGrpSpPr>
        <p:grpSpPr>
          <a:xfrm>
            <a:off x="5989625" y="1730775"/>
            <a:ext cx="289600" cy="345150"/>
            <a:chOff x="4801988" y="3797375"/>
            <a:chExt cx="289600" cy="345150"/>
          </a:xfrm>
        </p:grpSpPr>
        <p:sp>
          <p:nvSpPr>
            <p:cNvPr id="779" name="Google Shape;779;p34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0" name="Google Shape;780;p34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1" name="Google Shape;781;p34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2" name="Google Shape;782;p34"/>
          <p:cNvGrpSpPr/>
          <p:nvPr/>
        </p:nvGrpSpPr>
        <p:grpSpPr>
          <a:xfrm>
            <a:off x="3577913" y="1730775"/>
            <a:ext cx="347475" cy="345150"/>
            <a:chOff x="4744113" y="3243975"/>
            <a:chExt cx="347475" cy="345150"/>
          </a:xfrm>
        </p:grpSpPr>
        <p:sp>
          <p:nvSpPr>
            <p:cNvPr id="783" name="Google Shape;783;p34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4" name="Google Shape;784;p34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5" name="Google Shape;785;p34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6" name="Google Shape;786;p34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7" name="Google Shape;787;p34"/>
          <p:cNvGrpSpPr/>
          <p:nvPr/>
        </p:nvGrpSpPr>
        <p:grpSpPr>
          <a:xfrm>
            <a:off x="1166213" y="1730850"/>
            <a:ext cx="346325" cy="345000"/>
            <a:chOff x="1725463" y="2681050"/>
            <a:chExt cx="346325" cy="345000"/>
          </a:xfrm>
        </p:grpSpPr>
        <p:sp>
          <p:nvSpPr>
            <p:cNvPr id="788" name="Google Shape;788;p34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[ОСНОВНЫЕ ТЕЗИСЫ И КОНЦЕПЦИИ]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2026-07-14T10:08:15.469</cp:lastPrinted>
  <dcterms:created xsi:type="dcterms:W3CDTF">2026-07-14T17:08:15Z</dcterms:created>
  <dcterms:modified xsi:type="dcterms:W3CDTF">2026-07-14T17:08:15Z</dcterms:modified>
</cp:coreProperties>
</file>