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fntdata" ContentType="application/x-fontdata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.NET 24.12-->
<p:presentation xmlns:r="http://schemas.openxmlformats.org/officeDocument/2006/relationships" xmlns:a="http://schemas.openxmlformats.org/drawingml/2006/main" xmlns:p="http://schemas.openxmlformats.org/presentationml/2006/main" embedTrueTypeFonts="1" saveSubsetFonts="1">
  <p:sldMasterIdLst>
    <p:sldMasterId id="2147483648" r:id="rId1"/>
    <p:sldMasterId id="2147483683" r:id="rId2"/>
  </p:sldMasterIdLst>
  <p:notesMasterIdLst>
    <p:notesMasterId r:id="rId3"/>
  </p:notesMasterIdLst>
  <p:sldIdLst>
    <p:sldId id="259" r:id="rId4"/>
  </p:sldIdLst>
  <p:sldSz cx="9144000" cy="5143500"/>
  <p:notesSz cx="6858000" cy="9144000"/>
  <p:embeddedFontLst>
    <p:embeddedFont>
      <p:font typeface="Amatic SC" panose="00000500000000000000" pitchFamily="2" charset="-79"/>
      <p:regular r:id="rId6"/>
      <p:bold r:id="rId7"/>
    </p:embeddedFont>
    <p:embeddedFont>
      <p:font typeface="Anaheim" panose="020B0604020202020204" charset="0"/>
      <p:regular r:id="rId8"/>
      <p:bold r:id="rId9"/>
    </p:embeddedFont>
    <p:embeddedFont>
      <p:font typeface="Hanken Grotesk" panose="020B0604020202020204" charset="0"/>
      <p:regular r:id="rId10"/>
      <p:bold r:id="rId11"/>
      <p:italic r:id="rId12"/>
      <p:boldItalic r:id="rId13"/>
    </p:embeddedFont>
    <p:embeddedFont>
      <p:font typeface="Raleway" pitchFamily="2" charset="0"/>
      <p:regular r:id="rId14"/>
      <p:bold r:id="rId15"/>
      <p:italic r:id="rId16"/>
      <p:boldItalic r:id="rId17"/>
    </p:embeddedFont>
    <p:embeddedFont>
      <p:font typeface="Raleway Black" pitchFamily="2" charset="0"/>
      <p:bold r:id="rId18"/>
      <p:boldItalic r:id="rId19"/>
    </p:embeddedFont>
    <p:embeddedFont>
      <p:font typeface="Raleway ExtraBold" pitchFamily="2" charset="0"/>
      <p:bold r:id="rId20"/>
      <p:boldItalic r:id="rId21"/>
    </p:embeddedFont>
    <p:embeddedFont>
      <p:font typeface="Roboto Medium" panose="02000000000000000000" pitchFamily="2" charset="0"/>
      <p:regular r:id="rId22"/>
      <p:italic r:id="rId23"/>
    </p:embeddedFont>
    <p:embeddedFont>
      <p:font typeface="Roboto" panose="02000000000000000000" pitchFamily="2"/>
      <p:bold r:id="rId24"/>
      <p:boldItalic r:id="rId25"/>
    </p:embeddedFont>
  </p:embeddedFontLst>
  <p:custDataLst>
    <p:tags r:id="rId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6000"/>
    <p:restoredTop sz="0"/>
  </p:normalViewPr>
  <p:slideViewPr>
    <p:cSldViewPr>
      <p:cViewPr>
        <p:scale>
          <a:sx n="73" d="100"/>
          <a:sy n="73" d="100"/>
        </p:scale>
        <p:origin x="0" y="0"/>
      </p:cViewPr>
      <p:guideLst>
        <p:guide orient="horz" pos="2160"/>
        <p:guide pos="2880"/>
      </p:guideLst>
    </p:cSldViewPr>
  </p:slide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6200" cy="76200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10" Type="http://schemas.openxmlformats.org/officeDocument/2006/relationships/font" Target="fonts/font5.fntdata" /><Relationship Id="rId11" Type="http://schemas.openxmlformats.org/officeDocument/2006/relationships/font" Target="fonts/font6.fntdata" /><Relationship Id="rId12" Type="http://schemas.openxmlformats.org/officeDocument/2006/relationships/font" Target="fonts/font7.fntdata" /><Relationship Id="rId13" Type="http://schemas.openxmlformats.org/officeDocument/2006/relationships/font" Target="fonts/font8.fntdata" /><Relationship Id="rId14" Type="http://schemas.openxmlformats.org/officeDocument/2006/relationships/font" Target="fonts/font9.fntdata" /><Relationship Id="rId15" Type="http://schemas.openxmlformats.org/officeDocument/2006/relationships/font" Target="fonts/font10.fntdata" /><Relationship Id="rId16" Type="http://schemas.openxmlformats.org/officeDocument/2006/relationships/font" Target="fonts/font11.fntdata" /><Relationship Id="rId17" Type="http://schemas.openxmlformats.org/officeDocument/2006/relationships/font" Target="fonts/font12.fntdata" /><Relationship Id="rId18" Type="http://schemas.openxmlformats.org/officeDocument/2006/relationships/font" Target="fonts/font13.fntdata" /><Relationship Id="rId19" Type="http://schemas.openxmlformats.org/officeDocument/2006/relationships/font" Target="fonts/font14.fntdata" /><Relationship Id="rId2" Type="http://schemas.openxmlformats.org/officeDocument/2006/relationships/slideMaster" Target="slideMasters/slideMaster2.xml" /><Relationship Id="rId20" Type="http://schemas.openxmlformats.org/officeDocument/2006/relationships/font" Target="fonts/font15.fntdata" /><Relationship Id="rId21" Type="http://schemas.openxmlformats.org/officeDocument/2006/relationships/font" Target="fonts/font16.fntdata" /><Relationship Id="rId22" Type="http://schemas.openxmlformats.org/officeDocument/2006/relationships/font" Target="fonts/font17.fntdata" /><Relationship Id="rId23" Type="http://schemas.openxmlformats.org/officeDocument/2006/relationships/font" Target="fonts/font18.fntdata" /><Relationship Id="rId24" Type="http://schemas.openxmlformats.org/officeDocument/2006/relationships/font" Target="fonts/font19.fntdata" /><Relationship Id="rId25" Type="http://schemas.openxmlformats.org/officeDocument/2006/relationships/font" Target="fonts/font20.fntdata" /><Relationship Id="rId26" Type="http://schemas.openxmlformats.org/officeDocument/2006/relationships/presProps" Target="presProps.xml" /><Relationship Id="rId27" Type="http://schemas.openxmlformats.org/officeDocument/2006/relationships/viewProps" Target="viewProps.xml" /><Relationship Id="rId28" Type="http://schemas.openxmlformats.org/officeDocument/2006/relationships/theme" Target="theme/theme1.xml" /><Relationship Id="rId29" Type="http://schemas.openxmlformats.org/officeDocument/2006/relationships/tableStyles" Target="tableStyles.xml" /><Relationship Id="rId3" Type="http://schemas.openxmlformats.org/officeDocument/2006/relationships/notesMaster" Target="notesMasters/notesMaster1.xml" /><Relationship Id="rId4" Type="http://schemas.openxmlformats.org/officeDocument/2006/relationships/slide" Target="slides/slide1.xml" /><Relationship Id="rId5" Type="http://schemas.openxmlformats.org/officeDocument/2006/relationships/tags" Target="tags/tag1.xml" /><Relationship Id="rId6" Type="http://schemas.openxmlformats.org/officeDocument/2006/relationships/font" Target="fonts/font1.fntdata" /><Relationship Id="rId7" Type="http://schemas.openxmlformats.org/officeDocument/2006/relationships/font" Target="fonts/font2.fntdata" /><Relationship Id="rId8" Type="http://schemas.openxmlformats.org/officeDocument/2006/relationships/font" Target="fonts/font3.fntdata" /><Relationship Id="rId9" Type="http://schemas.openxmlformats.org/officeDocument/2006/relationships/font" Target="fonts/font4.fntdata" /></Relationships>
</file>

<file path=ppt/notesMasters/_rels/notesMaster1.xml.rels>&#65279;<?xml version="1.0" encoding="utf-8" standalone="yes"?><Relationships xmlns="http://schemas.openxmlformats.org/package/2006/relationships"><Relationship Id="rId1" Type="http://schemas.openxmlformats.org/officeDocument/2006/relationships/theme" Target="../theme/theme3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>
  <p:cSld name=""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ct val="0"/>
      </a:spcBef>
      <a:spcAft>
        <a:spcPct val="0"/>
      </a:spcAft>
    </a:defPPr>
    <a:lvl1pPr marR="0" lvl="0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&#65279;<?xml version="1.0" encoding="utf-8" standalone="yes"?><Relationships xmlns="http://schemas.openxmlformats.org/package/2006/relationships"><Relationship Id="rId1" Type="http://schemas.openxmlformats.org/officeDocument/2006/relationships/slide" Target="../slides/slide1.xml" /><Relationship Id="rId2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 showMasterSp="0" showMasterPhAnim="0">
  <p:cSld name="">
    <p:spTree>
      <p:nvGrpSpPr>
        <p:cNvPr id="1" name="Shape 658"/>
        <p:cNvGrpSpPr/>
        <p:nvPr/>
      </p:nvGrpSpPr>
      <p:grpSpPr>
        <a:xfrm>
          <a:off x="0" y="0"/>
          <a:ext cx="0" cy="0"/>
        </a:xfrm>
      </p:grpSpPr>
      <p:sp>
        <p:nvSpPr>
          <p:cNvPr id="659" name="Google Shape;659;g2576a45fa49_2_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0" name="Google Shape;660;g2576a45fa49_2_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2.xml.rels>&#65279;<?xml version="1.0" encoding="utf-8" standalone="yes"?><Relationships xmlns="http://schemas.openxmlformats.org/package/2006/relationships"><Relationship Id="rId1" Type="http://schemas.openxmlformats.org/officeDocument/2006/relationships/hyperlink" Target="https://bit.ly/3A1uf1Q" TargetMode="External" /><Relationship Id="rId2" Type="http://schemas.openxmlformats.org/officeDocument/2006/relationships/hyperlink" Target="http://bit.ly/2TyoMsr" TargetMode="External" /><Relationship Id="rId3" Type="http://schemas.openxmlformats.org/officeDocument/2006/relationships/hyperlink" Target="http://bit.ly/2TtBDfr" TargetMode="External" /><Relationship Id="rId4" Type="http://schemas.openxmlformats.org/officeDocument/2006/relationships/slideMaster" Target="../slideMasters/slideMaster2.xml" /></Relationships>
</file>

<file path=ppt/slideLayouts/_rels/slideLayout3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 title=""/>
          <p:cNvSpPr>
            <a:spLocks noGrp="1"/>
          </p:cNvSpPr>
          <p:nvPr>
            <p:ph type="subTitle" idx="1"/>
          </p:nvPr>
        </p:nvSpPr>
        <p:spPr/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3CF16D08-79F6-487B-863C-B5B072E31ACE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9BB7F142-CE52-4510-9442-083F0A7413A2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0B6F0AC2-4A24-4FCF-A9E9-EF611EB4BE4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sz="half" idx="1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37CDE5F3-E7CA-48D8-9C1E-B71B13BBEA2C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 title=""/>
          <p:cNvSpPr>
            <a:spLocks noGrp="1"/>
          </p:cNvSpPr>
          <p:nvPr>
            <p:ph type="body" sz="quarter" idx="3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 title=""/>
          <p:cNvSpPr>
            <a:spLocks noGrp="1"/>
          </p:cNvSpPr>
          <p:nvPr>
            <p:ph sz="quarter" idx="4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 title=""/>
          <p:cNvSpPr>
            <a:spLocks noGrp="1"/>
          </p:cNvSpPr>
          <p:nvPr>
            <p:ph type="dt" sz="half" idx="5"/>
          </p:nvPr>
        </p:nvSpPr>
        <p:spPr/>
        <p:txBody>
          <a:bodyPr/>
          <a:lstStyle/>
          <a:p>
            <a:fld id="{668D9BF8-461D-4F69-8ACB-2C4C11244946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8" name="Footer Placeholder 7" title=""/>
          <p:cNvSpPr>
            <a:spLocks noGrp="1"/>
          </p:cNvSpPr>
          <p:nvPr>
            <p:ph type="ftr" sz="quarter" idx="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 title="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 title=""/>
          <p:cNvSpPr>
            <a:spLocks noGrp="1"/>
          </p:cNvSpPr>
          <p:nvPr>
            <p:ph type="dt" sz="half" idx="1"/>
          </p:nvPr>
        </p:nvSpPr>
        <p:spPr/>
        <p:txBody>
          <a:bodyPr/>
          <a:lstStyle/>
          <a:p>
            <a:fld id="{B0F7F146-8B14-41AE-86F8-D9AB9D6BA397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4" name="Footer Placeholder 3" title=""/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 title=""/>
          <p:cNvSpPr>
            <a:spLocks noGrp="1"/>
          </p:cNvSpPr>
          <p:nvPr>
            <p:ph type="sldNum" sz="quarter" idx="3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 title=""/>
          <p:cNvSpPr>
            <a:spLocks noGrp="1"/>
          </p:cNvSpPr>
          <p:nvPr>
            <p:ph type="dt" sz="half"/>
          </p:nvPr>
        </p:nvSpPr>
        <p:spPr/>
        <p:txBody>
          <a:bodyPr/>
          <a:lstStyle/>
          <a:p>
            <a:fld id="{89447DD2-C716-4F68-A632-EBA28A8B1D4C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3" name="Footer Placeholder 2" title=""/>
          <p:cNvSpPr>
            <a:spLocks noGrp="1"/>
          </p:cNvSpPr>
          <p:nvPr>
            <p:ph type="ftr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 title=""/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9B91B496-C48B-466F-B1E7-EC075682FDCB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 title=""/>
          <p:cNvSpPr>
            <a:spLocks noGrp="1"/>
          </p:cNvSpPr>
          <p:nvPr>
            <p:ph type="pic" idx="1"/>
          </p:nvPr>
        </p:nvSpPr>
        <p:spPr/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373E77CA-8BAF-4C7B-B3CE-CCBFC627A0D5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4B865F14-F733-4378-9874-B4E479CFBE75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 title=""/>
          <p:cNvSpPr>
            <a:spLocks noGrp="1"/>
          </p:cNvSpPr>
          <p:nvPr>
            <p:ph type="title" orient="vert"/>
          </p:nvPr>
        </p:nvSpPr>
        <p:spPr/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69DBCB47-4E52-44CD-B524-541FE416D322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115975" y="1999150"/>
            <a:ext cx="4384800" cy="169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3400"/>
            </a:lvl1pPr>
            <a:lvl2pPr lvl="1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115975" y="3719650"/>
            <a:ext cx="4384800" cy="37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 sz="1400"/>
            </a:lvl1pPr>
            <a:lvl2pPr lvl="1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7612300" y="-540750"/>
            <a:ext cx="1111343" cy="1111343"/>
            <a:chOff x="8307725" y="278700"/>
            <a:chExt cx="1111343" cy="1111343"/>
          </a:xfrm>
        </p:grpSpPr>
        <p:sp>
          <p:nvSpPr>
            <p:cNvPr id="12" name="Google Shape;12;p2"/>
            <p:cNvSpPr/>
            <p:nvPr/>
          </p:nvSpPr>
          <p:spPr>
            <a:xfrm>
              <a:off x="8307725" y="278700"/>
              <a:ext cx="1111343" cy="1111343"/>
            </a:xfrm>
            <a:custGeom>
              <a:rect l="l" t="t" r="r" b="b"/>
              <a:pathLst>
                <a:path w="17396" h="17396" fill="none" extrusionOk="0">
                  <a:moveTo>
                    <a:pt x="8698" y="1"/>
                  </a:moveTo>
                  <a:cubicBezTo>
                    <a:pt x="13503" y="1"/>
                    <a:pt x="17395" y="3893"/>
                    <a:pt x="17395" y="8698"/>
                  </a:cubicBezTo>
                  <a:cubicBezTo>
                    <a:pt x="17395" y="13496"/>
                    <a:pt x="13503" y="17396"/>
                    <a:pt x="8698" y="17396"/>
                  </a:cubicBezTo>
                  <a:cubicBezTo>
                    <a:pt x="3900" y="17396"/>
                    <a:pt x="1" y="13496"/>
                    <a:pt x="1" y="8698"/>
                  </a:cubicBezTo>
                  <a:cubicBezTo>
                    <a:pt x="1" y="3893"/>
                    <a:pt x="3900" y="1"/>
                    <a:pt x="8698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8481362" y="452337"/>
              <a:ext cx="764065" cy="762212"/>
            </a:xfrm>
            <a:custGeom>
              <a:rect l="l" t="t" r="r" b="b"/>
              <a:pathLst>
                <a:path w="11960" h="11931" fill="none" extrusionOk="0">
                  <a:moveTo>
                    <a:pt x="5980" y="1"/>
                  </a:moveTo>
                  <a:cubicBezTo>
                    <a:pt x="9271" y="1"/>
                    <a:pt x="11960" y="2653"/>
                    <a:pt x="11960" y="5980"/>
                  </a:cubicBezTo>
                  <a:cubicBezTo>
                    <a:pt x="11960" y="9271"/>
                    <a:pt x="9271" y="11931"/>
                    <a:pt x="5980" y="11931"/>
                  </a:cubicBezTo>
                  <a:cubicBezTo>
                    <a:pt x="2690" y="11931"/>
                    <a:pt x="1" y="9271"/>
                    <a:pt x="1" y="5980"/>
                  </a:cubicBezTo>
                  <a:cubicBezTo>
                    <a:pt x="1" y="2653"/>
                    <a:pt x="2690" y="1"/>
                    <a:pt x="598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4" name="Google Shape;14;p2"/>
          <p:cNvGrpSpPr/>
          <p:nvPr/>
        </p:nvGrpSpPr>
        <p:grpSpPr>
          <a:xfrm>
            <a:off x="8208698" y="2109319"/>
            <a:ext cx="1160062" cy="247278"/>
            <a:chOff x="8208698" y="2109319"/>
            <a:chExt cx="1160062" cy="247278"/>
          </a:xfrm>
        </p:grpSpPr>
        <p:sp>
          <p:nvSpPr>
            <p:cNvPr id="15" name="Google Shape;15;p2"/>
            <p:cNvSpPr/>
            <p:nvPr/>
          </p:nvSpPr>
          <p:spPr>
            <a:xfrm rot="5400000">
              <a:off x="8424637" y="189337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 rot="-5400000">
              <a:off x="8917458" y="1905296"/>
              <a:ext cx="75100" cy="827502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" name="Google Shape;17;p2"/>
          <p:cNvGrpSpPr/>
          <p:nvPr/>
        </p:nvGrpSpPr>
        <p:grpSpPr>
          <a:xfrm rot="5400000" flipH="1">
            <a:off x="6277862" y="5350755"/>
            <a:ext cx="4486819" cy="625122"/>
            <a:chOff x="-78438" y="4073905"/>
            <a:chExt cx="4486819" cy="625122"/>
          </a:xfrm>
        </p:grpSpPr>
        <p:cxnSp>
          <p:nvCxnSpPr>
            <p:cNvPr id="18" name="Google Shape;18;p2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" name="Google Shape;19;p2"/>
            <p:cNvCxnSpPr/>
            <p:nvPr/>
          </p:nvCxnSpPr>
          <p:spPr>
            <a:xfrm rot="-5400000">
              <a:off x="3788541" y="4241677"/>
              <a:ext cx="464100" cy="4506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20" name="Google Shape;20;p2"/>
            <p:cNvSpPr/>
            <p:nvPr/>
          </p:nvSpPr>
          <p:spPr>
            <a:xfrm>
              <a:off x="4214956" y="40739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1" name="Google Shape;21;p2"/>
          <p:cNvGrpSpPr/>
          <p:nvPr/>
        </p:nvGrpSpPr>
        <p:grpSpPr>
          <a:xfrm rot="-5400000">
            <a:off x="8388339" y="1273396"/>
            <a:ext cx="493321" cy="357312"/>
            <a:chOff x="1722354" y="229144"/>
            <a:chExt cx="1748744" cy="1266614"/>
          </a:xfrm>
        </p:grpSpPr>
        <p:sp>
          <p:nvSpPr>
            <p:cNvPr id="22" name="Google Shape;22;p2"/>
            <p:cNvSpPr/>
            <p:nvPr/>
          </p:nvSpPr>
          <p:spPr>
            <a:xfrm rot="10800000">
              <a:off x="2239107" y="792406"/>
              <a:ext cx="1231990" cy="703352"/>
            </a:xfrm>
            <a:custGeom>
              <a:rect l="l" t="t" r="r" b="b"/>
              <a:pathLst>
                <a:path w="4864" h="2777" fill="none" extrusionOk="0">
                  <a:moveTo>
                    <a:pt x="4863" y="2776"/>
                  </a:moveTo>
                  <a:lnTo>
                    <a:pt x="2051" y="0"/>
                  </a:lnTo>
                  <a:lnTo>
                    <a:pt x="0" y="0"/>
                  </a:lnTo>
                </a:path>
              </a:pathLst>
            </a:custGeom>
            <a:solidFill>
              <a:schemeClr val="lt2"/>
            </a:solidFill>
            <a:ln w="952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3" name="Google Shape;23;p2"/>
            <p:cNvSpPr/>
            <p:nvPr/>
          </p:nvSpPr>
          <p:spPr>
            <a:xfrm rot="10800000">
              <a:off x="1722354" y="229144"/>
              <a:ext cx="627506" cy="620727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Layout>
</file>

<file path=ppt/slideLayouts/slideLayout1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Section header" type="secHead">
  <p:cSld name="SECTION_HEADER">
    <p:spTree>
      <p:nvGrpSpPr>
        <p:cNvPr id="1" name="Shape 24"/>
        <p:cNvGrpSpPr/>
        <p:nvPr/>
      </p:nvGrpSpPr>
      <p:grpSpPr>
        <a:xfrm>
          <a:off x="0" y="0"/>
          <a:ext cx="0" cy="0"/>
        </a:xfrm>
      </p:grpSpPr>
      <p:sp>
        <p:nvSpPr>
          <p:cNvPr id="25" name="Google Shape;25;p3"/>
          <p:cNvSpPr txBox="1">
            <a:spLocks noGrp="1"/>
          </p:cNvSpPr>
          <p:nvPr>
            <p:ph type="title"/>
          </p:nvPr>
        </p:nvSpPr>
        <p:spPr>
          <a:xfrm>
            <a:off x="1136800" y="2325725"/>
            <a:ext cx="3653400" cy="9894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3600"/>
              <a:buNone/>
              <a:defRPr sz="3400"/>
            </a:lvl1pPr>
            <a:lvl2pPr lvl="1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2pPr>
            <a:lvl3pPr lvl="2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3pPr>
            <a:lvl4pPr lvl="3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4pPr>
            <a:lvl5pPr lvl="4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5pPr>
            <a:lvl6pPr lvl="5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6pPr>
            <a:lvl7pPr lvl="6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7pPr>
            <a:lvl8pPr lvl="7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8pPr>
            <a:lvl9pPr lvl="8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title" idx="2" hasCustomPrompt="1"/>
          </p:nvPr>
        </p:nvSpPr>
        <p:spPr>
          <a:xfrm>
            <a:off x="4790350" y="2279800"/>
            <a:ext cx="1343100" cy="9894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49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grpSp>
        <p:nvGrpSpPr>
          <p:cNvPr id="27" name="Google Shape;27;p3"/>
          <p:cNvGrpSpPr/>
          <p:nvPr/>
        </p:nvGrpSpPr>
        <p:grpSpPr>
          <a:xfrm rot="-5400000">
            <a:off x="3860412" y="-1906049"/>
            <a:ext cx="3859204" cy="615399"/>
            <a:chOff x="-6675" y="307100"/>
            <a:chExt cx="9140700" cy="4634025"/>
          </a:xfrm>
        </p:grpSpPr>
        <p:cxnSp>
          <p:nvCxnSpPr>
            <p:cNvPr id="28" name="Google Shape;28;p3"/>
            <p:cNvCxnSpPr/>
            <p:nvPr/>
          </p:nvCxnSpPr>
          <p:spPr>
            <a:xfrm>
              <a:off x="-6675" y="30710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9" name="Google Shape;29;p3"/>
            <p:cNvCxnSpPr/>
            <p:nvPr/>
          </p:nvCxnSpPr>
          <p:spPr>
            <a:xfrm>
              <a:off x="-6675" y="133688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0" name="Google Shape;30;p3"/>
            <p:cNvCxnSpPr/>
            <p:nvPr/>
          </p:nvCxnSpPr>
          <p:spPr>
            <a:xfrm>
              <a:off x="-6675" y="82199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1" name="Google Shape;31;p3"/>
            <p:cNvCxnSpPr/>
            <p:nvPr/>
          </p:nvCxnSpPr>
          <p:spPr>
            <a:xfrm>
              <a:off x="-6675" y="185177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2" name="Google Shape;32;p3"/>
            <p:cNvCxnSpPr/>
            <p:nvPr/>
          </p:nvCxnSpPr>
          <p:spPr>
            <a:xfrm>
              <a:off x="-6675" y="2366667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3" name="Google Shape;33;p3"/>
            <p:cNvCxnSpPr/>
            <p:nvPr/>
          </p:nvCxnSpPr>
          <p:spPr>
            <a:xfrm>
              <a:off x="-6675" y="2881558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4" name="Google Shape;34;p3"/>
            <p:cNvCxnSpPr/>
            <p:nvPr/>
          </p:nvCxnSpPr>
          <p:spPr>
            <a:xfrm>
              <a:off x="-6675" y="339645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5" name="Google Shape;35;p3"/>
            <p:cNvCxnSpPr/>
            <p:nvPr/>
          </p:nvCxnSpPr>
          <p:spPr>
            <a:xfrm>
              <a:off x="-6675" y="391134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6" name="Google Shape;36;p3"/>
            <p:cNvCxnSpPr/>
            <p:nvPr/>
          </p:nvCxnSpPr>
          <p:spPr>
            <a:xfrm>
              <a:off x="-6675" y="442623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7" name="Google Shape;37;p3"/>
            <p:cNvCxnSpPr/>
            <p:nvPr/>
          </p:nvCxnSpPr>
          <p:spPr>
            <a:xfrm>
              <a:off x="-6675" y="494112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38" name="Google Shape;38;p3"/>
          <p:cNvGrpSpPr/>
          <p:nvPr/>
        </p:nvGrpSpPr>
        <p:grpSpPr>
          <a:xfrm>
            <a:off x="-415272" y="538801"/>
            <a:ext cx="7636891" cy="5144942"/>
            <a:chOff x="-415272" y="538801"/>
            <a:chExt cx="7636891" cy="5144942"/>
          </a:xfrm>
        </p:grpSpPr>
        <p:grpSp>
          <p:nvGrpSpPr>
            <p:cNvPr id="39" name="Google Shape;39;p3"/>
            <p:cNvGrpSpPr/>
            <p:nvPr/>
          </p:nvGrpSpPr>
          <p:grpSpPr>
            <a:xfrm>
              <a:off x="6110275" y="4572400"/>
              <a:ext cx="1111343" cy="1111343"/>
              <a:chOff x="8307725" y="278700"/>
              <a:chExt cx="1111343" cy="1111343"/>
            </a:xfrm>
          </p:grpSpPr>
          <p:sp>
            <p:nvSpPr>
              <p:cNvPr id="40" name="Google Shape;40;p3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1" name="Google Shape;41;p3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2" name="Google Shape;42;p3"/>
            <p:cNvGrpSpPr/>
            <p:nvPr/>
          </p:nvGrpSpPr>
          <p:grpSpPr>
            <a:xfrm>
              <a:off x="-415272" y="538801"/>
              <a:ext cx="2027056" cy="586283"/>
              <a:chOff x="-415272" y="538801"/>
              <a:chExt cx="2027056" cy="586283"/>
            </a:xfrm>
          </p:grpSpPr>
          <p:sp>
            <p:nvSpPr>
              <p:cNvPr id="43" name="Google Shape;43;p3"/>
              <p:cNvSpPr/>
              <p:nvPr/>
            </p:nvSpPr>
            <p:spPr>
              <a:xfrm rot="-5400000">
                <a:off x="1352729" y="32286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4" name="Google Shape;44;p3"/>
              <p:cNvSpPr/>
              <p:nvPr/>
            </p:nvSpPr>
            <p:spPr>
              <a:xfrm rot="-5400000">
                <a:off x="-39071" y="673783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1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body" type="tx">
  <p:cSld name="TITLE_AND_BODY">
    <p:spTree>
      <p:nvGrpSpPr>
        <p:cNvPr id="1" name="Shape 45"/>
        <p:cNvGrpSpPr/>
        <p:nvPr/>
      </p:nvGrpSpPr>
      <p:grpSpPr>
        <a:xfrm>
          <a:off x="0" y="0"/>
          <a:ext cx="0" cy="0"/>
        </a:xfrm>
      </p:grpSpPr>
      <p:sp>
        <p:nvSpPr>
          <p:cNvPr id="46" name="Google Shape;46;p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4"/>
          <p:cNvSpPr txBox="1">
            <a:spLocks noGrp="1"/>
          </p:cNvSpPr>
          <p:nvPr>
            <p:ph type="body" idx="1"/>
          </p:nvPr>
        </p:nvSpPr>
        <p:spPr>
          <a:xfrm>
            <a:off x="720000" y="1056776"/>
            <a:ext cx="7704000" cy="42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1pPr>
            <a:lvl2pPr marL="914400" lvl="1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2pPr>
            <a:lvl3pPr marL="1371600" lvl="2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3pPr>
            <a:lvl4pPr marL="1828800" lvl="3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4pPr>
            <a:lvl5pPr marL="2286000" lvl="4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5pPr>
            <a:lvl6pPr marL="2743200" lvl="5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6pPr>
            <a:lvl7pPr marL="3200400" lvl="6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7pPr>
            <a:lvl8pPr marL="3657600" lvl="7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8pPr>
            <a:lvl9pPr marL="4114800" lvl="8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48" name="Google Shape;48;p4"/>
          <p:cNvGrpSpPr/>
          <p:nvPr/>
        </p:nvGrpSpPr>
        <p:grpSpPr>
          <a:xfrm>
            <a:off x="188277" y="1651177"/>
            <a:ext cx="8669316" cy="2098194"/>
            <a:chOff x="188277" y="1651177"/>
            <a:chExt cx="8669316" cy="2098194"/>
          </a:xfrm>
        </p:grpSpPr>
        <p:sp>
          <p:nvSpPr>
            <p:cNvPr id="49" name="Google Shape;49;p4"/>
            <p:cNvSpPr/>
            <p:nvPr/>
          </p:nvSpPr>
          <p:spPr>
            <a:xfrm rot="10800000">
              <a:off x="8650702" y="1651177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0" name="Google Shape;50;p4"/>
            <p:cNvSpPr/>
            <p:nvPr/>
          </p:nvSpPr>
          <p:spPr>
            <a:xfrm rot="10800000">
              <a:off x="8814477" y="1942327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51" name="Google Shape;51;p4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52" name="Google Shape;52;p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3" name="Google Shape;53;p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4" name="Google Shape;54;p4"/>
          <p:cNvGrpSpPr/>
          <p:nvPr/>
        </p:nvGrpSpPr>
        <p:grpSpPr>
          <a:xfrm>
            <a:off x="-1181862" y="-331600"/>
            <a:ext cx="11020270" cy="5673388"/>
            <a:chOff x="-1181862" y="-331600"/>
            <a:chExt cx="11020270" cy="5673388"/>
          </a:xfrm>
        </p:grpSpPr>
        <p:grpSp>
          <p:nvGrpSpPr>
            <p:cNvPr id="55" name="Google Shape;55;p4"/>
            <p:cNvGrpSpPr/>
            <p:nvPr/>
          </p:nvGrpSpPr>
          <p:grpSpPr>
            <a:xfrm>
              <a:off x="8873150" y="1130915"/>
              <a:ext cx="965258" cy="273510"/>
              <a:chOff x="-6675" y="2881558"/>
              <a:chExt cx="9140700" cy="2059567"/>
            </a:xfrm>
          </p:grpSpPr>
          <p:cxnSp>
            <p:nvCxnSpPr>
              <p:cNvPr id="56" name="Google Shape;56;p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7" name="Google Shape;57;p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8" name="Google Shape;58;p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9" name="Google Shape;59;p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0" name="Google Shape;60;p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1" name="Google Shape;61;p4"/>
            <p:cNvSpPr/>
            <p:nvPr/>
          </p:nvSpPr>
          <p:spPr>
            <a:xfrm>
              <a:off x="8095400" y="-331600"/>
              <a:ext cx="1470082" cy="2332467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2" name="Google Shape;62;p4"/>
            <p:cNvGrpSpPr/>
            <p:nvPr/>
          </p:nvGrpSpPr>
          <p:grpSpPr>
            <a:xfrm rot="10800000" flipH="1">
              <a:off x="8650689" y="182196"/>
              <a:ext cx="493321" cy="357312"/>
              <a:chOff x="1722354" y="229144"/>
              <a:chExt cx="1748744" cy="1266614"/>
            </a:xfrm>
          </p:grpSpPr>
          <p:sp>
            <p:nvSpPr>
              <p:cNvPr id="63" name="Google Shape;63;p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4" name="Google Shape;64;p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65" name="Google Shape;65;p4"/>
            <p:cNvSpPr/>
            <p:nvPr/>
          </p:nvSpPr>
          <p:spPr>
            <a:xfrm rot="5400000">
              <a:off x="-191675" y="3481200"/>
              <a:ext cx="870400" cy="285077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6" name="Google Shape;66;p4"/>
            <p:cNvGrpSpPr/>
            <p:nvPr/>
          </p:nvGrpSpPr>
          <p:grpSpPr>
            <a:xfrm rot="-5400000" flipH="1">
              <a:off x="159064" y="4046096"/>
              <a:ext cx="493321" cy="357312"/>
              <a:chOff x="1722354" y="229144"/>
              <a:chExt cx="1748744" cy="1266614"/>
            </a:xfrm>
          </p:grpSpPr>
          <p:sp>
            <p:nvSpPr>
              <p:cNvPr id="67" name="Google Shape;67;p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8" name="Google Shape;68;p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9" name="Google Shape;69;p4"/>
            <p:cNvGrpSpPr/>
            <p:nvPr/>
          </p:nvGrpSpPr>
          <p:grpSpPr>
            <a:xfrm>
              <a:off x="-776975" y="4800515"/>
              <a:ext cx="965258" cy="273510"/>
              <a:chOff x="-6675" y="2881558"/>
              <a:chExt cx="9140700" cy="2059567"/>
            </a:xfrm>
          </p:grpSpPr>
          <p:cxnSp>
            <p:nvCxnSpPr>
              <p:cNvPr id="70" name="Google Shape;70;p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1" name="Google Shape;71;p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2" name="Google Shape;72;p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3" name="Google Shape;73;p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4" name="Google Shape;74;p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75" name="Google Shape;75;p4"/>
          <p:cNvGrpSpPr/>
          <p:nvPr/>
        </p:nvGrpSpPr>
        <p:grpSpPr>
          <a:xfrm>
            <a:off x="-142612" y="-168664"/>
            <a:ext cx="7919030" cy="2888968"/>
            <a:chOff x="-142612" y="-168664"/>
            <a:chExt cx="7919030" cy="2888968"/>
          </a:xfrm>
        </p:grpSpPr>
        <p:sp>
          <p:nvSpPr>
            <p:cNvPr id="76" name="Google Shape;76;p4"/>
            <p:cNvSpPr/>
            <p:nvPr/>
          </p:nvSpPr>
          <p:spPr>
            <a:xfrm rot="10800000">
              <a:off x="7736362" y="-16866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7" name="Google Shape;77;p4"/>
            <p:cNvSpPr/>
            <p:nvPr/>
          </p:nvSpPr>
          <p:spPr>
            <a:xfrm rot="5400000">
              <a:off x="57800" y="24798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78" name="Google Shape;78;p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wo columns" type="twoColTx">
  <p:cSld name="TITLE_AND_TWO_COLUMNS">
    <p:spTree>
      <p:nvGrpSpPr>
        <p:cNvPr id="1" name="Shape 79"/>
        <p:cNvGrpSpPr/>
        <p:nvPr/>
      </p:nvGrpSpPr>
      <p:grpSpPr>
        <a:xfrm>
          <a:off x="0" y="0"/>
          <a:ext cx="0" cy="0"/>
        </a:xfrm>
      </p:grpSpPr>
      <p:sp>
        <p:nvSpPr>
          <p:cNvPr id="80" name="Google Shape;80;p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1" name="Google Shape;81;p5"/>
          <p:cNvSpPr txBox="1">
            <a:spLocks noGrp="1"/>
          </p:cNvSpPr>
          <p:nvPr>
            <p:ph type="subTitle" idx="1"/>
          </p:nvPr>
        </p:nvSpPr>
        <p:spPr>
          <a:xfrm>
            <a:off x="4861824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5"/>
          <p:cNvSpPr txBox="1">
            <a:spLocks noGrp="1"/>
          </p:cNvSpPr>
          <p:nvPr>
            <p:ph type="subTitle" idx="2"/>
          </p:nvPr>
        </p:nvSpPr>
        <p:spPr>
          <a:xfrm>
            <a:off x="1671269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5"/>
          <p:cNvSpPr txBox="1">
            <a:spLocks noGrp="1"/>
          </p:cNvSpPr>
          <p:nvPr>
            <p:ph type="subTitle" idx="3"/>
          </p:nvPr>
        </p:nvSpPr>
        <p:spPr>
          <a:xfrm>
            <a:off x="1671269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4" name="Google Shape;84;p5"/>
          <p:cNvSpPr txBox="1">
            <a:spLocks noGrp="1"/>
          </p:cNvSpPr>
          <p:nvPr>
            <p:ph type="subTitle" idx="4"/>
          </p:nvPr>
        </p:nvSpPr>
        <p:spPr>
          <a:xfrm>
            <a:off x="4861831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85" name="Google Shape;85;p5"/>
          <p:cNvGrpSpPr/>
          <p:nvPr/>
        </p:nvGrpSpPr>
        <p:grpSpPr>
          <a:xfrm>
            <a:off x="188277" y="2438079"/>
            <a:ext cx="8669349" cy="1311292"/>
            <a:chOff x="188277" y="2438079"/>
            <a:chExt cx="8669349" cy="1311292"/>
          </a:xfrm>
        </p:grpSpPr>
        <p:sp>
          <p:nvSpPr>
            <p:cNvPr id="86" name="Google Shape;86;p5"/>
            <p:cNvSpPr/>
            <p:nvPr/>
          </p:nvSpPr>
          <p:spPr>
            <a:xfrm rot="10800000">
              <a:off x="8615635" y="29832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" name="Google Shape;87;p5"/>
            <p:cNvSpPr/>
            <p:nvPr/>
          </p:nvSpPr>
          <p:spPr>
            <a:xfrm rot="10800000">
              <a:off x="8814510" y="243807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88" name="Google Shape;88;p5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89" name="Google Shape;89;p5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0" name="Google Shape;90;p5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1" name="Google Shape;91;p5"/>
          <p:cNvGrpSpPr/>
          <p:nvPr/>
        </p:nvGrpSpPr>
        <p:grpSpPr>
          <a:xfrm>
            <a:off x="-2835749" y="5"/>
            <a:ext cx="12294866" cy="7634520"/>
            <a:chOff x="-2835749" y="5"/>
            <a:chExt cx="12294866" cy="7634520"/>
          </a:xfrm>
        </p:grpSpPr>
        <p:sp>
          <p:nvSpPr>
            <p:cNvPr id="92" name="Google Shape;92;p5"/>
            <p:cNvSpPr/>
            <p:nvPr/>
          </p:nvSpPr>
          <p:spPr>
            <a:xfrm flipH="1">
              <a:off x="-2835749" y="5"/>
              <a:ext cx="3174344" cy="5036488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93" name="Google Shape;93;p5"/>
            <p:cNvGrpSpPr/>
            <p:nvPr/>
          </p:nvGrpSpPr>
          <p:grpSpPr>
            <a:xfrm rot="10800000">
              <a:off x="29436" y="1468071"/>
              <a:ext cx="493321" cy="357312"/>
              <a:chOff x="2199401" y="229144"/>
              <a:chExt cx="1748744" cy="1266614"/>
            </a:xfrm>
          </p:grpSpPr>
          <p:sp>
            <p:nvSpPr>
              <p:cNvPr id="94" name="Google Shape;94;p5"/>
              <p:cNvSpPr/>
              <p:nvPr/>
            </p:nvSpPr>
            <p:spPr>
              <a:xfrm rot="10800000">
                <a:off x="2716154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5" name="Google Shape;95;p5"/>
              <p:cNvSpPr/>
              <p:nvPr/>
            </p:nvSpPr>
            <p:spPr>
              <a:xfrm rot="10800000">
                <a:off x="2199401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96" name="Google Shape;96;p5"/>
            <p:cNvSpPr/>
            <p:nvPr/>
          </p:nvSpPr>
          <p:spPr>
            <a:xfrm>
              <a:off x="8212964" y="3553070"/>
              <a:ext cx="1246152" cy="408145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97" name="Google Shape;97;p5"/>
            <p:cNvGrpSpPr/>
            <p:nvPr/>
          </p:nvGrpSpPr>
          <p:grpSpPr>
            <a:xfrm flipH="1">
              <a:off x="8212963" y="4702315"/>
              <a:ext cx="965258" cy="273510"/>
              <a:chOff x="-6675" y="2881558"/>
              <a:chExt cx="9140700" cy="2059567"/>
            </a:xfrm>
          </p:grpSpPr>
          <p:cxnSp>
            <p:nvCxnSpPr>
              <p:cNvPr id="98" name="Google Shape;98;p5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9" name="Google Shape;99;p5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0" name="Google Shape;100;p5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1" name="Google Shape;101;p5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2" name="Google Shape;102;p5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03" name="Google Shape;103;p5"/>
          <p:cNvGrpSpPr/>
          <p:nvPr/>
        </p:nvGrpSpPr>
        <p:grpSpPr>
          <a:xfrm>
            <a:off x="342875" y="2524661"/>
            <a:ext cx="8713622" cy="1947138"/>
            <a:chOff x="342875" y="2524661"/>
            <a:chExt cx="8713622" cy="1947138"/>
          </a:xfrm>
        </p:grpSpPr>
        <p:sp>
          <p:nvSpPr>
            <p:cNvPr id="104" name="Google Shape;104;p5"/>
            <p:cNvSpPr/>
            <p:nvPr/>
          </p:nvSpPr>
          <p:spPr>
            <a:xfrm rot="5400000">
              <a:off x="8816029" y="423133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" name="Google Shape;105;p5"/>
            <p:cNvSpPr/>
            <p:nvPr/>
          </p:nvSpPr>
          <p:spPr>
            <a:xfrm rot="10800000">
              <a:off x="342875" y="25246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6" name="Google Shape;106;p5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" type="titleOnly">
  <p:cSld name="TITLE_ONLY">
    <p:spTree>
      <p:nvGrpSpPr>
        <p:cNvPr id="1" name="Shape 107"/>
        <p:cNvGrpSpPr/>
        <p:nvPr/>
      </p:nvGrpSpPr>
      <p:grpSpPr>
        <a:xfrm>
          <a:off x="0" y="0"/>
          <a:ext cx="0" cy="0"/>
        </a:xfrm>
      </p:grpSpPr>
      <p:sp>
        <p:nvSpPr>
          <p:cNvPr id="108" name="Google Shape;108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109" name="Google Shape;109;p6"/>
          <p:cNvGrpSpPr/>
          <p:nvPr/>
        </p:nvGrpSpPr>
        <p:grpSpPr>
          <a:xfrm>
            <a:off x="713236" y="-1192757"/>
            <a:ext cx="8217269" cy="9624966"/>
            <a:chOff x="713236" y="-1192757"/>
            <a:chExt cx="8217269" cy="9624966"/>
          </a:xfrm>
        </p:grpSpPr>
        <p:grpSp>
          <p:nvGrpSpPr>
            <p:cNvPr id="110" name="Google Shape;110;p6"/>
            <p:cNvGrpSpPr/>
            <p:nvPr/>
          </p:nvGrpSpPr>
          <p:grpSpPr>
            <a:xfrm rot="5400000" flipH="1">
              <a:off x="-917001" y="6234248"/>
              <a:ext cx="3828199" cy="567724"/>
              <a:chOff x="-1181972" y="3591337"/>
              <a:chExt cx="3497989" cy="518706"/>
            </a:xfrm>
          </p:grpSpPr>
          <p:cxnSp>
            <p:nvCxnSpPr>
              <p:cNvPr id="111" name="Google Shape;111;p6"/>
              <p:cNvCxnSpPr/>
              <p:nvPr/>
            </p:nvCxnSpPr>
            <p:spPr>
              <a:xfrm flipH="1">
                <a:off x="308728" y="2619343"/>
                <a:ext cx="0" cy="2981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2" name="Google Shape;112;p6"/>
              <p:cNvCxnSpPr/>
              <p:nvPr/>
            </p:nvCxnSpPr>
            <p:spPr>
              <a:xfrm rot="-5400000">
                <a:off x="1795201" y="3757993"/>
                <a:ext cx="357300" cy="346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13" name="Google Shape;113;p6"/>
              <p:cNvSpPr/>
              <p:nvPr/>
            </p:nvSpPr>
            <p:spPr>
              <a:xfrm>
                <a:off x="2122592" y="3591337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14" name="Google Shape;114;p6"/>
            <p:cNvGrpSpPr/>
            <p:nvPr/>
          </p:nvGrpSpPr>
          <p:grpSpPr>
            <a:xfrm>
              <a:off x="6549025" y="-95200"/>
              <a:ext cx="2381480" cy="750487"/>
              <a:chOff x="6549025" y="-95200"/>
              <a:chExt cx="2381480" cy="750487"/>
            </a:xfrm>
          </p:grpSpPr>
          <p:grpSp>
            <p:nvGrpSpPr>
              <p:cNvPr id="115" name="Google Shape;115;p6"/>
              <p:cNvGrpSpPr/>
              <p:nvPr/>
            </p:nvGrpSpPr>
            <p:grpSpPr>
              <a:xfrm rot="-5400000">
                <a:off x="8505189" y="229971"/>
                <a:ext cx="493321" cy="357312"/>
                <a:chOff x="1722354" y="229144"/>
                <a:chExt cx="1748744" cy="1266614"/>
              </a:xfrm>
            </p:grpSpPr>
            <p:sp>
              <p:nvSpPr>
                <p:cNvPr id="116" name="Google Shape;116;p6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7" name="Google Shape;117;p6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118" name="Google Shape;118;p6"/>
              <p:cNvSpPr/>
              <p:nvPr/>
            </p:nvSpPr>
            <p:spPr>
              <a:xfrm>
                <a:off x="6549025" y="-95200"/>
                <a:ext cx="2381475" cy="429625"/>
              </a:xfrm>
              <a:custGeom>
                <a:rect l="l" t="t" r="r" b="b"/>
                <a:pathLst>
                  <a:path w="95259" h="17185" extrusionOk="0">
                    <a:moveTo>
                      <a:pt x="0" y="2455"/>
                    </a:moveTo>
                    <a:lnTo>
                      <a:pt x="14731" y="17185"/>
                    </a:lnTo>
                    <a:lnTo>
                      <a:pt x="65552" y="17185"/>
                    </a:lnTo>
                    <a:lnTo>
                      <a:pt x="72303" y="10434"/>
                    </a:lnTo>
                    <a:lnTo>
                      <a:pt x="95259" y="10434"/>
                    </a:lnTo>
                    <a:lnTo>
                      <a:pt x="95259" y="0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</p:grpSp>
        <p:grpSp>
          <p:nvGrpSpPr>
            <p:cNvPr id="119" name="Google Shape;119;p6"/>
            <p:cNvGrpSpPr/>
            <p:nvPr/>
          </p:nvGrpSpPr>
          <p:grpSpPr>
            <a:xfrm rot="5400000">
              <a:off x="6896426" y="-564435"/>
              <a:ext cx="1530153" cy="273510"/>
              <a:chOff x="-6675" y="2881558"/>
              <a:chExt cx="9140700" cy="2059567"/>
            </a:xfrm>
          </p:grpSpPr>
          <p:cxnSp>
            <p:nvCxnSpPr>
              <p:cNvPr id="120" name="Google Shape;120;p6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1" name="Google Shape;121;p6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2" name="Google Shape;122;p6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3" name="Google Shape;123;p6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4" name="Google Shape;124;p6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25" name="Google Shape;125;p6"/>
          <p:cNvGrpSpPr/>
          <p:nvPr/>
        </p:nvGrpSpPr>
        <p:grpSpPr>
          <a:xfrm>
            <a:off x="302564" y="1262596"/>
            <a:ext cx="9110252" cy="3563617"/>
            <a:chOff x="302564" y="1262596"/>
            <a:chExt cx="9110252" cy="3563617"/>
          </a:xfrm>
        </p:grpSpPr>
        <p:grpSp>
          <p:nvGrpSpPr>
            <p:cNvPr id="126" name="Google Shape;126;p6"/>
            <p:cNvGrpSpPr/>
            <p:nvPr/>
          </p:nvGrpSpPr>
          <p:grpSpPr>
            <a:xfrm rot="5400000">
              <a:off x="-153827" y="4122544"/>
              <a:ext cx="1160062" cy="247278"/>
              <a:chOff x="8000023" y="2164544"/>
              <a:chExt cx="1160062" cy="247278"/>
            </a:xfrm>
          </p:grpSpPr>
          <p:sp>
            <p:nvSpPr>
              <p:cNvPr id="127" name="Google Shape;127;p6"/>
              <p:cNvSpPr/>
              <p:nvPr/>
            </p:nvSpPr>
            <p:spPr>
              <a:xfrm rot="5400000">
                <a:off x="8215962" y="1948604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28" name="Google Shape;128;p6"/>
              <p:cNvSpPr/>
              <p:nvPr/>
            </p:nvSpPr>
            <p:spPr>
              <a:xfrm rot="-5400000">
                <a:off x="8708783" y="1960521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29" name="Google Shape;129;p6"/>
            <p:cNvGrpSpPr/>
            <p:nvPr/>
          </p:nvGrpSpPr>
          <p:grpSpPr>
            <a:xfrm>
              <a:off x="8578108" y="1262596"/>
              <a:ext cx="834709" cy="226938"/>
              <a:chOff x="8541258" y="2281496"/>
              <a:chExt cx="834709" cy="226938"/>
            </a:xfrm>
          </p:grpSpPr>
          <p:sp>
            <p:nvSpPr>
              <p:cNvPr id="130" name="Google Shape;130;p6"/>
              <p:cNvSpPr/>
              <p:nvPr/>
            </p:nvSpPr>
            <p:spPr>
              <a:xfrm rot="5400000">
                <a:off x="9116912" y="2249379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31" name="Google Shape;131;p6"/>
              <p:cNvSpPr/>
              <p:nvPr/>
            </p:nvSpPr>
            <p:spPr>
              <a:xfrm rot="-5400000">
                <a:off x="8917458" y="190529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32" name="Google Shape;132;p6"/>
          <p:cNvGrpSpPr/>
          <p:nvPr/>
        </p:nvGrpSpPr>
        <p:grpSpPr>
          <a:xfrm>
            <a:off x="597187" y="977673"/>
            <a:ext cx="8723593" cy="3964768"/>
            <a:chOff x="597187" y="977673"/>
            <a:chExt cx="8723593" cy="3964768"/>
          </a:xfrm>
        </p:grpSpPr>
        <p:sp>
          <p:nvSpPr>
            <p:cNvPr id="133" name="Google Shape;133;p6"/>
            <p:cNvSpPr/>
            <p:nvPr/>
          </p:nvSpPr>
          <p:spPr>
            <a:xfrm rot="5400000">
              <a:off x="9080312" y="7772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34" name="Google Shape;134;p6"/>
            <p:cNvSpPr/>
            <p:nvPr/>
          </p:nvSpPr>
          <p:spPr>
            <a:xfrm rot="10800000">
              <a:off x="597187" y="45015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35" name="Google Shape;135;p6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One column text">
  <p:cSld name="ONE_COLUMN_TEXT">
    <p:spTree>
      <p:nvGrpSpPr>
        <p:cNvPr id="1" name="Shape 136"/>
        <p:cNvGrpSpPr/>
        <p:nvPr/>
      </p:nvGrpSpPr>
      <p:grpSpPr>
        <a:xfrm>
          <a:off x="0" y="0"/>
          <a:ext cx="0" cy="0"/>
        </a:xfrm>
      </p:grpSpPr>
      <p:sp>
        <p:nvSpPr>
          <p:cNvPr id="137" name="Google Shape;137;p7"/>
          <p:cNvSpPr txBox="1">
            <a:spLocks noGrp="1"/>
          </p:cNvSpPr>
          <p:nvPr>
            <p:ph type="title"/>
          </p:nvPr>
        </p:nvSpPr>
        <p:spPr>
          <a:xfrm>
            <a:off x="1782650" y="711700"/>
            <a:ext cx="2893200" cy="904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38" name="Google Shape;138;p7"/>
          <p:cNvSpPr txBox="1">
            <a:spLocks noGrp="1"/>
          </p:cNvSpPr>
          <p:nvPr>
            <p:ph type="subTitle" idx="1"/>
          </p:nvPr>
        </p:nvSpPr>
        <p:spPr>
          <a:xfrm>
            <a:off x="1782650" y="1616297"/>
            <a:ext cx="2893200" cy="281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sp>
        <p:nvSpPr>
          <p:cNvPr id="139" name="Google Shape;139;p7"/>
          <p:cNvSpPr>
            <a:spLocks noGrp="1"/>
          </p:cNvSpPr>
          <p:nvPr>
            <p:ph type="pic" idx="2"/>
          </p:nvPr>
        </p:nvSpPr>
        <p:spPr>
          <a:xfrm>
            <a:off x="4752038" y="824113"/>
            <a:ext cx="2787000" cy="35583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/>
        </p:txBody>
      </p:sp>
      <p:grpSp>
        <p:nvGrpSpPr>
          <p:cNvPr id="140" name="Google Shape;140;p7"/>
          <p:cNvGrpSpPr/>
          <p:nvPr/>
        </p:nvGrpSpPr>
        <p:grpSpPr>
          <a:xfrm>
            <a:off x="260189" y="195827"/>
            <a:ext cx="7049955" cy="4729917"/>
            <a:chOff x="260189" y="195827"/>
            <a:chExt cx="7049955" cy="4729917"/>
          </a:xfrm>
        </p:grpSpPr>
        <p:grpSp>
          <p:nvGrpSpPr>
            <p:cNvPr id="141" name="Google Shape;141;p7"/>
            <p:cNvGrpSpPr/>
            <p:nvPr/>
          </p:nvGrpSpPr>
          <p:grpSpPr>
            <a:xfrm rot="-5400000">
              <a:off x="6786639" y="4402239"/>
              <a:ext cx="177741" cy="869269"/>
              <a:chOff x="8535452" y="1548052"/>
              <a:chExt cx="177741" cy="869269"/>
            </a:xfrm>
          </p:grpSpPr>
          <p:sp>
            <p:nvSpPr>
              <p:cNvPr id="142" name="Google Shape;142;p7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43" name="Google Shape;143;p7"/>
              <p:cNvSpPr/>
              <p:nvPr/>
            </p:nvSpPr>
            <p:spPr>
              <a:xfrm rot="10800000">
                <a:off x="8535452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44" name="Google Shape;144;p7"/>
            <p:cNvGrpSpPr/>
            <p:nvPr/>
          </p:nvGrpSpPr>
          <p:grpSpPr>
            <a:xfrm rot="10800000">
              <a:off x="260189" y="195827"/>
              <a:ext cx="177741" cy="687344"/>
              <a:chOff x="8535452" y="1335702"/>
              <a:chExt cx="177741" cy="687344"/>
            </a:xfrm>
          </p:grpSpPr>
          <p:sp>
            <p:nvSpPr>
              <p:cNvPr id="145" name="Google Shape;145;p7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46" name="Google Shape;146;p7"/>
              <p:cNvSpPr/>
              <p:nvPr/>
            </p:nvSpPr>
            <p:spPr>
              <a:xfrm rot="10800000">
                <a:off x="8535452" y="13357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47" name="Google Shape;147;p7"/>
          <p:cNvGrpSpPr/>
          <p:nvPr/>
        </p:nvGrpSpPr>
        <p:grpSpPr>
          <a:xfrm>
            <a:off x="-867949" y="-315450"/>
            <a:ext cx="10098949" cy="5241212"/>
            <a:chOff x="-867949" y="-315450"/>
            <a:chExt cx="10098949" cy="5241212"/>
          </a:xfrm>
        </p:grpSpPr>
        <p:sp>
          <p:nvSpPr>
            <p:cNvPr id="148" name="Google Shape;148;p7"/>
            <p:cNvSpPr/>
            <p:nvPr/>
          </p:nvSpPr>
          <p:spPr>
            <a:xfrm>
              <a:off x="6756300" y="4613375"/>
              <a:ext cx="2474700" cy="312375"/>
            </a:xfrm>
            <a:custGeom>
              <a:rect l="l" t="t" r="r" b="b"/>
              <a:pathLst>
                <a:path w="98988" h="12495" extrusionOk="0">
                  <a:moveTo>
                    <a:pt x="0" y="0"/>
                  </a:moveTo>
                  <a:lnTo>
                    <a:pt x="37363" y="0"/>
                  </a:lnTo>
                  <a:lnTo>
                    <a:pt x="49858" y="12495"/>
                  </a:lnTo>
                  <a:lnTo>
                    <a:pt x="98988" y="12495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149" name="Google Shape;149;p7"/>
            <p:cNvGrpSpPr/>
            <p:nvPr/>
          </p:nvGrpSpPr>
          <p:grpSpPr>
            <a:xfrm rot="-5400000" flipH="1">
              <a:off x="8430782" y="4500446"/>
              <a:ext cx="493321" cy="357312"/>
              <a:chOff x="1722354" y="229144"/>
              <a:chExt cx="1748744" cy="1266614"/>
            </a:xfrm>
          </p:grpSpPr>
          <p:sp>
            <p:nvSpPr>
              <p:cNvPr id="150" name="Google Shape;150;p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51" name="Google Shape;151;p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152" name="Google Shape;152;p7"/>
            <p:cNvSpPr/>
            <p:nvPr/>
          </p:nvSpPr>
          <p:spPr>
            <a:xfrm>
              <a:off x="-174975" y="-315450"/>
              <a:ext cx="1914059" cy="4400511"/>
            </a:xfrm>
            <a:custGeom>
              <a:rect l="l" t="t" r="r" b="b"/>
              <a:pathLst>
                <a:path w="55192" h="126889" extrusionOk="0">
                  <a:moveTo>
                    <a:pt x="0" y="126889"/>
                  </a:moveTo>
                  <a:lnTo>
                    <a:pt x="24140" y="102749"/>
                  </a:lnTo>
                  <a:lnTo>
                    <a:pt x="24140" y="42943"/>
                  </a:lnTo>
                  <a:lnTo>
                    <a:pt x="55192" y="25015"/>
                  </a:lnTo>
                  <a:lnTo>
                    <a:pt x="55192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153" name="Google Shape;153;p7"/>
            <p:cNvGrpSpPr/>
            <p:nvPr/>
          </p:nvGrpSpPr>
          <p:grpSpPr>
            <a:xfrm rot="10800000">
              <a:off x="662657" y="2962921"/>
              <a:ext cx="493321" cy="357312"/>
              <a:chOff x="1722354" y="229144"/>
              <a:chExt cx="1748744" cy="1266614"/>
            </a:xfrm>
          </p:grpSpPr>
          <p:sp>
            <p:nvSpPr>
              <p:cNvPr id="154" name="Google Shape;154;p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55" name="Google Shape;155;p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56" name="Google Shape;156;p7"/>
            <p:cNvGrpSpPr/>
            <p:nvPr/>
          </p:nvGrpSpPr>
          <p:grpSpPr>
            <a:xfrm>
              <a:off x="-867949" y="1748040"/>
              <a:ext cx="1530153" cy="273510"/>
              <a:chOff x="-6675" y="2881558"/>
              <a:chExt cx="9140700" cy="2059567"/>
            </a:xfrm>
          </p:grpSpPr>
          <p:cxnSp>
            <p:nvCxnSpPr>
              <p:cNvPr id="157" name="Google Shape;157;p7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8" name="Google Shape;158;p7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9" name="Google Shape;159;p7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0" name="Google Shape;160;p7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1" name="Google Shape;161;p7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62" name="Google Shape;162;p7"/>
          <p:cNvGrpSpPr/>
          <p:nvPr/>
        </p:nvGrpSpPr>
        <p:grpSpPr>
          <a:xfrm>
            <a:off x="609462" y="-114064"/>
            <a:ext cx="8313331" cy="4565380"/>
            <a:chOff x="609462" y="-114064"/>
            <a:chExt cx="8313331" cy="4565380"/>
          </a:xfrm>
        </p:grpSpPr>
        <p:sp>
          <p:nvSpPr>
            <p:cNvPr id="163" name="Google Shape;163;p7"/>
            <p:cNvSpPr/>
            <p:nvPr/>
          </p:nvSpPr>
          <p:spPr>
            <a:xfrm rot="10800000">
              <a:off x="8882737" y="40104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4" name="Google Shape;164;p7"/>
            <p:cNvSpPr/>
            <p:nvPr/>
          </p:nvSpPr>
          <p:spPr>
            <a:xfrm rot="10800000">
              <a:off x="609462" y="-11406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Layout>
</file>

<file path=ppt/slideLayouts/slideLayout1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Main point">
  <p:cSld name="MAIN_POINT">
    <p:spTree>
      <p:nvGrpSpPr>
        <p:cNvPr id="1" name="Shape 165"/>
        <p:cNvGrpSpPr/>
        <p:nvPr/>
      </p:nvGrpSpPr>
      <p:grpSpPr>
        <a:xfrm>
          <a:off x="0" y="0"/>
          <a:ext cx="0" cy="0"/>
        </a:xfrm>
      </p:grpSpPr>
      <p:sp>
        <p:nvSpPr>
          <p:cNvPr id="166" name="Google Shape;166;p8"/>
          <p:cNvSpPr txBox="1">
            <a:spLocks noGrp="1"/>
          </p:cNvSpPr>
          <p:nvPr>
            <p:ph type="title"/>
          </p:nvPr>
        </p:nvSpPr>
        <p:spPr>
          <a:xfrm>
            <a:off x="2317950" y="1307100"/>
            <a:ext cx="4508100" cy="1883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SzPts val="6000"/>
              <a:buNone/>
              <a:defRPr sz="6000"/>
            </a:lvl1pPr>
            <a:lvl2pPr lvl="1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2pPr>
            <a:lvl3pPr lvl="2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3pPr>
            <a:lvl4pPr lvl="3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4pPr>
            <a:lvl5pPr lvl="4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5pPr>
            <a:lvl6pPr lvl="5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6pPr>
            <a:lvl7pPr lvl="6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7pPr>
            <a:lvl8pPr lvl="7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8pPr>
            <a:lvl9pPr lvl="8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grpSp>
        <p:nvGrpSpPr>
          <p:cNvPr id="167" name="Google Shape;167;p8"/>
          <p:cNvGrpSpPr/>
          <p:nvPr/>
        </p:nvGrpSpPr>
        <p:grpSpPr>
          <a:xfrm rot="10800000">
            <a:off x="7395131" y="4086605"/>
            <a:ext cx="4791669" cy="923822"/>
            <a:chOff x="-78438" y="3775205"/>
            <a:chExt cx="4791669" cy="923822"/>
          </a:xfrm>
        </p:grpSpPr>
        <p:cxnSp>
          <p:nvCxnSpPr>
            <p:cNvPr id="168" name="Google Shape;168;p8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9" name="Google Shape;169;p8"/>
            <p:cNvCxnSpPr/>
            <p:nvPr/>
          </p:nvCxnSpPr>
          <p:spPr>
            <a:xfrm rot="-5400000">
              <a:off x="3789591" y="3940627"/>
              <a:ext cx="764100" cy="7527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70" name="Google Shape;170;p8"/>
            <p:cNvSpPr/>
            <p:nvPr/>
          </p:nvSpPr>
          <p:spPr>
            <a:xfrm>
              <a:off x="4519806" y="37752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1" name="Google Shape;171;p8"/>
          <p:cNvGrpSpPr/>
          <p:nvPr/>
        </p:nvGrpSpPr>
        <p:grpSpPr>
          <a:xfrm>
            <a:off x="527082" y="3400311"/>
            <a:ext cx="8344568" cy="1243755"/>
            <a:chOff x="527082" y="3400311"/>
            <a:chExt cx="8344568" cy="1243755"/>
          </a:xfrm>
        </p:grpSpPr>
        <p:sp>
          <p:nvSpPr>
            <p:cNvPr id="172" name="Google Shape;172;p8"/>
            <p:cNvSpPr/>
            <p:nvPr/>
          </p:nvSpPr>
          <p:spPr>
            <a:xfrm flipH="1">
              <a:off x="527082" y="34003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3" name="Google Shape;173;p8"/>
            <p:cNvSpPr/>
            <p:nvPr/>
          </p:nvSpPr>
          <p:spPr>
            <a:xfrm rot="5400000" flipH="1">
              <a:off x="8631182" y="440359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4" name="Google Shape;174;p8"/>
          <p:cNvGrpSpPr/>
          <p:nvPr/>
        </p:nvGrpSpPr>
        <p:grpSpPr>
          <a:xfrm>
            <a:off x="-3151463" y="-3408103"/>
            <a:ext cx="11831666" cy="9065208"/>
            <a:chOff x="-3151463" y="-3408103"/>
            <a:chExt cx="11831666" cy="9065208"/>
          </a:xfrm>
        </p:grpSpPr>
        <p:grpSp>
          <p:nvGrpSpPr>
            <p:cNvPr id="175" name="Google Shape;175;p8"/>
            <p:cNvGrpSpPr/>
            <p:nvPr/>
          </p:nvGrpSpPr>
          <p:grpSpPr>
            <a:xfrm rot="10800000" flipH="1">
              <a:off x="309699" y="2296620"/>
              <a:ext cx="681217" cy="3360485"/>
              <a:chOff x="1337800" y="-2525590"/>
              <a:chExt cx="1498167" cy="7390555"/>
            </a:xfrm>
          </p:grpSpPr>
          <p:cxnSp>
            <p:nvCxnSpPr>
              <p:cNvPr id="176" name="Google Shape;176;p8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77" name="Google Shape;177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78" name="Google Shape;178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79" name="Google Shape;179;p8"/>
            <p:cNvGrpSpPr/>
            <p:nvPr/>
          </p:nvGrpSpPr>
          <p:grpSpPr>
            <a:xfrm flipH="1">
              <a:off x="7998987" y="-1945430"/>
              <a:ext cx="681217" cy="3360485"/>
              <a:chOff x="1337800" y="-2525590"/>
              <a:chExt cx="1498167" cy="7390555"/>
            </a:xfrm>
          </p:grpSpPr>
          <p:cxnSp>
            <p:nvCxnSpPr>
              <p:cNvPr id="180" name="Google Shape;180;p8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1" name="Google Shape;181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82" name="Google Shape;182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83" name="Google Shape;183;p8"/>
            <p:cNvGrpSpPr/>
            <p:nvPr/>
          </p:nvGrpSpPr>
          <p:grpSpPr>
            <a:xfrm rot="-5400000" flipH="1">
              <a:off x="-12066" y="-1786200"/>
              <a:ext cx="3859204" cy="615399"/>
              <a:chOff x="-6675" y="307100"/>
              <a:chExt cx="9140700" cy="4634025"/>
            </a:xfrm>
          </p:grpSpPr>
          <p:cxnSp>
            <p:nvCxnSpPr>
              <p:cNvPr id="184" name="Google Shape;184;p8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5" name="Google Shape;185;p8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6" name="Google Shape;186;p8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7" name="Google Shape;187;p8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8" name="Google Shape;188;p8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9" name="Google Shape;189;p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0" name="Google Shape;190;p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1" name="Google Shape;191;p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2" name="Google Shape;192;p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3" name="Google Shape;193;p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194" name="Google Shape;194;p8"/>
            <p:cNvSpPr/>
            <p:nvPr/>
          </p:nvSpPr>
          <p:spPr>
            <a:xfrm flipH="1">
              <a:off x="-3151463" y="451100"/>
              <a:ext cx="6471825" cy="764225"/>
            </a:xfrm>
            <a:custGeom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grpSp>
        <p:nvGrpSpPr>
          <p:cNvPr id="195" name="Google Shape;195;p8"/>
          <p:cNvGrpSpPr/>
          <p:nvPr/>
        </p:nvGrpSpPr>
        <p:grpSpPr>
          <a:xfrm>
            <a:off x="547096" y="974375"/>
            <a:ext cx="9244448" cy="3848385"/>
            <a:chOff x="547096" y="974375"/>
            <a:chExt cx="9244448" cy="3848385"/>
          </a:xfrm>
        </p:grpSpPr>
        <p:grpSp>
          <p:nvGrpSpPr>
            <p:cNvPr id="196" name="Google Shape;196;p8"/>
            <p:cNvGrpSpPr/>
            <p:nvPr/>
          </p:nvGrpSpPr>
          <p:grpSpPr>
            <a:xfrm>
              <a:off x="547096" y="3571493"/>
              <a:ext cx="9010768" cy="1251268"/>
              <a:chOff x="547096" y="3571493"/>
              <a:chExt cx="9010768" cy="1251268"/>
            </a:xfrm>
          </p:grpSpPr>
          <p:grpSp>
            <p:nvGrpSpPr>
              <p:cNvPr id="197" name="Google Shape;197;p8"/>
              <p:cNvGrpSpPr/>
              <p:nvPr/>
            </p:nvGrpSpPr>
            <p:grpSpPr>
              <a:xfrm>
                <a:off x="547096" y="36133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198" name="Google Shape;198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9" name="Google Shape;199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00" name="Google Shape;200;p8"/>
              <p:cNvGrpSpPr/>
              <p:nvPr/>
            </p:nvGrpSpPr>
            <p:grpSpPr>
              <a:xfrm rot="5400000">
                <a:off x="8818296" y="31016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201" name="Google Shape;201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2" name="Google Shape;202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03" name="Google Shape;203;p8"/>
            <p:cNvGrpSpPr/>
            <p:nvPr/>
          </p:nvGrpSpPr>
          <p:grpSpPr>
            <a:xfrm>
              <a:off x="8680200" y="974375"/>
              <a:ext cx="1111343" cy="1111343"/>
              <a:chOff x="8307725" y="278700"/>
              <a:chExt cx="1111343" cy="1111343"/>
            </a:xfrm>
          </p:grpSpPr>
          <p:sp>
            <p:nvSpPr>
              <p:cNvPr id="204" name="Google Shape;204;p8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05" name="Google Shape;205;p8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1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Section title and description">
  <p:cSld name="SECTION_TITLE_AND_DESCRIPTION">
    <p:spTree>
      <p:nvGrpSpPr>
        <p:cNvPr id="1" name="Shape 206"/>
        <p:cNvGrpSpPr/>
        <p:nvPr/>
      </p:nvGrpSpPr>
      <p:grpSpPr>
        <a:xfrm>
          <a:off x="0" y="0"/>
          <a:ext cx="0" cy="0"/>
        </a:xfrm>
      </p:grpSpPr>
      <p:sp>
        <p:nvSpPr>
          <p:cNvPr id="207" name="Google Shape;207;p9"/>
          <p:cNvSpPr txBox="1">
            <a:spLocks noGrp="1"/>
          </p:cNvSpPr>
          <p:nvPr>
            <p:ph type="title"/>
          </p:nvPr>
        </p:nvSpPr>
        <p:spPr>
          <a:xfrm>
            <a:off x="2135550" y="1857350"/>
            <a:ext cx="4872900" cy="124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7000"/>
              <a:buNone/>
              <a:defRPr sz="7000"/>
            </a:lvl1pPr>
            <a:lvl2pPr lvl="1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08" name="Google Shape;208;p9"/>
          <p:cNvSpPr txBox="1">
            <a:spLocks noGrp="1"/>
          </p:cNvSpPr>
          <p:nvPr>
            <p:ph type="subTitle" idx="1"/>
          </p:nvPr>
        </p:nvSpPr>
        <p:spPr>
          <a:xfrm>
            <a:off x="2135550" y="3106975"/>
            <a:ext cx="48729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  <p:sp>
        <p:nvSpPr>
          <p:cNvPr id="209" name="Google Shape;209;p9"/>
          <p:cNvSpPr/>
          <p:nvPr/>
        </p:nvSpPr>
        <p:spPr>
          <a:xfrm>
            <a:off x="9336712" y="713511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210" name="Google Shape;210;p9"/>
          <p:cNvGrpSpPr/>
          <p:nvPr/>
        </p:nvGrpSpPr>
        <p:grpSpPr>
          <a:xfrm>
            <a:off x="-2757425" y="-2776080"/>
            <a:ext cx="12134200" cy="9442910"/>
            <a:chOff x="-2757425" y="-2776080"/>
            <a:chExt cx="12134200" cy="9442910"/>
          </a:xfrm>
        </p:grpSpPr>
        <p:grpSp>
          <p:nvGrpSpPr>
            <p:cNvPr id="211" name="Google Shape;211;p9"/>
            <p:cNvGrpSpPr/>
            <p:nvPr/>
          </p:nvGrpSpPr>
          <p:grpSpPr>
            <a:xfrm rot="-5400000" flipH="1">
              <a:off x="-1755963" y="657655"/>
              <a:ext cx="4791669" cy="923822"/>
              <a:chOff x="-78438" y="3775205"/>
              <a:chExt cx="4791669" cy="923822"/>
            </a:xfrm>
          </p:grpSpPr>
          <p:cxnSp>
            <p:nvCxnSpPr>
              <p:cNvPr id="212" name="Google Shape;212;p9"/>
              <p:cNvCxnSpPr/>
              <p:nvPr/>
            </p:nvCxnSpPr>
            <p:spPr>
              <a:xfrm flipH="1"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3" name="Google Shape;213;p9"/>
              <p:cNvCxnSpPr/>
              <p:nvPr/>
            </p:nvCxnSpPr>
            <p:spPr>
              <a:xfrm rot="-5400000">
                <a:off x="3789591" y="3940627"/>
                <a:ext cx="764100" cy="752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4" name="Google Shape;214;p9"/>
              <p:cNvSpPr/>
              <p:nvPr/>
            </p:nvSpPr>
            <p:spPr>
              <a:xfrm>
                <a:off x="4519806" y="3775205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15" name="Google Shape;215;p9"/>
            <p:cNvGrpSpPr/>
            <p:nvPr/>
          </p:nvGrpSpPr>
          <p:grpSpPr>
            <a:xfrm rot="10800000">
              <a:off x="8695559" y="3306345"/>
              <a:ext cx="681217" cy="3360485"/>
              <a:chOff x="1337800" y="-2525590"/>
              <a:chExt cx="1498167" cy="7390555"/>
            </a:xfrm>
          </p:grpSpPr>
          <p:cxnSp>
            <p:nvCxnSpPr>
              <p:cNvPr id="216" name="Google Shape;216;p9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7" name="Google Shape;217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8" name="Google Shape;218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19" name="Google Shape;219;p9"/>
            <p:cNvGrpSpPr/>
            <p:nvPr/>
          </p:nvGrpSpPr>
          <p:grpSpPr>
            <a:xfrm>
              <a:off x="146409" y="-2776080"/>
              <a:ext cx="681217" cy="3360485"/>
              <a:chOff x="1337800" y="-2525590"/>
              <a:chExt cx="1498167" cy="7390555"/>
            </a:xfrm>
          </p:grpSpPr>
          <p:cxnSp>
            <p:nvCxnSpPr>
              <p:cNvPr id="220" name="Google Shape;220;p9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1" name="Google Shape;221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22" name="Google Shape;222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23" name="Google Shape;223;p9"/>
            <p:cNvGrpSpPr/>
            <p:nvPr/>
          </p:nvGrpSpPr>
          <p:grpSpPr>
            <a:xfrm>
              <a:off x="-2757425" y="811862"/>
              <a:ext cx="3859204" cy="615399"/>
              <a:chOff x="-6675" y="307100"/>
              <a:chExt cx="9140700" cy="4634025"/>
            </a:xfrm>
          </p:grpSpPr>
          <p:cxnSp>
            <p:nvCxnSpPr>
              <p:cNvPr id="224" name="Google Shape;224;p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5" name="Google Shape;225;p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6" name="Google Shape;226;p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7" name="Google Shape;227;p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8" name="Google Shape;228;p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9" name="Google Shape;229;p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0" name="Google Shape;230;p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1" name="Google Shape;231;p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2" name="Google Shape;232;p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3" name="Google Shape;233;p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234" name="Google Shape;234;p9"/>
            <p:cNvSpPr/>
            <p:nvPr/>
          </p:nvSpPr>
          <p:spPr>
            <a:xfrm rot="5400000">
              <a:off x="5637675" y="2986700"/>
              <a:ext cx="6471825" cy="764225"/>
            </a:xfrm>
            <a:custGeom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grpSp>
        <p:nvGrpSpPr>
          <p:cNvPr id="235" name="Google Shape;235;p9"/>
          <p:cNvGrpSpPr/>
          <p:nvPr/>
        </p:nvGrpSpPr>
        <p:grpSpPr>
          <a:xfrm>
            <a:off x="-157525" y="1684573"/>
            <a:ext cx="8689055" cy="440880"/>
            <a:chOff x="-157525" y="1684573"/>
            <a:chExt cx="8689055" cy="440880"/>
          </a:xfrm>
        </p:grpSpPr>
        <p:sp>
          <p:nvSpPr>
            <p:cNvPr id="236" name="Google Shape;236;p9"/>
            <p:cNvSpPr/>
            <p:nvPr/>
          </p:nvSpPr>
          <p:spPr>
            <a:xfrm>
              <a:off x="8491475" y="1684573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37" name="Google Shape;237;p9"/>
            <p:cNvSpPr/>
            <p:nvPr/>
          </p:nvSpPr>
          <p:spPr>
            <a:xfrm rot="-5400000">
              <a:off x="42887" y="17249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38" name="Google Shape;238;p9"/>
          <p:cNvGrpSpPr/>
          <p:nvPr/>
        </p:nvGrpSpPr>
        <p:grpSpPr>
          <a:xfrm>
            <a:off x="-350826" y="649496"/>
            <a:ext cx="9280380" cy="5170923"/>
            <a:chOff x="-350826" y="649496"/>
            <a:chExt cx="9280380" cy="5170923"/>
          </a:xfrm>
        </p:grpSpPr>
        <p:grpSp>
          <p:nvGrpSpPr>
            <p:cNvPr id="239" name="Google Shape;239;p9"/>
            <p:cNvGrpSpPr/>
            <p:nvPr/>
          </p:nvGrpSpPr>
          <p:grpSpPr>
            <a:xfrm>
              <a:off x="-350826" y="649496"/>
              <a:ext cx="9280380" cy="1759405"/>
              <a:chOff x="-350826" y="649496"/>
              <a:chExt cx="9280380" cy="1759405"/>
            </a:xfrm>
          </p:grpSpPr>
          <p:sp>
            <p:nvSpPr>
              <p:cNvPr id="240" name="Google Shape;240;p9"/>
              <p:cNvSpPr/>
              <p:nvPr/>
            </p:nvSpPr>
            <p:spPr>
              <a:xfrm rot="10800000">
                <a:off x="8886438" y="1209591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1" name="Google Shape;241;p9"/>
              <p:cNvSpPr/>
              <p:nvPr/>
            </p:nvSpPr>
            <p:spPr>
              <a:xfrm rot="10800000">
                <a:off x="8695083" y="64949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2" name="Google Shape;242;p9"/>
              <p:cNvSpPr/>
              <p:nvPr/>
            </p:nvSpPr>
            <p:spPr>
              <a:xfrm rot="5400000">
                <a:off x="425209" y="1958491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3" name="Google Shape;243;p9"/>
              <p:cNvSpPr/>
              <p:nvPr/>
            </p:nvSpPr>
            <p:spPr>
              <a:xfrm rot="5400000">
                <a:off x="25375" y="1957600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44" name="Google Shape;244;p9"/>
            <p:cNvGrpSpPr/>
            <p:nvPr/>
          </p:nvGrpSpPr>
          <p:grpSpPr>
            <a:xfrm>
              <a:off x="7280000" y="4709075"/>
              <a:ext cx="1111343" cy="1111343"/>
              <a:chOff x="8307725" y="278700"/>
              <a:chExt cx="1111343" cy="1111343"/>
            </a:xfrm>
          </p:grpSpPr>
          <p:sp>
            <p:nvSpPr>
              <p:cNvPr id="245" name="Google Shape;245;p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6" name="Google Shape;246;p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Caption">
  <p:cSld name="CAPTION_ONLY">
    <p:spTree>
      <p:nvGrpSpPr>
        <p:cNvPr id="1" name="Shape 247"/>
        <p:cNvGrpSpPr/>
        <p:nvPr/>
      </p:nvGrpSpPr>
      <p:grpSpPr>
        <a:xfrm>
          <a:off x="0" y="0"/>
          <a:ext cx="0" cy="0"/>
        </a:xfrm>
      </p:grpSpPr>
      <p:sp>
        <p:nvSpPr>
          <p:cNvPr id="248" name="Google Shape;248;p10"/>
          <p:cNvSpPr txBox="1">
            <a:spLocks noGrp="1"/>
          </p:cNvSpPr>
          <p:nvPr>
            <p:ph type="title"/>
          </p:nvPr>
        </p:nvSpPr>
        <p:spPr>
          <a:xfrm>
            <a:off x="720000" y="4014450"/>
            <a:ext cx="7704000" cy="5727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249" name="Google Shape;249;p10"/>
          <p:cNvGrpSpPr/>
          <p:nvPr/>
        </p:nvGrpSpPr>
        <p:grpSpPr>
          <a:xfrm>
            <a:off x="-2466243" y="-2869459"/>
            <a:ext cx="11395878" cy="4597207"/>
            <a:chOff x="-2466243" y="-2869459"/>
            <a:chExt cx="11395878" cy="4597207"/>
          </a:xfrm>
        </p:grpSpPr>
        <p:grpSp>
          <p:nvGrpSpPr>
            <p:cNvPr id="250" name="Google Shape;250;p10"/>
            <p:cNvGrpSpPr/>
            <p:nvPr/>
          </p:nvGrpSpPr>
          <p:grpSpPr>
            <a:xfrm>
              <a:off x="-2466243" y="364624"/>
              <a:ext cx="4486819" cy="625122"/>
              <a:chOff x="-78438" y="4073905"/>
              <a:chExt cx="4486819" cy="625122"/>
            </a:xfrm>
          </p:grpSpPr>
          <p:cxnSp>
            <p:nvCxnSpPr>
              <p:cNvPr id="251" name="Google Shape;251;p10"/>
              <p:cNvCxnSpPr/>
              <p:nvPr/>
            </p:nvCxnSpPr>
            <p:spPr>
              <a:xfrm flipH="1"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2" name="Google Shape;252;p10"/>
              <p:cNvCxnSpPr/>
              <p:nvPr/>
            </p:nvCxnSpPr>
            <p:spPr>
              <a:xfrm rot="-5400000">
                <a:off x="3788541" y="4241677"/>
                <a:ext cx="464100" cy="450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53" name="Google Shape;253;p10"/>
              <p:cNvSpPr/>
              <p:nvPr/>
            </p:nvSpPr>
            <p:spPr>
              <a:xfrm>
                <a:off x="4214956" y="4073905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54" name="Google Shape;254;p10"/>
            <p:cNvGrpSpPr/>
            <p:nvPr/>
          </p:nvGrpSpPr>
          <p:grpSpPr>
            <a:xfrm rot="5400000" flipH="1">
              <a:off x="-1083007" y="-1247557"/>
              <a:ext cx="3859204" cy="615399"/>
              <a:chOff x="-6675" y="307100"/>
              <a:chExt cx="9140700" cy="4634025"/>
            </a:xfrm>
          </p:grpSpPr>
          <p:cxnSp>
            <p:nvCxnSpPr>
              <p:cNvPr id="255" name="Google Shape;255;p10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6" name="Google Shape;256;p10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7" name="Google Shape;257;p10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8" name="Google Shape;258;p10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9" name="Google Shape;259;p10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0" name="Google Shape;260;p10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1" name="Google Shape;261;p10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2" name="Google Shape;262;p10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3" name="Google Shape;263;p10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4" name="Google Shape;264;p10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265" name="Google Shape;265;p10"/>
            <p:cNvGrpSpPr/>
            <p:nvPr/>
          </p:nvGrpSpPr>
          <p:grpSpPr>
            <a:xfrm>
              <a:off x="8248398" y="-1632737"/>
              <a:ext cx="681237" cy="3360485"/>
              <a:chOff x="8248398" y="-1632737"/>
              <a:chExt cx="681237" cy="3360485"/>
            </a:xfrm>
          </p:grpSpPr>
          <p:grpSp>
            <p:nvGrpSpPr>
              <p:cNvPr id="266" name="Google Shape;266;p10"/>
              <p:cNvGrpSpPr/>
              <p:nvPr/>
            </p:nvGrpSpPr>
            <p:grpSpPr>
              <a:xfrm flipH="1">
                <a:off x="8248398" y="-1632737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267" name="Google Shape;267;p10"/>
                <p:cNvCxnSpPr/>
                <p:nvPr/>
              </p:nvCxnSpPr>
              <p:spPr>
                <a:xfrm rot="10800000" flipH="1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268" name="Google Shape;268;p10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269" name="Google Shape;269;p10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70" name="Google Shape;270;p10"/>
              <p:cNvGrpSpPr/>
              <p:nvPr/>
            </p:nvGrpSpPr>
            <p:grpSpPr>
              <a:xfrm>
                <a:off x="8436314" y="3608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271" name="Google Shape;271;p10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72" name="Google Shape;272;p10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</p:grpSp>
      <p:grpSp>
        <p:nvGrpSpPr>
          <p:cNvPr id="273" name="Google Shape;273;p10"/>
          <p:cNvGrpSpPr/>
          <p:nvPr/>
        </p:nvGrpSpPr>
        <p:grpSpPr>
          <a:xfrm>
            <a:off x="-150883" y="1137478"/>
            <a:ext cx="9080518" cy="813868"/>
            <a:chOff x="-150883" y="1137478"/>
            <a:chExt cx="9080518" cy="813868"/>
          </a:xfrm>
        </p:grpSpPr>
        <p:sp>
          <p:nvSpPr>
            <p:cNvPr id="274" name="Google Shape;274;p10"/>
            <p:cNvSpPr/>
            <p:nvPr/>
          </p:nvSpPr>
          <p:spPr>
            <a:xfrm rot="5400000" flipH="1">
              <a:off x="49529" y="93706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75" name="Google Shape;275;p10"/>
            <p:cNvSpPr/>
            <p:nvPr/>
          </p:nvSpPr>
          <p:spPr>
            <a:xfrm flipH="1">
              <a:off x="8889579" y="151046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76" name="Google Shape;276;p10"/>
          <p:cNvGrpSpPr/>
          <p:nvPr/>
        </p:nvGrpSpPr>
        <p:grpSpPr>
          <a:xfrm>
            <a:off x="-201760" y="1366772"/>
            <a:ext cx="9923304" cy="3117922"/>
            <a:chOff x="-201760" y="1366772"/>
            <a:chExt cx="9923304" cy="3117922"/>
          </a:xfrm>
        </p:grpSpPr>
        <p:grpSp>
          <p:nvGrpSpPr>
            <p:cNvPr id="277" name="Google Shape;277;p10"/>
            <p:cNvGrpSpPr/>
            <p:nvPr/>
          </p:nvGrpSpPr>
          <p:grpSpPr>
            <a:xfrm>
              <a:off x="8610200" y="3373350"/>
              <a:ext cx="1111343" cy="1111343"/>
              <a:chOff x="8307725" y="278700"/>
              <a:chExt cx="1111343" cy="1111343"/>
            </a:xfrm>
          </p:grpSpPr>
          <p:sp>
            <p:nvSpPr>
              <p:cNvPr id="278" name="Google Shape;278;p10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79" name="Google Shape;279;p10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80" name="Google Shape;280;p10"/>
            <p:cNvGrpSpPr/>
            <p:nvPr/>
          </p:nvGrpSpPr>
          <p:grpSpPr>
            <a:xfrm flipH="1">
              <a:off x="8674231" y="1727755"/>
              <a:ext cx="247278" cy="1160062"/>
              <a:chOff x="1463894" y="1434556"/>
              <a:chExt cx="247278" cy="1160062"/>
            </a:xfrm>
          </p:grpSpPr>
          <p:sp>
            <p:nvSpPr>
              <p:cNvPr id="281" name="Google Shape;281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82" name="Google Shape;282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83" name="Google Shape;283;p10"/>
            <p:cNvGrpSpPr/>
            <p:nvPr/>
          </p:nvGrpSpPr>
          <p:grpSpPr>
            <a:xfrm rot="5400000" flipH="1">
              <a:off x="254631" y="910380"/>
              <a:ext cx="247278" cy="1160062"/>
              <a:chOff x="1463894" y="1434556"/>
              <a:chExt cx="247278" cy="1160062"/>
            </a:xfrm>
          </p:grpSpPr>
          <p:sp>
            <p:nvSpPr>
              <p:cNvPr id="284" name="Google Shape;284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85" name="Google Shape;285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ig number">
  <p:cSld name="BIG_NUMBER">
    <p:spTree>
      <p:nvGrpSpPr>
        <p:cNvPr id="1" name="Shape 286"/>
        <p:cNvGrpSpPr/>
        <p:nvPr/>
      </p:nvGrpSpPr>
      <p:grpSpPr>
        <a:xfrm>
          <a:off x="0" y="0"/>
          <a:ext cx="0" cy="0"/>
        </a:xfrm>
      </p:grpSpPr>
      <p:sp>
        <p:nvSpPr>
          <p:cNvPr id="287" name="Google Shape;287;p11"/>
          <p:cNvSpPr txBox="1">
            <a:spLocks noGrp="1"/>
          </p:cNvSpPr>
          <p:nvPr>
            <p:ph type="title" hasCustomPrompt="1"/>
          </p:nvPr>
        </p:nvSpPr>
        <p:spPr>
          <a:xfrm>
            <a:off x="2405125" y="2040775"/>
            <a:ext cx="5307000" cy="9981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9600"/>
              <a:buFont typeface="Raleway ExtraBold"/>
              <a:buNone/>
              <a:defRPr sz="55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2pPr>
            <a:lvl3pPr lvl="2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3pPr>
            <a:lvl4pPr lvl="3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4pPr>
            <a:lvl5pPr lvl="4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5pPr>
            <a:lvl6pPr lvl="5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6pPr>
            <a:lvl7pPr lvl="6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7pPr>
            <a:lvl8pPr lvl="7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8pPr>
            <a:lvl9pPr lvl="8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288" name="Google Shape;288;p11"/>
          <p:cNvSpPr txBox="1">
            <a:spLocks noGrp="1"/>
          </p:cNvSpPr>
          <p:nvPr>
            <p:ph type="subTitle" idx="1"/>
          </p:nvPr>
        </p:nvSpPr>
        <p:spPr>
          <a:xfrm>
            <a:off x="2405125" y="3038875"/>
            <a:ext cx="5307000" cy="49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grpSp>
        <p:nvGrpSpPr>
          <p:cNvPr id="289" name="Google Shape;289;p11"/>
          <p:cNvGrpSpPr/>
          <p:nvPr/>
        </p:nvGrpSpPr>
        <p:grpSpPr>
          <a:xfrm>
            <a:off x="320869" y="892488"/>
            <a:ext cx="5247943" cy="4005530"/>
            <a:chOff x="320869" y="892488"/>
            <a:chExt cx="5247943" cy="4005530"/>
          </a:xfrm>
        </p:grpSpPr>
        <p:sp>
          <p:nvSpPr>
            <p:cNvPr id="290" name="Google Shape;290;p11"/>
            <p:cNvSpPr/>
            <p:nvPr/>
          </p:nvSpPr>
          <p:spPr>
            <a:xfrm rot="10800000">
              <a:off x="320869" y="89248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91" name="Google Shape;291;p11"/>
            <p:cNvSpPr/>
            <p:nvPr/>
          </p:nvSpPr>
          <p:spPr>
            <a:xfrm rot="5400000">
              <a:off x="5328344" y="4657550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92" name="Google Shape;292;p11"/>
          <p:cNvGrpSpPr/>
          <p:nvPr/>
        </p:nvGrpSpPr>
        <p:grpSpPr>
          <a:xfrm>
            <a:off x="1123153" y="-134519"/>
            <a:ext cx="5670106" cy="5849863"/>
            <a:chOff x="1123153" y="-134519"/>
            <a:chExt cx="5670106" cy="5849863"/>
          </a:xfrm>
        </p:grpSpPr>
        <p:grpSp>
          <p:nvGrpSpPr>
            <p:cNvPr id="293" name="Google Shape;293;p11"/>
            <p:cNvGrpSpPr/>
            <p:nvPr/>
          </p:nvGrpSpPr>
          <p:grpSpPr>
            <a:xfrm>
              <a:off x="1123153" y="-134519"/>
              <a:ext cx="5670106" cy="5032541"/>
              <a:chOff x="1123153" y="-134519"/>
              <a:chExt cx="5670106" cy="5032541"/>
            </a:xfrm>
          </p:grpSpPr>
          <p:sp>
            <p:nvSpPr>
              <p:cNvPr id="294" name="Google Shape;294;p11"/>
              <p:cNvSpPr/>
              <p:nvPr/>
            </p:nvSpPr>
            <p:spPr>
              <a:xfrm>
                <a:off x="1123153" y="-134519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grpSp>
            <p:nvGrpSpPr>
              <p:cNvPr id="295" name="Google Shape;295;p11"/>
              <p:cNvGrpSpPr/>
              <p:nvPr/>
            </p:nvGrpSpPr>
            <p:grpSpPr>
              <a:xfrm>
                <a:off x="5633198" y="4650744"/>
                <a:ext cx="1160062" cy="247278"/>
                <a:chOff x="8208698" y="2109319"/>
                <a:chExt cx="1160062" cy="247278"/>
              </a:xfrm>
            </p:grpSpPr>
            <p:sp>
              <p:nvSpPr>
                <p:cNvPr id="296" name="Google Shape;296;p11"/>
                <p:cNvSpPr/>
                <p:nvPr/>
              </p:nvSpPr>
              <p:spPr>
                <a:xfrm rot="5400000">
                  <a:off x="8424637" y="1893379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97" name="Google Shape;297;p11"/>
                <p:cNvSpPr/>
                <p:nvPr/>
              </p:nvSpPr>
              <p:spPr>
                <a:xfrm rot="-5400000">
                  <a:off x="8917458" y="1905296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98" name="Google Shape;298;p11"/>
            <p:cNvGrpSpPr/>
            <p:nvPr/>
          </p:nvGrpSpPr>
          <p:grpSpPr>
            <a:xfrm>
              <a:off x="3220925" y="4604000"/>
              <a:ext cx="1111343" cy="1111343"/>
              <a:chOff x="8307725" y="278700"/>
              <a:chExt cx="1111343" cy="1111343"/>
            </a:xfrm>
          </p:grpSpPr>
          <p:sp>
            <p:nvSpPr>
              <p:cNvPr id="299" name="Google Shape;299;p11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00" name="Google Shape;300;p11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01" name="Google Shape;301;p11"/>
          <p:cNvGrpSpPr/>
          <p:nvPr/>
        </p:nvGrpSpPr>
        <p:grpSpPr>
          <a:xfrm>
            <a:off x="575287" y="-1805003"/>
            <a:ext cx="8258546" cy="9711728"/>
            <a:chOff x="575287" y="-1805003"/>
            <a:chExt cx="8258546" cy="9711728"/>
          </a:xfrm>
        </p:grpSpPr>
        <p:grpSp>
          <p:nvGrpSpPr>
            <p:cNvPr id="302" name="Google Shape;302;p11"/>
            <p:cNvGrpSpPr/>
            <p:nvPr/>
          </p:nvGrpSpPr>
          <p:grpSpPr>
            <a:xfrm>
              <a:off x="575287" y="-1805003"/>
              <a:ext cx="8258546" cy="9711728"/>
              <a:chOff x="575287" y="-1805003"/>
              <a:chExt cx="8258546" cy="9711728"/>
            </a:xfrm>
          </p:grpSpPr>
          <p:grpSp>
            <p:nvGrpSpPr>
              <p:cNvPr id="303" name="Google Shape;303;p11"/>
              <p:cNvGrpSpPr/>
              <p:nvPr/>
            </p:nvGrpSpPr>
            <p:grpSpPr>
              <a:xfrm>
                <a:off x="575287" y="-1805003"/>
                <a:ext cx="681217" cy="3360485"/>
                <a:chOff x="1121833" y="-3524490"/>
                <a:chExt cx="1498167" cy="7390555"/>
              </a:xfrm>
            </p:grpSpPr>
            <p:cxnSp>
              <p:nvCxnSpPr>
                <p:cNvPr id="304" name="Google Shape;304;p11"/>
                <p:cNvCxnSpPr/>
                <p:nvPr/>
              </p:nvCxnSpPr>
              <p:spPr>
                <a:xfrm rot="10800000" flipH="1">
                  <a:off x="1121833" y="-35244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5" name="Google Shape;305;p11"/>
                <p:cNvCxnSpPr/>
                <p:nvPr/>
              </p:nvCxnSpPr>
              <p:spPr>
                <a:xfrm>
                  <a:off x="1121833" y="23482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06" name="Google Shape;306;p11"/>
                <p:cNvSpPr/>
                <p:nvPr/>
              </p:nvSpPr>
              <p:spPr>
                <a:xfrm rot="5400000">
                  <a:off x="2196889" y="3442953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07" name="Google Shape;307;p11"/>
              <p:cNvGrpSpPr/>
              <p:nvPr/>
            </p:nvGrpSpPr>
            <p:grpSpPr>
              <a:xfrm rot="5400000" flipH="1">
                <a:off x="6277862" y="5350755"/>
                <a:ext cx="4486819" cy="625122"/>
                <a:chOff x="-78438" y="4073905"/>
                <a:chExt cx="4486819" cy="625122"/>
              </a:xfrm>
            </p:grpSpPr>
            <p:cxnSp>
              <p:nvCxnSpPr>
                <p:cNvPr id="308" name="Google Shape;308;p11"/>
                <p:cNvCxnSpPr/>
                <p:nvPr/>
              </p:nvCxnSpPr>
              <p:spPr>
                <a:xfrm flipH="1">
                  <a:off x="1857762" y="2762827"/>
                  <a:ext cx="0" cy="3872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9" name="Google Shape;309;p11"/>
                <p:cNvCxnSpPr/>
                <p:nvPr/>
              </p:nvCxnSpPr>
              <p:spPr>
                <a:xfrm rot="-5400000">
                  <a:off x="3788541" y="4241677"/>
                  <a:ext cx="464100" cy="45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10" name="Google Shape;310;p11"/>
                <p:cNvSpPr/>
                <p:nvPr/>
              </p:nvSpPr>
              <p:spPr>
                <a:xfrm>
                  <a:off x="4214956" y="4073905"/>
                  <a:ext cx="193425" cy="191350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11" name="Google Shape;311;p11"/>
              <p:cNvGrpSpPr/>
              <p:nvPr/>
            </p:nvGrpSpPr>
            <p:grpSpPr>
              <a:xfrm rot="-5400000">
                <a:off x="8362764" y="67996"/>
                <a:ext cx="493321" cy="357312"/>
                <a:chOff x="1722354" y="229144"/>
                <a:chExt cx="1748744" cy="1266614"/>
              </a:xfrm>
            </p:grpSpPr>
            <p:sp>
              <p:nvSpPr>
                <p:cNvPr id="312" name="Google Shape;312;p11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313" name="Google Shape;313;p11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314" name="Google Shape;314;p11"/>
            <p:cNvGrpSpPr/>
            <p:nvPr/>
          </p:nvGrpSpPr>
          <p:grpSpPr>
            <a:xfrm rot="10800000">
              <a:off x="7090737" y="4224472"/>
              <a:ext cx="681217" cy="3360485"/>
              <a:chOff x="1337800" y="-2525590"/>
              <a:chExt cx="1498167" cy="7390555"/>
            </a:xfrm>
          </p:grpSpPr>
          <p:cxnSp>
            <p:nvCxnSpPr>
              <p:cNvPr id="315" name="Google Shape;315;p11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6" name="Google Shape;316;p11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317" name="Google Shape;317;p11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lank" type="blank">
  <p:cSld name="BLANK">
    <p:bg>
      <p:bgPr>
        <a:solidFill>
          <a:schemeClr val="dk1"/>
        </a:solidFill>
        <a:effectLst/>
      </p:bgPr>
    </p:bg>
    <p:spTree>
      <p:nvGrpSpPr>
        <p:cNvPr id="1" name="Shape 318"/>
        <p:cNvGrpSpPr/>
        <p:nvPr/>
      </p:nvGrpSpPr>
      <p:grpSpPr>
        <a:xfrm>
          <a:off x="0" y="0"/>
          <a:ext cx="0" cy="0"/>
        </a:xfrm>
      </p:grpSpPr>
    </p:spTree>
  </p:cSld>
  <p:clrMapOvr>
    <a:masterClrMapping/>
  </p:clrMapOvr>
  <p:transition/>
  <p:timing/>
</p:sldLayout>
</file>

<file path=ppt/slideLayouts/slideLayout2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able of contents">
  <p:cSld name="BLANK_1_1_1_1_1_1">
    <p:spTree>
      <p:nvGrpSpPr>
        <p:cNvPr id="1" name="Shape 319"/>
        <p:cNvGrpSpPr/>
        <p:nvPr/>
      </p:nvGrpSpPr>
      <p:grpSpPr>
        <a:xfrm>
          <a:off x="0" y="0"/>
          <a:ext cx="0" cy="0"/>
        </a:xfrm>
      </p:grpSpPr>
      <p:sp>
        <p:nvSpPr>
          <p:cNvPr id="320" name="Google Shape;320;p1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21" name="Google Shape;321;p13"/>
          <p:cNvSpPr txBox="1">
            <a:spLocks noGrp="1"/>
          </p:cNvSpPr>
          <p:nvPr>
            <p:ph type="title" idx="2" hasCustomPrompt="1"/>
          </p:nvPr>
        </p:nvSpPr>
        <p:spPr>
          <a:xfrm>
            <a:off x="3177356" y="119952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2" name="Google Shape;322;p13"/>
          <p:cNvSpPr txBox="1">
            <a:spLocks noGrp="1"/>
          </p:cNvSpPr>
          <p:nvPr>
            <p:ph type="title" idx="3" hasCustomPrompt="1"/>
          </p:nvPr>
        </p:nvSpPr>
        <p:spPr>
          <a:xfrm>
            <a:off x="3177356" y="2902621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3" name="Google Shape;323;p13"/>
          <p:cNvSpPr txBox="1">
            <a:spLocks noGrp="1"/>
          </p:cNvSpPr>
          <p:nvPr>
            <p:ph type="title" idx="4" hasCustomPrompt="1"/>
          </p:nvPr>
        </p:nvSpPr>
        <p:spPr>
          <a:xfrm>
            <a:off x="3177356" y="176722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4" name="Google Shape;324;p13"/>
          <p:cNvSpPr txBox="1">
            <a:spLocks noGrp="1"/>
          </p:cNvSpPr>
          <p:nvPr>
            <p:ph type="title" idx="5" hasCustomPrompt="1"/>
          </p:nvPr>
        </p:nvSpPr>
        <p:spPr>
          <a:xfrm>
            <a:off x="3177356" y="347031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5" name="Google Shape;325;p13"/>
          <p:cNvSpPr txBox="1">
            <a:spLocks noGrp="1"/>
          </p:cNvSpPr>
          <p:nvPr>
            <p:ph type="title" idx="6" hasCustomPrompt="1"/>
          </p:nvPr>
        </p:nvSpPr>
        <p:spPr>
          <a:xfrm>
            <a:off x="3177356" y="2334924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6" name="Google Shape;326;p13"/>
          <p:cNvSpPr txBox="1">
            <a:spLocks noGrp="1"/>
          </p:cNvSpPr>
          <p:nvPr>
            <p:ph type="title" idx="7" hasCustomPrompt="1"/>
          </p:nvPr>
        </p:nvSpPr>
        <p:spPr>
          <a:xfrm>
            <a:off x="3177356" y="403801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7" name="Google Shape;327;p13"/>
          <p:cNvSpPr txBox="1">
            <a:spLocks noGrp="1"/>
          </p:cNvSpPr>
          <p:nvPr>
            <p:ph type="subTitle" idx="1"/>
          </p:nvPr>
        </p:nvSpPr>
        <p:spPr>
          <a:xfrm>
            <a:off x="4010944" y="1201329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8" name="Google Shape;328;p13"/>
          <p:cNvSpPr txBox="1">
            <a:spLocks noGrp="1"/>
          </p:cNvSpPr>
          <p:nvPr>
            <p:ph type="subTitle" idx="8"/>
          </p:nvPr>
        </p:nvSpPr>
        <p:spPr>
          <a:xfrm>
            <a:off x="4010944" y="1769028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9" name="Google Shape;329;p13"/>
          <p:cNvSpPr txBox="1">
            <a:spLocks noGrp="1"/>
          </p:cNvSpPr>
          <p:nvPr>
            <p:ph type="subTitle" idx="9"/>
          </p:nvPr>
        </p:nvSpPr>
        <p:spPr>
          <a:xfrm>
            <a:off x="4010944" y="23367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0" name="Google Shape;330;p13"/>
          <p:cNvSpPr txBox="1">
            <a:spLocks noGrp="1"/>
          </p:cNvSpPr>
          <p:nvPr>
            <p:ph type="subTitle" idx="13"/>
          </p:nvPr>
        </p:nvSpPr>
        <p:spPr>
          <a:xfrm>
            <a:off x="4010941" y="29044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1" name="Google Shape;331;p13"/>
          <p:cNvSpPr txBox="1">
            <a:spLocks noGrp="1"/>
          </p:cNvSpPr>
          <p:nvPr>
            <p:ph type="subTitle" idx="14"/>
          </p:nvPr>
        </p:nvSpPr>
        <p:spPr>
          <a:xfrm>
            <a:off x="4010941" y="3472126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2" name="Google Shape;332;p13"/>
          <p:cNvSpPr txBox="1">
            <a:spLocks noGrp="1"/>
          </p:cNvSpPr>
          <p:nvPr>
            <p:ph type="subTitle" idx="15"/>
          </p:nvPr>
        </p:nvSpPr>
        <p:spPr>
          <a:xfrm>
            <a:off x="4010941" y="4039825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333" name="Google Shape;333;p13"/>
          <p:cNvGrpSpPr/>
          <p:nvPr/>
        </p:nvGrpSpPr>
        <p:grpSpPr>
          <a:xfrm>
            <a:off x="377427" y="204425"/>
            <a:ext cx="8916117" cy="4541546"/>
            <a:chOff x="377427" y="204425"/>
            <a:chExt cx="8916117" cy="4541546"/>
          </a:xfrm>
        </p:grpSpPr>
        <p:grpSp>
          <p:nvGrpSpPr>
            <p:cNvPr id="334" name="Google Shape;334;p13"/>
            <p:cNvGrpSpPr/>
            <p:nvPr/>
          </p:nvGrpSpPr>
          <p:grpSpPr>
            <a:xfrm>
              <a:off x="377427" y="3968227"/>
              <a:ext cx="200266" cy="777744"/>
              <a:chOff x="8153327" y="353177"/>
              <a:chExt cx="200266" cy="777744"/>
            </a:xfrm>
          </p:grpSpPr>
          <p:sp>
            <p:nvSpPr>
              <p:cNvPr id="335" name="Google Shape;335;p13"/>
              <p:cNvSpPr/>
              <p:nvPr/>
            </p:nvSpPr>
            <p:spPr>
              <a:xfrm rot="10800000">
                <a:off x="8153327" y="6559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36" name="Google Shape;336;p13"/>
              <p:cNvSpPr/>
              <p:nvPr/>
            </p:nvSpPr>
            <p:spPr>
              <a:xfrm rot="10800000">
                <a:off x="8310477" y="35317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337" name="Google Shape;337;p13"/>
            <p:cNvGrpSpPr/>
            <p:nvPr/>
          </p:nvGrpSpPr>
          <p:grpSpPr>
            <a:xfrm rot="-5400000">
              <a:off x="8807027" y="2115202"/>
              <a:ext cx="206891" cy="766144"/>
              <a:chOff x="8650702" y="1651177"/>
              <a:chExt cx="206891" cy="766144"/>
            </a:xfrm>
          </p:grpSpPr>
          <p:sp>
            <p:nvSpPr>
              <p:cNvPr id="338" name="Google Shape;338;p13"/>
              <p:cNvSpPr/>
              <p:nvPr/>
            </p:nvSpPr>
            <p:spPr>
              <a:xfrm rot="10800000">
                <a:off x="8650702" y="165117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39" name="Google Shape;339;p13"/>
              <p:cNvSpPr/>
              <p:nvPr/>
            </p:nvSpPr>
            <p:spPr>
              <a:xfrm rot="10800000">
                <a:off x="8814477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340" name="Google Shape;340;p13"/>
            <p:cNvGrpSpPr/>
            <p:nvPr/>
          </p:nvGrpSpPr>
          <p:grpSpPr>
            <a:xfrm>
              <a:off x="7437187" y="204425"/>
              <a:ext cx="862215" cy="240599"/>
              <a:chOff x="6903462" y="1158900"/>
              <a:chExt cx="862215" cy="240599"/>
            </a:xfrm>
          </p:grpSpPr>
          <p:sp>
            <p:nvSpPr>
              <p:cNvPr id="341" name="Google Shape;341;p13"/>
              <p:cNvSpPr/>
              <p:nvPr/>
            </p:nvSpPr>
            <p:spPr>
              <a:xfrm flipH="1">
                <a:off x="6903462" y="1158900"/>
                <a:ext cx="240599" cy="240599"/>
              </a:xfrm>
              <a:custGeom>
                <a:rect l="l" t="t" r="r" b="b"/>
                <a:pathLst>
                  <a:path w="1784" h="1784" fill="none" extrusionOk="0">
                    <a:moveTo>
                      <a:pt x="1783" y="906"/>
                    </a:moveTo>
                    <a:cubicBezTo>
                      <a:pt x="1783" y="1392"/>
                      <a:pt x="1392" y="1783"/>
                      <a:pt x="877" y="1783"/>
                    </a:cubicBezTo>
                    <a:cubicBezTo>
                      <a:pt x="392" y="1783"/>
                      <a:pt x="0" y="1392"/>
                      <a:pt x="0" y="906"/>
                    </a:cubicBezTo>
                    <a:cubicBezTo>
                      <a:pt x="0" y="428"/>
                      <a:pt x="392" y="0"/>
                      <a:pt x="877" y="0"/>
                    </a:cubicBezTo>
                    <a:cubicBezTo>
                      <a:pt x="1392" y="0"/>
                      <a:pt x="1783" y="428"/>
                      <a:pt x="1783" y="906"/>
                    </a:cubicBezTo>
                    <a:close/>
                  </a:path>
                </a:pathLst>
              </a:custGeom>
              <a:noFill/>
              <a:ln w="597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42" name="Google Shape;342;p13"/>
              <p:cNvSpPr/>
              <p:nvPr/>
            </p:nvSpPr>
            <p:spPr>
              <a:xfrm rot="5400000" flipH="1">
                <a:off x="7506622" y="1041704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43" name="Google Shape;343;p13"/>
          <p:cNvGrpSpPr/>
          <p:nvPr/>
        </p:nvGrpSpPr>
        <p:grpSpPr>
          <a:xfrm>
            <a:off x="-556748" y="-57000"/>
            <a:ext cx="10429656" cy="3378450"/>
            <a:chOff x="-556748" y="-57000"/>
            <a:chExt cx="10429656" cy="3378450"/>
          </a:xfrm>
        </p:grpSpPr>
        <p:grpSp>
          <p:nvGrpSpPr>
            <p:cNvPr id="344" name="Google Shape;344;p13"/>
            <p:cNvGrpSpPr/>
            <p:nvPr/>
          </p:nvGrpSpPr>
          <p:grpSpPr>
            <a:xfrm flipH="1">
              <a:off x="8221607" y="1714746"/>
              <a:ext cx="493321" cy="357312"/>
              <a:chOff x="1722354" y="229144"/>
              <a:chExt cx="1748744" cy="1266614"/>
            </a:xfrm>
          </p:grpSpPr>
          <p:sp>
            <p:nvSpPr>
              <p:cNvPr id="345" name="Google Shape;345;p1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46" name="Google Shape;346;p1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347" name="Google Shape;347;p13"/>
            <p:cNvSpPr/>
            <p:nvPr/>
          </p:nvSpPr>
          <p:spPr>
            <a:xfrm>
              <a:off x="8221600" y="-57000"/>
              <a:ext cx="1027600" cy="3378450"/>
            </a:xfrm>
            <a:custGeom>
              <a:rect l="l" t="t" r="r" b="b"/>
              <a:pathLst>
                <a:path w="41104" h="135138" extrusionOk="0">
                  <a:moveTo>
                    <a:pt x="41104" y="135138"/>
                  </a:moveTo>
                  <a:lnTo>
                    <a:pt x="0" y="111407"/>
                  </a:lnTo>
                  <a:lnTo>
                    <a:pt x="0" y="57500"/>
                  </a:lnTo>
                  <a:lnTo>
                    <a:pt x="12424" y="45076"/>
                  </a:lnTo>
                  <a:lnTo>
                    <a:pt x="12424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48" name="Google Shape;348;p13"/>
            <p:cNvGrpSpPr/>
            <p:nvPr/>
          </p:nvGrpSpPr>
          <p:grpSpPr>
            <a:xfrm>
              <a:off x="8527396" y="539490"/>
              <a:ext cx="1345511" cy="273510"/>
              <a:chOff x="-6675" y="2881558"/>
              <a:chExt cx="9140700" cy="2059567"/>
            </a:xfrm>
          </p:grpSpPr>
          <p:cxnSp>
            <p:nvCxnSpPr>
              <p:cNvPr id="349" name="Google Shape;349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0" name="Google Shape;350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1" name="Google Shape;351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2" name="Google Shape;352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3" name="Google Shape;353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354" name="Google Shape;354;p13"/>
            <p:cNvGrpSpPr/>
            <p:nvPr/>
          </p:nvGrpSpPr>
          <p:grpSpPr>
            <a:xfrm rot="10800000">
              <a:off x="-556748" y="2551975"/>
              <a:ext cx="1029243" cy="273510"/>
              <a:chOff x="-6675" y="2881558"/>
              <a:chExt cx="9140700" cy="2059567"/>
            </a:xfrm>
          </p:grpSpPr>
          <p:cxnSp>
            <p:nvCxnSpPr>
              <p:cNvPr id="355" name="Google Shape;355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6" name="Google Shape;356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7" name="Google Shape;357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8" name="Google Shape;358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9" name="Google Shape;359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360" name="Google Shape;360;p13"/>
          <p:cNvGrpSpPr/>
          <p:nvPr/>
        </p:nvGrpSpPr>
        <p:grpSpPr>
          <a:xfrm>
            <a:off x="-160350" y="1017736"/>
            <a:ext cx="9034618" cy="1344543"/>
            <a:chOff x="-160350" y="1017736"/>
            <a:chExt cx="9034618" cy="1344543"/>
          </a:xfrm>
        </p:grpSpPr>
        <p:sp>
          <p:nvSpPr>
            <p:cNvPr id="361" name="Google Shape;361;p13"/>
            <p:cNvSpPr/>
            <p:nvPr/>
          </p:nvSpPr>
          <p:spPr>
            <a:xfrm rot="10800000">
              <a:off x="8834212" y="10177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62" name="Google Shape;362;p13"/>
            <p:cNvSpPr/>
            <p:nvPr/>
          </p:nvSpPr>
          <p:spPr>
            <a:xfrm rot="5400000">
              <a:off x="40062" y="21218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363" name="Google Shape;363;p1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ext">
  <p:cSld name="CUSTOM_12">
    <p:spTree>
      <p:nvGrpSpPr>
        <p:cNvPr id="1" name="Shape 364"/>
        <p:cNvGrpSpPr/>
        <p:nvPr/>
      </p:nvGrpSpPr>
      <p:grpSpPr>
        <a:xfrm>
          <a:off x="0" y="0"/>
          <a:ext cx="0" cy="0"/>
        </a:xfrm>
      </p:grpSpPr>
      <p:sp>
        <p:nvSpPr>
          <p:cNvPr id="365" name="Google Shape;365;p1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66" name="Google Shape;366;p14"/>
          <p:cNvSpPr txBox="1">
            <a:spLocks noGrp="1"/>
          </p:cNvSpPr>
          <p:nvPr>
            <p:ph type="subTitle" idx="1"/>
          </p:nvPr>
        </p:nvSpPr>
        <p:spPr>
          <a:xfrm>
            <a:off x="720000" y="1067776"/>
            <a:ext cx="7704000" cy="878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367" name="Google Shape;367;p14"/>
          <p:cNvGrpSpPr/>
          <p:nvPr/>
        </p:nvGrpSpPr>
        <p:grpSpPr>
          <a:xfrm>
            <a:off x="248963" y="1017730"/>
            <a:ext cx="8980467" cy="3860780"/>
            <a:chOff x="248963" y="1017730"/>
            <a:chExt cx="8980467" cy="3860780"/>
          </a:xfrm>
        </p:grpSpPr>
        <p:sp>
          <p:nvSpPr>
            <p:cNvPr id="368" name="Google Shape;368;p14"/>
            <p:cNvSpPr/>
            <p:nvPr/>
          </p:nvSpPr>
          <p:spPr>
            <a:xfrm>
              <a:off x="422688" y="131788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69" name="Google Shape;369;p14"/>
            <p:cNvSpPr/>
            <p:nvPr/>
          </p:nvSpPr>
          <p:spPr>
            <a:xfrm>
              <a:off x="248963" y="101773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370" name="Google Shape;370;p14"/>
            <p:cNvGrpSpPr/>
            <p:nvPr/>
          </p:nvGrpSpPr>
          <p:grpSpPr>
            <a:xfrm rot="-5400000">
              <a:off x="8742913" y="4391992"/>
              <a:ext cx="206891" cy="766144"/>
              <a:chOff x="8650702" y="3525402"/>
              <a:chExt cx="206891" cy="766144"/>
            </a:xfrm>
          </p:grpSpPr>
          <p:sp>
            <p:nvSpPr>
              <p:cNvPr id="371" name="Google Shape;371;p1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72" name="Google Shape;372;p1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73" name="Google Shape;373;p14"/>
          <p:cNvGrpSpPr/>
          <p:nvPr/>
        </p:nvGrpSpPr>
        <p:grpSpPr>
          <a:xfrm>
            <a:off x="250498" y="1721188"/>
            <a:ext cx="8259948" cy="2990484"/>
            <a:chOff x="250498" y="1721188"/>
            <a:chExt cx="8259948" cy="2990484"/>
          </a:xfrm>
        </p:grpSpPr>
        <p:sp>
          <p:nvSpPr>
            <p:cNvPr id="374" name="Google Shape;374;p14"/>
            <p:cNvSpPr/>
            <p:nvPr/>
          </p:nvSpPr>
          <p:spPr>
            <a:xfrm rot="10800000">
              <a:off x="250498" y="172118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75" name="Google Shape;375;p14"/>
            <p:cNvSpPr/>
            <p:nvPr/>
          </p:nvSpPr>
          <p:spPr>
            <a:xfrm rot="-5400000">
              <a:off x="8269979" y="4471205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376" name="Google Shape;376;p14"/>
          <p:cNvGrpSpPr/>
          <p:nvPr/>
        </p:nvGrpSpPr>
        <p:grpSpPr>
          <a:xfrm>
            <a:off x="-2218609" y="-174950"/>
            <a:ext cx="12004520" cy="8522877"/>
            <a:chOff x="-2218609" y="-174950"/>
            <a:chExt cx="12004520" cy="8522877"/>
          </a:xfrm>
        </p:grpSpPr>
        <p:sp>
          <p:nvSpPr>
            <p:cNvPr id="377" name="Google Shape;377;p14"/>
            <p:cNvSpPr/>
            <p:nvPr/>
          </p:nvSpPr>
          <p:spPr>
            <a:xfrm>
              <a:off x="-2218609" y="-174950"/>
              <a:ext cx="3801167" cy="569934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78" name="Google Shape;378;p14"/>
            <p:cNvGrpSpPr/>
            <p:nvPr/>
          </p:nvGrpSpPr>
          <p:grpSpPr>
            <a:xfrm rot="-5400000" flipH="1">
              <a:off x="7449713" y="4739627"/>
              <a:ext cx="493321" cy="357312"/>
              <a:chOff x="1722354" y="229144"/>
              <a:chExt cx="1748744" cy="1266614"/>
            </a:xfrm>
          </p:grpSpPr>
          <p:sp>
            <p:nvSpPr>
              <p:cNvPr id="379" name="Google Shape;379;p1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80" name="Google Shape;380;p1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381" name="Google Shape;381;p14"/>
            <p:cNvSpPr/>
            <p:nvPr/>
          </p:nvSpPr>
          <p:spPr>
            <a:xfrm rot="10800000" flipH="1">
              <a:off x="8147148" y="2028637"/>
              <a:ext cx="1521858" cy="6319290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82" name="Google Shape;382;p14"/>
            <p:cNvGrpSpPr/>
            <p:nvPr/>
          </p:nvGrpSpPr>
          <p:grpSpPr>
            <a:xfrm flipH="1">
              <a:off x="8820653" y="3237867"/>
              <a:ext cx="965258" cy="273510"/>
              <a:chOff x="-6675" y="2881558"/>
              <a:chExt cx="9140700" cy="2059567"/>
            </a:xfrm>
          </p:grpSpPr>
          <p:cxnSp>
            <p:nvCxnSpPr>
              <p:cNvPr id="383" name="Google Shape;383;p1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4" name="Google Shape;384;p1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5" name="Google Shape;385;p1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6" name="Google Shape;386;p1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7" name="Google Shape;387;p1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388" name="Google Shape;388;p1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ext 1">
  <p:cSld name="CUSTOM_12_1">
    <p:spTree>
      <p:nvGrpSpPr>
        <p:cNvPr id="1" name="Shape 389"/>
        <p:cNvGrpSpPr/>
        <p:nvPr/>
      </p:nvGrpSpPr>
      <p:grpSpPr>
        <a:xfrm>
          <a:off x="0" y="0"/>
          <a:ext cx="0" cy="0"/>
        </a:xfrm>
      </p:grpSpPr>
      <p:sp>
        <p:nvSpPr>
          <p:cNvPr id="390" name="Google Shape;390;p1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91" name="Google Shape;391;p15"/>
          <p:cNvSpPr txBox="1">
            <a:spLocks noGrp="1"/>
          </p:cNvSpPr>
          <p:nvPr>
            <p:ph type="subTitle" idx="1"/>
          </p:nvPr>
        </p:nvSpPr>
        <p:spPr>
          <a:xfrm>
            <a:off x="720000" y="1150950"/>
            <a:ext cx="7704000" cy="29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grpSp>
        <p:nvGrpSpPr>
          <p:cNvPr id="392" name="Google Shape;392;p15"/>
          <p:cNvGrpSpPr/>
          <p:nvPr/>
        </p:nvGrpSpPr>
        <p:grpSpPr>
          <a:xfrm>
            <a:off x="8393651" y="-1627766"/>
            <a:ext cx="614899" cy="2881846"/>
            <a:chOff x="1337784" y="-2525559"/>
            <a:chExt cx="1352318" cy="6337907"/>
          </a:xfrm>
        </p:grpSpPr>
        <p:cxnSp>
          <p:nvCxnSpPr>
            <p:cNvPr id="393" name="Google Shape;393;p15"/>
            <p:cNvCxnSpPr/>
            <p:nvPr/>
          </p:nvCxnSpPr>
          <p:spPr>
            <a:xfrm rot="10800000" flipH="1">
              <a:off x="1337784" y="-2525559"/>
              <a:ext cx="0" cy="49905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94" name="Google Shape;394;p15"/>
            <p:cNvCxnSpPr/>
            <p:nvPr/>
          </p:nvCxnSpPr>
          <p:spPr>
            <a:xfrm>
              <a:off x="1337784" y="2466654"/>
              <a:ext cx="984900" cy="9702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395" name="Google Shape;395;p15"/>
            <p:cNvSpPr/>
            <p:nvPr/>
          </p:nvSpPr>
          <p:spPr>
            <a:xfrm rot="5400000">
              <a:off x="2266990" y="3389237"/>
              <a:ext cx="425397" cy="420826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396" name="Google Shape;396;p15"/>
          <p:cNvGrpSpPr/>
          <p:nvPr/>
        </p:nvGrpSpPr>
        <p:grpSpPr>
          <a:xfrm>
            <a:off x="6485555" y="4129788"/>
            <a:ext cx="269696" cy="1209440"/>
            <a:chOff x="6933883" y="3613321"/>
            <a:chExt cx="269696" cy="1209440"/>
          </a:xfrm>
        </p:grpSpPr>
        <p:sp>
          <p:nvSpPr>
            <p:cNvPr id="397" name="Google Shape;397;p15"/>
            <p:cNvSpPr/>
            <p:nvPr/>
          </p:nvSpPr>
          <p:spPr>
            <a:xfrm rot="10800000">
              <a:off x="7160463" y="4347766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98" name="Google Shape;398;p15"/>
            <p:cNvSpPr/>
            <p:nvPr/>
          </p:nvSpPr>
          <p:spPr>
            <a:xfrm rot="10800000">
              <a:off x="6933883" y="3613321"/>
              <a:ext cx="75100" cy="827502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399" name="Google Shape;399;p15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hree columns">
  <p:cSld name="CUSTOM_6">
    <p:spTree>
      <p:nvGrpSpPr>
        <p:cNvPr id="1" name="Shape 400"/>
        <p:cNvGrpSpPr/>
        <p:nvPr/>
      </p:nvGrpSpPr>
      <p:grpSpPr>
        <a:xfrm>
          <a:off x="0" y="0"/>
          <a:ext cx="0" cy="0"/>
        </a:xfrm>
      </p:grpSpPr>
      <p:sp>
        <p:nvSpPr>
          <p:cNvPr id="401" name="Google Shape;401;p1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02" name="Google Shape;402;p16"/>
          <p:cNvSpPr txBox="1">
            <a:spLocks noGrp="1"/>
          </p:cNvSpPr>
          <p:nvPr>
            <p:ph type="subTitle" idx="1"/>
          </p:nvPr>
        </p:nvSpPr>
        <p:spPr>
          <a:xfrm>
            <a:off x="1090025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3" name="Google Shape;403;p16"/>
          <p:cNvSpPr txBox="1">
            <a:spLocks noGrp="1"/>
          </p:cNvSpPr>
          <p:nvPr>
            <p:ph type="subTitle" idx="2"/>
          </p:nvPr>
        </p:nvSpPr>
        <p:spPr>
          <a:xfrm>
            <a:off x="3501725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4" name="Google Shape;404;p16"/>
          <p:cNvSpPr txBox="1">
            <a:spLocks noGrp="1"/>
          </p:cNvSpPr>
          <p:nvPr>
            <p:ph type="subTitle" idx="3"/>
          </p:nvPr>
        </p:nvSpPr>
        <p:spPr>
          <a:xfrm>
            <a:off x="5913431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5" name="Google Shape;405;p16"/>
          <p:cNvSpPr txBox="1">
            <a:spLocks noGrp="1"/>
          </p:cNvSpPr>
          <p:nvPr>
            <p:ph type="subTitle" idx="4"/>
          </p:nvPr>
        </p:nvSpPr>
        <p:spPr>
          <a:xfrm>
            <a:off x="1090025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06" name="Google Shape;406;p16"/>
          <p:cNvSpPr txBox="1">
            <a:spLocks noGrp="1"/>
          </p:cNvSpPr>
          <p:nvPr>
            <p:ph type="subTitle" idx="5"/>
          </p:nvPr>
        </p:nvSpPr>
        <p:spPr>
          <a:xfrm>
            <a:off x="3501728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07" name="Google Shape;407;p16"/>
          <p:cNvSpPr txBox="1">
            <a:spLocks noGrp="1"/>
          </p:cNvSpPr>
          <p:nvPr>
            <p:ph type="subTitle" idx="6"/>
          </p:nvPr>
        </p:nvSpPr>
        <p:spPr>
          <a:xfrm>
            <a:off x="5913432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08" name="Google Shape;408;p16"/>
          <p:cNvGrpSpPr/>
          <p:nvPr/>
        </p:nvGrpSpPr>
        <p:grpSpPr>
          <a:xfrm>
            <a:off x="188277" y="445029"/>
            <a:ext cx="8669349" cy="4596267"/>
            <a:chOff x="188277" y="445029"/>
            <a:chExt cx="8669349" cy="4596267"/>
          </a:xfrm>
        </p:grpSpPr>
        <p:sp>
          <p:nvSpPr>
            <p:cNvPr id="409" name="Google Shape;409;p16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10" name="Google Shape;410;p16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11" name="Google Shape;411;p16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412" name="Google Shape;412;p16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13" name="Google Shape;413;p16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14" name="Google Shape;414;p16"/>
          <p:cNvGrpSpPr/>
          <p:nvPr/>
        </p:nvGrpSpPr>
        <p:grpSpPr>
          <a:xfrm>
            <a:off x="478250" y="1380581"/>
            <a:ext cx="8298985" cy="1930684"/>
            <a:chOff x="478250" y="1380581"/>
            <a:chExt cx="8298985" cy="1930684"/>
          </a:xfrm>
        </p:grpSpPr>
        <p:sp>
          <p:nvSpPr>
            <p:cNvPr id="415" name="Google Shape;415;p16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16" name="Google Shape;416;p16"/>
            <p:cNvSpPr/>
            <p:nvPr/>
          </p:nvSpPr>
          <p:spPr>
            <a:xfrm rot="10800000">
              <a:off x="478250" y="287038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17" name="Google Shape;417;p16"/>
          <p:cNvGrpSpPr/>
          <p:nvPr/>
        </p:nvGrpSpPr>
        <p:grpSpPr>
          <a:xfrm>
            <a:off x="260198" y="-534009"/>
            <a:ext cx="8742927" cy="5946659"/>
            <a:chOff x="260198" y="-534009"/>
            <a:chExt cx="8742927" cy="5946659"/>
          </a:xfrm>
        </p:grpSpPr>
        <p:grpSp>
          <p:nvGrpSpPr>
            <p:cNvPr id="418" name="Google Shape;418;p16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419" name="Google Shape;419;p16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0" name="Google Shape;420;p16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1" name="Google Shape;421;p16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2" name="Google Shape;422;p16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3" name="Google Shape;423;p16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24" name="Google Shape;424;p16"/>
            <p:cNvSpPr/>
            <p:nvPr/>
          </p:nvSpPr>
          <p:spPr>
            <a:xfrm>
              <a:off x="5746750" y="-5700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425" name="Google Shape;425;p16"/>
            <p:cNvGrpSpPr/>
            <p:nvPr/>
          </p:nvGrpSpPr>
          <p:grpSpPr>
            <a:xfrm>
              <a:off x="260198" y="3089575"/>
              <a:ext cx="493321" cy="2323075"/>
              <a:chOff x="260198" y="3089575"/>
              <a:chExt cx="493321" cy="2323075"/>
            </a:xfrm>
          </p:grpSpPr>
          <p:grpSp>
            <p:nvGrpSpPr>
              <p:cNvPr id="426" name="Google Shape;426;p16"/>
              <p:cNvGrpSpPr/>
              <p:nvPr/>
            </p:nvGrpSpPr>
            <p:grpSpPr>
              <a:xfrm rot="10800000">
                <a:off x="260198" y="36457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427" name="Google Shape;427;p16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8" name="Google Shape;428;p16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429" name="Google Shape;429;p16"/>
              <p:cNvSpPr/>
              <p:nvPr/>
            </p:nvSpPr>
            <p:spPr>
              <a:xfrm>
                <a:off x="260200" y="3089575"/>
                <a:ext cx="476150" cy="2323075"/>
              </a:xfrm>
              <a:custGeom>
                <a:rect l="l" t="t" r="r" b="b"/>
                <a:pathLst>
                  <a:path w="19046" h="92923" extrusionOk="0">
                    <a:moveTo>
                      <a:pt x="0" y="0"/>
                    </a:moveTo>
                    <a:lnTo>
                      <a:pt x="0" y="36635"/>
                    </a:lnTo>
                    <a:lnTo>
                      <a:pt x="19046" y="55681"/>
                    </a:lnTo>
                    <a:lnTo>
                      <a:pt x="19046" y="92923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</p:grpSp>
      </p:grpSp>
      <p:sp>
        <p:nvSpPr>
          <p:cNvPr id="430" name="Google Shape;430;p16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four columns">
  <p:cSld name="CUSTOM_5">
    <p:spTree>
      <p:nvGrpSpPr>
        <p:cNvPr id="1" name="Shape 431"/>
        <p:cNvGrpSpPr/>
        <p:nvPr/>
      </p:nvGrpSpPr>
      <p:grpSpPr>
        <a:xfrm>
          <a:off x="0" y="0"/>
          <a:ext cx="0" cy="0"/>
        </a:xfrm>
      </p:grpSpPr>
      <p:sp>
        <p:nvSpPr>
          <p:cNvPr id="432" name="Google Shape;432;p1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3" name="Google Shape;433;p17"/>
          <p:cNvSpPr txBox="1">
            <a:spLocks noGrp="1"/>
          </p:cNvSpPr>
          <p:nvPr>
            <p:ph type="subTitle" idx="1"/>
          </p:nvPr>
        </p:nvSpPr>
        <p:spPr>
          <a:xfrm>
            <a:off x="1253224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4" name="Google Shape;434;p17"/>
          <p:cNvSpPr txBox="1">
            <a:spLocks noGrp="1"/>
          </p:cNvSpPr>
          <p:nvPr>
            <p:ph type="subTitle" idx="2"/>
          </p:nvPr>
        </p:nvSpPr>
        <p:spPr>
          <a:xfrm>
            <a:off x="5079776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5" name="Google Shape;435;p17"/>
          <p:cNvSpPr txBox="1">
            <a:spLocks noGrp="1"/>
          </p:cNvSpPr>
          <p:nvPr>
            <p:ph type="subTitle" idx="3"/>
          </p:nvPr>
        </p:nvSpPr>
        <p:spPr>
          <a:xfrm>
            <a:off x="1253224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6" name="Google Shape;436;p17"/>
          <p:cNvSpPr txBox="1">
            <a:spLocks noGrp="1"/>
          </p:cNvSpPr>
          <p:nvPr>
            <p:ph type="subTitle" idx="4"/>
          </p:nvPr>
        </p:nvSpPr>
        <p:spPr>
          <a:xfrm>
            <a:off x="5079776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7" name="Google Shape;437;p17"/>
          <p:cNvSpPr txBox="1">
            <a:spLocks noGrp="1"/>
          </p:cNvSpPr>
          <p:nvPr>
            <p:ph type="subTitle" idx="5"/>
          </p:nvPr>
        </p:nvSpPr>
        <p:spPr>
          <a:xfrm>
            <a:off x="1253225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8" name="Google Shape;438;p17"/>
          <p:cNvSpPr txBox="1">
            <a:spLocks noGrp="1"/>
          </p:cNvSpPr>
          <p:nvPr>
            <p:ph type="subTitle" idx="6"/>
          </p:nvPr>
        </p:nvSpPr>
        <p:spPr>
          <a:xfrm>
            <a:off x="1253225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9" name="Google Shape;439;p17"/>
          <p:cNvSpPr txBox="1">
            <a:spLocks noGrp="1"/>
          </p:cNvSpPr>
          <p:nvPr>
            <p:ph type="subTitle" idx="7"/>
          </p:nvPr>
        </p:nvSpPr>
        <p:spPr>
          <a:xfrm>
            <a:off x="5079750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40" name="Google Shape;440;p17"/>
          <p:cNvSpPr txBox="1">
            <a:spLocks noGrp="1"/>
          </p:cNvSpPr>
          <p:nvPr>
            <p:ph type="subTitle" idx="8"/>
          </p:nvPr>
        </p:nvSpPr>
        <p:spPr>
          <a:xfrm>
            <a:off x="5079750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41" name="Google Shape;441;p17"/>
          <p:cNvGrpSpPr/>
          <p:nvPr/>
        </p:nvGrpSpPr>
        <p:grpSpPr>
          <a:xfrm>
            <a:off x="487075" y="3743425"/>
            <a:ext cx="8733034" cy="1098995"/>
            <a:chOff x="487075" y="3743425"/>
            <a:chExt cx="8733034" cy="1098995"/>
          </a:xfrm>
        </p:grpSpPr>
        <p:sp>
          <p:nvSpPr>
            <p:cNvPr id="442" name="Google Shape;442;p17"/>
            <p:cNvSpPr/>
            <p:nvPr/>
          </p:nvSpPr>
          <p:spPr>
            <a:xfrm rot="5400000">
              <a:off x="8961054" y="372636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43" name="Google Shape;443;p17"/>
            <p:cNvSpPr/>
            <p:nvPr/>
          </p:nvSpPr>
          <p:spPr>
            <a:xfrm rot="5400000">
              <a:off x="8721654" y="35274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44" name="Google Shape;444;p17"/>
            <p:cNvGrpSpPr/>
            <p:nvPr/>
          </p:nvGrpSpPr>
          <p:grpSpPr>
            <a:xfrm rot="5400000">
              <a:off x="766702" y="4355902"/>
              <a:ext cx="206891" cy="766144"/>
              <a:chOff x="8650702" y="3525402"/>
              <a:chExt cx="206891" cy="766144"/>
            </a:xfrm>
          </p:grpSpPr>
          <p:sp>
            <p:nvSpPr>
              <p:cNvPr id="445" name="Google Shape;445;p17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46" name="Google Shape;446;p17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47" name="Google Shape;447;p17"/>
          <p:cNvGrpSpPr/>
          <p:nvPr/>
        </p:nvGrpSpPr>
        <p:grpSpPr>
          <a:xfrm>
            <a:off x="197650" y="1003129"/>
            <a:ext cx="8689509" cy="2910487"/>
            <a:chOff x="197650" y="1003129"/>
            <a:chExt cx="8689509" cy="2910487"/>
          </a:xfrm>
        </p:grpSpPr>
        <p:sp>
          <p:nvSpPr>
            <p:cNvPr id="448" name="Google Shape;448;p17"/>
            <p:cNvSpPr/>
            <p:nvPr/>
          </p:nvSpPr>
          <p:spPr>
            <a:xfrm>
              <a:off x="8847104" y="1003129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49" name="Google Shape;449;p17"/>
            <p:cNvSpPr/>
            <p:nvPr/>
          </p:nvSpPr>
          <p:spPr>
            <a:xfrm rot="10800000">
              <a:off x="197650" y="34727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50" name="Google Shape;450;p17"/>
          <p:cNvGrpSpPr/>
          <p:nvPr/>
        </p:nvGrpSpPr>
        <p:grpSpPr>
          <a:xfrm>
            <a:off x="-30950" y="-166792"/>
            <a:ext cx="9501942" cy="5231667"/>
            <a:chOff x="-30950" y="-166792"/>
            <a:chExt cx="9501942" cy="5231667"/>
          </a:xfrm>
        </p:grpSpPr>
        <p:grpSp>
          <p:nvGrpSpPr>
            <p:cNvPr id="451" name="Google Shape;451;p17"/>
            <p:cNvGrpSpPr/>
            <p:nvPr/>
          </p:nvGrpSpPr>
          <p:grpSpPr>
            <a:xfrm rot="-5400000">
              <a:off x="8362773" y="2998996"/>
              <a:ext cx="493321" cy="357312"/>
              <a:chOff x="1722354" y="229144"/>
              <a:chExt cx="1748744" cy="1266614"/>
            </a:xfrm>
          </p:grpSpPr>
          <p:sp>
            <p:nvSpPr>
              <p:cNvPr id="452" name="Google Shape;452;p1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53" name="Google Shape;453;p1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54" name="Google Shape;454;p17"/>
            <p:cNvGrpSpPr/>
            <p:nvPr/>
          </p:nvGrpSpPr>
          <p:grpSpPr>
            <a:xfrm rot="10800000" flipH="1">
              <a:off x="8505734" y="1680044"/>
              <a:ext cx="965258" cy="273510"/>
              <a:chOff x="-6675" y="2881558"/>
              <a:chExt cx="9140700" cy="2059567"/>
            </a:xfrm>
          </p:grpSpPr>
          <p:cxnSp>
            <p:nvCxnSpPr>
              <p:cNvPr id="455" name="Google Shape;455;p17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6" name="Google Shape;456;p17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7" name="Google Shape;457;p17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8" name="Google Shape;458;p17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9" name="Google Shape;459;p17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60" name="Google Shape;460;p17"/>
            <p:cNvSpPr/>
            <p:nvPr/>
          </p:nvSpPr>
          <p:spPr>
            <a:xfrm rot="5400000">
              <a:off x="7121670" y="121727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461" name="Google Shape;461;p17"/>
            <p:cNvSpPr/>
            <p:nvPr/>
          </p:nvSpPr>
          <p:spPr>
            <a:xfrm>
              <a:off x="-30950" y="2650075"/>
              <a:ext cx="581550" cy="2414800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462" name="Google Shape;462;p17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six columns">
  <p:cSld name="CUSTOM_7">
    <p:spTree>
      <p:nvGrpSpPr>
        <p:cNvPr id="1" name="Shape 463"/>
        <p:cNvGrpSpPr/>
        <p:nvPr/>
      </p:nvGrpSpPr>
      <p:grpSpPr>
        <a:xfrm>
          <a:off x="0" y="0"/>
          <a:ext cx="0" cy="0"/>
        </a:xfrm>
      </p:grpSpPr>
      <p:sp>
        <p:nvSpPr>
          <p:cNvPr id="464" name="Google Shape;464;p18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65" name="Google Shape;465;p18"/>
          <p:cNvSpPr txBox="1">
            <a:spLocks noGrp="1"/>
          </p:cNvSpPr>
          <p:nvPr>
            <p:ph type="subTitle" idx="1"/>
          </p:nvPr>
        </p:nvSpPr>
        <p:spPr>
          <a:xfrm>
            <a:off x="1182950" y="1729925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6" name="Google Shape;466;p18"/>
          <p:cNvSpPr txBox="1">
            <a:spLocks noGrp="1"/>
          </p:cNvSpPr>
          <p:nvPr>
            <p:ph type="subTitle" idx="2"/>
          </p:nvPr>
        </p:nvSpPr>
        <p:spPr>
          <a:xfrm>
            <a:off x="3580856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7" name="Google Shape;467;p18"/>
          <p:cNvSpPr txBox="1">
            <a:spLocks noGrp="1"/>
          </p:cNvSpPr>
          <p:nvPr>
            <p:ph type="subTitle" idx="3"/>
          </p:nvPr>
        </p:nvSpPr>
        <p:spPr>
          <a:xfrm>
            <a:off x="11829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8" name="Google Shape;468;p18"/>
          <p:cNvSpPr txBox="1">
            <a:spLocks noGrp="1"/>
          </p:cNvSpPr>
          <p:nvPr>
            <p:ph type="subTitle" idx="4"/>
          </p:nvPr>
        </p:nvSpPr>
        <p:spPr>
          <a:xfrm>
            <a:off x="357900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9" name="Google Shape;469;p18"/>
          <p:cNvSpPr txBox="1">
            <a:spLocks noGrp="1"/>
          </p:cNvSpPr>
          <p:nvPr>
            <p:ph type="subTitle" idx="5"/>
          </p:nvPr>
        </p:nvSpPr>
        <p:spPr>
          <a:xfrm>
            <a:off x="5975050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70" name="Google Shape;470;p18"/>
          <p:cNvSpPr txBox="1">
            <a:spLocks noGrp="1"/>
          </p:cNvSpPr>
          <p:nvPr>
            <p:ph type="subTitle" idx="6"/>
          </p:nvPr>
        </p:nvSpPr>
        <p:spPr>
          <a:xfrm>
            <a:off x="59750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71" name="Google Shape;471;p18"/>
          <p:cNvSpPr txBox="1">
            <a:spLocks noGrp="1"/>
          </p:cNvSpPr>
          <p:nvPr>
            <p:ph type="subTitle" idx="7"/>
          </p:nvPr>
        </p:nvSpPr>
        <p:spPr>
          <a:xfrm>
            <a:off x="1190750" y="1396451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2" name="Google Shape;472;p18"/>
          <p:cNvSpPr txBox="1">
            <a:spLocks noGrp="1"/>
          </p:cNvSpPr>
          <p:nvPr>
            <p:ph type="subTitle" idx="8"/>
          </p:nvPr>
        </p:nvSpPr>
        <p:spPr>
          <a:xfrm>
            <a:off x="3584756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3" name="Google Shape;473;p18"/>
          <p:cNvSpPr txBox="1">
            <a:spLocks noGrp="1"/>
          </p:cNvSpPr>
          <p:nvPr>
            <p:ph type="subTitle" idx="9"/>
          </p:nvPr>
        </p:nvSpPr>
        <p:spPr>
          <a:xfrm>
            <a:off x="5978950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4" name="Google Shape;474;p18"/>
          <p:cNvSpPr txBox="1">
            <a:spLocks noGrp="1"/>
          </p:cNvSpPr>
          <p:nvPr>
            <p:ph type="subTitle" idx="13"/>
          </p:nvPr>
        </p:nvSpPr>
        <p:spPr>
          <a:xfrm>
            <a:off x="1182950" y="3082550"/>
            <a:ext cx="19860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5" name="Google Shape;475;p18"/>
          <p:cNvSpPr txBox="1">
            <a:spLocks noGrp="1"/>
          </p:cNvSpPr>
          <p:nvPr>
            <p:ph type="subTitle" idx="14"/>
          </p:nvPr>
        </p:nvSpPr>
        <p:spPr>
          <a:xfrm>
            <a:off x="358475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6" name="Google Shape;476;p18"/>
          <p:cNvSpPr txBox="1">
            <a:spLocks noGrp="1"/>
          </p:cNvSpPr>
          <p:nvPr>
            <p:ph type="subTitle" idx="15"/>
          </p:nvPr>
        </p:nvSpPr>
        <p:spPr>
          <a:xfrm>
            <a:off x="597894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77" name="Google Shape;477;p18"/>
          <p:cNvGrpSpPr/>
          <p:nvPr/>
        </p:nvGrpSpPr>
        <p:grpSpPr>
          <a:xfrm>
            <a:off x="-173589" y="2054902"/>
            <a:ext cx="8977956" cy="875138"/>
            <a:chOff x="-173589" y="2054902"/>
            <a:chExt cx="8977956" cy="875138"/>
          </a:xfrm>
        </p:grpSpPr>
        <p:sp>
          <p:nvSpPr>
            <p:cNvPr id="478" name="Google Shape;478;p18"/>
            <p:cNvSpPr/>
            <p:nvPr/>
          </p:nvSpPr>
          <p:spPr>
            <a:xfrm rot="-5400000" flipH="1">
              <a:off x="157300" y="26709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79" name="Google Shape;479;p18"/>
            <p:cNvSpPr/>
            <p:nvPr/>
          </p:nvSpPr>
          <p:spPr>
            <a:xfrm rot="-5400000" flipH="1">
              <a:off x="42350" y="24235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80" name="Google Shape;480;p18"/>
            <p:cNvGrpSpPr/>
            <p:nvPr/>
          </p:nvGrpSpPr>
          <p:grpSpPr>
            <a:xfrm rot="10800000" flipH="1">
              <a:off x="8597477" y="2054902"/>
              <a:ext cx="206891" cy="766144"/>
              <a:chOff x="8650702" y="3525402"/>
              <a:chExt cx="206891" cy="766144"/>
            </a:xfrm>
          </p:grpSpPr>
          <p:sp>
            <p:nvSpPr>
              <p:cNvPr id="481" name="Google Shape;481;p18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82" name="Google Shape;482;p18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83" name="Google Shape;483;p18"/>
          <p:cNvGrpSpPr/>
          <p:nvPr/>
        </p:nvGrpSpPr>
        <p:grpSpPr>
          <a:xfrm>
            <a:off x="756786" y="700836"/>
            <a:ext cx="8183234" cy="4589198"/>
            <a:chOff x="756786" y="700836"/>
            <a:chExt cx="8183234" cy="4589198"/>
          </a:xfrm>
        </p:grpSpPr>
        <p:sp>
          <p:nvSpPr>
            <p:cNvPr id="484" name="Google Shape;484;p18"/>
            <p:cNvSpPr/>
            <p:nvPr/>
          </p:nvSpPr>
          <p:spPr>
            <a:xfrm flipH="1">
              <a:off x="756786" y="484915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85" name="Google Shape;485;p18"/>
            <p:cNvSpPr/>
            <p:nvPr/>
          </p:nvSpPr>
          <p:spPr>
            <a:xfrm rot="10800000" flipH="1">
              <a:off x="8899964" y="7008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86" name="Google Shape;486;p18"/>
          <p:cNvGrpSpPr/>
          <p:nvPr/>
        </p:nvGrpSpPr>
        <p:grpSpPr>
          <a:xfrm>
            <a:off x="-418722" y="-549400"/>
            <a:ext cx="9906875" cy="5811597"/>
            <a:chOff x="-418722" y="-549400"/>
            <a:chExt cx="9906875" cy="5811597"/>
          </a:xfrm>
        </p:grpSpPr>
        <p:grpSp>
          <p:nvGrpSpPr>
            <p:cNvPr id="487" name="Google Shape;487;p18"/>
            <p:cNvGrpSpPr/>
            <p:nvPr/>
          </p:nvGrpSpPr>
          <p:grpSpPr>
            <a:xfrm rot="10800000" flipH="1">
              <a:off x="8269288" y="182196"/>
              <a:ext cx="493321" cy="357312"/>
              <a:chOff x="1722354" y="229144"/>
              <a:chExt cx="1748744" cy="1266614"/>
            </a:xfrm>
          </p:grpSpPr>
          <p:sp>
            <p:nvSpPr>
              <p:cNvPr id="488" name="Google Shape;488;p18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89" name="Google Shape;489;p18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90" name="Google Shape;490;p18"/>
            <p:cNvGrpSpPr/>
            <p:nvPr/>
          </p:nvGrpSpPr>
          <p:grpSpPr>
            <a:xfrm rot="10800000">
              <a:off x="-418722" y="3973294"/>
              <a:ext cx="965258" cy="273510"/>
              <a:chOff x="-6675" y="2881558"/>
              <a:chExt cx="9140700" cy="2059567"/>
            </a:xfrm>
          </p:grpSpPr>
          <p:cxnSp>
            <p:nvCxnSpPr>
              <p:cNvPr id="491" name="Google Shape;491;p1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2" name="Google Shape;492;p1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3" name="Google Shape;493;p1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4" name="Google Shape;494;p1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5" name="Google Shape;495;p1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96" name="Google Shape;496;p18"/>
            <p:cNvSpPr/>
            <p:nvPr/>
          </p:nvSpPr>
          <p:spPr>
            <a:xfrm rot="-5400000" flipH="1">
              <a:off x="-642564" y="4073091"/>
              <a:ext cx="2068124" cy="310088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497" name="Google Shape;497;p18"/>
            <p:cNvSpPr/>
            <p:nvPr/>
          </p:nvSpPr>
          <p:spPr>
            <a:xfrm flipH="1">
              <a:off x="8573201" y="-549400"/>
              <a:ext cx="914953" cy="3799205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498" name="Google Shape;498;p18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Numbers and text">
  <p:cSld name="CUSTOM_8">
    <p:spTree>
      <p:nvGrpSpPr>
        <p:cNvPr id="1" name="Shape 499"/>
        <p:cNvGrpSpPr/>
        <p:nvPr/>
      </p:nvGrpSpPr>
      <p:grpSpPr>
        <a:xfrm>
          <a:off x="0" y="0"/>
          <a:ext cx="0" cy="0"/>
        </a:xfrm>
      </p:grpSpPr>
      <p:sp>
        <p:nvSpPr>
          <p:cNvPr id="500" name="Google Shape;500;p19"/>
          <p:cNvSpPr txBox="1">
            <a:spLocks noGrp="1"/>
          </p:cNvSpPr>
          <p:nvPr>
            <p:ph type="title" hasCustomPrompt="1"/>
          </p:nvPr>
        </p:nvSpPr>
        <p:spPr>
          <a:xfrm>
            <a:off x="1022225" y="296549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1" name="Google Shape;501;p19"/>
          <p:cNvSpPr txBox="1">
            <a:spLocks noGrp="1"/>
          </p:cNvSpPr>
          <p:nvPr>
            <p:ph type="subTitle" idx="1"/>
          </p:nvPr>
        </p:nvSpPr>
        <p:spPr>
          <a:xfrm>
            <a:off x="1022225" y="3740150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2" name="Google Shape;502;p19"/>
          <p:cNvSpPr txBox="1">
            <a:spLocks noGrp="1"/>
          </p:cNvSpPr>
          <p:nvPr>
            <p:ph type="title" idx="2" hasCustomPrompt="1"/>
          </p:nvPr>
        </p:nvSpPr>
        <p:spPr>
          <a:xfrm>
            <a:off x="3035252" y="132017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3" name="Google Shape;503;p19"/>
          <p:cNvSpPr txBox="1">
            <a:spLocks noGrp="1"/>
          </p:cNvSpPr>
          <p:nvPr>
            <p:ph type="subTitle" idx="3"/>
          </p:nvPr>
        </p:nvSpPr>
        <p:spPr>
          <a:xfrm>
            <a:off x="3035252" y="2095118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4" name="Google Shape;504;p19"/>
          <p:cNvSpPr txBox="1">
            <a:spLocks noGrp="1"/>
          </p:cNvSpPr>
          <p:nvPr>
            <p:ph type="title" idx="4" hasCustomPrompt="1"/>
          </p:nvPr>
        </p:nvSpPr>
        <p:spPr>
          <a:xfrm>
            <a:off x="5048280" y="296549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5" name="Google Shape;505;p19"/>
          <p:cNvSpPr txBox="1">
            <a:spLocks noGrp="1"/>
          </p:cNvSpPr>
          <p:nvPr>
            <p:ph type="subTitle" idx="5"/>
          </p:nvPr>
        </p:nvSpPr>
        <p:spPr>
          <a:xfrm>
            <a:off x="5048280" y="3740150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6" name="Google Shape;506;p19"/>
          <p:cNvSpPr/>
          <p:nvPr/>
        </p:nvSpPr>
        <p:spPr>
          <a:xfrm rot="5400000">
            <a:off x="9120511" y="697073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07" name="Google Shape;507;p19"/>
          <p:cNvGrpSpPr/>
          <p:nvPr/>
        </p:nvGrpSpPr>
        <p:grpSpPr>
          <a:xfrm>
            <a:off x="-739800" y="415860"/>
            <a:ext cx="10142602" cy="2150259"/>
            <a:chOff x="-739800" y="415860"/>
            <a:chExt cx="10142602" cy="2150259"/>
          </a:xfrm>
        </p:grpSpPr>
        <p:grpSp>
          <p:nvGrpSpPr>
            <p:cNvPr id="508" name="Google Shape;508;p19"/>
            <p:cNvGrpSpPr/>
            <p:nvPr/>
          </p:nvGrpSpPr>
          <p:grpSpPr>
            <a:xfrm rot="5400000">
              <a:off x="8699132" y="-40532"/>
              <a:ext cx="247278" cy="1160062"/>
              <a:chOff x="1463894" y="1434556"/>
              <a:chExt cx="247278" cy="1160062"/>
            </a:xfrm>
          </p:grpSpPr>
          <p:sp>
            <p:nvSpPr>
              <p:cNvPr id="509" name="Google Shape;509;p19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10" name="Google Shape;510;p19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11" name="Google Shape;511;p19"/>
            <p:cNvGrpSpPr/>
            <p:nvPr/>
          </p:nvGrpSpPr>
          <p:grpSpPr>
            <a:xfrm>
              <a:off x="-739800" y="1454775"/>
              <a:ext cx="1111343" cy="1111343"/>
              <a:chOff x="8307725" y="278700"/>
              <a:chExt cx="1111343" cy="1111343"/>
            </a:xfrm>
          </p:grpSpPr>
          <p:sp>
            <p:nvSpPr>
              <p:cNvPr id="512" name="Google Shape;512;p1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13" name="Google Shape;513;p1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14" name="Google Shape;514;p19"/>
          <p:cNvGrpSpPr/>
          <p:nvPr/>
        </p:nvGrpSpPr>
        <p:grpSpPr>
          <a:xfrm>
            <a:off x="-1340979" y="-3183303"/>
            <a:ext cx="10223939" cy="12189165"/>
            <a:chOff x="-1340979" y="-3183303"/>
            <a:chExt cx="10223939" cy="12189165"/>
          </a:xfrm>
        </p:grpSpPr>
        <p:grpSp>
          <p:nvGrpSpPr>
            <p:cNvPr id="515" name="Google Shape;515;p19"/>
            <p:cNvGrpSpPr/>
            <p:nvPr/>
          </p:nvGrpSpPr>
          <p:grpSpPr>
            <a:xfrm>
              <a:off x="3772273" y="2152995"/>
              <a:ext cx="5110686" cy="6852868"/>
              <a:chOff x="3772273" y="2152995"/>
              <a:chExt cx="5110686" cy="6852868"/>
            </a:xfrm>
          </p:grpSpPr>
          <p:grpSp>
            <p:nvGrpSpPr>
              <p:cNvPr id="516" name="Google Shape;516;p19"/>
              <p:cNvGrpSpPr/>
              <p:nvPr/>
            </p:nvGrpSpPr>
            <p:grpSpPr>
              <a:xfrm rot="10800000">
                <a:off x="8201743" y="2152995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517" name="Google Shape;517;p19"/>
                <p:cNvCxnSpPr/>
                <p:nvPr/>
              </p:nvCxnSpPr>
              <p:spPr>
                <a:xfrm rot="10800000" flipH="1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18" name="Google Shape;518;p19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19" name="Google Shape;519;p19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520" name="Google Shape;520;p19"/>
              <p:cNvGrpSpPr/>
              <p:nvPr/>
            </p:nvGrpSpPr>
            <p:grpSpPr>
              <a:xfrm rot="5400000" flipH="1">
                <a:off x="1841424" y="6449892"/>
                <a:ext cx="4486819" cy="625122"/>
                <a:chOff x="-78438" y="4073905"/>
                <a:chExt cx="4486819" cy="625122"/>
              </a:xfrm>
            </p:grpSpPr>
            <p:cxnSp>
              <p:nvCxnSpPr>
                <p:cNvPr id="521" name="Google Shape;521;p19"/>
                <p:cNvCxnSpPr/>
                <p:nvPr/>
              </p:nvCxnSpPr>
              <p:spPr>
                <a:xfrm flipH="1">
                  <a:off x="1857762" y="2762827"/>
                  <a:ext cx="0" cy="3872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22" name="Google Shape;522;p19"/>
                <p:cNvCxnSpPr/>
                <p:nvPr/>
              </p:nvCxnSpPr>
              <p:spPr>
                <a:xfrm rot="-5400000">
                  <a:off x="3788541" y="4241677"/>
                  <a:ext cx="464100" cy="45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23" name="Google Shape;523;p19"/>
                <p:cNvSpPr/>
                <p:nvPr/>
              </p:nvSpPr>
              <p:spPr>
                <a:xfrm>
                  <a:off x="4214956" y="4073905"/>
                  <a:ext cx="193425" cy="191350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sp>
          <p:nvSpPr>
            <p:cNvPr id="524" name="Google Shape;524;p19"/>
            <p:cNvSpPr/>
            <p:nvPr/>
          </p:nvSpPr>
          <p:spPr>
            <a:xfrm rot="-5400000" flipH="1">
              <a:off x="229850" y="-2095662"/>
              <a:ext cx="1197198" cy="4338856"/>
            </a:xfrm>
            <a:custGeom>
              <a:rect l="l" t="t" r="r" b="b"/>
              <a:pathLst>
                <a:path w="18075" h="65505" extrusionOk="0">
                  <a:moveTo>
                    <a:pt x="0" y="65507"/>
                  </a:moveTo>
                  <a:lnTo>
                    <a:pt x="18075" y="47432"/>
                  </a:lnTo>
                  <a:lnTo>
                    <a:pt x="18075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525" name="Google Shape;525;p19"/>
            <p:cNvGrpSpPr/>
            <p:nvPr/>
          </p:nvGrpSpPr>
          <p:grpSpPr>
            <a:xfrm rot="-5400000">
              <a:off x="1113139" y="743908"/>
              <a:ext cx="493321" cy="357312"/>
              <a:chOff x="1722354" y="229144"/>
              <a:chExt cx="1748744" cy="1266614"/>
            </a:xfrm>
          </p:grpSpPr>
          <p:sp>
            <p:nvSpPr>
              <p:cNvPr id="526" name="Google Shape;526;p19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solidFill>
                <a:schemeClr val="lt2"/>
              </a:solidFill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27" name="Google Shape;527;p19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28" name="Google Shape;528;p19"/>
            <p:cNvGrpSpPr/>
            <p:nvPr/>
          </p:nvGrpSpPr>
          <p:grpSpPr>
            <a:xfrm rot="5400000">
              <a:off x="-1009100" y="-1561400"/>
              <a:ext cx="3859204" cy="615399"/>
              <a:chOff x="-6675" y="307100"/>
              <a:chExt cx="9140700" cy="4634025"/>
            </a:xfrm>
          </p:grpSpPr>
          <p:cxnSp>
            <p:nvCxnSpPr>
              <p:cNvPr id="529" name="Google Shape;529;p1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0" name="Google Shape;530;p1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1" name="Google Shape;531;p1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2" name="Google Shape;532;p1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3" name="Google Shape;533;p1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4" name="Google Shape;534;p1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5" name="Google Shape;535;p1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6" name="Google Shape;536;p1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7" name="Google Shape;537;p1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8" name="Google Shape;538;p1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</p:spTree>
  </p:cSld>
  <p:clrMapOvr>
    <a:masterClrMapping/>
  </p:clrMapOvr>
  <p:transition/>
  <p:timing/>
</p:sldLayout>
</file>

<file path=ppt/slideLayouts/slideLayout3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 1">
  <p:cSld name="CUSTOM_10">
    <p:spTree>
      <p:nvGrpSpPr>
        <p:cNvPr id="1" name="Shape 539"/>
        <p:cNvGrpSpPr/>
        <p:nvPr/>
      </p:nvGrpSpPr>
      <p:grpSpPr>
        <a:xfrm>
          <a:off x="0" y="0"/>
          <a:ext cx="0" cy="0"/>
        </a:xfrm>
      </p:grpSpPr>
      <p:sp>
        <p:nvSpPr>
          <p:cNvPr id="540" name="Google Shape;540;p20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541" name="Google Shape;541;p20"/>
          <p:cNvGrpSpPr/>
          <p:nvPr/>
        </p:nvGrpSpPr>
        <p:grpSpPr>
          <a:xfrm>
            <a:off x="998300" y="1868336"/>
            <a:ext cx="7850818" cy="2922793"/>
            <a:chOff x="998300" y="1868336"/>
            <a:chExt cx="7850818" cy="2922793"/>
          </a:xfrm>
        </p:grpSpPr>
        <p:sp>
          <p:nvSpPr>
            <p:cNvPr id="542" name="Google Shape;542;p20"/>
            <p:cNvSpPr/>
            <p:nvPr/>
          </p:nvSpPr>
          <p:spPr>
            <a:xfrm rot="10800000">
              <a:off x="8809062" y="18683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43" name="Google Shape;543;p20"/>
            <p:cNvSpPr/>
            <p:nvPr/>
          </p:nvSpPr>
          <p:spPr>
            <a:xfrm rot="5400000">
              <a:off x="1198712" y="45506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544" name="Google Shape;544;p20"/>
          <p:cNvGrpSpPr/>
          <p:nvPr/>
        </p:nvGrpSpPr>
        <p:grpSpPr>
          <a:xfrm>
            <a:off x="1588038" y="2433589"/>
            <a:ext cx="7438817" cy="2528055"/>
            <a:chOff x="1588038" y="2433589"/>
            <a:chExt cx="7438817" cy="2528055"/>
          </a:xfrm>
        </p:grpSpPr>
        <p:grpSp>
          <p:nvGrpSpPr>
            <p:cNvPr id="545" name="Google Shape;545;p20"/>
            <p:cNvGrpSpPr/>
            <p:nvPr/>
          </p:nvGrpSpPr>
          <p:grpSpPr>
            <a:xfrm>
              <a:off x="8849114" y="2433589"/>
              <a:ext cx="177741" cy="1555069"/>
              <a:chOff x="8535452" y="862252"/>
              <a:chExt cx="177741" cy="1555069"/>
            </a:xfrm>
          </p:grpSpPr>
          <p:sp>
            <p:nvSpPr>
              <p:cNvPr id="546" name="Google Shape;546;p20"/>
              <p:cNvSpPr/>
              <p:nvPr/>
            </p:nvSpPr>
            <p:spPr>
              <a:xfrm rot="10800000">
                <a:off x="8670077" y="8622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47" name="Google Shape;547;p20"/>
              <p:cNvSpPr/>
              <p:nvPr/>
            </p:nvSpPr>
            <p:spPr>
              <a:xfrm rot="10800000">
                <a:off x="8535452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48" name="Google Shape;548;p20"/>
            <p:cNvGrpSpPr/>
            <p:nvPr/>
          </p:nvGrpSpPr>
          <p:grpSpPr>
            <a:xfrm rot="5400000">
              <a:off x="1804739" y="4491002"/>
              <a:ext cx="253941" cy="687344"/>
              <a:chOff x="8459252" y="1335702"/>
              <a:chExt cx="253941" cy="687344"/>
            </a:xfrm>
          </p:grpSpPr>
          <p:sp>
            <p:nvSpPr>
              <p:cNvPr id="549" name="Google Shape;549;p20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50" name="Google Shape;550;p20"/>
              <p:cNvSpPr/>
              <p:nvPr/>
            </p:nvSpPr>
            <p:spPr>
              <a:xfrm rot="10800000">
                <a:off x="8459252" y="13357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551" name="Google Shape;551;p20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52" name="Google Shape;552;p20"/>
          <p:cNvGrpSpPr/>
          <p:nvPr/>
        </p:nvGrpSpPr>
        <p:grpSpPr>
          <a:xfrm>
            <a:off x="-1189524" y="-111325"/>
            <a:ext cx="10408499" cy="5362150"/>
            <a:chOff x="-1189524" y="-111325"/>
            <a:chExt cx="10408499" cy="5362150"/>
          </a:xfrm>
        </p:grpSpPr>
        <p:grpSp>
          <p:nvGrpSpPr>
            <p:cNvPr id="553" name="Google Shape;553;p20"/>
            <p:cNvGrpSpPr/>
            <p:nvPr/>
          </p:nvGrpSpPr>
          <p:grpSpPr>
            <a:xfrm>
              <a:off x="-1189524" y="-111325"/>
              <a:ext cx="10408499" cy="5362150"/>
              <a:chOff x="-1189524" y="-111325"/>
              <a:chExt cx="10408499" cy="5362150"/>
            </a:xfrm>
          </p:grpSpPr>
          <p:sp>
            <p:nvSpPr>
              <p:cNvPr id="554" name="Google Shape;554;p20"/>
              <p:cNvSpPr/>
              <p:nvPr/>
            </p:nvSpPr>
            <p:spPr>
              <a:xfrm>
                <a:off x="8138725" y="-111325"/>
                <a:ext cx="1080250" cy="3643550"/>
              </a:xfrm>
              <a:custGeom>
                <a:rect l="l" t="t" r="r" b="b"/>
                <a:pathLst>
                  <a:path w="43210" h="145742" extrusionOk="0">
                    <a:moveTo>
                      <a:pt x="43210" y="145742"/>
                    </a:moveTo>
                    <a:lnTo>
                      <a:pt x="19027" y="121559"/>
                    </a:lnTo>
                    <a:lnTo>
                      <a:pt x="19027" y="73316"/>
                    </a:lnTo>
                    <a:lnTo>
                      <a:pt x="29523" y="62820"/>
                    </a:lnTo>
                    <a:lnTo>
                      <a:pt x="29523" y="27405"/>
                    </a:lnTo>
                    <a:lnTo>
                      <a:pt x="2117" y="0"/>
                    </a:lnTo>
                    <a:lnTo>
                      <a:pt x="0" y="2117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  <p:sp>
            <p:nvSpPr>
              <p:cNvPr id="555" name="Google Shape;555;p20"/>
              <p:cNvSpPr/>
              <p:nvPr/>
            </p:nvSpPr>
            <p:spPr>
              <a:xfrm>
                <a:off x="340625" y="2654525"/>
                <a:ext cx="340625" cy="2596300"/>
              </a:xfrm>
              <a:custGeom>
                <a:rect l="l" t="t" r="r" b="b"/>
                <a:pathLst>
                  <a:path w="13625" h="103852" extrusionOk="0">
                    <a:moveTo>
                      <a:pt x="13625" y="103852"/>
                    </a:moveTo>
                    <a:lnTo>
                      <a:pt x="13625" y="82738"/>
                    </a:lnTo>
                    <a:lnTo>
                      <a:pt x="0" y="69112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  <p:grpSp>
            <p:nvGrpSpPr>
              <p:cNvPr id="556" name="Google Shape;556;p20"/>
              <p:cNvGrpSpPr/>
              <p:nvPr/>
            </p:nvGrpSpPr>
            <p:grpSpPr>
              <a:xfrm>
                <a:off x="-1189524" y="3454365"/>
                <a:ext cx="1530153" cy="273510"/>
                <a:chOff x="-6675" y="2881558"/>
                <a:chExt cx="9140700" cy="2059567"/>
              </a:xfrm>
            </p:grpSpPr>
            <p:cxnSp>
              <p:nvCxnSpPr>
                <p:cNvPr id="557" name="Google Shape;557;p20"/>
                <p:cNvCxnSpPr/>
                <p:nvPr/>
              </p:nvCxnSpPr>
              <p:spPr>
                <a:xfrm>
                  <a:off x="-6675" y="2881558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58" name="Google Shape;558;p20"/>
                <p:cNvCxnSpPr/>
                <p:nvPr/>
              </p:nvCxnSpPr>
              <p:spPr>
                <a:xfrm>
                  <a:off x="-6675" y="3396450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59" name="Google Shape;559;p20"/>
                <p:cNvCxnSpPr/>
                <p:nvPr/>
              </p:nvCxnSpPr>
              <p:spPr>
                <a:xfrm>
                  <a:off x="-6675" y="3911342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60" name="Google Shape;560;p20"/>
                <p:cNvCxnSpPr/>
                <p:nvPr/>
              </p:nvCxnSpPr>
              <p:spPr>
                <a:xfrm>
                  <a:off x="-6675" y="4426233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61" name="Google Shape;561;p20"/>
                <p:cNvCxnSpPr/>
                <p:nvPr/>
              </p:nvCxnSpPr>
              <p:spPr>
                <a:xfrm>
                  <a:off x="-6675" y="4941125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  <p:grpSp>
          <p:nvGrpSpPr>
            <p:cNvPr id="562" name="Google Shape;562;p20"/>
            <p:cNvGrpSpPr/>
            <p:nvPr/>
          </p:nvGrpSpPr>
          <p:grpSpPr>
            <a:xfrm rot="5400000">
              <a:off x="2331732" y="4765921"/>
              <a:ext cx="493321" cy="357312"/>
              <a:chOff x="1722354" y="229144"/>
              <a:chExt cx="1748744" cy="1266614"/>
            </a:xfrm>
          </p:grpSpPr>
          <p:sp>
            <p:nvSpPr>
              <p:cNvPr id="563" name="Google Shape;563;p20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64" name="Google Shape;564;p20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3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 2">
  <p:cSld name="CUSTOM_10_1">
    <p:spTree>
      <p:nvGrpSpPr>
        <p:cNvPr id="1" name="Shape 565"/>
        <p:cNvGrpSpPr/>
        <p:nvPr/>
      </p:nvGrpSpPr>
      <p:grpSpPr>
        <a:xfrm>
          <a:off x="0" y="0"/>
          <a:ext cx="0" cy="0"/>
        </a:xfrm>
      </p:grpSpPr>
      <p:sp>
        <p:nvSpPr>
          <p:cNvPr id="566" name="Google Shape;566;p2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567" name="Google Shape;567;p21"/>
          <p:cNvGrpSpPr/>
          <p:nvPr/>
        </p:nvGrpSpPr>
        <p:grpSpPr>
          <a:xfrm>
            <a:off x="-116589" y="2639527"/>
            <a:ext cx="8996156" cy="1843388"/>
            <a:chOff x="-116589" y="2639527"/>
            <a:chExt cx="8996156" cy="1843388"/>
          </a:xfrm>
        </p:grpSpPr>
        <p:sp>
          <p:nvSpPr>
            <p:cNvPr id="568" name="Google Shape;568;p21"/>
            <p:cNvSpPr/>
            <p:nvPr/>
          </p:nvSpPr>
          <p:spPr>
            <a:xfrm rot="-5400000" flipH="1">
              <a:off x="399500" y="422386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69" name="Google Shape;569;p21"/>
            <p:cNvSpPr/>
            <p:nvPr/>
          </p:nvSpPr>
          <p:spPr>
            <a:xfrm rot="-5400000" flipH="1">
              <a:off x="99350" y="405013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570" name="Google Shape;570;p21"/>
            <p:cNvGrpSpPr/>
            <p:nvPr/>
          </p:nvGrpSpPr>
          <p:grpSpPr>
            <a:xfrm rot="10800000" flipH="1">
              <a:off x="8672677" y="2639527"/>
              <a:ext cx="206891" cy="766144"/>
              <a:chOff x="8650702" y="3525402"/>
              <a:chExt cx="206891" cy="766144"/>
            </a:xfrm>
          </p:grpSpPr>
          <p:sp>
            <p:nvSpPr>
              <p:cNvPr id="571" name="Google Shape;571;p21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72" name="Google Shape;572;p21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73" name="Google Shape;573;p21"/>
          <p:cNvGrpSpPr/>
          <p:nvPr/>
        </p:nvGrpSpPr>
        <p:grpSpPr>
          <a:xfrm>
            <a:off x="2729174" y="3358511"/>
            <a:ext cx="6150396" cy="1485586"/>
            <a:chOff x="2729174" y="3358511"/>
            <a:chExt cx="6150396" cy="1485586"/>
          </a:xfrm>
        </p:grpSpPr>
        <p:sp>
          <p:nvSpPr>
            <p:cNvPr id="574" name="Google Shape;574;p21"/>
            <p:cNvSpPr/>
            <p:nvPr/>
          </p:nvSpPr>
          <p:spPr>
            <a:xfrm rot="5400000" flipH="1">
              <a:off x="2929586" y="4603629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75" name="Google Shape;575;p21"/>
            <p:cNvSpPr/>
            <p:nvPr/>
          </p:nvSpPr>
          <p:spPr>
            <a:xfrm rot="10800000" flipH="1">
              <a:off x="8839514" y="33585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576" name="Google Shape;576;p21"/>
          <p:cNvGrpSpPr/>
          <p:nvPr/>
        </p:nvGrpSpPr>
        <p:grpSpPr>
          <a:xfrm>
            <a:off x="-1381309" y="-1875175"/>
            <a:ext cx="10981145" cy="7138447"/>
            <a:chOff x="-1381309" y="-1875175"/>
            <a:chExt cx="10981145" cy="7138447"/>
          </a:xfrm>
        </p:grpSpPr>
        <p:sp>
          <p:nvSpPr>
            <p:cNvPr id="577" name="Google Shape;577;p21"/>
            <p:cNvSpPr/>
            <p:nvPr/>
          </p:nvSpPr>
          <p:spPr>
            <a:xfrm rot="10800000" flipH="1">
              <a:off x="-1381309" y="4693337"/>
              <a:ext cx="3801167" cy="569934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578" name="Google Shape;578;p21"/>
            <p:cNvGrpSpPr/>
            <p:nvPr/>
          </p:nvGrpSpPr>
          <p:grpSpPr>
            <a:xfrm>
              <a:off x="8229051" y="-1875175"/>
              <a:ext cx="1370785" cy="4060574"/>
              <a:chOff x="8229051" y="-1875175"/>
              <a:chExt cx="1370785" cy="4060574"/>
            </a:xfrm>
          </p:grpSpPr>
          <p:grpSp>
            <p:nvGrpSpPr>
              <p:cNvPr id="579" name="Google Shape;579;p21"/>
              <p:cNvGrpSpPr/>
              <p:nvPr/>
            </p:nvGrpSpPr>
            <p:grpSpPr>
              <a:xfrm>
                <a:off x="8229051" y="-1875175"/>
                <a:ext cx="914953" cy="4060574"/>
                <a:chOff x="8229051" y="-1875175"/>
                <a:chExt cx="914953" cy="4060574"/>
              </a:xfrm>
            </p:grpSpPr>
            <p:grpSp>
              <p:nvGrpSpPr>
                <p:cNvPr id="580" name="Google Shape;580;p21"/>
                <p:cNvGrpSpPr/>
                <p:nvPr/>
              </p:nvGrpSpPr>
              <p:grpSpPr>
                <a:xfrm rot="-5400000">
                  <a:off x="8480363" y="1760083"/>
                  <a:ext cx="493321" cy="357312"/>
                  <a:chOff x="1722354" y="229144"/>
                  <a:chExt cx="1748744" cy="1266614"/>
                </a:xfrm>
              </p:grpSpPr>
              <p:sp>
                <p:nvSpPr>
                  <p:cNvPr id="581" name="Google Shape;581;p21"/>
                  <p:cNvSpPr/>
                  <p:nvPr/>
                </p:nvSpPr>
                <p:spPr>
                  <a:xfrm rot="10800000">
                    <a:off x="2239107" y="792406"/>
                    <a:ext cx="1231990" cy="703352"/>
                  </a:xfrm>
                  <a:custGeom>
                    <a:rect l="l" t="t" r="r" b="b"/>
                    <a:pathLst>
                      <a:path w="4864" h="2777" fill="none" extrusionOk="0">
                        <a:moveTo>
                          <a:pt x="4863" y="2776"/>
                        </a:moveTo>
                        <a:lnTo>
                          <a:pt x="2051" y="0"/>
                        </a:lnTo>
                        <a:lnTo>
                          <a:pt x="0" y="0"/>
                        </a:lnTo>
                      </a:path>
                    </a:pathLst>
                  </a:custGeom>
                  <a:noFill/>
                  <a:ln w="9525" cap="rnd" cmpd="sng">
                    <a:solidFill>
                      <a:schemeClr val="lt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582" name="Google Shape;582;p21"/>
                  <p:cNvSpPr/>
                  <p:nvPr/>
                </p:nvSpPr>
                <p:spPr>
                  <a:xfrm rot="10800000">
                    <a:off x="1722354" y="229144"/>
                    <a:ext cx="627506" cy="620727"/>
                  </a:xfrm>
                  <a:custGeom>
                    <a:rect l="l" t="t" r="r" b="b"/>
                    <a:pathLst>
                      <a:path w="2748" h="2719" fill="none" extrusionOk="0">
                        <a:moveTo>
                          <a:pt x="2748" y="1363"/>
                        </a:moveTo>
                        <a:cubicBezTo>
                          <a:pt x="2748" y="2117"/>
                          <a:pt x="2117" y="2718"/>
                          <a:pt x="1392" y="2718"/>
                        </a:cubicBezTo>
                        <a:cubicBezTo>
                          <a:pt x="638" y="2718"/>
                          <a:pt x="1" y="2117"/>
                          <a:pt x="1" y="1363"/>
                        </a:cubicBezTo>
                        <a:cubicBezTo>
                          <a:pt x="1" y="609"/>
                          <a:pt x="638" y="0"/>
                          <a:pt x="1392" y="0"/>
                        </a:cubicBezTo>
                        <a:cubicBezTo>
                          <a:pt x="2117" y="0"/>
                          <a:pt x="2748" y="609"/>
                          <a:pt x="2748" y="1363"/>
                        </a:cubicBezTo>
                        <a:close/>
                      </a:path>
                    </a:pathLst>
                  </a:custGeom>
                  <a:noFill/>
                  <a:ln w="9525" cap="flat" cmpd="sng">
                    <a:solidFill>
                      <a:schemeClr val="lt1"/>
                    </a:solidFill>
                    <a:prstDash val="solid"/>
                    <a:miter lim="724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</p:grpSp>
            <p:sp>
              <p:nvSpPr>
                <p:cNvPr id="583" name="Google Shape;583;p21"/>
                <p:cNvSpPr/>
                <p:nvPr/>
              </p:nvSpPr>
              <p:spPr>
                <a:xfrm>
                  <a:off x="8229051" y="-1875175"/>
                  <a:ext cx="914953" cy="3799205"/>
                </a:xfrm>
                <a:custGeom>
                  <a:rect l="l" t="t" r="r" b="b"/>
                  <a:pathLst>
                    <a:path w="23262" h="96592" extrusionOk="0">
                      <a:moveTo>
                        <a:pt x="0" y="0"/>
                      </a:moveTo>
                      <a:lnTo>
                        <a:pt x="18318" y="18318"/>
                      </a:lnTo>
                      <a:lnTo>
                        <a:pt x="18318" y="58471"/>
                      </a:lnTo>
                      <a:lnTo>
                        <a:pt x="10373" y="66417"/>
                      </a:lnTo>
                      <a:lnTo>
                        <a:pt x="10373" y="83703"/>
                      </a:lnTo>
                      <a:lnTo>
                        <a:pt x="23262" y="96592"/>
                      </a:lnTo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  <p:txBody>
                <a:bodyPr/>
                <a:lstStyle/>
                <a:p/>
              </p:txBody>
            </p:sp>
          </p:grpSp>
          <p:grpSp>
            <p:nvGrpSpPr>
              <p:cNvPr id="584" name="Google Shape;584;p21"/>
              <p:cNvGrpSpPr/>
              <p:nvPr/>
            </p:nvGrpSpPr>
            <p:grpSpPr>
              <a:xfrm rot="10800000">
                <a:off x="8634578" y="861419"/>
                <a:ext cx="965258" cy="273510"/>
                <a:chOff x="-6675" y="2881558"/>
                <a:chExt cx="9140700" cy="2059567"/>
              </a:xfrm>
            </p:grpSpPr>
            <p:cxnSp>
              <p:nvCxnSpPr>
                <p:cNvPr id="585" name="Google Shape;585;p21"/>
                <p:cNvCxnSpPr/>
                <p:nvPr/>
              </p:nvCxnSpPr>
              <p:spPr>
                <a:xfrm>
                  <a:off x="-6675" y="2881558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6" name="Google Shape;586;p21"/>
                <p:cNvCxnSpPr/>
                <p:nvPr/>
              </p:nvCxnSpPr>
              <p:spPr>
                <a:xfrm>
                  <a:off x="-6675" y="3396450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7" name="Google Shape;587;p21"/>
                <p:cNvCxnSpPr/>
                <p:nvPr/>
              </p:nvCxnSpPr>
              <p:spPr>
                <a:xfrm>
                  <a:off x="-6675" y="3911342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8" name="Google Shape;588;p21"/>
                <p:cNvCxnSpPr/>
                <p:nvPr/>
              </p:nvCxnSpPr>
              <p:spPr>
                <a:xfrm>
                  <a:off x="-6675" y="4426233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9" name="Google Shape;589;p21"/>
                <p:cNvCxnSpPr/>
                <p:nvPr/>
              </p:nvCxnSpPr>
              <p:spPr>
                <a:xfrm>
                  <a:off x="-6675" y="4941125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</p:grpSp>
      <p:sp>
        <p:nvSpPr>
          <p:cNvPr id="590" name="Google Shape;590;p21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3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hanks">
  <p:cSld name="CUSTOM_3_1">
    <p:spTree>
      <p:nvGrpSpPr>
        <p:cNvPr id="1" name="Shape 591"/>
        <p:cNvGrpSpPr/>
        <p:nvPr/>
      </p:nvGrpSpPr>
      <p:grpSpPr>
        <a:xfrm>
          <a:off x="0" y="0"/>
          <a:ext cx="0" cy="0"/>
        </a:xfrm>
      </p:grpSpPr>
      <p:sp>
        <p:nvSpPr>
          <p:cNvPr id="592" name="Google Shape;592;p22"/>
          <p:cNvSpPr txBox="1">
            <a:spLocks noGrp="1"/>
          </p:cNvSpPr>
          <p:nvPr>
            <p:ph type="title"/>
          </p:nvPr>
        </p:nvSpPr>
        <p:spPr>
          <a:xfrm>
            <a:off x="1098475" y="834600"/>
            <a:ext cx="4448100" cy="970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45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593" name="Google Shape;593;p22"/>
          <p:cNvSpPr txBox="1">
            <a:spLocks noGrp="1"/>
          </p:cNvSpPr>
          <p:nvPr>
            <p:ph type="subTitle" idx="1"/>
          </p:nvPr>
        </p:nvSpPr>
        <p:spPr>
          <a:xfrm>
            <a:off x="1098425" y="1805100"/>
            <a:ext cx="4448100" cy="10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594" name="Google Shape;594;p22"/>
          <p:cNvSpPr txBox="1"/>
          <p:nvPr/>
        </p:nvSpPr>
        <p:spPr>
          <a:xfrm>
            <a:off x="1098425" y="3459550"/>
            <a:ext cx="4945800" cy="5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300"/>
              </a:spcBef>
              <a:spcAft>
                <a:spcPct val="0"/>
              </a:spcAft>
              <a:buNone/>
            </a:pPr>
            <a:r>
              <a:rPr lang="en" sz="1200" b="1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CREDITS: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This presentation template was created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, and includes icons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, and infographics &amp; images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200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</a:t>
            </a:r>
            <a:endParaRPr sz="1200" b="1" u="sng"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595" name="Google Shape;595;p22"/>
          <p:cNvSpPr/>
          <p:nvPr/>
        </p:nvSpPr>
        <p:spPr>
          <a:xfrm rot="5400000">
            <a:off x="8249111" y="175373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96" name="Google Shape;596;p22"/>
          <p:cNvGrpSpPr/>
          <p:nvPr/>
        </p:nvGrpSpPr>
        <p:grpSpPr>
          <a:xfrm>
            <a:off x="-563925" y="0"/>
            <a:ext cx="7843827" cy="1111343"/>
            <a:chOff x="-563925" y="0"/>
            <a:chExt cx="7843827" cy="1111343"/>
          </a:xfrm>
        </p:grpSpPr>
        <p:grpSp>
          <p:nvGrpSpPr>
            <p:cNvPr id="597" name="Google Shape;597;p22"/>
            <p:cNvGrpSpPr/>
            <p:nvPr/>
          </p:nvGrpSpPr>
          <p:grpSpPr>
            <a:xfrm rot="5400000">
              <a:off x="6576232" y="-80607"/>
              <a:ext cx="247278" cy="1160062"/>
              <a:chOff x="1463894" y="1434556"/>
              <a:chExt cx="247278" cy="1160062"/>
            </a:xfrm>
          </p:grpSpPr>
          <p:sp>
            <p:nvSpPr>
              <p:cNvPr id="598" name="Google Shape;598;p22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99" name="Google Shape;599;p22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00" name="Google Shape;600;p22"/>
            <p:cNvGrpSpPr/>
            <p:nvPr/>
          </p:nvGrpSpPr>
          <p:grpSpPr>
            <a:xfrm>
              <a:off x="-563925" y="0"/>
              <a:ext cx="1111343" cy="1111343"/>
              <a:chOff x="8307725" y="278700"/>
              <a:chExt cx="1111343" cy="1111343"/>
            </a:xfrm>
          </p:grpSpPr>
          <p:sp>
            <p:nvSpPr>
              <p:cNvPr id="601" name="Google Shape;601;p22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02" name="Google Shape;602;p22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3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ackground">
  <p:cSld name="CUSTOM_9">
    <p:spTree>
      <p:nvGrpSpPr>
        <p:cNvPr id="1" name="Shape 603"/>
        <p:cNvGrpSpPr/>
        <p:nvPr/>
      </p:nvGrpSpPr>
      <p:grpSpPr>
        <a:xfrm>
          <a:off x="0" y="0"/>
          <a:ext cx="0" cy="0"/>
        </a:xfrm>
      </p:grpSpPr>
      <p:grpSp>
        <p:nvGrpSpPr>
          <p:cNvPr id="604" name="Google Shape;604;p23"/>
          <p:cNvGrpSpPr/>
          <p:nvPr/>
        </p:nvGrpSpPr>
        <p:grpSpPr>
          <a:xfrm>
            <a:off x="247028" y="2099252"/>
            <a:ext cx="8667366" cy="1707744"/>
            <a:chOff x="247028" y="2099252"/>
            <a:chExt cx="8667366" cy="1707744"/>
          </a:xfrm>
        </p:grpSpPr>
        <p:sp>
          <p:nvSpPr>
            <p:cNvPr id="605" name="Google Shape;605;p23"/>
            <p:cNvSpPr/>
            <p:nvPr/>
          </p:nvSpPr>
          <p:spPr>
            <a:xfrm rot="10800000" flipH="1">
              <a:off x="410803" y="2099252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06" name="Google Shape;606;p23"/>
            <p:cNvSpPr/>
            <p:nvPr/>
          </p:nvSpPr>
          <p:spPr>
            <a:xfrm rot="10800000" flipH="1">
              <a:off x="247028" y="2390402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607" name="Google Shape;607;p23"/>
            <p:cNvGrpSpPr/>
            <p:nvPr/>
          </p:nvGrpSpPr>
          <p:grpSpPr>
            <a:xfrm flipH="1">
              <a:off x="8707503" y="3040852"/>
              <a:ext cx="206891" cy="766144"/>
              <a:chOff x="8650702" y="3525402"/>
              <a:chExt cx="206891" cy="766144"/>
            </a:xfrm>
          </p:grpSpPr>
          <p:sp>
            <p:nvSpPr>
              <p:cNvPr id="608" name="Google Shape;608;p23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09" name="Google Shape;609;p23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10" name="Google Shape;610;p23"/>
          <p:cNvGrpSpPr/>
          <p:nvPr/>
        </p:nvGrpSpPr>
        <p:grpSpPr>
          <a:xfrm>
            <a:off x="-796767" y="-1090158"/>
            <a:ext cx="11445399" cy="6549695"/>
            <a:chOff x="-796767" y="-1090158"/>
            <a:chExt cx="11445399" cy="6549695"/>
          </a:xfrm>
        </p:grpSpPr>
        <p:sp>
          <p:nvSpPr>
            <p:cNvPr id="611" name="Google Shape;611;p23"/>
            <p:cNvSpPr/>
            <p:nvPr/>
          </p:nvSpPr>
          <p:spPr>
            <a:xfrm rot="5400000" flipH="1">
              <a:off x="-365574" y="-1521350"/>
              <a:ext cx="1470082" cy="2332467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12" name="Google Shape;612;p23"/>
            <p:cNvGrpSpPr/>
            <p:nvPr/>
          </p:nvGrpSpPr>
          <p:grpSpPr>
            <a:xfrm rot="10800000">
              <a:off x="11" y="108546"/>
              <a:ext cx="493321" cy="357312"/>
              <a:chOff x="1722354" y="229144"/>
              <a:chExt cx="1748744" cy="1266614"/>
            </a:xfrm>
          </p:grpSpPr>
          <p:sp>
            <p:nvSpPr>
              <p:cNvPr id="613" name="Google Shape;613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14" name="Google Shape;614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615" name="Google Shape;615;p23"/>
            <p:cNvSpPr/>
            <p:nvPr/>
          </p:nvSpPr>
          <p:spPr>
            <a:xfrm rot="-5400000" flipH="1">
              <a:off x="8788045" y="3598950"/>
              <a:ext cx="870400" cy="285077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16" name="Google Shape;616;p23"/>
            <p:cNvGrpSpPr/>
            <p:nvPr/>
          </p:nvGrpSpPr>
          <p:grpSpPr>
            <a:xfrm rot="-5400000" flipH="1">
              <a:off x="8489086" y="4163846"/>
              <a:ext cx="493321" cy="357312"/>
              <a:chOff x="1722354" y="229144"/>
              <a:chExt cx="1748744" cy="1266614"/>
            </a:xfrm>
          </p:grpSpPr>
          <p:sp>
            <p:nvSpPr>
              <p:cNvPr id="617" name="Google Shape;617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18" name="Google Shape;618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19" name="Google Shape;619;p23"/>
            <p:cNvGrpSpPr/>
            <p:nvPr/>
          </p:nvGrpSpPr>
          <p:grpSpPr>
            <a:xfrm rot="5400000" flipH="1">
              <a:off x="765337" y="-239460"/>
              <a:ext cx="965258" cy="273510"/>
              <a:chOff x="-6675" y="2881558"/>
              <a:chExt cx="9140700" cy="2059567"/>
            </a:xfrm>
          </p:grpSpPr>
          <p:cxnSp>
            <p:nvCxnSpPr>
              <p:cNvPr id="620" name="Google Shape;620;p2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1" name="Google Shape;621;p2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2" name="Google Shape;622;p2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3" name="Google Shape;623;p2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4" name="Google Shape;624;p2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625" name="Google Shape;625;p23"/>
          <p:cNvGrpSpPr/>
          <p:nvPr/>
        </p:nvGrpSpPr>
        <p:grpSpPr>
          <a:xfrm>
            <a:off x="248565" y="1658361"/>
            <a:ext cx="8665831" cy="946305"/>
            <a:chOff x="248565" y="1658361"/>
            <a:chExt cx="8665831" cy="946305"/>
          </a:xfrm>
        </p:grpSpPr>
        <p:sp>
          <p:nvSpPr>
            <p:cNvPr id="626" name="Google Shape;626;p23"/>
            <p:cNvSpPr/>
            <p:nvPr/>
          </p:nvSpPr>
          <p:spPr>
            <a:xfrm rot="10800000" flipH="1">
              <a:off x="248565" y="16583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27" name="Google Shape;627;p23"/>
            <p:cNvSpPr/>
            <p:nvPr/>
          </p:nvSpPr>
          <p:spPr>
            <a:xfrm flipH="1">
              <a:off x="8874340" y="216378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628" name="Google Shape;628;p2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3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ackground 1">
  <p:cSld name="CUSTOM_9_1">
    <p:spTree>
      <p:nvGrpSpPr>
        <p:cNvPr id="1" name="Shape 629"/>
        <p:cNvGrpSpPr/>
        <p:nvPr/>
      </p:nvGrpSpPr>
      <p:grpSpPr>
        <a:xfrm>
          <a:off x="0" y="0"/>
          <a:ext cx="0" cy="0"/>
        </a:xfrm>
      </p:grpSpPr>
      <p:grpSp>
        <p:nvGrpSpPr>
          <p:cNvPr id="630" name="Google Shape;630;p24"/>
          <p:cNvGrpSpPr/>
          <p:nvPr/>
        </p:nvGrpSpPr>
        <p:grpSpPr>
          <a:xfrm>
            <a:off x="248752" y="491529"/>
            <a:ext cx="8669349" cy="4596267"/>
            <a:chOff x="188277" y="445029"/>
            <a:chExt cx="8669349" cy="4596267"/>
          </a:xfrm>
        </p:grpSpPr>
        <p:sp>
          <p:nvSpPr>
            <p:cNvPr id="631" name="Google Shape;631;p24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32" name="Google Shape;632;p24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633" name="Google Shape;633;p24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634" name="Google Shape;634;p2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35" name="Google Shape;635;p2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36" name="Google Shape;636;p24"/>
          <p:cNvGrpSpPr/>
          <p:nvPr/>
        </p:nvGrpSpPr>
        <p:grpSpPr>
          <a:xfrm>
            <a:off x="315625" y="1279781"/>
            <a:ext cx="8602485" cy="1562434"/>
            <a:chOff x="174750" y="1380581"/>
            <a:chExt cx="8602485" cy="1562434"/>
          </a:xfrm>
        </p:grpSpPr>
        <p:sp>
          <p:nvSpPr>
            <p:cNvPr id="637" name="Google Shape;637;p24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38" name="Google Shape;638;p24"/>
            <p:cNvSpPr/>
            <p:nvPr/>
          </p:nvSpPr>
          <p:spPr>
            <a:xfrm rot="10800000">
              <a:off x="174750" y="25021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639" name="Google Shape;639;p24"/>
          <p:cNvGrpSpPr/>
          <p:nvPr/>
        </p:nvGrpSpPr>
        <p:grpSpPr>
          <a:xfrm>
            <a:off x="355673" y="-567309"/>
            <a:ext cx="8751502" cy="5946659"/>
            <a:chOff x="251623" y="-534009"/>
            <a:chExt cx="8751502" cy="5946659"/>
          </a:xfrm>
        </p:grpSpPr>
        <p:grpSp>
          <p:nvGrpSpPr>
            <p:cNvPr id="640" name="Google Shape;640;p24"/>
            <p:cNvGrpSpPr/>
            <p:nvPr/>
          </p:nvGrpSpPr>
          <p:grpSpPr>
            <a:xfrm rot="10800000">
              <a:off x="251623" y="3645746"/>
              <a:ext cx="493321" cy="357312"/>
              <a:chOff x="1722354" y="229144"/>
              <a:chExt cx="1748744" cy="1266614"/>
            </a:xfrm>
          </p:grpSpPr>
          <p:sp>
            <p:nvSpPr>
              <p:cNvPr id="641" name="Google Shape;641;p2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42" name="Google Shape;642;p2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43" name="Google Shape;643;p24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644" name="Google Shape;644;p2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5" name="Google Shape;645;p2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6" name="Google Shape;646;p2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7" name="Google Shape;647;p2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8" name="Google Shape;648;p2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49" name="Google Shape;649;p24"/>
            <p:cNvSpPr/>
            <p:nvPr/>
          </p:nvSpPr>
          <p:spPr>
            <a:xfrm>
              <a:off x="5746750" y="-5700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650" name="Google Shape;650;p24"/>
            <p:cNvSpPr/>
            <p:nvPr/>
          </p:nvSpPr>
          <p:spPr>
            <a:xfrm>
              <a:off x="260200" y="3089575"/>
              <a:ext cx="476150" cy="2323075"/>
            </a:xfrm>
            <a:custGeom>
              <a:rect l="l" t="t" r="r" b="b"/>
              <a:pathLst>
                <a:path w="19046" h="92923" extrusionOk="0">
                  <a:moveTo>
                    <a:pt x="0" y="0"/>
                  </a:moveTo>
                  <a:lnTo>
                    <a:pt x="0" y="36635"/>
                  </a:lnTo>
                  <a:lnTo>
                    <a:pt x="19046" y="55681"/>
                  </a:lnTo>
                  <a:lnTo>
                    <a:pt x="19046" y="92923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651" name="Google Shape;651;p2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_rels/slideMaster2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10" Type="http://schemas.openxmlformats.org/officeDocument/2006/relationships/slideLayout" Target="../slideLayouts/slideLayout21.xml" /><Relationship Id="rId11" Type="http://schemas.openxmlformats.org/officeDocument/2006/relationships/slideLayout" Target="../slideLayouts/slideLayout22.xml" /><Relationship Id="rId12" Type="http://schemas.openxmlformats.org/officeDocument/2006/relationships/slideLayout" Target="../slideLayouts/slideLayout23.xml" /><Relationship Id="rId13" Type="http://schemas.openxmlformats.org/officeDocument/2006/relationships/slideLayout" Target="../slideLayouts/slideLayout24.xml" /><Relationship Id="rId14" Type="http://schemas.openxmlformats.org/officeDocument/2006/relationships/slideLayout" Target="../slideLayouts/slideLayout25.xml" /><Relationship Id="rId15" Type="http://schemas.openxmlformats.org/officeDocument/2006/relationships/slideLayout" Target="../slideLayouts/slideLayout26.xml" /><Relationship Id="rId16" Type="http://schemas.openxmlformats.org/officeDocument/2006/relationships/slideLayout" Target="../slideLayouts/slideLayout27.xml" /><Relationship Id="rId17" Type="http://schemas.openxmlformats.org/officeDocument/2006/relationships/slideLayout" Target="../slideLayouts/slideLayout28.xml" /><Relationship Id="rId18" Type="http://schemas.openxmlformats.org/officeDocument/2006/relationships/slideLayout" Target="../slideLayouts/slideLayout29.xml" /><Relationship Id="rId19" Type="http://schemas.openxmlformats.org/officeDocument/2006/relationships/slideLayout" Target="../slideLayouts/slideLayout30.xml" /><Relationship Id="rId2" Type="http://schemas.openxmlformats.org/officeDocument/2006/relationships/slideLayout" Target="../slideLayouts/slideLayout13.xml" /><Relationship Id="rId20" Type="http://schemas.openxmlformats.org/officeDocument/2006/relationships/slideLayout" Target="../slideLayouts/slideLayout31.xml" /><Relationship Id="rId21" Type="http://schemas.openxmlformats.org/officeDocument/2006/relationships/slideLayout" Target="../slideLayouts/slideLayout32.xml" /><Relationship Id="rId22" Type="http://schemas.openxmlformats.org/officeDocument/2006/relationships/slideLayout" Target="../slideLayouts/slideLayout33.xml" /><Relationship Id="rId23" Type="http://schemas.openxmlformats.org/officeDocument/2006/relationships/slideLayout" Target="../slideLayouts/slideLayout34.xml" /><Relationship Id="rId24" Type="http://schemas.openxmlformats.org/officeDocument/2006/relationships/theme" Target="../theme/theme2.xml" /><Relationship Id="rId3" Type="http://schemas.openxmlformats.org/officeDocument/2006/relationships/slideLayout" Target="../slideLayouts/slideLayout14.xml" /><Relationship Id="rId4" Type="http://schemas.openxmlformats.org/officeDocument/2006/relationships/slideLayout" Target="../slideLayouts/slideLayout15.xml" /><Relationship Id="rId5" Type="http://schemas.openxmlformats.org/officeDocument/2006/relationships/slideLayout" Target="../slideLayouts/slideLayout16.xml" /><Relationship Id="rId6" Type="http://schemas.openxmlformats.org/officeDocument/2006/relationships/slideLayout" Target="../slideLayouts/slideLayout17.xml" /><Relationship Id="rId7" Type="http://schemas.openxmlformats.org/officeDocument/2006/relationships/slideLayout" Target="../slideLayouts/slideLayout18.xml" /><Relationship Id="rId8" Type="http://schemas.openxmlformats.org/officeDocument/2006/relationships/slideLayout" Target="../slideLayouts/slideLayout19.xml" /><Relationship Id="rId9" Type="http://schemas.openxmlformats.org/officeDocument/2006/relationships/slideLayout" Target="../slideLayouts/slideLayout20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 title="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FD0B7A-F5DD-4F40-B4CB-3B2C354B893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2600"/>
              <a:buFont typeface="Raleway Black"/>
              <a:buNone/>
              <a:defRPr sz="2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marL="914400" lvl="1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marL="1371600" lvl="2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marL="1828800" lvl="3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marL="2286000" lvl="4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marL="2743200" lvl="5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marL="3200400" lvl="6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marL="3657600" lvl="7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marL="4114800" lvl="8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  <p:sldLayoutId id="2147483674" r:id="rId15"/>
    <p:sldLayoutId id="2147483675" r:id="rId16"/>
    <p:sldLayoutId id="2147483676" r:id="rId17"/>
    <p:sldLayoutId id="2147483677" r:id="rId18"/>
    <p:sldLayoutId id="2147483678" r:id="rId19"/>
    <p:sldLayoutId id="2147483679" r:id="rId20"/>
    <p:sldLayoutId id="2147483680" r:id="rId21"/>
    <p:sldLayoutId id="2147483681" r:id="rId22"/>
    <p:sldLayoutId id="2147483682" r:id="rId23"/>
  </p:sldLayoutIdLst>
  <p:transition/>
  <p:timing/>
  <p:hf hdr="0" ftr="0" dt="0"/>
  <p:txStyles>
    <p:title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2" Type="http://schemas.openxmlformats.org/officeDocument/2006/relationships/notesSlide" Target="../notesSlides/notesSlide1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bg>
      <p:bgPr>
        <a:solidFill>
          <a:schemeClr val="dk2"/>
        </a:solidFill>
        <a:effectLst/>
      </p:bgPr>
    </p:bg>
    <p:spTree>
      <p:nvGrpSpPr>
        <p:cNvPr id="1" name="Shape 661"/>
        <p:cNvGrpSpPr/>
        <p:nvPr/>
      </p:nvGrpSpPr>
      <p:grpSpPr>
        <a:xfrm>
          <a:off x="0" y="0"/>
          <a:ext cx="0" cy="0"/>
        </a:xfrm>
      </p:grpSpPr>
      <p:sp>
        <p:nvSpPr>
          <p:cNvPr id="662" name="Google Shape;662;p28"/>
          <p:cNvSpPr txBox="1">
            <a:spLocks noGrp="1"/>
          </p:cNvSpPr>
          <p:nvPr>
            <p:ph type="ctrTitle"/>
          </p:nvPr>
        </p:nvSpPr>
        <p:spPr>
          <a:xfrm>
            <a:off x="1115975" y="1999150"/>
            <a:ext cx="4384800" cy="1698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" b="1">
                <a:latin typeface="Arial"/>
                <a:cs typeface="Arial"/>
              </a:rPr>
              <a:t>[ТЕМА ДОКЛАДА ИЛИ НАЗВАНИЕ ПРОЕКТА]</a:t>
            </a:r>
            <a:endParaRPr lang="ru-RU" b="1">
              <a:latin typeface="Arial"/>
              <a:cs typeface="Arial"/>
            </a:endParaRPr>
          </a:p>
        </p:txBody>
      </p:sp>
      <p:sp>
        <p:nvSpPr>
          <p:cNvPr id="663" name="Google Shape;663;p28"/>
          <p:cNvSpPr txBox="1">
            <a:spLocks noGrp="1"/>
          </p:cNvSpPr>
          <p:nvPr>
            <p:ph type="subTitle" idx="1"/>
          </p:nvPr>
        </p:nvSpPr>
        <p:spPr>
          <a:xfrm>
            <a:off x="1115975" y="3719650"/>
            <a:ext cx="4384800" cy="37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/>
            <a:r>
              <a:rPr lang="en"/>
              <a:t>[</a:t>
            </a:r>
            <a:r>
              <a:rPr lang="en" err="1">
                <a:latin typeface="Arial"/>
                <a:cs typeface="Arial"/>
              </a:rPr>
              <a:t>Краткое описание сути проекта, имя докладчика или название департамента]</a:t>
            </a:r>
            <a:endParaRPr lang="ru-RU">
              <a:latin typeface="Arial"/>
              <a:cs typeface="Arial"/>
            </a:endParaRPr>
          </a:p>
          <a:p>
            <a:pPr marL="0" indent="0"/>
            <a:endParaRPr lang="en"/>
          </a:p>
        </p:txBody>
      </p:sp>
      <p:sp>
        <p:nvSpPr>
          <p:cNvPr id="664" name="Google Shape;664;p28"/>
          <p:cNvSpPr/>
          <p:nvPr/>
        </p:nvSpPr>
        <p:spPr>
          <a:xfrm rot="-5400000">
            <a:off x="689075" y="2215534"/>
            <a:ext cx="357300" cy="309016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665" name="Google Shape;665;p28"/>
          <p:cNvGrpSpPr/>
          <p:nvPr/>
        </p:nvGrpSpPr>
        <p:grpSpPr>
          <a:xfrm>
            <a:off x="6777434" y="2296620"/>
            <a:ext cx="1033834" cy="3360485"/>
            <a:chOff x="6777434" y="2296620"/>
            <a:chExt cx="1033834" cy="3360485"/>
          </a:xfrm>
        </p:grpSpPr>
        <p:grpSp>
          <p:nvGrpSpPr>
            <p:cNvPr id="666" name="Google Shape;666;p28"/>
            <p:cNvGrpSpPr/>
            <p:nvPr/>
          </p:nvGrpSpPr>
          <p:grpSpPr>
            <a:xfrm rot="10800000">
              <a:off x="6777434" y="2296620"/>
              <a:ext cx="681217" cy="3360485"/>
              <a:chOff x="1337800" y="-2525590"/>
              <a:chExt cx="1498167" cy="7390555"/>
            </a:xfrm>
          </p:grpSpPr>
          <p:cxnSp>
            <p:nvCxnSpPr>
              <p:cNvPr id="667" name="Google Shape;667;p28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68" name="Google Shape;668;p2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669" name="Google Shape;669;p2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670" name="Google Shape;670;p28"/>
            <p:cNvSpPr/>
            <p:nvPr/>
          </p:nvSpPr>
          <p:spPr>
            <a:xfrm>
              <a:off x="7771212" y="29729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71" name="Google Shape;671;p28"/>
            <p:cNvSpPr/>
            <p:nvPr/>
          </p:nvSpPr>
          <p:spPr>
            <a:xfrm rot="10800000">
              <a:off x="7160463" y="4347766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72" name="Google Shape;672;p28"/>
            <p:cNvSpPr/>
            <p:nvPr/>
          </p:nvSpPr>
          <p:spPr>
            <a:xfrm rot="10800000">
              <a:off x="6933883" y="3613321"/>
              <a:ext cx="75100" cy="827502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673" name="Google Shape;673;p28"/>
          <p:cNvGrpSpPr/>
          <p:nvPr/>
        </p:nvGrpSpPr>
        <p:grpSpPr>
          <a:xfrm>
            <a:off x="6262859" y="-2197955"/>
            <a:ext cx="681217" cy="3360485"/>
            <a:chOff x="1337800" y="-2525590"/>
            <a:chExt cx="1498167" cy="7390555"/>
          </a:xfrm>
        </p:grpSpPr>
        <p:cxnSp>
          <p:nvCxnSpPr>
            <p:cNvPr id="674" name="Google Shape;674;p28"/>
            <p:cNvCxnSpPr/>
            <p:nvPr/>
          </p:nvCxnSpPr>
          <p:spPr>
            <a:xfrm rot="10800000" flipH="1">
              <a:off x="1337800" y="-2525590"/>
              <a:ext cx="0" cy="58707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75" name="Google Shape;675;p28"/>
            <p:cNvCxnSpPr/>
            <p:nvPr/>
          </p:nvCxnSpPr>
          <p:spPr>
            <a:xfrm>
              <a:off x="1337800" y="3347125"/>
              <a:ext cx="1158600" cy="11412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676" name="Google Shape;676;p28"/>
            <p:cNvSpPr/>
            <p:nvPr/>
          </p:nvSpPr>
          <p:spPr>
            <a:xfrm rot="5400000">
              <a:off x="2412855" y="4441854"/>
              <a:ext cx="425397" cy="420826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677" name="Google Shape;677;p28"/>
          <p:cNvSpPr/>
          <p:nvPr/>
        </p:nvSpPr>
        <p:spPr>
          <a:xfrm rot="-5400000">
            <a:off x="8215875" y="805548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678" name="Google Shape;678;p28"/>
          <p:cNvGrpSpPr/>
          <p:nvPr/>
        </p:nvGrpSpPr>
        <p:grpSpPr>
          <a:xfrm rot="10800000" flipH="1">
            <a:off x="-2068288" y="305430"/>
            <a:ext cx="4791669" cy="923822"/>
            <a:chOff x="-78438" y="3775205"/>
            <a:chExt cx="4791669" cy="923822"/>
          </a:xfrm>
        </p:grpSpPr>
        <p:cxnSp>
          <p:nvCxnSpPr>
            <p:cNvPr id="679" name="Google Shape;679;p28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80" name="Google Shape;680;p28"/>
            <p:cNvCxnSpPr/>
            <p:nvPr/>
          </p:nvCxnSpPr>
          <p:spPr>
            <a:xfrm rot="-5400000">
              <a:off x="3789591" y="3940627"/>
              <a:ext cx="764100" cy="7527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681" name="Google Shape;681;p28"/>
            <p:cNvSpPr/>
            <p:nvPr/>
          </p:nvSpPr>
          <p:spPr>
            <a:xfrm>
              <a:off x="4519806" y="37752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682" name="Google Shape;682;p28"/>
          <p:cNvGrpSpPr/>
          <p:nvPr/>
        </p:nvGrpSpPr>
        <p:grpSpPr>
          <a:xfrm>
            <a:off x="3329300" y="-3035953"/>
            <a:ext cx="6471825" cy="4623428"/>
            <a:chOff x="3329300" y="-3035953"/>
            <a:chExt cx="6471825" cy="4623428"/>
          </a:xfrm>
        </p:grpSpPr>
        <p:grpSp>
          <p:nvGrpSpPr>
            <p:cNvPr id="683" name="Google Shape;683;p28"/>
            <p:cNvGrpSpPr/>
            <p:nvPr/>
          </p:nvGrpSpPr>
          <p:grpSpPr>
            <a:xfrm rot="5400000">
              <a:off x="2802525" y="-1414050"/>
              <a:ext cx="3859204" cy="615399"/>
              <a:chOff x="-6675" y="307100"/>
              <a:chExt cx="9140700" cy="4634025"/>
            </a:xfrm>
          </p:grpSpPr>
          <p:cxnSp>
            <p:nvCxnSpPr>
              <p:cNvPr id="684" name="Google Shape;684;p28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85" name="Google Shape;685;p28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86" name="Google Shape;686;p28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87" name="Google Shape;687;p28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88" name="Google Shape;688;p28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89" name="Google Shape;689;p2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90" name="Google Shape;690;p2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91" name="Google Shape;691;p2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92" name="Google Shape;692;p2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93" name="Google Shape;693;p2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94" name="Google Shape;694;p28"/>
            <p:cNvSpPr/>
            <p:nvPr/>
          </p:nvSpPr>
          <p:spPr>
            <a:xfrm>
              <a:off x="3329300" y="823250"/>
              <a:ext cx="6471825" cy="764225"/>
            </a:xfrm>
            <a:custGeom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</p:grpSp>
    </p:spTree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NET" val="7.0.20"/>
  <p:tag name="AS_OS" val="Microsoft Windows NT 10.0.20348.0"/>
  <p:tag name="AS_RELEASE_DATE" val="2024.12.14"/>
  <p:tag name="AS_TITLE" val="Aspose.Slides for .NET Standard 2.1"/>
  <p:tag name="AS_VERSION" val="24.1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a="http://schemas.openxmlformats.org/drawingml/2006/main" name="simple-light-2">
  <a:themeElements>
    <a:clrScheme name="Simple Light">
      <a:dk1>
        <a:srgbClr val="FFFFFF"/>
      </a:dk1>
      <a:lt1>
        <a:srgbClr val="00CADA"/>
      </a:lt1>
      <a:dk2>
        <a:srgbClr val="110E24"/>
      </a:dk2>
      <a:lt2>
        <a:srgbClr val="46406B"/>
      </a:lt2>
      <a:accent1>
        <a:srgbClr val="69639C"/>
      </a:accent1>
      <a:accent2>
        <a:srgbClr val="AFAFB6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ppt/theme/theme3.xml><?xml version="1.0" encoding="utf-8"?>
<a:theme xmlns:r="http://schemas.openxmlformats.org/officeDocument/2006/relationships" xmlns:a="http://schemas.openxmlformats.org/drawingml/2006/main" name="simple-light-2 override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On-screen Show (4:3)</PresentationFormat>
  <Paragraphs>2</Paragraphs>
  <Slides>1</Slides>
  <Notes>1</Notes>
  <TotalTime>1</TotalTime>
  <HiddenSlides>0</HiddenSlides>
  <MMClips>0</MMClips>
  <ScaleCrop>0</ScaleCrop>
  <HeadingPairs>
    <vt:vector baseType="variant" size="6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9">
      <vt:lpstr>Arial</vt:lpstr>
      <vt:lpstr>Calibri</vt:lpstr>
      <vt:lpstr>Raleway Black</vt:lpstr>
      <vt:lpstr>Raleway</vt:lpstr>
      <vt:lpstr>Hanken Grotesk</vt:lpstr>
      <vt:lpstr>Raleway ExtraBold</vt:lpstr>
      <vt:lpstr>Nunito Light</vt:lpstr>
      <vt:lpstr>Office Theme</vt:lpstr>
      <vt:lpstr>[ТЕМА ДОКЛАДА ИЛИ НАЗВАНИЕ ПРОЕКТА]</vt:lpstr>
    </vt:vector>
  </TitlesOfParts>
  <LinksUpToDate>0</LinksUpToDate>
  <SharedDoc>0</SharedDoc>
  <HyperlinksChanged>0</HyperlinksChanged>
  <Application>Aspose.Slides for .NET</Application>
  <AppVersion>24.1200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cp:revision>1</cp:revision>
  <cp:lastPrinted>2026-07-14T10:08:11.441</cp:lastPrinted>
  <dcterms:created xsi:type="dcterms:W3CDTF">2026-07-14T17:08:11Z</dcterms:created>
  <dcterms:modified xsi:type="dcterms:W3CDTF">2026-07-14T17:08:11Z</dcterms:modified>
</cp:coreProperties>
</file>