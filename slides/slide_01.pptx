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658"/>
        <p:cNvGrpSpPr/>
        <p:nvPr/>
      </p:nvGrpSpPr>
      <p:grpSpPr>
        <a:xfrm>
          <a:off x="0" y="0"/>
          <a:ext cx="0" cy="0"/>
        </a:xfrm>
      </p:grpSpPr>
      <p:sp>
        <p:nvSpPr>
          <p:cNvPr id="659" name="Google Shape;659;g2576a45fa4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576a45fa4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8388BB0-BFC9-4071-AACC-7B9BE2E806A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CF21234-7757-4645-9606-621CF0DECA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FF642BE-D21A-4AAB-9DBF-69134ED8170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5AF5D7D-91AE-4A88-A330-6A1C539A578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3886E289-5E20-46B5-B2C9-9007B1081E4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D7A9DC2-ABA3-40A5-81FD-84CC40F50C2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D7113C6-D2D9-4B0F-BF6B-347081ED77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C8384F8-4674-47A2-9D56-EE38A7298A4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098F6F7-A7B8-4DDF-890F-5CE5C88B3FB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75F314D-8858-4A2D-86D7-51A65609967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C7D91FD-394D-4127-9E7F-3CA178AEC43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chemeClr val="dk2"/>
        </a:solidFill>
        <a:effectLst/>
      </p:bgPr>
    </p:bg>
    <p:spTree>
      <p:nvGrpSpPr>
        <p:cNvPr id="1" name="Shape 661"/>
        <p:cNvGrpSpPr/>
        <p:nvPr/>
      </p:nvGrpSpPr>
      <p:grpSpPr>
        <a:xfrm>
          <a:off x="0" y="0"/>
          <a:ext cx="0" cy="0"/>
        </a:xfrm>
      </p:grpSpPr>
      <p:sp>
        <p:nvSpPr>
          <p:cNvPr id="664" name="Google Shape;664;p28"/>
          <p:cNvSpPr/>
          <p:nvPr/>
        </p:nvSpPr>
        <p:spPr>
          <a:xfrm rot="-5400000">
            <a:off x="689075" y="22155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665" name="Google Shape;665;p28"/>
          <p:cNvGrpSpPr/>
          <p:nvPr/>
        </p:nvGrpSpPr>
        <p:grpSpPr>
          <a:xfrm>
            <a:off x="6777434" y="2296620"/>
            <a:ext cx="1033834" cy="3360485"/>
            <a:chOff x="6777434" y="2296620"/>
            <a:chExt cx="1033834" cy="3360485"/>
          </a:xfrm>
        </p:grpSpPr>
        <p:grpSp>
          <p:nvGrpSpPr>
            <p:cNvPr id="666" name="Google Shape;666;p28"/>
            <p:cNvGrpSpPr/>
            <p:nvPr/>
          </p:nvGrpSpPr>
          <p:grpSpPr>
            <a:xfrm rot="10800000">
              <a:off x="6777434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667" name="Google Shape;667;p2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8" name="Google Shape;668;p2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69" name="Google Shape;669;p2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70" name="Google Shape;670;p28"/>
            <p:cNvSpPr/>
            <p:nvPr/>
          </p:nvSpPr>
          <p:spPr>
            <a:xfrm>
              <a:off x="7771212" y="2972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71" name="Google Shape;671;p28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72" name="Google Shape;672;p28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28"/>
          <p:cNvGrpSpPr/>
          <p:nvPr/>
        </p:nvGrpSpPr>
        <p:grpSpPr>
          <a:xfrm>
            <a:off x="6262859" y="-2197955"/>
            <a:ext cx="681217" cy="3360485"/>
            <a:chOff x="1337800" y="-2525590"/>
            <a:chExt cx="1498167" cy="7390555"/>
          </a:xfrm>
        </p:grpSpPr>
        <p:cxnSp>
          <p:nvCxnSpPr>
            <p:cNvPr id="674" name="Google Shape;674;p28"/>
            <p:cNvCxnSpPr/>
            <p:nvPr/>
          </p:nvCxnSpPr>
          <p:spPr>
            <a:xfrm rot="10800000" flipH="1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28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77" name="Google Shape;677;p28"/>
          <p:cNvSpPr/>
          <p:nvPr/>
        </p:nvSpPr>
        <p:spPr>
          <a:xfrm rot="-5400000">
            <a:off x="8215875" y="805548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678" name="Google Shape;678;p28"/>
          <p:cNvGrpSpPr/>
          <p:nvPr/>
        </p:nvGrpSpPr>
        <p:grpSpPr>
          <a:xfrm rot="10800000" flipH="1">
            <a:off x="-2068288" y="305430"/>
            <a:ext cx="4791669" cy="923822"/>
            <a:chOff x="-78438" y="3775205"/>
            <a:chExt cx="4791669" cy="923822"/>
          </a:xfrm>
        </p:grpSpPr>
        <p:cxnSp>
          <p:nvCxnSpPr>
            <p:cNvPr id="679" name="Google Shape;679;p2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1" name="Google Shape;681;p2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28"/>
          <p:cNvGrpSpPr/>
          <p:nvPr/>
        </p:nvGrpSpPr>
        <p:grpSpPr>
          <a:xfrm>
            <a:off x="3329300" y="-3035953"/>
            <a:ext cx="6471825" cy="4623428"/>
            <a:chOff x="3329300" y="-3035953"/>
            <a:chExt cx="6471825" cy="4623428"/>
          </a:xfrm>
        </p:grpSpPr>
        <p:grpSp>
          <p:nvGrpSpPr>
            <p:cNvPr id="683" name="Google Shape;683;p28"/>
            <p:cNvGrpSpPr/>
            <p:nvPr/>
          </p:nvGrpSpPr>
          <p:grpSpPr>
            <a:xfrm rot="5400000">
              <a:off x="2802525" y="-1414050"/>
              <a:ext cx="3859204" cy="615399"/>
              <a:chOff x="-6675" y="307100"/>
              <a:chExt cx="9140700" cy="4634025"/>
            </a:xfrm>
          </p:grpSpPr>
          <p:cxnSp>
            <p:nvCxnSpPr>
              <p:cNvPr id="684" name="Google Shape;684;p2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5" name="Google Shape;685;p2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6" name="Google Shape;686;p2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7" name="Google Shape;687;p2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8" name="Google Shape;688;p2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9" name="Google Shape;689;p2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0" name="Google Shape;690;p2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1" name="Google Shape;691;p2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2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2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94" name="Google Shape;694;p28"/>
            <p:cNvSpPr/>
            <p:nvPr/>
          </p:nvSpPr>
          <p:spPr>
            <a:xfrm>
              <a:off x="3329300" y="82325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E1E1D7D-30D3-3FE0-B80A-590CEAF061CD}"/>
              </a:ext>
            </a:extLst>
          </p:cNvPr>
          <p:cNvSpPr txBox="1"/>
          <p:nvPr/>
        </p:nvSpPr>
        <p:spPr>
          <a:xfrm>
            <a:off x="1114293" y="2047751"/>
            <a:ext cx="3457944" cy="1415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2400" b="1">
                <a:solidFill>
                  <a:schemeClr val="tx1"/>
                </a:solidFill>
              </a:rPr>
              <a:t>[ТЕМА ДОКЛАДА ИЛИ НАЗВАНИЕ ПРОЕКТА]</a:t>
            </a:r>
            <a:endParaRPr lang="ru-RU" sz="2400">
              <a:solidFill>
                <a:schemeClr val="tx1"/>
              </a:solidFill>
            </a:endParaRPr>
          </a:p>
          <a:p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5BEDDD-AA83-4D02-D442-41F53ED51841}"/>
              </a:ext>
            </a:extLst>
          </p:cNvPr>
          <p:cNvSpPr txBox="1"/>
          <p:nvPr/>
        </p:nvSpPr>
        <p:spPr>
          <a:xfrm>
            <a:off x="1112351" y="3362467"/>
            <a:ext cx="370154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tx1"/>
                </a:solidFill>
              </a:rPr>
              <a:t>[Краткое описание сути проекта, имя докладчика или название департамента]</a:t>
            </a:r>
            <a:endParaRPr lang="ru-RU" sz="1200">
              <a:solidFill>
                <a:schemeClr val="tx1"/>
              </a:solidFill>
            </a:endParaRPr>
          </a:p>
          <a:p>
            <a:endParaRPr lang="ru-RU" sz="120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2026-08-03T14:31:44.101</cp:lastPrinted>
  <dcterms:created xsi:type="dcterms:W3CDTF">2026-08-03T14:31:44Z</dcterms:created>
  <dcterms:modified xsi:type="dcterms:W3CDTF">2026-08-03T14:31:44Z</dcterms:modified>
</cp:coreProperties>
</file>