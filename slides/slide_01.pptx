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658"/>
        <p:cNvGrpSpPr/>
        <p:nvPr/>
      </p:nvGrpSpPr>
      <p:grpSpPr>
        <a:xfrm>
          <a:off x="0" y="0"/>
          <a: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1EFEECE-F1C7-4692-B43C-412E3542148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73B913A-C7F4-4424-891E-F8C0D0B5185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0A18911-FF36-4CFF-89E8-8B5FD57091A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B691663-5656-4008-8389-3728A3EAE19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4B578B1-5FB1-4F7C-9FD2-3BB4A30FDD0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3A28E54-C7BE-480F-931A-DBC3A85D494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3FF39A8F-AFBA-4067-BD33-5ED810968B6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4DF8233-A60D-4D88-8916-F0B9932C919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3538A6D-B7AF-4875-B3E1-9E9A2DD4EFB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418495A-9CEB-4707-914F-692AE6B7180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6BB19E0-9F06-4717-A9C9-9A1690B28C7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</a:xfrm>
      </p:grpSpPr>
      <p:sp>
        <p:nvSpPr>
          <p:cNvPr id="664" name="Google Shape;664;p28"/>
          <p:cNvSpPr/>
          <p:nvPr/>
        </p:nvSpPr>
        <p:spPr>
          <a:xfrm rot="-5400000">
            <a:off x="689075" y="22155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 flipH="1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E1E1D7D-30D3-3FE0-B80A-590CEAF061CD}"/>
              </a:ext>
            </a:extLst>
          </p:cNvPr>
          <p:cNvSpPr txBox="1"/>
          <p:nvPr/>
        </p:nvSpPr>
        <p:spPr>
          <a:xfrm>
            <a:off x="1114293" y="2047751"/>
            <a:ext cx="3457944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>
                <a:solidFill>
                  <a:schemeClr val="tx1"/>
                </a:solidFill>
              </a:rPr>
              <a:t>[ТЕМА ДОКЛАДА ИЛИ НАЗВАНИЕ ПРОЕКТА]</a:t>
            </a:r>
            <a:endParaRPr lang="ru-RU" sz="2400">
              <a:solidFill>
                <a:schemeClr val="tx1"/>
              </a:solidFill>
            </a:endParaRPr>
          </a:p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5BEDDD-AA83-4D02-D442-41F53ED51841}"/>
              </a:ext>
            </a:extLst>
          </p:cNvPr>
          <p:cNvSpPr txBox="1"/>
          <p:nvPr/>
        </p:nvSpPr>
        <p:spPr>
          <a:xfrm>
            <a:off x="1112351" y="3362467"/>
            <a:ext cx="37015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chemeClr val="tx1"/>
                </a:solidFill>
              </a:rPr>
              <a:t>[Краткое описание сути проекта, имя докладчика или название департамента]</a:t>
            </a:r>
            <a:endParaRPr lang="ru-RU" sz="1200">
              <a:solidFill>
                <a:schemeClr val="tx1"/>
              </a:solidFill>
            </a:endParaRPr>
          </a:p>
          <a:p>
            <a:endParaRPr lang="ru-RU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2026-08-02T20:29:31.403</cp:lastPrinted>
  <dcterms:created xsi:type="dcterms:W3CDTF">2026-08-02T20:29:31Z</dcterms:created>
  <dcterms:modified xsi:type="dcterms:W3CDTF">2026-08-02T20:29:31Z</dcterms:modified>
</cp:coreProperties>
</file>