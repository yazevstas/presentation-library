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658"/>
        <p:cNvGrpSpPr/>
        <p:nvPr/>
      </p:nvGrpSpPr>
      <p:grpSpPr>
        <a:xfrm>
          <a:off x="0" y="0"/>
          <a:ext cx="0" cy="0"/>
        </a:xfrm>
      </p:grpSpPr>
      <p:sp>
        <p:nvSpPr>
          <p:cNvPr id="659" name="Google Shape;659;g2576a45fa49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2576a45fa49_2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4C5A100-EBEB-4496-82F2-E146BB5063E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8BEA7F-C857-4F5A-BA61-1461D96790A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E382611-9C9F-4629-8D03-6AE4A1A9655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1B5C810-E379-4E4E-855B-4BB2613A0A8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41FC2D84-C95C-4AE9-90A7-6E394362B28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ED9C2583-63DE-46BB-87B4-5CE978888FC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EB123E56-BAF7-482E-BEE7-C321D6BFD15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B14BCE3-4547-4815-B5AD-EFFB5DADD6A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22FB096-4E70-4142-B35C-A80CDA04832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3A192E0-A672-4031-8870-B96A8B482BD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FFF1F6C-DB04-491C-B0C5-25D954D2657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chemeClr val="dk2"/>
        </a:solidFill>
        <a:effectLst/>
      </p:bgPr>
    </p:bg>
    <p:spTree>
      <p:nvGrpSpPr>
        <p:cNvPr id="1" name="Shape 661"/>
        <p:cNvGrpSpPr/>
        <p:nvPr/>
      </p:nvGrpSpPr>
      <p:grpSpPr>
        <a:xfrm>
          <a:off x="0" y="0"/>
          <a:ext cx="0" cy="0"/>
        </a:xfrm>
      </p:grpSpPr>
      <p:sp>
        <p:nvSpPr>
          <p:cNvPr id="662" name="Google Shape;662;p28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/>
              <a:t>[ТЕМА ДОКЛАДА ИЛИ НАЗВАНИЕ ПРОЕКТА]</a:t>
            </a:r>
            <a:endParaRPr lang="ru-RU"/>
          </a:p>
        </p:txBody>
      </p:sp>
      <p:sp>
        <p:nvSpPr>
          <p:cNvPr id="663" name="Google Shape;663;p28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[Краткое описание сути проекта, имя докладчика или название департамента]</a:t>
            </a:r>
            <a:endParaRPr lang="ru-RU"/>
          </a:p>
          <a:p>
            <a:pPr marL="0" indent="0"/>
            <a:endParaRPr lang="en"/>
          </a:p>
        </p:txBody>
      </p:sp>
      <p:sp>
        <p:nvSpPr>
          <p:cNvPr id="664" name="Google Shape;664;p28"/>
          <p:cNvSpPr/>
          <p:nvPr/>
        </p:nvSpPr>
        <p:spPr>
          <a:xfrm rot="-5400000">
            <a:off x="689075" y="22155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665" name="Google Shape;665;p28"/>
          <p:cNvGrpSpPr/>
          <p:nvPr/>
        </p:nvGrpSpPr>
        <p:grpSpPr>
          <a:xfrm>
            <a:off x="6777434" y="2296620"/>
            <a:ext cx="1033834" cy="3360485"/>
            <a:chOff x="6777434" y="2296620"/>
            <a:chExt cx="1033834" cy="3360485"/>
          </a:xfrm>
        </p:grpSpPr>
        <p:grpSp>
          <p:nvGrpSpPr>
            <p:cNvPr id="666" name="Google Shape;666;p28"/>
            <p:cNvGrpSpPr/>
            <p:nvPr/>
          </p:nvGrpSpPr>
          <p:grpSpPr>
            <a:xfrm rot="10800000">
              <a:off x="6777434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667" name="Google Shape;667;p2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8" name="Google Shape;668;p2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669" name="Google Shape;669;p2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70" name="Google Shape;670;p28"/>
            <p:cNvSpPr/>
            <p:nvPr/>
          </p:nvSpPr>
          <p:spPr>
            <a:xfrm>
              <a:off x="7771212" y="2972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71" name="Google Shape;671;p28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72" name="Google Shape;672;p28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73" name="Google Shape;673;p28"/>
          <p:cNvGrpSpPr/>
          <p:nvPr/>
        </p:nvGrpSpPr>
        <p:grpSpPr>
          <a:xfrm>
            <a:off x="6262859" y="-2197955"/>
            <a:ext cx="681217" cy="3360485"/>
            <a:chOff x="1337800" y="-2525590"/>
            <a:chExt cx="1498167" cy="7390555"/>
          </a:xfrm>
        </p:grpSpPr>
        <p:cxnSp>
          <p:nvCxnSpPr>
            <p:cNvPr id="674" name="Google Shape;674;p28"/>
            <p:cNvCxnSpPr/>
            <p:nvPr/>
          </p:nvCxnSpPr>
          <p:spPr>
            <a:xfrm rot="10800000" flipH="1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5" name="Google Shape;675;p28"/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76" name="Google Shape;676;p28"/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77" name="Google Shape;677;p28"/>
          <p:cNvSpPr/>
          <p:nvPr/>
        </p:nvSpPr>
        <p:spPr>
          <a:xfrm rot="-5400000">
            <a:off x="8215875" y="805548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678" name="Google Shape;678;p28"/>
          <p:cNvGrpSpPr/>
          <p:nvPr/>
        </p:nvGrpSpPr>
        <p:grpSpPr>
          <a:xfrm rot="10800000" flipH="1">
            <a:off x="-2068288" y="305430"/>
            <a:ext cx="4791669" cy="923822"/>
            <a:chOff x="-78438" y="3775205"/>
            <a:chExt cx="4791669" cy="923822"/>
          </a:xfrm>
        </p:grpSpPr>
        <p:cxnSp>
          <p:nvCxnSpPr>
            <p:cNvPr id="679" name="Google Shape;679;p2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0" name="Google Shape;680;p2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81" name="Google Shape;681;p2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82" name="Google Shape;682;p28"/>
          <p:cNvGrpSpPr/>
          <p:nvPr/>
        </p:nvGrpSpPr>
        <p:grpSpPr>
          <a:xfrm>
            <a:off x="3329300" y="-3035953"/>
            <a:ext cx="6471825" cy="4623428"/>
            <a:chOff x="3329300" y="-3035953"/>
            <a:chExt cx="6471825" cy="4623428"/>
          </a:xfrm>
        </p:grpSpPr>
        <p:grpSp>
          <p:nvGrpSpPr>
            <p:cNvPr id="683" name="Google Shape;683;p28"/>
            <p:cNvGrpSpPr/>
            <p:nvPr/>
          </p:nvGrpSpPr>
          <p:grpSpPr>
            <a:xfrm rot="5400000">
              <a:off x="2802525" y="-1414050"/>
              <a:ext cx="3859204" cy="615399"/>
              <a:chOff x="-6675" y="307100"/>
              <a:chExt cx="9140700" cy="4634025"/>
            </a:xfrm>
          </p:grpSpPr>
          <p:cxnSp>
            <p:nvCxnSpPr>
              <p:cNvPr id="684" name="Google Shape;684;p2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5" name="Google Shape;685;p2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6" name="Google Shape;686;p2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7" name="Google Shape;687;p2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8" name="Google Shape;688;p2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9" name="Google Shape;689;p2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0" name="Google Shape;690;p2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1" name="Google Shape;691;p2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2" name="Google Shape;692;p2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3" name="Google Shape;693;p2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94" name="Google Shape;694;p28"/>
            <p:cNvSpPr/>
            <p:nvPr/>
          </p:nvSpPr>
          <p:spPr>
            <a:xfrm>
              <a:off x="3329300" y="82325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[ТЕМА ДОКЛАДА ИЛИ НАЗВАНИЕ ПРОЕКТА]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2026-07-08T12:42:35.228</cp:lastPrinted>
  <dcterms:created xsi:type="dcterms:W3CDTF">2026-07-08T19:42:35Z</dcterms:created>
  <dcterms:modified xsi:type="dcterms:W3CDTF">2026-07-08T19:42:35Z</dcterms:modified>
</cp:coreProperties>
</file>