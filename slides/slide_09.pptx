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10"/>
        <p:cNvGrpSpPr/>
        <p:nvPr/>
      </p:nvGrpSpPr>
      <p:grpSpPr>
        <a:xfrm>
          <a:off x="0" y="0"/>
          <a:ext cx="0" cy="0"/>
        </a:xfrm>
      </p:grpSpPr>
      <p:sp>
        <p:nvSpPr>
          <p:cNvPr id="911" name="Google Shape;911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8AF3B05-98A1-4A95-A9F8-618AD8DE496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5E55A31-E04C-4D8B-9AE7-7E5337C01E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0B065C2-B6DD-4C23-80CC-C1BDD606BD8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BB6E2AC-374A-4D94-88EC-7C1735DADE8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45A1C78-0B38-4CEE-B075-9FE749E2D44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F30C640-4E0D-41F8-AD35-C74F919B72F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05CD320-AC75-4BDB-844D-1BF18D7C9BA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1ECB6DD-AE3F-4B87-8EE2-E1EDBDEBB49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90C6337-3413-483E-BDF8-4F19D315959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5BBC36-1295-4572-A112-4C0B94F6A19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FECC968-5052-46E6-AC34-1949D0AB672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Relationship Id="rId4" Type="http://schemas.openxmlformats.org/officeDocument/2006/relationships/hyperlink" Target="https://docs.google.com/spreadsheets/d/1kzDdCUJhF5jRAMppPV42AWyWWGjeS6UnPmm8dyOKRBM/copy" TargetMode="External" 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88591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>
                <a:latin typeface="Arial"/>
                <a:cs typeface="Arial"/>
              </a:rPr>
              <a:t>ВЫРУЧКА ПО КВАРТАЛАМ</a:t>
            </a:r>
          </a:p>
        </p:txBody>
      </p:sp>
      <p:pic>
        <p:nvPicPr>
          <p:cNvPr id="924" name="Google Shape;924;p39">
            <a:hlinkClick r:id="rId4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500" y="1258888"/>
            <a:ext cx="4746723" cy="293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5" name="Google Shape;925;p39"/>
          <p:cNvGrpSpPr/>
          <p:nvPr/>
        </p:nvGrpSpPr>
        <p:grpSpPr>
          <a:xfrm>
            <a:off x="6227775" y="1405088"/>
            <a:ext cx="345125" cy="345075"/>
            <a:chOff x="997838" y="2118050"/>
            <a:chExt cx="345125" cy="345075"/>
          </a:xfrm>
        </p:grpSpPr>
        <p:sp>
          <p:nvSpPr>
            <p:cNvPr id="926" name="Google Shape;926;p39"/>
            <p:cNvSpPr/>
            <p:nvPr/>
          </p:nvSpPr>
          <p:spPr>
            <a:xfrm>
              <a:off x="1052463" y="2118050"/>
              <a:ext cx="235875" cy="345075"/>
            </a:xfrm>
            <a:custGeom>
              <a:rect l="l" t="t" r="r" b="b"/>
              <a:pathLst>
                <a:path w="9435" h="13803" extrusionOk="0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711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11" y="8908"/>
                    <a:pt x="2724" y="8170"/>
                    <a:pt x="2130" y="7631"/>
                  </a:cubicBezTo>
                  <a:cubicBezTo>
                    <a:pt x="1288" y="6896"/>
                    <a:pt x="808" y="5833"/>
                    <a:pt x="808" y="4711"/>
                  </a:cubicBezTo>
                  <a:cubicBezTo>
                    <a:pt x="808" y="2559"/>
                    <a:pt x="2562" y="806"/>
                    <a:pt x="4710" y="806"/>
                  </a:cubicBezTo>
                  <a:close/>
                  <a:moveTo>
                    <a:pt x="6197" y="10507"/>
                  </a:moveTo>
                  <a:lnTo>
                    <a:pt x="6197" y="11244"/>
                  </a:lnTo>
                  <a:cubicBezTo>
                    <a:pt x="6197" y="11315"/>
                    <a:pt x="6138" y="11373"/>
                    <a:pt x="6068" y="11373"/>
                  </a:cubicBezTo>
                  <a:lnTo>
                    <a:pt x="3367" y="11373"/>
                  </a:lnTo>
                  <a:cubicBezTo>
                    <a:pt x="3297" y="11373"/>
                    <a:pt x="3238" y="11315"/>
                    <a:pt x="3238" y="11244"/>
                  </a:cubicBezTo>
                  <a:lnTo>
                    <a:pt x="3238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82" y="12987"/>
                    <a:pt x="5260" y="12987"/>
                  </a:cubicBezTo>
                  <a:lnTo>
                    <a:pt x="4175" y="12987"/>
                  </a:lnTo>
                  <a:cubicBezTo>
                    <a:pt x="3953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21" y="9399"/>
                    <a:pt x="2421" y="10111"/>
                  </a:cubicBezTo>
                  <a:lnTo>
                    <a:pt x="2421" y="11244"/>
                  </a:lnTo>
                  <a:cubicBezTo>
                    <a:pt x="2421" y="11618"/>
                    <a:pt x="2643" y="11935"/>
                    <a:pt x="2971" y="12086"/>
                  </a:cubicBezTo>
                  <a:lnTo>
                    <a:pt x="2971" y="12588"/>
                  </a:lnTo>
                  <a:cubicBezTo>
                    <a:pt x="2971" y="13256"/>
                    <a:pt x="3507" y="13803"/>
                    <a:pt x="4175" y="13803"/>
                  </a:cubicBezTo>
                  <a:lnTo>
                    <a:pt x="5260" y="13803"/>
                  </a:lnTo>
                  <a:cubicBezTo>
                    <a:pt x="5928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92" y="11935"/>
                    <a:pt x="7014" y="11618"/>
                    <a:pt x="7014" y="11244"/>
                  </a:cubicBezTo>
                  <a:lnTo>
                    <a:pt x="7014" y="10111"/>
                  </a:lnTo>
                  <a:cubicBezTo>
                    <a:pt x="7014" y="9399"/>
                    <a:pt x="7319" y="8708"/>
                    <a:pt x="7844" y="8240"/>
                  </a:cubicBezTo>
                  <a:cubicBezTo>
                    <a:pt x="8862" y="7351"/>
                    <a:pt x="9435" y="6066"/>
                    <a:pt x="9435" y="4711"/>
                  </a:cubicBezTo>
                  <a:cubicBezTo>
                    <a:pt x="9435" y="2116"/>
                    <a:pt x="7319" y="1"/>
                    <a:pt x="4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7" name="Google Shape;927;p39"/>
            <p:cNvSpPr/>
            <p:nvPr/>
          </p:nvSpPr>
          <p:spPr>
            <a:xfrm>
              <a:off x="1302613" y="2225850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399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9" y="808"/>
                  </a:cubicBezTo>
                  <a:lnTo>
                    <a:pt x="1204" y="808"/>
                  </a:lnTo>
                  <a:cubicBezTo>
                    <a:pt x="1426" y="808"/>
                    <a:pt x="1614" y="620"/>
                    <a:pt x="1614" y="399"/>
                  </a:cubicBezTo>
                  <a:cubicBezTo>
                    <a:pt x="1614" y="177"/>
                    <a:pt x="1426" y="0"/>
                    <a:pt x="1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8" name="Google Shape;928;p39"/>
            <p:cNvSpPr/>
            <p:nvPr/>
          </p:nvSpPr>
          <p:spPr>
            <a:xfrm>
              <a:off x="1294413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1159" y="1"/>
                  </a:moveTo>
                  <a:cubicBezTo>
                    <a:pt x="1091" y="1"/>
                    <a:pt x="1022" y="19"/>
                    <a:pt x="960" y="57"/>
                  </a:cubicBezTo>
                  <a:lnTo>
                    <a:pt x="259" y="455"/>
                  </a:lnTo>
                  <a:cubicBezTo>
                    <a:pt x="60" y="573"/>
                    <a:pt x="1" y="817"/>
                    <a:pt x="107" y="1016"/>
                  </a:cubicBezTo>
                  <a:cubicBezTo>
                    <a:pt x="184" y="1141"/>
                    <a:pt x="319" y="1214"/>
                    <a:pt x="456" y="1214"/>
                  </a:cubicBezTo>
                  <a:cubicBezTo>
                    <a:pt x="525" y="1214"/>
                    <a:pt x="594" y="1196"/>
                    <a:pt x="657" y="1157"/>
                  </a:cubicBezTo>
                  <a:lnTo>
                    <a:pt x="1358" y="758"/>
                  </a:lnTo>
                  <a:cubicBezTo>
                    <a:pt x="1555" y="643"/>
                    <a:pt x="1625" y="396"/>
                    <a:pt x="1510" y="197"/>
                  </a:cubicBezTo>
                  <a:cubicBezTo>
                    <a:pt x="1431" y="73"/>
                    <a:pt x="1296" y="1"/>
                    <a:pt x="1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9" name="Google Shape;929;p39"/>
            <p:cNvSpPr/>
            <p:nvPr/>
          </p:nvSpPr>
          <p:spPr>
            <a:xfrm>
              <a:off x="1294413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468" y="0"/>
                  </a:moveTo>
                  <a:cubicBezTo>
                    <a:pt x="327" y="0"/>
                    <a:pt x="186" y="74"/>
                    <a:pt x="107" y="203"/>
                  </a:cubicBezTo>
                  <a:cubicBezTo>
                    <a:pt x="1" y="399"/>
                    <a:pt x="60" y="646"/>
                    <a:pt x="259" y="750"/>
                  </a:cubicBezTo>
                  <a:lnTo>
                    <a:pt x="960" y="1159"/>
                  </a:lnTo>
                  <a:cubicBezTo>
                    <a:pt x="1022" y="1198"/>
                    <a:pt x="1091" y="1217"/>
                    <a:pt x="1158" y="1217"/>
                  </a:cubicBezTo>
                  <a:cubicBezTo>
                    <a:pt x="1296" y="1217"/>
                    <a:pt x="1431" y="1141"/>
                    <a:pt x="1510" y="1008"/>
                  </a:cubicBezTo>
                  <a:cubicBezTo>
                    <a:pt x="1625" y="820"/>
                    <a:pt x="1555" y="576"/>
                    <a:pt x="1358" y="458"/>
                  </a:cubicBezTo>
                  <a:lnTo>
                    <a:pt x="657" y="48"/>
                  </a:lnTo>
                  <a:cubicBezTo>
                    <a:pt x="598" y="16"/>
                    <a:pt x="533" y="0"/>
                    <a:pt x="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997838" y="2225850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410" y="0"/>
                  </a:moveTo>
                  <a:cubicBezTo>
                    <a:pt x="177" y="0"/>
                    <a:pt x="0" y="177"/>
                    <a:pt x="0" y="399"/>
                  </a:cubicBezTo>
                  <a:cubicBezTo>
                    <a:pt x="0" y="620"/>
                    <a:pt x="177" y="808"/>
                    <a:pt x="410" y="808"/>
                  </a:cubicBezTo>
                  <a:lnTo>
                    <a:pt x="1215" y="808"/>
                  </a:lnTo>
                  <a:cubicBezTo>
                    <a:pt x="1439" y="808"/>
                    <a:pt x="1613" y="620"/>
                    <a:pt x="1613" y="399"/>
                  </a:cubicBezTo>
                  <a:cubicBezTo>
                    <a:pt x="1613" y="177"/>
                    <a:pt x="1439" y="0"/>
                    <a:pt x="1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31" name="Google Shape;931;p39"/>
            <p:cNvSpPr/>
            <p:nvPr/>
          </p:nvSpPr>
          <p:spPr>
            <a:xfrm>
              <a:off x="1005763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6" y="1"/>
                  </a:moveTo>
                  <a:cubicBezTo>
                    <a:pt x="329" y="1"/>
                    <a:pt x="194" y="73"/>
                    <a:pt x="115" y="197"/>
                  </a:cubicBezTo>
                  <a:cubicBezTo>
                    <a:pt x="0" y="396"/>
                    <a:pt x="70" y="643"/>
                    <a:pt x="267" y="758"/>
                  </a:cubicBezTo>
                  <a:lnTo>
                    <a:pt x="968" y="1157"/>
                  </a:lnTo>
                  <a:cubicBezTo>
                    <a:pt x="1031" y="1196"/>
                    <a:pt x="1100" y="1214"/>
                    <a:pt x="1169" y="1214"/>
                  </a:cubicBezTo>
                  <a:cubicBezTo>
                    <a:pt x="1306" y="1214"/>
                    <a:pt x="1441" y="1141"/>
                    <a:pt x="1518" y="1016"/>
                  </a:cubicBezTo>
                  <a:cubicBezTo>
                    <a:pt x="1624" y="817"/>
                    <a:pt x="1565" y="573"/>
                    <a:pt x="1366" y="455"/>
                  </a:cubicBezTo>
                  <a:lnTo>
                    <a:pt x="665" y="57"/>
                  </a:lnTo>
                  <a:cubicBezTo>
                    <a:pt x="603" y="19"/>
                    <a:pt x="534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32" name="Google Shape;932;p39"/>
            <p:cNvSpPr/>
            <p:nvPr/>
          </p:nvSpPr>
          <p:spPr>
            <a:xfrm>
              <a:off x="1005763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1157" y="0"/>
                  </a:moveTo>
                  <a:cubicBezTo>
                    <a:pt x="1092" y="0"/>
                    <a:pt x="1027" y="16"/>
                    <a:pt x="968" y="48"/>
                  </a:cubicBezTo>
                  <a:lnTo>
                    <a:pt x="267" y="458"/>
                  </a:lnTo>
                  <a:cubicBezTo>
                    <a:pt x="70" y="576"/>
                    <a:pt x="0" y="820"/>
                    <a:pt x="115" y="1008"/>
                  </a:cubicBezTo>
                  <a:cubicBezTo>
                    <a:pt x="194" y="1141"/>
                    <a:pt x="329" y="1217"/>
                    <a:pt x="467" y="1217"/>
                  </a:cubicBezTo>
                  <a:cubicBezTo>
                    <a:pt x="534" y="1217"/>
                    <a:pt x="603" y="1198"/>
                    <a:pt x="665" y="1159"/>
                  </a:cubicBezTo>
                  <a:lnTo>
                    <a:pt x="1366" y="750"/>
                  </a:lnTo>
                  <a:cubicBezTo>
                    <a:pt x="1565" y="646"/>
                    <a:pt x="1624" y="399"/>
                    <a:pt x="1518" y="203"/>
                  </a:cubicBezTo>
                  <a:cubicBezTo>
                    <a:pt x="1439" y="74"/>
                    <a:pt x="1298" y="0"/>
                    <a:pt x="1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33" name="Google Shape;933;p39"/>
            <p:cNvSpPr/>
            <p:nvPr/>
          </p:nvSpPr>
          <p:spPr>
            <a:xfrm>
              <a:off x="1092788" y="2158375"/>
              <a:ext cx="155225" cy="155175"/>
            </a:xfrm>
            <a:custGeom>
              <a:rect l="l" t="t" r="r" b="b"/>
              <a:pathLst>
                <a:path w="6209" h="6207" extrusionOk="0">
                  <a:moveTo>
                    <a:pt x="3097" y="806"/>
                  </a:moveTo>
                  <a:cubicBezTo>
                    <a:pt x="4374" y="806"/>
                    <a:pt x="5401" y="1835"/>
                    <a:pt x="5401" y="3098"/>
                  </a:cubicBezTo>
                  <a:cubicBezTo>
                    <a:pt x="5401" y="4360"/>
                    <a:pt x="4374" y="5387"/>
                    <a:pt x="3097" y="5387"/>
                  </a:cubicBezTo>
                  <a:cubicBezTo>
                    <a:pt x="1835" y="5387"/>
                    <a:pt x="808" y="4360"/>
                    <a:pt x="808" y="3098"/>
                  </a:cubicBezTo>
                  <a:cubicBezTo>
                    <a:pt x="808" y="1835"/>
                    <a:pt x="1835" y="806"/>
                    <a:pt x="3097" y="806"/>
                  </a:cubicBezTo>
                  <a:close/>
                  <a:moveTo>
                    <a:pt x="3097" y="1"/>
                  </a:moveTo>
                  <a:cubicBezTo>
                    <a:pt x="1392" y="1"/>
                    <a:pt x="0" y="1389"/>
                    <a:pt x="0" y="3098"/>
                  </a:cubicBezTo>
                  <a:cubicBezTo>
                    <a:pt x="0" y="4815"/>
                    <a:pt x="1392" y="6206"/>
                    <a:pt x="3097" y="6206"/>
                  </a:cubicBezTo>
                  <a:cubicBezTo>
                    <a:pt x="4817" y="6206"/>
                    <a:pt x="6209" y="4815"/>
                    <a:pt x="6209" y="3098"/>
                  </a:cubicBezTo>
                  <a:cubicBezTo>
                    <a:pt x="6209" y="1389"/>
                    <a:pt x="4817" y="1"/>
                    <a:pt x="3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34" name="Google Shape;934;p39"/>
            <p:cNvSpPr/>
            <p:nvPr/>
          </p:nvSpPr>
          <p:spPr>
            <a:xfrm>
              <a:off x="1133388" y="2198700"/>
              <a:ext cx="65250" cy="74225"/>
            </a:xfrm>
            <a:custGeom>
              <a:rect l="l" t="t" r="r" b="b"/>
              <a:pathLst>
                <a:path w="2610" h="2969" extrusionOk="0">
                  <a:moveTo>
                    <a:pt x="1473" y="1"/>
                  </a:moveTo>
                  <a:cubicBezTo>
                    <a:pt x="668" y="1"/>
                    <a:pt x="1" y="666"/>
                    <a:pt x="1" y="1485"/>
                  </a:cubicBezTo>
                  <a:cubicBezTo>
                    <a:pt x="1" y="2301"/>
                    <a:pt x="668" y="2969"/>
                    <a:pt x="1473" y="2969"/>
                  </a:cubicBezTo>
                  <a:cubicBezTo>
                    <a:pt x="1813" y="2969"/>
                    <a:pt x="2105" y="2862"/>
                    <a:pt x="2340" y="2652"/>
                  </a:cubicBezTo>
                  <a:cubicBezTo>
                    <a:pt x="2385" y="2618"/>
                    <a:pt x="2433" y="2571"/>
                    <a:pt x="2469" y="2526"/>
                  </a:cubicBezTo>
                  <a:cubicBezTo>
                    <a:pt x="2610" y="2349"/>
                    <a:pt x="2584" y="2091"/>
                    <a:pt x="2422" y="1951"/>
                  </a:cubicBezTo>
                  <a:cubicBezTo>
                    <a:pt x="2344" y="1889"/>
                    <a:pt x="2251" y="1859"/>
                    <a:pt x="2159" y="1859"/>
                  </a:cubicBezTo>
                  <a:cubicBezTo>
                    <a:pt x="2043" y="1859"/>
                    <a:pt x="1928" y="1907"/>
                    <a:pt x="1849" y="1998"/>
                  </a:cubicBezTo>
                  <a:cubicBezTo>
                    <a:pt x="1838" y="2021"/>
                    <a:pt x="1824" y="2035"/>
                    <a:pt x="1802" y="2046"/>
                  </a:cubicBezTo>
                  <a:cubicBezTo>
                    <a:pt x="1720" y="2127"/>
                    <a:pt x="1614" y="2161"/>
                    <a:pt x="1473" y="2161"/>
                  </a:cubicBezTo>
                  <a:cubicBezTo>
                    <a:pt x="1112" y="2161"/>
                    <a:pt x="809" y="1858"/>
                    <a:pt x="809" y="1485"/>
                  </a:cubicBezTo>
                  <a:cubicBezTo>
                    <a:pt x="809" y="1123"/>
                    <a:pt x="1112" y="817"/>
                    <a:pt x="1473" y="817"/>
                  </a:cubicBezTo>
                  <a:cubicBezTo>
                    <a:pt x="1614" y="817"/>
                    <a:pt x="1743" y="854"/>
                    <a:pt x="1861" y="935"/>
                  </a:cubicBezTo>
                  <a:cubicBezTo>
                    <a:pt x="1929" y="978"/>
                    <a:pt x="2006" y="999"/>
                    <a:pt x="2081" y="999"/>
                  </a:cubicBezTo>
                  <a:cubicBezTo>
                    <a:pt x="2212" y="999"/>
                    <a:pt x="2340" y="936"/>
                    <a:pt x="2422" y="817"/>
                  </a:cubicBezTo>
                  <a:cubicBezTo>
                    <a:pt x="2540" y="632"/>
                    <a:pt x="2492" y="385"/>
                    <a:pt x="2304" y="256"/>
                  </a:cubicBezTo>
                  <a:cubicBezTo>
                    <a:pt x="2060" y="93"/>
                    <a:pt x="1779" y="1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935" name="Google Shape;935;p39"/>
          <p:cNvSpPr/>
          <p:nvPr/>
        </p:nvSpPr>
        <p:spPr>
          <a:xfrm>
            <a:off x="6220700" y="2159375"/>
            <a:ext cx="359300" cy="345150"/>
          </a:xfrm>
          <a:custGeom>
            <a:rect l="l" t="t" r="r" b="b"/>
            <a:pathLst>
              <a:path w="14372" h="13805" extrusionOk="0">
                <a:moveTo>
                  <a:pt x="7196" y="2493"/>
                </a:moveTo>
                <a:lnTo>
                  <a:pt x="8809" y="3217"/>
                </a:lnTo>
                <a:cubicBezTo>
                  <a:pt x="8842" y="3231"/>
                  <a:pt x="8879" y="3242"/>
                  <a:pt x="8901" y="3265"/>
                </a:cubicBezTo>
                <a:lnTo>
                  <a:pt x="5476" y="3265"/>
                </a:lnTo>
                <a:cubicBezTo>
                  <a:pt x="5501" y="3242"/>
                  <a:pt x="5535" y="3231"/>
                  <a:pt x="5571" y="3217"/>
                </a:cubicBezTo>
                <a:lnTo>
                  <a:pt x="7196" y="2493"/>
                </a:lnTo>
                <a:close/>
                <a:moveTo>
                  <a:pt x="12876" y="3545"/>
                </a:moveTo>
                <a:cubicBezTo>
                  <a:pt x="13098" y="3545"/>
                  <a:pt x="13286" y="3722"/>
                  <a:pt x="13286" y="3943"/>
                </a:cubicBezTo>
                <a:cubicBezTo>
                  <a:pt x="13286" y="4165"/>
                  <a:pt x="13098" y="4353"/>
                  <a:pt x="12876" y="4353"/>
                </a:cubicBezTo>
                <a:cubicBezTo>
                  <a:pt x="12655" y="4353"/>
                  <a:pt x="12478" y="4165"/>
                  <a:pt x="12478" y="3943"/>
                </a:cubicBezTo>
                <a:cubicBezTo>
                  <a:pt x="12478" y="3722"/>
                  <a:pt x="12655" y="3545"/>
                  <a:pt x="12876" y="3545"/>
                </a:cubicBezTo>
                <a:close/>
                <a:moveTo>
                  <a:pt x="9218" y="4072"/>
                </a:moveTo>
                <a:lnTo>
                  <a:pt x="9218" y="4878"/>
                </a:lnTo>
                <a:lnTo>
                  <a:pt x="5173" y="4878"/>
                </a:lnTo>
                <a:lnTo>
                  <a:pt x="5173" y="4072"/>
                </a:lnTo>
                <a:close/>
                <a:moveTo>
                  <a:pt x="8901" y="5685"/>
                </a:moveTo>
                <a:cubicBezTo>
                  <a:pt x="8879" y="5708"/>
                  <a:pt x="8842" y="5719"/>
                  <a:pt x="8809" y="5742"/>
                </a:cubicBezTo>
                <a:lnTo>
                  <a:pt x="7196" y="6457"/>
                </a:lnTo>
                <a:lnTo>
                  <a:pt x="5571" y="5742"/>
                </a:lnTo>
                <a:cubicBezTo>
                  <a:pt x="5535" y="5719"/>
                  <a:pt x="5501" y="5708"/>
                  <a:pt x="5476" y="5685"/>
                </a:cubicBezTo>
                <a:close/>
                <a:moveTo>
                  <a:pt x="7196" y="7343"/>
                </a:moveTo>
                <a:lnTo>
                  <a:pt x="8809" y="8070"/>
                </a:lnTo>
                <a:cubicBezTo>
                  <a:pt x="8842" y="8081"/>
                  <a:pt x="8879" y="8092"/>
                  <a:pt x="8901" y="8115"/>
                </a:cubicBezTo>
                <a:lnTo>
                  <a:pt x="5476" y="8115"/>
                </a:lnTo>
                <a:cubicBezTo>
                  <a:pt x="5501" y="8092"/>
                  <a:pt x="5535" y="8081"/>
                  <a:pt x="5571" y="8070"/>
                </a:cubicBezTo>
                <a:lnTo>
                  <a:pt x="7196" y="7343"/>
                </a:lnTo>
                <a:close/>
                <a:moveTo>
                  <a:pt x="9218" y="8923"/>
                </a:moveTo>
                <a:lnTo>
                  <a:pt x="9218" y="9728"/>
                </a:lnTo>
                <a:lnTo>
                  <a:pt x="5173" y="9728"/>
                </a:lnTo>
                <a:lnTo>
                  <a:pt x="5173" y="8923"/>
                </a:lnTo>
                <a:close/>
                <a:moveTo>
                  <a:pt x="1504" y="9473"/>
                </a:moveTo>
                <a:cubicBezTo>
                  <a:pt x="1725" y="9473"/>
                  <a:pt x="1899" y="9658"/>
                  <a:pt x="1899" y="9879"/>
                </a:cubicBezTo>
                <a:cubicBezTo>
                  <a:pt x="1899" y="10104"/>
                  <a:pt x="1725" y="10278"/>
                  <a:pt x="1504" y="10278"/>
                </a:cubicBezTo>
                <a:cubicBezTo>
                  <a:pt x="1282" y="10278"/>
                  <a:pt x="1094" y="10104"/>
                  <a:pt x="1094" y="9879"/>
                </a:cubicBezTo>
                <a:cubicBezTo>
                  <a:pt x="1094" y="9658"/>
                  <a:pt x="1282" y="9473"/>
                  <a:pt x="1504" y="9473"/>
                </a:cubicBezTo>
                <a:close/>
                <a:moveTo>
                  <a:pt x="8901" y="10547"/>
                </a:moveTo>
                <a:cubicBezTo>
                  <a:pt x="8879" y="10558"/>
                  <a:pt x="8842" y="10581"/>
                  <a:pt x="8809" y="10595"/>
                </a:cubicBezTo>
                <a:lnTo>
                  <a:pt x="7196" y="11307"/>
                </a:lnTo>
                <a:lnTo>
                  <a:pt x="5571" y="10595"/>
                </a:lnTo>
                <a:cubicBezTo>
                  <a:pt x="5535" y="10581"/>
                  <a:pt x="5501" y="10558"/>
                  <a:pt x="5476" y="10547"/>
                </a:cubicBezTo>
                <a:close/>
                <a:moveTo>
                  <a:pt x="4765" y="1"/>
                </a:moveTo>
                <a:cubicBezTo>
                  <a:pt x="4701" y="1"/>
                  <a:pt x="4632" y="16"/>
                  <a:pt x="4564" y="50"/>
                </a:cubicBezTo>
                <a:cubicBezTo>
                  <a:pt x="4460" y="97"/>
                  <a:pt x="4368" y="249"/>
                  <a:pt x="4354" y="367"/>
                </a:cubicBezTo>
                <a:cubicBezTo>
                  <a:pt x="4343" y="880"/>
                  <a:pt x="4648" y="1360"/>
                  <a:pt x="5114" y="1570"/>
                </a:cubicBezTo>
                <a:lnTo>
                  <a:pt x="6191" y="2050"/>
                </a:lnTo>
                <a:lnTo>
                  <a:pt x="5243" y="2471"/>
                </a:lnTo>
                <a:cubicBezTo>
                  <a:pt x="4704" y="2715"/>
                  <a:pt x="4354" y="3242"/>
                  <a:pt x="4354" y="3826"/>
                </a:cubicBezTo>
                <a:lnTo>
                  <a:pt x="4354" y="5124"/>
                </a:lnTo>
                <a:cubicBezTo>
                  <a:pt x="4354" y="5708"/>
                  <a:pt x="4704" y="6247"/>
                  <a:pt x="5243" y="6479"/>
                </a:cubicBezTo>
                <a:lnTo>
                  <a:pt x="6191" y="6900"/>
                </a:lnTo>
                <a:lnTo>
                  <a:pt x="5243" y="7321"/>
                </a:lnTo>
                <a:cubicBezTo>
                  <a:pt x="4881" y="7484"/>
                  <a:pt x="4612" y="7764"/>
                  <a:pt x="4472" y="8115"/>
                </a:cubicBezTo>
                <a:lnTo>
                  <a:pt x="3117" y="8115"/>
                </a:lnTo>
                <a:cubicBezTo>
                  <a:pt x="3021" y="8115"/>
                  <a:pt x="2929" y="8151"/>
                  <a:pt x="2859" y="8210"/>
                </a:cubicBezTo>
                <a:lnTo>
                  <a:pt x="2124" y="8827"/>
                </a:lnTo>
                <a:cubicBezTo>
                  <a:pt x="1938" y="8716"/>
                  <a:pt x="1726" y="8653"/>
                  <a:pt x="1498" y="8653"/>
                </a:cubicBezTo>
                <a:cubicBezTo>
                  <a:pt x="1324" y="8653"/>
                  <a:pt x="1141" y="8690"/>
                  <a:pt x="954" y="8771"/>
                </a:cubicBezTo>
                <a:cubicBezTo>
                  <a:pt x="721" y="8875"/>
                  <a:pt x="522" y="9074"/>
                  <a:pt x="415" y="9307"/>
                </a:cubicBezTo>
                <a:cubicBezTo>
                  <a:pt x="0" y="10206"/>
                  <a:pt x="646" y="11081"/>
                  <a:pt x="1497" y="11081"/>
                </a:cubicBezTo>
                <a:cubicBezTo>
                  <a:pt x="1676" y="11081"/>
                  <a:pt x="1864" y="11042"/>
                  <a:pt x="2053" y="10957"/>
                </a:cubicBezTo>
                <a:cubicBezTo>
                  <a:pt x="2286" y="10850"/>
                  <a:pt x="2485" y="10665"/>
                  <a:pt x="2589" y="10418"/>
                </a:cubicBezTo>
                <a:cubicBezTo>
                  <a:pt x="2741" y="10079"/>
                  <a:pt x="2741" y="9739"/>
                  <a:pt x="2637" y="9447"/>
                </a:cubicBezTo>
                <a:lnTo>
                  <a:pt x="3268" y="8923"/>
                </a:lnTo>
                <a:lnTo>
                  <a:pt x="4354" y="8923"/>
                </a:lnTo>
                <a:lnTo>
                  <a:pt x="4354" y="9975"/>
                </a:lnTo>
                <a:cubicBezTo>
                  <a:pt x="4354" y="10558"/>
                  <a:pt x="4704" y="11097"/>
                  <a:pt x="5243" y="11330"/>
                </a:cubicBezTo>
                <a:lnTo>
                  <a:pt x="6191" y="11751"/>
                </a:lnTo>
                <a:lnTo>
                  <a:pt x="5114" y="12230"/>
                </a:lnTo>
                <a:cubicBezTo>
                  <a:pt x="4648" y="12441"/>
                  <a:pt x="4343" y="12920"/>
                  <a:pt x="4354" y="13434"/>
                </a:cubicBezTo>
                <a:cubicBezTo>
                  <a:pt x="4368" y="13563"/>
                  <a:pt x="4460" y="13703"/>
                  <a:pt x="4564" y="13762"/>
                </a:cubicBezTo>
                <a:cubicBezTo>
                  <a:pt x="4629" y="13792"/>
                  <a:pt x="4694" y="13805"/>
                  <a:pt x="4755" y="13805"/>
                </a:cubicBezTo>
                <a:cubicBezTo>
                  <a:pt x="4985" y="13805"/>
                  <a:pt x="5173" y="13618"/>
                  <a:pt x="5173" y="13386"/>
                </a:cubicBezTo>
                <a:cubicBezTo>
                  <a:pt x="5162" y="13212"/>
                  <a:pt x="5254" y="13061"/>
                  <a:pt x="5406" y="12991"/>
                </a:cubicBezTo>
                <a:lnTo>
                  <a:pt x="7196" y="12194"/>
                </a:lnTo>
                <a:lnTo>
                  <a:pt x="8971" y="12991"/>
                </a:lnTo>
                <a:cubicBezTo>
                  <a:pt x="9123" y="13061"/>
                  <a:pt x="9218" y="13212"/>
                  <a:pt x="9218" y="13386"/>
                </a:cubicBezTo>
                <a:cubicBezTo>
                  <a:pt x="9209" y="13618"/>
                  <a:pt x="9396" y="13805"/>
                  <a:pt x="9624" y="13805"/>
                </a:cubicBezTo>
                <a:cubicBezTo>
                  <a:pt x="9685" y="13805"/>
                  <a:pt x="9749" y="13792"/>
                  <a:pt x="9813" y="13762"/>
                </a:cubicBezTo>
                <a:cubicBezTo>
                  <a:pt x="9920" y="13703"/>
                  <a:pt x="10012" y="13563"/>
                  <a:pt x="10023" y="13434"/>
                </a:cubicBezTo>
                <a:cubicBezTo>
                  <a:pt x="10035" y="12920"/>
                  <a:pt x="9732" y="12441"/>
                  <a:pt x="9263" y="12230"/>
                </a:cubicBezTo>
                <a:lnTo>
                  <a:pt x="8189" y="11751"/>
                </a:lnTo>
                <a:lnTo>
                  <a:pt x="9137" y="11330"/>
                </a:lnTo>
                <a:cubicBezTo>
                  <a:pt x="9673" y="11097"/>
                  <a:pt x="10023" y="10558"/>
                  <a:pt x="10023" y="9975"/>
                </a:cubicBezTo>
                <a:lnTo>
                  <a:pt x="10023" y="8676"/>
                </a:lnTo>
                <a:cubicBezTo>
                  <a:pt x="10023" y="8092"/>
                  <a:pt x="9673" y="7565"/>
                  <a:pt x="9137" y="7321"/>
                </a:cubicBezTo>
                <a:lnTo>
                  <a:pt x="8189" y="6900"/>
                </a:lnTo>
                <a:lnTo>
                  <a:pt x="9137" y="6479"/>
                </a:lnTo>
                <a:cubicBezTo>
                  <a:pt x="9499" y="6317"/>
                  <a:pt x="9768" y="6036"/>
                  <a:pt x="9908" y="5685"/>
                </a:cubicBezTo>
                <a:lnTo>
                  <a:pt x="11275" y="5685"/>
                </a:lnTo>
                <a:cubicBezTo>
                  <a:pt x="11356" y="5685"/>
                  <a:pt x="11437" y="5660"/>
                  <a:pt x="11507" y="5601"/>
                </a:cubicBezTo>
                <a:lnTo>
                  <a:pt x="12256" y="4984"/>
                </a:lnTo>
                <a:cubicBezTo>
                  <a:pt x="12438" y="5086"/>
                  <a:pt x="12651" y="5147"/>
                  <a:pt x="12878" y="5147"/>
                </a:cubicBezTo>
                <a:cubicBezTo>
                  <a:pt x="13062" y="5147"/>
                  <a:pt x="13255" y="5107"/>
                  <a:pt x="13449" y="5018"/>
                </a:cubicBezTo>
                <a:cubicBezTo>
                  <a:pt x="13682" y="4914"/>
                  <a:pt x="13858" y="4726"/>
                  <a:pt x="13962" y="4504"/>
                </a:cubicBezTo>
                <a:cubicBezTo>
                  <a:pt x="14372" y="3604"/>
                  <a:pt x="13729" y="2726"/>
                  <a:pt x="12876" y="2726"/>
                </a:cubicBezTo>
                <a:cubicBezTo>
                  <a:pt x="12209" y="2726"/>
                  <a:pt x="11662" y="3265"/>
                  <a:pt x="11662" y="3932"/>
                </a:cubicBezTo>
                <a:cubicBezTo>
                  <a:pt x="11662" y="4084"/>
                  <a:pt x="11695" y="4224"/>
                  <a:pt x="11743" y="4364"/>
                </a:cubicBezTo>
                <a:lnTo>
                  <a:pt x="11112" y="4878"/>
                </a:lnTo>
                <a:lnTo>
                  <a:pt x="10023" y="4878"/>
                </a:lnTo>
                <a:lnTo>
                  <a:pt x="10023" y="3826"/>
                </a:lnTo>
                <a:cubicBezTo>
                  <a:pt x="10023" y="3242"/>
                  <a:pt x="9673" y="2715"/>
                  <a:pt x="9137" y="2471"/>
                </a:cubicBezTo>
                <a:lnTo>
                  <a:pt x="8189" y="2050"/>
                </a:lnTo>
                <a:lnTo>
                  <a:pt x="9263" y="1570"/>
                </a:lnTo>
                <a:cubicBezTo>
                  <a:pt x="9732" y="1360"/>
                  <a:pt x="10035" y="880"/>
                  <a:pt x="10023" y="367"/>
                </a:cubicBezTo>
                <a:cubicBezTo>
                  <a:pt x="10012" y="249"/>
                  <a:pt x="9920" y="97"/>
                  <a:pt x="9813" y="50"/>
                </a:cubicBezTo>
                <a:cubicBezTo>
                  <a:pt x="9745" y="16"/>
                  <a:pt x="9678" y="1"/>
                  <a:pt x="9614" y="1"/>
                </a:cubicBezTo>
                <a:cubicBezTo>
                  <a:pt x="9390" y="1"/>
                  <a:pt x="9210" y="185"/>
                  <a:pt x="9218" y="412"/>
                </a:cubicBezTo>
                <a:cubicBezTo>
                  <a:pt x="9218" y="588"/>
                  <a:pt x="9123" y="751"/>
                  <a:pt x="8971" y="810"/>
                </a:cubicBezTo>
                <a:lnTo>
                  <a:pt x="7196" y="1604"/>
                </a:lnTo>
                <a:lnTo>
                  <a:pt x="5406" y="810"/>
                </a:lnTo>
                <a:cubicBezTo>
                  <a:pt x="5254" y="751"/>
                  <a:pt x="5162" y="588"/>
                  <a:pt x="5173" y="412"/>
                </a:cubicBezTo>
                <a:cubicBezTo>
                  <a:pt x="5173" y="185"/>
                  <a:pt x="4990" y="1"/>
                  <a:pt x="476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936" name="Google Shape;936;p39"/>
          <p:cNvGrpSpPr/>
          <p:nvPr/>
        </p:nvGrpSpPr>
        <p:grpSpPr>
          <a:xfrm>
            <a:off x="6227300" y="2931263"/>
            <a:ext cx="346050" cy="345100"/>
            <a:chOff x="2541313" y="2118025"/>
            <a:chExt cx="346050" cy="345100"/>
          </a:xfrm>
        </p:grpSpPr>
        <p:sp>
          <p:nvSpPr>
            <p:cNvPr id="937" name="Google Shape;937;p39"/>
            <p:cNvSpPr/>
            <p:nvPr/>
          </p:nvSpPr>
          <p:spPr>
            <a:xfrm>
              <a:off x="2581988" y="2362325"/>
              <a:ext cx="60750" cy="60475"/>
            </a:xfrm>
            <a:custGeom>
              <a:rect l="l" t="t" r="r" b="b"/>
              <a:pathLst>
                <a:path w="2430" h="2419" extrusionOk="0">
                  <a:moveTo>
                    <a:pt x="1215" y="806"/>
                  </a:moveTo>
                  <a:cubicBezTo>
                    <a:pt x="1437" y="806"/>
                    <a:pt x="1625" y="982"/>
                    <a:pt x="1625" y="1215"/>
                  </a:cubicBezTo>
                  <a:cubicBezTo>
                    <a:pt x="1625" y="1437"/>
                    <a:pt x="1437" y="1614"/>
                    <a:pt x="1215" y="1614"/>
                  </a:cubicBezTo>
                  <a:cubicBezTo>
                    <a:pt x="994" y="1614"/>
                    <a:pt x="806" y="1437"/>
                    <a:pt x="806" y="1215"/>
                  </a:cubicBezTo>
                  <a:cubicBezTo>
                    <a:pt x="806" y="982"/>
                    <a:pt x="994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48" y="1"/>
                    <a:pt x="1" y="539"/>
                    <a:pt x="1" y="1215"/>
                  </a:cubicBezTo>
                  <a:cubicBezTo>
                    <a:pt x="1" y="1883"/>
                    <a:pt x="548" y="2419"/>
                    <a:pt x="1215" y="2419"/>
                  </a:cubicBezTo>
                  <a:cubicBezTo>
                    <a:pt x="1880" y="2419"/>
                    <a:pt x="2430" y="1883"/>
                    <a:pt x="2430" y="1215"/>
                  </a:cubicBezTo>
                  <a:cubicBezTo>
                    <a:pt x="2430" y="539"/>
                    <a:pt x="1880" y="1"/>
                    <a:pt x="1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38" name="Google Shape;938;p39"/>
            <p:cNvSpPr/>
            <p:nvPr/>
          </p:nvSpPr>
          <p:spPr>
            <a:xfrm>
              <a:off x="2541313" y="2118025"/>
              <a:ext cx="346050" cy="345100"/>
            </a:xfrm>
            <a:custGeom>
              <a:rect l="l" t="t" r="r" b="b"/>
              <a:pathLst>
                <a:path w="13842" h="13803" extrusionOk="0">
                  <a:moveTo>
                    <a:pt x="6892" y="806"/>
                  </a:moveTo>
                  <a:cubicBezTo>
                    <a:pt x="8266" y="806"/>
                    <a:pt x="9388" y="1880"/>
                    <a:pt x="9457" y="3228"/>
                  </a:cubicBezTo>
                  <a:lnTo>
                    <a:pt x="8652" y="3228"/>
                  </a:lnTo>
                  <a:cubicBezTo>
                    <a:pt x="8584" y="2324"/>
                    <a:pt x="7823" y="1613"/>
                    <a:pt x="6898" y="1613"/>
                  </a:cubicBezTo>
                  <a:cubicBezTo>
                    <a:pt x="6875" y="1613"/>
                    <a:pt x="6852" y="1614"/>
                    <a:pt x="6829" y="1615"/>
                  </a:cubicBezTo>
                  <a:cubicBezTo>
                    <a:pt x="5892" y="1660"/>
                    <a:pt x="5157" y="2456"/>
                    <a:pt x="5157" y="3391"/>
                  </a:cubicBezTo>
                  <a:lnTo>
                    <a:pt x="5157" y="4852"/>
                  </a:lnTo>
                  <a:lnTo>
                    <a:pt x="4349" y="4852"/>
                  </a:lnTo>
                  <a:lnTo>
                    <a:pt x="4349" y="3402"/>
                  </a:lnTo>
                  <a:cubicBezTo>
                    <a:pt x="4349" y="2010"/>
                    <a:pt x="5437" y="843"/>
                    <a:pt x="6829" y="807"/>
                  </a:cubicBezTo>
                  <a:cubicBezTo>
                    <a:pt x="6850" y="806"/>
                    <a:pt x="6871" y="806"/>
                    <a:pt x="6892" y="806"/>
                  </a:cubicBezTo>
                  <a:close/>
                  <a:moveTo>
                    <a:pt x="6917" y="7816"/>
                  </a:moveTo>
                  <a:cubicBezTo>
                    <a:pt x="7138" y="7816"/>
                    <a:pt x="7308" y="8001"/>
                    <a:pt x="7308" y="8218"/>
                  </a:cubicBezTo>
                  <a:lnTo>
                    <a:pt x="7308" y="9761"/>
                  </a:lnTo>
                  <a:lnTo>
                    <a:pt x="6500" y="9761"/>
                  </a:lnTo>
                  <a:lnTo>
                    <a:pt x="6500" y="8230"/>
                  </a:lnTo>
                  <a:cubicBezTo>
                    <a:pt x="6500" y="8019"/>
                    <a:pt x="6652" y="7843"/>
                    <a:pt x="6862" y="7820"/>
                  </a:cubicBezTo>
                  <a:cubicBezTo>
                    <a:pt x="6881" y="7818"/>
                    <a:pt x="6899" y="7816"/>
                    <a:pt x="6917" y="7816"/>
                  </a:cubicBezTo>
                  <a:close/>
                  <a:moveTo>
                    <a:pt x="9867" y="5657"/>
                  </a:moveTo>
                  <a:cubicBezTo>
                    <a:pt x="10088" y="5657"/>
                    <a:pt x="10276" y="5845"/>
                    <a:pt x="10276" y="6067"/>
                  </a:cubicBezTo>
                  <a:lnTo>
                    <a:pt x="10276" y="9761"/>
                  </a:lnTo>
                  <a:lnTo>
                    <a:pt x="8113" y="9761"/>
                  </a:lnTo>
                  <a:lnTo>
                    <a:pt x="8113" y="8241"/>
                  </a:lnTo>
                  <a:cubicBezTo>
                    <a:pt x="8113" y="7610"/>
                    <a:pt x="7600" y="7037"/>
                    <a:pt x="6969" y="7015"/>
                  </a:cubicBezTo>
                  <a:cubicBezTo>
                    <a:pt x="6941" y="7013"/>
                    <a:pt x="6914" y="7012"/>
                    <a:pt x="6887" y="7012"/>
                  </a:cubicBezTo>
                  <a:cubicBezTo>
                    <a:pt x="6233" y="7012"/>
                    <a:pt x="5695" y="7556"/>
                    <a:pt x="5695" y="8218"/>
                  </a:cubicBezTo>
                  <a:lnTo>
                    <a:pt x="5695" y="9761"/>
                  </a:lnTo>
                  <a:lnTo>
                    <a:pt x="5390" y="9761"/>
                  </a:lnTo>
                  <a:cubicBezTo>
                    <a:pt x="5028" y="8990"/>
                    <a:pt x="4338" y="8440"/>
                    <a:pt x="3532" y="8230"/>
                  </a:cubicBezTo>
                  <a:lnTo>
                    <a:pt x="3532" y="6067"/>
                  </a:lnTo>
                  <a:cubicBezTo>
                    <a:pt x="3532" y="5845"/>
                    <a:pt x="3718" y="5657"/>
                    <a:pt x="3942" y="5657"/>
                  </a:cubicBezTo>
                  <a:close/>
                  <a:moveTo>
                    <a:pt x="2842" y="8942"/>
                  </a:moveTo>
                  <a:cubicBezTo>
                    <a:pt x="3695" y="8942"/>
                    <a:pt x="4467" y="9492"/>
                    <a:pt x="4747" y="10297"/>
                  </a:cubicBezTo>
                  <a:cubicBezTo>
                    <a:pt x="4806" y="10463"/>
                    <a:pt x="4958" y="10567"/>
                    <a:pt x="5134" y="10567"/>
                  </a:cubicBezTo>
                  <a:lnTo>
                    <a:pt x="12591" y="10567"/>
                  </a:lnTo>
                  <a:cubicBezTo>
                    <a:pt x="12801" y="10567"/>
                    <a:pt x="12975" y="10718"/>
                    <a:pt x="13000" y="10917"/>
                  </a:cubicBezTo>
                  <a:cubicBezTo>
                    <a:pt x="13034" y="11164"/>
                    <a:pt x="12835" y="11374"/>
                    <a:pt x="12602" y="11374"/>
                  </a:cubicBezTo>
                  <a:lnTo>
                    <a:pt x="5134" y="11374"/>
                  </a:lnTo>
                  <a:cubicBezTo>
                    <a:pt x="4958" y="11374"/>
                    <a:pt x="4806" y="11478"/>
                    <a:pt x="4747" y="11644"/>
                  </a:cubicBezTo>
                  <a:cubicBezTo>
                    <a:pt x="4455" y="12449"/>
                    <a:pt x="3695" y="12988"/>
                    <a:pt x="2842" y="12988"/>
                  </a:cubicBezTo>
                  <a:cubicBezTo>
                    <a:pt x="1731" y="12988"/>
                    <a:pt x="820" y="12087"/>
                    <a:pt x="820" y="10965"/>
                  </a:cubicBezTo>
                  <a:cubicBezTo>
                    <a:pt x="820" y="9854"/>
                    <a:pt x="1731" y="8942"/>
                    <a:pt x="2842" y="8942"/>
                  </a:cubicBezTo>
                  <a:close/>
                  <a:moveTo>
                    <a:pt x="11657" y="12180"/>
                  </a:moveTo>
                  <a:lnTo>
                    <a:pt x="11657" y="12988"/>
                  </a:lnTo>
                  <a:lnTo>
                    <a:pt x="10299" y="12988"/>
                  </a:lnTo>
                  <a:lnTo>
                    <a:pt x="10299" y="12180"/>
                  </a:lnTo>
                  <a:close/>
                  <a:moveTo>
                    <a:pt x="6896" y="0"/>
                  </a:moveTo>
                  <a:cubicBezTo>
                    <a:pt x="5040" y="0"/>
                    <a:pt x="3532" y="1510"/>
                    <a:pt x="3532" y="3368"/>
                  </a:cubicBezTo>
                  <a:lnTo>
                    <a:pt x="3532" y="4922"/>
                  </a:lnTo>
                  <a:cubicBezTo>
                    <a:pt x="3064" y="5085"/>
                    <a:pt x="2724" y="5542"/>
                    <a:pt x="2724" y="6067"/>
                  </a:cubicBezTo>
                  <a:lnTo>
                    <a:pt x="2724" y="8137"/>
                  </a:lnTo>
                  <a:cubicBezTo>
                    <a:pt x="1218" y="8193"/>
                    <a:pt x="1" y="9444"/>
                    <a:pt x="1" y="10965"/>
                  </a:cubicBezTo>
                  <a:cubicBezTo>
                    <a:pt x="1" y="12530"/>
                    <a:pt x="1277" y="13804"/>
                    <a:pt x="2831" y="13804"/>
                  </a:cubicBezTo>
                  <a:cubicBezTo>
                    <a:pt x="3928" y="13804"/>
                    <a:pt x="4924" y="13161"/>
                    <a:pt x="5390" y="12180"/>
                  </a:cubicBezTo>
                  <a:lnTo>
                    <a:pt x="7881" y="12180"/>
                  </a:lnTo>
                  <a:lnTo>
                    <a:pt x="7881" y="13383"/>
                  </a:lnTo>
                  <a:cubicBezTo>
                    <a:pt x="7881" y="13593"/>
                    <a:pt x="8032" y="13770"/>
                    <a:pt x="8231" y="13793"/>
                  </a:cubicBezTo>
                  <a:cubicBezTo>
                    <a:pt x="8251" y="13796"/>
                    <a:pt x="8270" y="13797"/>
                    <a:pt x="8289" y="13797"/>
                  </a:cubicBezTo>
                  <a:cubicBezTo>
                    <a:pt x="8508" y="13797"/>
                    <a:pt x="8686" y="13611"/>
                    <a:pt x="8686" y="13397"/>
                  </a:cubicBezTo>
                  <a:lnTo>
                    <a:pt x="8686" y="12180"/>
                  </a:lnTo>
                  <a:lnTo>
                    <a:pt x="9494" y="12180"/>
                  </a:lnTo>
                  <a:lnTo>
                    <a:pt x="9494" y="13397"/>
                  </a:lnTo>
                  <a:cubicBezTo>
                    <a:pt x="9494" y="13619"/>
                    <a:pt x="9679" y="13804"/>
                    <a:pt x="9903" y="13804"/>
                  </a:cubicBezTo>
                  <a:lnTo>
                    <a:pt x="12052" y="13804"/>
                  </a:lnTo>
                  <a:cubicBezTo>
                    <a:pt x="12274" y="13804"/>
                    <a:pt x="12462" y="13619"/>
                    <a:pt x="12462" y="13397"/>
                  </a:cubicBezTo>
                  <a:lnTo>
                    <a:pt x="12462" y="12180"/>
                  </a:lnTo>
                  <a:lnTo>
                    <a:pt x="12580" y="12180"/>
                  </a:lnTo>
                  <a:cubicBezTo>
                    <a:pt x="13211" y="12180"/>
                    <a:pt x="13772" y="11666"/>
                    <a:pt x="13805" y="11035"/>
                  </a:cubicBezTo>
                  <a:cubicBezTo>
                    <a:pt x="13842" y="10334"/>
                    <a:pt x="13281" y="9761"/>
                    <a:pt x="12591" y="9761"/>
                  </a:cubicBezTo>
                  <a:lnTo>
                    <a:pt x="11082" y="9761"/>
                  </a:lnTo>
                  <a:lnTo>
                    <a:pt x="11082" y="6067"/>
                  </a:lnTo>
                  <a:cubicBezTo>
                    <a:pt x="11082" y="5388"/>
                    <a:pt x="10546" y="4852"/>
                    <a:pt x="9867" y="4852"/>
                  </a:cubicBezTo>
                  <a:lnTo>
                    <a:pt x="5962" y="4852"/>
                  </a:lnTo>
                  <a:lnTo>
                    <a:pt x="5962" y="3379"/>
                  </a:lnTo>
                  <a:cubicBezTo>
                    <a:pt x="5962" y="2888"/>
                    <a:pt x="6349" y="2456"/>
                    <a:pt x="6840" y="2420"/>
                  </a:cubicBezTo>
                  <a:cubicBezTo>
                    <a:pt x="6860" y="2419"/>
                    <a:pt x="6879" y="2418"/>
                    <a:pt x="6899" y="2418"/>
                  </a:cubicBezTo>
                  <a:cubicBezTo>
                    <a:pt x="7422" y="2418"/>
                    <a:pt x="7844" y="2849"/>
                    <a:pt x="7844" y="3368"/>
                  </a:cubicBezTo>
                  <a:lnTo>
                    <a:pt x="7844" y="3635"/>
                  </a:lnTo>
                  <a:cubicBezTo>
                    <a:pt x="7844" y="3859"/>
                    <a:pt x="8032" y="4044"/>
                    <a:pt x="8254" y="4044"/>
                  </a:cubicBezTo>
                  <a:lnTo>
                    <a:pt x="9867" y="4044"/>
                  </a:lnTo>
                  <a:cubicBezTo>
                    <a:pt x="10088" y="4044"/>
                    <a:pt x="10276" y="3859"/>
                    <a:pt x="10276" y="3635"/>
                  </a:cubicBezTo>
                  <a:lnTo>
                    <a:pt x="10276" y="3402"/>
                  </a:lnTo>
                  <a:cubicBezTo>
                    <a:pt x="10276" y="1578"/>
                    <a:pt x="8826" y="47"/>
                    <a:pt x="7003" y="2"/>
                  </a:cubicBezTo>
                  <a:cubicBezTo>
                    <a:pt x="6967" y="1"/>
                    <a:pt x="6932" y="0"/>
                    <a:pt x="68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939" name="Google Shape;939;p39"/>
          <p:cNvGrpSpPr/>
          <p:nvPr/>
        </p:nvGrpSpPr>
        <p:grpSpPr>
          <a:xfrm>
            <a:off x="6227738" y="3703138"/>
            <a:ext cx="345150" cy="345075"/>
            <a:chOff x="3269563" y="2118050"/>
            <a:chExt cx="345150" cy="345075"/>
          </a:xfrm>
        </p:grpSpPr>
        <p:sp>
          <p:nvSpPr>
            <p:cNvPr id="940" name="Google Shape;940;p39"/>
            <p:cNvSpPr/>
            <p:nvPr/>
          </p:nvSpPr>
          <p:spPr>
            <a:xfrm>
              <a:off x="3324213" y="2118050"/>
              <a:ext cx="235800" cy="345075"/>
            </a:xfrm>
            <a:custGeom>
              <a:rect l="l" t="t" r="r" b="b"/>
              <a:pathLst>
                <a:path w="9432" h="13803" extrusionOk="0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697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09" y="8908"/>
                    <a:pt x="2724" y="8170"/>
                    <a:pt x="2127" y="7631"/>
                  </a:cubicBezTo>
                  <a:cubicBezTo>
                    <a:pt x="1285" y="6896"/>
                    <a:pt x="805" y="5833"/>
                    <a:pt x="805" y="4711"/>
                  </a:cubicBezTo>
                  <a:cubicBezTo>
                    <a:pt x="805" y="2559"/>
                    <a:pt x="2559" y="806"/>
                    <a:pt x="4710" y="806"/>
                  </a:cubicBezTo>
                  <a:close/>
                  <a:moveTo>
                    <a:pt x="6194" y="10507"/>
                  </a:moveTo>
                  <a:lnTo>
                    <a:pt x="6194" y="11244"/>
                  </a:lnTo>
                  <a:cubicBezTo>
                    <a:pt x="6194" y="11315"/>
                    <a:pt x="6136" y="11373"/>
                    <a:pt x="6065" y="11373"/>
                  </a:cubicBezTo>
                  <a:lnTo>
                    <a:pt x="3367" y="11373"/>
                  </a:lnTo>
                  <a:cubicBezTo>
                    <a:pt x="3297" y="11373"/>
                    <a:pt x="3226" y="11315"/>
                    <a:pt x="3226" y="11244"/>
                  </a:cubicBezTo>
                  <a:lnTo>
                    <a:pt x="3226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71" y="12987"/>
                    <a:pt x="5249" y="12987"/>
                  </a:cubicBezTo>
                  <a:lnTo>
                    <a:pt x="4172" y="12987"/>
                  </a:lnTo>
                  <a:cubicBezTo>
                    <a:pt x="3950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18" y="9399"/>
                    <a:pt x="2418" y="10111"/>
                  </a:cubicBezTo>
                  <a:lnTo>
                    <a:pt x="2418" y="11244"/>
                  </a:lnTo>
                  <a:cubicBezTo>
                    <a:pt x="2418" y="11618"/>
                    <a:pt x="2643" y="11935"/>
                    <a:pt x="2957" y="12086"/>
                  </a:cubicBezTo>
                  <a:lnTo>
                    <a:pt x="2957" y="12588"/>
                  </a:lnTo>
                  <a:cubicBezTo>
                    <a:pt x="2957" y="13256"/>
                    <a:pt x="3507" y="13803"/>
                    <a:pt x="4172" y="13803"/>
                  </a:cubicBezTo>
                  <a:lnTo>
                    <a:pt x="5249" y="13803"/>
                  </a:lnTo>
                  <a:cubicBezTo>
                    <a:pt x="5925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81" y="11935"/>
                    <a:pt x="7002" y="11618"/>
                    <a:pt x="7002" y="11244"/>
                  </a:cubicBezTo>
                  <a:lnTo>
                    <a:pt x="7002" y="10111"/>
                  </a:lnTo>
                  <a:cubicBezTo>
                    <a:pt x="7002" y="9399"/>
                    <a:pt x="7305" y="8708"/>
                    <a:pt x="7844" y="8240"/>
                  </a:cubicBezTo>
                  <a:cubicBezTo>
                    <a:pt x="8848" y="7351"/>
                    <a:pt x="9432" y="6066"/>
                    <a:pt x="9432" y="4711"/>
                  </a:cubicBezTo>
                  <a:cubicBezTo>
                    <a:pt x="9432" y="2116"/>
                    <a:pt x="7317" y="1"/>
                    <a:pt x="47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1" name="Google Shape;941;p39"/>
            <p:cNvSpPr/>
            <p:nvPr/>
          </p:nvSpPr>
          <p:spPr>
            <a:xfrm>
              <a:off x="3574013" y="2225850"/>
              <a:ext cx="40700" cy="20225"/>
            </a:xfrm>
            <a:custGeom>
              <a:rect l="l" t="t" r="r" b="b"/>
              <a:pathLst>
                <a:path w="1628" h="809" extrusionOk="0">
                  <a:moveTo>
                    <a:pt x="410" y="0"/>
                  </a:moveTo>
                  <a:cubicBezTo>
                    <a:pt x="189" y="0"/>
                    <a:pt x="1" y="177"/>
                    <a:pt x="1" y="399"/>
                  </a:cubicBezTo>
                  <a:cubicBezTo>
                    <a:pt x="1" y="620"/>
                    <a:pt x="189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20"/>
                    <a:pt x="1628" y="399"/>
                  </a:cubicBezTo>
                  <a:cubicBezTo>
                    <a:pt x="1628" y="177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2" name="Google Shape;942;p39"/>
            <p:cNvSpPr/>
            <p:nvPr/>
          </p:nvSpPr>
          <p:spPr>
            <a:xfrm>
              <a:off x="3565888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1168" y="1"/>
                  </a:moveTo>
                  <a:cubicBezTo>
                    <a:pt x="1101" y="1"/>
                    <a:pt x="1032" y="19"/>
                    <a:pt x="971" y="57"/>
                  </a:cubicBezTo>
                  <a:lnTo>
                    <a:pt x="270" y="455"/>
                  </a:lnTo>
                  <a:cubicBezTo>
                    <a:pt x="71" y="573"/>
                    <a:pt x="0" y="817"/>
                    <a:pt x="115" y="1016"/>
                  </a:cubicBezTo>
                  <a:cubicBezTo>
                    <a:pt x="186" y="1141"/>
                    <a:pt x="325" y="1214"/>
                    <a:pt x="464" y="1214"/>
                  </a:cubicBezTo>
                  <a:cubicBezTo>
                    <a:pt x="533" y="1214"/>
                    <a:pt x="603" y="1196"/>
                    <a:pt x="665" y="1157"/>
                  </a:cubicBezTo>
                  <a:lnTo>
                    <a:pt x="1367" y="758"/>
                  </a:lnTo>
                  <a:cubicBezTo>
                    <a:pt x="1566" y="643"/>
                    <a:pt x="1625" y="396"/>
                    <a:pt x="1518" y="197"/>
                  </a:cubicBezTo>
                  <a:cubicBezTo>
                    <a:pt x="1441" y="73"/>
                    <a:pt x="1305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3" name="Google Shape;943;p39"/>
            <p:cNvSpPr/>
            <p:nvPr/>
          </p:nvSpPr>
          <p:spPr>
            <a:xfrm>
              <a:off x="3565888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476" y="0"/>
                  </a:moveTo>
                  <a:cubicBezTo>
                    <a:pt x="333" y="0"/>
                    <a:pt x="189" y="74"/>
                    <a:pt x="115" y="203"/>
                  </a:cubicBezTo>
                  <a:cubicBezTo>
                    <a:pt x="0" y="399"/>
                    <a:pt x="71" y="646"/>
                    <a:pt x="270" y="750"/>
                  </a:cubicBezTo>
                  <a:lnTo>
                    <a:pt x="971" y="1159"/>
                  </a:lnTo>
                  <a:cubicBezTo>
                    <a:pt x="1032" y="1198"/>
                    <a:pt x="1100" y="1217"/>
                    <a:pt x="1168" y="1217"/>
                  </a:cubicBezTo>
                  <a:cubicBezTo>
                    <a:pt x="1305" y="1217"/>
                    <a:pt x="1441" y="1141"/>
                    <a:pt x="1518" y="1008"/>
                  </a:cubicBezTo>
                  <a:cubicBezTo>
                    <a:pt x="1625" y="820"/>
                    <a:pt x="1566" y="576"/>
                    <a:pt x="1367" y="458"/>
                  </a:cubicBezTo>
                  <a:lnTo>
                    <a:pt x="665" y="48"/>
                  </a:lnTo>
                  <a:cubicBezTo>
                    <a:pt x="607" y="16"/>
                    <a:pt x="542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4" name="Google Shape;944;p39"/>
            <p:cNvSpPr/>
            <p:nvPr/>
          </p:nvSpPr>
          <p:spPr>
            <a:xfrm>
              <a:off x="3269563" y="2225850"/>
              <a:ext cx="40375" cy="20225"/>
            </a:xfrm>
            <a:custGeom>
              <a:rect l="l" t="t" r="r" b="b"/>
              <a:pathLst>
                <a:path w="1615" h="809" extrusionOk="0">
                  <a:moveTo>
                    <a:pt x="397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7" y="808"/>
                  </a:cubicBezTo>
                  <a:lnTo>
                    <a:pt x="1216" y="808"/>
                  </a:lnTo>
                  <a:cubicBezTo>
                    <a:pt x="1437" y="808"/>
                    <a:pt x="1614" y="620"/>
                    <a:pt x="1614" y="399"/>
                  </a:cubicBezTo>
                  <a:cubicBezTo>
                    <a:pt x="1614" y="177"/>
                    <a:pt x="1437" y="0"/>
                    <a:pt x="1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5" name="Google Shape;945;p39"/>
            <p:cNvSpPr/>
            <p:nvPr/>
          </p:nvSpPr>
          <p:spPr>
            <a:xfrm>
              <a:off x="3277438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1" y="1"/>
                  </a:moveTo>
                  <a:cubicBezTo>
                    <a:pt x="321" y="1"/>
                    <a:pt x="187" y="73"/>
                    <a:pt x="118" y="197"/>
                  </a:cubicBezTo>
                  <a:cubicBezTo>
                    <a:pt x="0" y="396"/>
                    <a:pt x="70" y="643"/>
                    <a:pt x="258" y="758"/>
                  </a:cubicBezTo>
                  <a:lnTo>
                    <a:pt x="960" y="1157"/>
                  </a:lnTo>
                  <a:cubicBezTo>
                    <a:pt x="1026" y="1196"/>
                    <a:pt x="1098" y="1214"/>
                    <a:pt x="1168" y="1214"/>
                  </a:cubicBezTo>
                  <a:cubicBezTo>
                    <a:pt x="1308" y="1214"/>
                    <a:pt x="1442" y="1141"/>
                    <a:pt x="1521" y="1016"/>
                  </a:cubicBezTo>
                  <a:cubicBezTo>
                    <a:pt x="1624" y="817"/>
                    <a:pt x="1554" y="573"/>
                    <a:pt x="1369" y="455"/>
                  </a:cubicBezTo>
                  <a:lnTo>
                    <a:pt x="668" y="57"/>
                  </a:lnTo>
                  <a:cubicBezTo>
                    <a:pt x="602" y="19"/>
                    <a:pt x="531" y="1"/>
                    <a:pt x="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6" name="Google Shape;946;p39"/>
            <p:cNvSpPr/>
            <p:nvPr/>
          </p:nvSpPr>
          <p:spPr>
            <a:xfrm>
              <a:off x="3277438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1155" y="0"/>
                  </a:moveTo>
                  <a:cubicBezTo>
                    <a:pt x="1089" y="0"/>
                    <a:pt x="1022" y="16"/>
                    <a:pt x="960" y="48"/>
                  </a:cubicBezTo>
                  <a:lnTo>
                    <a:pt x="258" y="458"/>
                  </a:lnTo>
                  <a:cubicBezTo>
                    <a:pt x="70" y="576"/>
                    <a:pt x="0" y="820"/>
                    <a:pt x="118" y="1008"/>
                  </a:cubicBezTo>
                  <a:cubicBezTo>
                    <a:pt x="187" y="1141"/>
                    <a:pt x="321" y="1217"/>
                    <a:pt x="462" y="1217"/>
                  </a:cubicBezTo>
                  <a:cubicBezTo>
                    <a:pt x="531" y="1217"/>
                    <a:pt x="602" y="1198"/>
                    <a:pt x="668" y="1159"/>
                  </a:cubicBezTo>
                  <a:lnTo>
                    <a:pt x="1369" y="750"/>
                  </a:lnTo>
                  <a:cubicBezTo>
                    <a:pt x="1554" y="646"/>
                    <a:pt x="1624" y="399"/>
                    <a:pt x="1521" y="203"/>
                  </a:cubicBezTo>
                  <a:cubicBezTo>
                    <a:pt x="1440" y="74"/>
                    <a:pt x="1300" y="0"/>
                    <a:pt x="1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7" name="Google Shape;947;p39"/>
            <p:cNvSpPr/>
            <p:nvPr/>
          </p:nvSpPr>
          <p:spPr>
            <a:xfrm>
              <a:off x="3363613" y="2158375"/>
              <a:ext cx="156700" cy="155175"/>
            </a:xfrm>
            <a:custGeom>
              <a:rect l="l" t="t" r="r" b="b"/>
              <a:pathLst>
                <a:path w="6268" h="6207" extrusionOk="0">
                  <a:moveTo>
                    <a:pt x="3426" y="806"/>
                  </a:moveTo>
                  <a:lnTo>
                    <a:pt x="3437" y="1086"/>
                  </a:lnTo>
                  <a:cubicBezTo>
                    <a:pt x="3451" y="1249"/>
                    <a:pt x="3555" y="1389"/>
                    <a:pt x="3707" y="1448"/>
                  </a:cubicBezTo>
                  <a:cubicBezTo>
                    <a:pt x="3917" y="1518"/>
                    <a:pt x="4116" y="1636"/>
                    <a:pt x="4279" y="1777"/>
                  </a:cubicBezTo>
                  <a:cubicBezTo>
                    <a:pt x="4359" y="1841"/>
                    <a:pt x="4457" y="1875"/>
                    <a:pt x="4556" y="1875"/>
                  </a:cubicBezTo>
                  <a:cubicBezTo>
                    <a:pt x="4617" y="1875"/>
                    <a:pt x="4679" y="1862"/>
                    <a:pt x="4736" y="1835"/>
                  </a:cubicBezTo>
                  <a:lnTo>
                    <a:pt x="4980" y="1706"/>
                  </a:lnTo>
                  <a:lnTo>
                    <a:pt x="5261" y="2209"/>
                  </a:lnTo>
                  <a:lnTo>
                    <a:pt x="5039" y="2360"/>
                  </a:lnTo>
                  <a:cubicBezTo>
                    <a:pt x="4899" y="2441"/>
                    <a:pt x="4829" y="2607"/>
                    <a:pt x="4854" y="2770"/>
                  </a:cubicBezTo>
                  <a:cubicBezTo>
                    <a:pt x="4877" y="2887"/>
                    <a:pt x="4888" y="2991"/>
                    <a:pt x="4888" y="3098"/>
                  </a:cubicBezTo>
                  <a:cubicBezTo>
                    <a:pt x="4888" y="3202"/>
                    <a:pt x="4877" y="3319"/>
                    <a:pt x="4854" y="3437"/>
                  </a:cubicBezTo>
                  <a:cubicBezTo>
                    <a:pt x="4829" y="3589"/>
                    <a:pt x="4899" y="3763"/>
                    <a:pt x="5039" y="3844"/>
                  </a:cubicBezTo>
                  <a:lnTo>
                    <a:pt x="5261" y="3998"/>
                  </a:lnTo>
                  <a:lnTo>
                    <a:pt x="4980" y="4500"/>
                  </a:lnTo>
                  <a:lnTo>
                    <a:pt x="4736" y="4371"/>
                  </a:lnTo>
                  <a:cubicBezTo>
                    <a:pt x="4675" y="4343"/>
                    <a:pt x="4609" y="4328"/>
                    <a:pt x="4544" y="4328"/>
                  </a:cubicBezTo>
                  <a:cubicBezTo>
                    <a:pt x="4449" y="4328"/>
                    <a:pt x="4356" y="4360"/>
                    <a:pt x="4279" y="4430"/>
                  </a:cubicBezTo>
                  <a:cubicBezTo>
                    <a:pt x="4116" y="4571"/>
                    <a:pt x="3917" y="4686"/>
                    <a:pt x="3707" y="4756"/>
                  </a:cubicBezTo>
                  <a:cubicBezTo>
                    <a:pt x="3555" y="4803"/>
                    <a:pt x="3451" y="4955"/>
                    <a:pt x="3437" y="5120"/>
                  </a:cubicBezTo>
                  <a:lnTo>
                    <a:pt x="3426" y="5387"/>
                  </a:lnTo>
                  <a:lnTo>
                    <a:pt x="2854" y="5387"/>
                  </a:lnTo>
                  <a:lnTo>
                    <a:pt x="2831" y="5120"/>
                  </a:lnTo>
                  <a:cubicBezTo>
                    <a:pt x="2831" y="4955"/>
                    <a:pt x="2714" y="4803"/>
                    <a:pt x="2562" y="4756"/>
                  </a:cubicBezTo>
                  <a:cubicBezTo>
                    <a:pt x="2352" y="4686"/>
                    <a:pt x="2164" y="4571"/>
                    <a:pt x="1990" y="4430"/>
                  </a:cubicBezTo>
                  <a:cubicBezTo>
                    <a:pt x="1920" y="4360"/>
                    <a:pt x="1825" y="4328"/>
                    <a:pt x="1730" y="4328"/>
                  </a:cubicBezTo>
                  <a:cubicBezTo>
                    <a:pt x="1665" y="4328"/>
                    <a:pt x="1601" y="4343"/>
                    <a:pt x="1544" y="4371"/>
                  </a:cubicBezTo>
                  <a:lnTo>
                    <a:pt x="1300" y="4500"/>
                  </a:lnTo>
                  <a:lnTo>
                    <a:pt x="1008" y="3998"/>
                  </a:lnTo>
                  <a:lnTo>
                    <a:pt x="1241" y="3844"/>
                  </a:lnTo>
                  <a:cubicBezTo>
                    <a:pt x="1381" y="3763"/>
                    <a:pt x="1451" y="3589"/>
                    <a:pt x="1418" y="3437"/>
                  </a:cubicBezTo>
                  <a:cubicBezTo>
                    <a:pt x="1392" y="3319"/>
                    <a:pt x="1381" y="3202"/>
                    <a:pt x="1381" y="3098"/>
                  </a:cubicBezTo>
                  <a:cubicBezTo>
                    <a:pt x="1381" y="2991"/>
                    <a:pt x="1392" y="2887"/>
                    <a:pt x="1418" y="2770"/>
                  </a:cubicBezTo>
                  <a:cubicBezTo>
                    <a:pt x="1451" y="2607"/>
                    <a:pt x="1381" y="2441"/>
                    <a:pt x="1241" y="2360"/>
                  </a:cubicBezTo>
                  <a:lnTo>
                    <a:pt x="1008" y="2209"/>
                  </a:lnTo>
                  <a:lnTo>
                    <a:pt x="1300" y="1706"/>
                  </a:lnTo>
                  <a:lnTo>
                    <a:pt x="1544" y="1835"/>
                  </a:lnTo>
                  <a:cubicBezTo>
                    <a:pt x="1597" y="1862"/>
                    <a:pt x="1657" y="1875"/>
                    <a:pt x="1718" y="1875"/>
                  </a:cubicBezTo>
                  <a:cubicBezTo>
                    <a:pt x="1817" y="1875"/>
                    <a:pt x="1917" y="1841"/>
                    <a:pt x="1990" y="1777"/>
                  </a:cubicBezTo>
                  <a:cubicBezTo>
                    <a:pt x="2164" y="1636"/>
                    <a:pt x="2352" y="1518"/>
                    <a:pt x="2562" y="1448"/>
                  </a:cubicBezTo>
                  <a:cubicBezTo>
                    <a:pt x="2714" y="1389"/>
                    <a:pt x="2831" y="1249"/>
                    <a:pt x="2831" y="1086"/>
                  </a:cubicBezTo>
                  <a:lnTo>
                    <a:pt x="2854" y="806"/>
                  </a:lnTo>
                  <a:close/>
                  <a:moveTo>
                    <a:pt x="2470" y="1"/>
                  </a:moveTo>
                  <a:cubicBezTo>
                    <a:pt x="2245" y="1"/>
                    <a:pt x="2071" y="175"/>
                    <a:pt x="2060" y="385"/>
                  </a:cubicBezTo>
                  <a:lnTo>
                    <a:pt x="2035" y="795"/>
                  </a:lnTo>
                  <a:cubicBezTo>
                    <a:pt x="1920" y="854"/>
                    <a:pt x="1802" y="913"/>
                    <a:pt x="1684" y="994"/>
                  </a:cubicBezTo>
                  <a:lnTo>
                    <a:pt x="1322" y="806"/>
                  </a:lnTo>
                  <a:cubicBezTo>
                    <a:pt x="1267" y="778"/>
                    <a:pt x="1208" y="765"/>
                    <a:pt x="1148" y="765"/>
                  </a:cubicBezTo>
                  <a:cubicBezTo>
                    <a:pt x="1008" y="765"/>
                    <a:pt x="867" y="839"/>
                    <a:pt x="786" y="969"/>
                  </a:cubicBezTo>
                  <a:lnTo>
                    <a:pt x="119" y="2138"/>
                  </a:lnTo>
                  <a:cubicBezTo>
                    <a:pt x="1" y="2326"/>
                    <a:pt x="60" y="2559"/>
                    <a:pt x="248" y="2677"/>
                  </a:cubicBezTo>
                  <a:lnTo>
                    <a:pt x="587" y="2899"/>
                  </a:lnTo>
                  <a:cubicBezTo>
                    <a:pt x="576" y="2969"/>
                    <a:pt x="576" y="3039"/>
                    <a:pt x="576" y="3098"/>
                  </a:cubicBezTo>
                  <a:cubicBezTo>
                    <a:pt x="576" y="3168"/>
                    <a:pt x="576" y="3238"/>
                    <a:pt x="587" y="3308"/>
                  </a:cubicBezTo>
                  <a:lnTo>
                    <a:pt x="248" y="3530"/>
                  </a:lnTo>
                  <a:cubicBezTo>
                    <a:pt x="60" y="3648"/>
                    <a:pt x="1" y="3881"/>
                    <a:pt x="119" y="4068"/>
                  </a:cubicBezTo>
                  <a:lnTo>
                    <a:pt x="786" y="5235"/>
                  </a:lnTo>
                  <a:cubicBezTo>
                    <a:pt x="865" y="5364"/>
                    <a:pt x="999" y="5437"/>
                    <a:pt x="1135" y="5437"/>
                  </a:cubicBezTo>
                  <a:cubicBezTo>
                    <a:pt x="1199" y="5437"/>
                    <a:pt x="1263" y="5421"/>
                    <a:pt x="1322" y="5387"/>
                  </a:cubicBezTo>
                  <a:lnTo>
                    <a:pt x="1684" y="5213"/>
                  </a:lnTo>
                  <a:cubicBezTo>
                    <a:pt x="1802" y="5283"/>
                    <a:pt x="1920" y="5353"/>
                    <a:pt x="2035" y="5412"/>
                  </a:cubicBezTo>
                  <a:lnTo>
                    <a:pt x="2060" y="5822"/>
                  </a:lnTo>
                  <a:cubicBezTo>
                    <a:pt x="2071" y="6032"/>
                    <a:pt x="2245" y="6206"/>
                    <a:pt x="2470" y="6206"/>
                  </a:cubicBezTo>
                  <a:lnTo>
                    <a:pt x="3813" y="6206"/>
                  </a:lnTo>
                  <a:cubicBezTo>
                    <a:pt x="4024" y="6206"/>
                    <a:pt x="4209" y="6032"/>
                    <a:pt x="4209" y="5822"/>
                  </a:cubicBezTo>
                  <a:lnTo>
                    <a:pt x="4234" y="5412"/>
                  </a:lnTo>
                  <a:cubicBezTo>
                    <a:pt x="4363" y="5353"/>
                    <a:pt x="4478" y="5283"/>
                    <a:pt x="4596" y="5213"/>
                  </a:cubicBezTo>
                  <a:lnTo>
                    <a:pt x="4947" y="5387"/>
                  </a:lnTo>
                  <a:cubicBezTo>
                    <a:pt x="5010" y="5421"/>
                    <a:pt x="5077" y="5437"/>
                    <a:pt x="5142" y="5437"/>
                  </a:cubicBezTo>
                  <a:cubicBezTo>
                    <a:pt x="5281" y="5437"/>
                    <a:pt x="5413" y="5364"/>
                    <a:pt x="5485" y="5235"/>
                  </a:cubicBezTo>
                  <a:lnTo>
                    <a:pt x="6161" y="4068"/>
                  </a:lnTo>
                  <a:cubicBezTo>
                    <a:pt x="6268" y="3881"/>
                    <a:pt x="6209" y="3648"/>
                    <a:pt x="6032" y="3530"/>
                  </a:cubicBezTo>
                  <a:lnTo>
                    <a:pt x="5696" y="3308"/>
                  </a:lnTo>
                  <a:lnTo>
                    <a:pt x="5696" y="3098"/>
                  </a:lnTo>
                  <a:lnTo>
                    <a:pt x="5696" y="2899"/>
                  </a:lnTo>
                  <a:lnTo>
                    <a:pt x="6032" y="2677"/>
                  </a:lnTo>
                  <a:cubicBezTo>
                    <a:pt x="6209" y="2559"/>
                    <a:pt x="6268" y="2326"/>
                    <a:pt x="6161" y="2138"/>
                  </a:cubicBezTo>
                  <a:lnTo>
                    <a:pt x="5485" y="969"/>
                  </a:lnTo>
                  <a:cubicBezTo>
                    <a:pt x="5410" y="839"/>
                    <a:pt x="5273" y="765"/>
                    <a:pt x="5129" y="765"/>
                  </a:cubicBezTo>
                  <a:cubicBezTo>
                    <a:pt x="5068" y="765"/>
                    <a:pt x="5006" y="778"/>
                    <a:pt x="4947" y="806"/>
                  </a:cubicBezTo>
                  <a:lnTo>
                    <a:pt x="4596" y="994"/>
                  </a:lnTo>
                  <a:cubicBezTo>
                    <a:pt x="4478" y="913"/>
                    <a:pt x="4363" y="854"/>
                    <a:pt x="4234" y="795"/>
                  </a:cubicBezTo>
                  <a:lnTo>
                    <a:pt x="4209" y="385"/>
                  </a:lnTo>
                  <a:cubicBezTo>
                    <a:pt x="4209" y="175"/>
                    <a:pt x="4024" y="1"/>
                    <a:pt x="38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48" name="Google Shape;948;p39"/>
            <p:cNvSpPr/>
            <p:nvPr/>
          </p:nvSpPr>
          <p:spPr>
            <a:xfrm>
              <a:off x="3411588" y="2205725"/>
              <a:ext cx="60775" cy="60475"/>
            </a:xfrm>
            <a:custGeom>
              <a:rect l="l" t="t" r="r" b="b"/>
              <a:pathLst>
                <a:path w="2431" h="2419" extrusionOk="0">
                  <a:moveTo>
                    <a:pt x="1215" y="805"/>
                  </a:moveTo>
                  <a:cubicBezTo>
                    <a:pt x="1437" y="805"/>
                    <a:pt x="1625" y="982"/>
                    <a:pt x="1625" y="1204"/>
                  </a:cubicBezTo>
                  <a:cubicBezTo>
                    <a:pt x="1625" y="1425"/>
                    <a:pt x="1437" y="1613"/>
                    <a:pt x="1215" y="1613"/>
                  </a:cubicBezTo>
                  <a:cubicBezTo>
                    <a:pt x="994" y="1613"/>
                    <a:pt x="817" y="1425"/>
                    <a:pt x="817" y="1204"/>
                  </a:cubicBezTo>
                  <a:cubicBezTo>
                    <a:pt x="817" y="982"/>
                    <a:pt x="994" y="805"/>
                    <a:pt x="1215" y="805"/>
                  </a:cubicBezTo>
                  <a:close/>
                  <a:moveTo>
                    <a:pt x="1215" y="0"/>
                  </a:moveTo>
                  <a:cubicBezTo>
                    <a:pt x="551" y="0"/>
                    <a:pt x="1" y="536"/>
                    <a:pt x="1" y="1204"/>
                  </a:cubicBezTo>
                  <a:cubicBezTo>
                    <a:pt x="1" y="1880"/>
                    <a:pt x="551" y="2419"/>
                    <a:pt x="1215" y="2419"/>
                  </a:cubicBezTo>
                  <a:cubicBezTo>
                    <a:pt x="1883" y="2419"/>
                    <a:pt x="2430" y="1880"/>
                    <a:pt x="2430" y="1204"/>
                  </a:cubicBezTo>
                  <a:cubicBezTo>
                    <a:pt x="2430" y="536"/>
                    <a:pt x="1883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3DF1288-84C4-5523-8CCD-958FF7DAB3C6}"/>
              </a:ext>
            </a:extLst>
          </p:cNvPr>
          <p:cNvSpPr txBox="1"/>
          <p:nvPr/>
        </p:nvSpPr>
        <p:spPr>
          <a:xfrm>
            <a:off x="6676203" y="1612762"/>
            <a:ext cx="121961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200">
                <a:solidFill>
                  <a:schemeClr val="tx1"/>
                </a:solidFill>
              </a:rPr>
              <a:t>Январь - март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53714-61DB-9E34-BAD7-85E2A87DE3CA}"/>
              </a:ext>
            </a:extLst>
          </p:cNvPr>
          <p:cNvSpPr txBox="1"/>
          <p:nvPr/>
        </p:nvSpPr>
        <p:spPr>
          <a:xfrm>
            <a:off x="6675218" y="2364827"/>
            <a:ext cx="125779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200">
                <a:solidFill>
                  <a:schemeClr val="tx1"/>
                </a:solidFill>
              </a:rPr>
              <a:t>Апрель - Июнь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00A56-A77A-B8C9-BB9C-842EC748BB09}"/>
              </a:ext>
            </a:extLst>
          </p:cNvPr>
          <p:cNvSpPr txBox="1"/>
          <p:nvPr/>
        </p:nvSpPr>
        <p:spPr>
          <a:xfrm>
            <a:off x="6672755" y="3136599"/>
            <a:ext cx="143367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200">
                <a:solidFill>
                  <a:schemeClr val="tx1"/>
                </a:solidFill>
              </a:rPr>
              <a:t>Июль - Сентябрь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E7F95-64FA-A04A-8FAD-EF463FD1FE74}"/>
              </a:ext>
            </a:extLst>
          </p:cNvPr>
          <p:cNvSpPr txBox="1"/>
          <p:nvPr/>
        </p:nvSpPr>
        <p:spPr>
          <a:xfrm>
            <a:off x="6673494" y="3873143"/>
            <a:ext cx="144599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1200">
                <a:solidFill>
                  <a:schemeClr val="tx1"/>
                </a:solidFill>
              </a:rPr>
              <a:t>Октябрь-Декабрь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CAE06-8D57-F717-3776-08D8413BC4E5}"/>
              </a:ext>
            </a:extLst>
          </p:cNvPr>
          <p:cNvSpPr txBox="1"/>
          <p:nvPr/>
        </p:nvSpPr>
        <p:spPr>
          <a:xfrm>
            <a:off x="6677916" y="1284152"/>
            <a:ext cx="48946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1600" b="1">
                <a:solidFill>
                  <a:schemeClr val="tx1"/>
                </a:solidFill>
              </a:rPr>
              <a:t>Q1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8650C-D1E0-CDDE-F433-A6AD72706CF6}"/>
              </a:ext>
            </a:extLst>
          </p:cNvPr>
          <p:cNvSpPr txBox="1"/>
          <p:nvPr/>
        </p:nvSpPr>
        <p:spPr>
          <a:xfrm>
            <a:off x="6686338" y="2025784"/>
            <a:ext cx="48028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1600" b="1">
                <a:solidFill>
                  <a:schemeClr val="tx1"/>
                </a:solidFill>
              </a:rPr>
              <a:t>Q2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A4370-92EE-5820-1E59-88F9DF252951}"/>
              </a:ext>
            </a:extLst>
          </p:cNvPr>
          <p:cNvSpPr txBox="1"/>
          <p:nvPr/>
        </p:nvSpPr>
        <p:spPr>
          <a:xfrm>
            <a:off x="6687556" y="2798067"/>
            <a:ext cx="47086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1600" b="1">
                <a:solidFill>
                  <a:schemeClr val="tx1"/>
                </a:solidFill>
              </a:rPr>
              <a:t>Q3</a:t>
            </a:r>
          </a:p>
        </p:txBody>
      </p:sp>
      <p:sp>
        <p:nvSpPr>
          <p:cNvPr id="9" name="Google Shape;915;p39">
            <a:extLst>
              <a:ext uri="{FF2B5EF4-FFF2-40B4-BE49-F238E27FC236}">
                <a16:creationId xmlns:a16="http://schemas.microsoft.com/office/drawing/2014/main" id="{8507B81B-F216-4AA5-BBDE-7E0A76324945}"/>
              </a:ext>
            </a:extLst>
          </p:cNvPr>
          <p:cNvSpPr txBox="1">
            <a:spLocks noGrp="1"/>
          </p:cNvSpPr>
          <p:nvPr/>
        </p:nvSpPr>
        <p:spPr>
          <a:xfrm>
            <a:off x="6690454" y="3515023"/>
            <a:ext cx="467038" cy="378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" sz="1600" b="1">
                <a:latin typeface="Arial"/>
                <a:cs typeface="Arial"/>
                <a:sym typeface="Raleway Black"/>
              </a:rPr>
              <a:t>Q4</a:t>
            </a:r>
            <a:endParaRPr sz="1600" b="1">
              <a:latin typeface="Arial"/>
              <a:cs typeface="Arial"/>
              <a:sym typeface="Raleway Bla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30A7C-6946-AB9E-7ECC-21F1784423C7}"/>
              </a:ext>
            </a:extLst>
          </p:cNvPr>
          <p:cNvSpPr txBox="1"/>
          <p:nvPr/>
        </p:nvSpPr>
        <p:spPr>
          <a:xfrm>
            <a:off x="1024645" y="4366764"/>
            <a:ext cx="709944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err="1">
                <a:solidFill>
                  <a:schemeClr val="dk1"/>
                </a:solidFill>
              </a:rPr>
              <a:t>Перейдите по ссылке на графике, чтобы изменить его данные, а затем вставьте новые сюда. </a:t>
            </a:r>
            <a:r>
              <a:rPr lang="en" sz="1200" err="1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Для доп. информации нажми здесь</a:t>
            </a:r>
            <a:endParaRPr lang="ru-RU" sz="1200"/>
          </a:p>
          <a:p>
            <a:pPr algn="l"/>
            <a:endParaRPr lang="ru-RU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10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ВЫРУЧКА ПО КВАРТАЛАМ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2026-08-03T14:31:49.288</cp:lastPrinted>
  <dcterms:created xsi:type="dcterms:W3CDTF">2026-08-03T14:31:49Z</dcterms:created>
  <dcterms:modified xsi:type="dcterms:W3CDTF">2026-08-03T14:31:49Z</dcterms:modified>
</cp:coreProperties>
</file>