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8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</p:cSldViewPr>
  </p:slideViewPr>
  <p:notesViewPr>
    <p:cSldViewPr>
      <p:cViewPr>
        <p:scale>
          <a:sx n="1" d="100"/>
          <a:sy n="1" d="100"/>
        </p:scale>
        <p:origin x="0" y="0"/>
      </p:cViewPr>
    </p:cSldViewPr>
  </p:notesViewPr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910"/>
        <p:cNvGrpSpPr/>
        <p:nvPr/>
      </p:nvGrpSpPr>
      <p:grpSpPr>
        <a:xfrm>
          <a:off x="0" y="0"/>
          <a:ext cx="0" cy="0"/>
        </a:xfrm>
      </p:grpSpPr>
      <p:sp>
        <p:nvSpPr>
          <p:cNvPr id="911" name="Google Shape;911;g216241d4a3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2" name="Google Shape;912;g216241d4a3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hyperlink" Target="https://bit.ly/3A1uf1Q" TargetMode="External" /><Relationship Id="rId2" Type="http://schemas.openxmlformats.org/officeDocument/2006/relationships/hyperlink" Target="http://bit.ly/2TyoMsr" TargetMode="External" /><Relationship Id="rId3" Type="http://schemas.openxmlformats.org/officeDocument/2006/relationships/hyperlink" Target="http://bit.ly/2TtBDfr" TargetMode="External" /><Relationship Id="rId4" Type="http://schemas.openxmlformats.org/officeDocument/2006/relationships/slideMaster" Target="../slideMasters/slideMaster2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BC566066-262C-4B9A-8B50-197509964E1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4AA6FDC1-5DBB-4C7F-88B7-12AD01BDB60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3E6C2643-4248-455C-9E23-92553138511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25389A4A-2762-4EFE-A4D1-394DF604AE1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E18F0C46-4883-4742-BC07-B48235829CE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8FB5DF8C-79A8-44BF-AF2C-315AB961399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3D8CC7D2-6F0F-47F1-B8AC-418A3564A89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9792F1F9-FBFB-4538-B418-907090970AC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11ACCC7B-A2E4-4A0D-8AB6-76CD87EAABC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06C209E-143C-42ED-A0EB-40B69D3EAE5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22598E46-D06E-4FE6-AEA8-8B8E244309A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36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2pPr>
            <a:lvl3pPr lvl="2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3pPr>
            <a:lvl4pPr lvl="3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4pPr>
            <a:lvl5pPr lvl="4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5pPr>
            <a:lvl6pPr lvl="5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6pPr>
            <a:lvl7pPr lvl="6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7pPr>
            <a:lvl8pPr lvl="7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8pPr>
            <a:lvl9pPr lvl="8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056776"/>
            <a:ext cx="7704000" cy="4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48" name="Google Shape;48;p4"/>
          <p:cNvGrpSpPr/>
          <p:nvPr/>
        </p:nvGrpSpPr>
        <p:grpSpPr>
          <a:xfrm>
            <a:off x="188277" y="1651177"/>
            <a:ext cx="8669316" cy="2098194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181862" y="-331600"/>
            <a:ext cx="11020270" cy="5673388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42612" y="-168664"/>
            <a:ext cx="7919030" cy="2888968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 type="titleOnly">
  <p:cSld name="TITLE_ONLY">
    <p:spTree>
      <p:nvGrpSpPr>
        <p:cNvPr id="1" name="Shape 107"/>
        <p:cNvGrpSpPr/>
        <p:nvPr/>
      </p:nvGrpSpPr>
      <p:grpSpPr>
        <a:xfrm>
          <a:off x="0" y="0"/>
          <a:ext cx="0" cy="0"/>
        </a:xfrm>
      </p:grpSpPr>
      <p:sp>
        <p:nvSpPr>
          <p:cNvPr id="108" name="Google Shape;10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6"/>
          <p:cNvGrpSpPr/>
          <p:nvPr/>
        </p:nvGrpSpPr>
        <p:grpSpPr>
          <a:xfrm>
            <a:off x="713236" y="-1192757"/>
            <a:ext cx="8217269" cy="9624966"/>
            <a:chOff x="713236" y="-1192757"/>
            <a:chExt cx="8217269" cy="9624966"/>
          </a:xfrm>
        </p:grpSpPr>
        <p:grpSp>
          <p:nvGrpSpPr>
            <p:cNvPr id="110" name="Google Shape;110;p6"/>
            <p:cNvGrpSpPr/>
            <p:nvPr/>
          </p:nvGrpSpPr>
          <p:grpSpPr>
            <a:xfrm rot="5400000" flipH="1">
              <a:off x="-917001" y="6234248"/>
              <a:ext cx="3828199" cy="567724"/>
              <a:chOff x="-1181972" y="3591337"/>
              <a:chExt cx="3497989" cy="518706"/>
            </a:xfrm>
          </p:grpSpPr>
          <p:cxnSp>
            <p:nvCxnSpPr>
              <p:cNvPr id="111" name="Google Shape;111;p6"/>
              <p:cNvCxnSpPr/>
              <p:nvPr/>
            </p:nvCxnSpPr>
            <p:spPr>
              <a:xfrm flipH="1">
                <a:off x="308728" y="2619343"/>
                <a:ext cx="0" cy="298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6"/>
              <p:cNvCxnSpPr/>
              <p:nvPr/>
            </p:nvCxnSpPr>
            <p:spPr>
              <a:xfrm rot="-5400000">
                <a:off x="1795201" y="3757993"/>
                <a:ext cx="357300" cy="34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6"/>
              <p:cNvSpPr/>
              <p:nvPr/>
            </p:nvSpPr>
            <p:spPr>
              <a:xfrm>
                <a:off x="2122592" y="3591337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" name="Google Shape;114;p6"/>
            <p:cNvGrpSpPr/>
            <p:nvPr/>
          </p:nvGrpSpPr>
          <p:grpSpPr>
            <a:xfrm>
              <a:off x="6549025" y="-95200"/>
              <a:ext cx="2381480" cy="750487"/>
              <a:chOff x="6549025" y="-95200"/>
              <a:chExt cx="2381480" cy="750487"/>
            </a:xfrm>
          </p:grpSpPr>
          <p:grpSp>
            <p:nvGrpSpPr>
              <p:cNvPr id="115" name="Google Shape;115;p6"/>
              <p:cNvGrpSpPr/>
              <p:nvPr/>
            </p:nvGrpSpPr>
            <p:grpSpPr>
              <a:xfrm rot="-5400000">
                <a:off x="8505189" y="229971"/>
                <a:ext cx="493321" cy="357312"/>
                <a:chOff x="1722354" y="229144"/>
                <a:chExt cx="1748744" cy="1266614"/>
              </a:xfrm>
            </p:grpSpPr>
            <p:sp>
              <p:nvSpPr>
                <p:cNvPr id="116" name="Google Shape;116;p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8" name="Google Shape;118;p6"/>
              <p:cNvSpPr/>
              <p:nvPr/>
            </p:nvSpPr>
            <p:spPr>
              <a:xfrm>
                <a:off x="6549025" y="-95200"/>
                <a:ext cx="2381475" cy="429625"/>
              </a:xfrm>
              <a:custGeom>
                <a:rect l="l" t="t" r="r" b="b"/>
                <a:pathLst>
                  <a:path w="95259" h="17185" extrusionOk="0">
                    <a:moveTo>
                      <a:pt x="0" y="2455"/>
                    </a:moveTo>
                    <a:lnTo>
                      <a:pt x="14731" y="17185"/>
                    </a:lnTo>
                    <a:lnTo>
                      <a:pt x="65552" y="17185"/>
                    </a:lnTo>
                    <a:lnTo>
                      <a:pt x="72303" y="10434"/>
                    </a:lnTo>
                    <a:lnTo>
                      <a:pt x="95259" y="10434"/>
                    </a:lnTo>
                    <a:lnTo>
                      <a:pt x="95259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</p:grpSp>
        <p:grpSp>
          <p:nvGrpSpPr>
            <p:cNvPr id="119" name="Google Shape;119;p6"/>
            <p:cNvGrpSpPr/>
            <p:nvPr/>
          </p:nvGrpSpPr>
          <p:grpSpPr>
            <a:xfrm rot="5400000">
              <a:off x="6896426" y="-564435"/>
              <a:ext cx="1530153" cy="273510"/>
              <a:chOff x="-6675" y="2881558"/>
              <a:chExt cx="9140700" cy="2059567"/>
            </a:xfrm>
          </p:grpSpPr>
          <p:cxnSp>
            <p:nvCxnSpPr>
              <p:cNvPr id="120" name="Google Shape;120;p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25" name="Google Shape;125;p6"/>
          <p:cNvGrpSpPr/>
          <p:nvPr/>
        </p:nvGrpSpPr>
        <p:grpSpPr>
          <a:xfrm>
            <a:off x="302564" y="1262596"/>
            <a:ext cx="9110252" cy="3563617"/>
            <a:chOff x="302564" y="1262596"/>
            <a:chExt cx="9110252" cy="3563617"/>
          </a:xfrm>
        </p:grpSpPr>
        <p:grpSp>
          <p:nvGrpSpPr>
            <p:cNvPr id="126" name="Google Shape;126;p6"/>
            <p:cNvGrpSpPr/>
            <p:nvPr/>
          </p:nvGrpSpPr>
          <p:grpSpPr>
            <a:xfrm rot="5400000">
              <a:off x="-153827" y="4122544"/>
              <a:ext cx="1160062" cy="247278"/>
              <a:chOff x="8000023" y="2164544"/>
              <a:chExt cx="1160062" cy="247278"/>
            </a:xfrm>
          </p:grpSpPr>
          <p:sp>
            <p:nvSpPr>
              <p:cNvPr id="127" name="Google Shape;127;p6"/>
              <p:cNvSpPr/>
              <p:nvPr/>
            </p:nvSpPr>
            <p:spPr>
              <a:xfrm rot="5400000">
                <a:off x="8215962" y="19486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 rot="-5400000">
                <a:off x="8708783" y="1960521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" name="Google Shape;129;p6"/>
            <p:cNvGrpSpPr/>
            <p:nvPr/>
          </p:nvGrpSpPr>
          <p:grpSpPr>
            <a:xfrm>
              <a:off x="8578108" y="1262596"/>
              <a:ext cx="834709" cy="226938"/>
              <a:chOff x="8541258" y="2281496"/>
              <a:chExt cx="834709" cy="226938"/>
            </a:xfrm>
          </p:grpSpPr>
          <p:sp>
            <p:nvSpPr>
              <p:cNvPr id="130" name="Google Shape;130;p6"/>
              <p:cNvSpPr/>
              <p:nvPr/>
            </p:nvSpPr>
            <p:spPr>
              <a:xfrm rot="5400000">
                <a:off x="9116912" y="2249379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5400000">
                <a:off x="8917458" y="19052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2" name="Google Shape;132;p6"/>
          <p:cNvGrpSpPr/>
          <p:nvPr/>
        </p:nvGrpSpPr>
        <p:grpSpPr>
          <a:xfrm>
            <a:off x="597187" y="977673"/>
            <a:ext cx="8723593" cy="3964768"/>
            <a:chOff x="597187" y="977673"/>
            <a:chExt cx="8723593" cy="3964768"/>
          </a:xfrm>
        </p:grpSpPr>
        <p:sp>
          <p:nvSpPr>
            <p:cNvPr id="133" name="Google Shape;133;p6"/>
            <p:cNvSpPr/>
            <p:nvPr/>
          </p:nvSpPr>
          <p:spPr>
            <a:xfrm rot="5400000">
              <a:off x="9080312" y="7772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4" name="Google Shape;134;p6"/>
            <p:cNvSpPr/>
            <p:nvPr/>
          </p:nvSpPr>
          <p:spPr>
            <a:xfrm rot="10800000">
              <a:off x="597187" y="45015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35" name="Google Shape;135;p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1782650" y="711700"/>
            <a:ext cx="2893200" cy="90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1782650" y="1616297"/>
            <a:ext cx="2893200" cy="28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4752038" y="824113"/>
            <a:ext cx="2787000" cy="355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grpSp>
        <p:nvGrpSpPr>
          <p:cNvPr id="140" name="Google Shape;140;p7"/>
          <p:cNvGrpSpPr/>
          <p:nvPr/>
        </p:nvGrpSpPr>
        <p:grpSpPr>
          <a:xfrm>
            <a:off x="260189" y="195827"/>
            <a:ext cx="7049955" cy="4729917"/>
            <a:chOff x="260189" y="195827"/>
            <a:chExt cx="7049955" cy="4729917"/>
          </a:xfrm>
        </p:grpSpPr>
        <p:grpSp>
          <p:nvGrpSpPr>
            <p:cNvPr id="141" name="Google Shape;141;p7"/>
            <p:cNvGrpSpPr/>
            <p:nvPr/>
          </p:nvGrpSpPr>
          <p:grpSpPr>
            <a:xfrm rot="-5400000">
              <a:off x="6786639" y="4402239"/>
              <a:ext cx="177741" cy="869269"/>
              <a:chOff x="8535452" y="1548052"/>
              <a:chExt cx="177741" cy="869269"/>
            </a:xfrm>
          </p:grpSpPr>
          <p:sp>
            <p:nvSpPr>
              <p:cNvPr id="142" name="Google Shape;142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7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" name="Google Shape;144;p7"/>
            <p:cNvGrpSpPr/>
            <p:nvPr/>
          </p:nvGrpSpPr>
          <p:grpSpPr>
            <a:xfrm rot="10800000">
              <a:off x="260189" y="195827"/>
              <a:ext cx="177741" cy="687344"/>
              <a:chOff x="8535452" y="1335702"/>
              <a:chExt cx="177741" cy="687344"/>
            </a:xfrm>
          </p:grpSpPr>
          <p:sp>
            <p:nvSpPr>
              <p:cNvPr id="145" name="Google Shape;145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 rot="10800000">
                <a:off x="85354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" name="Google Shape;147;p7"/>
          <p:cNvGrpSpPr/>
          <p:nvPr/>
        </p:nvGrpSpPr>
        <p:grpSpPr>
          <a:xfrm>
            <a:off x="-867949" y="-315450"/>
            <a:ext cx="10098949" cy="5241212"/>
            <a:chOff x="-867949" y="-315450"/>
            <a:chExt cx="10098949" cy="5241212"/>
          </a:xfrm>
        </p:grpSpPr>
        <p:sp>
          <p:nvSpPr>
            <p:cNvPr id="148" name="Google Shape;148;p7"/>
            <p:cNvSpPr/>
            <p:nvPr/>
          </p:nvSpPr>
          <p:spPr>
            <a:xfrm>
              <a:off x="6756300" y="4613375"/>
              <a:ext cx="2474700" cy="312375"/>
            </a:xfrm>
            <a:custGeom>
              <a:rect l="l" t="t" r="r" b="b"/>
              <a:pathLst>
                <a:path w="98988" h="12495" extrusionOk="0">
                  <a:moveTo>
                    <a:pt x="0" y="0"/>
                  </a:moveTo>
                  <a:lnTo>
                    <a:pt x="37363" y="0"/>
                  </a:lnTo>
                  <a:lnTo>
                    <a:pt x="49858" y="12495"/>
                  </a:lnTo>
                  <a:lnTo>
                    <a:pt x="98988" y="12495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149" name="Google Shape;149;p7"/>
            <p:cNvGrpSpPr/>
            <p:nvPr/>
          </p:nvGrpSpPr>
          <p:grpSpPr>
            <a:xfrm rot="-5400000" flipH="1">
              <a:off x="8430782" y="4500446"/>
              <a:ext cx="493321" cy="357312"/>
              <a:chOff x="1722354" y="229144"/>
              <a:chExt cx="1748744" cy="1266614"/>
            </a:xfrm>
          </p:grpSpPr>
          <p:sp>
            <p:nvSpPr>
              <p:cNvPr id="150" name="Google Shape;150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152" name="Google Shape;152;p7"/>
            <p:cNvSpPr/>
            <p:nvPr/>
          </p:nvSpPr>
          <p:spPr>
            <a:xfrm>
              <a:off x="-174975" y="-315450"/>
              <a:ext cx="1914059" cy="4400511"/>
            </a:xfrm>
            <a:custGeom>
              <a:rect l="l" t="t" r="r" b="b"/>
              <a:pathLst>
                <a:path w="55192" h="126889" extrusionOk="0">
                  <a:moveTo>
                    <a:pt x="0" y="126889"/>
                  </a:moveTo>
                  <a:lnTo>
                    <a:pt x="24140" y="102749"/>
                  </a:lnTo>
                  <a:lnTo>
                    <a:pt x="24140" y="42943"/>
                  </a:lnTo>
                  <a:lnTo>
                    <a:pt x="55192" y="25015"/>
                  </a:lnTo>
                  <a:lnTo>
                    <a:pt x="55192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153" name="Google Shape;153;p7"/>
            <p:cNvGrpSpPr/>
            <p:nvPr/>
          </p:nvGrpSpPr>
          <p:grpSpPr>
            <a:xfrm rot="10800000">
              <a:off x="662657" y="2962921"/>
              <a:ext cx="493321" cy="357312"/>
              <a:chOff x="1722354" y="229144"/>
              <a:chExt cx="1748744" cy="1266614"/>
            </a:xfrm>
          </p:grpSpPr>
          <p:sp>
            <p:nvSpPr>
              <p:cNvPr id="154" name="Google Shape;154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>
              <a:off x="-867949" y="1748040"/>
              <a:ext cx="1530153" cy="273510"/>
              <a:chOff x="-6675" y="2881558"/>
              <a:chExt cx="9140700" cy="2059567"/>
            </a:xfrm>
          </p:grpSpPr>
          <p:cxnSp>
            <p:nvCxnSpPr>
              <p:cNvPr id="157" name="Google Shape;157;p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" name="Google Shape;158;p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" name="Google Shape;159;p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" name="Google Shape;160;p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1" name="Google Shape;161;p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2" name="Google Shape;162;p7"/>
          <p:cNvGrpSpPr/>
          <p:nvPr/>
        </p:nvGrpSpPr>
        <p:grpSpPr>
          <a:xfrm>
            <a:off x="609462" y="-114064"/>
            <a:ext cx="8313331" cy="4565380"/>
            <a:chOff x="609462" y="-114064"/>
            <a:chExt cx="8313331" cy="4565380"/>
          </a:xfrm>
        </p:grpSpPr>
        <p:sp>
          <p:nvSpPr>
            <p:cNvPr id="163" name="Google Shape;163;p7"/>
            <p:cNvSpPr/>
            <p:nvPr/>
          </p:nvSpPr>
          <p:spPr>
            <a:xfrm rot="10800000">
              <a:off x="8882737" y="40104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" name="Google Shape;164;p7"/>
            <p:cNvSpPr/>
            <p:nvPr/>
          </p:nvSpPr>
          <p:spPr>
            <a:xfrm rot="10800000">
              <a:off x="609462" y="-1140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SzPts val="6000"/>
              <a:buNone/>
              <a:defRPr sz="6000"/>
            </a:lvl1pPr>
            <a:lvl2pPr lvl="1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2pPr>
            <a:lvl3pPr lvl="2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3pPr>
            <a:lvl4pPr lvl="3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4pPr>
            <a:lvl5pPr lvl="4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5pPr>
            <a:lvl6pPr lvl="5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6pPr>
            <a:lvl7pPr lvl="6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7pPr>
            <a:lvl8pPr lvl="7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8pPr>
            <a:lvl9pPr lvl="8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7000"/>
              <a:buNone/>
              <a:defRPr sz="70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2pPr>
            <a:lvl3pPr lvl="2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3pPr>
            <a:lvl4pPr lvl="3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4pPr>
            <a:lvl5pPr lvl="4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5pPr>
            <a:lvl6pPr lvl="5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6pPr>
            <a:lvl7pPr lvl="6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7pPr>
            <a:lvl8pPr lvl="7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8pPr>
            <a:lvl9pPr lvl="8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 flipH="1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">
  <p:cSld name="CUSTOM_12">
    <p:spTree>
      <p:nvGrpSpPr>
        <p:cNvPr id="1" name="Shape 364"/>
        <p:cNvGrpSpPr/>
        <p:nvPr/>
      </p:nvGrpSpPr>
      <p:grpSpPr>
        <a:xfrm>
          <a:off x="0" y="0"/>
          <a:ext cx="0" cy="0"/>
        </a:xfrm>
      </p:grpSpPr>
      <p:sp>
        <p:nvSpPr>
          <p:cNvPr id="365" name="Google Shape;36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14"/>
          <p:cNvSpPr txBox="1">
            <a:spLocks noGrp="1"/>
          </p:cNvSpPr>
          <p:nvPr>
            <p:ph type="subTitle" idx="1"/>
          </p:nvPr>
        </p:nvSpPr>
        <p:spPr>
          <a:xfrm>
            <a:off x="720000" y="1067776"/>
            <a:ext cx="7704000" cy="87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367" name="Google Shape;367;p14"/>
          <p:cNvGrpSpPr/>
          <p:nvPr/>
        </p:nvGrpSpPr>
        <p:grpSpPr>
          <a:xfrm>
            <a:off x="248963" y="1017730"/>
            <a:ext cx="8980467" cy="3860780"/>
            <a:chOff x="248963" y="1017730"/>
            <a:chExt cx="8980467" cy="3860780"/>
          </a:xfrm>
        </p:grpSpPr>
        <p:sp>
          <p:nvSpPr>
            <p:cNvPr id="368" name="Google Shape;368;p14"/>
            <p:cNvSpPr/>
            <p:nvPr/>
          </p:nvSpPr>
          <p:spPr>
            <a:xfrm>
              <a:off x="422688" y="131788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9" name="Google Shape;369;p14"/>
            <p:cNvSpPr/>
            <p:nvPr/>
          </p:nvSpPr>
          <p:spPr>
            <a:xfrm>
              <a:off x="248963" y="101773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370" name="Google Shape;370;p14"/>
            <p:cNvGrpSpPr/>
            <p:nvPr/>
          </p:nvGrpSpPr>
          <p:grpSpPr>
            <a:xfrm rot="-5400000">
              <a:off x="8742913" y="4391992"/>
              <a:ext cx="206891" cy="766144"/>
              <a:chOff x="8650702" y="3525402"/>
              <a:chExt cx="206891" cy="766144"/>
            </a:xfrm>
          </p:grpSpPr>
          <p:sp>
            <p:nvSpPr>
              <p:cNvPr id="371" name="Google Shape;371;p1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1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73" name="Google Shape;373;p14"/>
          <p:cNvGrpSpPr/>
          <p:nvPr/>
        </p:nvGrpSpPr>
        <p:grpSpPr>
          <a:xfrm>
            <a:off x="250498" y="1721188"/>
            <a:ext cx="8259948" cy="2990484"/>
            <a:chOff x="250498" y="1721188"/>
            <a:chExt cx="8259948" cy="2990484"/>
          </a:xfrm>
        </p:grpSpPr>
        <p:sp>
          <p:nvSpPr>
            <p:cNvPr id="374" name="Google Shape;374;p14"/>
            <p:cNvSpPr/>
            <p:nvPr/>
          </p:nvSpPr>
          <p:spPr>
            <a:xfrm rot="10800000">
              <a:off x="250498" y="17211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8269979" y="4471205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76" name="Google Shape;376;p14"/>
          <p:cNvGrpSpPr/>
          <p:nvPr/>
        </p:nvGrpSpPr>
        <p:grpSpPr>
          <a:xfrm>
            <a:off x="-2218609" y="-174950"/>
            <a:ext cx="12004520" cy="8522877"/>
            <a:chOff x="-2218609" y="-174950"/>
            <a:chExt cx="12004520" cy="8522877"/>
          </a:xfrm>
        </p:grpSpPr>
        <p:sp>
          <p:nvSpPr>
            <p:cNvPr id="377" name="Google Shape;377;p14"/>
            <p:cNvSpPr/>
            <p:nvPr/>
          </p:nvSpPr>
          <p:spPr>
            <a:xfrm>
              <a:off x="-2218609" y="-174950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378" name="Google Shape;378;p14"/>
            <p:cNvGrpSpPr/>
            <p:nvPr/>
          </p:nvGrpSpPr>
          <p:grpSpPr>
            <a:xfrm rot="-5400000" flipH="1">
              <a:off x="7449713" y="4739627"/>
              <a:ext cx="493321" cy="357312"/>
              <a:chOff x="1722354" y="229144"/>
              <a:chExt cx="1748744" cy="1266614"/>
            </a:xfrm>
          </p:grpSpPr>
          <p:sp>
            <p:nvSpPr>
              <p:cNvPr id="379" name="Google Shape;379;p1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1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81" name="Google Shape;381;p14"/>
            <p:cNvSpPr/>
            <p:nvPr/>
          </p:nvSpPr>
          <p:spPr>
            <a:xfrm rot="10800000" flipH="1">
              <a:off x="8147148" y="2028637"/>
              <a:ext cx="1521858" cy="631929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382" name="Google Shape;382;p14"/>
            <p:cNvGrpSpPr/>
            <p:nvPr/>
          </p:nvGrpSpPr>
          <p:grpSpPr>
            <a:xfrm flipH="1">
              <a:off x="8820653" y="3237867"/>
              <a:ext cx="965258" cy="273510"/>
              <a:chOff x="-6675" y="2881558"/>
              <a:chExt cx="9140700" cy="2059567"/>
            </a:xfrm>
          </p:grpSpPr>
          <p:cxnSp>
            <p:nvCxnSpPr>
              <p:cNvPr id="383" name="Google Shape;383;p1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1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1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 1">
  <p:cSld name="CUSTOM_12_1">
    <p:spTree>
      <p:nvGrpSpPr>
        <p:cNvPr id="1" name="Shape 389"/>
        <p:cNvGrpSpPr/>
        <p:nvPr/>
      </p:nvGrpSpPr>
      <p:grpSpPr>
        <a:xfrm>
          <a:off x="0" y="0"/>
          <a:ext cx="0" cy="0"/>
        </a:xfrm>
      </p:grpSpPr>
      <p:sp>
        <p:nvSpPr>
          <p:cNvPr id="390" name="Google Shape;390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15"/>
          <p:cNvSpPr txBox="1">
            <a:spLocks noGrp="1"/>
          </p:cNvSpPr>
          <p:nvPr>
            <p:ph type="subTitle" idx="1"/>
          </p:nvPr>
        </p:nvSpPr>
        <p:spPr>
          <a:xfrm>
            <a:off x="720000" y="1150950"/>
            <a:ext cx="7704000" cy="29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92" name="Google Shape;392;p15"/>
          <p:cNvGrpSpPr/>
          <p:nvPr/>
        </p:nvGrpSpPr>
        <p:grpSpPr>
          <a:xfrm>
            <a:off x="8393651" y="-1627766"/>
            <a:ext cx="614899" cy="2881846"/>
            <a:chOff x="1337784" y="-2525559"/>
            <a:chExt cx="1352318" cy="6337907"/>
          </a:xfrm>
        </p:grpSpPr>
        <p:cxnSp>
          <p:nvCxnSpPr>
            <p:cNvPr id="393" name="Google Shape;393;p15"/>
            <p:cNvCxnSpPr/>
            <p:nvPr/>
          </p:nvCxnSpPr>
          <p:spPr>
            <a:xfrm rot="10800000" flipH="1">
              <a:off x="1337784" y="-2525559"/>
              <a:ext cx="0" cy="49905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15"/>
            <p:cNvCxnSpPr/>
            <p:nvPr/>
          </p:nvCxnSpPr>
          <p:spPr>
            <a:xfrm>
              <a:off x="1337784" y="2466654"/>
              <a:ext cx="984900" cy="970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5" name="Google Shape;395;p15"/>
            <p:cNvSpPr/>
            <p:nvPr/>
          </p:nvSpPr>
          <p:spPr>
            <a:xfrm rot="5400000">
              <a:off x="2266990" y="3389237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96" name="Google Shape;396;p15"/>
          <p:cNvGrpSpPr/>
          <p:nvPr/>
        </p:nvGrpSpPr>
        <p:grpSpPr>
          <a:xfrm>
            <a:off x="6485555" y="4129788"/>
            <a:ext cx="269696" cy="1209440"/>
            <a:chOff x="6933883" y="3613321"/>
            <a:chExt cx="269696" cy="1209440"/>
          </a:xfrm>
        </p:grpSpPr>
        <p:sp>
          <p:nvSpPr>
            <p:cNvPr id="397" name="Google Shape;397;p15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98" name="Google Shape;398;p15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99" name="Google Shape;399;p1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hree columns">
  <p:cSld name="CUSTOM_6">
    <p:spTree>
      <p:nvGrpSpPr>
        <p:cNvPr id="1" name="Shape 400"/>
        <p:cNvGrpSpPr/>
        <p:nvPr/>
      </p:nvGrpSpPr>
      <p:grpSpPr>
        <a:xfrm>
          <a:off x="0" y="0"/>
          <a: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35017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188277" y="445029"/>
            <a:ext cx="8669349" cy="4596267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478250" y="1380581"/>
            <a:ext cx="8298985" cy="1930684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260198" y="-534009"/>
            <a:ext cx="8742927" cy="594665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four columns">
  <p:cSld name="CUSTOM_5">
    <p:spTree>
      <p:nvGrpSpPr>
        <p:cNvPr id="1" name="Shape 431"/>
        <p:cNvGrpSpPr/>
        <p:nvPr/>
      </p:nvGrpSpPr>
      <p:grpSpPr>
        <a:xfrm>
          <a:off x="0" y="0"/>
          <a: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487075" y="3743425"/>
            <a:ext cx="8733034" cy="1098995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197650" y="1003129"/>
            <a:ext cx="8689509" cy="2910487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30950" y="-166792"/>
            <a:ext cx="9501942" cy="5231667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sp>
        <p:nvSpPr>
          <p:cNvPr id="462" name="Google Shape;462;p17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six columns">
  <p:cSld name="CUSTOM_7">
    <p:spTree>
      <p:nvGrpSpPr>
        <p:cNvPr id="1" name="Shape 463"/>
        <p:cNvGrpSpPr/>
        <p:nvPr/>
      </p:nvGrpSpPr>
      <p:grpSpPr>
        <a:xfrm>
          <a:off x="0" y="0"/>
          <a:ext cx="0" cy="0"/>
        </a:xfrm>
      </p:grpSpPr>
      <p:sp>
        <p:nvSpPr>
          <p:cNvPr id="464" name="Google Shape;46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65" name="Google Shape;465;p18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18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18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8" name="Google Shape;468;p18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9" name="Google Shape;469;p18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18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18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2" name="Google Shape;472;p18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3" name="Google Shape;473;p18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4" name="Google Shape;474;p18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5" name="Google Shape;475;p18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6" name="Google Shape;476;p18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77" name="Google Shape;477;p18"/>
          <p:cNvGrpSpPr/>
          <p:nvPr/>
        </p:nvGrpSpPr>
        <p:grpSpPr>
          <a:xfrm>
            <a:off x="-173589" y="2054902"/>
            <a:ext cx="8977956" cy="875138"/>
            <a:chOff x="-173589" y="2054902"/>
            <a:chExt cx="8977956" cy="875138"/>
          </a:xfrm>
        </p:grpSpPr>
        <p:sp>
          <p:nvSpPr>
            <p:cNvPr id="478" name="Google Shape;478;p18"/>
            <p:cNvSpPr/>
            <p:nvPr/>
          </p:nvSpPr>
          <p:spPr>
            <a:xfrm rot="-5400000" flipH="1">
              <a:off x="157300" y="26709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79" name="Google Shape;479;p18"/>
            <p:cNvSpPr/>
            <p:nvPr/>
          </p:nvSpPr>
          <p:spPr>
            <a:xfrm rot="-5400000" flipH="1">
              <a:off x="42350" y="24235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80" name="Google Shape;480;p18"/>
            <p:cNvGrpSpPr/>
            <p:nvPr/>
          </p:nvGrpSpPr>
          <p:grpSpPr>
            <a:xfrm rot="10800000" flipH="1">
              <a:off x="8597477" y="2054902"/>
              <a:ext cx="206891" cy="766144"/>
              <a:chOff x="8650702" y="3525402"/>
              <a:chExt cx="206891" cy="766144"/>
            </a:xfrm>
          </p:grpSpPr>
          <p:sp>
            <p:nvSpPr>
              <p:cNvPr id="481" name="Google Shape;481;p18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8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83" name="Google Shape;483;p18"/>
          <p:cNvGrpSpPr/>
          <p:nvPr/>
        </p:nvGrpSpPr>
        <p:grpSpPr>
          <a:xfrm>
            <a:off x="756786" y="700836"/>
            <a:ext cx="8183234" cy="4589198"/>
            <a:chOff x="756786" y="700836"/>
            <a:chExt cx="8183234" cy="4589198"/>
          </a:xfrm>
        </p:grpSpPr>
        <p:sp>
          <p:nvSpPr>
            <p:cNvPr id="484" name="Google Shape;484;p18"/>
            <p:cNvSpPr/>
            <p:nvPr/>
          </p:nvSpPr>
          <p:spPr>
            <a:xfrm flipH="1">
              <a:off x="756786" y="484915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85" name="Google Shape;485;p18"/>
            <p:cNvSpPr/>
            <p:nvPr/>
          </p:nvSpPr>
          <p:spPr>
            <a:xfrm rot="10800000" flipH="1">
              <a:off x="8899964" y="700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18"/>
          <p:cNvGrpSpPr/>
          <p:nvPr/>
        </p:nvGrpSpPr>
        <p:grpSpPr>
          <a:xfrm>
            <a:off x="-418722" y="-549400"/>
            <a:ext cx="9906875" cy="5811597"/>
            <a:chOff x="-418722" y="-549400"/>
            <a:chExt cx="9906875" cy="5811597"/>
          </a:xfrm>
        </p:grpSpPr>
        <p:grpSp>
          <p:nvGrpSpPr>
            <p:cNvPr id="487" name="Google Shape;487;p18"/>
            <p:cNvGrpSpPr/>
            <p:nvPr/>
          </p:nvGrpSpPr>
          <p:grpSpPr>
            <a:xfrm rot="10800000" flipH="1">
              <a:off x="8269288" y="182196"/>
              <a:ext cx="493321" cy="357312"/>
              <a:chOff x="1722354" y="229144"/>
              <a:chExt cx="1748744" cy="1266614"/>
            </a:xfrm>
          </p:grpSpPr>
          <p:sp>
            <p:nvSpPr>
              <p:cNvPr id="488" name="Google Shape;488;p18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8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18"/>
            <p:cNvGrpSpPr/>
            <p:nvPr/>
          </p:nvGrpSpPr>
          <p:grpSpPr>
            <a:xfrm rot="10800000">
              <a:off x="-418722" y="3973294"/>
              <a:ext cx="965258" cy="273510"/>
              <a:chOff x="-6675" y="2881558"/>
              <a:chExt cx="9140700" cy="2059567"/>
            </a:xfrm>
          </p:grpSpPr>
          <p:cxnSp>
            <p:nvCxnSpPr>
              <p:cNvPr id="491" name="Google Shape;491;p1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96" name="Google Shape;496;p18"/>
            <p:cNvSpPr/>
            <p:nvPr/>
          </p:nvSpPr>
          <p:spPr>
            <a:xfrm rot="-5400000" flipH="1">
              <a:off x="-642564" y="4073091"/>
              <a:ext cx="2068124" cy="310088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497" name="Google Shape;497;p18"/>
            <p:cNvSpPr/>
            <p:nvPr/>
          </p:nvSpPr>
          <p:spPr>
            <a:xfrm flipH="1">
              <a:off x="8573201" y="-549400"/>
              <a:ext cx="914953" cy="3799205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sp>
        <p:nvSpPr>
          <p:cNvPr id="498" name="Google Shape;498;p18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Numbers and text">
  <p:cSld name="CUSTOM_8">
    <p:spTree>
      <p:nvGrpSpPr>
        <p:cNvPr id="1" name="Shape 499"/>
        <p:cNvGrpSpPr/>
        <p:nvPr/>
      </p:nvGrpSpPr>
      <p:grpSpPr>
        <a:xfrm>
          <a:off x="0" y="0"/>
          <a:ext cx="0" cy="0"/>
        </a:xfrm>
      </p:grpSpPr>
      <p:sp>
        <p:nvSpPr>
          <p:cNvPr id="500" name="Google Shape;500;p19"/>
          <p:cNvSpPr txBox="1">
            <a:spLocks noGrp="1"/>
          </p:cNvSpPr>
          <p:nvPr>
            <p:ph type="title" hasCustomPrompt="1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9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19"/>
          <p:cNvSpPr txBox="1">
            <a:spLocks noGrp="1"/>
          </p:cNvSpPr>
          <p:nvPr>
            <p:ph type="title" idx="2" hasCustomPrompt="1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9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19"/>
          <p:cNvSpPr txBox="1">
            <a:spLocks noGrp="1"/>
          </p:cNvSpPr>
          <p:nvPr>
            <p:ph type="title" idx="4" hasCustomPrompt="1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5" name="Google Shape;505;p19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19"/>
          <p:cNvSpPr/>
          <p:nvPr/>
        </p:nvSpPr>
        <p:spPr>
          <a:xfrm rot="5400000">
            <a:off x="9120511" y="6970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07" name="Google Shape;507;p19"/>
          <p:cNvGrpSpPr/>
          <p:nvPr/>
        </p:nvGrpSpPr>
        <p:grpSpPr>
          <a:xfrm>
            <a:off x="-739800" y="415860"/>
            <a:ext cx="10142602" cy="2150259"/>
            <a:chOff x="-739800" y="415860"/>
            <a:chExt cx="10142602" cy="2150259"/>
          </a:xfrm>
        </p:grpSpPr>
        <p:grpSp>
          <p:nvGrpSpPr>
            <p:cNvPr id="508" name="Google Shape;508;p19"/>
            <p:cNvGrpSpPr/>
            <p:nvPr/>
          </p:nvGrpSpPr>
          <p:grpSpPr>
            <a:xfrm rot="5400000">
              <a:off x="8699132" y="-40532"/>
              <a:ext cx="247278" cy="1160062"/>
              <a:chOff x="1463894" y="1434556"/>
              <a:chExt cx="247278" cy="1160062"/>
            </a:xfrm>
          </p:grpSpPr>
          <p:sp>
            <p:nvSpPr>
              <p:cNvPr id="509" name="Google Shape;509;p19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11" name="Google Shape;511;p19"/>
            <p:cNvGrpSpPr/>
            <p:nvPr/>
          </p:nvGrpSpPr>
          <p:grpSpPr>
            <a:xfrm>
              <a:off x="-739800" y="1454775"/>
              <a:ext cx="1111343" cy="1111343"/>
              <a:chOff x="8307725" y="278700"/>
              <a:chExt cx="1111343" cy="1111343"/>
            </a:xfrm>
          </p:grpSpPr>
          <p:sp>
            <p:nvSpPr>
              <p:cNvPr id="512" name="Google Shape;512;p1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4" name="Google Shape;514;p19"/>
          <p:cNvGrpSpPr/>
          <p:nvPr/>
        </p:nvGrpSpPr>
        <p:grpSpPr>
          <a:xfrm>
            <a:off x="-1340979" y="-3183303"/>
            <a:ext cx="10223939" cy="12189165"/>
            <a:chOff x="-1340979" y="-3183303"/>
            <a:chExt cx="10223939" cy="12189165"/>
          </a:xfrm>
        </p:grpSpPr>
        <p:grpSp>
          <p:nvGrpSpPr>
            <p:cNvPr id="515" name="Google Shape;515;p19"/>
            <p:cNvGrpSpPr/>
            <p:nvPr/>
          </p:nvGrpSpPr>
          <p:grpSpPr>
            <a:xfrm>
              <a:off x="3772273" y="2152995"/>
              <a:ext cx="5110686" cy="6852868"/>
              <a:chOff x="3772273" y="2152995"/>
              <a:chExt cx="5110686" cy="6852868"/>
            </a:xfrm>
          </p:grpSpPr>
          <p:grpSp>
            <p:nvGrpSpPr>
              <p:cNvPr id="516" name="Google Shape;516;p19"/>
              <p:cNvGrpSpPr/>
              <p:nvPr/>
            </p:nvGrpSpPr>
            <p:grpSpPr>
              <a:xfrm rot="10800000">
                <a:off x="8201743" y="2152995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517" name="Google Shape;517;p19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18" name="Google Shape;518;p19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9" name="Google Shape;519;p19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20" name="Google Shape;520;p19"/>
              <p:cNvGrpSpPr/>
              <p:nvPr/>
            </p:nvGrpSpPr>
            <p:grpSpPr>
              <a:xfrm rot="5400000" flipH="1">
                <a:off x="1841424" y="6449892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521" name="Google Shape;521;p19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22" name="Google Shape;522;p19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3" name="Google Shape;523;p19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24" name="Google Shape;524;p19"/>
            <p:cNvSpPr/>
            <p:nvPr/>
          </p:nvSpPr>
          <p:spPr>
            <a:xfrm rot="-5400000" flipH="1">
              <a:off x="229850" y="-2095662"/>
              <a:ext cx="1197198" cy="4338856"/>
            </a:xfrm>
            <a:custGeom>
              <a:rect l="l" t="t" r="r" b="b"/>
              <a:pathLst>
                <a:path w="18075" h="65505" extrusionOk="0">
                  <a:moveTo>
                    <a:pt x="0" y="65507"/>
                  </a:moveTo>
                  <a:lnTo>
                    <a:pt x="18075" y="47432"/>
                  </a:lnTo>
                  <a:lnTo>
                    <a:pt x="18075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525" name="Google Shape;525;p19"/>
            <p:cNvGrpSpPr/>
            <p:nvPr/>
          </p:nvGrpSpPr>
          <p:grpSpPr>
            <a:xfrm rot="-5400000">
              <a:off x="1113139" y="743908"/>
              <a:ext cx="493321" cy="357312"/>
              <a:chOff x="1722354" y="229144"/>
              <a:chExt cx="1748744" cy="1266614"/>
            </a:xfrm>
          </p:grpSpPr>
          <p:sp>
            <p:nvSpPr>
              <p:cNvPr id="526" name="Google Shape;526;p19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9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28" name="Google Shape;528;p19"/>
            <p:cNvGrpSpPr/>
            <p:nvPr/>
          </p:nvGrpSpPr>
          <p:grpSpPr>
            <a:xfrm rot="5400000">
              <a:off x="-1009100" y="-1561400"/>
              <a:ext cx="3859204" cy="615399"/>
              <a:chOff x="-6675" y="307100"/>
              <a:chExt cx="9140700" cy="4634025"/>
            </a:xfrm>
          </p:grpSpPr>
          <p:cxnSp>
            <p:nvCxnSpPr>
              <p:cNvPr id="529" name="Google Shape;529;p1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1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1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2" name="Google Shape;532;p1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1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4" name="Google Shape;534;p1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5" name="Google Shape;535;p1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6" name="Google Shape;536;p1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7" name="Google Shape;537;p1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8" name="Google Shape;538;p1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1">
  <p:cSld name="CUSTOM_10">
    <p:spTree>
      <p:nvGrpSpPr>
        <p:cNvPr id="1" name="Shape 539"/>
        <p:cNvGrpSpPr/>
        <p:nvPr/>
      </p:nvGrpSpPr>
      <p:grpSpPr>
        <a:xfrm>
          <a:off x="0" y="0"/>
          <a:ext cx="0" cy="0"/>
        </a:xfrm>
      </p:grpSpPr>
      <p:sp>
        <p:nvSpPr>
          <p:cNvPr id="540" name="Google Shape;54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41" name="Google Shape;541;p20"/>
          <p:cNvGrpSpPr/>
          <p:nvPr/>
        </p:nvGrpSpPr>
        <p:grpSpPr>
          <a:xfrm>
            <a:off x="998300" y="1868336"/>
            <a:ext cx="7850818" cy="2922793"/>
            <a:chOff x="998300" y="1868336"/>
            <a:chExt cx="7850818" cy="2922793"/>
          </a:xfrm>
        </p:grpSpPr>
        <p:sp>
          <p:nvSpPr>
            <p:cNvPr id="542" name="Google Shape;542;p20"/>
            <p:cNvSpPr/>
            <p:nvPr/>
          </p:nvSpPr>
          <p:spPr>
            <a:xfrm rot="10800000">
              <a:off x="8809062" y="18683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43" name="Google Shape;543;p20"/>
            <p:cNvSpPr/>
            <p:nvPr/>
          </p:nvSpPr>
          <p:spPr>
            <a:xfrm rot="5400000">
              <a:off x="1198712" y="4550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44" name="Google Shape;544;p20"/>
          <p:cNvGrpSpPr/>
          <p:nvPr/>
        </p:nvGrpSpPr>
        <p:grpSpPr>
          <a:xfrm>
            <a:off x="1588038" y="2433589"/>
            <a:ext cx="7438817" cy="2528055"/>
            <a:chOff x="1588038" y="2433589"/>
            <a:chExt cx="7438817" cy="2528055"/>
          </a:xfrm>
        </p:grpSpPr>
        <p:grpSp>
          <p:nvGrpSpPr>
            <p:cNvPr id="545" name="Google Shape;545;p20"/>
            <p:cNvGrpSpPr/>
            <p:nvPr/>
          </p:nvGrpSpPr>
          <p:grpSpPr>
            <a:xfrm>
              <a:off x="8849114" y="2433589"/>
              <a:ext cx="177741" cy="1555069"/>
              <a:chOff x="8535452" y="862252"/>
              <a:chExt cx="177741" cy="1555069"/>
            </a:xfrm>
          </p:grpSpPr>
          <p:sp>
            <p:nvSpPr>
              <p:cNvPr id="546" name="Google Shape;546;p20"/>
              <p:cNvSpPr/>
              <p:nvPr/>
            </p:nvSpPr>
            <p:spPr>
              <a:xfrm rot="10800000">
                <a:off x="8670077" y="8622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0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48" name="Google Shape;548;p20"/>
            <p:cNvGrpSpPr/>
            <p:nvPr/>
          </p:nvGrpSpPr>
          <p:grpSpPr>
            <a:xfrm rot="5400000">
              <a:off x="1804739" y="4491002"/>
              <a:ext cx="253941" cy="687344"/>
              <a:chOff x="8459252" y="1335702"/>
              <a:chExt cx="253941" cy="687344"/>
            </a:xfrm>
          </p:grpSpPr>
          <p:sp>
            <p:nvSpPr>
              <p:cNvPr id="549" name="Google Shape;549;p20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0"/>
              <p:cNvSpPr/>
              <p:nvPr/>
            </p:nvSpPr>
            <p:spPr>
              <a:xfrm rot="10800000">
                <a:off x="84592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1" name="Google Shape;551;p20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52" name="Google Shape;552;p20"/>
          <p:cNvGrpSpPr/>
          <p:nvPr/>
        </p:nvGrpSpPr>
        <p:grpSpPr>
          <a:xfrm>
            <a:off x="-1189524" y="-111325"/>
            <a:ext cx="10408499" cy="5362150"/>
            <a:chOff x="-1189524" y="-111325"/>
            <a:chExt cx="10408499" cy="5362150"/>
          </a:xfrm>
        </p:grpSpPr>
        <p:grpSp>
          <p:nvGrpSpPr>
            <p:cNvPr id="553" name="Google Shape;553;p20"/>
            <p:cNvGrpSpPr/>
            <p:nvPr/>
          </p:nvGrpSpPr>
          <p:grpSpPr>
            <a:xfrm>
              <a:off x="-1189524" y="-111325"/>
              <a:ext cx="10408499" cy="5362150"/>
              <a:chOff x="-1189524" y="-111325"/>
              <a:chExt cx="10408499" cy="5362150"/>
            </a:xfrm>
          </p:grpSpPr>
          <p:sp>
            <p:nvSpPr>
              <p:cNvPr id="554" name="Google Shape;554;p20"/>
              <p:cNvSpPr/>
              <p:nvPr/>
            </p:nvSpPr>
            <p:spPr>
              <a:xfrm>
                <a:off x="8138725" y="-111325"/>
                <a:ext cx="1080250" cy="3643550"/>
              </a:xfrm>
              <a:custGeom>
                <a:rect l="l" t="t" r="r" b="b"/>
                <a:pathLst>
                  <a:path w="43210" h="145742" extrusionOk="0">
                    <a:moveTo>
                      <a:pt x="43210" y="145742"/>
                    </a:moveTo>
                    <a:lnTo>
                      <a:pt x="19027" y="121559"/>
                    </a:lnTo>
                    <a:lnTo>
                      <a:pt x="19027" y="73316"/>
                    </a:lnTo>
                    <a:lnTo>
                      <a:pt x="29523" y="62820"/>
                    </a:lnTo>
                    <a:lnTo>
                      <a:pt x="29523" y="27405"/>
                    </a:lnTo>
                    <a:lnTo>
                      <a:pt x="2117" y="0"/>
                    </a:lnTo>
                    <a:lnTo>
                      <a:pt x="0" y="2117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  <p:sp>
            <p:nvSpPr>
              <p:cNvPr id="555" name="Google Shape;555;p20"/>
              <p:cNvSpPr/>
              <p:nvPr/>
            </p:nvSpPr>
            <p:spPr>
              <a:xfrm>
                <a:off x="340625" y="2654525"/>
                <a:ext cx="340625" cy="2596300"/>
              </a:xfrm>
              <a:custGeom>
                <a:rect l="l" t="t" r="r" b="b"/>
                <a:pathLst>
                  <a:path w="13625" h="103852" extrusionOk="0">
                    <a:moveTo>
                      <a:pt x="13625" y="103852"/>
                    </a:moveTo>
                    <a:lnTo>
                      <a:pt x="13625" y="82738"/>
                    </a:lnTo>
                    <a:lnTo>
                      <a:pt x="0" y="69112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  <p:grpSp>
            <p:nvGrpSpPr>
              <p:cNvPr id="556" name="Google Shape;556;p20"/>
              <p:cNvGrpSpPr/>
              <p:nvPr/>
            </p:nvGrpSpPr>
            <p:grpSpPr>
              <a:xfrm>
                <a:off x="-1189524" y="3454365"/>
                <a:ext cx="1530153" cy="273510"/>
                <a:chOff x="-6675" y="2881558"/>
                <a:chExt cx="9140700" cy="2059567"/>
              </a:xfrm>
            </p:grpSpPr>
            <p:cxnSp>
              <p:nvCxnSpPr>
                <p:cNvPr id="557" name="Google Shape;557;p20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8" name="Google Shape;558;p20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9" name="Google Shape;559;p20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0" name="Google Shape;560;p20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1" name="Google Shape;561;p20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562" name="Google Shape;562;p20"/>
            <p:cNvGrpSpPr/>
            <p:nvPr/>
          </p:nvGrpSpPr>
          <p:grpSpPr>
            <a:xfrm rot="5400000">
              <a:off x="2331732" y="4765921"/>
              <a:ext cx="493321" cy="357312"/>
              <a:chOff x="1722354" y="229144"/>
              <a:chExt cx="1748744" cy="1266614"/>
            </a:xfrm>
          </p:grpSpPr>
          <p:sp>
            <p:nvSpPr>
              <p:cNvPr id="563" name="Google Shape;563;p2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2">
  <p:cSld name="CUSTOM_10_1">
    <p:spTree>
      <p:nvGrpSpPr>
        <p:cNvPr id="1" name="Shape 565"/>
        <p:cNvGrpSpPr/>
        <p:nvPr/>
      </p:nvGrpSpPr>
      <p:grpSpPr>
        <a:xfrm>
          <a:off x="0" y="0"/>
          <a:ext cx="0" cy="0"/>
        </a:xfrm>
      </p:grpSpPr>
      <p:sp>
        <p:nvSpPr>
          <p:cNvPr id="566" name="Google Shape;56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67" name="Google Shape;567;p21"/>
          <p:cNvGrpSpPr/>
          <p:nvPr/>
        </p:nvGrpSpPr>
        <p:grpSpPr>
          <a:xfrm>
            <a:off x="-116589" y="2639527"/>
            <a:ext cx="8996156" cy="1843388"/>
            <a:chOff x="-116589" y="2639527"/>
            <a:chExt cx="8996156" cy="1843388"/>
          </a:xfrm>
        </p:grpSpPr>
        <p:sp>
          <p:nvSpPr>
            <p:cNvPr id="568" name="Google Shape;568;p21"/>
            <p:cNvSpPr/>
            <p:nvPr/>
          </p:nvSpPr>
          <p:spPr>
            <a:xfrm rot="-5400000" flipH="1">
              <a:off x="399500" y="42238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69" name="Google Shape;569;p21"/>
            <p:cNvSpPr/>
            <p:nvPr/>
          </p:nvSpPr>
          <p:spPr>
            <a:xfrm rot="-5400000" flipH="1">
              <a:off x="99350" y="405013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70" name="Google Shape;570;p21"/>
            <p:cNvGrpSpPr/>
            <p:nvPr/>
          </p:nvGrpSpPr>
          <p:grpSpPr>
            <a:xfrm rot="10800000" flipH="1">
              <a:off x="8672677" y="2639527"/>
              <a:ext cx="206891" cy="766144"/>
              <a:chOff x="8650702" y="3525402"/>
              <a:chExt cx="206891" cy="766144"/>
            </a:xfrm>
          </p:grpSpPr>
          <p:sp>
            <p:nvSpPr>
              <p:cNvPr id="571" name="Google Shape;571;p21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73" name="Google Shape;573;p21"/>
          <p:cNvGrpSpPr/>
          <p:nvPr/>
        </p:nvGrpSpPr>
        <p:grpSpPr>
          <a:xfrm>
            <a:off x="2729174" y="3358511"/>
            <a:ext cx="6150396" cy="1485586"/>
            <a:chOff x="2729174" y="3358511"/>
            <a:chExt cx="6150396" cy="1485586"/>
          </a:xfrm>
        </p:grpSpPr>
        <p:sp>
          <p:nvSpPr>
            <p:cNvPr id="574" name="Google Shape;574;p21"/>
            <p:cNvSpPr/>
            <p:nvPr/>
          </p:nvSpPr>
          <p:spPr>
            <a:xfrm rot="5400000" flipH="1">
              <a:off x="2929586" y="46036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75" name="Google Shape;575;p21"/>
            <p:cNvSpPr/>
            <p:nvPr/>
          </p:nvSpPr>
          <p:spPr>
            <a:xfrm rot="10800000" flipH="1">
              <a:off x="8839514" y="33585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76" name="Google Shape;576;p21"/>
          <p:cNvGrpSpPr/>
          <p:nvPr/>
        </p:nvGrpSpPr>
        <p:grpSpPr>
          <a:xfrm>
            <a:off x="-1381309" y="-1875175"/>
            <a:ext cx="10981145" cy="7138447"/>
            <a:chOff x="-1381309" y="-1875175"/>
            <a:chExt cx="10981145" cy="7138447"/>
          </a:xfrm>
        </p:grpSpPr>
        <p:sp>
          <p:nvSpPr>
            <p:cNvPr id="577" name="Google Shape;577;p21"/>
            <p:cNvSpPr/>
            <p:nvPr/>
          </p:nvSpPr>
          <p:spPr>
            <a:xfrm rot="10800000" flipH="1">
              <a:off x="-1381309" y="4693337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578" name="Google Shape;578;p21"/>
            <p:cNvGrpSpPr/>
            <p:nvPr/>
          </p:nvGrpSpPr>
          <p:grpSpPr>
            <a:xfrm>
              <a:off x="8229051" y="-1875175"/>
              <a:ext cx="1370785" cy="4060574"/>
              <a:chOff x="8229051" y="-1875175"/>
              <a:chExt cx="1370785" cy="4060574"/>
            </a:xfrm>
          </p:grpSpPr>
          <p:grpSp>
            <p:nvGrpSpPr>
              <p:cNvPr id="579" name="Google Shape;579;p21"/>
              <p:cNvGrpSpPr/>
              <p:nvPr/>
            </p:nvGrpSpPr>
            <p:grpSpPr>
              <a:xfrm>
                <a:off x="8229051" y="-1875175"/>
                <a:ext cx="914953" cy="4060574"/>
                <a:chOff x="8229051" y="-1875175"/>
                <a:chExt cx="914953" cy="4060574"/>
              </a:xfrm>
            </p:grpSpPr>
            <p:grpSp>
              <p:nvGrpSpPr>
                <p:cNvPr id="580" name="Google Shape;580;p21"/>
                <p:cNvGrpSpPr/>
                <p:nvPr/>
              </p:nvGrpSpPr>
              <p:grpSpPr>
                <a:xfrm rot="-5400000">
                  <a:off x="8480363" y="1760083"/>
                  <a:ext cx="493321" cy="357312"/>
                  <a:chOff x="1722354" y="229144"/>
                  <a:chExt cx="1748744" cy="1266614"/>
                </a:xfrm>
              </p:grpSpPr>
              <p:sp>
                <p:nvSpPr>
                  <p:cNvPr id="581" name="Google Shape;581;p21"/>
                  <p:cNvSpPr/>
                  <p:nvPr/>
                </p:nvSpPr>
                <p:spPr>
                  <a:xfrm rot="10800000">
                    <a:off x="2239107" y="792406"/>
                    <a:ext cx="1231990" cy="703352"/>
                  </a:xfrm>
                  <a:custGeom>
                    <a:rect l="l" t="t" r="r" b="b"/>
                    <a:pathLst>
                      <a:path w="4864" h="2777" fill="none" extrusionOk="0">
                        <a:moveTo>
                          <a:pt x="4863" y="2776"/>
                        </a:moveTo>
                        <a:lnTo>
                          <a:pt x="2051" y="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2" name="Google Shape;582;p21"/>
                  <p:cNvSpPr/>
                  <p:nvPr/>
                </p:nvSpPr>
                <p:spPr>
                  <a:xfrm rot="10800000">
                    <a:off x="1722354" y="229144"/>
                    <a:ext cx="627506" cy="620727"/>
                  </a:xfrm>
                  <a:custGeom>
                    <a:rect l="l" t="t" r="r" b="b"/>
                    <a:pathLst>
                      <a:path w="2748" h="2719" fill="none" extrusionOk="0">
                        <a:moveTo>
                          <a:pt x="2748" y="1363"/>
                        </a:moveTo>
                        <a:cubicBezTo>
                          <a:pt x="2748" y="2117"/>
                          <a:pt x="2117" y="2718"/>
                          <a:pt x="1392" y="2718"/>
                        </a:cubicBezTo>
                        <a:cubicBezTo>
                          <a:pt x="638" y="2718"/>
                          <a:pt x="1" y="2117"/>
                          <a:pt x="1" y="1363"/>
                        </a:cubicBezTo>
                        <a:cubicBezTo>
                          <a:pt x="1" y="609"/>
                          <a:pt x="638" y="0"/>
                          <a:pt x="1392" y="0"/>
                        </a:cubicBezTo>
                        <a:cubicBezTo>
                          <a:pt x="2117" y="0"/>
                          <a:pt x="2748" y="609"/>
                          <a:pt x="2748" y="1363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chemeClr val="lt1"/>
                    </a:solidFill>
                    <a:prstDash val="solid"/>
                    <a:miter lim="724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83" name="Google Shape;583;p21"/>
                <p:cNvSpPr/>
                <p:nvPr/>
              </p:nvSpPr>
              <p:spPr>
                <a:xfrm>
                  <a:off x="8229051" y="-1875175"/>
                  <a:ext cx="914953" cy="3799205"/>
                </a:xfrm>
                <a:custGeom>
                  <a:rect l="l" t="t" r="r" b="b"/>
                  <a:pathLst>
                    <a:path w="23262" h="96592" extrusionOk="0">
                      <a:moveTo>
                        <a:pt x="0" y="0"/>
                      </a:moveTo>
                      <a:lnTo>
                        <a:pt x="18318" y="18318"/>
                      </a:lnTo>
                      <a:lnTo>
                        <a:pt x="18318" y="58471"/>
                      </a:lnTo>
                      <a:lnTo>
                        <a:pt x="10373" y="66417"/>
                      </a:lnTo>
                      <a:lnTo>
                        <a:pt x="10373" y="83703"/>
                      </a:lnTo>
                      <a:lnTo>
                        <a:pt x="23262" y="96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/>
              </p:txBody>
            </p:sp>
          </p:grpSp>
          <p:grpSp>
            <p:nvGrpSpPr>
              <p:cNvPr id="584" name="Google Shape;584;p21"/>
              <p:cNvGrpSpPr/>
              <p:nvPr/>
            </p:nvGrpSpPr>
            <p:grpSpPr>
              <a:xfrm rot="10800000">
                <a:off x="8634578" y="861419"/>
                <a:ext cx="965258" cy="273510"/>
                <a:chOff x="-6675" y="2881558"/>
                <a:chExt cx="9140700" cy="2059567"/>
              </a:xfrm>
            </p:grpSpPr>
            <p:cxnSp>
              <p:nvCxnSpPr>
                <p:cNvPr id="585" name="Google Shape;585;p21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6" name="Google Shape;586;p21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7" name="Google Shape;587;p21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8" name="Google Shape;588;p21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9" name="Google Shape;589;p21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590" name="Google Shape;590;p21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hanks">
  <p:cSld name="CUSTOM_3_1">
    <p:spTree>
      <p:nvGrpSpPr>
        <p:cNvPr id="1" name="Shape 591"/>
        <p:cNvGrpSpPr/>
        <p:nvPr/>
      </p:nvGrpSpPr>
      <p:grpSpPr>
        <a:xfrm>
          <a:off x="0" y="0"/>
          <a:ext cx="0" cy="0"/>
        </a:xfrm>
      </p:grpSpPr>
      <p:sp>
        <p:nvSpPr>
          <p:cNvPr id="592" name="Google Shape;592;p22"/>
          <p:cNvSpPr txBox="1">
            <a:spLocks noGrp="1"/>
          </p:cNvSpPr>
          <p:nvPr>
            <p:ph type="title"/>
          </p:nvPr>
        </p:nvSpPr>
        <p:spPr>
          <a:xfrm>
            <a:off x="1098475" y="834600"/>
            <a:ext cx="4448100" cy="97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45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3" name="Google Shape;593;p22"/>
          <p:cNvSpPr txBox="1">
            <a:spLocks noGrp="1"/>
          </p:cNvSpPr>
          <p:nvPr>
            <p:ph type="subTitle" idx="1"/>
          </p:nvPr>
        </p:nvSpPr>
        <p:spPr>
          <a:xfrm>
            <a:off x="1098425" y="1805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22"/>
          <p:cNvSpPr txBox="1"/>
          <p:nvPr/>
        </p:nvSpPr>
        <p:spPr>
          <a:xfrm>
            <a:off x="1098425" y="34595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300"/>
              </a:spcBef>
              <a:spcAft>
                <a:spcPct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CREDITS: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 sz="1200" b="1" u="sng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95" name="Google Shape;595;p22"/>
          <p:cNvSpPr/>
          <p:nvPr/>
        </p:nvSpPr>
        <p:spPr>
          <a:xfrm rot="5400000">
            <a:off x="8249111" y="1753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96" name="Google Shape;596;p22"/>
          <p:cNvGrpSpPr/>
          <p:nvPr/>
        </p:nvGrpSpPr>
        <p:grpSpPr>
          <a:xfrm>
            <a:off x="-563925" y="0"/>
            <a:ext cx="7843827" cy="1111343"/>
            <a:chOff x="-563925" y="0"/>
            <a:chExt cx="7843827" cy="1111343"/>
          </a:xfrm>
        </p:grpSpPr>
        <p:grpSp>
          <p:nvGrpSpPr>
            <p:cNvPr id="597" name="Google Shape;597;p22"/>
            <p:cNvGrpSpPr/>
            <p:nvPr/>
          </p:nvGrpSpPr>
          <p:grpSpPr>
            <a:xfrm rot="5400000">
              <a:off x="6576232" y="-80607"/>
              <a:ext cx="247278" cy="1160062"/>
              <a:chOff x="1463894" y="1434556"/>
              <a:chExt cx="247278" cy="1160062"/>
            </a:xfrm>
          </p:grpSpPr>
          <p:sp>
            <p:nvSpPr>
              <p:cNvPr id="598" name="Google Shape;598;p22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00" name="Google Shape;600;p22"/>
            <p:cNvGrpSpPr/>
            <p:nvPr/>
          </p:nvGrpSpPr>
          <p:grpSpPr>
            <a:xfrm>
              <a:off x="-563925" y="0"/>
              <a:ext cx="1111343" cy="1111343"/>
              <a:chOff x="8307725" y="278700"/>
              <a:chExt cx="1111343" cy="1111343"/>
            </a:xfrm>
          </p:grpSpPr>
          <p:sp>
            <p:nvSpPr>
              <p:cNvPr id="601" name="Google Shape;601;p22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slideLayout" Target="../slideLayouts/slideLayout23.xml" /><Relationship Id="rId13" Type="http://schemas.openxmlformats.org/officeDocument/2006/relationships/slideLayout" Target="../slideLayouts/slideLayout24.xml" /><Relationship Id="rId14" Type="http://schemas.openxmlformats.org/officeDocument/2006/relationships/slideLayout" Target="../slideLayouts/slideLayout25.xml" /><Relationship Id="rId15" Type="http://schemas.openxmlformats.org/officeDocument/2006/relationships/slideLayout" Target="../slideLayouts/slideLayout26.xml" /><Relationship Id="rId16" Type="http://schemas.openxmlformats.org/officeDocument/2006/relationships/slideLayout" Target="../slideLayouts/slideLayout27.xml" /><Relationship Id="rId17" Type="http://schemas.openxmlformats.org/officeDocument/2006/relationships/slideLayout" Target="../slideLayouts/slideLayout28.xml" /><Relationship Id="rId18" Type="http://schemas.openxmlformats.org/officeDocument/2006/relationships/slideLayout" Target="../slideLayouts/slideLayout29.xml" /><Relationship Id="rId19" Type="http://schemas.openxmlformats.org/officeDocument/2006/relationships/slideLayout" Target="../slideLayouts/slideLayout30.xml" /><Relationship Id="rId2" Type="http://schemas.openxmlformats.org/officeDocument/2006/relationships/slideLayout" Target="../slideLayouts/slideLayout13.xml" /><Relationship Id="rId20" Type="http://schemas.openxmlformats.org/officeDocument/2006/relationships/slideLayout" Target="../slideLayouts/slideLayout31.xml" /><Relationship Id="rId21" Type="http://schemas.openxmlformats.org/officeDocument/2006/relationships/slideLayout" Target="../slideLayouts/slideLayout32.xml" /><Relationship Id="rId22" Type="http://schemas.openxmlformats.org/officeDocument/2006/relationships/slideLayout" Target="../slideLayouts/slideLayout33.xml" /><Relationship Id="rId23" Type="http://schemas.openxmlformats.org/officeDocument/2006/relationships/slideLayout" Target="../slideLayouts/slideLayout34.xml" /><Relationship Id="rId24" Type="http://schemas.openxmlformats.org/officeDocument/2006/relationships/theme" Target="../theme/theme2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6.xml" /><Relationship Id="rId2" Type="http://schemas.openxmlformats.org/officeDocument/2006/relationships/notesSlide" Target="../notesSlides/notesSlide1.xml" /><Relationship Id="rId3" Type="http://schemas.openxmlformats.org/officeDocument/2006/relationships/image" Target="../media/image1.png" /><Relationship Id="rId4" Type="http://schemas.openxmlformats.org/officeDocument/2006/relationships/hyperlink" Target="https://docs.google.com/spreadsheets/d/1kzDdCUJhF5jRAMppPV42AWyWWGjeS6UnPmm8dyOKRBM/copy" TargetMode="External" /><Relationship Id="rId5" Type="http://schemas.openxmlformats.org/officeDocument/2006/relationships/hyperlink" Target="https://slidesgo.com/slidesgo-school/presentation-tips/how-to-modify-a-graph-in-our-templates?utm_source=slidesgo_template&amp;utm_medium=referral-link&amp;utm_campaign=how-to-modify-a-graph-in-our-templates&amp;utm_term=slidesgo-school&amp;utm_content=how-to-modify-a-graph-in-our-template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913"/>
        <p:cNvGrpSpPr/>
        <p:nvPr/>
      </p:nvGrpSpPr>
      <p:grpSpPr>
        <a:xfrm>
          <a:off x="0" y="0"/>
          <a:ext cx="0" cy="0"/>
        </a:xfrm>
      </p:grpSpPr>
      <p:sp>
        <p:nvSpPr>
          <p:cNvPr id="914" name="Google Shape;914;p3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4747966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b="1">
                <a:latin typeface="Arial"/>
                <a:cs typeface="Arial"/>
              </a:rPr>
              <a:t>ВЫРУЧКА ПО КВАРТАЛАМ</a:t>
            </a:r>
          </a:p>
        </p:txBody>
      </p:sp>
      <p:pic>
        <p:nvPicPr>
          <p:cNvPr id="924" name="Google Shape;924;p39">
            <a:hlinkClick r:id="rId4"/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6500" y="1258888"/>
            <a:ext cx="4746723" cy="29350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25" name="Google Shape;925;p39"/>
          <p:cNvGrpSpPr/>
          <p:nvPr/>
        </p:nvGrpSpPr>
        <p:grpSpPr>
          <a:xfrm>
            <a:off x="6227775" y="1405088"/>
            <a:ext cx="345125" cy="345075"/>
            <a:chOff x="997838" y="2118050"/>
            <a:chExt cx="345125" cy="345075"/>
          </a:xfrm>
        </p:grpSpPr>
        <p:sp>
          <p:nvSpPr>
            <p:cNvPr id="926" name="Google Shape;926;p39"/>
            <p:cNvSpPr/>
            <p:nvPr/>
          </p:nvSpPr>
          <p:spPr>
            <a:xfrm>
              <a:off x="1052463" y="2118050"/>
              <a:ext cx="235875" cy="345075"/>
            </a:xfrm>
            <a:custGeom>
              <a:rect l="l" t="t" r="r" b="b"/>
              <a:pathLst>
                <a:path w="9435" h="13803" extrusionOk="0">
                  <a:moveTo>
                    <a:pt x="4710" y="806"/>
                  </a:moveTo>
                  <a:cubicBezTo>
                    <a:pt x="6873" y="806"/>
                    <a:pt x="8627" y="2559"/>
                    <a:pt x="8627" y="4711"/>
                  </a:cubicBezTo>
                  <a:cubicBezTo>
                    <a:pt x="8627" y="5833"/>
                    <a:pt x="8147" y="6896"/>
                    <a:pt x="7305" y="7631"/>
                  </a:cubicBezTo>
                  <a:cubicBezTo>
                    <a:pt x="6711" y="8170"/>
                    <a:pt x="6324" y="8908"/>
                    <a:pt x="6220" y="9701"/>
                  </a:cubicBezTo>
                  <a:lnTo>
                    <a:pt x="3204" y="9701"/>
                  </a:lnTo>
                  <a:cubicBezTo>
                    <a:pt x="3111" y="8908"/>
                    <a:pt x="2724" y="8170"/>
                    <a:pt x="2130" y="7631"/>
                  </a:cubicBezTo>
                  <a:cubicBezTo>
                    <a:pt x="1288" y="6896"/>
                    <a:pt x="808" y="5833"/>
                    <a:pt x="808" y="4711"/>
                  </a:cubicBezTo>
                  <a:cubicBezTo>
                    <a:pt x="808" y="2559"/>
                    <a:pt x="2562" y="806"/>
                    <a:pt x="4710" y="806"/>
                  </a:cubicBezTo>
                  <a:close/>
                  <a:moveTo>
                    <a:pt x="6197" y="10507"/>
                  </a:moveTo>
                  <a:lnTo>
                    <a:pt x="6197" y="11244"/>
                  </a:lnTo>
                  <a:cubicBezTo>
                    <a:pt x="6197" y="11315"/>
                    <a:pt x="6138" y="11373"/>
                    <a:pt x="6068" y="11373"/>
                  </a:cubicBezTo>
                  <a:lnTo>
                    <a:pt x="3367" y="11373"/>
                  </a:lnTo>
                  <a:cubicBezTo>
                    <a:pt x="3297" y="11373"/>
                    <a:pt x="3238" y="11315"/>
                    <a:pt x="3238" y="11244"/>
                  </a:cubicBezTo>
                  <a:lnTo>
                    <a:pt x="3238" y="10507"/>
                  </a:lnTo>
                  <a:close/>
                  <a:moveTo>
                    <a:pt x="5659" y="12179"/>
                  </a:moveTo>
                  <a:lnTo>
                    <a:pt x="5659" y="12588"/>
                  </a:lnTo>
                  <a:cubicBezTo>
                    <a:pt x="5659" y="12810"/>
                    <a:pt x="5482" y="12987"/>
                    <a:pt x="5260" y="12987"/>
                  </a:cubicBezTo>
                  <a:lnTo>
                    <a:pt x="4175" y="12987"/>
                  </a:lnTo>
                  <a:cubicBezTo>
                    <a:pt x="3953" y="12987"/>
                    <a:pt x="3776" y="12810"/>
                    <a:pt x="3776" y="12588"/>
                  </a:cubicBezTo>
                  <a:lnTo>
                    <a:pt x="3776" y="12179"/>
                  </a:lnTo>
                  <a:close/>
                  <a:moveTo>
                    <a:pt x="4710" y="1"/>
                  </a:moveTo>
                  <a:cubicBezTo>
                    <a:pt x="2116" y="1"/>
                    <a:pt x="0" y="2116"/>
                    <a:pt x="0" y="4711"/>
                  </a:cubicBezTo>
                  <a:cubicBezTo>
                    <a:pt x="0" y="6066"/>
                    <a:pt x="573" y="7351"/>
                    <a:pt x="1591" y="8240"/>
                  </a:cubicBezTo>
                  <a:cubicBezTo>
                    <a:pt x="2116" y="8708"/>
                    <a:pt x="2421" y="9399"/>
                    <a:pt x="2421" y="10111"/>
                  </a:cubicBezTo>
                  <a:lnTo>
                    <a:pt x="2421" y="11244"/>
                  </a:lnTo>
                  <a:cubicBezTo>
                    <a:pt x="2421" y="11618"/>
                    <a:pt x="2643" y="11935"/>
                    <a:pt x="2971" y="12086"/>
                  </a:cubicBezTo>
                  <a:lnTo>
                    <a:pt x="2971" y="12588"/>
                  </a:lnTo>
                  <a:cubicBezTo>
                    <a:pt x="2971" y="13256"/>
                    <a:pt x="3507" y="13803"/>
                    <a:pt x="4175" y="13803"/>
                  </a:cubicBezTo>
                  <a:lnTo>
                    <a:pt x="5260" y="13803"/>
                  </a:lnTo>
                  <a:cubicBezTo>
                    <a:pt x="5928" y="13803"/>
                    <a:pt x="6464" y="13256"/>
                    <a:pt x="6464" y="12588"/>
                  </a:cubicBezTo>
                  <a:lnTo>
                    <a:pt x="6464" y="12086"/>
                  </a:lnTo>
                  <a:cubicBezTo>
                    <a:pt x="6792" y="11935"/>
                    <a:pt x="7014" y="11618"/>
                    <a:pt x="7014" y="11244"/>
                  </a:cubicBezTo>
                  <a:lnTo>
                    <a:pt x="7014" y="10111"/>
                  </a:lnTo>
                  <a:cubicBezTo>
                    <a:pt x="7014" y="9399"/>
                    <a:pt x="7319" y="8708"/>
                    <a:pt x="7844" y="8240"/>
                  </a:cubicBezTo>
                  <a:cubicBezTo>
                    <a:pt x="8862" y="7351"/>
                    <a:pt x="9435" y="6066"/>
                    <a:pt x="9435" y="4711"/>
                  </a:cubicBezTo>
                  <a:cubicBezTo>
                    <a:pt x="9435" y="2116"/>
                    <a:pt x="7319" y="1"/>
                    <a:pt x="471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27" name="Google Shape;927;p39"/>
            <p:cNvSpPr/>
            <p:nvPr/>
          </p:nvSpPr>
          <p:spPr>
            <a:xfrm>
              <a:off x="1302613" y="2225850"/>
              <a:ext cx="40350" cy="20225"/>
            </a:xfrm>
            <a:custGeom>
              <a:rect l="l" t="t" r="r" b="b"/>
              <a:pathLst>
                <a:path w="1613" h="809" extrusionOk="0">
                  <a:moveTo>
                    <a:pt x="399" y="0"/>
                  </a:moveTo>
                  <a:cubicBezTo>
                    <a:pt x="175" y="0"/>
                    <a:pt x="1" y="177"/>
                    <a:pt x="1" y="399"/>
                  </a:cubicBezTo>
                  <a:cubicBezTo>
                    <a:pt x="1" y="620"/>
                    <a:pt x="175" y="808"/>
                    <a:pt x="399" y="808"/>
                  </a:cubicBezTo>
                  <a:lnTo>
                    <a:pt x="1204" y="808"/>
                  </a:lnTo>
                  <a:cubicBezTo>
                    <a:pt x="1426" y="808"/>
                    <a:pt x="1614" y="620"/>
                    <a:pt x="1614" y="399"/>
                  </a:cubicBezTo>
                  <a:cubicBezTo>
                    <a:pt x="1614" y="177"/>
                    <a:pt x="1426" y="0"/>
                    <a:pt x="120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28" name="Google Shape;928;p39"/>
            <p:cNvSpPr/>
            <p:nvPr/>
          </p:nvSpPr>
          <p:spPr>
            <a:xfrm>
              <a:off x="1294413" y="2158375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1159" y="1"/>
                  </a:moveTo>
                  <a:cubicBezTo>
                    <a:pt x="1091" y="1"/>
                    <a:pt x="1022" y="19"/>
                    <a:pt x="960" y="57"/>
                  </a:cubicBezTo>
                  <a:lnTo>
                    <a:pt x="259" y="455"/>
                  </a:lnTo>
                  <a:cubicBezTo>
                    <a:pt x="60" y="573"/>
                    <a:pt x="1" y="817"/>
                    <a:pt x="107" y="1016"/>
                  </a:cubicBezTo>
                  <a:cubicBezTo>
                    <a:pt x="184" y="1141"/>
                    <a:pt x="319" y="1214"/>
                    <a:pt x="456" y="1214"/>
                  </a:cubicBezTo>
                  <a:cubicBezTo>
                    <a:pt x="525" y="1214"/>
                    <a:pt x="594" y="1196"/>
                    <a:pt x="657" y="1157"/>
                  </a:cubicBezTo>
                  <a:lnTo>
                    <a:pt x="1358" y="758"/>
                  </a:lnTo>
                  <a:cubicBezTo>
                    <a:pt x="1555" y="643"/>
                    <a:pt x="1625" y="396"/>
                    <a:pt x="1510" y="197"/>
                  </a:cubicBezTo>
                  <a:cubicBezTo>
                    <a:pt x="1431" y="73"/>
                    <a:pt x="1296" y="1"/>
                    <a:pt x="115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29" name="Google Shape;929;p39"/>
            <p:cNvSpPr/>
            <p:nvPr/>
          </p:nvSpPr>
          <p:spPr>
            <a:xfrm>
              <a:off x="1294413" y="2283075"/>
              <a:ext cx="40625" cy="30425"/>
            </a:xfrm>
            <a:custGeom>
              <a:rect l="l" t="t" r="r" b="b"/>
              <a:pathLst>
                <a:path w="1625" h="1217" extrusionOk="0">
                  <a:moveTo>
                    <a:pt x="468" y="0"/>
                  </a:moveTo>
                  <a:cubicBezTo>
                    <a:pt x="327" y="0"/>
                    <a:pt x="186" y="74"/>
                    <a:pt x="107" y="203"/>
                  </a:cubicBezTo>
                  <a:cubicBezTo>
                    <a:pt x="1" y="399"/>
                    <a:pt x="60" y="646"/>
                    <a:pt x="259" y="750"/>
                  </a:cubicBezTo>
                  <a:lnTo>
                    <a:pt x="960" y="1159"/>
                  </a:lnTo>
                  <a:cubicBezTo>
                    <a:pt x="1022" y="1198"/>
                    <a:pt x="1091" y="1217"/>
                    <a:pt x="1158" y="1217"/>
                  </a:cubicBezTo>
                  <a:cubicBezTo>
                    <a:pt x="1296" y="1217"/>
                    <a:pt x="1431" y="1141"/>
                    <a:pt x="1510" y="1008"/>
                  </a:cubicBezTo>
                  <a:cubicBezTo>
                    <a:pt x="1625" y="820"/>
                    <a:pt x="1555" y="576"/>
                    <a:pt x="1358" y="458"/>
                  </a:cubicBezTo>
                  <a:lnTo>
                    <a:pt x="657" y="48"/>
                  </a:lnTo>
                  <a:cubicBezTo>
                    <a:pt x="598" y="16"/>
                    <a:pt x="533" y="0"/>
                    <a:pt x="46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30" name="Google Shape;930;p39"/>
            <p:cNvSpPr/>
            <p:nvPr/>
          </p:nvSpPr>
          <p:spPr>
            <a:xfrm>
              <a:off x="997838" y="2225850"/>
              <a:ext cx="40350" cy="20225"/>
            </a:xfrm>
            <a:custGeom>
              <a:rect l="l" t="t" r="r" b="b"/>
              <a:pathLst>
                <a:path w="1613" h="809" extrusionOk="0">
                  <a:moveTo>
                    <a:pt x="410" y="0"/>
                  </a:moveTo>
                  <a:cubicBezTo>
                    <a:pt x="177" y="0"/>
                    <a:pt x="0" y="177"/>
                    <a:pt x="0" y="399"/>
                  </a:cubicBezTo>
                  <a:cubicBezTo>
                    <a:pt x="0" y="620"/>
                    <a:pt x="177" y="808"/>
                    <a:pt x="410" y="808"/>
                  </a:cubicBezTo>
                  <a:lnTo>
                    <a:pt x="1215" y="808"/>
                  </a:lnTo>
                  <a:cubicBezTo>
                    <a:pt x="1439" y="808"/>
                    <a:pt x="1613" y="620"/>
                    <a:pt x="1613" y="399"/>
                  </a:cubicBezTo>
                  <a:cubicBezTo>
                    <a:pt x="1613" y="177"/>
                    <a:pt x="1439" y="0"/>
                    <a:pt x="121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31" name="Google Shape;931;p39"/>
            <p:cNvSpPr/>
            <p:nvPr/>
          </p:nvSpPr>
          <p:spPr>
            <a:xfrm>
              <a:off x="1005763" y="2158375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466" y="1"/>
                  </a:moveTo>
                  <a:cubicBezTo>
                    <a:pt x="329" y="1"/>
                    <a:pt x="194" y="73"/>
                    <a:pt x="115" y="197"/>
                  </a:cubicBezTo>
                  <a:cubicBezTo>
                    <a:pt x="0" y="396"/>
                    <a:pt x="70" y="643"/>
                    <a:pt x="267" y="758"/>
                  </a:cubicBezTo>
                  <a:lnTo>
                    <a:pt x="968" y="1157"/>
                  </a:lnTo>
                  <a:cubicBezTo>
                    <a:pt x="1031" y="1196"/>
                    <a:pt x="1100" y="1214"/>
                    <a:pt x="1169" y="1214"/>
                  </a:cubicBezTo>
                  <a:cubicBezTo>
                    <a:pt x="1306" y="1214"/>
                    <a:pt x="1441" y="1141"/>
                    <a:pt x="1518" y="1016"/>
                  </a:cubicBezTo>
                  <a:cubicBezTo>
                    <a:pt x="1624" y="817"/>
                    <a:pt x="1565" y="573"/>
                    <a:pt x="1366" y="455"/>
                  </a:cubicBezTo>
                  <a:lnTo>
                    <a:pt x="665" y="57"/>
                  </a:lnTo>
                  <a:cubicBezTo>
                    <a:pt x="603" y="19"/>
                    <a:pt x="534" y="1"/>
                    <a:pt x="46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32" name="Google Shape;932;p39"/>
            <p:cNvSpPr/>
            <p:nvPr/>
          </p:nvSpPr>
          <p:spPr>
            <a:xfrm>
              <a:off x="1005763" y="2283075"/>
              <a:ext cx="40625" cy="30425"/>
            </a:xfrm>
            <a:custGeom>
              <a:rect l="l" t="t" r="r" b="b"/>
              <a:pathLst>
                <a:path w="1625" h="1217" extrusionOk="0">
                  <a:moveTo>
                    <a:pt x="1157" y="0"/>
                  </a:moveTo>
                  <a:cubicBezTo>
                    <a:pt x="1092" y="0"/>
                    <a:pt x="1027" y="16"/>
                    <a:pt x="968" y="48"/>
                  </a:cubicBezTo>
                  <a:lnTo>
                    <a:pt x="267" y="458"/>
                  </a:lnTo>
                  <a:cubicBezTo>
                    <a:pt x="70" y="576"/>
                    <a:pt x="0" y="820"/>
                    <a:pt x="115" y="1008"/>
                  </a:cubicBezTo>
                  <a:cubicBezTo>
                    <a:pt x="194" y="1141"/>
                    <a:pt x="329" y="1217"/>
                    <a:pt x="467" y="1217"/>
                  </a:cubicBezTo>
                  <a:cubicBezTo>
                    <a:pt x="534" y="1217"/>
                    <a:pt x="603" y="1198"/>
                    <a:pt x="665" y="1159"/>
                  </a:cubicBezTo>
                  <a:lnTo>
                    <a:pt x="1366" y="750"/>
                  </a:lnTo>
                  <a:cubicBezTo>
                    <a:pt x="1565" y="646"/>
                    <a:pt x="1624" y="399"/>
                    <a:pt x="1518" y="203"/>
                  </a:cubicBezTo>
                  <a:cubicBezTo>
                    <a:pt x="1439" y="74"/>
                    <a:pt x="1298" y="0"/>
                    <a:pt x="115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33" name="Google Shape;933;p39"/>
            <p:cNvSpPr/>
            <p:nvPr/>
          </p:nvSpPr>
          <p:spPr>
            <a:xfrm>
              <a:off x="1092788" y="2158375"/>
              <a:ext cx="155225" cy="155175"/>
            </a:xfrm>
            <a:custGeom>
              <a:rect l="l" t="t" r="r" b="b"/>
              <a:pathLst>
                <a:path w="6209" h="6207" extrusionOk="0">
                  <a:moveTo>
                    <a:pt x="3097" y="806"/>
                  </a:moveTo>
                  <a:cubicBezTo>
                    <a:pt x="4374" y="806"/>
                    <a:pt x="5401" y="1835"/>
                    <a:pt x="5401" y="3098"/>
                  </a:cubicBezTo>
                  <a:cubicBezTo>
                    <a:pt x="5401" y="4360"/>
                    <a:pt x="4374" y="5387"/>
                    <a:pt x="3097" y="5387"/>
                  </a:cubicBezTo>
                  <a:cubicBezTo>
                    <a:pt x="1835" y="5387"/>
                    <a:pt x="808" y="4360"/>
                    <a:pt x="808" y="3098"/>
                  </a:cubicBezTo>
                  <a:cubicBezTo>
                    <a:pt x="808" y="1835"/>
                    <a:pt x="1835" y="806"/>
                    <a:pt x="3097" y="806"/>
                  </a:cubicBezTo>
                  <a:close/>
                  <a:moveTo>
                    <a:pt x="3097" y="1"/>
                  </a:moveTo>
                  <a:cubicBezTo>
                    <a:pt x="1392" y="1"/>
                    <a:pt x="0" y="1389"/>
                    <a:pt x="0" y="3098"/>
                  </a:cubicBezTo>
                  <a:cubicBezTo>
                    <a:pt x="0" y="4815"/>
                    <a:pt x="1392" y="6206"/>
                    <a:pt x="3097" y="6206"/>
                  </a:cubicBezTo>
                  <a:cubicBezTo>
                    <a:pt x="4817" y="6206"/>
                    <a:pt x="6209" y="4815"/>
                    <a:pt x="6209" y="3098"/>
                  </a:cubicBezTo>
                  <a:cubicBezTo>
                    <a:pt x="6209" y="1389"/>
                    <a:pt x="4817" y="1"/>
                    <a:pt x="309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34" name="Google Shape;934;p39"/>
            <p:cNvSpPr/>
            <p:nvPr/>
          </p:nvSpPr>
          <p:spPr>
            <a:xfrm>
              <a:off x="1133388" y="2198700"/>
              <a:ext cx="65250" cy="74225"/>
            </a:xfrm>
            <a:custGeom>
              <a:rect l="l" t="t" r="r" b="b"/>
              <a:pathLst>
                <a:path w="2610" h="2969" extrusionOk="0">
                  <a:moveTo>
                    <a:pt x="1473" y="1"/>
                  </a:moveTo>
                  <a:cubicBezTo>
                    <a:pt x="668" y="1"/>
                    <a:pt x="1" y="666"/>
                    <a:pt x="1" y="1485"/>
                  </a:cubicBezTo>
                  <a:cubicBezTo>
                    <a:pt x="1" y="2301"/>
                    <a:pt x="668" y="2969"/>
                    <a:pt x="1473" y="2969"/>
                  </a:cubicBezTo>
                  <a:cubicBezTo>
                    <a:pt x="1813" y="2969"/>
                    <a:pt x="2105" y="2862"/>
                    <a:pt x="2340" y="2652"/>
                  </a:cubicBezTo>
                  <a:cubicBezTo>
                    <a:pt x="2385" y="2618"/>
                    <a:pt x="2433" y="2571"/>
                    <a:pt x="2469" y="2526"/>
                  </a:cubicBezTo>
                  <a:cubicBezTo>
                    <a:pt x="2610" y="2349"/>
                    <a:pt x="2584" y="2091"/>
                    <a:pt x="2422" y="1951"/>
                  </a:cubicBezTo>
                  <a:cubicBezTo>
                    <a:pt x="2344" y="1889"/>
                    <a:pt x="2251" y="1859"/>
                    <a:pt x="2159" y="1859"/>
                  </a:cubicBezTo>
                  <a:cubicBezTo>
                    <a:pt x="2043" y="1859"/>
                    <a:pt x="1928" y="1907"/>
                    <a:pt x="1849" y="1998"/>
                  </a:cubicBezTo>
                  <a:cubicBezTo>
                    <a:pt x="1838" y="2021"/>
                    <a:pt x="1824" y="2035"/>
                    <a:pt x="1802" y="2046"/>
                  </a:cubicBezTo>
                  <a:cubicBezTo>
                    <a:pt x="1720" y="2127"/>
                    <a:pt x="1614" y="2161"/>
                    <a:pt x="1473" y="2161"/>
                  </a:cubicBezTo>
                  <a:cubicBezTo>
                    <a:pt x="1112" y="2161"/>
                    <a:pt x="809" y="1858"/>
                    <a:pt x="809" y="1485"/>
                  </a:cubicBezTo>
                  <a:cubicBezTo>
                    <a:pt x="809" y="1123"/>
                    <a:pt x="1112" y="817"/>
                    <a:pt x="1473" y="817"/>
                  </a:cubicBezTo>
                  <a:cubicBezTo>
                    <a:pt x="1614" y="817"/>
                    <a:pt x="1743" y="854"/>
                    <a:pt x="1861" y="935"/>
                  </a:cubicBezTo>
                  <a:cubicBezTo>
                    <a:pt x="1929" y="978"/>
                    <a:pt x="2006" y="999"/>
                    <a:pt x="2081" y="999"/>
                  </a:cubicBezTo>
                  <a:cubicBezTo>
                    <a:pt x="2212" y="999"/>
                    <a:pt x="2340" y="936"/>
                    <a:pt x="2422" y="817"/>
                  </a:cubicBezTo>
                  <a:cubicBezTo>
                    <a:pt x="2540" y="632"/>
                    <a:pt x="2492" y="385"/>
                    <a:pt x="2304" y="256"/>
                  </a:cubicBezTo>
                  <a:cubicBezTo>
                    <a:pt x="2060" y="93"/>
                    <a:pt x="1779" y="1"/>
                    <a:pt x="147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sp>
        <p:nvSpPr>
          <p:cNvPr id="935" name="Google Shape;935;p39"/>
          <p:cNvSpPr/>
          <p:nvPr/>
        </p:nvSpPr>
        <p:spPr>
          <a:xfrm>
            <a:off x="6220700" y="2159375"/>
            <a:ext cx="359300" cy="345150"/>
          </a:xfrm>
          <a:custGeom>
            <a:rect l="l" t="t" r="r" b="b"/>
            <a:pathLst>
              <a:path w="14372" h="13805" extrusionOk="0">
                <a:moveTo>
                  <a:pt x="7196" y="2493"/>
                </a:moveTo>
                <a:lnTo>
                  <a:pt x="8809" y="3217"/>
                </a:lnTo>
                <a:cubicBezTo>
                  <a:pt x="8842" y="3231"/>
                  <a:pt x="8879" y="3242"/>
                  <a:pt x="8901" y="3265"/>
                </a:cubicBezTo>
                <a:lnTo>
                  <a:pt x="5476" y="3265"/>
                </a:lnTo>
                <a:cubicBezTo>
                  <a:pt x="5501" y="3242"/>
                  <a:pt x="5535" y="3231"/>
                  <a:pt x="5571" y="3217"/>
                </a:cubicBezTo>
                <a:lnTo>
                  <a:pt x="7196" y="2493"/>
                </a:lnTo>
                <a:close/>
                <a:moveTo>
                  <a:pt x="12876" y="3545"/>
                </a:moveTo>
                <a:cubicBezTo>
                  <a:pt x="13098" y="3545"/>
                  <a:pt x="13286" y="3722"/>
                  <a:pt x="13286" y="3943"/>
                </a:cubicBezTo>
                <a:cubicBezTo>
                  <a:pt x="13286" y="4165"/>
                  <a:pt x="13098" y="4353"/>
                  <a:pt x="12876" y="4353"/>
                </a:cubicBezTo>
                <a:cubicBezTo>
                  <a:pt x="12655" y="4353"/>
                  <a:pt x="12478" y="4165"/>
                  <a:pt x="12478" y="3943"/>
                </a:cubicBezTo>
                <a:cubicBezTo>
                  <a:pt x="12478" y="3722"/>
                  <a:pt x="12655" y="3545"/>
                  <a:pt x="12876" y="3545"/>
                </a:cubicBezTo>
                <a:close/>
                <a:moveTo>
                  <a:pt x="9218" y="4072"/>
                </a:moveTo>
                <a:lnTo>
                  <a:pt x="9218" y="4878"/>
                </a:lnTo>
                <a:lnTo>
                  <a:pt x="5173" y="4878"/>
                </a:lnTo>
                <a:lnTo>
                  <a:pt x="5173" y="4072"/>
                </a:lnTo>
                <a:close/>
                <a:moveTo>
                  <a:pt x="8901" y="5685"/>
                </a:moveTo>
                <a:cubicBezTo>
                  <a:pt x="8879" y="5708"/>
                  <a:pt x="8842" y="5719"/>
                  <a:pt x="8809" y="5742"/>
                </a:cubicBezTo>
                <a:lnTo>
                  <a:pt x="7196" y="6457"/>
                </a:lnTo>
                <a:lnTo>
                  <a:pt x="5571" y="5742"/>
                </a:lnTo>
                <a:cubicBezTo>
                  <a:pt x="5535" y="5719"/>
                  <a:pt x="5501" y="5708"/>
                  <a:pt x="5476" y="5685"/>
                </a:cubicBezTo>
                <a:close/>
                <a:moveTo>
                  <a:pt x="7196" y="7343"/>
                </a:moveTo>
                <a:lnTo>
                  <a:pt x="8809" y="8070"/>
                </a:lnTo>
                <a:cubicBezTo>
                  <a:pt x="8842" y="8081"/>
                  <a:pt x="8879" y="8092"/>
                  <a:pt x="8901" y="8115"/>
                </a:cubicBezTo>
                <a:lnTo>
                  <a:pt x="5476" y="8115"/>
                </a:lnTo>
                <a:cubicBezTo>
                  <a:pt x="5501" y="8092"/>
                  <a:pt x="5535" y="8081"/>
                  <a:pt x="5571" y="8070"/>
                </a:cubicBezTo>
                <a:lnTo>
                  <a:pt x="7196" y="7343"/>
                </a:lnTo>
                <a:close/>
                <a:moveTo>
                  <a:pt x="9218" y="8923"/>
                </a:moveTo>
                <a:lnTo>
                  <a:pt x="9218" y="9728"/>
                </a:lnTo>
                <a:lnTo>
                  <a:pt x="5173" y="9728"/>
                </a:lnTo>
                <a:lnTo>
                  <a:pt x="5173" y="8923"/>
                </a:lnTo>
                <a:close/>
                <a:moveTo>
                  <a:pt x="1504" y="9473"/>
                </a:moveTo>
                <a:cubicBezTo>
                  <a:pt x="1725" y="9473"/>
                  <a:pt x="1899" y="9658"/>
                  <a:pt x="1899" y="9879"/>
                </a:cubicBezTo>
                <a:cubicBezTo>
                  <a:pt x="1899" y="10104"/>
                  <a:pt x="1725" y="10278"/>
                  <a:pt x="1504" y="10278"/>
                </a:cubicBezTo>
                <a:cubicBezTo>
                  <a:pt x="1282" y="10278"/>
                  <a:pt x="1094" y="10104"/>
                  <a:pt x="1094" y="9879"/>
                </a:cubicBezTo>
                <a:cubicBezTo>
                  <a:pt x="1094" y="9658"/>
                  <a:pt x="1282" y="9473"/>
                  <a:pt x="1504" y="9473"/>
                </a:cubicBezTo>
                <a:close/>
                <a:moveTo>
                  <a:pt x="8901" y="10547"/>
                </a:moveTo>
                <a:cubicBezTo>
                  <a:pt x="8879" y="10558"/>
                  <a:pt x="8842" y="10581"/>
                  <a:pt x="8809" y="10595"/>
                </a:cubicBezTo>
                <a:lnTo>
                  <a:pt x="7196" y="11307"/>
                </a:lnTo>
                <a:lnTo>
                  <a:pt x="5571" y="10595"/>
                </a:lnTo>
                <a:cubicBezTo>
                  <a:pt x="5535" y="10581"/>
                  <a:pt x="5501" y="10558"/>
                  <a:pt x="5476" y="10547"/>
                </a:cubicBezTo>
                <a:close/>
                <a:moveTo>
                  <a:pt x="4765" y="1"/>
                </a:moveTo>
                <a:cubicBezTo>
                  <a:pt x="4701" y="1"/>
                  <a:pt x="4632" y="16"/>
                  <a:pt x="4564" y="50"/>
                </a:cubicBezTo>
                <a:cubicBezTo>
                  <a:pt x="4460" y="97"/>
                  <a:pt x="4368" y="249"/>
                  <a:pt x="4354" y="367"/>
                </a:cubicBezTo>
                <a:cubicBezTo>
                  <a:pt x="4343" y="880"/>
                  <a:pt x="4648" y="1360"/>
                  <a:pt x="5114" y="1570"/>
                </a:cubicBezTo>
                <a:lnTo>
                  <a:pt x="6191" y="2050"/>
                </a:lnTo>
                <a:lnTo>
                  <a:pt x="5243" y="2471"/>
                </a:lnTo>
                <a:cubicBezTo>
                  <a:pt x="4704" y="2715"/>
                  <a:pt x="4354" y="3242"/>
                  <a:pt x="4354" y="3826"/>
                </a:cubicBezTo>
                <a:lnTo>
                  <a:pt x="4354" y="5124"/>
                </a:lnTo>
                <a:cubicBezTo>
                  <a:pt x="4354" y="5708"/>
                  <a:pt x="4704" y="6247"/>
                  <a:pt x="5243" y="6479"/>
                </a:cubicBezTo>
                <a:lnTo>
                  <a:pt x="6191" y="6900"/>
                </a:lnTo>
                <a:lnTo>
                  <a:pt x="5243" y="7321"/>
                </a:lnTo>
                <a:cubicBezTo>
                  <a:pt x="4881" y="7484"/>
                  <a:pt x="4612" y="7764"/>
                  <a:pt x="4472" y="8115"/>
                </a:cubicBezTo>
                <a:lnTo>
                  <a:pt x="3117" y="8115"/>
                </a:lnTo>
                <a:cubicBezTo>
                  <a:pt x="3021" y="8115"/>
                  <a:pt x="2929" y="8151"/>
                  <a:pt x="2859" y="8210"/>
                </a:cubicBezTo>
                <a:lnTo>
                  <a:pt x="2124" y="8827"/>
                </a:lnTo>
                <a:cubicBezTo>
                  <a:pt x="1938" y="8716"/>
                  <a:pt x="1726" y="8653"/>
                  <a:pt x="1498" y="8653"/>
                </a:cubicBezTo>
                <a:cubicBezTo>
                  <a:pt x="1324" y="8653"/>
                  <a:pt x="1141" y="8690"/>
                  <a:pt x="954" y="8771"/>
                </a:cubicBezTo>
                <a:cubicBezTo>
                  <a:pt x="721" y="8875"/>
                  <a:pt x="522" y="9074"/>
                  <a:pt x="415" y="9307"/>
                </a:cubicBezTo>
                <a:cubicBezTo>
                  <a:pt x="0" y="10206"/>
                  <a:pt x="646" y="11081"/>
                  <a:pt x="1497" y="11081"/>
                </a:cubicBezTo>
                <a:cubicBezTo>
                  <a:pt x="1676" y="11081"/>
                  <a:pt x="1864" y="11042"/>
                  <a:pt x="2053" y="10957"/>
                </a:cubicBezTo>
                <a:cubicBezTo>
                  <a:pt x="2286" y="10850"/>
                  <a:pt x="2485" y="10665"/>
                  <a:pt x="2589" y="10418"/>
                </a:cubicBezTo>
                <a:cubicBezTo>
                  <a:pt x="2741" y="10079"/>
                  <a:pt x="2741" y="9739"/>
                  <a:pt x="2637" y="9447"/>
                </a:cubicBezTo>
                <a:lnTo>
                  <a:pt x="3268" y="8923"/>
                </a:lnTo>
                <a:lnTo>
                  <a:pt x="4354" y="8923"/>
                </a:lnTo>
                <a:lnTo>
                  <a:pt x="4354" y="9975"/>
                </a:lnTo>
                <a:cubicBezTo>
                  <a:pt x="4354" y="10558"/>
                  <a:pt x="4704" y="11097"/>
                  <a:pt x="5243" y="11330"/>
                </a:cubicBezTo>
                <a:lnTo>
                  <a:pt x="6191" y="11751"/>
                </a:lnTo>
                <a:lnTo>
                  <a:pt x="5114" y="12230"/>
                </a:lnTo>
                <a:cubicBezTo>
                  <a:pt x="4648" y="12441"/>
                  <a:pt x="4343" y="12920"/>
                  <a:pt x="4354" y="13434"/>
                </a:cubicBezTo>
                <a:cubicBezTo>
                  <a:pt x="4368" y="13563"/>
                  <a:pt x="4460" y="13703"/>
                  <a:pt x="4564" y="13762"/>
                </a:cubicBezTo>
                <a:cubicBezTo>
                  <a:pt x="4629" y="13792"/>
                  <a:pt x="4694" y="13805"/>
                  <a:pt x="4755" y="13805"/>
                </a:cubicBezTo>
                <a:cubicBezTo>
                  <a:pt x="4985" y="13805"/>
                  <a:pt x="5173" y="13618"/>
                  <a:pt x="5173" y="13386"/>
                </a:cubicBezTo>
                <a:cubicBezTo>
                  <a:pt x="5162" y="13212"/>
                  <a:pt x="5254" y="13061"/>
                  <a:pt x="5406" y="12991"/>
                </a:cubicBezTo>
                <a:lnTo>
                  <a:pt x="7196" y="12194"/>
                </a:lnTo>
                <a:lnTo>
                  <a:pt x="8971" y="12991"/>
                </a:lnTo>
                <a:cubicBezTo>
                  <a:pt x="9123" y="13061"/>
                  <a:pt x="9218" y="13212"/>
                  <a:pt x="9218" y="13386"/>
                </a:cubicBezTo>
                <a:cubicBezTo>
                  <a:pt x="9209" y="13618"/>
                  <a:pt x="9396" y="13805"/>
                  <a:pt x="9624" y="13805"/>
                </a:cubicBezTo>
                <a:cubicBezTo>
                  <a:pt x="9685" y="13805"/>
                  <a:pt x="9749" y="13792"/>
                  <a:pt x="9813" y="13762"/>
                </a:cubicBezTo>
                <a:cubicBezTo>
                  <a:pt x="9920" y="13703"/>
                  <a:pt x="10012" y="13563"/>
                  <a:pt x="10023" y="13434"/>
                </a:cubicBezTo>
                <a:cubicBezTo>
                  <a:pt x="10035" y="12920"/>
                  <a:pt x="9732" y="12441"/>
                  <a:pt x="9263" y="12230"/>
                </a:cubicBezTo>
                <a:lnTo>
                  <a:pt x="8189" y="11751"/>
                </a:lnTo>
                <a:lnTo>
                  <a:pt x="9137" y="11330"/>
                </a:lnTo>
                <a:cubicBezTo>
                  <a:pt x="9673" y="11097"/>
                  <a:pt x="10023" y="10558"/>
                  <a:pt x="10023" y="9975"/>
                </a:cubicBezTo>
                <a:lnTo>
                  <a:pt x="10023" y="8676"/>
                </a:lnTo>
                <a:cubicBezTo>
                  <a:pt x="10023" y="8092"/>
                  <a:pt x="9673" y="7565"/>
                  <a:pt x="9137" y="7321"/>
                </a:cubicBezTo>
                <a:lnTo>
                  <a:pt x="8189" y="6900"/>
                </a:lnTo>
                <a:lnTo>
                  <a:pt x="9137" y="6479"/>
                </a:lnTo>
                <a:cubicBezTo>
                  <a:pt x="9499" y="6317"/>
                  <a:pt x="9768" y="6036"/>
                  <a:pt x="9908" y="5685"/>
                </a:cubicBezTo>
                <a:lnTo>
                  <a:pt x="11275" y="5685"/>
                </a:lnTo>
                <a:cubicBezTo>
                  <a:pt x="11356" y="5685"/>
                  <a:pt x="11437" y="5660"/>
                  <a:pt x="11507" y="5601"/>
                </a:cubicBezTo>
                <a:lnTo>
                  <a:pt x="12256" y="4984"/>
                </a:lnTo>
                <a:cubicBezTo>
                  <a:pt x="12438" y="5086"/>
                  <a:pt x="12651" y="5147"/>
                  <a:pt x="12878" y="5147"/>
                </a:cubicBezTo>
                <a:cubicBezTo>
                  <a:pt x="13062" y="5147"/>
                  <a:pt x="13255" y="5107"/>
                  <a:pt x="13449" y="5018"/>
                </a:cubicBezTo>
                <a:cubicBezTo>
                  <a:pt x="13682" y="4914"/>
                  <a:pt x="13858" y="4726"/>
                  <a:pt x="13962" y="4504"/>
                </a:cubicBezTo>
                <a:cubicBezTo>
                  <a:pt x="14372" y="3604"/>
                  <a:pt x="13729" y="2726"/>
                  <a:pt x="12876" y="2726"/>
                </a:cubicBezTo>
                <a:cubicBezTo>
                  <a:pt x="12209" y="2726"/>
                  <a:pt x="11662" y="3265"/>
                  <a:pt x="11662" y="3932"/>
                </a:cubicBezTo>
                <a:cubicBezTo>
                  <a:pt x="11662" y="4084"/>
                  <a:pt x="11695" y="4224"/>
                  <a:pt x="11743" y="4364"/>
                </a:cubicBezTo>
                <a:lnTo>
                  <a:pt x="11112" y="4878"/>
                </a:lnTo>
                <a:lnTo>
                  <a:pt x="10023" y="4878"/>
                </a:lnTo>
                <a:lnTo>
                  <a:pt x="10023" y="3826"/>
                </a:lnTo>
                <a:cubicBezTo>
                  <a:pt x="10023" y="3242"/>
                  <a:pt x="9673" y="2715"/>
                  <a:pt x="9137" y="2471"/>
                </a:cubicBezTo>
                <a:lnTo>
                  <a:pt x="8189" y="2050"/>
                </a:lnTo>
                <a:lnTo>
                  <a:pt x="9263" y="1570"/>
                </a:lnTo>
                <a:cubicBezTo>
                  <a:pt x="9732" y="1360"/>
                  <a:pt x="10035" y="880"/>
                  <a:pt x="10023" y="367"/>
                </a:cubicBezTo>
                <a:cubicBezTo>
                  <a:pt x="10012" y="249"/>
                  <a:pt x="9920" y="97"/>
                  <a:pt x="9813" y="50"/>
                </a:cubicBezTo>
                <a:cubicBezTo>
                  <a:pt x="9745" y="16"/>
                  <a:pt x="9678" y="1"/>
                  <a:pt x="9614" y="1"/>
                </a:cubicBezTo>
                <a:cubicBezTo>
                  <a:pt x="9390" y="1"/>
                  <a:pt x="9210" y="185"/>
                  <a:pt x="9218" y="412"/>
                </a:cubicBezTo>
                <a:cubicBezTo>
                  <a:pt x="9218" y="588"/>
                  <a:pt x="9123" y="751"/>
                  <a:pt x="8971" y="810"/>
                </a:cubicBezTo>
                <a:lnTo>
                  <a:pt x="7196" y="1604"/>
                </a:lnTo>
                <a:lnTo>
                  <a:pt x="5406" y="810"/>
                </a:lnTo>
                <a:cubicBezTo>
                  <a:pt x="5254" y="751"/>
                  <a:pt x="5162" y="588"/>
                  <a:pt x="5173" y="412"/>
                </a:cubicBezTo>
                <a:cubicBezTo>
                  <a:pt x="5173" y="185"/>
                  <a:pt x="4990" y="1"/>
                  <a:pt x="4765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grpSp>
        <p:nvGrpSpPr>
          <p:cNvPr id="936" name="Google Shape;936;p39"/>
          <p:cNvGrpSpPr/>
          <p:nvPr/>
        </p:nvGrpSpPr>
        <p:grpSpPr>
          <a:xfrm>
            <a:off x="6227300" y="2931263"/>
            <a:ext cx="346050" cy="345100"/>
            <a:chOff x="2541313" y="2118025"/>
            <a:chExt cx="346050" cy="345100"/>
          </a:xfrm>
        </p:grpSpPr>
        <p:sp>
          <p:nvSpPr>
            <p:cNvPr id="937" name="Google Shape;937;p39"/>
            <p:cNvSpPr/>
            <p:nvPr/>
          </p:nvSpPr>
          <p:spPr>
            <a:xfrm>
              <a:off x="2581988" y="2362325"/>
              <a:ext cx="60750" cy="60475"/>
            </a:xfrm>
            <a:custGeom>
              <a:rect l="l" t="t" r="r" b="b"/>
              <a:pathLst>
                <a:path w="2430" h="2419" extrusionOk="0">
                  <a:moveTo>
                    <a:pt x="1215" y="806"/>
                  </a:moveTo>
                  <a:cubicBezTo>
                    <a:pt x="1437" y="806"/>
                    <a:pt x="1625" y="982"/>
                    <a:pt x="1625" y="1215"/>
                  </a:cubicBezTo>
                  <a:cubicBezTo>
                    <a:pt x="1625" y="1437"/>
                    <a:pt x="1437" y="1614"/>
                    <a:pt x="1215" y="1614"/>
                  </a:cubicBezTo>
                  <a:cubicBezTo>
                    <a:pt x="994" y="1614"/>
                    <a:pt x="806" y="1437"/>
                    <a:pt x="806" y="1215"/>
                  </a:cubicBezTo>
                  <a:cubicBezTo>
                    <a:pt x="806" y="982"/>
                    <a:pt x="994" y="806"/>
                    <a:pt x="1215" y="806"/>
                  </a:cubicBezTo>
                  <a:close/>
                  <a:moveTo>
                    <a:pt x="1215" y="1"/>
                  </a:moveTo>
                  <a:cubicBezTo>
                    <a:pt x="548" y="1"/>
                    <a:pt x="1" y="539"/>
                    <a:pt x="1" y="1215"/>
                  </a:cubicBezTo>
                  <a:cubicBezTo>
                    <a:pt x="1" y="1883"/>
                    <a:pt x="548" y="2419"/>
                    <a:pt x="1215" y="2419"/>
                  </a:cubicBezTo>
                  <a:cubicBezTo>
                    <a:pt x="1880" y="2419"/>
                    <a:pt x="2430" y="1883"/>
                    <a:pt x="2430" y="1215"/>
                  </a:cubicBezTo>
                  <a:cubicBezTo>
                    <a:pt x="2430" y="539"/>
                    <a:pt x="1880" y="1"/>
                    <a:pt x="121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38" name="Google Shape;938;p39"/>
            <p:cNvSpPr/>
            <p:nvPr/>
          </p:nvSpPr>
          <p:spPr>
            <a:xfrm>
              <a:off x="2541313" y="2118025"/>
              <a:ext cx="346050" cy="345100"/>
            </a:xfrm>
            <a:custGeom>
              <a:rect l="l" t="t" r="r" b="b"/>
              <a:pathLst>
                <a:path w="13842" h="13803" extrusionOk="0">
                  <a:moveTo>
                    <a:pt x="6892" y="806"/>
                  </a:moveTo>
                  <a:cubicBezTo>
                    <a:pt x="8266" y="806"/>
                    <a:pt x="9388" y="1880"/>
                    <a:pt x="9457" y="3228"/>
                  </a:cubicBezTo>
                  <a:lnTo>
                    <a:pt x="8652" y="3228"/>
                  </a:lnTo>
                  <a:cubicBezTo>
                    <a:pt x="8584" y="2324"/>
                    <a:pt x="7823" y="1613"/>
                    <a:pt x="6898" y="1613"/>
                  </a:cubicBezTo>
                  <a:cubicBezTo>
                    <a:pt x="6875" y="1613"/>
                    <a:pt x="6852" y="1614"/>
                    <a:pt x="6829" y="1615"/>
                  </a:cubicBezTo>
                  <a:cubicBezTo>
                    <a:pt x="5892" y="1660"/>
                    <a:pt x="5157" y="2456"/>
                    <a:pt x="5157" y="3391"/>
                  </a:cubicBezTo>
                  <a:lnTo>
                    <a:pt x="5157" y="4852"/>
                  </a:lnTo>
                  <a:lnTo>
                    <a:pt x="4349" y="4852"/>
                  </a:lnTo>
                  <a:lnTo>
                    <a:pt x="4349" y="3402"/>
                  </a:lnTo>
                  <a:cubicBezTo>
                    <a:pt x="4349" y="2010"/>
                    <a:pt x="5437" y="843"/>
                    <a:pt x="6829" y="807"/>
                  </a:cubicBezTo>
                  <a:cubicBezTo>
                    <a:pt x="6850" y="806"/>
                    <a:pt x="6871" y="806"/>
                    <a:pt x="6892" y="806"/>
                  </a:cubicBezTo>
                  <a:close/>
                  <a:moveTo>
                    <a:pt x="6917" y="7816"/>
                  </a:moveTo>
                  <a:cubicBezTo>
                    <a:pt x="7138" y="7816"/>
                    <a:pt x="7308" y="8001"/>
                    <a:pt x="7308" y="8218"/>
                  </a:cubicBezTo>
                  <a:lnTo>
                    <a:pt x="7308" y="9761"/>
                  </a:lnTo>
                  <a:lnTo>
                    <a:pt x="6500" y="9761"/>
                  </a:lnTo>
                  <a:lnTo>
                    <a:pt x="6500" y="8230"/>
                  </a:lnTo>
                  <a:cubicBezTo>
                    <a:pt x="6500" y="8019"/>
                    <a:pt x="6652" y="7843"/>
                    <a:pt x="6862" y="7820"/>
                  </a:cubicBezTo>
                  <a:cubicBezTo>
                    <a:pt x="6881" y="7818"/>
                    <a:pt x="6899" y="7816"/>
                    <a:pt x="6917" y="7816"/>
                  </a:cubicBezTo>
                  <a:close/>
                  <a:moveTo>
                    <a:pt x="9867" y="5657"/>
                  </a:moveTo>
                  <a:cubicBezTo>
                    <a:pt x="10088" y="5657"/>
                    <a:pt x="10276" y="5845"/>
                    <a:pt x="10276" y="6067"/>
                  </a:cubicBezTo>
                  <a:lnTo>
                    <a:pt x="10276" y="9761"/>
                  </a:lnTo>
                  <a:lnTo>
                    <a:pt x="8113" y="9761"/>
                  </a:lnTo>
                  <a:lnTo>
                    <a:pt x="8113" y="8241"/>
                  </a:lnTo>
                  <a:cubicBezTo>
                    <a:pt x="8113" y="7610"/>
                    <a:pt x="7600" y="7037"/>
                    <a:pt x="6969" y="7015"/>
                  </a:cubicBezTo>
                  <a:cubicBezTo>
                    <a:pt x="6941" y="7013"/>
                    <a:pt x="6914" y="7012"/>
                    <a:pt x="6887" y="7012"/>
                  </a:cubicBezTo>
                  <a:cubicBezTo>
                    <a:pt x="6233" y="7012"/>
                    <a:pt x="5695" y="7556"/>
                    <a:pt x="5695" y="8218"/>
                  </a:cubicBezTo>
                  <a:lnTo>
                    <a:pt x="5695" y="9761"/>
                  </a:lnTo>
                  <a:lnTo>
                    <a:pt x="5390" y="9761"/>
                  </a:lnTo>
                  <a:cubicBezTo>
                    <a:pt x="5028" y="8990"/>
                    <a:pt x="4338" y="8440"/>
                    <a:pt x="3532" y="8230"/>
                  </a:cubicBezTo>
                  <a:lnTo>
                    <a:pt x="3532" y="6067"/>
                  </a:lnTo>
                  <a:cubicBezTo>
                    <a:pt x="3532" y="5845"/>
                    <a:pt x="3718" y="5657"/>
                    <a:pt x="3942" y="5657"/>
                  </a:cubicBezTo>
                  <a:close/>
                  <a:moveTo>
                    <a:pt x="2842" y="8942"/>
                  </a:moveTo>
                  <a:cubicBezTo>
                    <a:pt x="3695" y="8942"/>
                    <a:pt x="4467" y="9492"/>
                    <a:pt x="4747" y="10297"/>
                  </a:cubicBezTo>
                  <a:cubicBezTo>
                    <a:pt x="4806" y="10463"/>
                    <a:pt x="4958" y="10567"/>
                    <a:pt x="5134" y="10567"/>
                  </a:cubicBezTo>
                  <a:lnTo>
                    <a:pt x="12591" y="10567"/>
                  </a:lnTo>
                  <a:cubicBezTo>
                    <a:pt x="12801" y="10567"/>
                    <a:pt x="12975" y="10718"/>
                    <a:pt x="13000" y="10917"/>
                  </a:cubicBezTo>
                  <a:cubicBezTo>
                    <a:pt x="13034" y="11164"/>
                    <a:pt x="12835" y="11374"/>
                    <a:pt x="12602" y="11374"/>
                  </a:cubicBezTo>
                  <a:lnTo>
                    <a:pt x="5134" y="11374"/>
                  </a:lnTo>
                  <a:cubicBezTo>
                    <a:pt x="4958" y="11374"/>
                    <a:pt x="4806" y="11478"/>
                    <a:pt x="4747" y="11644"/>
                  </a:cubicBezTo>
                  <a:cubicBezTo>
                    <a:pt x="4455" y="12449"/>
                    <a:pt x="3695" y="12988"/>
                    <a:pt x="2842" y="12988"/>
                  </a:cubicBezTo>
                  <a:cubicBezTo>
                    <a:pt x="1731" y="12988"/>
                    <a:pt x="820" y="12087"/>
                    <a:pt x="820" y="10965"/>
                  </a:cubicBezTo>
                  <a:cubicBezTo>
                    <a:pt x="820" y="9854"/>
                    <a:pt x="1731" y="8942"/>
                    <a:pt x="2842" y="8942"/>
                  </a:cubicBezTo>
                  <a:close/>
                  <a:moveTo>
                    <a:pt x="11657" y="12180"/>
                  </a:moveTo>
                  <a:lnTo>
                    <a:pt x="11657" y="12988"/>
                  </a:lnTo>
                  <a:lnTo>
                    <a:pt x="10299" y="12988"/>
                  </a:lnTo>
                  <a:lnTo>
                    <a:pt x="10299" y="12180"/>
                  </a:lnTo>
                  <a:close/>
                  <a:moveTo>
                    <a:pt x="6896" y="0"/>
                  </a:moveTo>
                  <a:cubicBezTo>
                    <a:pt x="5040" y="0"/>
                    <a:pt x="3532" y="1510"/>
                    <a:pt x="3532" y="3368"/>
                  </a:cubicBezTo>
                  <a:lnTo>
                    <a:pt x="3532" y="4922"/>
                  </a:lnTo>
                  <a:cubicBezTo>
                    <a:pt x="3064" y="5085"/>
                    <a:pt x="2724" y="5542"/>
                    <a:pt x="2724" y="6067"/>
                  </a:cubicBezTo>
                  <a:lnTo>
                    <a:pt x="2724" y="8137"/>
                  </a:lnTo>
                  <a:cubicBezTo>
                    <a:pt x="1218" y="8193"/>
                    <a:pt x="1" y="9444"/>
                    <a:pt x="1" y="10965"/>
                  </a:cubicBezTo>
                  <a:cubicBezTo>
                    <a:pt x="1" y="12530"/>
                    <a:pt x="1277" y="13804"/>
                    <a:pt x="2831" y="13804"/>
                  </a:cubicBezTo>
                  <a:cubicBezTo>
                    <a:pt x="3928" y="13804"/>
                    <a:pt x="4924" y="13161"/>
                    <a:pt x="5390" y="12180"/>
                  </a:cubicBezTo>
                  <a:lnTo>
                    <a:pt x="7881" y="12180"/>
                  </a:lnTo>
                  <a:lnTo>
                    <a:pt x="7881" y="13383"/>
                  </a:lnTo>
                  <a:cubicBezTo>
                    <a:pt x="7881" y="13593"/>
                    <a:pt x="8032" y="13770"/>
                    <a:pt x="8231" y="13793"/>
                  </a:cubicBezTo>
                  <a:cubicBezTo>
                    <a:pt x="8251" y="13796"/>
                    <a:pt x="8270" y="13797"/>
                    <a:pt x="8289" y="13797"/>
                  </a:cubicBezTo>
                  <a:cubicBezTo>
                    <a:pt x="8508" y="13797"/>
                    <a:pt x="8686" y="13611"/>
                    <a:pt x="8686" y="13397"/>
                  </a:cubicBezTo>
                  <a:lnTo>
                    <a:pt x="8686" y="12180"/>
                  </a:lnTo>
                  <a:lnTo>
                    <a:pt x="9494" y="12180"/>
                  </a:lnTo>
                  <a:lnTo>
                    <a:pt x="9494" y="13397"/>
                  </a:lnTo>
                  <a:cubicBezTo>
                    <a:pt x="9494" y="13619"/>
                    <a:pt x="9679" y="13804"/>
                    <a:pt x="9903" y="13804"/>
                  </a:cubicBezTo>
                  <a:lnTo>
                    <a:pt x="12052" y="13804"/>
                  </a:lnTo>
                  <a:cubicBezTo>
                    <a:pt x="12274" y="13804"/>
                    <a:pt x="12462" y="13619"/>
                    <a:pt x="12462" y="13397"/>
                  </a:cubicBezTo>
                  <a:lnTo>
                    <a:pt x="12462" y="12180"/>
                  </a:lnTo>
                  <a:lnTo>
                    <a:pt x="12580" y="12180"/>
                  </a:lnTo>
                  <a:cubicBezTo>
                    <a:pt x="13211" y="12180"/>
                    <a:pt x="13772" y="11666"/>
                    <a:pt x="13805" y="11035"/>
                  </a:cubicBezTo>
                  <a:cubicBezTo>
                    <a:pt x="13842" y="10334"/>
                    <a:pt x="13281" y="9761"/>
                    <a:pt x="12591" y="9761"/>
                  </a:cubicBezTo>
                  <a:lnTo>
                    <a:pt x="11082" y="9761"/>
                  </a:lnTo>
                  <a:lnTo>
                    <a:pt x="11082" y="6067"/>
                  </a:lnTo>
                  <a:cubicBezTo>
                    <a:pt x="11082" y="5388"/>
                    <a:pt x="10546" y="4852"/>
                    <a:pt x="9867" y="4852"/>
                  </a:cubicBezTo>
                  <a:lnTo>
                    <a:pt x="5962" y="4852"/>
                  </a:lnTo>
                  <a:lnTo>
                    <a:pt x="5962" y="3379"/>
                  </a:lnTo>
                  <a:cubicBezTo>
                    <a:pt x="5962" y="2888"/>
                    <a:pt x="6349" y="2456"/>
                    <a:pt x="6840" y="2420"/>
                  </a:cubicBezTo>
                  <a:cubicBezTo>
                    <a:pt x="6860" y="2419"/>
                    <a:pt x="6879" y="2418"/>
                    <a:pt x="6899" y="2418"/>
                  </a:cubicBezTo>
                  <a:cubicBezTo>
                    <a:pt x="7422" y="2418"/>
                    <a:pt x="7844" y="2849"/>
                    <a:pt x="7844" y="3368"/>
                  </a:cubicBezTo>
                  <a:lnTo>
                    <a:pt x="7844" y="3635"/>
                  </a:lnTo>
                  <a:cubicBezTo>
                    <a:pt x="7844" y="3859"/>
                    <a:pt x="8032" y="4044"/>
                    <a:pt x="8254" y="4044"/>
                  </a:cubicBezTo>
                  <a:lnTo>
                    <a:pt x="9867" y="4044"/>
                  </a:lnTo>
                  <a:cubicBezTo>
                    <a:pt x="10088" y="4044"/>
                    <a:pt x="10276" y="3859"/>
                    <a:pt x="10276" y="3635"/>
                  </a:cubicBezTo>
                  <a:lnTo>
                    <a:pt x="10276" y="3402"/>
                  </a:lnTo>
                  <a:cubicBezTo>
                    <a:pt x="10276" y="1578"/>
                    <a:pt x="8826" y="47"/>
                    <a:pt x="7003" y="2"/>
                  </a:cubicBezTo>
                  <a:cubicBezTo>
                    <a:pt x="6967" y="1"/>
                    <a:pt x="6932" y="0"/>
                    <a:pt x="689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939" name="Google Shape;939;p39"/>
          <p:cNvGrpSpPr/>
          <p:nvPr/>
        </p:nvGrpSpPr>
        <p:grpSpPr>
          <a:xfrm>
            <a:off x="6227738" y="3703138"/>
            <a:ext cx="345150" cy="345075"/>
            <a:chOff x="3269563" y="2118050"/>
            <a:chExt cx="345150" cy="345075"/>
          </a:xfrm>
        </p:grpSpPr>
        <p:sp>
          <p:nvSpPr>
            <p:cNvPr id="940" name="Google Shape;940;p39"/>
            <p:cNvSpPr/>
            <p:nvPr/>
          </p:nvSpPr>
          <p:spPr>
            <a:xfrm>
              <a:off x="3324213" y="2118050"/>
              <a:ext cx="235800" cy="345075"/>
            </a:xfrm>
            <a:custGeom>
              <a:rect l="l" t="t" r="r" b="b"/>
              <a:pathLst>
                <a:path w="9432" h="13803" extrusionOk="0">
                  <a:moveTo>
                    <a:pt x="4710" y="806"/>
                  </a:moveTo>
                  <a:cubicBezTo>
                    <a:pt x="6873" y="806"/>
                    <a:pt x="8627" y="2559"/>
                    <a:pt x="8627" y="4711"/>
                  </a:cubicBezTo>
                  <a:cubicBezTo>
                    <a:pt x="8627" y="5833"/>
                    <a:pt x="8147" y="6896"/>
                    <a:pt x="7305" y="7631"/>
                  </a:cubicBezTo>
                  <a:cubicBezTo>
                    <a:pt x="6697" y="8170"/>
                    <a:pt x="6324" y="8908"/>
                    <a:pt x="6220" y="9701"/>
                  </a:cubicBezTo>
                  <a:lnTo>
                    <a:pt x="3204" y="9701"/>
                  </a:lnTo>
                  <a:cubicBezTo>
                    <a:pt x="3109" y="8908"/>
                    <a:pt x="2724" y="8170"/>
                    <a:pt x="2127" y="7631"/>
                  </a:cubicBezTo>
                  <a:cubicBezTo>
                    <a:pt x="1285" y="6896"/>
                    <a:pt x="805" y="5833"/>
                    <a:pt x="805" y="4711"/>
                  </a:cubicBezTo>
                  <a:cubicBezTo>
                    <a:pt x="805" y="2559"/>
                    <a:pt x="2559" y="806"/>
                    <a:pt x="4710" y="806"/>
                  </a:cubicBezTo>
                  <a:close/>
                  <a:moveTo>
                    <a:pt x="6194" y="10507"/>
                  </a:moveTo>
                  <a:lnTo>
                    <a:pt x="6194" y="11244"/>
                  </a:lnTo>
                  <a:cubicBezTo>
                    <a:pt x="6194" y="11315"/>
                    <a:pt x="6136" y="11373"/>
                    <a:pt x="6065" y="11373"/>
                  </a:cubicBezTo>
                  <a:lnTo>
                    <a:pt x="3367" y="11373"/>
                  </a:lnTo>
                  <a:cubicBezTo>
                    <a:pt x="3297" y="11373"/>
                    <a:pt x="3226" y="11315"/>
                    <a:pt x="3226" y="11244"/>
                  </a:cubicBezTo>
                  <a:lnTo>
                    <a:pt x="3226" y="10507"/>
                  </a:lnTo>
                  <a:close/>
                  <a:moveTo>
                    <a:pt x="5659" y="12179"/>
                  </a:moveTo>
                  <a:lnTo>
                    <a:pt x="5659" y="12588"/>
                  </a:lnTo>
                  <a:cubicBezTo>
                    <a:pt x="5659" y="12810"/>
                    <a:pt x="5471" y="12987"/>
                    <a:pt x="5249" y="12987"/>
                  </a:cubicBezTo>
                  <a:lnTo>
                    <a:pt x="4172" y="12987"/>
                  </a:lnTo>
                  <a:cubicBezTo>
                    <a:pt x="3950" y="12987"/>
                    <a:pt x="3776" y="12810"/>
                    <a:pt x="3776" y="12588"/>
                  </a:cubicBezTo>
                  <a:lnTo>
                    <a:pt x="3776" y="12179"/>
                  </a:lnTo>
                  <a:close/>
                  <a:moveTo>
                    <a:pt x="4710" y="1"/>
                  </a:moveTo>
                  <a:cubicBezTo>
                    <a:pt x="2116" y="1"/>
                    <a:pt x="0" y="2116"/>
                    <a:pt x="0" y="4711"/>
                  </a:cubicBezTo>
                  <a:cubicBezTo>
                    <a:pt x="0" y="6066"/>
                    <a:pt x="573" y="7351"/>
                    <a:pt x="1591" y="8240"/>
                  </a:cubicBezTo>
                  <a:cubicBezTo>
                    <a:pt x="2116" y="8708"/>
                    <a:pt x="2418" y="9399"/>
                    <a:pt x="2418" y="10111"/>
                  </a:cubicBezTo>
                  <a:lnTo>
                    <a:pt x="2418" y="11244"/>
                  </a:lnTo>
                  <a:cubicBezTo>
                    <a:pt x="2418" y="11618"/>
                    <a:pt x="2643" y="11935"/>
                    <a:pt x="2957" y="12086"/>
                  </a:cubicBezTo>
                  <a:lnTo>
                    <a:pt x="2957" y="12588"/>
                  </a:lnTo>
                  <a:cubicBezTo>
                    <a:pt x="2957" y="13256"/>
                    <a:pt x="3507" y="13803"/>
                    <a:pt x="4172" y="13803"/>
                  </a:cubicBezTo>
                  <a:lnTo>
                    <a:pt x="5249" y="13803"/>
                  </a:lnTo>
                  <a:cubicBezTo>
                    <a:pt x="5925" y="13803"/>
                    <a:pt x="6464" y="13256"/>
                    <a:pt x="6464" y="12588"/>
                  </a:cubicBezTo>
                  <a:lnTo>
                    <a:pt x="6464" y="12086"/>
                  </a:lnTo>
                  <a:cubicBezTo>
                    <a:pt x="6781" y="11935"/>
                    <a:pt x="7002" y="11618"/>
                    <a:pt x="7002" y="11244"/>
                  </a:cubicBezTo>
                  <a:lnTo>
                    <a:pt x="7002" y="10111"/>
                  </a:lnTo>
                  <a:cubicBezTo>
                    <a:pt x="7002" y="9399"/>
                    <a:pt x="7305" y="8708"/>
                    <a:pt x="7844" y="8240"/>
                  </a:cubicBezTo>
                  <a:cubicBezTo>
                    <a:pt x="8848" y="7351"/>
                    <a:pt x="9432" y="6066"/>
                    <a:pt x="9432" y="4711"/>
                  </a:cubicBezTo>
                  <a:cubicBezTo>
                    <a:pt x="9432" y="2116"/>
                    <a:pt x="7317" y="1"/>
                    <a:pt x="47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41" name="Google Shape;941;p39"/>
            <p:cNvSpPr/>
            <p:nvPr/>
          </p:nvSpPr>
          <p:spPr>
            <a:xfrm>
              <a:off x="3574013" y="2225850"/>
              <a:ext cx="40700" cy="20225"/>
            </a:xfrm>
            <a:custGeom>
              <a:rect l="l" t="t" r="r" b="b"/>
              <a:pathLst>
                <a:path w="1628" h="809" extrusionOk="0">
                  <a:moveTo>
                    <a:pt x="410" y="0"/>
                  </a:moveTo>
                  <a:cubicBezTo>
                    <a:pt x="189" y="0"/>
                    <a:pt x="1" y="177"/>
                    <a:pt x="1" y="399"/>
                  </a:cubicBezTo>
                  <a:cubicBezTo>
                    <a:pt x="1" y="620"/>
                    <a:pt x="189" y="808"/>
                    <a:pt x="410" y="808"/>
                  </a:cubicBezTo>
                  <a:lnTo>
                    <a:pt x="1218" y="808"/>
                  </a:lnTo>
                  <a:cubicBezTo>
                    <a:pt x="1440" y="808"/>
                    <a:pt x="1628" y="620"/>
                    <a:pt x="1628" y="399"/>
                  </a:cubicBezTo>
                  <a:cubicBezTo>
                    <a:pt x="1628" y="177"/>
                    <a:pt x="1440" y="0"/>
                    <a:pt x="121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42" name="Google Shape;942;p39"/>
            <p:cNvSpPr/>
            <p:nvPr/>
          </p:nvSpPr>
          <p:spPr>
            <a:xfrm>
              <a:off x="3565888" y="2158375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1168" y="1"/>
                  </a:moveTo>
                  <a:cubicBezTo>
                    <a:pt x="1101" y="1"/>
                    <a:pt x="1032" y="19"/>
                    <a:pt x="971" y="57"/>
                  </a:cubicBezTo>
                  <a:lnTo>
                    <a:pt x="270" y="455"/>
                  </a:lnTo>
                  <a:cubicBezTo>
                    <a:pt x="71" y="573"/>
                    <a:pt x="0" y="817"/>
                    <a:pt x="115" y="1016"/>
                  </a:cubicBezTo>
                  <a:cubicBezTo>
                    <a:pt x="186" y="1141"/>
                    <a:pt x="325" y="1214"/>
                    <a:pt x="464" y="1214"/>
                  </a:cubicBezTo>
                  <a:cubicBezTo>
                    <a:pt x="533" y="1214"/>
                    <a:pt x="603" y="1196"/>
                    <a:pt x="665" y="1157"/>
                  </a:cubicBezTo>
                  <a:lnTo>
                    <a:pt x="1367" y="758"/>
                  </a:lnTo>
                  <a:cubicBezTo>
                    <a:pt x="1566" y="643"/>
                    <a:pt x="1625" y="396"/>
                    <a:pt x="1518" y="197"/>
                  </a:cubicBezTo>
                  <a:cubicBezTo>
                    <a:pt x="1441" y="73"/>
                    <a:pt x="1305" y="1"/>
                    <a:pt x="11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43" name="Google Shape;943;p39"/>
            <p:cNvSpPr/>
            <p:nvPr/>
          </p:nvSpPr>
          <p:spPr>
            <a:xfrm>
              <a:off x="3565888" y="2283075"/>
              <a:ext cx="40625" cy="30425"/>
            </a:xfrm>
            <a:custGeom>
              <a:rect l="l" t="t" r="r" b="b"/>
              <a:pathLst>
                <a:path w="1625" h="1217" extrusionOk="0">
                  <a:moveTo>
                    <a:pt x="476" y="0"/>
                  </a:moveTo>
                  <a:cubicBezTo>
                    <a:pt x="333" y="0"/>
                    <a:pt x="189" y="74"/>
                    <a:pt x="115" y="203"/>
                  </a:cubicBezTo>
                  <a:cubicBezTo>
                    <a:pt x="0" y="399"/>
                    <a:pt x="71" y="646"/>
                    <a:pt x="270" y="750"/>
                  </a:cubicBezTo>
                  <a:lnTo>
                    <a:pt x="971" y="1159"/>
                  </a:lnTo>
                  <a:cubicBezTo>
                    <a:pt x="1032" y="1198"/>
                    <a:pt x="1100" y="1217"/>
                    <a:pt x="1168" y="1217"/>
                  </a:cubicBezTo>
                  <a:cubicBezTo>
                    <a:pt x="1305" y="1217"/>
                    <a:pt x="1441" y="1141"/>
                    <a:pt x="1518" y="1008"/>
                  </a:cubicBezTo>
                  <a:cubicBezTo>
                    <a:pt x="1625" y="820"/>
                    <a:pt x="1566" y="576"/>
                    <a:pt x="1367" y="458"/>
                  </a:cubicBezTo>
                  <a:lnTo>
                    <a:pt x="665" y="48"/>
                  </a:lnTo>
                  <a:cubicBezTo>
                    <a:pt x="607" y="16"/>
                    <a:pt x="542" y="0"/>
                    <a:pt x="47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44" name="Google Shape;944;p39"/>
            <p:cNvSpPr/>
            <p:nvPr/>
          </p:nvSpPr>
          <p:spPr>
            <a:xfrm>
              <a:off x="3269563" y="2225850"/>
              <a:ext cx="40375" cy="20225"/>
            </a:xfrm>
            <a:custGeom>
              <a:rect l="l" t="t" r="r" b="b"/>
              <a:pathLst>
                <a:path w="1615" h="809" extrusionOk="0">
                  <a:moveTo>
                    <a:pt x="397" y="0"/>
                  </a:moveTo>
                  <a:cubicBezTo>
                    <a:pt x="175" y="0"/>
                    <a:pt x="1" y="177"/>
                    <a:pt x="1" y="399"/>
                  </a:cubicBezTo>
                  <a:cubicBezTo>
                    <a:pt x="1" y="620"/>
                    <a:pt x="175" y="808"/>
                    <a:pt x="397" y="808"/>
                  </a:cubicBezTo>
                  <a:lnTo>
                    <a:pt x="1216" y="808"/>
                  </a:lnTo>
                  <a:cubicBezTo>
                    <a:pt x="1437" y="808"/>
                    <a:pt x="1614" y="620"/>
                    <a:pt x="1614" y="399"/>
                  </a:cubicBezTo>
                  <a:cubicBezTo>
                    <a:pt x="1614" y="177"/>
                    <a:pt x="1437" y="0"/>
                    <a:pt x="121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45" name="Google Shape;945;p39"/>
            <p:cNvSpPr/>
            <p:nvPr/>
          </p:nvSpPr>
          <p:spPr>
            <a:xfrm>
              <a:off x="3277438" y="2158375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461" y="1"/>
                  </a:moveTo>
                  <a:cubicBezTo>
                    <a:pt x="321" y="1"/>
                    <a:pt x="187" y="73"/>
                    <a:pt x="118" y="197"/>
                  </a:cubicBezTo>
                  <a:cubicBezTo>
                    <a:pt x="0" y="396"/>
                    <a:pt x="70" y="643"/>
                    <a:pt x="258" y="758"/>
                  </a:cubicBezTo>
                  <a:lnTo>
                    <a:pt x="960" y="1157"/>
                  </a:lnTo>
                  <a:cubicBezTo>
                    <a:pt x="1026" y="1196"/>
                    <a:pt x="1098" y="1214"/>
                    <a:pt x="1168" y="1214"/>
                  </a:cubicBezTo>
                  <a:cubicBezTo>
                    <a:pt x="1308" y="1214"/>
                    <a:pt x="1442" y="1141"/>
                    <a:pt x="1521" y="1016"/>
                  </a:cubicBezTo>
                  <a:cubicBezTo>
                    <a:pt x="1624" y="817"/>
                    <a:pt x="1554" y="573"/>
                    <a:pt x="1369" y="455"/>
                  </a:cubicBezTo>
                  <a:lnTo>
                    <a:pt x="668" y="57"/>
                  </a:lnTo>
                  <a:cubicBezTo>
                    <a:pt x="602" y="19"/>
                    <a:pt x="531" y="1"/>
                    <a:pt x="4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46" name="Google Shape;946;p39"/>
            <p:cNvSpPr/>
            <p:nvPr/>
          </p:nvSpPr>
          <p:spPr>
            <a:xfrm>
              <a:off x="3277438" y="2283075"/>
              <a:ext cx="40625" cy="30425"/>
            </a:xfrm>
            <a:custGeom>
              <a:rect l="l" t="t" r="r" b="b"/>
              <a:pathLst>
                <a:path w="1625" h="1217" extrusionOk="0">
                  <a:moveTo>
                    <a:pt x="1155" y="0"/>
                  </a:moveTo>
                  <a:cubicBezTo>
                    <a:pt x="1089" y="0"/>
                    <a:pt x="1022" y="16"/>
                    <a:pt x="960" y="48"/>
                  </a:cubicBezTo>
                  <a:lnTo>
                    <a:pt x="258" y="458"/>
                  </a:lnTo>
                  <a:cubicBezTo>
                    <a:pt x="70" y="576"/>
                    <a:pt x="0" y="820"/>
                    <a:pt x="118" y="1008"/>
                  </a:cubicBezTo>
                  <a:cubicBezTo>
                    <a:pt x="187" y="1141"/>
                    <a:pt x="321" y="1217"/>
                    <a:pt x="462" y="1217"/>
                  </a:cubicBezTo>
                  <a:cubicBezTo>
                    <a:pt x="531" y="1217"/>
                    <a:pt x="602" y="1198"/>
                    <a:pt x="668" y="1159"/>
                  </a:cubicBezTo>
                  <a:lnTo>
                    <a:pt x="1369" y="750"/>
                  </a:lnTo>
                  <a:cubicBezTo>
                    <a:pt x="1554" y="646"/>
                    <a:pt x="1624" y="399"/>
                    <a:pt x="1521" y="203"/>
                  </a:cubicBezTo>
                  <a:cubicBezTo>
                    <a:pt x="1440" y="74"/>
                    <a:pt x="1300" y="0"/>
                    <a:pt x="115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47" name="Google Shape;947;p39"/>
            <p:cNvSpPr/>
            <p:nvPr/>
          </p:nvSpPr>
          <p:spPr>
            <a:xfrm>
              <a:off x="3363613" y="2158375"/>
              <a:ext cx="156700" cy="155175"/>
            </a:xfrm>
            <a:custGeom>
              <a:rect l="l" t="t" r="r" b="b"/>
              <a:pathLst>
                <a:path w="6268" h="6207" extrusionOk="0">
                  <a:moveTo>
                    <a:pt x="3426" y="806"/>
                  </a:moveTo>
                  <a:lnTo>
                    <a:pt x="3437" y="1086"/>
                  </a:lnTo>
                  <a:cubicBezTo>
                    <a:pt x="3451" y="1249"/>
                    <a:pt x="3555" y="1389"/>
                    <a:pt x="3707" y="1448"/>
                  </a:cubicBezTo>
                  <a:cubicBezTo>
                    <a:pt x="3917" y="1518"/>
                    <a:pt x="4116" y="1636"/>
                    <a:pt x="4279" y="1777"/>
                  </a:cubicBezTo>
                  <a:cubicBezTo>
                    <a:pt x="4359" y="1841"/>
                    <a:pt x="4457" y="1875"/>
                    <a:pt x="4556" y="1875"/>
                  </a:cubicBezTo>
                  <a:cubicBezTo>
                    <a:pt x="4617" y="1875"/>
                    <a:pt x="4679" y="1862"/>
                    <a:pt x="4736" y="1835"/>
                  </a:cubicBezTo>
                  <a:lnTo>
                    <a:pt x="4980" y="1706"/>
                  </a:lnTo>
                  <a:lnTo>
                    <a:pt x="5261" y="2209"/>
                  </a:lnTo>
                  <a:lnTo>
                    <a:pt x="5039" y="2360"/>
                  </a:lnTo>
                  <a:cubicBezTo>
                    <a:pt x="4899" y="2441"/>
                    <a:pt x="4829" y="2607"/>
                    <a:pt x="4854" y="2770"/>
                  </a:cubicBezTo>
                  <a:cubicBezTo>
                    <a:pt x="4877" y="2887"/>
                    <a:pt x="4888" y="2991"/>
                    <a:pt x="4888" y="3098"/>
                  </a:cubicBezTo>
                  <a:cubicBezTo>
                    <a:pt x="4888" y="3202"/>
                    <a:pt x="4877" y="3319"/>
                    <a:pt x="4854" y="3437"/>
                  </a:cubicBezTo>
                  <a:cubicBezTo>
                    <a:pt x="4829" y="3589"/>
                    <a:pt x="4899" y="3763"/>
                    <a:pt x="5039" y="3844"/>
                  </a:cubicBezTo>
                  <a:lnTo>
                    <a:pt x="5261" y="3998"/>
                  </a:lnTo>
                  <a:lnTo>
                    <a:pt x="4980" y="4500"/>
                  </a:lnTo>
                  <a:lnTo>
                    <a:pt x="4736" y="4371"/>
                  </a:lnTo>
                  <a:cubicBezTo>
                    <a:pt x="4675" y="4343"/>
                    <a:pt x="4609" y="4328"/>
                    <a:pt x="4544" y="4328"/>
                  </a:cubicBezTo>
                  <a:cubicBezTo>
                    <a:pt x="4449" y="4328"/>
                    <a:pt x="4356" y="4360"/>
                    <a:pt x="4279" y="4430"/>
                  </a:cubicBezTo>
                  <a:cubicBezTo>
                    <a:pt x="4116" y="4571"/>
                    <a:pt x="3917" y="4686"/>
                    <a:pt x="3707" y="4756"/>
                  </a:cubicBezTo>
                  <a:cubicBezTo>
                    <a:pt x="3555" y="4803"/>
                    <a:pt x="3451" y="4955"/>
                    <a:pt x="3437" y="5120"/>
                  </a:cubicBezTo>
                  <a:lnTo>
                    <a:pt x="3426" y="5387"/>
                  </a:lnTo>
                  <a:lnTo>
                    <a:pt x="2854" y="5387"/>
                  </a:lnTo>
                  <a:lnTo>
                    <a:pt x="2831" y="5120"/>
                  </a:lnTo>
                  <a:cubicBezTo>
                    <a:pt x="2831" y="4955"/>
                    <a:pt x="2714" y="4803"/>
                    <a:pt x="2562" y="4756"/>
                  </a:cubicBezTo>
                  <a:cubicBezTo>
                    <a:pt x="2352" y="4686"/>
                    <a:pt x="2164" y="4571"/>
                    <a:pt x="1990" y="4430"/>
                  </a:cubicBezTo>
                  <a:cubicBezTo>
                    <a:pt x="1920" y="4360"/>
                    <a:pt x="1825" y="4328"/>
                    <a:pt x="1730" y="4328"/>
                  </a:cubicBezTo>
                  <a:cubicBezTo>
                    <a:pt x="1665" y="4328"/>
                    <a:pt x="1601" y="4343"/>
                    <a:pt x="1544" y="4371"/>
                  </a:cubicBezTo>
                  <a:lnTo>
                    <a:pt x="1300" y="4500"/>
                  </a:lnTo>
                  <a:lnTo>
                    <a:pt x="1008" y="3998"/>
                  </a:lnTo>
                  <a:lnTo>
                    <a:pt x="1241" y="3844"/>
                  </a:lnTo>
                  <a:cubicBezTo>
                    <a:pt x="1381" y="3763"/>
                    <a:pt x="1451" y="3589"/>
                    <a:pt x="1418" y="3437"/>
                  </a:cubicBezTo>
                  <a:cubicBezTo>
                    <a:pt x="1392" y="3319"/>
                    <a:pt x="1381" y="3202"/>
                    <a:pt x="1381" y="3098"/>
                  </a:cubicBezTo>
                  <a:cubicBezTo>
                    <a:pt x="1381" y="2991"/>
                    <a:pt x="1392" y="2887"/>
                    <a:pt x="1418" y="2770"/>
                  </a:cubicBezTo>
                  <a:cubicBezTo>
                    <a:pt x="1451" y="2607"/>
                    <a:pt x="1381" y="2441"/>
                    <a:pt x="1241" y="2360"/>
                  </a:cubicBezTo>
                  <a:lnTo>
                    <a:pt x="1008" y="2209"/>
                  </a:lnTo>
                  <a:lnTo>
                    <a:pt x="1300" y="1706"/>
                  </a:lnTo>
                  <a:lnTo>
                    <a:pt x="1544" y="1835"/>
                  </a:lnTo>
                  <a:cubicBezTo>
                    <a:pt x="1597" y="1862"/>
                    <a:pt x="1657" y="1875"/>
                    <a:pt x="1718" y="1875"/>
                  </a:cubicBezTo>
                  <a:cubicBezTo>
                    <a:pt x="1817" y="1875"/>
                    <a:pt x="1917" y="1841"/>
                    <a:pt x="1990" y="1777"/>
                  </a:cubicBezTo>
                  <a:cubicBezTo>
                    <a:pt x="2164" y="1636"/>
                    <a:pt x="2352" y="1518"/>
                    <a:pt x="2562" y="1448"/>
                  </a:cubicBezTo>
                  <a:cubicBezTo>
                    <a:pt x="2714" y="1389"/>
                    <a:pt x="2831" y="1249"/>
                    <a:pt x="2831" y="1086"/>
                  </a:cubicBezTo>
                  <a:lnTo>
                    <a:pt x="2854" y="806"/>
                  </a:lnTo>
                  <a:close/>
                  <a:moveTo>
                    <a:pt x="2470" y="1"/>
                  </a:moveTo>
                  <a:cubicBezTo>
                    <a:pt x="2245" y="1"/>
                    <a:pt x="2071" y="175"/>
                    <a:pt x="2060" y="385"/>
                  </a:cubicBezTo>
                  <a:lnTo>
                    <a:pt x="2035" y="795"/>
                  </a:lnTo>
                  <a:cubicBezTo>
                    <a:pt x="1920" y="854"/>
                    <a:pt x="1802" y="913"/>
                    <a:pt x="1684" y="994"/>
                  </a:cubicBezTo>
                  <a:lnTo>
                    <a:pt x="1322" y="806"/>
                  </a:lnTo>
                  <a:cubicBezTo>
                    <a:pt x="1267" y="778"/>
                    <a:pt x="1208" y="765"/>
                    <a:pt x="1148" y="765"/>
                  </a:cubicBezTo>
                  <a:cubicBezTo>
                    <a:pt x="1008" y="765"/>
                    <a:pt x="867" y="839"/>
                    <a:pt x="786" y="969"/>
                  </a:cubicBezTo>
                  <a:lnTo>
                    <a:pt x="119" y="2138"/>
                  </a:lnTo>
                  <a:cubicBezTo>
                    <a:pt x="1" y="2326"/>
                    <a:pt x="60" y="2559"/>
                    <a:pt x="248" y="2677"/>
                  </a:cubicBezTo>
                  <a:lnTo>
                    <a:pt x="587" y="2899"/>
                  </a:lnTo>
                  <a:cubicBezTo>
                    <a:pt x="576" y="2969"/>
                    <a:pt x="576" y="3039"/>
                    <a:pt x="576" y="3098"/>
                  </a:cubicBezTo>
                  <a:cubicBezTo>
                    <a:pt x="576" y="3168"/>
                    <a:pt x="576" y="3238"/>
                    <a:pt x="587" y="3308"/>
                  </a:cubicBezTo>
                  <a:lnTo>
                    <a:pt x="248" y="3530"/>
                  </a:lnTo>
                  <a:cubicBezTo>
                    <a:pt x="60" y="3648"/>
                    <a:pt x="1" y="3881"/>
                    <a:pt x="119" y="4068"/>
                  </a:cubicBezTo>
                  <a:lnTo>
                    <a:pt x="786" y="5235"/>
                  </a:lnTo>
                  <a:cubicBezTo>
                    <a:pt x="865" y="5364"/>
                    <a:pt x="999" y="5437"/>
                    <a:pt x="1135" y="5437"/>
                  </a:cubicBezTo>
                  <a:cubicBezTo>
                    <a:pt x="1199" y="5437"/>
                    <a:pt x="1263" y="5421"/>
                    <a:pt x="1322" y="5387"/>
                  </a:cubicBezTo>
                  <a:lnTo>
                    <a:pt x="1684" y="5213"/>
                  </a:lnTo>
                  <a:cubicBezTo>
                    <a:pt x="1802" y="5283"/>
                    <a:pt x="1920" y="5353"/>
                    <a:pt x="2035" y="5412"/>
                  </a:cubicBezTo>
                  <a:lnTo>
                    <a:pt x="2060" y="5822"/>
                  </a:lnTo>
                  <a:cubicBezTo>
                    <a:pt x="2071" y="6032"/>
                    <a:pt x="2245" y="6206"/>
                    <a:pt x="2470" y="6206"/>
                  </a:cubicBezTo>
                  <a:lnTo>
                    <a:pt x="3813" y="6206"/>
                  </a:lnTo>
                  <a:cubicBezTo>
                    <a:pt x="4024" y="6206"/>
                    <a:pt x="4209" y="6032"/>
                    <a:pt x="4209" y="5822"/>
                  </a:cubicBezTo>
                  <a:lnTo>
                    <a:pt x="4234" y="5412"/>
                  </a:lnTo>
                  <a:cubicBezTo>
                    <a:pt x="4363" y="5353"/>
                    <a:pt x="4478" y="5283"/>
                    <a:pt x="4596" y="5213"/>
                  </a:cubicBezTo>
                  <a:lnTo>
                    <a:pt x="4947" y="5387"/>
                  </a:lnTo>
                  <a:cubicBezTo>
                    <a:pt x="5010" y="5421"/>
                    <a:pt x="5077" y="5437"/>
                    <a:pt x="5142" y="5437"/>
                  </a:cubicBezTo>
                  <a:cubicBezTo>
                    <a:pt x="5281" y="5437"/>
                    <a:pt x="5413" y="5364"/>
                    <a:pt x="5485" y="5235"/>
                  </a:cubicBezTo>
                  <a:lnTo>
                    <a:pt x="6161" y="4068"/>
                  </a:lnTo>
                  <a:cubicBezTo>
                    <a:pt x="6268" y="3881"/>
                    <a:pt x="6209" y="3648"/>
                    <a:pt x="6032" y="3530"/>
                  </a:cubicBezTo>
                  <a:lnTo>
                    <a:pt x="5696" y="3308"/>
                  </a:lnTo>
                  <a:lnTo>
                    <a:pt x="5696" y="3098"/>
                  </a:lnTo>
                  <a:lnTo>
                    <a:pt x="5696" y="2899"/>
                  </a:lnTo>
                  <a:lnTo>
                    <a:pt x="6032" y="2677"/>
                  </a:lnTo>
                  <a:cubicBezTo>
                    <a:pt x="6209" y="2559"/>
                    <a:pt x="6268" y="2326"/>
                    <a:pt x="6161" y="2138"/>
                  </a:cubicBezTo>
                  <a:lnTo>
                    <a:pt x="5485" y="969"/>
                  </a:lnTo>
                  <a:cubicBezTo>
                    <a:pt x="5410" y="839"/>
                    <a:pt x="5273" y="765"/>
                    <a:pt x="5129" y="765"/>
                  </a:cubicBezTo>
                  <a:cubicBezTo>
                    <a:pt x="5068" y="765"/>
                    <a:pt x="5006" y="778"/>
                    <a:pt x="4947" y="806"/>
                  </a:cubicBezTo>
                  <a:lnTo>
                    <a:pt x="4596" y="994"/>
                  </a:lnTo>
                  <a:cubicBezTo>
                    <a:pt x="4478" y="913"/>
                    <a:pt x="4363" y="854"/>
                    <a:pt x="4234" y="795"/>
                  </a:cubicBezTo>
                  <a:lnTo>
                    <a:pt x="4209" y="385"/>
                  </a:lnTo>
                  <a:cubicBezTo>
                    <a:pt x="4209" y="175"/>
                    <a:pt x="4024" y="1"/>
                    <a:pt x="381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48" name="Google Shape;948;p39"/>
            <p:cNvSpPr/>
            <p:nvPr/>
          </p:nvSpPr>
          <p:spPr>
            <a:xfrm>
              <a:off x="3411588" y="2205725"/>
              <a:ext cx="60775" cy="60475"/>
            </a:xfrm>
            <a:custGeom>
              <a:rect l="l" t="t" r="r" b="b"/>
              <a:pathLst>
                <a:path w="2431" h="2419" extrusionOk="0">
                  <a:moveTo>
                    <a:pt x="1215" y="805"/>
                  </a:moveTo>
                  <a:cubicBezTo>
                    <a:pt x="1437" y="805"/>
                    <a:pt x="1625" y="982"/>
                    <a:pt x="1625" y="1204"/>
                  </a:cubicBezTo>
                  <a:cubicBezTo>
                    <a:pt x="1625" y="1425"/>
                    <a:pt x="1437" y="1613"/>
                    <a:pt x="1215" y="1613"/>
                  </a:cubicBezTo>
                  <a:cubicBezTo>
                    <a:pt x="994" y="1613"/>
                    <a:pt x="817" y="1425"/>
                    <a:pt x="817" y="1204"/>
                  </a:cubicBezTo>
                  <a:cubicBezTo>
                    <a:pt x="817" y="982"/>
                    <a:pt x="994" y="805"/>
                    <a:pt x="1215" y="805"/>
                  </a:cubicBezTo>
                  <a:close/>
                  <a:moveTo>
                    <a:pt x="1215" y="0"/>
                  </a:moveTo>
                  <a:cubicBezTo>
                    <a:pt x="551" y="0"/>
                    <a:pt x="1" y="536"/>
                    <a:pt x="1" y="1204"/>
                  </a:cubicBezTo>
                  <a:cubicBezTo>
                    <a:pt x="1" y="1880"/>
                    <a:pt x="551" y="2419"/>
                    <a:pt x="1215" y="2419"/>
                  </a:cubicBezTo>
                  <a:cubicBezTo>
                    <a:pt x="1883" y="2419"/>
                    <a:pt x="2430" y="1880"/>
                    <a:pt x="2430" y="1204"/>
                  </a:cubicBezTo>
                  <a:cubicBezTo>
                    <a:pt x="2430" y="536"/>
                    <a:pt x="1883" y="0"/>
                    <a:pt x="121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3DF1288-84C4-5523-8CCD-958FF7DAB3C6}"/>
              </a:ext>
            </a:extLst>
          </p:cNvPr>
          <p:cNvSpPr txBox="1"/>
          <p:nvPr/>
        </p:nvSpPr>
        <p:spPr>
          <a:xfrm>
            <a:off x="6676203" y="1612762"/>
            <a:ext cx="1219611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z="1200">
                <a:solidFill>
                  <a:schemeClr val="tx1"/>
                </a:solidFill>
              </a:rPr>
              <a:t>Январь - март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053714-61DB-9E34-BAD7-85E2A87DE3CA}"/>
              </a:ext>
            </a:extLst>
          </p:cNvPr>
          <p:cNvSpPr txBox="1"/>
          <p:nvPr/>
        </p:nvSpPr>
        <p:spPr>
          <a:xfrm>
            <a:off x="6675218" y="2364827"/>
            <a:ext cx="1257793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z="1200">
                <a:solidFill>
                  <a:schemeClr val="tx1"/>
                </a:solidFill>
              </a:rPr>
              <a:t>Апрель - Июнь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C00A56-A77A-B8C9-BB9C-842EC748BB09}"/>
              </a:ext>
            </a:extLst>
          </p:cNvPr>
          <p:cNvSpPr txBox="1"/>
          <p:nvPr/>
        </p:nvSpPr>
        <p:spPr>
          <a:xfrm>
            <a:off x="6672755" y="3136599"/>
            <a:ext cx="1433676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z="1200">
                <a:solidFill>
                  <a:schemeClr val="tx1"/>
                </a:solidFill>
              </a:rPr>
              <a:t>Июль - Сентябрь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6E7F95-64FA-A04A-8FAD-EF463FD1FE74}"/>
              </a:ext>
            </a:extLst>
          </p:cNvPr>
          <p:cNvSpPr txBox="1"/>
          <p:nvPr/>
        </p:nvSpPr>
        <p:spPr>
          <a:xfrm>
            <a:off x="6673494" y="3873143"/>
            <a:ext cx="1445994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ru-RU" sz="1200">
                <a:solidFill>
                  <a:schemeClr val="tx1"/>
                </a:solidFill>
              </a:rPr>
              <a:t>Октябрь-Декабрь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0CAE06-8D57-F717-3776-08D8413BC4E5}"/>
              </a:ext>
            </a:extLst>
          </p:cNvPr>
          <p:cNvSpPr txBox="1"/>
          <p:nvPr/>
        </p:nvSpPr>
        <p:spPr>
          <a:xfrm>
            <a:off x="6677916" y="1284152"/>
            <a:ext cx="489468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ru-RU" sz="1600" b="1">
                <a:solidFill>
                  <a:schemeClr val="tx1"/>
                </a:solidFill>
              </a:rPr>
              <a:t>Q1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38650C-D1E0-CDDE-F433-A6AD72706CF6}"/>
              </a:ext>
            </a:extLst>
          </p:cNvPr>
          <p:cNvSpPr txBox="1"/>
          <p:nvPr/>
        </p:nvSpPr>
        <p:spPr>
          <a:xfrm>
            <a:off x="6686338" y="2025784"/>
            <a:ext cx="480280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ru-RU" sz="1600" b="1">
                <a:solidFill>
                  <a:schemeClr val="tx1"/>
                </a:solidFill>
              </a:rPr>
              <a:t>Q2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1A4370-92EE-5820-1E59-88F9DF252951}"/>
              </a:ext>
            </a:extLst>
          </p:cNvPr>
          <p:cNvSpPr txBox="1"/>
          <p:nvPr/>
        </p:nvSpPr>
        <p:spPr>
          <a:xfrm>
            <a:off x="6687556" y="2798067"/>
            <a:ext cx="470868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ru-RU" sz="1600" b="1">
                <a:solidFill>
                  <a:schemeClr val="tx1"/>
                </a:solidFill>
              </a:rPr>
              <a:t>Q3</a:t>
            </a:r>
          </a:p>
        </p:txBody>
      </p:sp>
      <p:sp>
        <p:nvSpPr>
          <p:cNvPr id="9" name="Google Shape;915;p39">
            <a:extLst>
              <a:ext uri="{FF2B5EF4-FFF2-40B4-BE49-F238E27FC236}">
                <a16:creationId xmlns:a16="http://schemas.microsoft.com/office/drawing/2014/main" id="{8507B81B-F216-4AA5-BBDE-7E0A76324945}"/>
              </a:ext>
            </a:extLst>
          </p:cNvPr>
          <p:cNvSpPr txBox="1">
            <a:spLocks noGrp="1"/>
          </p:cNvSpPr>
          <p:nvPr/>
        </p:nvSpPr>
        <p:spPr>
          <a:xfrm>
            <a:off x="6690454" y="3515023"/>
            <a:ext cx="467038" cy="3785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2600"/>
              <a:buFont typeface="Raleway Black"/>
              <a:buNone/>
              <a:defRPr sz="26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marL="0" marR="0" lvl="0" indent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sz="1600" b="1">
                <a:latin typeface="Arial"/>
                <a:cs typeface="Arial"/>
                <a:sym typeface="Raleway Black"/>
              </a:rPr>
              <a:t>Q4</a:t>
            </a:r>
            <a:endParaRPr sz="1600" b="1">
              <a:latin typeface="Arial"/>
              <a:cs typeface="Arial"/>
              <a:sym typeface="Raleway Black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0630A7C-6946-AB9E-7ECC-21F1784423C7}"/>
              </a:ext>
            </a:extLst>
          </p:cNvPr>
          <p:cNvSpPr txBox="1"/>
          <p:nvPr/>
        </p:nvSpPr>
        <p:spPr>
          <a:xfrm>
            <a:off x="1024645" y="4366764"/>
            <a:ext cx="7099445" cy="67710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1200" err="1">
                <a:solidFill>
                  <a:schemeClr val="dk1"/>
                </a:solidFill>
              </a:rPr>
              <a:t>Перейдите по ссылке на графике, чтобы изменить его данные, а затем вставьте новые сюда. </a:t>
            </a:r>
            <a:r>
              <a:rPr lang="en" sz="1200" err="1">
                <a:solidFill>
                  <a:srgbClr val="FFFFFF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Для доп. информации нажми здесь</a:t>
            </a:r>
            <a:endParaRPr lang="ru-RU" sz="1200"/>
          </a:p>
          <a:p>
            <a:pPr algn="l"/>
            <a:endParaRPr lang="ru-RU"/>
          </a:p>
        </p:txBody>
      </p: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6.0.36"/>
  <p:tag name="AS_OS" val="Unix 5.4.0.216"/>
  <p:tag name="AS_RELEASE_DATE" val="2024.02.14"/>
  <p:tag name="AS_TITLE" val="Aspose.Slides for .NET Standard 2.0"/>
  <p:tag name="AS_VERSION" val="24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10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9">
      <vt:lpstr>Arial</vt:lpstr>
      <vt:lpstr>Calibri</vt:lpstr>
      <vt:lpstr>Raleway Black</vt:lpstr>
      <vt:lpstr>Raleway</vt:lpstr>
      <vt:lpstr>Hanken Grotesk</vt:lpstr>
      <vt:lpstr>Raleway ExtraBold</vt:lpstr>
      <vt:lpstr>Nunito Light</vt:lpstr>
      <vt:lpstr>Office Theme</vt:lpstr>
      <vt:lpstr>ВЫРУЧКА ПО КВАРТАЛАМ</vt:lpstr>
    </vt:vector>
  </TitlesOfParts>
  <LinksUpToDate>0</LinksUpToDate>
  <SharedDoc>0</SharedDoc>
  <HyperlinksChanged>0</HyperlinksChanged>
  <Application>Aspose.Slides for .NET</Application>
  <AppVersion>24.0200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2026-08-02T20:29:37.683</cp:lastPrinted>
  <dcterms:created xsi:type="dcterms:W3CDTF">2026-08-02T20:29:37Z</dcterms:created>
  <dcterms:modified xsi:type="dcterms:W3CDTF">2026-08-02T20:29:37Z</dcterms:modified>
</cp:coreProperties>
</file>