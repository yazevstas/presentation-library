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036"/>
        <p:cNvGrpSpPr/>
        <p:nvPr/>
      </p:nvGrpSpPr>
      <p:grpSpPr>
        <a:xfrm>
          <a:off x="0" y="0"/>
          <a:ext cx="0" cy="0"/>
        </a:xfrm>
      </p:grpSpPr>
      <p:sp>
        <p:nvSpPr>
          <p:cNvPr id="1037" name="Google Shape;1037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4041AA-9576-4E62-AD1E-7A2F6D13206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DD48908-02CA-4EA9-81B0-65489DB57C3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88A1323-ED4B-4DAF-BDBB-D95CDC2BCBD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9E7C1D1-3152-49AA-8CD9-51E311B1345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858DEB2B-D0A6-4B8B-8E6D-18B62C48E45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7B0F03E0-0287-4E99-ADD9-77711F7E08A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6DF396A-D055-4720-A6D8-3180E6816A6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D954416-C20F-4DE8-96CC-AC20699155F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D7EA359-F9EB-417E-9941-0830B331BBC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A8D1C06-9AA4-4910-8646-FAE2623E7F2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C71374D-045A-4263-9D4B-DA63D436B4D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1039"/>
        <p:cNvGrpSpPr/>
        <p:nvPr/>
      </p:nvGrpSpPr>
      <p:grpSpPr>
        <a:xfrm>
          <a:off x="0" y="0"/>
          <a:ext cx="0" cy="0"/>
        </a:xfrm>
      </p:grpSpPr>
      <p:sp>
        <p:nvSpPr>
          <p:cNvPr id="1041" name="Google Shape;1041;p42"/>
          <p:cNvSpPr/>
          <p:nvPr/>
        </p:nvSpPr>
        <p:spPr>
          <a:xfrm>
            <a:off x="13366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2" name="Google Shape;1042;p42"/>
          <p:cNvSpPr/>
          <p:nvPr/>
        </p:nvSpPr>
        <p:spPr>
          <a:xfrm>
            <a:off x="33005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3" name="Google Shape;1043;p42"/>
          <p:cNvSpPr/>
          <p:nvPr/>
        </p:nvSpPr>
        <p:spPr>
          <a:xfrm>
            <a:off x="52644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4" name="Google Shape;1044;p42"/>
          <p:cNvSpPr/>
          <p:nvPr/>
        </p:nvSpPr>
        <p:spPr>
          <a:xfrm>
            <a:off x="72283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5" name="Google Shape;1045;p42"/>
          <p:cNvSpPr txBox="1"/>
          <p:nvPr/>
        </p:nvSpPr>
        <p:spPr>
          <a:xfrm flipH="1">
            <a:off x="6966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sym typeface="Hanken Grotesk"/>
              </a:rPr>
              <a:t>[Этап 1 / Год/ Описание ключевого дедлайна данного этапа]</a:t>
            </a:r>
            <a:endParaRPr lang="ru-RU" sz="1200">
              <a:solidFill>
                <a:schemeClr val="dk1"/>
              </a:solidFill>
            </a:endParaRPr>
          </a:p>
        </p:txBody>
      </p:sp>
      <p:sp>
        <p:nvSpPr>
          <p:cNvPr id="1046" name="Google Shape;1046;p42"/>
          <p:cNvSpPr txBox="1"/>
          <p:nvPr/>
        </p:nvSpPr>
        <p:spPr>
          <a:xfrm flipH="1">
            <a:off x="26605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sym typeface="Hanken Grotesk"/>
              </a:rPr>
              <a:t>[Этап 2 / Год / Описание следующего шага программы или проекта]</a:t>
            </a:r>
            <a:endParaRPr lang="ru-RU">
              <a:solidFill>
                <a:schemeClr val="dk1"/>
              </a:solidFill>
            </a:endParaRPr>
          </a:p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ru-RU"/>
          </a:p>
        </p:txBody>
      </p:sp>
      <p:sp>
        <p:nvSpPr>
          <p:cNvPr id="1047" name="Google Shape;1047;p42"/>
          <p:cNvSpPr txBox="1"/>
          <p:nvPr/>
        </p:nvSpPr>
        <p:spPr>
          <a:xfrm flipH="1">
            <a:off x="46244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sym typeface="Hanken Grotesk"/>
              </a:rPr>
              <a:t>[Этап 3 / Год / Описание следующего шага программы или проекта]</a:t>
            </a:r>
            <a:endParaRPr lang="ru-RU">
              <a:solidFill>
                <a:schemeClr val="dk1"/>
              </a:solidFill>
            </a:endParaRPr>
          </a:p>
        </p:txBody>
      </p:sp>
      <p:sp>
        <p:nvSpPr>
          <p:cNvPr id="1048" name="Google Shape;1048;p42"/>
          <p:cNvSpPr txBox="1"/>
          <p:nvPr/>
        </p:nvSpPr>
        <p:spPr>
          <a:xfrm flipH="1">
            <a:off x="65883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</a:rPr>
              <a:t>[Этап 4 / Год / Описание следующего шага программы или проекта]</a:t>
            </a:r>
            <a:endParaRPr lang="ru-RU">
              <a:solidFill>
                <a:schemeClr val="dk1"/>
              </a:solidFill>
            </a:endParaRPr>
          </a:p>
        </p:txBody>
      </p:sp>
      <p:cxnSp>
        <p:nvCxnSpPr>
          <p:cNvPr id="1049" name="Google Shape;1049;p42"/>
          <p:cNvCxnSpPr>
            <a:stCxn id="1041" idx="3"/>
            <a:endCxn id="1042" idx="1"/>
          </p:cNvCxnSpPr>
          <p:nvPr/>
        </p:nvCxnSpPr>
        <p:spPr>
          <a:xfrm>
            <a:off x="18853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50" name="Google Shape;1050;p42"/>
          <p:cNvCxnSpPr>
            <a:stCxn id="1042" idx="3"/>
            <a:endCxn id="1043" idx="1"/>
          </p:cNvCxnSpPr>
          <p:nvPr/>
        </p:nvCxnSpPr>
        <p:spPr>
          <a:xfrm>
            <a:off x="38492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51" name="Google Shape;1051;p42"/>
          <p:cNvCxnSpPr>
            <a:stCxn id="1043" idx="3"/>
            <a:endCxn id="1044" idx="1"/>
          </p:cNvCxnSpPr>
          <p:nvPr/>
        </p:nvCxnSpPr>
        <p:spPr>
          <a:xfrm>
            <a:off x="58131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52" name="Google Shape;1052;p42"/>
          <p:cNvCxnSpPr>
            <a:stCxn id="1041" idx="2"/>
            <a:endCxn id="1045" idx="0"/>
          </p:cNvCxnSpPr>
          <p:nvPr/>
        </p:nvCxnSpPr>
        <p:spPr>
          <a:xfrm flipH="1">
            <a:off x="16110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3" name="Google Shape;1053;p42"/>
          <p:cNvCxnSpPr>
            <a:stCxn id="1042" idx="2"/>
            <a:endCxn id="1046" idx="0"/>
          </p:cNvCxnSpPr>
          <p:nvPr/>
        </p:nvCxnSpPr>
        <p:spPr>
          <a:xfrm flipH="1">
            <a:off x="35749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4" name="Google Shape;1054;p42"/>
          <p:cNvCxnSpPr>
            <a:stCxn id="1043" idx="2"/>
            <a:endCxn id="1047" idx="0"/>
          </p:cNvCxnSpPr>
          <p:nvPr/>
        </p:nvCxnSpPr>
        <p:spPr>
          <a:xfrm flipH="1">
            <a:off x="55388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5" name="Google Shape;1055;p42"/>
          <p:cNvCxnSpPr>
            <a:stCxn id="1044" idx="2"/>
            <a:endCxn id="1048" idx="0"/>
          </p:cNvCxnSpPr>
          <p:nvPr/>
        </p:nvCxnSpPr>
        <p:spPr>
          <a:xfrm flipH="1">
            <a:off x="75027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6" name="Google Shape;1056;p42"/>
          <p:cNvSpPr/>
          <p:nvPr/>
        </p:nvSpPr>
        <p:spPr>
          <a:xfrm>
            <a:off x="13366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7" name="Google Shape;1057;p42"/>
          <p:cNvSpPr/>
          <p:nvPr/>
        </p:nvSpPr>
        <p:spPr>
          <a:xfrm>
            <a:off x="33005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8" name="Google Shape;1058;p42"/>
          <p:cNvSpPr/>
          <p:nvPr/>
        </p:nvSpPr>
        <p:spPr>
          <a:xfrm>
            <a:off x="52644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9" name="Google Shape;1059;p42"/>
          <p:cNvSpPr/>
          <p:nvPr/>
        </p:nvSpPr>
        <p:spPr>
          <a:xfrm>
            <a:off x="72283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0" name="Google Shape;1060;p42"/>
          <p:cNvSpPr txBox="1"/>
          <p:nvPr/>
        </p:nvSpPr>
        <p:spPr>
          <a:xfrm flipH="1">
            <a:off x="6966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sym typeface="Hanken Grotesk"/>
              </a:rPr>
              <a:t>[Этап 5 / Год / Описание следующего шага программы или проекта]</a:t>
            </a:r>
            <a:endParaRPr lang="ru-RU">
              <a:solidFill>
                <a:schemeClr val="dk1"/>
              </a:solidFill>
              <a:sym typeface="Hanken Grotesk"/>
            </a:endParaRPr>
          </a:p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ru-RU"/>
          </a:p>
        </p:txBody>
      </p:sp>
      <p:sp>
        <p:nvSpPr>
          <p:cNvPr id="1061" name="Google Shape;1061;p42"/>
          <p:cNvSpPr txBox="1"/>
          <p:nvPr/>
        </p:nvSpPr>
        <p:spPr>
          <a:xfrm flipH="1">
            <a:off x="26605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sym typeface="Hanken Grotesk"/>
              </a:rPr>
              <a:t>[Этап 6 / Год / Описание следующего шага программы или проекта]</a:t>
            </a:r>
            <a:endParaRPr lang="ru-RU">
              <a:solidFill>
                <a:schemeClr val="dk1"/>
              </a:solidFill>
              <a:sym typeface="Hanken Grotesk"/>
            </a:endParaRPr>
          </a:p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ru-RU"/>
          </a:p>
        </p:txBody>
      </p:sp>
      <p:sp>
        <p:nvSpPr>
          <p:cNvPr id="1062" name="Google Shape;1062;p42"/>
          <p:cNvSpPr txBox="1"/>
          <p:nvPr/>
        </p:nvSpPr>
        <p:spPr>
          <a:xfrm flipH="1">
            <a:off x="46244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sym typeface="Hanken Grotesk"/>
              </a:rPr>
              <a:t>[Этап 7 / Год / Описание следующего шага программы или проекта]</a:t>
            </a:r>
            <a:endParaRPr lang="ru-RU">
              <a:solidFill>
                <a:schemeClr val="dk1"/>
              </a:solidFill>
            </a:endParaRPr>
          </a:p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ru-RU"/>
          </a:p>
        </p:txBody>
      </p:sp>
      <p:sp>
        <p:nvSpPr>
          <p:cNvPr id="1063" name="Google Shape;1063;p42"/>
          <p:cNvSpPr txBox="1"/>
          <p:nvPr/>
        </p:nvSpPr>
        <p:spPr>
          <a:xfrm flipH="1">
            <a:off x="65883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sym typeface="Hanken Grotesk"/>
              </a:rPr>
              <a:t>[Этап 8 / Год / Описание следующего шага программы или проекта]</a:t>
            </a:r>
            <a:endParaRPr lang="ru-RU">
              <a:solidFill>
                <a:schemeClr val="dk1"/>
              </a:solidFill>
              <a:sym typeface="Hanken Grotesk"/>
            </a:endParaRPr>
          </a:p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ru-RU"/>
          </a:p>
        </p:txBody>
      </p:sp>
      <p:cxnSp>
        <p:nvCxnSpPr>
          <p:cNvPr id="1064" name="Google Shape;1064;p42"/>
          <p:cNvCxnSpPr>
            <a:stCxn id="1056" idx="3"/>
            <a:endCxn id="1057" idx="1"/>
          </p:cNvCxnSpPr>
          <p:nvPr/>
        </p:nvCxnSpPr>
        <p:spPr>
          <a:xfrm>
            <a:off x="1885375" y="3299875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65" name="Google Shape;1065;p42"/>
          <p:cNvCxnSpPr>
            <a:stCxn id="1057" idx="3"/>
            <a:endCxn id="1058" idx="1"/>
          </p:cNvCxnSpPr>
          <p:nvPr/>
        </p:nvCxnSpPr>
        <p:spPr>
          <a:xfrm>
            <a:off x="3849275" y="3299875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66" name="Google Shape;1066;p42"/>
          <p:cNvCxnSpPr>
            <a:stCxn id="1058" idx="3"/>
            <a:endCxn id="1059" idx="1"/>
          </p:cNvCxnSpPr>
          <p:nvPr/>
        </p:nvCxnSpPr>
        <p:spPr>
          <a:xfrm>
            <a:off x="5813175" y="3299875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67" name="Google Shape;1067;p42"/>
          <p:cNvCxnSpPr>
            <a:stCxn id="1056" idx="2"/>
            <a:endCxn id="1060" idx="0"/>
          </p:cNvCxnSpPr>
          <p:nvPr/>
        </p:nvCxnSpPr>
        <p:spPr>
          <a:xfrm flipH="1">
            <a:off x="16110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8" name="Google Shape;1068;p42"/>
          <p:cNvCxnSpPr>
            <a:stCxn id="1057" idx="2"/>
            <a:endCxn id="1061" idx="0"/>
          </p:cNvCxnSpPr>
          <p:nvPr/>
        </p:nvCxnSpPr>
        <p:spPr>
          <a:xfrm flipH="1">
            <a:off x="35749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9" name="Google Shape;1069;p42"/>
          <p:cNvCxnSpPr>
            <a:stCxn id="1058" idx="2"/>
            <a:endCxn id="1062" idx="0"/>
          </p:cNvCxnSpPr>
          <p:nvPr/>
        </p:nvCxnSpPr>
        <p:spPr>
          <a:xfrm flipH="1">
            <a:off x="55388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0" name="Google Shape;1070;p42"/>
          <p:cNvCxnSpPr>
            <a:stCxn id="1059" idx="2"/>
            <a:endCxn id="1063" idx="0"/>
          </p:cNvCxnSpPr>
          <p:nvPr/>
        </p:nvCxnSpPr>
        <p:spPr>
          <a:xfrm flipH="1">
            <a:off x="75027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71" name="Google Shape;1071;p42"/>
          <p:cNvGrpSpPr/>
          <p:nvPr/>
        </p:nvGrpSpPr>
        <p:grpSpPr>
          <a:xfrm>
            <a:off x="5365025" y="3127300"/>
            <a:ext cx="347475" cy="345150"/>
            <a:chOff x="4744113" y="3243975"/>
            <a:chExt cx="347475" cy="345150"/>
          </a:xfrm>
        </p:grpSpPr>
        <p:sp>
          <p:nvSpPr>
            <p:cNvPr id="1072" name="Google Shape;1072;p42"/>
            <p:cNvSpPr/>
            <p:nvPr/>
          </p:nvSpPr>
          <p:spPr>
            <a:xfrm>
              <a:off x="4744113" y="3339725"/>
              <a:ext cx="182950" cy="249400"/>
            </a:xfrm>
            <a:custGeom>
              <a:rect l="l" t="t" r="r" b="b"/>
              <a:pathLst>
                <a:path w="7318" h="9976" extrusionOk="0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3" name="Google Shape;1073;p42"/>
            <p:cNvSpPr/>
            <p:nvPr/>
          </p:nvSpPr>
          <p:spPr>
            <a:xfrm>
              <a:off x="4935238" y="3434175"/>
              <a:ext cx="156350" cy="154950"/>
            </a:xfrm>
            <a:custGeom>
              <a:rect l="l" t="t" r="r" b="b"/>
              <a:pathLst>
                <a:path w="6254" h="6198" extrusionOk="0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4" name="Google Shape;1074;p42"/>
            <p:cNvSpPr/>
            <p:nvPr/>
          </p:nvSpPr>
          <p:spPr>
            <a:xfrm>
              <a:off x="4983138" y="3481225"/>
              <a:ext cx="60550" cy="60825"/>
            </a:xfrm>
            <a:custGeom>
              <a:rect l="l" t="t" r="r" b="b"/>
              <a:pathLst>
                <a:path w="2422" h="2433" extrusionOk="0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5" name="Google Shape;1075;p42"/>
            <p:cNvSpPr/>
            <p:nvPr/>
          </p:nvSpPr>
          <p:spPr>
            <a:xfrm>
              <a:off x="4826238" y="3243975"/>
              <a:ext cx="231950" cy="173375"/>
            </a:xfrm>
            <a:custGeom>
              <a:rect l="l" t="t" r="r" b="b"/>
              <a:pathLst>
                <a:path w="9278" h="6935" extrusionOk="0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76" name="Google Shape;1076;p42"/>
          <p:cNvGrpSpPr/>
          <p:nvPr/>
        </p:nvGrpSpPr>
        <p:grpSpPr>
          <a:xfrm>
            <a:off x="1450438" y="3127138"/>
            <a:ext cx="321175" cy="345475"/>
            <a:chOff x="3252313" y="3243975"/>
            <a:chExt cx="321175" cy="345475"/>
          </a:xfrm>
        </p:grpSpPr>
        <p:sp>
          <p:nvSpPr>
            <p:cNvPr id="1077" name="Google Shape;1077;p42"/>
            <p:cNvSpPr/>
            <p:nvPr/>
          </p:nvSpPr>
          <p:spPr>
            <a:xfrm>
              <a:off x="3252313" y="3243975"/>
              <a:ext cx="321175" cy="345475"/>
            </a:xfrm>
            <a:custGeom>
              <a:rect l="l" t="t" r="r" b="b"/>
              <a:pathLst>
                <a:path w="12847" h="13819" extrusionOk="0">
                  <a:moveTo>
                    <a:pt x="6431" y="816"/>
                  </a:moveTo>
                  <a:cubicBezTo>
                    <a:pt x="7693" y="816"/>
                    <a:pt x="8720" y="1846"/>
                    <a:pt x="8720" y="3108"/>
                  </a:cubicBezTo>
                  <a:cubicBezTo>
                    <a:pt x="8720" y="3799"/>
                    <a:pt x="8417" y="4441"/>
                    <a:pt x="7878" y="4873"/>
                  </a:cubicBezTo>
                  <a:cubicBezTo>
                    <a:pt x="7539" y="5154"/>
                    <a:pt x="7306" y="5541"/>
                    <a:pt x="7236" y="5936"/>
                  </a:cubicBezTo>
                  <a:lnTo>
                    <a:pt x="6826" y="5936"/>
                  </a:lnTo>
                  <a:lnTo>
                    <a:pt x="6826" y="3821"/>
                  </a:lnTo>
                  <a:lnTo>
                    <a:pt x="7516" y="3131"/>
                  </a:lnTo>
                  <a:cubicBezTo>
                    <a:pt x="7679" y="2968"/>
                    <a:pt x="7679" y="2710"/>
                    <a:pt x="7516" y="2559"/>
                  </a:cubicBezTo>
                  <a:cubicBezTo>
                    <a:pt x="7441" y="2477"/>
                    <a:pt x="7338" y="2437"/>
                    <a:pt x="7234" y="2437"/>
                  </a:cubicBezTo>
                  <a:cubicBezTo>
                    <a:pt x="7131" y="2437"/>
                    <a:pt x="7025" y="2477"/>
                    <a:pt x="6944" y="2559"/>
                  </a:cubicBezTo>
                  <a:lnTo>
                    <a:pt x="6431" y="3075"/>
                  </a:lnTo>
                  <a:lnTo>
                    <a:pt x="5903" y="2559"/>
                  </a:lnTo>
                  <a:cubicBezTo>
                    <a:pt x="5826" y="2481"/>
                    <a:pt x="5720" y="2440"/>
                    <a:pt x="5613" y="2440"/>
                  </a:cubicBezTo>
                  <a:cubicBezTo>
                    <a:pt x="5527" y="2440"/>
                    <a:pt x="5439" y="2467"/>
                    <a:pt x="5365" y="2525"/>
                  </a:cubicBezTo>
                  <a:cubicBezTo>
                    <a:pt x="5168" y="2676"/>
                    <a:pt x="5154" y="2957"/>
                    <a:pt x="5331" y="3131"/>
                  </a:cubicBezTo>
                  <a:lnTo>
                    <a:pt x="6021" y="3821"/>
                  </a:lnTo>
                  <a:lnTo>
                    <a:pt x="6021" y="5936"/>
                  </a:lnTo>
                  <a:lnTo>
                    <a:pt x="5611" y="5936"/>
                  </a:lnTo>
                  <a:cubicBezTo>
                    <a:pt x="5541" y="5541"/>
                    <a:pt x="5309" y="5154"/>
                    <a:pt x="4969" y="4873"/>
                  </a:cubicBezTo>
                  <a:cubicBezTo>
                    <a:pt x="4442" y="4441"/>
                    <a:pt x="4139" y="3799"/>
                    <a:pt x="4139" y="3108"/>
                  </a:cubicBezTo>
                  <a:cubicBezTo>
                    <a:pt x="4139" y="1846"/>
                    <a:pt x="5154" y="816"/>
                    <a:pt x="6431" y="816"/>
                  </a:cubicBezTo>
                  <a:close/>
                  <a:moveTo>
                    <a:pt x="7202" y="6755"/>
                  </a:moveTo>
                  <a:lnTo>
                    <a:pt x="7202" y="7154"/>
                  </a:lnTo>
                  <a:cubicBezTo>
                    <a:pt x="7202" y="7235"/>
                    <a:pt x="7143" y="7294"/>
                    <a:pt x="7073" y="7294"/>
                  </a:cubicBezTo>
                  <a:lnTo>
                    <a:pt x="5774" y="7294"/>
                  </a:lnTo>
                  <a:cubicBezTo>
                    <a:pt x="5704" y="7294"/>
                    <a:pt x="5645" y="7235"/>
                    <a:pt x="5645" y="7154"/>
                  </a:cubicBezTo>
                  <a:lnTo>
                    <a:pt x="5645" y="6755"/>
                  </a:lnTo>
                  <a:close/>
                  <a:moveTo>
                    <a:pt x="7996" y="7364"/>
                  </a:moveTo>
                  <a:lnTo>
                    <a:pt x="9598" y="7959"/>
                  </a:lnTo>
                  <a:lnTo>
                    <a:pt x="6431" y="9151"/>
                  </a:lnTo>
                  <a:lnTo>
                    <a:pt x="3275" y="7959"/>
                  </a:lnTo>
                  <a:lnTo>
                    <a:pt x="4874" y="7364"/>
                  </a:lnTo>
                  <a:cubicBezTo>
                    <a:pt x="4969" y="7785"/>
                    <a:pt x="5342" y="8099"/>
                    <a:pt x="5785" y="8099"/>
                  </a:cubicBezTo>
                  <a:lnTo>
                    <a:pt x="7073" y="8099"/>
                  </a:lnTo>
                  <a:cubicBezTo>
                    <a:pt x="7516" y="8099"/>
                    <a:pt x="7889" y="7785"/>
                    <a:pt x="7996" y="7364"/>
                  </a:cubicBezTo>
                  <a:close/>
                  <a:moveTo>
                    <a:pt x="2197" y="8427"/>
                  </a:moveTo>
                  <a:lnTo>
                    <a:pt x="5634" y="9712"/>
                  </a:lnTo>
                  <a:lnTo>
                    <a:pt x="4733" y="10472"/>
                  </a:lnTo>
                  <a:lnTo>
                    <a:pt x="1297" y="9176"/>
                  </a:lnTo>
                  <a:lnTo>
                    <a:pt x="2197" y="8427"/>
                  </a:lnTo>
                  <a:close/>
                  <a:moveTo>
                    <a:pt x="10661" y="8427"/>
                  </a:moveTo>
                  <a:lnTo>
                    <a:pt x="11573" y="9176"/>
                  </a:lnTo>
                  <a:lnTo>
                    <a:pt x="8125" y="10472"/>
                  </a:lnTo>
                  <a:lnTo>
                    <a:pt x="7225" y="9712"/>
                  </a:lnTo>
                  <a:lnTo>
                    <a:pt x="10661" y="8427"/>
                  </a:lnTo>
                  <a:close/>
                  <a:moveTo>
                    <a:pt x="6021" y="10450"/>
                  </a:moveTo>
                  <a:lnTo>
                    <a:pt x="6021" y="12823"/>
                  </a:lnTo>
                  <a:lnTo>
                    <a:pt x="2514" y="11513"/>
                  </a:lnTo>
                  <a:lnTo>
                    <a:pt x="2514" y="10509"/>
                  </a:lnTo>
                  <a:lnTo>
                    <a:pt x="4663" y="11303"/>
                  </a:lnTo>
                  <a:cubicBezTo>
                    <a:pt x="4714" y="11324"/>
                    <a:pt x="4767" y="11334"/>
                    <a:pt x="4819" y="11334"/>
                  </a:cubicBezTo>
                  <a:cubicBezTo>
                    <a:pt x="4909" y="11334"/>
                    <a:pt x="4996" y="11303"/>
                    <a:pt x="5062" y="11244"/>
                  </a:cubicBezTo>
                  <a:lnTo>
                    <a:pt x="6021" y="10450"/>
                  </a:lnTo>
                  <a:close/>
                  <a:moveTo>
                    <a:pt x="6826" y="10450"/>
                  </a:moveTo>
                  <a:lnTo>
                    <a:pt x="7786" y="11244"/>
                  </a:lnTo>
                  <a:cubicBezTo>
                    <a:pt x="7852" y="11303"/>
                    <a:pt x="7938" y="11334"/>
                    <a:pt x="8029" y="11334"/>
                  </a:cubicBezTo>
                  <a:cubicBezTo>
                    <a:pt x="8080" y="11334"/>
                    <a:pt x="8133" y="11324"/>
                    <a:pt x="8184" y="11303"/>
                  </a:cubicBezTo>
                  <a:lnTo>
                    <a:pt x="10333" y="10509"/>
                  </a:lnTo>
                  <a:lnTo>
                    <a:pt x="10333" y="11513"/>
                  </a:lnTo>
                  <a:lnTo>
                    <a:pt x="6826" y="12823"/>
                  </a:lnTo>
                  <a:lnTo>
                    <a:pt x="6826" y="10450"/>
                  </a:lnTo>
                  <a:close/>
                  <a:moveTo>
                    <a:pt x="6431" y="0"/>
                  </a:moveTo>
                  <a:cubicBezTo>
                    <a:pt x="4711" y="0"/>
                    <a:pt x="3308" y="1392"/>
                    <a:pt x="3308" y="3108"/>
                  </a:cubicBezTo>
                  <a:cubicBezTo>
                    <a:pt x="3308" y="4043"/>
                    <a:pt x="3729" y="4921"/>
                    <a:pt x="4442" y="5515"/>
                  </a:cubicBezTo>
                  <a:cubicBezTo>
                    <a:pt x="4689" y="5715"/>
                    <a:pt x="4829" y="5995"/>
                    <a:pt x="4829" y="6276"/>
                  </a:cubicBezTo>
                  <a:lnTo>
                    <a:pt x="4829" y="6511"/>
                  </a:lnTo>
                  <a:lnTo>
                    <a:pt x="1965" y="7586"/>
                  </a:lnTo>
                  <a:cubicBezTo>
                    <a:pt x="1928" y="7597"/>
                    <a:pt x="1883" y="7619"/>
                    <a:pt x="1847" y="7656"/>
                  </a:cubicBezTo>
                  <a:lnTo>
                    <a:pt x="234" y="9000"/>
                  </a:lnTo>
                  <a:cubicBezTo>
                    <a:pt x="1" y="9199"/>
                    <a:pt x="60" y="9583"/>
                    <a:pt x="352" y="9690"/>
                  </a:cubicBezTo>
                  <a:lnTo>
                    <a:pt x="1706" y="10192"/>
                  </a:lnTo>
                  <a:lnTo>
                    <a:pt x="1706" y="11794"/>
                  </a:lnTo>
                  <a:cubicBezTo>
                    <a:pt x="1706" y="11956"/>
                    <a:pt x="1813" y="12108"/>
                    <a:pt x="1965" y="12167"/>
                  </a:cubicBezTo>
                  <a:lnTo>
                    <a:pt x="6276" y="13791"/>
                  </a:lnTo>
                  <a:cubicBezTo>
                    <a:pt x="6324" y="13809"/>
                    <a:pt x="6374" y="13818"/>
                    <a:pt x="6424" y="13818"/>
                  </a:cubicBezTo>
                  <a:cubicBezTo>
                    <a:pt x="6473" y="13818"/>
                    <a:pt x="6523" y="13809"/>
                    <a:pt x="6571" y="13791"/>
                  </a:cubicBezTo>
                  <a:lnTo>
                    <a:pt x="10883" y="12167"/>
                  </a:lnTo>
                  <a:cubicBezTo>
                    <a:pt x="11034" y="12108"/>
                    <a:pt x="11141" y="11956"/>
                    <a:pt x="11141" y="11794"/>
                  </a:cubicBezTo>
                  <a:lnTo>
                    <a:pt x="11141" y="10192"/>
                  </a:lnTo>
                  <a:lnTo>
                    <a:pt x="12496" y="9690"/>
                  </a:lnTo>
                  <a:cubicBezTo>
                    <a:pt x="12788" y="9583"/>
                    <a:pt x="12846" y="9199"/>
                    <a:pt x="12614" y="9000"/>
                  </a:cubicBezTo>
                  <a:lnTo>
                    <a:pt x="11001" y="7656"/>
                  </a:lnTo>
                  <a:cubicBezTo>
                    <a:pt x="10964" y="7619"/>
                    <a:pt x="10919" y="7597"/>
                    <a:pt x="10883" y="7586"/>
                  </a:cubicBezTo>
                  <a:lnTo>
                    <a:pt x="8018" y="6511"/>
                  </a:lnTo>
                  <a:lnTo>
                    <a:pt x="8018" y="6276"/>
                  </a:lnTo>
                  <a:cubicBezTo>
                    <a:pt x="8018" y="5995"/>
                    <a:pt x="8159" y="5715"/>
                    <a:pt x="8406" y="5515"/>
                  </a:cubicBezTo>
                  <a:cubicBezTo>
                    <a:pt x="9129" y="4921"/>
                    <a:pt x="9539" y="4043"/>
                    <a:pt x="9539" y="3108"/>
                  </a:cubicBezTo>
                  <a:cubicBezTo>
                    <a:pt x="9539" y="1392"/>
                    <a:pt x="8136" y="0"/>
                    <a:pt x="6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8" name="Google Shape;1078;p42"/>
            <p:cNvSpPr/>
            <p:nvPr/>
          </p:nvSpPr>
          <p:spPr>
            <a:xfrm>
              <a:off x="3510913" y="3311725"/>
              <a:ext cx="40350" cy="20200"/>
            </a:xfrm>
            <a:custGeom>
              <a:rect l="l" t="t" r="r" b="b"/>
              <a:pathLst>
                <a:path w="1613" h="806" extrusionOk="0">
                  <a:moveTo>
                    <a:pt x="398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20"/>
                    <a:pt x="177" y="808"/>
                    <a:pt x="398" y="808"/>
                  </a:cubicBezTo>
                  <a:lnTo>
                    <a:pt x="1206" y="808"/>
                  </a:lnTo>
                  <a:cubicBezTo>
                    <a:pt x="1428" y="808"/>
                    <a:pt x="1613" y="620"/>
                    <a:pt x="1613" y="398"/>
                  </a:cubicBezTo>
                  <a:cubicBezTo>
                    <a:pt x="1613" y="177"/>
                    <a:pt x="1428" y="0"/>
                    <a:pt x="1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9" name="Google Shape;1079;p42"/>
            <p:cNvSpPr/>
            <p:nvPr/>
          </p:nvSpPr>
          <p:spPr>
            <a:xfrm>
              <a:off x="3502763" y="325772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57" y="0"/>
                  </a:moveTo>
                  <a:cubicBezTo>
                    <a:pt x="1088" y="0"/>
                    <a:pt x="1020" y="18"/>
                    <a:pt x="957" y="56"/>
                  </a:cubicBezTo>
                  <a:lnTo>
                    <a:pt x="256" y="454"/>
                  </a:lnTo>
                  <a:cubicBezTo>
                    <a:pt x="60" y="572"/>
                    <a:pt x="1" y="816"/>
                    <a:pt x="104" y="1016"/>
                  </a:cubicBezTo>
                  <a:cubicBezTo>
                    <a:pt x="183" y="1141"/>
                    <a:pt x="317" y="1214"/>
                    <a:pt x="454" y="1214"/>
                  </a:cubicBezTo>
                  <a:cubicBezTo>
                    <a:pt x="522" y="1214"/>
                    <a:pt x="591" y="1195"/>
                    <a:pt x="654" y="1156"/>
                  </a:cubicBezTo>
                  <a:lnTo>
                    <a:pt x="1356" y="757"/>
                  </a:lnTo>
                  <a:cubicBezTo>
                    <a:pt x="1555" y="642"/>
                    <a:pt x="1625" y="396"/>
                    <a:pt x="1507" y="196"/>
                  </a:cubicBezTo>
                  <a:cubicBezTo>
                    <a:pt x="1430" y="73"/>
                    <a:pt x="1294" y="0"/>
                    <a:pt x="1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0" name="Google Shape;1080;p42"/>
            <p:cNvSpPr/>
            <p:nvPr/>
          </p:nvSpPr>
          <p:spPr>
            <a:xfrm>
              <a:off x="3502763" y="3355450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56" y="1"/>
                  </a:moveTo>
                  <a:cubicBezTo>
                    <a:pt x="319" y="1"/>
                    <a:pt x="183" y="70"/>
                    <a:pt x="104" y="204"/>
                  </a:cubicBezTo>
                  <a:cubicBezTo>
                    <a:pt x="1" y="392"/>
                    <a:pt x="60" y="650"/>
                    <a:pt x="256" y="753"/>
                  </a:cubicBezTo>
                  <a:lnTo>
                    <a:pt x="957" y="1163"/>
                  </a:lnTo>
                  <a:cubicBezTo>
                    <a:pt x="1019" y="1197"/>
                    <a:pt x="1088" y="1214"/>
                    <a:pt x="1156" y="1214"/>
                  </a:cubicBezTo>
                  <a:cubicBezTo>
                    <a:pt x="1294" y="1214"/>
                    <a:pt x="1430" y="1145"/>
                    <a:pt x="1507" y="1012"/>
                  </a:cubicBezTo>
                  <a:cubicBezTo>
                    <a:pt x="1625" y="812"/>
                    <a:pt x="1555" y="565"/>
                    <a:pt x="1356" y="462"/>
                  </a:cubicBezTo>
                  <a:lnTo>
                    <a:pt x="654" y="52"/>
                  </a:lnTo>
                  <a:cubicBezTo>
                    <a:pt x="592" y="18"/>
                    <a:pt x="524" y="1"/>
                    <a:pt x="4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1" name="Google Shape;1081;p42"/>
            <p:cNvSpPr/>
            <p:nvPr/>
          </p:nvSpPr>
          <p:spPr>
            <a:xfrm>
              <a:off x="3274838" y="3311725"/>
              <a:ext cx="40625" cy="20200"/>
            </a:xfrm>
            <a:custGeom>
              <a:rect l="l" t="t" r="r" b="b"/>
              <a:pathLst>
                <a:path w="1625" h="806" extrusionOk="0">
                  <a:moveTo>
                    <a:pt x="410" y="0"/>
                  </a:moveTo>
                  <a:cubicBezTo>
                    <a:pt x="186" y="0"/>
                    <a:pt x="0" y="177"/>
                    <a:pt x="0" y="398"/>
                  </a:cubicBezTo>
                  <a:cubicBezTo>
                    <a:pt x="0" y="620"/>
                    <a:pt x="186" y="808"/>
                    <a:pt x="410" y="808"/>
                  </a:cubicBezTo>
                  <a:lnTo>
                    <a:pt x="1215" y="808"/>
                  </a:lnTo>
                  <a:cubicBezTo>
                    <a:pt x="1437" y="808"/>
                    <a:pt x="1625" y="620"/>
                    <a:pt x="1625" y="398"/>
                  </a:cubicBezTo>
                  <a:cubicBezTo>
                    <a:pt x="1625" y="177"/>
                    <a:pt x="1437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2" name="Google Shape;1082;p42"/>
            <p:cNvSpPr/>
            <p:nvPr/>
          </p:nvSpPr>
          <p:spPr>
            <a:xfrm>
              <a:off x="3282963" y="3257725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459" y="0"/>
                  </a:moveTo>
                  <a:cubicBezTo>
                    <a:pt x="321" y="0"/>
                    <a:pt x="186" y="73"/>
                    <a:pt x="107" y="196"/>
                  </a:cubicBezTo>
                  <a:cubicBezTo>
                    <a:pt x="1" y="396"/>
                    <a:pt x="60" y="642"/>
                    <a:pt x="259" y="757"/>
                  </a:cubicBezTo>
                  <a:lnTo>
                    <a:pt x="960" y="1156"/>
                  </a:lnTo>
                  <a:cubicBezTo>
                    <a:pt x="1023" y="1195"/>
                    <a:pt x="1093" y="1214"/>
                    <a:pt x="1163" y="1214"/>
                  </a:cubicBezTo>
                  <a:cubicBezTo>
                    <a:pt x="1302" y="1214"/>
                    <a:pt x="1439" y="1141"/>
                    <a:pt x="1510" y="1016"/>
                  </a:cubicBezTo>
                  <a:cubicBezTo>
                    <a:pt x="1628" y="816"/>
                    <a:pt x="1558" y="572"/>
                    <a:pt x="1359" y="454"/>
                  </a:cubicBezTo>
                  <a:lnTo>
                    <a:pt x="657" y="56"/>
                  </a:lnTo>
                  <a:cubicBezTo>
                    <a:pt x="595" y="18"/>
                    <a:pt x="526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3" name="Google Shape;1083;p42"/>
            <p:cNvSpPr/>
            <p:nvPr/>
          </p:nvSpPr>
          <p:spPr>
            <a:xfrm>
              <a:off x="3282963" y="3355450"/>
              <a:ext cx="40700" cy="30375"/>
            </a:xfrm>
            <a:custGeom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12"/>
                    <a:pt x="107" y="1012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392"/>
                    <a:pt x="1510" y="204"/>
                  </a:cubicBezTo>
                  <a:cubicBezTo>
                    <a:pt x="1439" y="70"/>
                    <a:pt x="1301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84" name="Google Shape;1084;p42"/>
          <p:cNvGrpSpPr/>
          <p:nvPr/>
        </p:nvGrpSpPr>
        <p:grpSpPr>
          <a:xfrm>
            <a:off x="3402325" y="3127300"/>
            <a:ext cx="345075" cy="345150"/>
            <a:chOff x="4007438" y="3243975"/>
            <a:chExt cx="345075" cy="345150"/>
          </a:xfrm>
        </p:grpSpPr>
        <p:sp>
          <p:nvSpPr>
            <p:cNvPr id="1085" name="Google Shape;1085;p42"/>
            <p:cNvSpPr/>
            <p:nvPr/>
          </p:nvSpPr>
          <p:spPr>
            <a:xfrm>
              <a:off x="4311888" y="3351750"/>
              <a:ext cx="40625" cy="20525"/>
            </a:xfrm>
            <a:custGeom>
              <a:rect l="l" t="t" r="r" b="b"/>
              <a:pathLst>
                <a:path w="1625" h="821" extrusionOk="0">
                  <a:moveTo>
                    <a:pt x="410" y="1"/>
                  </a:moveTo>
                  <a:cubicBezTo>
                    <a:pt x="189" y="1"/>
                    <a:pt x="1" y="189"/>
                    <a:pt x="1" y="410"/>
                  </a:cubicBezTo>
                  <a:cubicBezTo>
                    <a:pt x="1" y="632"/>
                    <a:pt x="189" y="820"/>
                    <a:pt x="410" y="820"/>
                  </a:cubicBezTo>
                  <a:lnTo>
                    <a:pt x="1218" y="820"/>
                  </a:lnTo>
                  <a:cubicBezTo>
                    <a:pt x="1440" y="820"/>
                    <a:pt x="1625" y="632"/>
                    <a:pt x="1625" y="410"/>
                  </a:cubicBezTo>
                  <a:cubicBezTo>
                    <a:pt x="1625" y="189"/>
                    <a:pt x="1440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6" name="Google Shape;1086;p42"/>
            <p:cNvSpPr/>
            <p:nvPr/>
          </p:nvSpPr>
          <p:spPr>
            <a:xfrm>
              <a:off x="4303763" y="3284525"/>
              <a:ext cx="40625" cy="30275"/>
            </a:xfrm>
            <a:custGeom>
              <a:rect l="l" t="t" r="r" b="b"/>
              <a:pathLst>
                <a:path w="1625" h="1211" extrusionOk="0">
                  <a:moveTo>
                    <a:pt x="1156" y="0"/>
                  </a:moveTo>
                  <a:cubicBezTo>
                    <a:pt x="1089" y="0"/>
                    <a:pt x="1020" y="16"/>
                    <a:pt x="957" y="50"/>
                  </a:cubicBezTo>
                  <a:lnTo>
                    <a:pt x="256" y="457"/>
                  </a:lnTo>
                  <a:cubicBezTo>
                    <a:pt x="70" y="575"/>
                    <a:pt x="0" y="822"/>
                    <a:pt x="115" y="1007"/>
                  </a:cubicBezTo>
                  <a:cubicBezTo>
                    <a:pt x="187" y="1140"/>
                    <a:pt x="320" y="1211"/>
                    <a:pt x="460" y="1211"/>
                  </a:cubicBezTo>
                  <a:cubicBezTo>
                    <a:pt x="529" y="1211"/>
                    <a:pt x="599" y="1193"/>
                    <a:pt x="665" y="1158"/>
                  </a:cubicBezTo>
                  <a:lnTo>
                    <a:pt x="1366" y="751"/>
                  </a:lnTo>
                  <a:cubicBezTo>
                    <a:pt x="1554" y="645"/>
                    <a:pt x="1625" y="401"/>
                    <a:pt x="1518" y="202"/>
                  </a:cubicBezTo>
                  <a:cubicBezTo>
                    <a:pt x="1440" y="74"/>
                    <a:pt x="1300" y="0"/>
                    <a:pt x="11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7" name="Google Shape;1087;p42"/>
            <p:cNvSpPr/>
            <p:nvPr/>
          </p:nvSpPr>
          <p:spPr>
            <a:xfrm>
              <a:off x="4303763" y="340922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60" y="0"/>
                  </a:moveTo>
                  <a:cubicBezTo>
                    <a:pt x="320" y="0"/>
                    <a:pt x="187" y="71"/>
                    <a:pt x="115" y="204"/>
                  </a:cubicBezTo>
                  <a:cubicBezTo>
                    <a:pt x="0" y="392"/>
                    <a:pt x="70" y="636"/>
                    <a:pt x="256" y="754"/>
                  </a:cubicBezTo>
                  <a:lnTo>
                    <a:pt x="957" y="1164"/>
                  </a:lnTo>
                  <a:cubicBezTo>
                    <a:pt x="1022" y="1198"/>
                    <a:pt x="1092" y="1214"/>
                    <a:pt x="1161" y="1214"/>
                  </a:cubicBezTo>
                  <a:cubicBezTo>
                    <a:pt x="1303" y="1214"/>
                    <a:pt x="1440" y="1144"/>
                    <a:pt x="1518" y="1009"/>
                  </a:cubicBezTo>
                  <a:cubicBezTo>
                    <a:pt x="1625" y="813"/>
                    <a:pt x="1554" y="566"/>
                    <a:pt x="1366" y="462"/>
                  </a:cubicBezTo>
                  <a:lnTo>
                    <a:pt x="665" y="53"/>
                  </a:lnTo>
                  <a:cubicBezTo>
                    <a:pt x="599" y="18"/>
                    <a:pt x="529" y="0"/>
                    <a:pt x="4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8" name="Google Shape;1088;p42"/>
            <p:cNvSpPr/>
            <p:nvPr/>
          </p:nvSpPr>
          <p:spPr>
            <a:xfrm>
              <a:off x="4007438" y="3351750"/>
              <a:ext cx="40350" cy="20525"/>
            </a:xfrm>
            <a:custGeom>
              <a:rect l="l" t="t" r="r" b="b"/>
              <a:pathLst>
                <a:path w="1613" h="821" extrusionOk="0">
                  <a:moveTo>
                    <a:pt x="396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6" y="820"/>
                  </a:cubicBezTo>
                  <a:lnTo>
                    <a:pt x="1204" y="820"/>
                  </a:lnTo>
                  <a:cubicBezTo>
                    <a:pt x="1426" y="820"/>
                    <a:pt x="1614" y="632"/>
                    <a:pt x="1614" y="410"/>
                  </a:cubicBezTo>
                  <a:cubicBezTo>
                    <a:pt x="1614" y="189"/>
                    <a:pt x="1426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9" name="Google Shape;1089;p42"/>
            <p:cNvSpPr/>
            <p:nvPr/>
          </p:nvSpPr>
          <p:spPr>
            <a:xfrm>
              <a:off x="4015288" y="3284525"/>
              <a:ext cx="40650" cy="30275"/>
            </a:xfrm>
            <a:custGeom>
              <a:rect l="l" t="t" r="r" b="b"/>
              <a:pathLst>
                <a:path w="1626" h="1211" extrusionOk="0">
                  <a:moveTo>
                    <a:pt x="470" y="0"/>
                  </a:moveTo>
                  <a:cubicBezTo>
                    <a:pt x="327" y="0"/>
                    <a:pt x="190" y="74"/>
                    <a:pt x="119" y="202"/>
                  </a:cubicBezTo>
                  <a:cubicBezTo>
                    <a:pt x="1" y="401"/>
                    <a:pt x="71" y="645"/>
                    <a:pt x="259" y="751"/>
                  </a:cubicBezTo>
                  <a:lnTo>
                    <a:pt x="960" y="1158"/>
                  </a:lnTo>
                  <a:cubicBezTo>
                    <a:pt x="1026" y="1193"/>
                    <a:pt x="1097" y="1211"/>
                    <a:pt x="1166" y="1211"/>
                  </a:cubicBezTo>
                  <a:cubicBezTo>
                    <a:pt x="1306" y="1211"/>
                    <a:pt x="1439" y="1140"/>
                    <a:pt x="1510" y="1007"/>
                  </a:cubicBezTo>
                  <a:cubicBezTo>
                    <a:pt x="1625" y="822"/>
                    <a:pt x="1555" y="575"/>
                    <a:pt x="1370" y="457"/>
                  </a:cubicBezTo>
                  <a:lnTo>
                    <a:pt x="669" y="50"/>
                  </a:lnTo>
                  <a:cubicBezTo>
                    <a:pt x="605" y="16"/>
                    <a:pt x="537" y="0"/>
                    <a:pt x="4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0" name="Google Shape;1090;p42"/>
            <p:cNvSpPr/>
            <p:nvPr/>
          </p:nvSpPr>
          <p:spPr>
            <a:xfrm>
              <a:off x="4015288" y="3409225"/>
              <a:ext cx="40650" cy="30375"/>
            </a:xfrm>
            <a:custGeom>
              <a:rect l="l" t="t" r="r" b="b"/>
              <a:pathLst>
                <a:path w="1626" h="1215" extrusionOk="0">
                  <a:moveTo>
                    <a:pt x="1166" y="0"/>
                  </a:moveTo>
                  <a:cubicBezTo>
                    <a:pt x="1097" y="0"/>
                    <a:pt x="1026" y="18"/>
                    <a:pt x="960" y="53"/>
                  </a:cubicBezTo>
                  <a:lnTo>
                    <a:pt x="259" y="462"/>
                  </a:lnTo>
                  <a:cubicBezTo>
                    <a:pt x="71" y="566"/>
                    <a:pt x="1" y="813"/>
                    <a:pt x="119" y="1009"/>
                  </a:cubicBezTo>
                  <a:cubicBezTo>
                    <a:pt x="189" y="1144"/>
                    <a:pt x="324" y="1214"/>
                    <a:pt x="465" y="1214"/>
                  </a:cubicBezTo>
                  <a:cubicBezTo>
                    <a:pt x="534" y="1214"/>
                    <a:pt x="604" y="1198"/>
                    <a:pt x="669" y="1164"/>
                  </a:cubicBezTo>
                  <a:lnTo>
                    <a:pt x="1370" y="754"/>
                  </a:lnTo>
                  <a:cubicBezTo>
                    <a:pt x="1555" y="636"/>
                    <a:pt x="1625" y="392"/>
                    <a:pt x="1510" y="204"/>
                  </a:cubicBezTo>
                  <a:cubicBezTo>
                    <a:pt x="1439" y="71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1" name="Google Shape;1091;p42"/>
            <p:cNvSpPr/>
            <p:nvPr/>
          </p:nvSpPr>
          <p:spPr>
            <a:xfrm>
              <a:off x="4061788" y="3243975"/>
              <a:ext cx="235825" cy="345150"/>
            </a:xfrm>
            <a:custGeom>
              <a:rect l="l" t="t" r="r" b="b"/>
              <a:pathLst>
                <a:path w="9433" h="13805" extrusionOk="0">
                  <a:moveTo>
                    <a:pt x="4722" y="2595"/>
                  </a:moveTo>
                  <a:lnTo>
                    <a:pt x="4815" y="2688"/>
                  </a:lnTo>
                  <a:cubicBezTo>
                    <a:pt x="5295" y="3167"/>
                    <a:pt x="5295" y="3939"/>
                    <a:pt x="4815" y="4407"/>
                  </a:cubicBezTo>
                  <a:lnTo>
                    <a:pt x="4722" y="4500"/>
                  </a:lnTo>
                  <a:lnTo>
                    <a:pt x="4630" y="4407"/>
                  </a:lnTo>
                  <a:cubicBezTo>
                    <a:pt x="4150" y="3939"/>
                    <a:pt x="4150" y="3167"/>
                    <a:pt x="4630" y="2688"/>
                  </a:cubicBezTo>
                  <a:lnTo>
                    <a:pt x="4722" y="2595"/>
                  </a:lnTo>
                  <a:close/>
                  <a:moveTo>
                    <a:pt x="3098" y="5936"/>
                  </a:moveTo>
                  <a:cubicBezTo>
                    <a:pt x="3763" y="5936"/>
                    <a:pt x="4313" y="6475"/>
                    <a:pt x="4313" y="7154"/>
                  </a:cubicBezTo>
                  <a:lnTo>
                    <a:pt x="4313" y="7283"/>
                  </a:lnTo>
                  <a:lnTo>
                    <a:pt x="4172" y="7283"/>
                  </a:lnTo>
                  <a:cubicBezTo>
                    <a:pt x="3508" y="7283"/>
                    <a:pt x="2969" y="6744"/>
                    <a:pt x="2969" y="6065"/>
                  </a:cubicBezTo>
                  <a:lnTo>
                    <a:pt x="2969" y="5936"/>
                  </a:lnTo>
                  <a:close/>
                  <a:moveTo>
                    <a:pt x="6464" y="5936"/>
                  </a:moveTo>
                  <a:lnTo>
                    <a:pt x="6464" y="6065"/>
                  </a:lnTo>
                  <a:cubicBezTo>
                    <a:pt x="6464" y="6744"/>
                    <a:pt x="5926" y="7283"/>
                    <a:pt x="5261" y="7283"/>
                  </a:cubicBezTo>
                  <a:lnTo>
                    <a:pt x="5121" y="7283"/>
                  </a:lnTo>
                  <a:lnTo>
                    <a:pt x="5121" y="7154"/>
                  </a:lnTo>
                  <a:cubicBezTo>
                    <a:pt x="5121" y="6475"/>
                    <a:pt x="5668" y="5936"/>
                    <a:pt x="6335" y="5936"/>
                  </a:cubicBezTo>
                  <a:close/>
                  <a:moveTo>
                    <a:pt x="4722" y="816"/>
                  </a:moveTo>
                  <a:cubicBezTo>
                    <a:pt x="6874" y="816"/>
                    <a:pt x="8627" y="2570"/>
                    <a:pt x="8627" y="4721"/>
                  </a:cubicBezTo>
                  <a:cubicBezTo>
                    <a:pt x="8627" y="5844"/>
                    <a:pt x="8148" y="6907"/>
                    <a:pt x="7306" y="7645"/>
                  </a:cubicBezTo>
                  <a:cubicBezTo>
                    <a:pt x="6708" y="8180"/>
                    <a:pt x="6324" y="8918"/>
                    <a:pt x="6229" y="9712"/>
                  </a:cubicBezTo>
                  <a:lnTo>
                    <a:pt x="5121" y="9712"/>
                  </a:lnTo>
                  <a:lnTo>
                    <a:pt x="5121" y="8088"/>
                  </a:lnTo>
                  <a:lnTo>
                    <a:pt x="5261" y="8088"/>
                  </a:lnTo>
                  <a:cubicBezTo>
                    <a:pt x="6369" y="8088"/>
                    <a:pt x="7281" y="7187"/>
                    <a:pt x="7281" y="6065"/>
                  </a:cubicBezTo>
                  <a:lnTo>
                    <a:pt x="7281" y="5529"/>
                  </a:lnTo>
                  <a:cubicBezTo>
                    <a:pt x="7281" y="5305"/>
                    <a:pt x="7096" y="5131"/>
                    <a:pt x="6874" y="5131"/>
                  </a:cubicBezTo>
                  <a:lnTo>
                    <a:pt x="6335" y="5131"/>
                  </a:lnTo>
                  <a:cubicBezTo>
                    <a:pt x="5878" y="5131"/>
                    <a:pt x="5457" y="5283"/>
                    <a:pt x="5121" y="5529"/>
                  </a:cubicBezTo>
                  <a:lnTo>
                    <a:pt x="5121" y="5249"/>
                  </a:lnTo>
                  <a:lnTo>
                    <a:pt x="5387" y="4980"/>
                  </a:lnTo>
                  <a:cubicBezTo>
                    <a:pt x="6173" y="4197"/>
                    <a:pt x="6173" y="2909"/>
                    <a:pt x="5387" y="2127"/>
                  </a:cubicBezTo>
                  <a:lnTo>
                    <a:pt x="5003" y="1742"/>
                  </a:lnTo>
                  <a:cubicBezTo>
                    <a:pt x="4921" y="1659"/>
                    <a:pt x="4819" y="1618"/>
                    <a:pt x="4717" y="1618"/>
                  </a:cubicBezTo>
                  <a:cubicBezTo>
                    <a:pt x="4614" y="1618"/>
                    <a:pt x="4512" y="1659"/>
                    <a:pt x="4430" y="1742"/>
                  </a:cubicBezTo>
                  <a:lnTo>
                    <a:pt x="4043" y="2127"/>
                  </a:lnTo>
                  <a:cubicBezTo>
                    <a:pt x="3261" y="2909"/>
                    <a:pt x="3261" y="4197"/>
                    <a:pt x="4043" y="4980"/>
                  </a:cubicBezTo>
                  <a:lnTo>
                    <a:pt x="4313" y="5249"/>
                  </a:lnTo>
                  <a:lnTo>
                    <a:pt x="4313" y="5529"/>
                  </a:lnTo>
                  <a:cubicBezTo>
                    <a:pt x="3973" y="5283"/>
                    <a:pt x="3552" y="5131"/>
                    <a:pt x="3098" y="5131"/>
                  </a:cubicBezTo>
                  <a:lnTo>
                    <a:pt x="2559" y="5131"/>
                  </a:lnTo>
                  <a:cubicBezTo>
                    <a:pt x="2338" y="5131"/>
                    <a:pt x="2150" y="5305"/>
                    <a:pt x="2150" y="5529"/>
                  </a:cubicBezTo>
                  <a:lnTo>
                    <a:pt x="2150" y="6065"/>
                  </a:lnTo>
                  <a:cubicBezTo>
                    <a:pt x="2150" y="7187"/>
                    <a:pt x="3061" y="8088"/>
                    <a:pt x="4172" y="8088"/>
                  </a:cubicBezTo>
                  <a:lnTo>
                    <a:pt x="4313" y="8088"/>
                  </a:lnTo>
                  <a:lnTo>
                    <a:pt x="4313" y="9712"/>
                  </a:lnTo>
                  <a:lnTo>
                    <a:pt x="3213" y="9712"/>
                  </a:lnTo>
                  <a:cubicBezTo>
                    <a:pt x="3109" y="8918"/>
                    <a:pt x="2722" y="8180"/>
                    <a:pt x="2127" y="7645"/>
                  </a:cubicBezTo>
                  <a:cubicBezTo>
                    <a:pt x="1286" y="6907"/>
                    <a:pt x="806" y="5844"/>
                    <a:pt x="806" y="4721"/>
                  </a:cubicBezTo>
                  <a:cubicBezTo>
                    <a:pt x="806" y="2570"/>
                    <a:pt x="2559" y="816"/>
                    <a:pt x="4722" y="816"/>
                  </a:cubicBezTo>
                  <a:close/>
                  <a:moveTo>
                    <a:pt x="6195" y="10520"/>
                  </a:moveTo>
                  <a:lnTo>
                    <a:pt x="6195" y="11244"/>
                  </a:lnTo>
                  <a:cubicBezTo>
                    <a:pt x="6195" y="11325"/>
                    <a:pt x="6136" y="11384"/>
                    <a:pt x="6066" y="11384"/>
                  </a:cubicBezTo>
                  <a:lnTo>
                    <a:pt x="3367" y="11384"/>
                  </a:lnTo>
                  <a:cubicBezTo>
                    <a:pt x="3297" y="11384"/>
                    <a:pt x="3238" y="11325"/>
                    <a:pt x="3238" y="11244"/>
                  </a:cubicBezTo>
                  <a:lnTo>
                    <a:pt x="3238" y="10520"/>
                  </a:lnTo>
                  <a:close/>
                  <a:moveTo>
                    <a:pt x="5656" y="12192"/>
                  </a:moveTo>
                  <a:lnTo>
                    <a:pt x="5656" y="12599"/>
                  </a:lnTo>
                  <a:cubicBezTo>
                    <a:pt x="5656" y="12823"/>
                    <a:pt x="5482" y="12997"/>
                    <a:pt x="5261" y="12997"/>
                  </a:cubicBezTo>
                  <a:lnTo>
                    <a:pt x="4172" y="12997"/>
                  </a:lnTo>
                  <a:cubicBezTo>
                    <a:pt x="3951" y="12997"/>
                    <a:pt x="3774" y="12823"/>
                    <a:pt x="3774" y="12599"/>
                  </a:cubicBezTo>
                  <a:lnTo>
                    <a:pt x="3774" y="12192"/>
                  </a:lnTo>
                  <a:close/>
                  <a:moveTo>
                    <a:pt x="4722" y="0"/>
                  </a:moveTo>
                  <a:cubicBezTo>
                    <a:pt x="2116" y="0"/>
                    <a:pt x="1" y="2115"/>
                    <a:pt x="1" y="4721"/>
                  </a:cubicBezTo>
                  <a:cubicBezTo>
                    <a:pt x="1" y="6065"/>
                    <a:pt x="573" y="7353"/>
                    <a:pt x="1589" y="8251"/>
                  </a:cubicBezTo>
                  <a:cubicBezTo>
                    <a:pt x="2116" y="8719"/>
                    <a:pt x="2419" y="9398"/>
                    <a:pt x="2419" y="10110"/>
                  </a:cubicBezTo>
                  <a:lnTo>
                    <a:pt x="2419" y="11244"/>
                  </a:lnTo>
                  <a:cubicBezTo>
                    <a:pt x="2419" y="11617"/>
                    <a:pt x="2641" y="11945"/>
                    <a:pt x="2969" y="12097"/>
                  </a:cubicBezTo>
                  <a:lnTo>
                    <a:pt x="2969" y="12599"/>
                  </a:lnTo>
                  <a:cubicBezTo>
                    <a:pt x="2969" y="13266"/>
                    <a:pt x="3508" y="13805"/>
                    <a:pt x="4172" y="13805"/>
                  </a:cubicBezTo>
                  <a:lnTo>
                    <a:pt x="5261" y="13805"/>
                  </a:lnTo>
                  <a:cubicBezTo>
                    <a:pt x="5926" y="13805"/>
                    <a:pt x="6464" y="13266"/>
                    <a:pt x="6464" y="12599"/>
                  </a:cubicBezTo>
                  <a:lnTo>
                    <a:pt x="6464" y="12097"/>
                  </a:lnTo>
                  <a:cubicBezTo>
                    <a:pt x="6790" y="11945"/>
                    <a:pt x="7014" y="11617"/>
                    <a:pt x="7014" y="11244"/>
                  </a:cubicBezTo>
                  <a:lnTo>
                    <a:pt x="7014" y="10110"/>
                  </a:lnTo>
                  <a:cubicBezTo>
                    <a:pt x="7014" y="9398"/>
                    <a:pt x="7317" y="8719"/>
                    <a:pt x="7842" y="8251"/>
                  </a:cubicBezTo>
                  <a:cubicBezTo>
                    <a:pt x="8860" y="7353"/>
                    <a:pt x="9432" y="6065"/>
                    <a:pt x="9432" y="4721"/>
                  </a:cubicBezTo>
                  <a:cubicBezTo>
                    <a:pt x="9432" y="2115"/>
                    <a:pt x="7317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92" name="Google Shape;1092;p42"/>
          <p:cNvGrpSpPr/>
          <p:nvPr/>
        </p:nvGrpSpPr>
        <p:grpSpPr>
          <a:xfrm>
            <a:off x="7330138" y="1267750"/>
            <a:ext cx="345150" cy="344800"/>
            <a:chOff x="5512088" y="2681150"/>
            <a:chExt cx="345150" cy="344800"/>
          </a:xfrm>
        </p:grpSpPr>
        <p:sp>
          <p:nvSpPr>
            <p:cNvPr id="1093" name="Google Shape;1093;p42"/>
            <p:cNvSpPr/>
            <p:nvPr/>
          </p:nvSpPr>
          <p:spPr>
            <a:xfrm>
              <a:off x="5512088" y="2681150"/>
              <a:ext cx="345150" cy="344800"/>
            </a:xfrm>
            <a:custGeom>
              <a:rect l="l" t="t" r="r" b="b"/>
              <a:pathLst>
                <a:path w="13805" h="13792" extrusionOk="0">
                  <a:moveTo>
                    <a:pt x="6896" y="806"/>
                  </a:moveTo>
                  <a:cubicBezTo>
                    <a:pt x="8158" y="806"/>
                    <a:pt x="9188" y="1835"/>
                    <a:pt x="9188" y="3098"/>
                  </a:cubicBezTo>
                  <a:cubicBezTo>
                    <a:pt x="9188" y="3776"/>
                    <a:pt x="8882" y="4419"/>
                    <a:pt x="8357" y="4862"/>
                  </a:cubicBezTo>
                  <a:cubicBezTo>
                    <a:pt x="8018" y="5143"/>
                    <a:pt x="7785" y="5516"/>
                    <a:pt x="7704" y="5925"/>
                  </a:cubicBezTo>
                  <a:lnTo>
                    <a:pt x="7305" y="5925"/>
                  </a:lnTo>
                  <a:lnTo>
                    <a:pt x="7305" y="3799"/>
                  </a:lnTo>
                  <a:lnTo>
                    <a:pt x="7984" y="3120"/>
                  </a:lnTo>
                  <a:cubicBezTo>
                    <a:pt x="8136" y="2969"/>
                    <a:pt x="8158" y="2736"/>
                    <a:pt x="8029" y="2570"/>
                  </a:cubicBezTo>
                  <a:cubicBezTo>
                    <a:pt x="7948" y="2472"/>
                    <a:pt x="7831" y="2422"/>
                    <a:pt x="7713" y="2422"/>
                  </a:cubicBezTo>
                  <a:cubicBezTo>
                    <a:pt x="7609" y="2422"/>
                    <a:pt x="7504" y="2460"/>
                    <a:pt x="7423" y="2537"/>
                  </a:cubicBezTo>
                  <a:lnTo>
                    <a:pt x="6896" y="3061"/>
                  </a:lnTo>
                  <a:lnTo>
                    <a:pt x="6382" y="2537"/>
                  </a:lnTo>
                  <a:cubicBezTo>
                    <a:pt x="6300" y="2460"/>
                    <a:pt x="6194" y="2422"/>
                    <a:pt x="6090" y="2422"/>
                  </a:cubicBezTo>
                  <a:cubicBezTo>
                    <a:pt x="5971" y="2422"/>
                    <a:pt x="5854" y="2472"/>
                    <a:pt x="5773" y="2570"/>
                  </a:cubicBezTo>
                  <a:cubicBezTo>
                    <a:pt x="5644" y="2736"/>
                    <a:pt x="5670" y="2969"/>
                    <a:pt x="5810" y="3120"/>
                  </a:cubicBezTo>
                  <a:lnTo>
                    <a:pt x="6497" y="3799"/>
                  </a:lnTo>
                  <a:lnTo>
                    <a:pt x="6497" y="5925"/>
                  </a:lnTo>
                  <a:lnTo>
                    <a:pt x="6090" y="5925"/>
                  </a:lnTo>
                  <a:cubicBezTo>
                    <a:pt x="6006" y="5516"/>
                    <a:pt x="5785" y="5143"/>
                    <a:pt x="5445" y="4862"/>
                  </a:cubicBezTo>
                  <a:cubicBezTo>
                    <a:pt x="4909" y="4419"/>
                    <a:pt x="4604" y="3776"/>
                    <a:pt x="4604" y="3098"/>
                  </a:cubicBezTo>
                  <a:cubicBezTo>
                    <a:pt x="4604" y="1835"/>
                    <a:pt x="5633" y="806"/>
                    <a:pt x="6896" y="806"/>
                  </a:cubicBezTo>
                  <a:close/>
                  <a:moveTo>
                    <a:pt x="7678" y="6733"/>
                  </a:moveTo>
                  <a:lnTo>
                    <a:pt x="7678" y="7409"/>
                  </a:lnTo>
                  <a:cubicBezTo>
                    <a:pt x="7678" y="7480"/>
                    <a:pt x="7619" y="7538"/>
                    <a:pt x="7549" y="7538"/>
                  </a:cubicBezTo>
                  <a:lnTo>
                    <a:pt x="6253" y="7538"/>
                  </a:lnTo>
                  <a:cubicBezTo>
                    <a:pt x="6183" y="7538"/>
                    <a:pt x="6113" y="7480"/>
                    <a:pt x="6113" y="7409"/>
                  </a:cubicBezTo>
                  <a:lnTo>
                    <a:pt x="6113" y="6733"/>
                  </a:lnTo>
                  <a:close/>
                  <a:moveTo>
                    <a:pt x="2023" y="11772"/>
                  </a:moveTo>
                  <a:lnTo>
                    <a:pt x="2023" y="12986"/>
                  </a:lnTo>
                  <a:lnTo>
                    <a:pt x="805" y="12986"/>
                  </a:lnTo>
                  <a:lnTo>
                    <a:pt x="805" y="11772"/>
                  </a:lnTo>
                  <a:close/>
                  <a:moveTo>
                    <a:pt x="5692" y="11772"/>
                  </a:moveTo>
                  <a:lnTo>
                    <a:pt x="5692" y="12986"/>
                  </a:lnTo>
                  <a:lnTo>
                    <a:pt x="4477" y="12986"/>
                  </a:lnTo>
                  <a:lnTo>
                    <a:pt x="4477" y="11772"/>
                  </a:lnTo>
                  <a:close/>
                  <a:moveTo>
                    <a:pt x="9350" y="11772"/>
                  </a:moveTo>
                  <a:lnTo>
                    <a:pt x="9350" y="12986"/>
                  </a:lnTo>
                  <a:lnTo>
                    <a:pt x="8136" y="12986"/>
                  </a:lnTo>
                  <a:lnTo>
                    <a:pt x="8136" y="11772"/>
                  </a:lnTo>
                  <a:close/>
                  <a:moveTo>
                    <a:pt x="12997" y="11772"/>
                  </a:moveTo>
                  <a:lnTo>
                    <a:pt x="12997" y="12986"/>
                  </a:lnTo>
                  <a:lnTo>
                    <a:pt x="11782" y="12986"/>
                  </a:lnTo>
                  <a:lnTo>
                    <a:pt x="11782" y="11772"/>
                  </a:lnTo>
                  <a:close/>
                  <a:moveTo>
                    <a:pt x="6896" y="1"/>
                  </a:moveTo>
                  <a:cubicBezTo>
                    <a:pt x="5179" y="1"/>
                    <a:pt x="3787" y="1392"/>
                    <a:pt x="3787" y="3098"/>
                  </a:cubicBezTo>
                  <a:cubicBezTo>
                    <a:pt x="3787" y="4021"/>
                    <a:pt x="4197" y="4899"/>
                    <a:pt x="4921" y="5482"/>
                  </a:cubicBezTo>
                  <a:cubicBezTo>
                    <a:pt x="5165" y="5693"/>
                    <a:pt x="5305" y="5973"/>
                    <a:pt x="5305" y="6254"/>
                  </a:cubicBezTo>
                  <a:lnTo>
                    <a:pt x="5305" y="7409"/>
                  </a:lnTo>
                  <a:cubicBezTo>
                    <a:pt x="5305" y="7926"/>
                    <a:pt x="5726" y="8358"/>
                    <a:pt x="6253" y="8358"/>
                  </a:cubicBezTo>
                  <a:lnTo>
                    <a:pt x="6497" y="8358"/>
                  </a:lnTo>
                  <a:lnTo>
                    <a:pt x="6497" y="9188"/>
                  </a:lnTo>
                  <a:lnTo>
                    <a:pt x="1425" y="9188"/>
                  </a:lnTo>
                  <a:cubicBezTo>
                    <a:pt x="1204" y="9188"/>
                    <a:pt x="1027" y="9373"/>
                    <a:pt x="1027" y="9598"/>
                  </a:cubicBezTo>
                  <a:lnTo>
                    <a:pt x="1027" y="10964"/>
                  </a:lnTo>
                  <a:lnTo>
                    <a:pt x="396" y="10964"/>
                  </a:lnTo>
                  <a:cubicBezTo>
                    <a:pt x="174" y="10964"/>
                    <a:pt x="0" y="11152"/>
                    <a:pt x="0" y="11373"/>
                  </a:cubicBezTo>
                  <a:lnTo>
                    <a:pt x="0" y="13396"/>
                  </a:lnTo>
                  <a:cubicBezTo>
                    <a:pt x="0" y="13618"/>
                    <a:pt x="174" y="13791"/>
                    <a:pt x="396" y="13791"/>
                  </a:cubicBezTo>
                  <a:lnTo>
                    <a:pt x="2418" y="13791"/>
                  </a:lnTo>
                  <a:cubicBezTo>
                    <a:pt x="2654" y="13791"/>
                    <a:pt x="2828" y="13618"/>
                    <a:pt x="2828" y="13396"/>
                  </a:cubicBezTo>
                  <a:lnTo>
                    <a:pt x="2828" y="11373"/>
                  </a:lnTo>
                  <a:cubicBezTo>
                    <a:pt x="2828" y="11152"/>
                    <a:pt x="2654" y="10964"/>
                    <a:pt x="2418" y="10964"/>
                  </a:cubicBezTo>
                  <a:lnTo>
                    <a:pt x="1835" y="10964"/>
                  </a:lnTo>
                  <a:lnTo>
                    <a:pt x="1835" y="9993"/>
                  </a:lnTo>
                  <a:lnTo>
                    <a:pt x="4688" y="9993"/>
                  </a:lnTo>
                  <a:lnTo>
                    <a:pt x="4688" y="10964"/>
                  </a:lnTo>
                  <a:lnTo>
                    <a:pt x="4068" y="10964"/>
                  </a:lnTo>
                  <a:cubicBezTo>
                    <a:pt x="3846" y="10964"/>
                    <a:pt x="3669" y="11152"/>
                    <a:pt x="3669" y="11373"/>
                  </a:cubicBezTo>
                  <a:lnTo>
                    <a:pt x="3669" y="13396"/>
                  </a:lnTo>
                  <a:cubicBezTo>
                    <a:pt x="3669" y="13618"/>
                    <a:pt x="3846" y="13791"/>
                    <a:pt x="4068" y="13791"/>
                  </a:cubicBezTo>
                  <a:lnTo>
                    <a:pt x="6090" y="13791"/>
                  </a:lnTo>
                  <a:cubicBezTo>
                    <a:pt x="6312" y="13791"/>
                    <a:pt x="6497" y="13618"/>
                    <a:pt x="6497" y="13396"/>
                  </a:cubicBezTo>
                  <a:lnTo>
                    <a:pt x="6497" y="11373"/>
                  </a:lnTo>
                  <a:cubicBezTo>
                    <a:pt x="6497" y="11152"/>
                    <a:pt x="6312" y="10964"/>
                    <a:pt x="6090" y="10964"/>
                  </a:cubicBezTo>
                  <a:lnTo>
                    <a:pt x="5470" y="10964"/>
                  </a:lnTo>
                  <a:lnTo>
                    <a:pt x="5470" y="9993"/>
                  </a:lnTo>
                  <a:lnTo>
                    <a:pt x="8335" y="9993"/>
                  </a:lnTo>
                  <a:lnTo>
                    <a:pt x="8335" y="10964"/>
                  </a:lnTo>
                  <a:lnTo>
                    <a:pt x="7737" y="10964"/>
                  </a:lnTo>
                  <a:cubicBezTo>
                    <a:pt x="7516" y="10964"/>
                    <a:pt x="7328" y="11152"/>
                    <a:pt x="7328" y="11373"/>
                  </a:cubicBezTo>
                  <a:lnTo>
                    <a:pt x="7328" y="13396"/>
                  </a:lnTo>
                  <a:cubicBezTo>
                    <a:pt x="7328" y="13618"/>
                    <a:pt x="7516" y="13791"/>
                    <a:pt x="7737" y="13791"/>
                  </a:cubicBezTo>
                  <a:lnTo>
                    <a:pt x="9760" y="13791"/>
                  </a:lnTo>
                  <a:cubicBezTo>
                    <a:pt x="9981" y="13791"/>
                    <a:pt x="10158" y="13618"/>
                    <a:pt x="10158" y="13396"/>
                  </a:cubicBezTo>
                  <a:lnTo>
                    <a:pt x="10158" y="11373"/>
                  </a:lnTo>
                  <a:cubicBezTo>
                    <a:pt x="10158" y="11152"/>
                    <a:pt x="9981" y="10964"/>
                    <a:pt x="9760" y="10964"/>
                  </a:cubicBezTo>
                  <a:lnTo>
                    <a:pt x="9140" y="10964"/>
                  </a:lnTo>
                  <a:lnTo>
                    <a:pt x="9140" y="9993"/>
                  </a:lnTo>
                  <a:lnTo>
                    <a:pt x="11993" y="9993"/>
                  </a:lnTo>
                  <a:lnTo>
                    <a:pt x="11993" y="10964"/>
                  </a:lnTo>
                  <a:lnTo>
                    <a:pt x="11373" y="10964"/>
                  </a:lnTo>
                  <a:cubicBezTo>
                    <a:pt x="11151" y="10964"/>
                    <a:pt x="10975" y="11152"/>
                    <a:pt x="10975" y="11373"/>
                  </a:cubicBezTo>
                  <a:lnTo>
                    <a:pt x="10975" y="13396"/>
                  </a:lnTo>
                  <a:cubicBezTo>
                    <a:pt x="10975" y="13618"/>
                    <a:pt x="11151" y="13791"/>
                    <a:pt x="11373" y="13791"/>
                  </a:cubicBezTo>
                  <a:lnTo>
                    <a:pt x="13396" y="13791"/>
                  </a:lnTo>
                  <a:cubicBezTo>
                    <a:pt x="13617" y="13791"/>
                    <a:pt x="13805" y="13618"/>
                    <a:pt x="13805" y="13396"/>
                  </a:cubicBezTo>
                  <a:lnTo>
                    <a:pt x="13805" y="11373"/>
                  </a:lnTo>
                  <a:cubicBezTo>
                    <a:pt x="13805" y="11152"/>
                    <a:pt x="13617" y="10964"/>
                    <a:pt x="13396" y="10964"/>
                  </a:cubicBezTo>
                  <a:lnTo>
                    <a:pt x="12798" y="10964"/>
                  </a:lnTo>
                  <a:lnTo>
                    <a:pt x="12798" y="9598"/>
                  </a:lnTo>
                  <a:cubicBezTo>
                    <a:pt x="12798" y="9373"/>
                    <a:pt x="12624" y="9188"/>
                    <a:pt x="12402" y="9188"/>
                  </a:cubicBezTo>
                  <a:lnTo>
                    <a:pt x="7305" y="9188"/>
                  </a:lnTo>
                  <a:lnTo>
                    <a:pt x="7305" y="8358"/>
                  </a:lnTo>
                  <a:lnTo>
                    <a:pt x="7549" y="8358"/>
                  </a:lnTo>
                  <a:cubicBezTo>
                    <a:pt x="8065" y="8358"/>
                    <a:pt x="8486" y="7926"/>
                    <a:pt x="8486" y="7409"/>
                  </a:cubicBezTo>
                  <a:lnTo>
                    <a:pt x="8486" y="6254"/>
                  </a:lnTo>
                  <a:cubicBezTo>
                    <a:pt x="8486" y="5973"/>
                    <a:pt x="8638" y="5693"/>
                    <a:pt x="8882" y="5482"/>
                  </a:cubicBezTo>
                  <a:cubicBezTo>
                    <a:pt x="9597" y="4899"/>
                    <a:pt x="10018" y="4021"/>
                    <a:pt x="10018" y="3098"/>
                  </a:cubicBezTo>
                  <a:cubicBezTo>
                    <a:pt x="10018" y="1392"/>
                    <a:pt x="8615" y="1"/>
                    <a:pt x="6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4" name="Google Shape;1094;p42"/>
            <p:cNvSpPr/>
            <p:nvPr/>
          </p:nvSpPr>
          <p:spPr>
            <a:xfrm>
              <a:off x="5782663" y="2748350"/>
              <a:ext cx="40350" cy="20200"/>
            </a:xfrm>
            <a:custGeom>
              <a:rect l="l" t="t" r="r" b="b"/>
              <a:pathLst>
                <a:path w="1613" h="806" extrusionOk="0">
                  <a:moveTo>
                    <a:pt x="398" y="0"/>
                  </a:moveTo>
                  <a:cubicBezTo>
                    <a:pt x="177" y="0"/>
                    <a:pt x="0" y="188"/>
                    <a:pt x="0" y="410"/>
                  </a:cubicBezTo>
                  <a:cubicBezTo>
                    <a:pt x="0" y="631"/>
                    <a:pt x="177" y="808"/>
                    <a:pt x="398" y="808"/>
                  </a:cubicBezTo>
                  <a:lnTo>
                    <a:pt x="1204" y="808"/>
                  </a:lnTo>
                  <a:cubicBezTo>
                    <a:pt x="1439" y="808"/>
                    <a:pt x="1613" y="631"/>
                    <a:pt x="1613" y="410"/>
                  </a:cubicBezTo>
                  <a:cubicBezTo>
                    <a:pt x="1613" y="188"/>
                    <a:pt x="1439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5" name="Google Shape;1095;p42"/>
            <p:cNvSpPr/>
            <p:nvPr/>
          </p:nvSpPr>
          <p:spPr>
            <a:xfrm>
              <a:off x="5774438" y="2694450"/>
              <a:ext cx="40700" cy="30375"/>
            </a:xfrm>
            <a:custGeom>
              <a:rect l="l" t="t" r="r" b="b"/>
              <a:pathLst>
                <a:path w="1628" h="1215" extrusionOk="0">
                  <a:moveTo>
                    <a:pt x="1158" y="1"/>
                  </a:moveTo>
                  <a:cubicBezTo>
                    <a:pt x="1091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24"/>
                    <a:pt x="107" y="1011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403"/>
                    <a:pt x="1510" y="204"/>
                  </a:cubicBezTo>
                  <a:cubicBezTo>
                    <a:pt x="1431" y="70"/>
                    <a:pt x="1296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6" name="Google Shape;1096;p42"/>
            <p:cNvSpPr/>
            <p:nvPr/>
          </p:nvSpPr>
          <p:spPr>
            <a:xfrm>
              <a:off x="5774438" y="2792200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457" y="0"/>
                  </a:moveTo>
                  <a:cubicBezTo>
                    <a:pt x="320" y="0"/>
                    <a:pt x="186" y="73"/>
                    <a:pt x="107" y="199"/>
                  </a:cubicBezTo>
                  <a:cubicBezTo>
                    <a:pt x="1" y="398"/>
                    <a:pt x="60" y="642"/>
                    <a:pt x="259" y="760"/>
                  </a:cubicBezTo>
                  <a:lnTo>
                    <a:pt x="960" y="1158"/>
                  </a:lnTo>
                  <a:cubicBezTo>
                    <a:pt x="1023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10" y="1018"/>
                  </a:cubicBezTo>
                  <a:cubicBezTo>
                    <a:pt x="1628" y="819"/>
                    <a:pt x="1558" y="572"/>
                    <a:pt x="1359" y="457"/>
                  </a:cubicBezTo>
                  <a:lnTo>
                    <a:pt x="657" y="58"/>
                  </a:lnTo>
                  <a:cubicBezTo>
                    <a:pt x="594" y="19"/>
                    <a:pt x="525" y="0"/>
                    <a:pt x="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7" name="Google Shape;1097;p42"/>
            <p:cNvSpPr/>
            <p:nvPr/>
          </p:nvSpPr>
          <p:spPr>
            <a:xfrm>
              <a:off x="5546513" y="2748350"/>
              <a:ext cx="40700" cy="20200"/>
            </a:xfrm>
            <a:custGeom>
              <a:rect l="l" t="t" r="r" b="b"/>
              <a:pathLst>
                <a:path w="1628" h="806" extrusionOk="0">
                  <a:moveTo>
                    <a:pt x="410" y="0"/>
                  </a:moveTo>
                  <a:cubicBezTo>
                    <a:pt x="188" y="0"/>
                    <a:pt x="1" y="188"/>
                    <a:pt x="1" y="410"/>
                  </a:cubicBezTo>
                  <a:cubicBezTo>
                    <a:pt x="1" y="631"/>
                    <a:pt x="188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31"/>
                    <a:pt x="1628" y="410"/>
                  </a:cubicBezTo>
                  <a:cubicBezTo>
                    <a:pt x="1628" y="188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8" name="Google Shape;1098;p42"/>
            <p:cNvSpPr/>
            <p:nvPr/>
          </p:nvSpPr>
          <p:spPr>
            <a:xfrm>
              <a:off x="5554713" y="2694450"/>
              <a:ext cx="40650" cy="30375"/>
            </a:xfrm>
            <a:custGeom>
              <a:rect l="l" t="t" r="r" b="b"/>
              <a:pathLst>
                <a:path w="1626" h="1215" extrusionOk="0">
                  <a:moveTo>
                    <a:pt x="462" y="1"/>
                  </a:moveTo>
                  <a:cubicBezTo>
                    <a:pt x="321" y="1"/>
                    <a:pt x="184" y="70"/>
                    <a:pt x="107" y="204"/>
                  </a:cubicBezTo>
                  <a:cubicBezTo>
                    <a:pt x="1" y="403"/>
                    <a:pt x="60" y="650"/>
                    <a:pt x="259" y="753"/>
                  </a:cubicBezTo>
                  <a:lnTo>
                    <a:pt x="960" y="1163"/>
                  </a:lnTo>
                  <a:cubicBezTo>
                    <a:pt x="1021" y="1197"/>
                    <a:pt x="1090" y="1214"/>
                    <a:pt x="1159" y="1214"/>
                  </a:cubicBezTo>
                  <a:cubicBezTo>
                    <a:pt x="1299" y="1214"/>
                    <a:pt x="1439" y="1145"/>
                    <a:pt x="1510" y="1011"/>
                  </a:cubicBezTo>
                  <a:cubicBezTo>
                    <a:pt x="1625" y="824"/>
                    <a:pt x="1555" y="565"/>
                    <a:pt x="1356" y="462"/>
                  </a:cubicBezTo>
                  <a:lnTo>
                    <a:pt x="668" y="52"/>
                  </a:lnTo>
                  <a:cubicBezTo>
                    <a:pt x="603" y="18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9" name="Google Shape;1099;p42"/>
            <p:cNvSpPr/>
            <p:nvPr/>
          </p:nvSpPr>
          <p:spPr>
            <a:xfrm>
              <a:off x="5554713" y="2792200"/>
              <a:ext cx="40650" cy="30350"/>
            </a:xfrm>
            <a:custGeom>
              <a:rect l="l" t="t" r="r" b="b"/>
              <a:pathLst>
                <a:path w="1626" h="1214" extrusionOk="0">
                  <a:moveTo>
                    <a:pt x="1162" y="0"/>
                  </a:moveTo>
                  <a:cubicBezTo>
                    <a:pt x="1092" y="0"/>
                    <a:pt x="1022" y="19"/>
                    <a:pt x="960" y="58"/>
                  </a:cubicBezTo>
                  <a:lnTo>
                    <a:pt x="259" y="457"/>
                  </a:lnTo>
                  <a:cubicBezTo>
                    <a:pt x="60" y="572"/>
                    <a:pt x="1" y="819"/>
                    <a:pt x="107" y="1018"/>
                  </a:cubicBezTo>
                  <a:cubicBezTo>
                    <a:pt x="184" y="1141"/>
                    <a:pt x="320" y="1214"/>
                    <a:pt x="461" y="1214"/>
                  </a:cubicBezTo>
                  <a:cubicBezTo>
                    <a:pt x="531" y="1214"/>
                    <a:pt x="602" y="1196"/>
                    <a:pt x="668" y="1158"/>
                  </a:cubicBezTo>
                  <a:lnTo>
                    <a:pt x="1356" y="760"/>
                  </a:lnTo>
                  <a:cubicBezTo>
                    <a:pt x="1555" y="642"/>
                    <a:pt x="1625" y="398"/>
                    <a:pt x="1510" y="199"/>
                  </a:cubicBezTo>
                  <a:cubicBezTo>
                    <a:pt x="1439" y="73"/>
                    <a:pt x="1301" y="0"/>
                    <a:pt x="11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100" name="Google Shape;1100;p42"/>
          <p:cNvSpPr/>
          <p:nvPr/>
        </p:nvSpPr>
        <p:spPr>
          <a:xfrm>
            <a:off x="5366225" y="1267750"/>
            <a:ext cx="345075" cy="344800"/>
          </a:xfrm>
          <a:custGeom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101" name="Google Shape;1101;p42"/>
          <p:cNvSpPr/>
          <p:nvPr/>
        </p:nvSpPr>
        <p:spPr>
          <a:xfrm>
            <a:off x="1438450" y="1267700"/>
            <a:ext cx="345150" cy="344900"/>
          </a:xfrm>
          <a:custGeom>
            <a:rect l="l" t="t" r="r" b="b"/>
            <a:pathLst>
              <a:path w="13805" h="13796" extrusionOk="0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102" name="Google Shape;1102;p42"/>
          <p:cNvGrpSpPr/>
          <p:nvPr/>
        </p:nvGrpSpPr>
        <p:grpSpPr>
          <a:xfrm>
            <a:off x="3401588" y="1267700"/>
            <a:ext cx="346550" cy="344900"/>
            <a:chOff x="3239763" y="2681150"/>
            <a:chExt cx="346550" cy="344900"/>
          </a:xfrm>
        </p:grpSpPr>
        <p:sp>
          <p:nvSpPr>
            <p:cNvPr id="1103" name="Google Shape;1103;p42"/>
            <p:cNvSpPr/>
            <p:nvPr/>
          </p:nvSpPr>
          <p:spPr>
            <a:xfrm>
              <a:off x="3344688" y="2763625"/>
              <a:ext cx="136775" cy="43900"/>
            </a:xfrm>
            <a:custGeom>
              <a:rect l="l" t="t" r="r" b="b"/>
              <a:pathLst>
                <a:path w="5471" h="1756" extrusionOk="0">
                  <a:moveTo>
                    <a:pt x="2738" y="1"/>
                  </a:moveTo>
                  <a:cubicBezTo>
                    <a:pt x="1808" y="1"/>
                    <a:pt x="876" y="354"/>
                    <a:pt x="163" y="1061"/>
                  </a:cubicBezTo>
                  <a:cubicBezTo>
                    <a:pt x="0" y="1224"/>
                    <a:pt x="0" y="1482"/>
                    <a:pt x="163" y="1633"/>
                  </a:cubicBezTo>
                  <a:cubicBezTo>
                    <a:pt x="245" y="1715"/>
                    <a:pt x="347" y="1755"/>
                    <a:pt x="449" y="1755"/>
                  </a:cubicBezTo>
                  <a:cubicBezTo>
                    <a:pt x="552" y="1755"/>
                    <a:pt x="654" y="1715"/>
                    <a:pt x="735" y="1633"/>
                  </a:cubicBezTo>
                  <a:cubicBezTo>
                    <a:pt x="1291" y="1083"/>
                    <a:pt x="2015" y="809"/>
                    <a:pt x="2738" y="809"/>
                  </a:cubicBezTo>
                  <a:cubicBezTo>
                    <a:pt x="3462" y="809"/>
                    <a:pt x="4183" y="1083"/>
                    <a:pt x="4733" y="1633"/>
                  </a:cubicBezTo>
                  <a:cubicBezTo>
                    <a:pt x="4814" y="1715"/>
                    <a:pt x="4920" y="1755"/>
                    <a:pt x="5023" y="1755"/>
                  </a:cubicBezTo>
                  <a:cubicBezTo>
                    <a:pt x="5127" y="1755"/>
                    <a:pt x="5230" y="1715"/>
                    <a:pt x="5305" y="1633"/>
                  </a:cubicBezTo>
                  <a:cubicBezTo>
                    <a:pt x="5471" y="1482"/>
                    <a:pt x="5471" y="1224"/>
                    <a:pt x="5305" y="1061"/>
                  </a:cubicBezTo>
                  <a:cubicBezTo>
                    <a:pt x="4598" y="354"/>
                    <a:pt x="3669" y="1"/>
                    <a:pt x="27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04" name="Google Shape;1104;p42"/>
            <p:cNvSpPr/>
            <p:nvPr/>
          </p:nvSpPr>
          <p:spPr>
            <a:xfrm>
              <a:off x="3373313" y="2804075"/>
              <a:ext cx="79475" cy="32100"/>
            </a:xfrm>
            <a:custGeom>
              <a:rect l="l" t="t" r="r" b="b"/>
              <a:pathLst>
                <a:path w="3179" h="1284" extrusionOk="0">
                  <a:moveTo>
                    <a:pt x="1591" y="1"/>
                  </a:moveTo>
                  <a:cubicBezTo>
                    <a:pt x="1072" y="1"/>
                    <a:pt x="554" y="196"/>
                    <a:pt x="163" y="588"/>
                  </a:cubicBezTo>
                  <a:cubicBezTo>
                    <a:pt x="0" y="753"/>
                    <a:pt x="0" y="997"/>
                    <a:pt x="163" y="1160"/>
                  </a:cubicBezTo>
                  <a:cubicBezTo>
                    <a:pt x="238" y="1243"/>
                    <a:pt x="341" y="1284"/>
                    <a:pt x="445" y="1284"/>
                  </a:cubicBezTo>
                  <a:cubicBezTo>
                    <a:pt x="548" y="1284"/>
                    <a:pt x="654" y="1243"/>
                    <a:pt x="735" y="1160"/>
                  </a:cubicBezTo>
                  <a:cubicBezTo>
                    <a:pt x="969" y="927"/>
                    <a:pt x="1279" y="811"/>
                    <a:pt x="1591" y="811"/>
                  </a:cubicBezTo>
                  <a:cubicBezTo>
                    <a:pt x="1902" y="811"/>
                    <a:pt x="2215" y="927"/>
                    <a:pt x="2455" y="1160"/>
                  </a:cubicBezTo>
                  <a:cubicBezTo>
                    <a:pt x="2530" y="1243"/>
                    <a:pt x="2633" y="1284"/>
                    <a:pt x="2737" y="1284"/>
                  </a:cubicBezTo>
                  <a:cubicBezTo>
                    <a:pt x="2840" y="1284"/>
                    <a:pt x="2946" y="1243"/>
                    <a:pt x="3027" y="1160"/>
                  </a:cubicBezTo>
                  <a:cubicBezTo>
                    <a:pt x="3178" y="997"/>
                    <a:pt x="3178" y="753"/>
                    <a:pt x="3027" y="588"/>
                  </a:cubicBezTo>
                  <a:cubicBezTo>
                    <a:pt x="2630" y="196"/>
                    <a:pt x="2110" y="1"/>
                    <a:pt x="1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05" name="Google Shape;1105;p42"/>
            <p:cNvSpPr/>
            <p:nvPr/>
          </p:nvSpPr>
          <p:spPr>
            <a:xfrm>
              <a:off x="3403113" y="2844500"/>
              <a:ext cx="20150" cy="20150"/>
            </a:xfrm>
            <a:custGeom>
              <a:rect l="l" t="t" r="r" b="b"/>
              <a:pathLst>
                <a:path w="805" h="805" extrusionOk="0">
                  <a:moveTo>
                    <a:pt x="399" y="0"/>
                  </a:moveTo>
                  <a:cubicBezTo>
                    <a:pt x="174" y="0"/>
                    <a:pt x="0" y="174"/>
                    <a:pt x="0" y="398"/>
                  </a:cubicBezTo>
                  <a:cubicBezTo>
                    <a:pt x="0" y="631"/>
                    <a:pt x="174" y="805"/>
                    <a:pt x="399" y="805"/>
                  </a:cubicBezTo>
                  <a:cubicBezTo>
                    <a:pt x="620" y="805"/>
                    <a:pt x="805" y="631"/>
                    <a:pt x="805" y="398"/>
                  </a:cubicBezTo>
                  <a:cubicBezTo>
                    <a:pt x="805" y="174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06" name="Google Shape;1106;p42"/>
            <p:cNvSpPr/>
            <p:nvPr/>
          </p:nvSpPr>
          <p:spPr>
            <a:xfrm>
              <a:off x="3239763" y="2681150"/>
              <a:ext cx="346550" cy="344900"/>
            </a:xfrm>
            <a:custGeom>
              <a:rect l="l" t="t" r="r" b="b"/>
              <a:pathLst>
                <a:path w="13862" h="13796" extrusionOk="0">
                  <a:moveTo>
                    <a:pt x="6394" y="806"/>
                  </a:moveTo>
                  <a:cubicBezTo>
                    <a:pt x="7143" y="806"/>
                    <a:pt x="7844" y="1041"/>
                    <a:pt x="8428" y="1485"/>
                  </a:cubicBezTo>
                  <a:cubicBezTo>
                    <a:pt x="8240" y="1602"/>
                    <a:pt x="8066" y="1743"/>
                    <a:pt x="7900" y="1905"/>
                  </a:cubicBezTo>
                  <a:cubicBezTo>
                    <a:pt x="7738" y="2057"/>
                    <a:pt x="7738" y="2315"/>
                    <a:pt x="7900" y="2478"/>
                  </a:cubicBezTo>
                  <a:cubicBezTo>
                    <a:pt x="7978" y="2553"/>
                    <a:pt x="8080" y="2591"/>
                    <a:pt x="8184" y="2591"/>
                  </a:cubicBezTo>
                  <a:cubicBezTo>
                    <a:pt x="8288" y="2591"/>
                    <a:pt x="8393" y="2553"/>
                    <a:pt x="8476" y="2478"/>
                  </a:cubicBezTo>
                  <a:cubicBezTo>
                    <a:pt x="8697" y="2245"/>
                    <a:pt x="8989" y="2079"/>
                    <a:pt x="9269" y="1987"/>
                  </a:cubicBezTo>
                  <a:cubicBezTo>
                    <a:pt x="9480" y="1917"/>
                    <a:pt x="9694" y="1883"/>
                    <a:pt x="9906" y="1883"/>
                  </a:cubicBezTo>
                  <a:cubicBezTo>
                    <a:pt x="10434" y="1883"/>
                    <a:pt x="10943" y="2093"/>
                    <a:pt x="11326" y="2478"/>
                  </a:cubicBezTo>
                  <a:cubicBezTo>
                    <a:pt x="11817" y="2969"/>
                    <a:pt x="12016" y="3659"/>
                    <a:pt x="11876" y="4338"/>
                  </a:cubicBezTo>
                  <a:cubicBezTo>
                    <a:pt x="11794" y="4699"/>
                    <a:pt x="11606" y="5061"/>
                    <a:pt x="11326" y="5331"/>
                  </a:cubicBezTo>
                  <a:cubicBezTo>
                    <a:pt x="11174" y="5493"/>
                    <a:pt x="11174" y="5751"/>
                    <a:pt x="11326" y="5903"/>
                  </a:cubicBezTo>
                  <a:cubicBezTo>
                    <a:pt x="11407" y="5984"/>
                    <a:pt x="11514" y="6021"/>
                    <a:pt x="11618" y="6021"/>
                  </a:cubicBezTo>
                  <a:cubicBezTo>
                    <a:pt x="11724" y="6021"/>
                    <a:pt x="11817" y="5984"/>
                    <a:pt x="11898" y="5903"/>
                  </a:cubicBezTo>
                  <a:cubicBezTo>
                    <a:pt x="12145" y="5656"/>
                    <a:pt x="12344" y="5376"/>
                    <a:pt x="12473" y="5084"/>
                  </a:cubicBezTo>
                  <a:cubicBezTo>
                    <a:pt x="12810" y="5401"/>
                    <a:pt x="12998" y="5855"/>
                    <a:pt x="12998" y="6335"/>
                  </a:cubicBezTo>
                  <a:cubicBezTo>
                    <a:pt x="12998" y="7294"/>
                    <a:pt x="12215" y="8077"/>
                    <a:pt x="11244" y="8077"/>
                  </a:cubicBezTo>
                  <a:lnTo>
                    <a:pt x="2618" y="8077"/>
                  </a:lnTo>
                  <a:cubicBezTo>
                    <a:pt x="1647" y="8077"/>
                    <a:pt x="865" y="7294"/>
                    <a:pt x="865" y="6335"/>
                  </a:cubicBezTo>
                  <a:cubicBezTo>
                    <a:pt x="865" y="5493"/>
                    <a:pt x="1462" y="4792"/>
                    <a:pt x="2245" y="4618"/>
                  </a:cubicBezTo>
                  <a:cubicBezTo>
                    <a:pt x="2279" y="5002"/>
                    <a:pt x="2374" y="5364"/>
                    <a:pt x="2514" y="5726"/>
                  </a:cubicBezTo>
                  <a:cubicBezTo>
                    <a:pt x="2576" y="5886"/>
                    <a:pt x="2725" y="5979"/>
                    <a:pt x="2886" y="5979"/>
                  </a:cubicBezTo>
                  <a:cubicBezTo>
                    <a:pt x="2936" y="5979"/>
                    <a:pt x="2988" y="5970"/>
                    <a:pt x="3039" y="5951"/>
                  </a:cubicBezTo>
                  <a:cubicBezTo>
                    <a:pt x="3249" y="5866"/>
                    <a:pt x="3342" y="5634"/>
                    <a:pt x="3260" y="5423"/>
                  </a:cubicBezTo>
                  <a:cubicBezTo>
                    <a:pt x="3109" y="5025"/>
                    <a:pt x="3028" y="4604"/>
                    <a:pt x="3028" y="4172"/>
                  </a:cubicBezTo>
                  <a:cubicBezTo>
                    <a:pt x="3028" y="2315"/>
                    <a:pt x="4534" y="806"/>
                    <a:pt x="6394" y="806"/>
                  </a:cubicBezTo>
                  <a:close/>
                  <a:moveTo>
                    <a:pt x="2618" y="12178"/>
                  </a:moveTo>
                  <a:cubicBezTo>
                    <a:pt x="2840" y="12178"/>
                    <a:pt x="3028" y="12366"/>
                    <a:pt x="3028" y="12588"/>
                  </a:cubicBezTo>
                  <a:cubicBezTo>
                    <a:pt x="3028" y="12810"/>
                    <a:pt x="2840" y="12986"/>
                    <a:pt x="2618" y="12986"/>
                  </a:cubicBezTo>
                  <a:cubicBezTo>
                    <a:pt x="2396" y="12986"/>
                    <a:pt x="2220" y="12810"/>
                    <a:pt x="2220" y="12588"/>
                  </a:cubicBezTo>
                  <a:cubicBezTo>
                    <a:pt x="2220" y="12366"/>
                    <a:pt x="2396" y="12178"/>
                    <a:pt x="2618" y="12178"/>
                  </a:cubicBezTo>
                  <a:close/>
                  <a:moveTo>
                    <a:pt x="6933" y="12178"/>
                  </a:moveTo>
                  <a:cubicBezTo>
                    <a:pt x="7154" y="12178"/>
                    <a:pt x="7339" y="12366"/>
                    <a:pt x="7339" y="12588"/>
                  </a:cubicBezTo>
                  <a:cubicBezTo>
                    <a:pt x="7339" y="12810"/>
                    <a:pt x="7154" y="12986"/>
                    <a:pt x="6933" y="12986"/>
                  </a:cubicBezTo>
                  <a:cubicBezTo>
                    <a:pt x="6708" y="12986"/>
                    <a:pt x="6534" y="12810"/>
                    <a:pt x="6534" y="12588"/>
                  </a:cubicBezTo>
                  <a:cubicBezTo>
                    <a:pt x="6534" y="12366"/>
                    <a:pt x="6708" y="12178"/>
                    <a:pt x="6933" y="12178"/>
                  </a:cubicBezTo>
                  <a:close/>
                  <a:moveTo>
                    <a:pt x="11244" y="12178"/>
                  </a:moveTo>
                  <a:cubicBezTo>
                    <a:pt x="11466" y="12178"/>
                    <a:pt x="11654" y="12366"/>
                    <a:pt x="11654" y="12588"/>
                  </a:cubicBezTo>
                  <a:cubicBezTo>
                    <a:pt x="11654" y="12810"/>
                    <a:pt x="11466" y="12986"/>
                    <a:pt x="11244" y="12986"/>
                  </a:cubicBezTo>
                  <a:cubicBezTo>
                    <a:pt x="11023" y="12986"/>
                    <a:pt x="10846" y="12810"/>
                    <a:pt x="10846" y="12588"/>
                  </a:cubicBezTo>
                  <a:cubicBezTo>
                    <a:pt x="10846" y="12366"/>
                    <a:pt x="11023" y="12178"/>
                    <a:pt x="11244" y="12178"/>
                  </a:cubicBezTo>
                  <a:close/>
                  <a:moveTo>
                    <a:pt x="6383" y="1"/>
                  </a:moveTo>
                  <a:cubicBezTo>
                    <a:pt x="4220" y="1"/>
                    <a:pt x="2430" y="1647"/>
                    <a:pt x="2234" y="3762"/>
                  </a:cubicBezTo>
                  <a:lnTo>
                    <a:pt x="2208" y="3762"/>
                  </a:lnTo>
                  <a:lnTo>
                    <a:pt x="2208" y="3799"/>
                  </a:lnTo>
                  <a:cubicBezTo>
                    <a:pt x="957" y="3998"/>
                    <a:pt x="1" y="5120"/>
                    <a:pt x="60" y="6442"/>
                  </a:cubicBezTo>
                  <a:cubicBezTo>
                    <a:pt x="104" y="7785"/>
                    <a:pt x="1297" y="8896"/>
                    <a:pt x="2641" y="8896"/>
                  </a:cubicBezTo>
                  <a:lnTo>
                    <a:pt x="4091" y="8896"/>
                  </a:lnTo>
                  <a:lnTo>
                    <a:pt x="4091" y="11034"/>
                  </a:lnTo>
                  <a:lnTo>
                    <a:pt x="3308" y="11595"/>
                  </a:lnTo>
                  <a:cubicBezTo>
                    <a:pt x="3109" y="11459"/>
                    <a:pt x="2871" y="11370"/>
                    <a:pt x="2612" y="11370"/>
                  </a:cubicBezTo>
                  <a:cubicBezTo>
                    <a:pt x="2584" y="11370"/>
                    <a:pt x="2555" y="11371"/>
                    <a:pt x="2525" y="11373"/>
                  </a:cubicBezTo>
                  <a:cubicBezTo>
                    <a:pt x="1917" y="11421"/>
                    <a:pt x="1426" y="11923"/>
                    <a:pt x="1403" y="12543"/>
                  </a:cubicBezTo>
                  <a:cubicBezTo>
                    <a:pt x="1378" y="13230"/>
                    <a:pt x="1928" y="13791"/>
                    <a:pt x="2618" y="13791"/>
                  </a:cubicBezTo>
                  <a:cubicBezTo>
                    <a:pt x="3286" y="13791"/>
                    <a:pt x="3822" y="13256"/>
                    <a:pt x="3822" y="12588"/>
                  </a:cubicBezTo>
                  <a:cubicBezTo>
                    <a:pt x="3822" y="12473"/>
                    <a:pt x="3810" y="12355"/>
                    <a:pt x="3777" y="12249"/>
                  </a:cubicBezTo>
                  <a:lnTo>
                    <a:pt x="4733" y="11572"/>
                  </a:lnTo>
                  <a:cubicBezTo>
                    <a:pt x="4840" y="11491"/>
                    <a:pt x="4910" y="11373"/>
                    <a:pt x="4910" y="11233"/>
                  </a:cubicBezTo>
                  <a:lnTo>
                    <a:pt x="4910" y="8896"/>
                  </a:lnTo>
                  <a:lnTo>
                    <a:pt x="6523" y="8896"/>
                  </a:lnTo>
                  <a:lnTo>
                    <a:pt x="6523" y="11443"/>
                  </a:lnTo>
                  <a:cubicBezTo>
                    <a:pt x="6032" y="11617"/>
                    <a:pt x="5681" y="12097"/>
                    <a:pt x="5715" y="12658"/>
                  </a:cubicBezTo>
                  <a:cubicBezTo>
                    <a:pt x="5752" y="13278"/>
                    <a:pt x="6254" y="13769"/>
                    <a:pt x="6874" y="13791"/>
                  </a:cubicBezTo>
                  <a:cubicBezTo>
                    <a:pt x="6895" y="13793"/>
                    <a:pt x="6917" y="13793"/>
                    <a:pt x="6938" y="13793"/>
                  </a:cubicBezTo>
                  <a:cubicBezTo>
                    <a:pt x="7609" y="13793"/>
                    <a:pt x="8136" y="13246"/>
                    <a:pt x="8136" y="12588"/>
                  </a:cubicBezTo>
                  <a:cubicBezTo>
                    <a:pt x="8136" y="12063"/>
                    <a:pt x="7797" y="11606"/>
                    <a:pt x="7328" y="11443"/>
                  </a:cubicBezTo>
                  <a:lnTo>
                    <a:pt x="7328" y="8896"/>
                  </a:lnTo>
                  <a:lnTo>
                    <a:pt x="8952" y="8896"/>
                  </a:lnTo>
                  <a:lnTo>
                    <a:pt x="8952" y="11233"/>
                  </a:lnTo>
                  <a:cubicBezTo>
                    <a:pt x="8952" y="11373"/>
                    <a:pt x="9011" y="11491"/>
                    <a:pt x="9118" y="11572"/>
                  </a:cubicBezTo>
                  <a:lnTo>
                    <a:pt x="10075" y="12249"/>
                  </a:lnTo>
                  <a:cubicBezTo>
                    <a:pt x="10041" y="12355"/>
                    <a:pt x="10030" y="12473"/>
                    <a:pt x="10030" y="12588"/>
                  </a:cubicBezTo>
                  <a:cubicBezTo>
                    <a:pt x="10030" y="13255"/>
                    <a:pt x="10568" y="13796"/>
                    <a:pt x="11234" y="13796"/>
                  </a:cubicBezTo>
                  <a:cubicBezTo>
                    <a:pt x="11268" y="13796"/>
                    <a:pt x="11303" y="13794"/>
                    <a:pt x="11337" y="13791"/>
                  </a:cubicBezTo>
                  <a:cubicBezTo>
                    <a:pt x="11923" y="13747"/>
                    <a:pt x="12403" y="13267"/>
                    <a:pt x="12448" y="12683"/>
                  </a:cubicBezTo>
                  <a:cubicBezTo>
                    <a:pt x="12507" y="11968"/>
                    <a:pt x="11946" y="11373"/>
                    <a:pt x="11244" y="11373"/>
                  </a:cubicBezTo>
                  <a:cubicBezTo>
                    <a:pt x="10986" y="11373"/>
                    <a:pt x="10742" y="11455"/>
                    <a:pt x="10543" y="11595"/>
                  </a:cubicBezTo>
                  <a:lnTo>
                    <a:pt x="9760" y="11034"/>
                  </a:lnTo>
                  <a:lnTo>
                    <a:pt x="9760" y="8896"/>
                  </a:lnTo>
                  <a:lnTo>
                    <a:pt x="11211" y="8896"/>
                  </a:lnTo>
                  <a:cubicBezTo>
                    <a:pt x="12529" y="8896"/>
                    <a:pt x="13710" y="7819"/>
                    <a:pt x="13792" y="6498"/>
                  </a:cubicBezTo>
                  <a:cubicBezTo>
                    <a:pt x="13862" y="5600"/>
                    <a:pt x="13430" y="4733"/>
                    <a:pt x="12706" y="4231"/>
                  </a:cubicBezTo>
                  <a:cubicBezTo>
                    <a:pt x="12799" y="3367"/>
                    <a:pt x="12507" y="2514"/>
                    <a:pt x="11898" y="1905"/>
                  </a:cubicBezTo>
                  <a:cubicBezTo>
                    <a:pt x="11354" y="1362"/>
                    <a:pt x="10635" y="1071"/>
                    <a:pt x="9899" y="1071"/>
                  </a:cubicBezTo>
                  <a:cubicBezTo>
                    <a:pt x="9686" y="1071"/>
                    <a:pt x="9471" y="1095"/>
                    <a:pt x="9258" y="1145"/>
                  </a:cubicBezTo>
                  <a:cubicBezTo>
                    <a:pt x="8487" y="396"/>
                    <a:pt x="7468" y="1"/>
                    <a:pt x="6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07" name="Google Shape;1107;p42"/>
            <p:cNvSpPr/>
            <p:nvPr/>
          </p:nvSpPr>
          <p:spPr>
            <a:xfrm>
              <a:off x="3471488" y="2730800"/>
              <a:ext cx="300" cy="25"/>
            </a:xfrm>
            <a:custGeom>
              <a:rect l="l" t="t" r="r" b="b"/>
              <a:pathLst>
                <a:path w="12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2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108" name="Google Shape;1108;p42"/>
          <p:cNvGrpSpPr/>
          <p:nvPr/>
        </p:nvGrpSpPr>
        <p:grpSpPr>
          <a:xfrm>
            <a:off x="7328938" y="3127300"/>
            <a:ext cx="345425" cy="345150"/>
            <a:chOff x="1735413" y="3243975"/>
            <a:chExt cx="345425" cy="345150"/>
          </a:xfrm>
        </p:grpSpPr>
        <p:sp>
          <p:nvSpPr>
            <p:cNvPr id="1109" name="Google Shape;1109;p42"/>
            <p:cNvSpPr/>
            <p:nvPr/>
          </p:nvSpPr>
          <p:spPr>
            <a:xfrm>
              <a:off x="1735413" y="3299150"/>
              <a:ext cx="236100" cy="289975"/>
            </a:xfrm>
            <a:custGeom>
              <a:rect l="l" t="t" r="r" b="b"/>
              <a:pathLst>
                <a:path w="9444" h="11599" extrusionOk="0">
                  <a:moveTo>
                    <a:pt x="4009" y="820"/>
                  </a:moveTo>
                  <a:cubicBezTo>
                    <a:pt x="4183" y="820"/>
                    <a:pt x="4360" y="890"/>
                    <a:pt x="4478" y="1019"/>
                  </a:cubicBezTo>
                  <a:lnTo>
                    <a:pt x="4980" y="1510"/>
                  </a:lnTo>
                  <a:cubicBezTo>
                    <a:pt x="5050" y="1580"/>
                    <a:pt x="5154" y="1625"/>
                    <a:pt x="5261" y="1625"/>
                  </a:cubicBezTo>
                  <a:lnTo>
                    <a:pt x="5530" y="1625"/>
                  </a:lnTo>
                  <a:cubicBezTo>
                    <a:pt x="5903" y="1625"/>
                    <a:pt x="6206" y="1931"/>
                    <a:pt x="6206" y="2304"/>
                  </a:cubicBezTo>
                  <a:lnTo>
                    <a:pt x="6206" y="2702"/>
                  </a:lnTo>
                  <a:lnTo>
                    <a:pt x="2828" y="2702"/>
                  </a:lnTo>
                  <a:cubicBezTo>
                    <a:pt x="2466" y="2702"/>
                    <a:pt x="2163" y="2397"/>
                    <a:pt x="2163" y="2024"/>
                  </a:cubicBezTo>
                  <a:lnTo>
                    <a:pt x="2163" y="1485"/>
                  </a:lnTo>
                  <a:cubicBezTo>
                    <a:pt x="2163" y="1123"/>
                    <a:pt x="2466" y="820"/>
                    <a:pt x="2828" y="820"/>
                  </a:cubicBezTo>
                  <a:close/>
                  <a:moveTo>
                    <a:pt x="6206" y="3508"/>
                  </a:moveTo>
                  <a:lnTo>
                    <a:pt x="6206" y="4992"/>
                  </a:lnTo>
                  <a:cubicBezTo>
                    <a:pt x="6206" y="5813"/>
                    <a:pt x="5538" y="6480"/>
                    <a:pt x="4713" y="6480"/>
                  </a:cubicBezTo>
                  <a:cubicBezTo>
                    <a:pt x="4692" y="6480"/>
                    <a:pt x="4672" y="6479"/>
                    <a:pt x="4652" y="6478"/>
                  </a:cubicBezTo>
                  <a:cubicBezTo>
                    <a:pt x="3858" y="6442"/>
                    <a:pt x="3238" y="5763"/>
                    <a:pt x="3238" y="4969"/>
                  </a:cubicBezTo>
                  <a:lnTo>
                    <a:pt x="3238" y="3508"/>
                  </a:lnTo>
                  <a:close/>
                  <a:moveTo>
                    <a:pt x="5202" y="7284"/>
                  </a:moveTo>
                  <a:lnTo>
                    <a:pt x="5061" y="8091"/>
                  </a:lnTo>
                  <a:lnTo>
                    <a:pt x="4394" y="8091"/>
                  </a:lnTo>
                  <a:lnTo>
                    <a:pt x="4267" y="7284"/>
                  </a:lnTo>
                  <a:close/>
                  <a:moveTo>
                    <a:pt x="3437" y="7284"/>
                  </a:moveTo>
                  <a:lnTo>
                    <a:pt x="3636" y="8512"/>
                  </a:lnTo>
                  <a:lnTo>
                    <a:pt x="3412" y="10790"/>
                  </a:lnTo>
                  <a:lnTo>
                    <a:pt x="806" y="10790"/>
                  </a:lnTo>
                  <a:lnTo>
                    <a:pt x="806" y="9575"/>
                  </a:lnTo>
                  <a:cubicBezTo>
                    <a:pt x="806" y="8313"/>
                    <a:pt x="1835" y="7284"/>
                    <a:pt x="3109" y="7284"/>
                  </a:cubicBezTo>
                  <a:close/>
                  <a:moveTo>
                    <a:pt x="5039" y="8908"/>
                  </a:moveTo>
                  <a:lnTo>
                    <a:pt x="5224" y="10790"/>
                  </a:lnTo>
                  <a:lnTo>
                    <a:pt x="4231" y="10790"/>
                  </a:lnTo>
                  <a:lnTo>
                    <a:pt x="4419" y="8908"/>
                  </a:lnTo>
                  <a:close/>
                  <a:moveTo>
                    <a:pt x="6335" y="7284"/>
                  </a:moveTo>
                  <a:cubicBezTo>
                    <a:pt x="7609" y="7284"/>
                    <a:pt x="8627" y="8313"/>
                    <a:pt x="8627" y="9575"/>
                  </a:cubicBezTo>
                  <a:lnTo>
                    <a:pt x="8627" y="10790"/>
                  </a:lnTo>
                  <a:lnTo>
                    <a:pt x="6032" y="10790"/>
                  </a:lnTo>
                  <a:lnTo>
                    <a:pt x="5796" y="8512"/>
                  </a:lnTo>
                  <a:lnTo>
                    <a:pt x="6007" y="7284"/>
                  </a:lnTo>
                  <a:close/>
                  <a:moveTo>
                    <a:pt x="2828" y="1"/>
                  </a:moveTo>
                  <a:cubicBezTo>
                    <a:pt x="2009" y="1"/>
                    <a:pt x="1356" y="669"/>
                    <a:pt x="1356" y="1485"/>
                  </a:cubicBezTo>
                  <a:lnTo>
                    <a:pt x="1356" y="2024"/>
                  </a:lnTo>
                  <a:cubicBezTo>
                    <a:pt x="1356" y="2702"/>
                    <a:pt x="1813" y="3275"/>
                    <a:pt x="2430" y="3463"/>
                  </a:cubicBezTo>
                  <a:lnTo>
                    <a:pt x="2430" y="4992"/>
                  </a:lnTo>
                  <a:cubicBezTo>
                    <a:pt x="2430" y="5567"/>
                    <a:pt x="2640" y="6080"/>
                    <a:pt x="2980" y="6478"/>
                  </a:cubicBezTo>
                  <a:cubicBezTo>
                    <a:pt x="1322" y="6549"/>
                    <a:pt x="1" y="7915"/>
                    <a:pt x="1" y="9575"/>
                  </a:cubicBezTo>
                  <a:lnTo>
                    <a:pt x="1" y="11200"/>
                  </a:lnTo>
                  <a:cubicBezTo>
                    <a:pt x="1" y="11421"/>
                    <a:pt x="186" y="11598"/>
                    <a:pt x="410" y="11598"/>
                  </a:cubicBezTo>
                  <a:lnTo>
                    <a:pt x="9037" y="11598"/>
                  </a:lnTo>
                  <a:cubicBezTo>
                    <a:pt x="9258" y="11598"/>
                    <a:pt x="9443" y="11421"/>
                    <a:pt x="9443" y="11200"/>
                  </a:cubicBezTo>
                  <a:lnTo>
                    <a:pt x="9443" y="9575"/>
                  </a:lnTo>
                  <a:cubicBezTo>
                    <a:pt x="9443" y="7915"/>
                    <a:pt x="8111" y="6549"/>
                    <a:pt x="6464" y="6478"/>
                  </a:cubicBezTo>
                  <a:cubicBezTo>
                    <a:pt x="6803" y="6080"/>
                    <a:pt x="7014" y="5567"/>
                    <a:pt x="7014" y="4992"/>
                  </a:cubicBezTo>
                  <a:lnTo>
                    <a:pt x="7014" y="2304"/>
                  </a:lnTo>
                  <a:cubicBezTo>
                    <a:pt x="7014" y="1474"/>
                    <a:pt x="6346" y="820"/>
                    <a:pt x="5530" y="820"/>
                  </a:cubicBezTo>
                  <a:lnTo>
                    <a:pt x="5423" y="820"/>
                  </a:lnTo>
                  <a:lnTo>
                    <a:pt x="5050" y="447"/>
                  </a:lnTo>
                  <a:cubicBezTo>
                    <a:pt x="4781" y="166"/>
                    <a:pt x="4394" y="1"/>
                    <a:pt x="4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10" name="Google Shape;1110;p42"/>
            <p:cNvSpPr/>
            <p:nvPr/>
          </p:nvSpPr>
          <p:spPr>
            <a:xfrm>
              <a:off x="1925338" y="3243975"/>
              <a:ext cx="155500" cy="208950"/>
            </a:xfrm>
            <a:custGeom>
              <a:rect l="l" t="t" r="r" b="b"/>
              <a:pathLst>
                <a:path w="6220" h="8358" extrusionOk="0">
                  <a:moveTo>
                    <a:pt x="3109" y="816"/>
                  </a:moveTo>
                  <a:cubicBezTo>
                    <a:pt x="4371" y="816"/>
                    <a:pt x="5401" y="1846"/>
                    <a:pt x="5401" y="3108"/>
                  </a:cubicBezTo>
                  <a:cubicBezTo>
                    <a:pt x="5401" y="3787"/>
                    <a:pt x="5098" y="4430"/>
                    <a:pt x="4570" y="4873"/>
                  </a:cubicBezTo>
                  <a:cubicBezTo>
                    <a:pt x="4220" y="5154"/>
                    <a:pt x="3998" y="5529"/>
                    <a:pt x="3917" y="5936"/>
                  </a:cubicBezTo>
                  <a:lnTo>
                    <a:pt x="3518" y="5936"/>
                  </a:lnTo>
                  <a:lnTo>
                    <a:pt x="3518" y="3810"/>
                  </a:lnTo>
                  <a:lnTo>
                    <a:pt x="4197" y="3131"/>
                  </a:lnTo>
                  <a:cubicBezTo>
                    <a:pt x="4349" y="2979"/>
                    <a:pt x="4360" y="2747"/>
                    <a:pt x="4231" y="2584"/>
                  </a:cubicBezTo>
                  <a:cubicBezTo>
                    <a:pt x="4150" y="2483"/>
                    <a:pt x="4032" y="2434"/>
                    <a:pt x="3915" y="2434"/>
                  </a:cubicBezTo>
                  <a:cubicBezTo>
                    <a:pt x="3813" y="2434"/>
                    <a:pt x="3712" y="2472"/>
                    <a:pt x="3636" y="2547"/>
                  </a:cubicBezTo>
                  <a:lnTo>
                    <a:pt x="3109" y="3075"/>
                  </a:lnTo>
                  <a:lnTo>
                    <a:pt x="2584" y="2547"/>
                  </a:lnTo>
                  <a:cubicBezTo>
                    <a:pt x="2508" y="2472"/>
                    <a:pt x="2407" y="2434"/>
                    <a:pt x="2305" y="2434"/>
                  </a:cubicBezTo>
                  <a:cubicBezTo>
                    <a:pt x="2187" y="2434"/>
                    <a:pt x="2069" y="2483"/>
                    <a:pt x="1987" y="2584"/>
                  </a:cubicBezTo>
                  <a:cubicBezTo>
                    <a:pt x="1860" y="2747"/>
                    <a:pt x="1872" y="2979"/>
                    <a:pt x="2023" y="3131"/>
                  </a:cubicBezTo>
                  <a:lnTo>
                    <a:pt x="2702" y="3810"/>
                  </a:lnTo>
                  <a:lnTo>
                    <a:pt x="2702" y="5936"/>
                  </a:lnTo>
                  <a:lnTo>
                    <a:pt x="2304" y="5936"/>
                  </a:lnTo>
                  <a:cubicBezTo>
                    <a:pt x="2222" y="5529"/>
                    <a:pt x="2001" y="5154"/>
                    <a:pt x="1650" y="4873"/>
                  </a:cubicBezTo>
                  <a:cubicBezTo>
                    <a:pt x="1123" y="4430"/>
                    <a:pt x="820" y="3787"/>
                    <a:pt x="820" y="3108"/>
                  </a:cubicBezTo>
                  <a:cubicBezTo>
                    <a:pt x="820" y="1846"/>
                    <a:pt x="1846" y="816"/>
                    <a:pt x="3109" y="816"/>
                  </a:cubicBezTo>
                  <a:close/>
                  <a:moveTo>
                    <a:pt x="3894" y="6744"/>
                  </a:moveTo>
                  <a:lnTo>
                    <a:pt x="3894" y="7423"/>
                  </a:lnTo>
                  <a:cubicBezTo>
                    <a:pt x="3894" y="7493"/>
                    <a:pt x="3835" y="7549"/>
                    <a:pt x="3754" y="7549"/>
                  </a:cubicBezTo>
                  <a:lnTo>
                    <a:pt x="2466" y="7549"/>
                  </a:lnTo>
                  <a:cubicBezTo>
                    <a:pt x="2385" y="7549"/>
                    <a:pt x="2326" y="7493"/>
                    <a:pt x="2326" y="7423"/>
                  </a:cubicBezTo>
                  <a:lnTo>
                    <a:pt x="2326" y="6744"/>
                  </a:lnTo>
                  <a:close/>
                  <a:moveTo>
                    <a:pt x="3109" y="0"/>
                  </a:moveTo>
                  <a:cubicBezTo>
                    <a:pt x="1392" y="0"/>
                    <a:pt x="0" y="1392"/>
                    <a:pt x="0" y="3108"/>
                  </a:cubicBezTo>
                  <a:cubicBezTo>
                    <a:pt x="0" y="4031"/>
                    <a:pt x="410" y="4909"/>
                    <a:pt x="1134" y="5493"/>
                  </a:cubicBezTo>
                  <a:cubicBezTo>
                    <a:pt x="1381" y="5703"/>
                    <a:pt x="1521" y="5973"/>
                    <a:pt x="1521" y="6264"/>
                  </a:cubicBezTo>
                  <a:lnTo>
                    <a:pt x="1521" y="7423"/>
                  </a:lnTo>
                  <a:cubicBezTo>
                    <a:pt x="1521" y="7936"/>
                    <a:pt x="1942" y="8357"/>
                    <a:pt x="2466" y="8357"/>
                  </a:cubicBezTo>
                  <a:lnTo>
                    <a:pt x="3754" y="8357"/>
                  </a:lnTo>
                  <a:cubicBezTo>
                    <a:pt x="4278" y="8357"/>
                    <a:pt x="4699" y="7936"/>
                    <a:pt x="4699" y="7423"/>
                  </a:cubicBezTo>
                  <a:lnTo>
                    <a:pt x="4699" y="6264"/>
                  </a:lnTo>
                  <a:cubicBezTo>
                    <a:pt x="4699" y="5973"/>
                    <a:pt x="4840" y="5703"/>
                    <a:pt x="5086" y="5493"/>
                  </a:cubicBezTo>
                  <a:cubicBezTo>
                    <a:pt x="5810" y="4909"/>
                    <a:pt x="6220" y="4031"/>
                    <a:pt x="6220" y="3108"/>
                  </a:cubicBezTo>
                  <a:cubicBezTo>
                    <a:pt x="6220" y="1392"/>
                    <a:pt x="4828" y="0"/>
                    <a:pt x="3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cxnSp>
        <p:nvCxnSpPr>
          <p:cNvPr id="1111" name="Google Shape;1111;p42"/>
          <p:cNvCxnSpPr/>
          <p:nvPr/>
        </p:nvCxnSpPr>
        <p:spPr>
          <a:xfrm flipH="1">
            <a:off x="1352441" y="1459857"/>
            <a:ext cx="6440400" cy="1859700"/>
          </a:xfrm>
          <a:prstGeom prst="bentConnector5">
            <a:avLst>
              <a:gd name="adj1" fmla="val -10143"/>
              <a:gd name="adj2" fmla="val 72786"/>
              <a:gd name="adj3" fmla="val 10993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67EA41-00EE-060C-2974-0A615FF35417}"/>
              </a:ext>
            </a:extLst>
          </p:cNvPr>
          <p:cNvSpPr txBox="1"/>
          <p:nvPr/>
        </p:nvSpPr>
        <p:spPr>
          <a:xfrm>
            <a:off x="852632" y="524262"/>
            <a:ext cx="3127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b="1">
                <a:solidFill>
                  <a:schemeClr val="tx1"/>
                </a:solidFill>
              </a:rPr>
              <a:t>ДОРОЖНАЯ КАРТА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9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2026-08-03T14:31:51.317</cp:lastPrinted>
  <dcterms:created xsi:type="dcterms:W3CDTF">2026-08-03T14:31:51Z</dcterms:created>
  <dcterms:modified xsi:type="dcterms:W3CDTF">2026-08-03T14:31:51Z</dcterms:modified>
</cp:coreProperties>
</file>