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36"/>
        <p:cNvGrpSpPr/>
        <p:nvPr/>
      </p:nvGrpSpPr>
      <p:grpSpPr>
        <a:xfrm>
          <a:off x="0" y="0"/>
          <a:ext cx="0" cy="0"/>
        </a:xfrm>
      </p:grpSpPr>
      <p:sp>
        <p:nvSpPr>
          <p:cNvPr id="1037" name="Google Shape;1037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EEFFDFB-59F4-4C24-A2EF-D8999F7A3CB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B31828-4BE6-40CF-BD86-8CAB30DE7CE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437D5E5-5277-4B91-BAE7-AF5371CF98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9533DBA-0150-4724-A0A8-0411A0592F8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39F9D31-480D-425C-AFF4-E4D9C35762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8F23CD4-499C-42E8-A3CD-A70920BBAC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16A94D64-CE93-40F6-B5BF-899CAC62781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1EEA380-40F0-456D-83F4-6ED8A80FEC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01128A9-0D23-422C-B2F6-D458727A11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61BBE82-1236-43FB-9538-52689E0BE0B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9E978CB-6E9E-4A71-905D-45045CF506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039"/>
        <p:cNvGrpSpPr/>
        <p:nvPr/>
      </p:nvGrpSpPr>
      <p:grpSpPr>
        <a:xfrm>
          <a:off x="0" y="0"/>
          <a:ext cx="0" cy="0"/>
        </a:xfrm>
      </p:grpSpPr>
      <p:sp>
        <p:nvSpPr>
          <p:cNvPr id="1040" name="Google Shape;1040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 err="1">
                <a:solidFill>
                  <a:srgbClr val="FFFFFF"/>
                </a:solidFill>
                <a:latin typeface="Arial"/>
                <a:cs typeface="Arial"/>
              </a:rPr>
              <a:t>Дорожная карта</a:t>
            </a:r>
            <a:endParaRPr lang="en" b="1">
              <a:latin typeface="Arial"/>
              <a:cs typeface="Arial"/>
            </a:endParaRPr>
          </a:p>
        </p:txBody>
      </p:sp>
      <p:sp>
        <p:nvSpPr>
          <p:cNvPr id="1041" name="Google Shape;1041;p42"/>
          <p:cNvSpPr/>
          <p:nvPr/>
        </p:nvSpPr>
        <p:spPr>
          <a:xfrm>
            <a:off x="13366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2" name="Google Shape;1042;p42"/>
          <p:cNvSpPr/>
          <p:nvPr/>
        </p:nvSpPr>
        <p:spPr>
          <a:xfrm>
            <a:off x="33005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3" name="Google Shape;1043;p42"/>
          <p:cNvSpPr/>
          <p:nvPr/>
        </p:nvSpPr>
        <p:spPr>
          <a:xfrm>
            <a:off x="52644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4" name="Google Shape;1044;p42"/>
          <p:cNvSpPr/>
          <p:nvPr/>
        </p:nvSpPr>
        <p:spPr>
          <a:xfrm>
            <a:off x="72283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5" name="Google Shape;1045;p42"/>
          <p:cNvSpPr txBox="1"/>
          <p:nvPr/>
        </p:nvSpPr>
        <p:spPr>
          <a:xfrm flipH="1">
            <a:off x="6966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1 / Год/ Описание ключевого дедлайна данного этапа]</a:t>
            </a:r>
            <a:endParaRPr lang="ru-RU" sz="1200">
              <a:solidFill>
                <a:schemeClr val="dk1"/>
              </a:solidFill>
            </a:endParaRPr>
          </a:p>
        </p:txBody>
      </p:sp>
      <p:sp>
        <p:nvSpPr>
          <p:cNvPr id="1046" name="Google Shape;1046;p42"/>
          <p:cNvSpPr txBox="1"/>
          <p:nvPr/>
        </p:nvSpPr>
        <p:spPr>
          <a:xfrm flipH="1">
            <a:off x="26605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2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47" name="Google Shape;1047;p42"/>
          <p:cNvSpPr txBox="1"/>
          <p:nvPr/>
        </p:nvSpPr>
        <p:spPr>
          <a:xfrm flipH="1">
            <a:off x="46244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3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sp>
        <p:nvSpPr>
          <p:cNvPr id="1048" name="Google Shape;1048;p42"/>
          <p:cNvSpPr txBox="1"/>
          <p:nvPr/>
        </p:nvSpPr>
        <p:spPr>
          <a:xfrm flipH="1">
            <a:off x="65883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</a:rPr>
              <a:t>[Этап 4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cxnSp>
        <p:nvCxnSpPr>
          <p:cNvPr id="1049" name="Google Shape;1049;p42"/>
          <p:cNvCxnSpPr>
            <a:stCxn id="1041" idx="3"/>
            <a:endCxn id="1042" idx="1"/>
          </p:cNvCxnSpPr>
          <p:nvPr/>
        </p:nvCxnSpPr>
        <p:spPr>
          <a:xfrm>
            <a:off x="18853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0" name="Google Shape;1050;p42"/>
          <p:cNvCxnSpPr>
            <a:stCxn id="1042" idx="3"/>
            <a:endCxn id="1043" idx="1"/>
          </p:cNvCxnSpPr>
          <p:nvPr/>
        </p:nvCxnSpPr>
        <p:spPr>
          <a:xfrm>
            <a:off x="38492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1" name="Google Shape;1051;p42"/>
          <p:cNvCxnSpPr>
            <a:stCxn id="1043" idx="3"/>
            <a:endCxn id="1044" idx="1"/>
          </p:cNvCxnSpPr>
          <p:nvPr/>
        </p:nvCxnSpPr>
        <p:spPr>
          <a:xfrm>
            <a:off x="58131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2" name="Google Shape;1052;p42"/>
          <p:cNvCxnSpPr>
            <a:stCxn id="1041" idx="2"/>
            <a:endCxn id="1045" idx="0"/>
          </p:cNvCxnSpPr>
          <p:nvPr/>
        </p:nvCxnSpPr>
        <p:spPr>
          <a:xfrm flipH="1">
            <a:off x="16110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3" name="Google Shape;1053;p42"/>
          <p:cNvCxnSpPr>
            <a:stCxn id="1042" idx="2"/>
            <a:endCxn id="1046" idx="0"/>
          </p:cNvCxnSpPr>
          <p:nvPr/>
        </p:nvCxnSpPr>
        <p:spPr>
          <a:xfrm flipH="1">
            <a:off x="35749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42"/>
          <p:cNvCxnSpPr>
            <a:stCxn id="1043" idx="2"/>
            <a:endCxn id="1047" idx="0"/>
          </p:cNvCxnSpPr>
          <p:nvPr/>
        </p:nvCxnSpPr>
        <p:spPr>
          <a:xfrm flipH="1">
            <a:off x="55388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5" name="Google Shape;1055;p42"/>
          <p:cNvCxnSpPr>
            <a:stCxn id="1044" idx="2"/>
            <a:endCxn id="1048" idx="0"/>
          </p:cNvCxnSpPr>
          <p:nvPr/>
        </p:nvCxnSpPr>
        <p:spPr>
          <a:xfrm flipH="1">
            <a:off x="75027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6" name="Google Shape;1056;p42"/>
          <p:cNvSpPr/>
          <p:nvPr/>
        </p:nvSpPr>
        <p:spPr>
          <a:xfrm>
            <a:off x="13366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7" name="Google Shape;1057;p42"/>
          <p:cNvSpPr/>
          <p:nvPr/>
        </p:nvSpPr>
        <p:spPr>
          <a:xfrm>
            <a:off x="33005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8" name="Google Shape;1058;p42"/>
          <p:cNvSpPr/>
          <p:nvPr/>
        </p:nvSpPr>
        <p:spPr>
          <a:xfrm>
            <a:off x="52644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9" name="Google Shape;1059;p42"/>
          <p:cNvSpPr/>
          <p:nvPr/>
        </p:nvSpPr>
        <p:spPr>
          <a:xfrm>
            <a:off x="72283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60" name="Google Shape;1060;p42"/>
          <p:cNvSpPr txBox="1"/>
          <p:nvPr/>
        </p:nvSpPr>
        <p:spPr>
          <a:xfrm flipH="1">
            <a:off x="6966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5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1" name="Google Shape;1061;p42"/>
          <p:cNvSpPr txBox="1"/>
          <p:nvPr/>
        </p:nvSpPr>
        <p:spPr>
          <a:xfrm flipH="1">
            <a:off x="26605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6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" name="Google Shape;1062;p42"/>
          <p:cNvSpPr txBox="1"/>
          <p:nvPr/>
        </p:nvSpPr>
        <p:spPr>
          <a:xfrm flipH="1">
            <a:off x="46244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7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3" name="Google Shape;1063;p42"/>
          <p:cNvSpPr txBox="1"/>
          <p:nvPr/>
        </p:nvSpPr>
        <p:spPr>
          <a:xfrm flipH="1">
            <a:off x="65883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8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cxnSp>
        <p:nvCxnSpPr>
          <p:cNvPr id="1064" name="Google Shape;1064;p42"/>
          <p:cNvCxnSpPr>
            <a:stCxn id="1056" idx="3"/>
            <a:endCxn id="1057" idx="1"/>
          </p:cNvCxnSpPr>
          <p:nvPr/>
        </p:nvCxnSpPr>
        <p:spPr>
          <a:xfrm>
            <a:off x="18853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5" name="Google Shape;1065;p42"/>
          <p:cNvCxnSpPr>
            <a:stCxn id="1057" idx="3"/>
            <a:endCxn id="1058" idx="1"/>
          </p:cNvCxnSpPr>
          <p:nvPr/>
        </p:nvCxnSpPr>
        <p:spPr>
          <a:xfrm>
            <a:off x="38492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6" name="Google Shape;1066;p42"/>
          <p:cNvCxnSpPr>
            <a:stCxn id="1058" idx="3"/>
            <a:endCxn id="1059" idx="1"/>
          </p:cNvCxnSpPr>
          <p:nvPr/>
        </p:nvCxnSpPr>
        <p:spPr>
          <a:xfrm>
            <a:off x="58131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7" name="Google Shape;1067;p42"/>
          <p:cNvCxnSpPr>
            <a:stCxn id="1056" idx="2"/>
            <a:endCxn id="1060" idx="0"/>
          </p:cNvCxnSpPr>
          <p:nvPr/>
        </p:nvCxnSpPr>
        <p:spPr>
          <a:xfrm flipH="1">
            <a:off x="16110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8" name="Google Shape;1068;p42"/>
          <p:cNvCxnSpPr>
            <a:stCxn id="1057" idx="2"/>
            <a:endCxn id="1061" idx="0"/>
          </p:cNvCxnSpPr>
          <p:nvPr/>
        </p:nvCxnSpPr>
        <p:spPr>
          <a:xfrm flipH="1">
            <a:off x="35749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9" name="Google Shape;1069;p42"/>
          <p:cNvCxnSpPr>
            <a:stCxn id="1058" idx="2"/>
            <a:endCxn id="1062" idx="0"/>
          </p:cNvCxnSpPr>
          <p:nvPr/>
        </p:nvCxnSpPr>
        <p:spPr>
          <a:xfrm flipH="1">
            <a:off x="55388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0" name="Google Shape;1070;p42"/>
          <p:cNvCxnSpPr>
            <a:stCxn id="1059" idx="2"/>
            <a:endCxn id="1063" idx="0"/>
          </p:cNvCxnSpPr>
          <p:nvPr/>
        </p:nvCxnSpPr>
        <p:spPr>
          <a:xfrm flipH="1">
            <a:off x="75027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71" name="Google Shape;1071;p42"/>
          <p:cNvGrpSpPr/>
          <p:nvPr/>
        </p:nvGrpSpPr>
        <p:grpSpPr>
          <a:xfrm>
            <a:off x="5365025" y="3127300"/>
            <a:ext cx="347475" cy="345150"/>
            <a:chOff x="4744113" y="3243975"/>
            <a:chExt cx="347475" cy="345150"/>
          </a:xfrm>
        </p:grpSpPr>
        <p:sp>
          <p:nvSpPr>
            <p:cNvPr id="1072" name="Google Shape;1072;p42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76" name="Google Shape;1076;p42"/>
          <p:cNvGrpSpPr/>
          <p:nvPr/>
        </p:nvGrpSpPr>
        <p:grpSpPr>
          <a:xfrm>
            <a:off x="1450438" y="3127138"/>
            <a:ext cx="321175" cy="345475"/>
            <a:chOff x="3252313" y="3243975"/>
            <a:chExt cx="321175" cy="345475"/>
          </a:xfrm>
        </p:grpSpPr>
        <p:sp>
          <p:nvSpPr>
            <p:cNvPr id="1077" name="Google Shape;1077;p42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8" name="Google Shape;1078;p42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9" name="Google Shape;1079;p42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0" name="Google Shape;1080;p42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1" name="Google Shape;1081;p42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2" name="Google Shape;1082;p42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3" name="Google Shape;1083;p42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84" name="Google Shape;1084;p42"/>
          <p:cNvGrpSpPr/>
          <p:nvPr/>
        </p:nvGrpSpPr>
        <p:grpSpPr>
          <a:xfrm>
            <a:off x="3402325" y="3127300"/>
            <a:ext cx="345075" cy="345150"/>
            <a:chOff x="4007438" y="3243975"/>
            <a:chExt cx="345075" cy="345150"/>
          </a:xfrm>
        </p:grpSpPr>
        <p:sp>
          <p:nvSpPr>
            <p:cNvPr id="1085" name="Google Shape;1085;p42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6" name="Google Shape;1086;p42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7" name="Google Shape;1087;p42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8" name="Google Shape;1088;p42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9" name="Google Shape;1089;p42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0" name="Google Shape;1090;p42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1" name="Google Shape;1091;p42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92" name="Google Shape;1092;p42"/>
          <p:cNvGrpSpPr/>
          <p:nvPr/>
        </p:nvGrpSpPr>
        <p:grpSpPr>
          <a:xfrm>
            <a:off x="7330138" y="1267750"/>
            <a:ext cx="345150" cy="344800"/>
            <a:chOff x="5512088" y="2681150"/>
            <a:chExt cx="345150" cy="344800"/>
          </a:xfrm>
        </p:grpSpPr>
        <p:sp>
          <p:nvSpPr>
            <p:cNvPr id="1093" name="Google Shape;1093;p42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4" name="Google Shape;1094;p42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5" name="Google Shape;1095;p42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6" name="Google Shape;1096;p42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100" name="Google Shape;1100;p42"/>
          <p:cNvSpPr/>
          <p:nvPr/>
        </p:nvSpPr>
        <p:spPr>
          <a:xfrm>
            <a:off x="5366225" y="1267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101" name="Google Shape;1101;p42"/>
          <p:cNvSpPr/>
          <p:nvPr/>
        </p:nvSpPr>
        <p:spPr>
          <a:xfrm>
            <a:off x="1438450" y="126770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102" name="Google Shape;1102;p42"/>
          <p:cNvGrpSpPr/>
          <p:nvPr/>
        </p:nvGrpSpPr>
        <p:grpSpPr>
          <a:xfrm>
            <a:off x="3401588" y="1267700"/>
            <a:ext cx="346550" cy="344900"/>
            <a:chOff x="3239763" y="2681150"/>
            <a:chExt cx="346550" cy="344900"/>
          </a:xfrm>
        </p:grpSpPr>
        <p:sp>
          <p:nvSpPr>
            <p:cNvPr id="1103" name="Google Shape;1103;p42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08" name="Google Shape;1108;p42"/>
          <p:cNvGrpSpPr/>
          <p:nvPr/>
        </p:nvGrpSpPr>
        <p:grpSpPr>
          <a:xfrm>
            <a:off x="7328938" y="3127300"/>
            <a:ext cx="345425" cy="345150"/>
            <a:chOff x="1735413" y="3243975"/>
            <a:chExt cx="345425" cy="345150"/>
          </a:xfrm>
        </p:grpSpPr>
        <p:sp>
          <p:nvSpPr>
            <p:cNvPr id="1109" name="Google Shape;1109;p42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11" name="Google Shape;1111;p42"/>
          <p:cNvCxnSpPr/>
          <p:nvPr/>
        </p:nvCxnSpPr>
        <p:spPr>
          <a:xfrm flipH="1">
            <a:off x="1352441" y="1459857"/>
            <a:ext cx="6440400" cy="1859700"/>
          </a:xfrm>
          <a:prstGeom prst="bentConnector5">
            <a:avLst>
              <a:gd name="adj1" fmla="val -10143"/>
              <a:gd name="adj2" fmla="val 72786"/>
              <a:gd name="adj3" fmla="val 109933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Дорожная карта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2026-07-14T10:08:27.211</cp:lastPrinted>
  <dcterms:created xsi:type="dcterms:W3CDTF">2026-07-14T17:08:27Z</dcterms:created>
  <dcterms:modified xsi:type="dcterms:W3CDTF">2026-07-14T17:08:27Z</dcterms:modified>
</cp:coreProperties>
</file>