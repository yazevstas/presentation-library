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7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9846"/>
        <p:cNvGrpSpPr/>
        <p:nvPr/>
      </p:nvGrpSpPr>
      <p:grpSpPr>
        <a:xfrm>
          <a:off x="0" y="0"/>
          <a:ext cx="0" cy="0"/>
        </a:xfrm>
      </p:grpSpPr>
      <p:sp>
        <p:nvSpPr>
          <p:cNvPr id="9847" name="Google Shape;9847;g2574187ba63_7_8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8" name="Google Shape;9848;g2574187ba63_7_8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6B3D094-52E9-4639-A48C-79CA4DA9024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AF001DD-07C3-433B-A151-30DCADC6C2C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A09373C-66AA-45D2-9125-3FFD8956336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F6EE7B7-8362-4D81-9A5C-DF552281BFB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40290791-911A-459C-9BE8-93BFB88A9E3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20131898-EACF-4F0B-A1A5-DD03CC96B3B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C002BCE2-C155-4067-964F-47562DFAFE7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0FEAADE-E9CF-471F-9BEB-6B782160BC9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6FE364C-FBD4-401C-B7EE-BCF0AE7D2C4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7257051-4FB9-43A8-B664-6315160A776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28D8639-A1A2-44FB-8E0B-C2916335A23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 slide" type="blank">
  <p:cSld name="BLANK">
    <p:spTree>
      <p:nvGrpSpPr>
        <p:cNvPr id="1" name="Shape 655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>
  <p:cSld name="CUSTOM">
    <p:spTree>
      <p:nvGrpSpPr>
        <p:cNvPr id="1" name="Shape 656"/>
        <p:cNvGrpSpPr/>
        <p:nvPr/>
      </p:nvGrpSpPr>
      <p:grpSpPr>
        <a:xfrm>
          <a:off x="0" y="0"/>
          <a: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72" r:id="rId2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E2A47"/>
        </a:solidFill>
        <a:effectLst/>
      </p:bgPr>
    </p:bg>
    <p:spTree>
      <p:nvGrpSpPr>
        <p:cNvPr id="1" name="Shape 9849"/>
        <p:cNvGrpSpPr/>
        <p:nvPr/>
      </p:nvGrpSpPr>
      <p:grpSpPr>
        <a:xfrm>
          <a:off x="0" y="0"/>
          <a:ext cx="0" cy="0"/>
        </a:xfrm>
      </p:grpSpPr>
      <p:grpSp>
        <p:nvGrpSpPr>
          <p:cNvPr id="9852" name="Google Shape;9852;p63"/>
          <p:cNvGrpSpPr/>
          <p:nvPr/>
        </p:nvGrpSpPr>
        <p:grpSpPr>
          <a:xfrm>
            <a:off x="854368" y="1313920"/>
            <a:ext cx="366269" cy="366240"/>
            <a:chOff x="-65131522" y="1914325"/>
            <a:chExt cx="316650" cy="316625"/>
          </a:xfrm>
        </p:grpSpPr>
        <p:sp>
          <p:nvSpPr>
            <p:cNvPr id="9853" name="Google Shape;9853;p63"/>
            <p:cNvSpPr/>
            <p:nvPr/>
          </p:nvSpPr>
          <p:spPr>
            <a:xfrm>
              <a:off x="-65024403" y="1949750"/>
              <a:ext cx="103175" cy="247350"/>
            </a:xfrm>
            <a:custGeom>
              <a:rect l="l" t="t" r="r" b="b"/>
              <a:pathLst>
                <a:path w="4127" h="9894" extrusionOk="0">
                  <a:moveTo>
                    <a:pt x="2048" y="1"/>
                  </a:moveTo>
                  <a:cubicBezTo>
                    <a:pt x="1859" y="1"/>
                    <a:pt x="1638" y="190"/>
                    <a:pt x="1638" y="379"/>
                  </a:cubicBezTo>
                  <a:lnTo>
                    <a:pt x="1638" y="851"/>
                  </a:lnTo>
                  <a:cubicBezTo>
                    <a:pt x="725" y="1040"/>
                    <a:pt x="0" y="1891"/>
                    <a:pt x="0" y="2868"/>
                  </a:cubicBezTo>
                  <a:cubicBezTo>
                    <a:pt x="0" y="3970"/>
                    <a:pt x="977" y="4632"/>
                    <a:pt x="1827" y="5262"/>
                  </a:cubicBezTo>
                  <a:cubicBezTo>
                    <a:pt x="2552" y="5829"/>
                    <a:pt x="3308" y="6333"/>
                    <a:pt x="3308" y="6995"/>
                  </a:cubicBezTo>
                  <a:cubicBezTo>
                    <a:pt x="3308" y="7656"/>
                    <a:pt x="2772" y="8255"/>
                    <a:pt x="2079" y="8255"/>
                  </a:cubicBezTo>
                  <a:cubicBezTo>
                    <a:pt x="1418" y="8255"/>
                    <a:pt x="851" y="7688"/>
                    <a:pt x="851" y="6995"/>
                  </a:cubicBezTo>
                  <a:cubicBezTo>
                    <a:pt x="851" y="6774"/>
                    <a:pt x="662" y="6617"/>
                    <a:pt x="441" y="6617"/>
                  </a:cubicBezTo>
                  <a:cubicBezTo>
                    <a:pt x="189" y="6617"/>
                    <a:pt x="32" y="6806"/>
                    <a:pt x="32" y="6995"/>
                  </a:cubicBezTo>
                  <a:cubicBezTo>
                    <a:pt x="32" y="7971"/>
                    <a:pt x="756" y="8854"/>
                    <a:pt x="1701" y="9011"/>
                  </a:cubicBezTo>
                  <a:lnTo>
                    <a:pt x="1701" y="9484"/>
                  </a:lnTo>
                  <a:cubicBezTo>
                    <a:pt x="1701" y="9704"/>
                    <a:pt x="1890" y="9893"/>
                    <a:pt x="2079" y="9893"/>
                  </a:cubicBezTo>
                  <a:cubicBezTo>
                    <a:pt x="2268" y="9893"/>
                    <a:pt x="2489" y="9704"/>
                    <a:pt x="2489" y="9484"/>
                  </a:cubicBezTo>
                  <a:lnTo>
                    <a:pt x="2489" y="9011"/>
                  </a:lnTo>
                  <a:cubicBezTo>
                    <a:pt x="3434" y="8791"/>
                    <a:pt x="4127" y="7971"/>
                    <a:pt x="4127" y="6995"/>
                  </a:cubicBezTo>
                  <a:cubicBezTo>
                    <a:pt x="4127" y="5892"/>
                    <a:pt x="3151" y="5231"/>
                    <a:pt x="2331" y="4600"/>
                  </a:cubicBezTo>
                  <a:cubicBezTo>
                    <a:pt x="1575" y="4033"/>
                    <a:pt x="819" y="3529"/>
                    <a:pt x="819" y="2868"/>
                  </a:cubicBezTo>
                  <a:cubicBezTo>
                    <a:pt x="788" y="2143"/>
                    <a:pt x="1386" y="1607"/>
                    <a:pt x="2048" y="1607"/>
                  </a:cubicBezTo>
                  <a:cubicBezTo>
                    <a:pt x="2709" y="1607"/>
                    <a:pt x="3277" y="2143"/>
                    <a:pt x="3277" y="2868"/>
                  </a:cubicBezTo>
                  <a:cubicBezTo>
                    <a:pt x="3277" y="3088"/>
                    <a:pt x="3466" y="3246"/>
                    <a:pt x="3686" y="3246"/>
                  </a:cubicBezTo>
                  <a:cubicBezTo>
                    <a:pt x="3938" y="3246"/>
                    <a:pt x="4096" y="3057"/>
                    <a:pt x="4096" y="2868"/>
                  </a:cubicBezTo>
                  <a:cubicBezTo>
                    <a:pt x="4096" y="1891"/>
                    <a:pt x="3371" y="1009"/>
                    <a:pt x="2426" y="851"/>
                  </a:cubicBezTo>
                  <a:lnTo>
                    <a:pt x="2426" y="379"/>
                  </a:lnTo>
                  <a:cubicBezTo>
                    <a:pt x="2426" y="158"/>
                    <a:pt x="2237" y="1"/>
                    <a:pt x="20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54" name="Google Shape;9854;p63"/>
            <p:cNvSpPr/>
            <p:nvPr/>
          </p:nvSpPr>
          <p:spPr>
            <a:xfrm>
              <a:off x="-65131522" y="1914325"/>
              <a:ext cx="316650" cy="316625"/>
            </a:xfrm>
            <a:custGeom>
              <a:rect l="l" t="t" r="r" b="b"/>
              <a:pathLst>
                <a:path w="12666" h="12665" extrusionOk="0">
                  <a:moveTo>
                    <a:pt x="6333" y="819"/>
                  </a:moveTo>
                  <a:cubicBezTo>
                    <a:pt x="9357" y="819"/>
                    <a:pt x="11846" y="3308"/>
                    <a:pt x="11846" y="6332"/>
                  </a:cubicBezTo>
                  <a:cubicBezTo>
                    <a:pt x="11846" y="9357"/>
                    <a:pt x="9357" y="11846"/>
                    <a:pt x="6333" y="11846"/>
                  </a:cubicBezTo>
                  <a:cubicBezTo>
                    <a:pt x="3308" y="11846"/>
                    <a:pt x="819" y="9357"/>
                    <a:pt x="819" y="6332"/>
                  </a:cubicBezTo>
                  <a:cubicBezTo>
                    <a:pt x="819" y="3308"/>
                    <a:pt x="3308" y="819"/>
                    <a:pt x="6333" y="819"/>
                  </a:cubicBezTo>
                  <a:close/>
                  <a:moveTo>
                    <a:pt x="6333" y="0"/>
                  </a:moveTo>
                  <a:cubicBezTo>
                    <a:pt x="2836" y="0"/>
                    <a:pt x="0" y="2835"/>
                    <a:pt x="0" y="6332"/>
                  </a:cubicBezTo>
                  <a:cubicBezTo>
                    <a:pt x="0" y="9830"/>
                    <a:pt x="2836" y="12665"/>
                    <a:pt x="6333" y="12665"/>
                  </a:cubicBezTo>
                  <a:cubicBezTo>
                    <a:pt x="9830" y="12665"/>
                    <a:pt x="12665" y="9830"/>
                    <a:pt x="12665" y="6332"/>
                  </a:cubicBezTo>
                  <a:cubicBezTo>
                    <a:pt x="12665" y="2835"/>
                    <a:pt x="9830" y="0"/>
                    <a:pt x="6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855" name="Google Shape;9855;p63"/>
          <p:cNvGrpSpPr/>
          <p:nvPr/>
        </p:nvGrpSpPr>
        <p:grpSpPr>
          <a:xfrm>
            <a:off x="854368" y="1794207"/>
            <a:ext cx="366269" cy="366269"/>
            <a:chOff x="-65131522" y="2281350"/>
            <a:chExt cx="316650" cy="316650"/>
          </a:xfrm>
        </p:grpSpPr>
        <p:sp>
          <p:nvSpPr>
            <p:cNvPr id="9856" name="Google Shape;9856;p63"/>
            <p:cNvSpPr/>
            <p:nvPr/>
          </p:nvSpPr>
          <p:spPr>
            <a:xfrm>
              <a:off x="-65131522" y="2322300"/>
              <a:ext cx="275675" cy="275700"/>
            </a:xfrm>
            <a:custGeom>
              <a:rect l="l" t="t" r="r" b="b"/>
              <a:pathLst>
                <a:path w="11027" h="11028" extrusionOk="0">
                  <a:moveTo>
                    <a:pt x="5073" y="820"/>
                  </a:moveTo>
                  <a:lnTo>
                    <a:pt x="5073" y="5514"/>
                  </a:lnTo>
                  <a:cubicBezTo>
                    <a:pt x="5073" y="5766"/>
                    <a:pt x="5262" y="5923"/>
                    <a:pt x="5482" y="5923"/>
                  </a:cubicBezTo>
                  <a:lnTo>
                    <a:pt x="10145" y="5923"/>
                  </a:lnTo>
                  <a:cubicBezTo>
                    <a:pt x="9956" y="8318"/>
                    <a:pt x="7940" y="10208"/>
                    <a:pt x="5482" y="10208"/>
                  </a:cubicBezTo>
                  <a:cubicBezTo>
                    <a:pt x="2867" y="10208"/>
                    <a:pt x="788" y="8129"/>
                    <a:pt x="788" y="5514"/>
                  </a:cubicBezTo>
                  <a:cubicBezTo>
                    <a:pt x="788" y="3088"/>
                    <a:pt x="2678" y="1072"/>
                    <a:pt x="5073" y="820"/>
                  </a:cubicBezTo>
                  <a:close/>
                  <a:moveTo>
                    <a:pt x="5514" y="0"/>
                  </a:moveTo>
                  <a:cubicBezTo>
                    <a:pt x="2458" y="0"/>
                    <a:pt x="0" y="2489"/>
                    <a:pt x="0" y="5514"/>
                  </a:cubicBezTo>
                  <a:cubicBezTo>
                    <a:pt x="0" y="8538"/>
                    <a:pt x="2458" y="11027"/>
                    <a:pt x="5514" y="11027"/>
                  </a:cubicBezTo>
                  <a:cubicBezTo>
                    <a:pt x="8538" y="11027"/>
                    <a:pt x="11027" y="8538"/>
                    <a:pt x="11027" y="5514"/>
                  </a:cubicBezTo>
                  <a:cubicBezTo>
                    <a:pt x="11027" y="5293"/>
                    <a:pt x="10807" y="5104"/>
                    <a:pt x="10618" y="5104"/>
                  </a:cubicBezTo>
                  <a:lnTo>
                    <a:pt x="5923" y="5104"/>
                  </a:lnTo>
                  <a:lnTo>
                    <a:pt x="5923" y="410"/>
                  </a:lnTo>
                  <a:cubicBezTo>
                    <a:pt x="5892" y="158"/>
                    <a:pt x="5734" y="0"/>
                    <a:pt x="55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57" name="Google Shape;9857;p63"/>
            <p:cNvSpPr/>
            <p:nvPr/>
          </p:nvSpPr>
          <p:spPr>
            <a:xfrm>
              <a:off x="-64963774" y="2281350"/>
              <a:ext cx="148900" cy="148875"/>
            </a:xfrm>
            <a:custGeom>
              <a:rect l="l" t="t" r="r" b="b"/>
              <a:pathLst>
                <a:path w="5956" h="5955" extrusionOk="0">
                  <a:moveTo>
                    <a:pt x="852" y="819"/>
                  </a:moveTo>
                  <a:cubicBezTo>
                    <a:pt x="3088" y="1008"/>
                    <a:pt x="4884" y="2836"/>
                    <a:pt x="5105" y="5073"/>
                  </a:cubicBezTo>
                  <a:lnTo>
                    <a:pt x="852" y="5073"/>
                  </a:lnTo>
                  <a:lnTo>
                    <a:pt x="852" y="819"/>
                  </a:ln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5514"/>
                  </a:lnTo>
                  <a:cubicBezTo>
                    <a:pt x="1" y="5734"/>
                    <a:pt x="221" y="5955"/>
                    <a:pt x="442" y="5955"/>
                  </a:cubicBezTo>
                  <a:lnTo>
                    <a:pt x="5514" y="5955"/>
                  </a:lnTo>
                  <a:cubicBezTo>
                    <a:pt x="5766" y="5955"/>
                    <a:pt x="5955" y="5734"/>
                    <a:pt x="5955" y="5514"/>
                  </a:cubicBezTo>
                  <a:cubicBezTo>
                    <a:pt x="5955" y="2426"/>
                    <a:pt x="3466" y="0"/>
                    <a:pt x="4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858" name="Google Shape;9858;p63"/>
          <p:cNvGrpSpPr/>
          <p:nvPr/>
        </p:nvGrpSpPr>
        <p:grpSpPr>
          <a:xfrm>
            <a:off x="857564" y="2259206"/>
            <a:ext cx="359878" cy="367165"/>
            <a:chOff x="-65129947" y="2646800"/>
            <a:chExt cx="311125" cy="317425"/>
          </a:xfrm>
        </p:grpSpPr>
        <p:sp>
          <p:nvSpPr>
            <p:cNvPr id="9859" name="Google Shape;9859;p63"/>
            <p:cNvSpPr/>
            <p:nvPr/>
          </p:nvSpPr>
          <p:spPr>
            <a:xfrm>
              <a:off x="-65129947" y="2646800"/>
              <a:ext cx="311125" cy="317425"/>
            </a:xfrm>
            <a:custGeom>
              <a:rect l="l" t="t" r="r" b="b"/>
              <a:pathLst>
                <a:path w="12445" h="12697" extrusionOk="0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60" name="Google Shape;9860;p63"/>
            <p:cNvSpPr/>
            <p:nvPr/>
          </p:nvSpPr>
          <p:spPr>
            <a:xfrm>
              <a:off x="-65066949" y="2738175"/>
              <a:ext cx="187475" cy="185100"/>
            </a:xfrm>
            <a:custGeom>
              <a:rect l="l" t="t" r="r" b="b"/>
              <a:pathLst>
                <a:path w="7499" h="7404" extrusionOk="0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861" name="Google Shape;9861;p63"/>
          <p:cNvGrpSpPr/>
          <p:nvPr/>
        </p:nvGrpSpPr>
        <p:grpSpPr>
          <a:xfrm>
            <a:off x="3060897" y="1312532"/>
            <a:ext cx="368987" cy="369016"/>
            <a:chOff x="-63252251" y="1930850"/>
            <a:chExt cx="319000" cy="319025"/>
          </a:xfrm>
        </p:grpSpPr>
        <p:sp>
          <p:nvSpPr>
            <p:cNvPr id="9862" name="Google Shape;9862;p63"/>
            <p:cNvSpPr/>
            <p:nvPr/>
          </p:nvSpPr>
          <p:spPr>
            <a:xfrm>
              <a:off x="-63252251" y="1930850"/>
              <a:ext cx="319000" cy="319025"/>
            </a:xfrm>
            <a:custGeom>
              <a:rect l="l" t="t" r="r" b="b"/>
              <a:pathLst>
                <a:path w="12759" h="12761" extrusionOk="0">
                  <a:moveTo>
                    <a:pt x="7026" y="914"/>
                  </a:moveTo>
                  <a:lnTo>
                    <a:pt x="7026" y="1954"/>
                  </a:lnTo>
                  <a:cubicBezTo>
                    <a:pt x="7026" y="2174"/>
                    <a:pt x="7120" y="2332"/>
                    <a:pt x="7341" y="2363"/>
                  </a:cubicBezTo>
                  <a:cubicBezTo>
                    <a:pt x="7813" y="2489"/>
                    <a:pt x="8286" y="2647"/>
                    <a:pt x="8664" y="2899"/>
                  </a:cubicBezTo>
                  <a:cubicBezTo>
                    <a:pt x="8733" y="2954"/>
                    <a:pt x="8820" y="2979"/>
                    <a:pt x="8905" y="2979"/>
                  </a:cubicBezTo>
                  <a:cubicBezTo>
                    <a:pt x="9012" y="2979"/>
                    <a:pt x="9115" y="2938"/>
                    <a:pt x="9168" y="2868"/>
                  </a:cubicBezTo>
                  <a:lnTo>
                    <a:pt x="9924" y="2111"/>
                  </a:lnTo>
                  <a:lnTo>
                    <a:pt x="10712" y="2899"/>
                  </a:lnTo>
                  <a:lnTo>
                    <a:pt x="9956" y="3655"/>
                  </a:lnTo>
                  <a:cubicBezTo>
                    <a:pt x="9861" y="3781"/>
                    <a:pt x="9798" y="4002"/>
                    <a:pt x="9924" y="4159"/>
                  </a:cubicBezTo>
                  <a:cubicBezTo>
                    <a:pt x="10208" y="4600"/>
                    <a:pt x="10397" y="5041"/>
                    <a:pt x="10460" y="5514"/>
                  </a:cubicBezTo>
                  <a:cubicBezTo>
                    <a:pt x="10523" y="5703"/>
                    <a:pt x="10680" y="5829"/>
                    <a:pt x="10869" y="5829"/>
                  </a:cubicBezTo>
                  <a:lnTo>
                    <a:pt x="11941" y="5829"/>
                  </a:lnTo>
                  <a:lnTo>
                    <a:pt x="11941" y="6932"/>
                  </a:lnTo>
                  <a:lnTo>
                    <a:pt x="10869" y="6932"/>
                  </a:lnTo>
                  <a:cubicBezTo>
                    <a:pt x="10680" y="6932"/>
                    <a:pt x="10523" y="7058"/>
                    <a:pt x="10460" y="7247"/>
                  </a:cubicBezTo>
                  <a:cubicBezTo>
                    <a:pt x="10365" y="7719"/>
                    <a:pt x="10208" y="8192"/>
                    <a:pt x="9924" y="8570"/>
                  </a:cubicBezTo>
                  <a:cubicBezTo>
                    <a:pt x="9798" y="8727"/>
                    <a:pt x="9861" y="8979"/>
                    <a:pt x="9956" y="9105"/>
                  </a:cubicBezTo>
                  <a:lnTo>
                    <a:pt x="10712" y="9830"/>
                  </a:lnTo>
                  <a:lnTo>
                    <a:pt x="9924" y="10618"/>
                  </a:lnTo>
                  <a:lnTo>
                    <a:pt x="9168" y="9893"/>
                  </a:lnTo>
                  <a:cubicBezTo>
                    <a:pt x="9111" y="9817"/>
                    <a:pt x="8996" y="9775"/>
                    <a:pt x="8879" y="9775"/>
                  </a:cubicBezTo>
                  <a:cubicBezTo>
                    <a:pt x="8803" y="9775"/>
                    <a:pt x="8726" y="9793"/>
                    <a:pt x="8664" y="9830"/>
                  </a:cubicBezTo>
                  <a:cubicBezTo>
                    <a:pt x="8223" y="10114"/>
                    <a:pt x="7813" y="10303"/>
                    <a:pt x="7341" y="10397"/>
                  </a:cubicBezTo>
                  <a:cubicBezTo>
                    <a:pt x="7120" y="10429"/>
                    <a:pt x="7026" y="10586"/>
                    <a:pt x="7026" y="10775"/>
                  </a:cubicBezTo>
                  <a:lnTo>
                    <a:pt x="7026" y="11846"/>
                  </a:lnTo>
                  <a:lnTo>
                    <a:pt x="5923" y="11846"/>
                  </a:lnTo>
                  <a:lnTo>
                    <a:pt x="5923" y="10775"/>
                  </a:lnTo>
                  <a:cubicBezTo>
                    <a:pt x="5923" y="10586"/>
                    <a:pt x="5797" y="10429"/>
                    <a:pt x="5577" y="10397"/>
                  </a:cubicBezTo>
                  <a:cubicBezTo>
                    <a:pt x="5135" y="10271"/>
                    <a:pt x="4663" y="10114"/>
                    <a:pt x="4253" y="9830"/>
                  </a:cubicBezTo>
                  <a:cubicBezTo>
                    <a:pt x="4191" y="9793"/>
                    <a:pt x="4119" y="9775"/>
                    <a:pt x="4047" y="9775"/>
                  </a:cubicBezTo>
                  <a:cubicBezTo>
                    <a:pt x="3937" y="9775"/>
                    <a:pt x="3826" y="9817"/>
                    <a:pt x="3749" y="9893"/>
                  </a:cubicBezTo>
                  <a:lnTo>
                    <a:pt x="2993" y="10618"/>
                  </a:lnTo>
                  <a:lnTo>
                    <a:pt x="2206" y="9830"/>
                  </a:lnTo>
                  <a:lnTo>
                    <a:pt x="2962" y="9105"/>
                  </a:lnTo>
                  <a:cubicBezTo>
                    <a:pt x="3088" y="8979"/>
                    <a:pt x="3119" y="8727"/>
                    <a:pt x="2993" y="8570"/>
                  </a:cubicBezTo>
                  <a:cubicBezTo>
                    <a:pt x="2710" y="8160"/>
                    <a:pt x="2521" y="7719"/>
                    <a:pt x="2458" y="7247"/>
                  </a:cubicBezTo>
                  <a:cubicBezTo>
                    <a:pt x="2395" y="7058"/>
                    <a:pt x="2237" y="6932"/>
                    <a:pt x="2048" y="6932"/>
                  </a:cubicBezTo>
                  <a:lnTo>
                    <a:pt x="977" y="6932"/>
                  </a:lnTo>
                  <a:lnTo>
                    <a:pt x="977" y="5829"/>
                  </a:lnTo>
                  <a:lnTo>
                    <a:pt x="2048" y="5829"/>
                  </a:lnTo>
                  <a:cubicBezTo>
                    <a:pt x="2237" y="5829"/>
                    <a:pt x="2395" y="5703"/>
                    <a:pt x="2458" y="5514"/>
                  </a:cubicBezTo>
                  <a:cubicBezTo>
                    <a:pt x="2552" y="5041"/>
                    <a:pt x="2710" y="4569"/>
                    <a:pt x="2993" y="4159"/>
                  </a:cubicBezTo>
                  <a:cubicBezTo>
                    <a:pt x="3119" y="4002"/>
                    <a:pt x="3088" y="3781"/>
                    <a:pt x="2962" y="3655"/>
                  </a:cubicBezTo>
                  <a:lnTo>
                    <a:pt x="2206" y="2899"/>
                  </a:lnTo>
                  <a:lnTo>
                    <a:pt x="2993" y="2111"/>
                  </a:lnTo>
                  <a:lnTo>
                    <a:pt x="3749" y="2868"/>
                  </a:lnTo>
                  <a:cubicBezTo>
                    <a:pt x="3820" y="2938"/>
                    <a:pt x="3921" y="2979"/>
                    <a:pt x="4023" y="2979"/>
                  </a:cubicBezTo>
                  <a:cubicBezTo>
                    <a:pt x="4103" y="2979"/>
                    <a:pt x="4184" y="2954"/>
                    <a:pt x="4253" y="2899"/>
                  </a:cubicBezTo>
                  <a:cubicBezTo>
                    <a:pt x="4694" y="2647"/>
                    <a:pt x="5135" y="2426"/>
                    <a:pt x="5577" y="2363"/>
                  </a:cubicBezTo>
                  <a:cubicBezTo>
                    <a:pt x="5797" y="2332"/>
                    <a:pt x="5923" y="2174"/>
                    <a:pt x="5923" y="1954"/>
                  </a:cubicBezTo>
                  <a:lnTo>
                    <a:pt x="5923" y="914"/>
                  </a:lnTo>
                  <a:close/>
                  <a:moveTo>
                    <a:pt x="5829" y="1"/>
                  </a:moveTo>
                  <a:cubicBezTo>
                    <a:pt x="5356" y="1"/>
                    <a:pt x="5009" y="347"/>
                    <a:pt x="5009" y="820"/>
                  </a:cubicBezTo>
                  <a:lnTo>
                    <a:pt x="5009" y="1576"/>
                  </a:lnTo>
                  <a:cubicBezTo>
                    <a:pt x="4631" y="1702"/>
                    <a:pt x="4285" y="1796"/>
                    <a:pt x="3970" y="2017"/>
                  </a:cubicBezTo>
                  <a:lnTo>
                    <a:pt x="3466" y="1481"/>
                  </a:lnTo>
                  <a:cubicBezTo>
                    <a:pt x="3308" y="1324"/>
                    <a:pt x="3103" y="1245"/>
                    <a:pt x="2891" y="1245"/>
                  </a:cubicBezTo>
                  <a:cubicBezTo>
                    <a:pt x="2678" y="1245"/>
                    <a:pt x="2458" y="1324"/>
                    <a:pt x="2269" y="1481"/>
                  </a:cubicBezTo>
                  <a:lnTo>
                    <a:pt x="1481" y="2269"/>
                  </a:lnTo>
                  <a:cubicBezTo>
                    <a:pt x="1166" y="2584"/>
                    <a:pt x="1166" y="3120"/>
                    <a:pt x="1481" y="3466"/>
                  </a:cubicBezTo>
                  <a:lnTo>
                    <a:pt x="2017" y="3970"/>
                  </a:lnTo>
                  <a:cubicBezTo>
                    <a:pt x="1796" y="4285"/>
                    <a:pt x="1701" y="4632"/>
                    <a:pt x="1575" y="5010"/>
                  </a:cubicBezTo>
                  <a:lnTo>
                    <a:pt x="819" y="5010"/>
                  </a:lnTo>
                  <a:cubicBezTo>
                    <a:pt x="347" y="5010"/>
                    <a:pt x="0" y="5356"/>
                    <a:pt x="0" y="5829"/>
                  </a:cubicBezTo>
                  <a:lnTo>
                    <a:pt x="0" y="6932"/>
                  </a:lnTo>
                  <a:cubicBezTo>
                    <a:pt x="0" y="7404"/>
                    <a:pt x="347" y="7751"/>
                    <a:pt x="819" y="7751"/>
                  </a:cubicBezTo>
                  <a:lnTo>
                    <a:pt x="1575" y="7751"/>
                  </a:lnTo>
                  <a:cubicBezTo>
                    <a:pt x="1701" y="8097"/>
                    <a:pt x="1796" y="8475"/>
                    <a:pt x="2017" y="8759"/>
                  </a:cubicBezTo>
                  <a:lnTo>
                    <a:pt x="1481" y="9295"/>
                  </a:lnTo>
                  <a:cubicBezTo>
                    <a:pt x="1166" y="9610"/>
                    <a:pt x="1166" y="10114"/>
                    <a:pt x="1481" y="10460"/>
                  </a:cubicBezTo>
                  <a:lnTo>
                    <a:pt x="2269" y="11248"/>
                  </a:lnTo>
                  <a:cubicBezTo>
                    <a:pt x="2426" y="11405"/>
                    <a:pt x="2639" y="11484"/>
                    <a:pt x="2855" y="11484"/>
                  </a:cubicBezTo>
                  <a:cubicBezTo>
                    <a:pt x="3072" y="11484"/>
                    <a:pt x="3292" y="11405"/>
                    <a:pt x="3466" y="11248"/>
                  </a:cubicBezTo>
                  <a:lnTo>
                    <a:pt x="3970" y="10744"/>
                  </a:lnTo>
                  <a:cubicBezTo>
                    <a:pt x="4285" y="10933"/>
                    <a:pt x="4631" y="11059"/>
                    <a:pt x="5009" y="11185"/>
                  </a:cubicBezTo>
                  <a:lnTo>
                    <a:pt x="5009" y="11909"/>
                  </a:lnTo>
                  <a:cubicBezTo>
                    <a:pt x="5009" y="12382"/>
                    <a:pt x="5356" y="12760"/>
                    <a:pt x="5829" y="12760"/>
                  </a:cubicBezTo>
                  <a:lnTo>
                    <a:pt x="6931" y="12760"/>
                  </a:lnTo>
                  <a:cubicBezTo>
                    <a:pt x="7404" y="12760"/>
                    <a:pt x="7750" y="12382"/>
                    <a:pt x="7750" y="11909"/>
                  </a:cubicBezTo>
                  <a:lnTo>
                    <a:pt x="7750" y="11185"/>
                  </a:lnTo>
                  <a:cubicBezTo>
                    <a:pt x="8097" y="11059"/>
                    <a:pt x="8475" y="10933"/>
                    <a:pt x="8790" y="10744"/>
                  </a:cubicBezTo>
                  <a:lnTo>
                    <a:pt x="9294" y="11248"/>
                  </a:lnTo>
                  <a:cubicBezTo>
                    <a:pt x="9452" y="11405"/>
                    <a:pt x="9656" y="11484"/>
                    <a:pt x="9865" y="11484"/>
                  </a:cubicBezTo>
                  <a:cubicBezTo>
                    <a:pt x="10074" y="11484"/>
                    <a:pt x="10287" y="11405"/>
                    <a:pt x="10460" y="11248"/>
                  </a:cubicBezTo>
                  <a:lnTo>
                    <a:pt x="11247" y="10460"/>
                  </a:lnTo>
                  <a:cubicBezTo>
                    <a:pt x="11563" y="10145"/>
                    <a:pt x="11563" y="9641"/>
                    <a:pt x="11247" y="9295"/>
                  </a:cubicBezTo>
                  <a:lnTo>
                    <a:pt x="10743" y="8759"/>
                  </a:lnTo>
                  <a:cubicBezTo>
                    <a:pt x="10932" y="8444"/>
                    <a:pt x="11058" y="8097"/>
                    <a:pt x="11184" y="7751"/>
                  </a:cubicBezTo>
                  <a:lnTo>
                    <a:pt x="11941" y="7751"/>
                  </a:lnTo>
                  <a:cubicBezTo>
                    <a:pt x="12413" y="7751"/>
                    <a:pt x="12760" y="7404"/>
                    <a:pt x="12760" y="6932"/>
                  </a:cubicBezTo>
                  <a:lnTo>
                    <a:pt x="12760" y="5829"/>
                  </a:lnTo>
                  <a:cubicBezTo>
                    <a:pt x="12760" y="5356"/>
                    <a:pt x="12350" y="5010"/>
                    <a:pt x="11941" y="5010"/>
                  </a:cubicBezTo>
                  <a:lnTo>
                    <a:pt x="11184" y="5010"/>
                  </a:lnTo>
                  <a:cubicBezTo>
                    <a:pt x="11058" y="4632"/>
                    <a:pt x="10932" y="4285"/>
                    <a:pt x="10743" y="3970"/>
                  </a:cubicBezTo>
                  <a:lnTo>
                    <a:pt x="11247" y="3466"/>
                  </a:lnTo>
                  <a:cubicBezTo>
                    <a:pt x="11563" y="3151"/>
                    <a:pt x="11563" y="2647"/>
                    <a:pt x="11247" y="2269"/>
                  </a:cubicBezTo>
                  <a:lnTo>
                    <a:pt x="10460" y="1481"/>
                  </a:lnTo>
                  <a:cubicBezTo>
                    <a:pt x="10302" y="1324"/>
                    <a:pt x="10098" y="1245"/>
                    <a:pt x="9889" y="1245"/>
                  </a:cubicBezTo>
                  <a:cubicBezTo>
                    <a:pt x="9680" y="1245"/>
                    <a:pt x="9467" y="1324"/>
                    <a:pt x="9294" y="1481"/>
                  </a:cubicBezTo>
                  <a:lnTo>
                    <a:pt x="8790" y="2017"/>
                  </a:lnTo>
                  <a:cubicBezTo>
                    <a:pt x="8475" y="1796"/>
                    <a:pt x="8097" y="1702"/>
                    <a:pt x="7750" y="1576"/>
                  </a:cubicBezTo>
                  <a:lnTo>
                    <a:pt x="7750" y="820"/>
                  </a:lnTo>
                  <a:cubicBezTo>
                    <a:pt x="7750" y="347"/>
                    <a:pt x="7404" y="1"/>
                    <a:pt x="6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63" name="Google Shape;9863;p63"/>
            <p:cNvSpPr/>
            <p:nvPr/>
          </p:nvSpPr>
          <p:spPr>
            <a:xfrm>
              <a:off x="-63160901" y="2021425"/>
              <a:ext cx="137850" cy="137850"/>
            </a:xfrm>
            <a:custGeom>
              <a:rect l="l" t="t" r="r" b="b"/>
              <a:pathLst>
                <a:path w="5514" h="5514" extrusionOk="0">
                  <a:moveTo>
                    <a:pt x="2773" y="820"/>
                  </a:moveTo>
                  <a:cubicBezTo>
                    <a:pt x="3813" y="820"/>
                    <a:pt x="4695" y="1702"/>
                    <a:pt x="4695" y="2742"/>
                  </a:cubicBezTo>
                  <a:cubicBezTo>
                    <a:pt x="4695" y="3813"/>
                    <a:pt x="3813" y="4695"/>
                    <a:pt x="2773" y="4695"/>
                  </a:cubicBezTo>
                  <a:cubicBezTo>
                    <a:pt x="1702" y="4695"/>
                    <a:pt x="820" y="3813"/>
                    <a:pt x="820" y="2742"/>
                  </a:cubicBezTo>
                  <a:cubicBezTo>
                    <a:pt x="820" y="1702"/>
                    <a:pt x="1702" y="820"/>
                    <a:pt x="2773" y="820"/>
                  </a:cubicBezTo>
                  <a:close/>
                  <a:moveTo>
                    <a:pt x="2773" y="1"/>
                  </a:moveTo>
                  <a:cubicBezTo>
                    <a:pt x="1229" y="1"/>
                    <a:pt x="1" y="1198"/>
                    <a:pt x="1" y="2742"/>
                  </a:cubicBezTo>
                  <a:cubicBezTo>
                    <a:pt x="1" y="4285"/>
                    <a:pt x="1229" y="5514"/>
                    <a:pt x="2773" y="5514"/>
                  </a:cubicBezTo>
                  <a:cubicBezTo>
                    <a:pt x="4285" y="5514"/>
                    <a:pt x="5514" y="4285"/>
                    <a:pt x="5514" y="2742"/>
                  </a:cubicBezTo>
                  <a:cubicBezTo>
                    <a:pt x="5514" y="1229"/>
                    <a:pt x="4254" y="1"/>
                    <a:pt x="27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864" name="Google Shape;9864;p63"/>
          <p:cNvSpPr/>
          <p:nvPr/>
        </p:nvSpPr>
        <p:spPr>
          <a:xfrm>
            <a:off x="3052893" y="1793369"/>
            <a:ext cx="372371" cy="367946"/>
          </a:xfrm>
          <a:custGeom>
            <a:rect l="l" t="t" r="r" b="b"/>
            <a:pathLst>
              <a:path w="12877" h="12724" extrusionOk="0">
                <a:moveTo>
                  <a:pt x="10492" y="1603"/>
                </a:moveTo>
                <a:lnTo>
                  <a:pt x="10429" y="1855"/>
                </a:lnTo>
                <a:cubicBezTo>
                  <a:pt x="10429" y="1981"/>
                  <a:pt x="10492" y="2138"/>
                  <a:pt x="10555" y="2201"/>
                </a:cubicBezTo>
                <a:cubicBezTo>
                  <a:pt x="10649" y="2296"/>
                  <a:pt x="10807" y="2327"/>
                  <a:pt x="10901" y="2327"/>
                </a:cubicBezTo>
                <a:lnTo>
                  <a:pt x="11153" y="2296"/>
                </a:lnTo>
                <a:lnTo>
                  <a:pt x="10492" y="2957"/>
                </a:lnTo>
                <a:lnTo>
                  <a:pt x="9736" y="3083"/>
                </a:lnTo>
                <a:lnTo>
                  <a:pt x="9799" y="2296"/>
                </a:lnTo>
                <a:lnTo>
                  <a:pt x="10492" y="1603"/>
                </a:lnTo>
                <a:close/>
                <a:moveTo>
                  <a:pt x="6270" y="6108"/>
                </a:moveTo>
                <a:cubicBezTo>
                  <a:pt x="6396" y="6108"/>
                  <a:pt x="6459" y="6139"/>
                  <a:pt x="6554" y="6234"/>
                </a:cubicBezTo>
                <a:cubicBezTo>
                  <a:pt x="6617" y="6265"/>
                  <a:pt x="6648" y="6391"/>
                  <a:pt x="6648" y="6486"/>
                </a:cubicBezTo>
                <a:cubicBezTo>
                  <a:pt x="6648" y="6738"/>
                  <a:pt x="6459" y="6927"/>
                  <a:pt x="6270" y="6927"/>
                </a:cubicBezTo>
                <a:cubicBezTo>
                  <a:pt x="6081" y="6927"/>
                  <a:pt x="5861" y="6738"/>
                  <a:pt x="5861" y="6486"/>
                </a:cubicBezTo>
                <a:cubicBezTo>
                  <a:pt x="5861" y="6265"/>
                  <a:pt x="6081" y="6108"/>
                  <a:pt x="6270" y="6108"/>
                </a:cubicBezTo>
                <a:close/>
                <a:moveTo>
                  <a:pt x="6176" y="4375"/>
                </a:moveTo>
                <a:cubicBezTo>
                  <a:pt x="6617" y="4375"/>
                  <a:pt x="7026" y="4501"/>
                  <a:pt x="7341" y="4722"/>
                </a:cubicBezTo>
                <a:lnTo>
                  <a:pt x="6743" y="5320"/>
                </a:lnTo>
                <a:cubicBezTo>
                  <a:pt x="6617" y="5289"/>
                  <a:pt x="6428" y="5226"/>
                  <a:pt x="6239" y="5226"/>
                </a:cubicBezTo>
                <a:cubicBezTo>
                  <a:pt x="5546" y="5226"/>
                  <a:pt x="5010" y="5793"/>
                  <a:pt x="5010" y="6454"/>
                </a:cubicBezTo>
                <a:cubicBezTo>
                  <a:pt x="5010" y="7116"/>
                  <a:pt x="5546" y="7715"/>
                  <a:pt x="6239" y="7715"/>
                </a:cubicBezTo>
                <a:cubicBezTo>
                  <a:pt x="6900" y="7715"/>
                  <a:pt x="7467" y="7147"/>
                  <a:pt x="7467" y="6454"/>
                </a:cubicBezTo>
                <a:cubicBezTo>
                  <a:pt x="7467" y="6265"/>
                  <a:pt x="7404" y="6108"/>
                  <a:pt x="7341" y="5887"/>
                </a:cubicBezTo>
                <a:lnTo>
                  <a:pt x="7908" y="5320"/>
                </a:lnTo>
                <a:cubicBezTo>
                  <a:pt x="8160" y="5635"/>
                  <a:pt x="8286" y="6013"/>
                  <a:pt x="8286" y="6454"/>
                </a:cubicBezTo>
                <a:cubicBezTo>
                  <a:pt x="8286" y="7588"/>
                  <a:pt x="7341" y="8534"/>
                  <a:pt x="6176" y="8534"/>
                </a:cubicBezTo>
                <a:cubicBezTo>
                  <a:pt x="5041" y="8534"/>
                  <a:pt x="4096" y="7588"/>
                  <a:pt x="4096" y="6454"/>
                </a:cubicBezTo>
                <a:cubicBezTo>
                  <a:pt x="4096" y="5320"/>
                  <a:pt x="5041" y="4375"/>
                  <a:pt x="6176" y="4375"/>
                </a:cubicBezTo>
                <a:close/>
                <a:moveTo>
                  <a:pt x="6239" y="2800"/>
                </a:moveTo>
                <a:cubicBezTo>
                  <a:pt x="7089" y="2800"/>
                  <a:pt x="7908" y="3115"/>
                  <a:pt x="8539" y="3619"/>
                </a:cubicBezTo>
                <a:lnTo>
                  <a:pt x="7971" y="4217"/>
                </a:lnTo>
                <a:cubicBezTo>
                  <a:pt x="7499" y="3839"/>
                  <a:pt x="6869" y="3619"/>
                  <a:pt x="6239" y="3619"/>
                </a:cubicBezTo>
                <a:cubicBezTo>
                  <a:pt x="4600" y="3619"/>
                  <a:pt x="3309" y="4911"/>
                  <a:pt x="3309" y="6486"/>
                </a:cubicBezTo>
                <a:cubicBezTo>
                  <a:pt x="3309" y="8124"/>
                  <a:pt x="4632" y="9416"/>
                  <a:pt x="6239" y="9416"/>
                </a:cubicBezTo>
                <a:cubicBezTo>
                  <a:pt x="7845" y="9416"/>
                  <a:pt x="9137" y="8124"/>
                  <a:pt x="9137" y="6486"/>
                </a:cubicBezTo>
                <a:cubicBezTo>
                  <a:pt x="9137" y="5856"/>
                  <a:pt x="8948" y="5226"/>
                  <a:pt x="8539" y="4753"/>
                </a:cubicBezTo>
                <a:lnTo>
                  <a:pt x="9137" y="4154"/>
                </a:lnTo>
                <a:cubicBezTo>
                  <a:pt x="9641" y="4816"/>
                  <a:pt x="9956" y="5604"/>
                  <a:pt x="9956" y="6486"/>
                </a:cubicBezTo>
                <a:cubicBezTo>
                  <a:pt x="9956" y="8534"/>
                  <a:pt x="8318" y="10235"/>
                  <a:pt x="6239" y="10235"/>
                </a:cubicBezTo>
                <a:cubicBezTo>
                  <a:pt x="4191" y="10235"/>
                  <a:pt x="2490" y="8597"/>
                  <a:pt x="2490" y="6486"/>
                </a:cubicBezTo>
                <a:cubicBezTo>
                  <a:pt x="2490" y="4438"/>
                  <a:pt x="4128" y="2800"/>
                  <a:pt x="6239" y="2800"/>
                </a:cubicBezTo>
                <a:close/>
                <a:moveTo>
                  <a:pt x="6270" y="1130"/>
                </a:moveTo>
                <a:cubicBezTo>
                  <a:pt x="7247" y="1130"/>
                  <a:pt x="8223" y="1414"/>
                  <a:pt x="9074" y="1918"/>
                </a:cubicBezTo>
                <a:cubicBezTo>
                  <a:pt x="9074" y="1949"/>
                  <a:pt x="9011" y="2012"/>
                  <a:pt x="9011" y="2044"/>
                </a:cubicBezTo>
                <a:lnTo>
                  <a:pt x="8917" y="2831"/>
                </a:lnTo>
                <a:cubicBezTo>
                  <a:pt x="8160" y="2296"/>
                  <a:pt x="7247" y="1981"/>
                  <a:pt x="6270" y="1981"/>
                </a:cubicBezTo>
                <a:cubicBezTo>
                  <a:pt x="3750" y="1981"/>
                  <a:pt x="1733" y="4028"/>
                  <a:pt x="1733" y="6486"/>
                </a:cubicBezTo>
                <a:cubicBezTo>
                  <a:pt x="1733" y="9006"/>
                  <a:pt x="3781" y="11054"/>
                  <a:pt x="6270" y="11054"/>
                </a:cubicBezTo>
                <a:cubicBezTo>
                  <a:pt x="8759" y="11054"/>
                  <a:pt x="10807" y="9006"/>
                  <a:pt x="10807" y="6486"/>
                </a:cubicBezTo>
                <a:cubicBezTo>
                  <a:pt x="10807" y="5509"/>
                  <a:pt x="10492" y="4596"/>
                  <a:pt x="9925" y="3871"/>
                </a:cubicBezTo>
                <a:lnTo>
                  <a:pt x="10712" y="3745"/>
                </a:lnTo>
                <a:cubicBezTo>
                  <a:pt x="10744" y="3745"/>
                  <a:pt x="10807" y="3745"/>
                  <a:pt x="10838" y="3713"/>
                </a:cubicBezTo>
                <a:cubicBezTo>
                  <a:pt x="11342" y="4533"/>
                  <a:pt x="11626" y="5478"/>
                  <a:pt x="11626" y="6486"/>
                </a:cubicBezTo>
                <a:cubicBezTo>
                  <a:pt x="11626" y="9447"/>
                  <a:pt x="9232" y="11873"/>
                  <a:pt x="6270" y="11873"/>
                </a:cubicBezTo>
                <a:cubicBezTo>
                  <a:pt x="3309" y="11873"/>
                  <a:pt x="914" y="9479"/>
                  <a:pt x="914" y="6486"/>
                </a:cubicBezTo>
                <a:cubicBezTo>
                  <a:pt x="914" y="3524"/>
                  <a:pt x="3309" y="1130"/>
                  <a:pt x="6270" y="1130"/>
                </a:cubicBezTo>
                <a:close/>
                <a:moveTo>
                  <a:pt x="11030" y="0"/>
                </a:moveTo>
                <a:cubicBezTo>
                  <a:pt x="10930" y="0"/>
                  <a:pt x="10829" y="37"/>
                  <a:pt x="10744" y="122"/>
                </a:cubicBezTo>
                <a:lnTo>
                  <a:pt x="9610" y="1256"/>
                </a:lnTo>
                <a:cubicBezTo>
                  <a:pt x="8602" y="594"/>
                  <a:pt x="7467" y="279"/>
                  <a:pt x="6239" y="279"/>
                </a:cubicBezTo>
                <a:cubicBezTo>
                  <a:pt x="2805" y="279"/>
                  <a:pt x="1" y="3020"/>
                  <a:pt x="1" y="6486"/>
                </a:cubicBezTo>
                <a:cubicBezTo>
                  <a:pt x="1" y="9920"/>
                  <a:pt x="2773" y="12724"/>
                  <a:pt x="6239" y="12724"/>
                </a:cubicBezTo>
                <a:cubicBezTo>
                  <a:pt x="9641" y="12724"/>
                  <a:pt x="12445" y="9951"/>
                  <a:pt x="12445" y="6486"/>
                </a:cubicBezTo>
                <a:cubicBezTo>
                  <a:pt x="12445" y="5289"/>
                  <a:pt x="12099" y="4123"/>
                  <a:pt x="11468" y="3115"/>
                </a:cubicBezTo>
                <a:lnTo>
                  <a:pt x="12603" y="1981"/>
                </a:lnTo>
                <a:cubicBezTo>
                  <a:pt x="12877" y="1706"/>
                  <a:pt x="12650" y="1255"/>
                  <a:pt x="12292" y="1255"/>
                </a:cubicBezTo>
                <a:cubicBezTo>
                  <a:pt x="12280" y="1255"/>
                  <a:pt x="12268" y="1255"/>
                  <a:pt x="12256" y="1256"/>
                </a:cubicBezTo>
                <a:lnTo>
                  <a:pt x="11342" y="1382"/>
                </a:lnTo>
                <a:lnTo>
                  <a:pt x="11468" y="468"/>
                </a:lnTo>
                <a:cubicBezTo>
                  <a:pt x="11491" y="203"/>
                  <a:pt x="11265" y="0"/>
                  <a:pt x="1103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9865" name="Google Shape;9865;p63"/>
          <p:cNvGrpSpPr/>
          <p:nvPr/>
        </p:nvGrpSpPr>
        <p:grpSpPr>
          <a:xfrm>
            <a:off x="3061808" y="2258743"/>
            <a:ext cx="367165" cy="368091"/>
            <a:chOff x="-63250676" y="2664125"/>
            <a:chExt cx="317425" cy="318225"/>
          </a:xfrm>
        </p:grpSpPr>
        <p:sp>
          <p:nvSpPr>
            <p:cNvPr id="9866" name="Google Shape;9866;p63"/>
            <p:cNvSpPr/>
            <p:nvPr/>
          </p:nvSpPr>
          <p:spPr>
            <a:xfrm>
              <a:off x="-63250676" y="2664125"/>
              <a:ext cx="317425" cy="318225"/>
            </a:xfrm>
            <a:custGeom>
              <a:rect l="l" t="t" r="r" b="b"/>
              <a:pathLst>
                <a:path w="12697" h="12729" extrusionOk="0">
                  <a:moveTo>
                    <a:pt x="6364" y="2521"/>
                  </a:moveTo>
                  <a:cubicBezTo>
                    <a:pt x="8475" y="2521"/>
                    <a:pt x="10208" y="4254"/>
                    <a:pt x="10208" y="6396"/>
                  </a:cubicBezTo>
                  <a:cubicBezTo>
                    <a:pt x="10208" y="8507"/>
                    <a:pt x="8475" y="10240"/>
                    <a:pt x="6364" y="10240"/>
                  </a:cubicBezTo>
                  <a:cubicBezTo>
                    <a:pt x="4222" y="10240"/>
                    <a:pt x="2489" y="8507"/>
                    <a:pt x="2489" y="6396"/>
                  </a:cubicBezTo>
                  <a:cubicBezTo>
                    <a:pt x="2489" y="4254"/>
                    <a:pt x="4222" y="2521"/>
                    <a:pt x="6364" y="2521"/>
                  </a:cubicBezTo>
                  <a:close/>
                  <a:moveTo>
                    <a:pt x="6364" y="1"/>
                  </a:moveTo>
                  <a:cubicBezTo>
                    <a:pt x="6112" y="1"/>
                    <a:pt x="5923" y="190"/>
                    <a:pt x="5923" y="442"/>
                  </a:cubicBezTo>
                  <a:lnTo>
                    <a:pt x="5923" y="1702"/>
                  </a:lnTo>
                  <a:cubicBezTo>
                    <a:pt x="4946" y="1765"/>
                    <a:pt x="4033" y="2174"/>
                    <a:pt x="3308" y="2773"/>
                  </a:cubicBezTo>
                  <a:lnTo>
                    <a:pt x="2426" y="1859"/>
                  </a:lnTo>
                  <a:cubicBezTo>
                    <a:pt x="2347" y="1781"/>
                    <a:pt x="2237" y="1741"/>
                    <a:pt x="2127" y="1741"/>
                  </a:cubicBezTo>
                  <a:cubicBezTo>
                    <a:pt x="2017" y="1741"/>
                    <a:pt x="1906" y="1781"/>
                    <a:pt x="1827" y="1859"/>
                  </a:cubicBezTo>
                  <a:cubicBezTo>
                    <a:pt x="1670" y="2017"/>
                    <a:pt x="1670" y="2300"/>
                    <a:pt x="1827" y="2458"/>
                  </a:cubicBezTo>
                  <a:lnTo>
                    <a:pt x="2741" y="3340"/>
                  </a:lnTo>
                  <a:cubicBezTo>
                    <a:pt x="2143" y="4065"/>
                    <a:pt x="1733" y="4978"/>
                    <a:pt x="1670" y="5955"/>
                  </a:cubicBezTo>
                  <a:lnTo>
                    <a:pt x="410" y="5955"/>
                  </a:lnTo>
                  <a:cubicBezTo>
                    <a:pt x="158" y="5955"/>
                    <a:pt x="0" y="6144"/>
                    <a:pt x="0" y="6333"/>
                  </a:cubicBezTo>
                  <a:cubicBezTo>
                    <a:pt x="0" y="6585"/>
                    <a:pt x="221" y="6774"/>
                    <a:pt x="410" y="6774"/>
                  </a:cubicBezTo>
                  <a:lnTo>
                    <a:pt x="1670" y="6774"/>
                  </a:lnTo>
                  <a:cubicBezTo>
                    <a:pt x="1733" y="7751"/>
                    <a:pt x="2143" y="8664"/>
                    <a:pt x="2741" y="9389"/>
                  </a:cubicBezTo>
                  <a:lnTo>
                    <a:pt x="1827" y="10271"/>
                  </a:lnTo>
                  <a:cubicBezTo>
                    <a:pt x="1670" y="10429"/>
                    <a:pt x="1670" y="10712"/>
                    <a:pt x="1827" y="10870"/>
                  </a:cubicBezTo>
                  <a:cubicBezTo>
                    <a:pt x="1890" y="10964"/>
                    <a:pt x="2017" y="10996"/>
                    <a:pt x="2111" y="10996"/>
                  </a:cubicBezTo>
                  <a:cubicBezTo>
                    <a:pt x="2174" y="10996"/>
                    <a:pt x="2300" y="10964"/>
                    <a:pt x="2363" y="10870"/>
                  </a:cubicBezTo>
                  <a:lnTo>
                    <a:pt x="3277" y="9956"/>
                  </a:lnTo>
                  <a:cubicBezTo>
                    <a:pt x="4001" y="10555"/>
                    <a:pt x="4883" y="10964"/>
                    <a:pt x="5892" y="11027"/>
                  </a:cubicBezTo>
                  <a:lnTo>
                    <a:pt x="5892" y="12287"/>
                  </a:lnTo>
                  <a:cubicBezTo>
                    <a:pt x="5892" y="12508"/>
                    <a:pt x="6081" y="12729"/>
                    <a:pt x="6301" y="12729"/>
                  </a:cubicBezTo>
                  <a:cubicBezTo>
                    <a:pt x="6553" y="12729"/>
                    <a:pt x="6711" y="12508"/>
                    <a:pt x="6711" y="12287"/>
                  </a:cubicBezTo>
                  <a:lnTo>
                    <a:pt x="6711" y="11027"/>
                  </a:lnTo>
                  <a:cubicBezTo>
                    <a:pt x="7687" y="10964"/>
                    <a:pt x="8601" y="10555"/>
                    <a:pt x="9294" y="9956"/>
                  </a:cubicBezTo>
                  <a:lnTo>
                    <a:pt x="10208" y="10870"/>
                  </a:lnTo>
                  <a:cubicBezTo>
                    <a:pt x="10302" y="10964"/>
                    <a:pt x="10397" y="10996"/>
                    <a:pt x="10491" y="10996"/>
                  </a:cubicBezTo>
                  <a:cubicBezTo>
                    <a:pt x="10617" y="10996"/>
                    <a:pt x="10680" y="10964"/>
                    <a:pt x="10775" y="10870"/>
                  </a:cubicBezTo>
                  <a:cubicBezTo>
                    <a:pt x="10932" y="10712"/>
                    <a:pt x="10932" y="10429"/>
                    <a:pt x="10775" y="10271"/>
                  </a:cubicBezTo>
                  <a:lnTo>
                    <a:pt x="9861" y="9389"/>
                  </a:lnTo>
                  <a:cubicBezTo>
                    <a:pt x="10460" y="8664"/>
                    <a:pt x="10838" y="7751"/>
                    <a:pt x="10932" y="6774"/>
                  </a:cubicBezTo>
                  <a:lnTo>
                    <a:pt x="12193" y="6774"/>
                  </a:lnTo>
                  <a:cubicBezTo>
                    <a:pt x="12413" y="6774"/>
                    <a:pt x="12602" y="6585"/>
                    <a:pt x="12602" y="6333"/>
                  </a:cubicBezTo>
                  <a:cubicBezTo>
                    <a:pt x="12697" y="6144"/>
                    <a:pt x="12508" y="5955"/>
                    <a:pt x="12256" y="5955"/>
                  </a:cubicBezTo>
                  <a:lnTo>
                    <a:pt x="10995" y="5955"/>
                  </a:lnTo>
                  <a:cubicBezTo>
                    <a:pt x="10932" y="4978"/>
                    <a:pt x="10523" y="4065"/>
                    <a:pt x="9924" y="3340"/>
                  </a:cubicBezTo>
                  <a:lnTo>
                    <a:pt x="10838" y="2458"/>
                  </a:lnTo>
                  <a:cubicBezTo>
                    <a:pt x="10995" y="2300"/>
                    <a:pt x="10995" y="2017"/>
                    <a:pt x="10838" y="1859"/>
                  </a:cubicBezTo>
                  <a:cubicBezTo>
                    <a:pt x="10759" y="1781"/>
                    <a:pt x="10649" y="1741"/>
                    <a:pt x="10539" y="1741"/>
                  </a:cubicBezTo>
                  <a:cubicBezTo>
                    <a:pt x="10428" y="1741"/>
                    <a:pt x="10318" y="1781"/>
                    <a:pt x="10239" y="1859"/>
                  </a:cubicBezTo>
                  <a:lnTo>
                    <a:pt x="9357" y="2773"/>
                  </a:lnTo>
                  <a:cubicBezTo>
                    <a:pt x="8633" y="2174"/>
                    <a:pt x="7719" y="1765"/>
                    <a:pt x="6742" y="1702"/>
                  </a:cubicBezTo>
                  <a:lnTo>
                    <a:pt x="6742" y="442"/>
                  </a:lnTo>
                  <a:cubicBezTo>
                    <a:pt x="6742" y="190"/>
                    <a:pt x="6553" y="1"/>
                    <a:pt x="6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67" name="Google Shape;9867;p63"/>
            <p:cNvSpPr/>
            <p:nvPr/>
          </p:nvSpPr>
          <p:spPr>
            <a:xfrm>
              <a:off x="-63167977" y="2747625"/>
              <a:ext cx="152025" cy="152025"/>
            </a:xfrm>
            <a:custGeom>
              <a:rect l="l" t="t" r="r" b="b"/>
              <a:pathLst>
                <a:path w="6081" h="6081" extrusionOk="0">
                  <a:moveTo>
                    <a:pt x="2615" y="819"/>
                  </a:moveTo>
                  <a:lnTo>
                    <a:pt x="2615" y="1701"/>
                  </a:lnTo>
                  <a:cubicBezTo>
                    <a:pt x="2521" y="1733"/>
                    <a:pt x="2458" y="1733"/>
                    <a:pt x="2363" y="1764"/>
                  </a:cubicBezTo>
                  <a:lnTo>
                    <a:pt x="1796" y="1197"/>
                  </a:lnTo>
                  <a:cubicBezTo>
                    <a:pt x="2017" y="1040"/>
                    <a:pt x="2300" y="914"/>
                    <a:pt x="2615" y="819"/>
                  </a:cubicBezTo>
                  <a:close/>
                  <a:moveTo>
                    <a:pt x="3434" y="882"/>
                  </a:moveTo>
                  <a:cubicBezTo>
                    <a:pt x="3749" y="914"/>
                    <a:pt x="4033" y="1040"/>
                    <a:pt x="4253" y="1229"/>
                  </a:cubicBezTo>
                  <a:lnTo>
                    <a:pt x="3686" y="1827"/>
                  </a:lnTo>
                  <a:cubicBezTo>
                    <a:pt x="3592" y="1796"/>
                    <a:pt x="3529" y="1733"/>
                    <a:pt x="3434" y="1733"/>
                  </a:cubicBezTo>
                  <a:lnTo>
                    <a:pt x="3434" y="882"/>
                  </a:lnTo>
                  <a:close/>
                  <a:moveTo>
                    <a:pt x="1197" y="1796"/>
                  </a:moveTo>
                  <a:lnTo>
                    <a:pt x="1796" y="2363"/>
                  </a:lnTo>
                  <a:cubicBezTo>
                    <a:pt x="1733" y="2457"/>
                    <a:pt x="1701" y="2520"/>
                    <a:pt x="1701" y="2615"/>
                  </a:cubicBezTo>
                  <a:lnTo>
                    <a:pt x="851" y="2615"/>
                  </a:lnTo>
                  <a:cubicBezTo>
                    <a:pt x="914" y="2300"/>
                    <a:pt x="1040" y="2016"/>
                    <a:pt x="1197" y="1796"/>
                  </a:cubicBezTo>
                  <a:close/>
                  <a:moveTo>
                    <a:pt x="4852" y="1796"/>
                  </a:moveTo>
                  <a:cubicBezTo>
                    <a:pt x="5010" y="2016"/>
                    <a:pt x="5136" y="2300"/>
                    <a:pt x="5199" y="2615"/>
                  </a:cubicBezTo>
                  <a:lnTo>
                    <a:pt x="4348" y="2615"/>
                  </a:lnTo>
                  <a:cubicBezTo>
                    <a:pt x="4316" y="2520"/>
                    <a:pt x="4316" y="2457"/>
                    <a:pt x="4253" y="2363"/>
                  </a:cubicBezTo>
                  <a:lnTo>
                    <a:pt x="4852" y="1796"/>
                  </a:lnTo>
                  <a:close/>
                  <a:moveTo>
                    <a:pt x="3056" y="2457"/>
                  </a:moveTo>
                  <a:cubicBezTo>
                    <a:pt x="3214" y="2457"/>
                    <a:pt x="3308" y="2520"/>
                    <a:pt x="3434" y="2615"/>
                  </a:cubicBezTo>
                  <a:cubicBezTo>
                    <a:pt x="3560" y="2741"/>
                    <a:pt x="3592" y="2836"/>
                    <a:pt x="3592" y="2993"/>
                  </a:cubicBezTo>
                  <a:cubicBezTo>
                    <a:pt x="3592" y="3151"/>
                    <a:pt x="3529" y="3308"/>
                    <a:pt x="3434" y="3403"/>
                  </a:cubicBezTo>
                  <a:cubicBezTo>
                    <a:pt x="3308" y="3529"/>
                    <a:pt x="3214" y="3560"/>
                    <a:pt x="3056" y="3560"/>
                  </a:cubicBezTo>
                  <a:cubicBezTo>
                    <a:pt x="2899" y="3560"/>
                    <a:pt x="2773" y="3466"/>
                    <a:pt x="2647" y="3403"/>
                  </a:cubicBezTo>
                  <a:cubicBezTo>
                    <a:pt x="2521" y="3277"/>
                    <a:pt x="2489" y="3151"/>
                    <a:pt x="2489" y="2993"/>
                  </a:cubicBezTo>
                  <a:cubicBezTo>
                    <a:pt x="2489" y="2836"/>
                    <a:pt x="2584" y="2741"/>
                    <a:pt x="2647" y="2615"/>
                  </a:cubicBezTo>
                  <a:cubicBezTo>
                    <a:pt x="2773" y="2489"/>
                    <a:pt x="2899" y="2457"/>
                    <a:pt x="3056" y="2457"/>
                  </a:cubicBezTo>
                  <a:close/>
                  <a:moveTo>
                    <a:pt x="1733" y="3434"/>
                  </a:moveTo>
                  <a:cubicBezTo>
                    <a:pt x="1796" y="3529"/>
                    <a:pt x="1796" y="3592"/>
                    <a:pt x="1828" y="3686"/>
                  </a:cubicBezTo>
                  <a:lnTo>
                    <a:pt x="1229" y="4253"/>
                  </a:lnTo>
                  <a:cubicBezTo>
                    <a:pt x="1040" y="4033"/>
                    <a:pt x="914" y="3749"/>
                    <a:pt x="882" y="3434"/>
                  </a:cubicBezTo>
                  <a:close/>
                  <a:moveTo>
                    <a:pt x="5199" y="3434"/>
                  </a:moveTo>
                  <a:cubicBezTo>
                    <a:pt x="5136" y="3749"/>
                    <a:pt x="5010" y="4033"/>
                    <a:pt x="4852" y="4253"/>
                  </a:cubicBezTo>
                  <a:lnTo>
                    <a:pt x="4253" y="3686"/>
                  </a:lnTo>
                  <a:cubicBezTo>
                    <a:pt x="4316" y="3592"/>
                    <a:pt x="4348" y="3529"/>
                    <a:pt x="4348" y="3434"/>
                  </a:cubicBezTo>
                  <a:close/>
                  <a:moveTo>
                    <a:pt x="2363" y="4253"/>
                  </a:moveTo>
                  <a:cubicBezTo>
                    <a:pt x="2458" y="4316"/>
                    <a:pt x="2521" y="4348"/>
                    <a:pt x="2615" y="4348"/>
                  </a:cubicBezTo>
                  <a:lnTo>
                    <a:pt x="2615" y="5198"/>
                  </a:lnTo>
                  <a:cubicBezTo>
                    <a:pt x="2300" y="5167"/>
                    <a:pt x="2017" y="5041"/>
                    <a:pt x="1796" y="4852"/>
                  </a:cubicBezTo>
                  <a:lnTo>
                    <a:pt x="2363" y="4253"/>
                  </a:lnTo>
                  <a:close/>
                  <a:moveTo>
                    <a:pt x="3686" y="4253"/>
                  </a:moveTo>
                  <a:lnTo>
                    <a:pt x="4253" y="4852"/>
                  </a:lnTo>
                  <a:cubicBezTo>
                    <a:pt x="4033" y="5009"/>
                    <a:pt x="3749" y="5135"/>
                    <a:pt x="3434" y="5198"/>
                  </a:cubicBezTo>
                  <a:lnTo>
                    <a:pt x="3434" y="4348"/>
                  </a:lnTo>
                  <a:cubicBezTo>
                    <a:pt x="3529" y="4316"/>
                    <a:pt x="3592" y="4316"/>
                    <a:pt x="3686" y="4253"/>
                  </a:cubicBezTo>
                  <a:close/>
                  <a:moveTo>
                    <a:pt x="3056" y="0"/>
                  </a:moveTo>
                  <a:cubicBezTo>
                    <a:pt x="1355" y="0"/>
                    <a:pt x="0" y="1386"/>
                    <a:pt x="0" y="3056"/>
                  </a:cubicBezTo>
                  <a:cubicBezTo>
                    <a:pt x="0" y="3875"/>
                    <a:pt x="315" y="4631"/>
                    <a:pt x="882" y="5167"/>
                  </a:cubicBezTo>
                  <a:cubicBezTo>
                    <a:pt x="1229" y="5608"/>
                    <a:pt x="2111" y="6081"/>
                    <a:pt x="3056" y="6081"/>
                  </a:cubicBezTo>
                  <a:cubicBezTo>
                    <a:pt x="4694" y="6081"/>
                    <a:pt x="6081" y="4726"/>
                    <a:pt x="6081" y="3056"/>
                  </a:cubicBezTo>
                  <a:cubicBezTo>
                    <a:pt x="6081" y="1355"/>
                    <a:pt x="4694" y="0"/>
                    <a:pt x="30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868" name="Google Shape;9868;p63"/>
          <p:cNvGrpSpPr/>
          <p:nvPr/>
        </p:nvGrpSpPr>
        <p:grpSpPr>
          <a:xfrm>
            <a:off x="1738471" y="2735150"/>
            <a:ext cx="363522" cy="361266"/>
            <a:chOff x="-61354072" y="1940500"/>
            <a:chExt cx="314275" cy="312325"/>
          </a:xfrm>
        </p:grpSpPr>
        <p:sp>
          <p:nvSpPr>
            <p:cNvPr id="9869" name="Google Shape;9869;p63"/>
            <p:cNvSpPr/>
            <p:nvPr/>
          </p:nvSpPr>
          <p:spPr>
            <a:xfrm>
              <a:off x="-61354072" y="1940500"/>
              <a:ext cx="314275" cy="312325"/>
            </a:xfrm>
            <a:custGeom>
              <a:rect l="l" t="t" r="r" b="b"/>
              <a:pathLst>
                <a:path w="12571" h="12493" extrusionOk="0">
                  <a:moveTo>
                    <a:pt x="6270" y="1001"/>
                  </a:moveTo>
                  <a:lnTo>
                    <a:pt x="7687" y="2419"/>
                  </a:lnTo>
                  <a:cubicBezTo>
                    <a:pt x="7750" y="2482"/>
                    <a:pt x="7876" y="2513"/>
                    <a:pt x="7971" y="2513"/>
                  </a:cubicBezTo>
                  <a:lnTo>
                    <a:pt x="9956" y="2513"/>
                  </a:lnTo>
                  <a:lnTo>
                    <a:pt x="9956" y="4529"/>
                  </a:lnTo>
                  <a:cubicBezTo>
                    <a:pt x="9956" y="4655"/>
                    <a:pt x="10019" y="4718"/>
                    <a:pt x="10082" y="4813"/>
                  </a:cubicBezTo>
                  <a:lnTo>
                    <a:pt x="11499" y="6231"/>
                  </a:lnTo>
                  <a:lnTo>
                    <a:pt x="10082" y="7648"/>
                  </a:lnTo>
                  <a:cubicBezTo>
                    <a:pt x="10019" y="7711"/>
                    <a:pt x="9956" y="7837"/>
                    <a:pt x="9956" y="7900"/>
                  </a:cubicBezTo>
                  <a:lnTo>
                    <a:pt x="9956" y="9917"/>
                  </a:lnTo>
                  <a:lnTo>
                    <a:pt x="7971" y="9917"/>
                  </a:lnTo>
                  <a:cubicBezTo>
                    <a:pt x="7845" y="9917"/>
                    <a:pt x="7750" y="9948"/>
                    <a:pt x="7687" y="10043"/>
                  </a:cubicBezTo>
                  <a:lnTo>
                    <a:pt x="6270" y="11460"/>
                  </a:lnTo>
                  <a:lnTo>
                    <a:pt x="4852" y="10043"/>
                  </a:lnTo>
                  <a:cubicBezTo>
                    <a:pt x="4757" y="9948"/>
                    <a:pt x="4631" y="9917"/>
                    <a:pt x="4568" y="9917"/>
                  </a:cubicBezTo>
                  <a:lnTo>
                    <a:pt x="2552" y="9917"/>
                  </a:lnTo>
                  <a:lnTo>
                    <a:pt x="2552" y="7900"/>
                  </a:lnTo>
                  <a:cubicBezTo>
                    <a:pt x="2552" y="7806"/>
                    <a:pt x="2521" y="7711"/>
                    <a:pt x="2426" y="7648"/>
                  </a:cubicBezTo>
                  <a:lnTo>
                    <a:pt x="1008" y="6231"/>
                  </a:lnTo>
                  <a:lnTo>
                    <a:pt x="2426" y="4813"/>
                  </a:lnTo>
                  <a:cubicBezTo>
                    <a:pt x="2521" y="4718"/>
                    <a:pt x="2552" y="4624"/>
                    <a:pt x="2552" y="4529"/>
                  </a:cubicBezTo>
                  <a:lnTo>
                    <a:pt x="2552" y="2513"/>
                  </a:lnTo>
                  <a:lnTo>
                    <a:pt x="4568" y="2513"/>
                  </a:lnTo>
                  <a:cubicBezTo>
                    <a:pt x="4694" y="2513"/>
                    <a:pt x="4757" y="2482"/>
                    <a:pt x="4852" y="2419"/>
                  </a:cubicBezTo>
                  <a:lnTo>
                    <a:pt x="6270" y="1001"/>
                  </a:lnTo>
                  <a:close/>
                  <a:moveTo>
                    <a:pt x="6285" y="1"/>
                  </a:moveTo>
                  <a:cubicBezTo>
                    <a:pt x="6175" y="1"/>
                    <a:pt x="6065" y="40"/>
                    <a:pt x="5986" y="119"/>
                  </a:cubicBezTo>
                  <a:lnTo>
                    <a:pt x="4411" y="1694"/>
                  </a:lnTo>
                  <a:lnTo>
                    <a:pt x="2174" y="1694"/>
                  </a:lnTo>
                  <a:cubicBezTo>
                    <a:pt x="1922" y="1694"/>
                    <a:pt x="1733" y="1883"/>
                    <a:pt x="1733" y="2135"/>
                  </a:cubicBezTo>
                  <a:lnTo>
                    <a:pt x="1733" y="4372"/>
                  </a:lnTo>
                  <a:lnTo>
                    <a:pt x="158" y="5947"/>
                  </a:lnTo>
                  <a:cubicBezTo>
                    <a:pt x="0" y="6105"/>
                    <a:pt x="0" y="6388"/>
                    <a:pt x="158" y="6546"/>
                  </a:cubicBezTo>
                  <a:lnTo>
                    <a:pt x="1733" y="8121"/>
                  </a:lnTo>
                  <a:lnTo>
                    <a:pt x="1733" y="10358"/>
                  </a:lnTo>
                  <a:cubicBezTo>
                    <a:pt x="1733" y="10578"/>
                    <a:pt x="1922" y="10736"/>
                    <a:pt x="2174" y="10736"/>
                  </a:cubicBezTo>
                  <a:lnTo>
                    <a:pt x="4411" y="10736"/>
                  </a:lnTo>
                  <a:lnTo>
                    <a:pt x="5986" y="12374"/>
                  </a:lnTo>
                  <a:cubicBezTo>
                    <a:pt x="6065" y="12453"/>
                    <a:pt x="6175" y="12492"/>
                    <a:pt x="6285" y="12492"/>
                  </a:cubicBezTo>
                  <a:cubicBezTo>
                    <a:pt x="6396" y="12492"/>
                    <a:pt x="6506" y="12453"/>
                    <a:pt x="6585" y="12374"/>
                  </a:cubicBezTo>
                  <a:lnTo>
                    <a:pt x="8160" y="10736"/>
                  </a:lnTo>
                  <a:lnTo>
                    <a:pt x="10397" y="10736"/>
                  </a:lnTo>
                  <a:cubicBezTo>
                    <a:pt x="10617" y="10736"/>
                    <a:pt x="10775" y="10547"/>
                    <a:pt x="10775" y="10358"/>
                  </a:cubicBezTo>
                  <a:lnTo>
                    <a:pt x="10775" y="8121"/>
                  </a:lnTo>
                  <a:lnTo>
                    <a:pt x="12413" y="6546"/>
                  </a:lnTo>
                  <a:cubicBezTo>
                    <a:pt x="12571" y="6388"/>
                    <a:pt x="12571" y="6105"/>
                    <a:pt x="12413" y="5947"/>
                  </a:cubicBezTo>
                  <a:lnTo>
                    <a:pt x="10775" y="4372"/>
                  </a:lnTo>
                  <a:lnTo>
                    <a:pt x="10775" y="2135"/>
                  </a:lnTo>
                  <a:cubicBezTo>
                    <a:pt x="10775" y="1883"/>
                    <a:pt x="10586" y="1694"/>
                    <a:pt x="10397" y="1694"/>
                  </a:cubicBezTo>
                  <a:lnTo>
                    <a:pt x="8160" y="1694"/>
                  </a:lnTo>
                  <a:lnTo>
                    <a:pt x="6585" y="119"/>
                  </a:lnTo>
                  <a:cubicBezTo>
                    <a:pt x="6506" y="40"/>
                    <a:pt x="6396" y="1"/>
                    <a:pt x="62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70" name="Google Shape;9870;p63"/>
            <p:cNvSpPr/>
            <p:nvPr/>
          </p:nvSpPr>
          <p:spPr>
            <a:xfrm>
              <a:off x="-61268223" y="2024575"/>
              <a:ext cx="60650" cy="61475"/>
            </a:xfrm>
            <a:custGeom>
              <a:rect l="l" t="t" r="r" b="b"/>
              <a:pathLst>
                <a:path w="2426" h="2459" extrusionOk="0">
                  <a:moveTo>
                    <a:pt x="1197" y="820"/>
                  </a:moveTo>
                  <a:cubicBezTo>
                    <a:pt x="1449" y="820"/>
                    <a:pt x="1607" y="1009"/>
                    <a:pt x="1607" y="1261"/>
                  </a:cubicBezTo>
                  <a:cubicBezTo>
                    <a:pt x="1607" y="1481"/>
                    <a:pt x="1418" y="1639"/>
                    <a:pt x="1197" y="1639"/>
                  </a:cubicBezTo>
                  <a:cubicBezTo>
                    <a:pt x="1008" y="1639"/>
                    <a:pt x="819" y="1450"/>
                    <a:pt x="819" y="1261"/>
                  </a:cubicBezTo>
                  <a:cubicBezTo>
                    <a:pt x="788" y="977"/>
                    <a:pt x="977" y="820"/>
                    <a:pt x="1197" y="820"/>
                  </a:cubicBezTo>
                  <a:close/>
                  <a:moveTo>
                    <a:pt x="1197" y="1"/>
                  </a:moveTo>
                  <a:cubicBezTo>
                    <a:pt x="536" y="1"/>
                    <a:pt x="0" y="536"/>
                    <a:pt x="0" y="1261"/>
                  </a:cubicBezTo>
                  <a:cubicBezTo>
                    <a:pt x="0" y="1954"/>
                    <a:pt x="504" y="2458"/>
                    <a:pt x="1197" y="2458"/>
                  </a:cubicBezTo>
                  <a:cubicBezTo>
                    <a:pt x="1890" y="2458"/>
                    <a:pt x="2426" y="1922"/>
                    <a:pt x="2426" y="1261"/>
                  </a:cubicBezTo>
                  <a:cubicBezTo>
                    <a:pt x="2426" y="568"/>
                    <a:pt x="1890" y="1"/>
                    <a:pt x="11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71" name="Google Shape;9871;p63"/>
            <p:cNvSpPr/>
            <p:nvPr/>
          </p:nvSpPr>
          <p:spPr>
            <a:xfrm>
              <a:off x="-61187099" y="2107275"/>
              <a:ext cx="61450" cy="61475"/>
            </a:xfrm>
            <a:custGeom>
              <a:rect l="l" t="t" r="r" b="b"/>
              <a:pathLst>
                <a:path w="2458" h="2459" extrusionOk="0">
                  <a:moveTo>
                    <a:pt x="1229" y="788"/>
                  </a:moveTo>
                  <a:cubicBezTo>
                    <a:pt x="1512" y="820"/>
                    <a:pt x="1670" y="977"/>
                    <a:pt x="1670" y="1198"/>
                  </a:cubicBezTo>
                  <a:cubicBezTo>
                    <a:pt x="1670" y="1450"/>
                    <a:pt x="1481" y="1639"/>
                    <a:pt x="1229" y="1639"/>
                  </a:cubicBezTo>
                  <a:cubicBezTo>
                    <a:pt x="1008" y="1639"/>
                    <a:pt x="851" y="1450"/>
                    <a:pt x="851" y="1198"/>
                  </a:cubicBezTo>
                  <a:cubicBezTo>
                    <a:pt x="851" y="977"/>
                    <a:pt x="1040" y="788"/>
                    <a:pt x="1229" y="788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58"/>
                    <a:pt x="1229" y="2458"/>
                  </a:cubicBezTo>
                  <a:cubicBezTo>
                    <a:pt x="1922" y="2458"/>
                    <a:pt x="2458" y="1922"/>
                    <a:pt x="2458" y="1198"/>
                  </a:cubicBezTo>
                  <a:cubicBezTo>
                    <a:pt x="2458" y="536"/>
                    <a:pt x="192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72" name="Google Shape;9872;p63"/>
            <p:cNvSpPr/>
            <p:nvPr/>
          </p:nvSpPr>
          <p:spPr>
            <a:xfrm>
              <a:off x="-61250128" y="2044475"/>
              <a:ext cx="105575" cy="103600"/>
            </a:xfrm>
            <a:custGeom>
              <a:rect l="l" t="t" r="r" b="b"/>
              <a:pathLst>
                <a:path w="4223" h="4144" extrusionOk="0">
                  <a:moveTo>
                    <a:pt x="3766" y="0"/>
                  </a:moveTo>
                  <a:cubicBezTo>
                    <a:pt x="3655" y="0"/>
                    <a:pt x="3545" y="40"/>
                    <a:pt x="3466" y="118"/>
                  </a:cubicBezTo>
                  <a:lnTo>
                    <a:pt x="158" y="3426"/>
                  </a:lnTo>
                  <a:cubicBezTo>
                    <a:pt x="1" y="3615"/>
                    <a:pt x="1" y="3836"/>
                    <a:pt x="158" y="4025"/>
                  </a:cubicBezTo>
                  <a:cubicBezTo>
                    <a:pt x="237" y="4104"/>
                    <a:pt x="347" y="4143"/>
                    <a:pt x="458" y="4143"/>
                  </a:cubicBezTo>
                  <a:cubicBezTo>
                    <a:pt x="568" y="4143"/>
                    <a:pt x="678" y="4104"/>
                    <a:pt x="757" y="4025"/>
                  </a:cubicBezTo>
                  <a:lnTo>
                    <a:pt x="4065" y="717"/>
                  </a:lnTo>
                  <a:cubicBezTo>
                    <a:pt x="4222" y="559"/>
                    <a:pt x="4222" y="276"/>
                    <a:pt x="4065" y="118"/>
                  </a:cubicBezTo>
                  <a:cubicBezTo>
                    <a:pt x="3986" y="40"/>
                    <a:pt x="3876" y="0"/>
                    <a:pt x="3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873" name="Google Shape;9873;p63"/>
          <p:cNvGrpSpPr/>
          <p:nvPr/>
        </p:nvGrpSpPr>
        <p:grpSpPr>
          <a:xfrm>
            <a:off x="1737098" y="3183702"/>
            <a:ext cx="366269" cy="336195"/>
            <a:chOff x="-61354872" y="2322300"/>
            <a:chExt cx="316650" cy="290650"/>
          </a:xfrm>
        </p:grpSpPr>
        <p:sp>
          <p:nvSpPr>
            <p:cNvPr id="9874" name="Google Shape;9874;p63"/>
            <p:cNvSpPr/>
            <p:nvPr/>
          </p:nvSpPr>
          <p:spPr>
            <a:xfrm>
              <a:off x="-61354872" y="2322300"/>
              <a:ext cx="316650" cy="290650"/>
            </a:xfrm>
            <a:custGeom>
              <a:rect l="l" t="t" r="r" b="b"/>
              <a:pathLst>
                <a:path w="12666" h="11626" extrusionOk="0">
                  <a:moveTo>
                    <a:pt x="11405" y="788"/>
                  </a:moveTo>
                  <a:cubicBezTo>
                    <a:pt x="11657" y="788"/>
                    <a:pt x="11847" y="1009"/>
                    <a:pt x="11847" y="1229"/>
                  </a:cubicBezTo>
                  <a:lnTo>
                    <a:pt x="11847" y="10334"/>
                  </a:lnTo>
                  <a:cubicBezTo>
                    <a:pt x="11847" y="10555"/>
                    <a:pt x="11657" y="10775"/>
                    <a:pt x="11405" y="10775"/>
                  </a:cubicBezTo>
                  <a:lnTo>
                    <a:pt x="1198" y="10775"/>
                  </a:lnTo>
                  <a:cubicBezTo>
                    <a:pt x="977" y="10775"/>
                    <a:pt x="820" y="10555"/>
                    <a:pt x="820" y="10334"/>
                  </a:cubicBezTo>
                  <a:lnTo>
                    <a:pt x="820" y="1229"/>
                  </a:lnTo>
                  <a:cubicBezTo>
                    <a:pt x="820" y="1009"/>
                    <a:pt x="1009" y="788"/>
                    <a:pt x="1198" y="788"/>
                  </a:cubicBezTo>
                  <a:close/>
                  <a:moveTo>
                    <a:pt x="1198" y="0"/>
                  </a:moveTo>
                  <a:cubicBezTo>
                    <a:pt x="536" y="0"/>
                    <a:pt x="1" y="568"/>
                    <a:pt x="1" y="1261"/>
                  </a:cubicBezTo>
                  <a:lnTo>
                    <a:pt x="1" y="10366"/>
                  </a:lnTo>
                  <a:cubicBezTo>
                    <a:pt x="1" y="11027"/>
                    <a:pt x="536" y="11626"/>
                    <a:pt x="1198" y="11626"/>
                  </a:cubicBezTo>
                  <a:lnTo>
                    <a:pt x="11405" y="11626"/>
                  </a:lnTo>
                  <a:cubicBezTo>
                    <a:pt x="12067" y="11626"/>
                    <a:pt x="12666" y="11059"/>
                    <a:pt x="12666" y="10366"/>
                  </a:cubicBezTo>
                  <a:lnTo>
                    <a:pt x="12666" y="1261"/>
                  </a:lnTo>
                  <a:cubicBezTo>
                    <a:pt x="12666" y="568"/>
                    <a:pt x="12130" y="0"/>
                    <a:pt x="1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75" name="Google Shape;9875;p63"/>
            <p:cNvSpPr/>
            <p:nvPr/>
          </p:nvSpPr>
          <p:spPr>
            <a:xfrm>
              <a:off x="-61313926" y="2364050"/>
              <a:ext cx="234750" cy="206375"/>
            </a:xfrm>
            <a:custGeom>
              <a:rect l="l" t="t" r="r" b="b"/>
              <a:pathLst>
                <a:path w="9390" h="8255" extrusionOk="0">
                  <a:moveTo>
                    <a:pt x="8539" y="819"/>
                  </a:moveTo>
                  <a:lnTo>
                    <a:pt x="8539" y="7435"/>
                  </a:lnTo>
                  <a:lnTo>
                    <a:pt x="820" y="7435"/>
                  </a:lnTo>
                  <a:lnTo>
                    <a:pt x="820" y="6207"/>
                  </a:lnTo>
                  <a:lnTo>
                    <a:pt x="1671" y="6207"/>
                  </a:lnTo>
                  <a:cubicBezTo>
                    <a:pt x="1891" y="6207"/>
                    <a:pt x="2080" y="6018"/>
                    <a:pt x="2080" y="5797"/>
                  </a:cubicBezTo>
                  <a:cubicBezTo>
                    <a:pt x="2080" y="5545"/>
                    <a:pt x="1891" y="5356"/>
                    <a:pt x="1671" y="5356"/>
                  </a:cubicBezTo>
                  <a:lnTo>
                    <a:pt x="820" y="5356"/>
                  </a:lnTo>
                  <a:lnTo>
                    <a:pt x="820" y="2867"/>
                  </a:lnTo>
                  <a:lnTo>
                    <a:pt x="1671" y="2867"/>
                  </a:lnTo>
                  <a:cubicBezTo>
                    <a:pt x="1891" y="2867"/>
                    <a:pt x="2080" y="2678"/>
                    <a:pt x="2080" y="2426"/>
                  </a:cubicBezTo>
                  <a:cubicBezTo>
                    <a:pt x="2080" y="2206"/>
                    <a:pt x="1891" y="2048"/>
                    <a:pt x="1671" y="2048"/>
                  </a:cubicBezTo>
                  <a:lnTo>
                    <a:pt x="820" y="2048"/>
                  </a:lnTo>
                  <a:lnTo>
                    <a:pt x="820" y="819"/>
                  </a:lnTo>
                  <a:close/>
                  <a:moveTo>
                    <a:pt x="410" y="0"/>
                  </a:moveTo>
                  <a:cubicBezTo>
                    <a:pt x="158" y="0"/>
                    <a:pt x="1" y="189"/>
                    <a:pt x="1" y="378"/>
                  </a:cubicBezTo>
                  <a:lnTo>
                    <a:pt x="1" y="7845"/>
                  </a:lnTo>
                  <a:cubicBezTo>
                    <a:pt x="1" y="8065"/>
                    <a:pt x="190" y="8255"/>
                    <a:pt x="410" y="8255"/>
                  </a:cubicBezTo>
                  <a:lnTo>
                    <a:pt x="8948" y="8255"/>
                  </a:lnTo>
                  <a:cubicBezTo>
                    <a:pt x="9169" y="8255"/>
                    <a:pt x="9326" y="8065"/>
                    <a:pt x="9326" y="7845"/>
                  </a:cubicBezTo>
                  <a:lnTo>
                    <a:pt x="9326" y="378"/>
                  </a:lnTo>
                  <a:cubicBezTo>
                    <a:pt x="9389" y="158"/>
                    <a:pt x="9169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76" name="Google Shape;9876;p63"/>
            <p:cNvSpPr/>
            <p:nvPr/>
          </p:nvSpPr>
          <p:spPr>
            <a:xfrm>
              <a:off x="-61234377" y="2416225"/>
              <a:ext cx="104775" cy="102225"/>
            </a:xfrm>
            <a:custGeom>
              <a:rect l="l" t="t" r="r" b="b"/>
              <a:pathLst>
                <a:path w="4191" h="4089" extrusionOk="0">
                  <a:moveTo>
                    <a:pt x="2175" y="1221"/>
                  </a:moveTo>
                  <a:cubicBezTo>
                    <a:pt x="2647" y="1221"/>
                    <a:pt x="2994" y="1568"/>
                    <a:pt x="2994" y="2040"/>
                  </a:cubicBezTo>
                  <a:cubicBezTo>
                    <a:pt x="2994" y="2513"/>
                    <a:pt x="2647" y="2859"/>
                    <a:pt x="2175" y="2859"/>
                  </a:cubicBezTo>
                  <a:cubicBezTo>
                    <a:pt x="1702" y="2859"/>
                    <a:pt x="1356" y="2513"/>
                    <a:pt x="1356" y="2040"/>
                  </a:cubicBezTo>
                  <a:cubicBezTo>
                    <a:pt x="1356" y="1568"/>
                    <a:pt x="1702" y="1221"/>
                    <a:pt x="2175" y="1221"/>
                  </a:cubicBezTo>
                  <a:close/>
                  <a:moveTo>
                    <a:pt x="458" y="0"/>
                  </a:moveTo>
                  <a:cubicBezTo>
                    <a:pt x="347" y="0"/>
                    <a:pt x="237" y="40"/>
                    <a:pt x="158" y="119"/>
                  </a:cubicBezTo>
                  <a:cubicBezTo>
                    <a:pt x="1" y="276"/>
                    <a:pt x="1" y="560"/>
                    <a:pt x="158" y="717"/>
                  </a:cubicBezTo>
                  <a:lnTo>
                    <a:pt x="694" y="1221"/>
                  </a:lnTo>
                  <a:cubicBezTo>
                    <a:pt x="536" y="1442"/>
                    <a:pt x="442" y="1757"/>
                    <a:pt x="442" y="2040"/>
                  </a:cubicBezTo>
                  <a:cubicBezTo>
                    <a:pt x="442" y="2324"/>
                    <a:pt x="536" y="2639"/>
                    <a:pt x="694" y="2859"/>
                  </a:cubicBezTo>
                  <a:lnTo>
                    <a:pt x="158" y="3395"/>
                  </a:lnTo>
                  <a:cubicBezTo>
                    <a:pt x="95" y="3553"/>
                    <a:pt x="95" y="3805"/>
                    <a:pt x="253" y="3962"/>
                  </a:cubicBezTo>
                  <a:cubicBezTo>
                    <a:pt x="316" y="4057"/>
                    <a:pt x="442" y="4088"/>
                    <a:pt x="536" y="4088"/>
                  </a:cubicBezTo>
                  <a:cubicBezTo>
                    <a:pt x="631" y="4088"/>
                    <a:pt x="726" y="4057"/>
                    <a:pt x="789" y="3962"/>
                  </a:cubicBezTo>
                  <a:lnTo>
                    <a:pt x="1324" y="3458"/>
                  </a:lnTo>
                  <a:cubicBezTo>
                    <a:pt x="1545" y="3616"/>
                    <a:pt x="1860" y="3710"/>
                    <a:pt x="2143" y="3710"/>
                  </a:cubicBezTo>
                  <a:cubicBezTo>
                    <a:pt x="2427" y="3710"/>
                    <a:pt x="2742" y="3616"/>
                    <a:pt x="2962" y="3458"/>
                  </a:cubicBezTo>
                  <a:lnTo>
                    <a:pt x="3498" y="3962"/>
                  </a:lnTo>
                  <a:cubicBezTo>
                    <a:pt x="3561" y="4057"/>
                    <a:pt x="3687" y="4088"/>
                    <a:pt x="3750" y="4088"/>
                  </a:cubicBezTo>
                  <a:cubicBezTo>
                    <a:pt x="3876" y="4088"/>
                    <a:pt x="3971" y="4057"/>
                    <a:pt x="4034" y="3962"/>
                  </a:cubicBezTo>
                  <a:cubicBezTo>
                    <a:pt x="4191" y="3805"/>
                    <a:pt x="4191" y="3553"/>
                    <a:pt x="4034" y="3395"/>
                  </a:cubicBezTo>
                  <a:lnTo>
                    <a:pt x="3529" y="2859"/>
                  </a:lnTo>
                  <a:cubicBezTo>
                    <a:pt x="3687" y="2639"/>
                    <a:pt x="3750" y="2324"/>
                    <a:pt x="3750" y="2040"/>
                  </a:cubicBezTo>
                  <a:cubicBezTo>
                    <a:pt x="3750" y="1757"/>
                    <a:pt x="3687" y="1442"/>
                    <a:pt x="3529" y="1221"/>
                  </a:cubicBezTo>
                  <a:lnTo>
                    <a:pt x="4034" y="717"/>
                  </a:lnTo>
                  <a:cubicBezTo>
                    <a:pt x="4191" y="560"/>
                    <a:pt x="4191" y="276"/>
                    <a:pt x="4034" y="119"/>
                  </a:cubicBezTo>
                  <a:cubicBezTo>
                    <a:pt x="3955" y="40"/>
                    <a:pt x="3845" y="0"/>
                    <a:pt x="3734" y="0"/>
                  </a:cubicBezTo>
                  <a:cubicBezTo>
                    <a:pt x="3624" y="0"/>
                    <a:pt x="3514" y="40"/>
                    <a:pt x="3435" y="119"/>
                  </a:cubicBezTo>
                  <a:lnTo>
                    <a:pt x="2931" y="623"/>
                  </a:lnTo>
                  <a:cubicBezTo>
                    <a:pt x="2679" y="465"/>
                    <a:pt x="2395" y="402"/>
                    <a:pt x="2112" y="402"/>
                  </a:cubicBezTo>
                  <a:cubicBezTo>
                    <a:pt x="1828" y="402"/>
                    <a:pt x="1513" y="465"/>
                    <a:pt x="1261" y="623"/>
                  </a:cubicBezTo>
                  <a:lnTo>
                    <a:pt x="757" y="119"/>
                  </a:lnTo>
                  <a:cubicBezTo>
                    <a:pt x="678" y="40"/>
                    <a:pt x="568" y="0"/>
                    <a:pt x="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877" name="Google Shape;9877;p63"/>
          <p:cNvGrpSpPr/>
          <p:nvPr/>
        </p:nvGrpSpPr>
        <p:grpSpPr>
          <a:xfrm>
            <a:off x="1737098" y="3611266"/>
            <a:ext cx="366269" cy="366269"/>
            <a:chOff x="-61354872" y="2671225"/>
            <a:chExt cx="316650" cy="316650"/>
          </a:xfrm>
        </p:grpSpPr>
        <p:sp>
          <p:nvSpPr>
            <p:cNvPr id="9878" name="Google Shape;9878;p63"/>
            <p:cNvSpPr/>
            <p:nvPr/>
          </p:nvSpPr>
          <p:spPr>
            <a:xfrm>
              <a:off x="-61354872" y="2671225"/>
              <a:ext cx="316650" cy="316650"/>
            </a:xfrm>
            <a:custGeom>
              <a:rect l="l" t="t" r="r" b="b"/>
              <a:pathLst>
                <a:path w="12666" h="12666" extrusionOk="0">
                  <a:moveTo>
                    <a:pt x="11405" y="1701"/>
                  </a:moveTo>
                  <a:cubicBezTo>
                    <a:pt x="11657" y="1701"/>
                    <a:pt x="11847" y="1890"/>
                    <a:pt x="11847" y="2111"/>
                  </a:cubicBezTo>
                  <a:lnTo>
                    <a:pt x="11847" y="3340"/>
                  </a:lnTo>
                  <a:lnTo>
                    <a:pt x="820" y="3340"/>
                  </a:lnTo>
                  <a:lnTo>
                    <a:pt x="820" y="2111"/>
                  </a:lnTo>
                  <a:cubicBezTo>
                    <a:pt x="820" y="1890"/>
                    <a:pt x="1009" y="1701"/>
                    <a:pt x="1198" y="1701"/>
                  </a:cubicBezTo>
                  <a:lnTo>
                    <a:pt x="1639" y="1701"/>
                  </a:lnTo>
                  <a:lnTo>
                    <a:pt x="1639" y="2111"/>
                  </a:lnTo>
                  <a:cubicBezTo>
                    <a:pt x="1639" y="2363"/>
                    <a:pt x="1828" y="2552"/>
                    <a:pt x="2048" y="2552"/>
                  </a:cubicBezTo>
                  <a:cubicBezTo>
                    <a:pt x="2237" y="2552"/>
                    <a:pt x="2427" y="2363"/>
                    <a:pt x="2427" y="2111"/>
                  </a:cubicBezTo>
                  <a:lnTo>
                    <a:pt x="2427" y="1701"/>
                  </a:lnTo>
                  <a:lnTo>
                    <a:pt x="5892" y="1701"/>
                  </a:lnTo>
                  <a:lnTo>
                    <a:pt x="5892" y="2111"/>
                  </a:lnTo>
                  <a:cubicBezTo>
                    <a:pt x="5892" y="2363"/>
                    <a:pt x="6081" y="2552"/>
                    <a:pt x="6333" y="2552"/>
                  </a:cubicBezTo>
                  <a:cubicBezTo>
                    <a:pt x="6585" y="2552"/>
                    <a:pt x="6743" y="2363"/>
                    <a:pt x="6743" y="2111"/>
                  </a:cubicBezTo>
                  <a:lnTo>
                    <a:pt x="6743" y="1701"/>
                  </a:lnTo>
                  <a:lnTo>
                    <a:pt x="10208" y="1701"/>
                  </a:lnTo>
                  <a:lnTo>
                    <a:pt x="10208" y="2111"/>
                  </a:lnTo>
                  <a:cubicBezTo>
                    <a:pt x="10208" y="2363"/>
                    <a:pt x="10397" y="2552"/>
                    <a:pt x="10618" y="2552"/>
                  </a:cubicBezTo>
                  <a:cubicBezTo>
                    <a:pt x="10870" y="2552"/>
                    <a:pt x="11027" y="2363"/>
                    <a:pt x="11027" y="2111"/>
                  </a:cubicBezTo>
                  <a:lnTo>
                    <a:pt x="11027" y="1701"/>
                  </a:lnTo>
                  <a:close/>
                  <a:moveTo>
                    <a:pt x="11878" y="4159"/>
                  </a:moveTo>
                  <a:lnTo>
                    <a:pt x="11878" y="6112"/>
                  </a:lnTo>
                  <a:lnTo>
                    <a:pt x="11847" y="6112"/>
                  </a:lnTo>
                  <a:cubicBezTo>
                    <a:pt x="11090" y="5072"/>
                    <a:pt x="9862" y="4442"/>
                    <a:pt x="8538" y="4442"/>
                  </a:cubicBezTo>
                  <a:cubicBezTo>
                    <a:pt x="6239" y="4442"/>
                    <a:pt x="4411" y="6301"/>
                    <a:pt x="4411" y="8569"/>
                  </a:cubicBezTo>
                  <a:cubicBezTo>
                    <a:pt x="4411" y="9168"/>
                    <a:pt x="4506" y="9735"/>
                    <a:pt x="4758" y="10239"/>
                  </a:cubicBezTo>
                  <a:lnTo>
                    <a:pt x="1261" y="10239"/>
                  </a:lnTo>
                  <a:cubicBezTo>
                    <a:pt x="1009" y="10239"/>
                    <a:pt x="851" y="10050"/>
                    <a:pt x="851" y="9830"/>
                  </a:cubicBezTo>
                  <a:lnTo>
                    <a:pt x="851" y="4159"/>
                  </a:lnTo>
                  <a:close/>
                  <a:moveTo>
                    <a:pt x="8538" y="5261"/>
                  </a:moveTo>
                  <a:cubicBezTo>
                    <a:pt x="10334" y="5261"/>
                    <a:pt x="11847" y="6774"/>
                    <a:pt x="11847" y="8569"/>
                  </a:cubicBezTo>
                  <a:cubicBezTo>
                    <a:pt x="11847" y="10397"/>
                    <a:pt x="10334" y="11877"/>
                    <a:pt x="8538" y="11877"/>
                  </a:cubicBezTo>
                  <a:cubicBezTo>
                    <a:pt x="6711" y="11877"/>
                    <a:pt x="5230" y="10397"/>
                    <a:pt x="5230" y="8569"/>
                  </a:cubicBezTo>
                  <a:cubicBezTo>
                    <a:pt x="5230" y="6774"/>
                    <a:pt x="6743" y="5261"/>
                    <a:pt x="8538" y="5261"/>
                  </a:cubicBezTo>
                  <a:close/>
                  <a:moveTo>
                    <a:pt x="2048" y="0"/>
                  </a:moveTo>
                  <a:cubicBezTo>
                    <a:pt x="1828" y="0"/>
                    <a:pt x="1639" y="189"/>
                    <a:pt x="1639" y="441"/>
                  </a:cubicBezTo>
                  <a:lnTo>
                    <a:pt x="1639" y="851"/>
                  </a:lnTo>
                  <a:lnTo>
                    <a:pt x="1198" y="851"/>
                  </a:lnTo>
                  <a:cubicBezTo>
                    <a:pt x="536" y="851"/>
                    <a:pt x="1" y="1418"/>
                    <a:pt x="1" y="2079"/>
                  </a:cubicBezTo>
                  <a:lnTo>
                    <a:pt x="1" y="9798"/>
                  </a:lnTo>
                  <a:cubicBezTo>
                    <a:pt x="1" y="10460"/>
                    <a:pt x="536" y="11027"/>
                    <a:pt x="1198" y="11027"/>
                  </a:cubicBezTo>
                  <a:lnTo>
                    <a:pt x="5230" y="11027"/>
                  </a:lnTo>
                  <a:cubicBezTo>
                    <a:pt x="5987" y="12003"/>
                    <a:pt x="7184" y="12665"/>
                    <a:pt x="8538" y="12665"/>
                  </a:cubicBezTo>
                  <a:cubicBezTo>
                    <a:pt x="10807" y="12665"/>
                    <a:pt x="12666" y="10838"/>
                    <a:pt x="12666" y="8538"/>
                  </a:cubicBezTo>
                  <a:lnTo>
                    <a:pt x="12666" y="2079"/>
                  </a:lnTo>
                  <a:cubicBezTo>
                    <a:pt x="12666" y="1418"/>
                    <a:pt x="12130" y="851"/>
                    <a:pt x="11405" y="851"/>
                  </a:cubicBezTo>
                  <a:lnTo>
                    <a:pt x="11027" y="851"/>
                  </a:lnTo>
                  <a:lnTo>
                    <a:pt x="11027" y="441"/>
                  </a:lnTo>
                  <a:cubicBezTo>
                    <a:pt x="11027" y="189"/>
                    <a:pt x="10807" y="0"/>
                    <a:pt x="10618" y="0"/>
                  </a:cubicBezTo>
                  <a:cubicBezTo>
                    <a:pt x="10397" y="0"/>
                    <a:pt x="10177" y="189"/>
                    <a:pt x="10177" y="441"/>
                  </a:cubicBezTo>
                  <a:lnTo>
                    <a:pt x="10177" y="851"/>
                  </a:lnTo>
                  <a:lnTo>
                    <a:pt x="6711" y="851"/>
                  </a:lnTo>
                  <a:lnTo>
                    <a:pt x="6711" y="441"/>
                  </a:lnTo>
                  <a:cubicBezTo>
                    <a:pt x="6711" y="189"/>
                    <a:pt x="6522" y="0"/>
                    <a:pt x="6333" y="0"/>
                  </a:cubicBezTo>
                  <a:cubicBezTo>
                    <a:pt x="6081" y="0"/>
                    <a:pt x="5892" y="189"/>
                    <a:pt x="5892" y="441"/>
                  </a:cubicBezTo>
                  <a:lnTo>
                    <a:pt x="5892" y="851"/>
                  </a:lnTo>
                  <a:lnTo>
                    <a:pt x="2427" y="851"/>
                  </a:lnTo>
                  <a:lnTo>
                    <a:pt x="2427" y="441"/>
                  </a:lnTo>
                  <a:cubicBezTo>
                    <a:pt x="2427" y="189"/>
                    <a:pt x="2237" y="0"/>
                    <a:pt x="2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79" name="Google Shape;9879;p63"/>
            <p:cNvSpPr/>
            <p:nvPr/>
          </p:nvSpPr>
          <p:spPr>
            <a:xfrm>
              <a:off x="-61172923" y="2813775"/>
              <a:ext cx="62225" cy="145725"/>
            </a:xfrm>
            <a:custGeom>
              <a:rect l="l" t="t" r="r" b="b"/>
              <a:pathLst>
                <a:path w="2489" h="5829" extrusionOk="0">
                  <a:moveTo>
                    <a:pt x="1260" y="0"/>
                  </a:moveTo>
                  <a:cubicBezTo>
                    <a:pt x="1008" y="0"/>
                    <a:pt x="819" y="190"/>
                    <a:pt x="819" y="410"/>
                  </a:cubicBezTo>
                  <a:lnTo>
                    <a:pt x="819" y="662"/>
                  </a:lnTo>
                  <a:cubicBezTo>
                    <a:pt x="347" y="820"/>
                    <a:pt x="0" y="1292"/>
                    <a:pt x="0" y="1859"/>
                  </a:cubicBezTo>
                  <a:cubicBezTo>
                    <a:pt x="0" y="2521"/>
                    <a:pt x="536" y="2899"/>
                    <a:pt x="977" y="3245"/>
                  </a:cubicBezTo>
                  <a:cubicBezTo>
                    <a:pt x="1292" y="3466"/>
                    <a:pt x="1639" y="3687"/>
                    <a:pt x="1639" y="3939"/>
                  </a:cubicBezTo>
                  <a:cubicBezTo>
                    <a:pt x="1639" y="4191"/>
                    <a:pt x="1450" y="4380"/>
                    <a:pt x="1260" y="4380"/>
                  </a:cubicBezTo>
                  <a:cubicBezTo>
                    <a:pt x="1008" y="4380"/>
                    <a:pt x="819" y="4191"/>
                    <a:pt x="819" y="3939"/>
                  </a:cubicBezTo>
                  <a:cubicBezTo>
                    <a:pt x="819" y="3718"/>
                    <a:pt x="630" y="3498"/>
                    <a:pt x="441" y="3498"/>
                  </a:cubicBezTo>
                  <a:cubicBezTo>
                    <a:pt x="189" y="3498"/>
                    <a:pt x="0" y="3718"/>
                    <a:pt x="0" y="3939"/>
                  </a:cubicBezTo>
                  <a:cubicBezTo>
                    <a:pt x="0" y="4506"/>
                    <a:pt x="347" y="4915"/>
                    <a:pt x="819" y="5136"/>
                  </a:cubicBezTo>
                  <a:lnTo>
                    <a:pt x="819" y="5388"/>
                  </a:lnTo>
                  <a:cubicBezTo>
                    <a:pt x="819" y="5640"/>
                    <a:pt x="1008" y="5829"/>
                    <a:pt x="1260" y="5829"/>
                  </a:cubicBezTo>
                  <a:cubicBezTo>
                    <a:pt x="1481" y="5829"/>
                    <a:pt x="1639" y="5640"/>
                    <a:pt x="1639" y="5388"/>
                  </a:cubicBezTo>
                  <a:lnTo>
                    <a:pt x="1639" y="5136"/>
                  </a:lnTo>
                  <a:cubicBezTo>
                    <a:pt x="2111" y="4978"/>
                    <a:pt x="2489" y="4506"/>
                    <a:pt x="2489" y="3939"/>
                  </a:cubicBezTo>
                  <a:cubicBezTo>
                    <a:pt x="2489" y="3277"/>
                    <a:pt x="1922" y="2867"/>
                    <a:pt x="1481" y="2552"/>
                  </a:cubicBezTo>
                  <a:cubicBezTo>
                    <a:pt x="1166" y="2332"/>
                    <a:pt x="819" y="2080"/>
                    <a:pt x="819" y="1859"/>
                  </a:cubicBezTo>
                  <a:cubicBezTo>
                    <a:pt x="819" y="1607"/>
                    <a:pt x="1008" y="1418"/>
                    <a:pt x="1260" y="1418"/>
                  </a:cubicBezTo>
                  <a:cubicBezTo>
                    <a:pt x="1513" y="1418"/>
                    <a:pt x="1639" y="1607"/>
                    <a:pt x="1639" y="1859"/>
                  </a:cubicBezTo>
                  <a:cubicBezTo>
                    <a:pt x="1639" y="2080"/>
                    <a:pt x="1859" y="2269"/>
                    <a:pt x="2048" y="2269"/>
                  </a:cubicBezTo>
                  <a:cubicBezTo>
                    <a:pt x="2300" y="2269"/>
                    <a:pt x="2489" y="2080"/>
                    <a:pt x="2489" y="1859"/>
                  </a:cubicBezTo>
                  <a:cubicBezTo>
                    <a:pt x="2489" y="1292"/>
                    <a:pt x="2143" y="883"/>
                    <a:pt x="1639" y="662"/>
                  </a:cubicBezTo>
                  <a:lnTo>
                    <a:pt x="1639" y="410"/>
                  </a:lnTo>
                  <a:cubicBezTo>
                    <a:pt x="1639" y="158"/>
                    <a:pt x="1450" y="0"/>
                    <a:pt x="12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80" name="Google Shape;9880;p63"/>
            <p:cNvSpPr/>
            <p:nvPr/>
          </p:nvSpPr>
          <p:spPr>
            <a:xfrm>
              <a:off x="-61313926" y="2796450"/>
              <a:ext cx="40975" cy="20500"/>
            </a:xfrm>
            <a:custGeom>
              <a:rect l="l" t="t" r="r" b="b"/>
              <a:pathLst>
                <a:path w="1639" h="820" extrusionOk="0">
                  <a:moveTo>
                    <a:pt x="410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58" y="820"/>
                    <a:pt x="410" y="820"/>
                  </a:cubicBezTo>
                  <a:lnTo>
                    <a:pt x="1230" y="820"/>
                  </a:lnTo>
                  <a:cubicBezTo>
                    <a:pt x="1482" y="820"/>
                    <a:pt x="1639" y="630"/>
                    <a:pt x="1639" y="378"/>
                  </a:cubicBezTo>
                  <a:cubicBezTo>
                    <a:pt x="1639" y="158"/>
                    <a:pt x="1419" y="0"/>
                    <a:pt x="1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81" name="Google Shape;9881;p63"/>
            <p:cNvSpPr/>
            <p:nvPr/>
          </p:nvSpPr>
          <p:spPr>
            <a:xfrm>
              <a:off x="-61313926" y="2837400"/>
              <a:ext cx="40975" cy="20500"/>
            </a:xfrm>
            <a:custGeom>
              <a:rect l="l" t="t" r="r" b="b"/>
              <a:pathLst>
                <a:path w="1639" h="820" extrusionOk="0">
                  <a:moveTo>
                    <a:pt x="410" y="1"/>
                  </a:moveTo>
                  <a:cubicBezTo>
                    <a:pt x="158" y="1"/>
                    <a:pt x="1" y="190"/>
                    <a:pt x="1" y="442"/>
                  </a:cubicBezTo>
                  <a:cubicBezTo>
                    <a:pt x="1" y="631"/>
                    <a:pt x="158" y="820"/>
                    <a:pt x="410" y="820"/>
                  </a:cubicBezTo>
                  <a:lnTo>
                    <a:pt x="1230" y="820"/>
                  </a:lnTo>
                  <a:cubicBezTo>
                    <a:pt x="1482" y="820"/>
                    <a:pt x="1639" y="631"/>
                    <a:pt x="1639" y="442"/>
                  </a:cubicBezTo>
                  <a:cubicBezTo>
                    <a:pt x="1639" y="190"/>
                    <a:pt x="1419" y="1"/>
                    <a:pt x="1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82" name="Google Shape;9882;p63"/>
            <p:cNvSpPr/>
            <p:nvPr/>
          </p:nvSpPr>
          <p:spPr>
            <a:xfrm>
              <a:off x="-61313926" y="2877575"/>
              <a:ext cx="40975" cy="22075"/>
            </a:xfrm>
            <a:custGeom>
              <a:rect l="l" t="t" r="r" b="b"/>
              <a:pathLst>
                <a:path w="1639" h="883" extrusionOk="0">
                  <a:moveTo>
                    <a:pt x="410" y="0"/>
                  </a:moveTo>
                  <a:cubicBezTo>
                    <a:pt x="158" y="0"/>
                    <a:pt x="1" y="221"/>
                    <a:pt x="1" y="441"/>
                  </a:cubicBezTo>
                  <a:cubicBezTo>
                    <a:pt x="1" y="693"/>
                    <a:pt x="158" y="883"/>
                    <a:pt x="410" y="883"/>
                  </a:cubicBezTo>
                  <a:lnTo>
                    <a:pt x="1230" y="883"/>
                  </a:lnTo>
                  <a:cubicBezTo>
                    <a:pt x="1482" y="883"/>
                    <a:pt x="1639" y="693"/>
                    <a:pt x="1639" y="441"/>
                  </a:cubicBezTo>
                  <a:cubicBezTo>
                    <a:pt x="1639" y="221"/>
                    <a:pt x="1419" y="0"/>
                    <a:pt x="1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883" name="Google Shape;9883;p63"/>
          <p:cNvGrpSpPr/>
          <p:nvPr/>
        </p:nvGrpSpPr>
        <p:grpSpPr>
          <a:xfrm>
            <a:off x="3952502" y="2731001"/>
            <a:ext cx="368987" cy="369566"/>
            <a:chOff x="-59502377" y="1904375"/>
            <a:chExt cx="319000" cy="319500"/>
          </a:xfrm>
        </p:grpSpPr>
        <p:sp>
          <p:nvSpPr>
            <p:cNvPr id="9884" name="Google Shape;9884;p63"/>
            <p:cNvSpPr/>
            <p:nvPr/>
          </p:nvSpPr>
          <p:spPr>
            <a:xfrm>
              <a:off x="-59455124" y="2097050"/>
              <a:ext cx="227650" cy="62225"/>
            </a:xfrm>
            <a:custGeom>
              <a:rect l="l" t="t" r="r" b="b"/>
              <a:pathLst>
                <a:path w="9106" h="2489" extrusionOk="0">
                  <a:moveTo>
                    <a:pt x="1670" y="819"/>
                  </a:moveTo>
                  <a:lnTo>
                    <a:pt x="1670" y="1670"/>
                  </a:lnTo>
                  <a:lnTo>
                    <a:pt x="820" y="1670"/>
                  </a:lnTo>
                  <a:lnTo>
                    <a:pt x="820" y="819"/>
                  </a:lnTo>
                  <a:close/>
                  <a:moveTo>
                    <a:pt x="3309" y="819"/>
                  </a:moveTo>
                  <a:lnTo>
                    <a:pt x="3309" y="1670"/>
                  </a:lnTo>
                  <a:lnTo>
                    <a:pt x="2489" y="1670"/>
                  </a:lnTo>
                  <a:lnTo>
                    <a:pt x="2489" y="819"/>
                  </a:lnTo>
                  <a:close/>
                  <a:moveTo>
                    <a:pt x="4978" y="819"/>
                  </a:moveTo>
                  <a:lnTo>
                    <a:pt x="4978" y="1670"/>
                  </a:lnTo>
                  <a:lnTo>
                    <a:pt x="4128" y="1670"/>
                  </a:lnTo>
                  <a:lnTo>
                    <a:pt x="4128" y="819"/>
                  </a:lnTo>
                  <a:close/>
                  <a:moveTo>
                    <a:pt x="6617" y="819"/>
                  </a:moveTo>
                  <a:lnTo>
                    <a:pt x="6617" y="1670"/>
                  </a:lnTo>
                  <a:lnTo>
                    <a:pt x="5798" y="1670"/>
                  </a:lnTo>
                  <a:lnTo>
                    <a:pt x="5798" y="819"/>
                  </a:lnTo>
                  <a:close/>
                  <a:moveTo>
                    <a:pt x="8286" y="819"/>
                  </a:moveTo>
                  <a:lnTo>
                    <a:pt x="8286" y="1670"/>
                  </a:lnTo>
                  <a:lnTo>
                    <a:pt x="7436" y="1670"/>
                  </a:lnTo>
                  <a:lnTo>
                    <a:pt x="7436" y="819"/>
                  </a:lnTo>
                  <a:close/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lnTo>
                    <a:pt x="1" y="2048"/>
                  </a:lnTo>
                  <a:cubicBezTo>
                    <a:pt x="1" y="2300"/>
                    <a:pt x="190" y="2489"/>
                    <a:pt x="410" y="2489"/>
                  </a:cubicBezTo>
                  <a:lnTo>
                    <a:pt x="8664" y="2489"/>
                  </a:lnTo>
                  <a:cubicBezTo>
                    <a:pt x="8917" y="2489"/>
                    <a:pt x="9106" y="2300"/>
                    <a:pt x="9106" y="2048"/>
                  </a:cubicBezTo>
                  <a:lnTo>
                    <a:pt x="9106" y="410"/>
                  </a:lnTo>
                  <a:cubicBezTo>
                    <a:pt x="9106" y="158"/>
                    <a:pt x="8917" y="0"/>
                    <a:pt x="8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85" name="Google Shape;9885;p63"/>
            <p:cNvSpPr/>
            <p:nvPr/>
          </p:nvSpPr>
          <p:spPr>
            <a:xfrm>
              <a:off x="-59502377" y="1966300"/>
              <a:ext cx="319000" cy="257575"/>
            </a:xfrm>
            <a:custGeom>
              <a:rect l="l" t="t" r="r" b="b"/>
              <a:pathLst>
                <a:path w="12759" h="10303" extrusionOk="0">
                  <a:moveTo>
                    <a:pt x="8633" y="1639"/>
                  </a:moveTo>
                  <a:lnTo>
                    <a:pt x="8633" y="3592"/>
                  </a:lnTo>
                  <a:lnTo>
                    <a:pt x="7814" y="3592"/>
                  </a:lnTo>
                  <a:lnTo>
                    <a:pt x="7814" y="1639"/>
                  </a:lnTo>
                  <a:close/>
                  <a:moveTo>
                    <a:pt x="11941" y="819"/>
                  </a:moveTo>
                  <a:lnTo>
                    <a:pt x="11941" y="3592"/>
                  </a:lnTo>
                  <a:lnTo>
                    <a:pt x="11122" y="3592"/>
                  </a:lnTo>
                  <a:lnTo>
                    <a:pt x="11122" y="819"/>
                  </a:lnTo>
                  <a:close/>
                  <a:moveTo>
                    <a:pt x="5041" y="3119"/>
                  </a:moveTo>
                  <a:lnTo>
                    <a:pt x="5041" y="3970"/>
                  </a:lnTo>
                  <a:cubicBezTo>
                    <a:pt x="5041" y="4222"/>
                    <a:pt x="5230" y="4411"/>
                    <a:pt x="5482" y="4411"/>
                  </a:cubicBezTo>
                  <a:lnTo>
                    <a:pt x="11941" y="4411"/>
                  </a:lnTo>
                  <a:lnTo>
                    <a:pt x="11941" y="9357"/>
                  </a:lnTo>
                  <a:lnTo>
                    <a:pt x="914" y="9357"/>
                  </a:lnTo>
                  <a:lnTo>
                    <a:pt x="914" y="4222"/>
                  </a:lnTo>
                  <a:lnTo>
                    <a:pt x="2552" y="3119"/>
                  </a:lnTo>
                  <a:lnTo>
                    <a:pt x="2552" y="3970"/>
                  </a:lnTo>
                  <a:cubicBezTo>
                    <a:pt x="2552" y="4207"/>
                    <a:pt x="2767" y="4373"/>
                    <a:pt x="2980" y="4373"/>
                  </a:cubicBezTo>
                  <a:cubicBezTo>
                    <a:pt x="3050" y="4373"/>
                    <a:pt x="3120" y="4355"/>
                    <a:pt x="3182" y="4316"/>
                  </a:cubicBezTo>
                  <a:lnTo>
                    <a:pt x="5041" y="3119"/>
                  </a:lnTo>
                  <a:close/>
                  <a:moveTo>
                    <a:pt x="10712" y="0"/>
                  </a:moveTo>
                  <a:cubicBezTo>
                    <a:pt x="10491" y="0"/>
                    <a:pt x="10334" y="189"/>
                    <a:pt x="10334" y="441"/>
                  </a:cubicBezTo>
                  <a:lnTo>
                    <a:pt x="10334" y="3592"/>
                  </a:lnTo>
                  <a:lnTo>
                    <a:pt x="9483" y="3592"/>
                  </a:lnTo>
                  <a:lnTo>
                    <a:pt x="9483" y="1261"/>
                  </a:lnTo>
                  <a:cubicBezTo>
                    <a:pt x="9483" y="1008"/>
                    <a:pt x="9294" y="819"/>
                    <a:pt x="9074" y="819"/>
                  </a:cubicBezTo>
                  <a:lnTo>
                    <a:pt x="7404" y="819"/>
                  </a:lnTo>
                  <a:cubicBezTo>
                    <a:pt x="7183" y="819"/>
                    <a:pt x="6963" y="1008"/>
                    <a:pt x="6963" y="1261"/>
                  </a:cubicBezTo>
                  <a:lnTo>
                    <a:pt x="6963" y="3592"/>
                  </a:lnTo>
                  <a:lnTo>
                    <a:pt x="5860" y="3592"/>
                  </a:lnTo>
                  <a:lnTo>
                    <a:pt x="5860" y="2363"/>
                  </a:lnTo>
                  <a:cubicBezTo>
                    <a:pt x="5860" y="2206"/>
                    <a:pt x="5797" y="2080"/>
                    <a:pt x="5640" y="2017"/>
                  </a:cubicBezTo>
                  <a:cubicBezTo>
                    <a:pt x="5581" y="1973"/>
                    <a:pt x="5509" y="1949"/>
                    <a:pt x="5436" y="1949"/>
                  </a:cubicBezTo>
                  <a:cubicBezTo>
                    <a:pt x="5352" y="1949"/>
                    <a:pt x="5266" y="1981"/>
                    <a:pt x="5199" y="2048"/>
                  </a:cubicBezTo>
                  <a:lnTo>
                    <a:pt x="3340" y="3245"/>
                  </a:lnTo>
                  <a:lnTo>
                    <a:pt x="3340" y="2395"/>
                  </a:lnTo>
                  <a:cubicBezTo>
                    <a:pt x="3340" y="2237"/>
                    <a:pt x="3277" y="2111"/>
                    <a:pt x="3119" y="2048"/>
                  </a:cubicBezTo>
                  <a:cubicBezTo>
                    <a:pt x="3061" y="2004"/>
                    <a:pt x="2989" y="1981"/>
                    <a:pt x="2916" y="1981"/>
                  </a:cubicBezTo>
                  <a:cubicBezTo>
                    <a:pt x="2831" y="1981"/>
                    <a:pt x="2746" y="2012"/>
                    <a:pt x="2678" y="2080"/>
                  </a:cubicBezTo>
                  <a:lnTo>
                    <a:pt x="189" y="3718"/>
                  </a:lnTo>
                  <a:cubicBezTo>
                    <a:pt x="95" y="3812"/>
                    <a:pt x="0" y="3938"/>
                    <a:pt x="0" y="4096"/>
                  </a:cubicBezTo>
                  <a:lnTo>
                    <a:pt x="0" y="9861"/>
                  </a:lnTo>
                  <a:cubicBezTo>
                    <a:pt x="0" y="10113"/>
                    <a:pt x="189" y="10302"/>
                    <a:pt x="441" y="10302"/>
                  </a:cubicBezTo>
                  <a:lnTo>
                    <a:pt x="12287" y="10302"/>
                  </a:lnTo>
                  <a:cubicBezTo>
                    <a:pt x="12539" y="10302"/>
                    <a:pt x="12697" y="10113"/>
                    <a:pt x="12697" y="9861"/>
                  </a:cubicBezTo>
                  <a:lnTo>
                    <a:pt x="12697" y="504"/>
                  </a:lnTo>
                  <a:cubicBezTo>
                    <a:pt x="12760" y="158"/>
                    <a:pt x="12602" y="0"/>
                    <a:pt x="123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86" name="Google Shape;9886;p63"/>
            <p:cNvSpPr/>
            <p:nvPr/>
          </p:nvSpPr>
          <p:spPr>
            <a:xfrm>
              <a:off x="-59322798" y="1904375"/>
              <a:ext cx="106350" cy="41175"/>
            </a:xfrm>
            <a:custGeom>
              <a:rect l="l" t="t" r="r" b="b"/>
              <a:pathLst>
                <a:path w="4254" h="1647" extrusionOk="0">
                  <a:moveTo>
                    <a:pt x="1291" y="0"/>
                  </a:moveTo>
                  <a:cubicBezTo>
                    <a:pt x="890" y="0"/>
                    <a:pt x="485" y="181"/>
                    <a:pt x="158" y="556"/>
                  </a:cubicBezTo>
                  <a:cubicBezTo>
                    <a:pt x="0" y="713"/>
                    <a:pt x="32" y="965"/>
                    <a:pt x="189" y="1123"/>
                  </a:cubicBezTo>
                  <a:cubicBezTo>
                    <a:pt x="265" y="1198"/>
                    <a:pt x="369" y="1237"/>
                    <a:pt x="474" y="1237"/>
                  </a:cubicBezTo>
                  <a:cubicBezTo>
                    <a:pt x="589" y="1237"/>
                    <a:pt x="706" y="1190"/>
                    <a:pt x="788" y="1091"/>
                  </a:cubicBezTo>
                  <a:cubicBezTo>
                    <a:pt x="946" y="918"/>
                    <a:pt x="1119" y="831"/>
                    <a:pt x="1292" y="831"/>
                  </a:cubicBezTo>
                  <a:cubicBezTo>
                    <a:pt x="1465" y="831"/>
                    <a:pt x="1639" y="918"/>
                    <a:pt x="1796" y="1091"/>
                  </a:cubicBezTo>
                  <a:cubicBezTo>
                    <a:pt x="2115" y="1457"/>
                    <a:pt x="2530" y="1646"/>
                    <a:pt x="2948" y="1646"/>
                  </a:cubicBezTo>
                  <a:cubicBezTo>
                    <a:pt x="3357" y="1646"/>
                    <a:pt x="3769" y="1465"/>
                    <a:pt x="4096" y="1091"/>
                  </a:cubicBezTo>
                  <a:cubicBezTo>
                    <a:pt x="4254" y="902"/>
                    <a:pt x="4191" y="650"/>
                    <a:pt x="4033" y="493"/>
                  </a:cubicBezTo>
                  <a:cubicBezTo>
                    <a:pt x="3975" y="420"/>
                    <a:pt x="3885" y="381"/>
                    <a:pt x="3788" y="381"/>
                  </a:cubicBezTo>
                  <a:cubicBezTo>
                    <a:pt x="3674" y="381"/>
                    <a:pt x="3551" y="436"/>
                    <a:pt x="3466" y="556"/>
                  </a:cubicBezTo>
                  <a:cubicBezTo>
                    <a:pt x="3308" y="729"/>
                    <a:pt x="3127" y="815"/>
                    <a:pt x="2946" y="815"/>
                  </a:cubicBezTo>
                  <a:cubicBezTo>
                    <a:pt x="2765" y="815"/>
                    <a:pt x="2584" y="729"/>
                    <a:pt x="2426" y="556"/>
                  </a:cubicBezTo>
                  <a:cubicBezTo>
                    <a:pt x="2108" y="189"/>
                    <a:pt x="1701" y="0"/>
                    <a:pt x="1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887" name="Google Shape;9887;p63"/>
          <p:cNvGrpSpPr/>
          <p:nvPr/>
        </p:nvGrpSpPr>
        <p:grpSpPr>
          <a:xfrm>
            <a:off x="1298621" y="1315207"/>
            <a:ext cx="368987" cy="363666"/>
            <a:chOff x="-64774725" y="1916550"/>
            <a:chExt cx="319000" cy="314400"/>
          </a:xfrm>
        </p:grpSpPr>
        <p:sp>
          <p:nvSpPr>
            <p:cNvPr id="9888" name="Google Shape;9888;p63"/>
            <p:cNvSpPr/>
            <p:nvPr/>
          </p:nvSpPr>
          <p:spPr>
            <a:xfrm>
              <a:off x="-64774725" y="1916550"/>
              <a:ext cx="319000" cy="314400"/>
            </a:xfrm>
            <a:custGeom>
              <a:rect l="l" t="t" r="r" b="b"/>
              <a:pathLst>
                <a:path w="12759" h="12576" extrusionOk="0">
                  <a:moveTo>
                    <a:pt x="11436" y="856"/>
                  </a:moveTo>
                  <a:cubicBezTo>
                    <a:pt x="11562" y="856"/>
                    <a:pt x="11657" y="888"/>
                    <a:pt x="11783" y="951"/>
                  </a:cubicBezTo>
                  <a:cubicBezTo>
                    <a:pt x="11877" y="1077"/>
                    <a:pt x="11940" y="1203"/>
                    <a:pt x="11909" y="1329"/>
                  </a:cubicBezTo>
                  <a:cubicBezTo>
                    <a:pt x="11814" y="2431"/>
                    <a:pt x="11562" y="3440"/>
                    <a:pt x="11090" y="4416"/>
                  </a:cubicBezTo>
                  <a:lnTo>
                    <a:pt x="8317" y="1675"/>
                  </a:lnTo>
                  <a:cubicBezTo>
                    <a:pt x="9263" y="1234"/>
                    <a:pt x="10334" y="951"/>
                    <a:pt x="11436" y="856"/>
                  </a:cubicBezTo>
                  <a:close/>
                  <a:moveTo>
                    <a:pt x="3781" y="4542"/>
                  </a:moveTo>
                  <a:lnTo>
                    <a:pt x="3781" y="4542"/>
                  </a:lnTo>
                  <a:cubicBezTo>
                    <a:pt x="3529" y="4983"/>
                    <a:pt x="3245" y="5456"/>
                    <a:pt x="3056" y="5960"/>
                  </a:cubicBezTo>
                  <a:cubicBezTo>
                    <a:pt x="2878" y="5949"/>
                    <a:pt x="2699" y="5942"/>
                    <a:pt x="2522" y="5942"/>
                  </a:cubicBezTo>
                  <a:cubicBezTo>
                    <a:pt x="2167" y="5942"/>
                    <a:pt x="1817" y="5970"/>
                    <a:pt x="1481" y="6054"/>
                  </a:cubicBezTo>
                  <a:cubicBezTo>
                    <a:pt x="1544" y="5928"/>
                    <a:pt x="1670" y="5802"/>
                    <a:pt x="1733" y="5739"/>
                  </a:cubicBezTo>
                  <a:cubicBezTo>
                    <a:pt x="2331" y="5141"/>
                    <a:pt x="2993" y="4731"/>
                    <a:pt x="3781" y="4542"/>
                  </a:cubicBezTo>
                  <a:close/>
                  <a:moveTo>
                    <a:pt x="7561" y="2022"/>
                  </a:moveTo>
                  <a:lnTo>
                    <a:pt x="10680" y="5141"/>
                  </a:lnTo>
                  <a:cubicBezTo>
                    <a:pt x="9546" y="7157"/>
                    <a:pt x="7687" y="8669"/>
                    <a:pt x="5419" y="9331"/>
                  </a:cubicBezTo>
                  <a:lnTo>
                    <a:pt x="3403" y="7346"/>
                  </a:lnTo>
                  <a:cubicBezTo>
                    <a:pt x="4064" y="5109"/>
                    <a:pt x="5576" y="3219"/>
                    <a:pt x="7561" y="2022"/>
                  </a:cubicBezTo>
                  <a:close/>
                  <a:moveTo>
                    <a:pt x="2899" y="8008"/>
                  </a:moveTo>
                  <a:lnTo>
                    <a:pt x="4789" y="9898"/>
                  </a:lnTo>
                  <a:lnTo>
                    <a:pt x="4316" y="10623"/>
                  </a:lnTo>
                  <a:lnTo>
                    <a:pt x="2142" y="8449"/>
                  </a:lnTo>
                  <a:lnTo>
                    <a:pt x="2899" y="8008"/>
                  </a:lnTo>
                  <a:close/>
                  <a:moveTo>
                    <a:pt x="2363" y="9867"/>
                  </a:moveTo>
                  <a:lnTo>
                    <a:pt x="2899" y="10371"/>
                  </a:lnTo>
                  <a:cubicBezTo>
                    <a:pt x="2741" y="10497"/>
                    <a:pt x="2520" y="10654"/>
                    <a:pt x="2300" y="10780"/>
                  </a:cubicBezTo>
                  <a:cubicBezTo>
                    <a:pt x="1985" y="10969"/>
                    <a:pt x="1733" y="11095"/>
                    <a:pt x="1638" y="11127"/>
                  </a:cubicBezTo>
                  <a:cubicBezTo>
                    <a:pt x="1701" y="10969"/>
                    <a:pt x="1796" y="10780"/>
                    <a:pt x="1985" y="10465"/>
                  </a:cubicBezTo>
                  <a:cubicBezTo>
                    <a:pt x="2142" y="10213"/>
                    <a:pt x="2268" y="10024"/>
                    <a:pt x="2363" y="9867"/>
                  </a:cubicBezTo>
                  <a:close/>
                  <a:moveTo>
                    <a:pt x="8191" y="8984"/>
                  </a:moveTo>
                  <a:lnTo>
                    <a:pt x="8191" y="8984"/>
                  </a:lnTo>
                  <a:cubicBezTo>
                    <a:pt x="7971" y="9867"/>
                    <a:pt x="7467" y="10686"/>
                    <a:pt x="6711" y="11284"/>
                  </a:cubicBezTo>
                  <a:cubicBezTo>
                    <a:pt x="6837" y="10749"/>
                    <a:pt x="6837" y="10245"/>
                    <a:pt x="6774" y="9741"/>
                  </a:cubicBezTo>
                  <a:cubicBezTo>
                    <a:pt x="7309" y="9551"/>
                    <a:pt x="7782" y="9268"/>
                    <a:pt x="8191" y="8984"/>
                  </a:cubicBezTo>
                  <a:close/>
                  <a:moveTo>
                    <a:pt x="11509" y="1"/>
                  </a:moveTo>
                  <a:cubicBezTo>
                    <a:pt x="11474" y="1"/>
                    <a:pt x="11440" y="2"/>
                    <a:pt x="11405" y="6"/>
                  </a:cubicBezTo>
                  <a:cubicBezTo>
                    <a:pt x="10365" y="100"/>
                    <a:pt x="9389" y="321"/>
                    <a:pt x="8412" y="730"/>
                  </a:cubicBezTo>
                  <a:cubicBezTo>
                    <a:pt x="7498" y="1077"/>
                    <a:pt x="6616" y="1644"/>
                    <a:pt x="5797" y="2274"/>
                  </a:cubicBezTo>
                  <a:cubicBezTo>
                    <a:pt x="5324" y="2652"/>
                    <a:pt x="4852" y="3093"/>
                    <a:pt x="4474" y="3566"/>
                  </a:cubicBezTo>
                  <a:cubicBezTo>
                    <a:pt x="3245" y="3629"/>
                    <a:pt x="2048" y="4196"/>
                    <a:pt x="1166" y="5109"/>
                  </a:cubicBezTo>
                  <a:cubicBezTo>
                    <a:pt x="725" y="5519"/>
                    <a:pt x="378" y="6054"/>
                    <a:pt x="95" y="6590"/>
                  </a:cubicBezTo>
                  <a:cubicBezTo>
                    <a:pt x="0" y="6748"/>
                    <a:pt x="63" y="6937"/>
                    <a:pt x="158" y="7063"/>
                  </a:cubicBezTo>
                  <a:cubicBezTo>
                    <a:pt x="252" y="7157"/>
                    <a:pt x="378" y="7189"/>
                    <a:pt x="441" y="7189"/>
                  </a:cubicBezTo>
                  <a:cubicBezTo>
                    <a:pt x="536" y="7189"/>
                    <a:pt x="567" y="7189"/>
                    <a:pt x="630" y="7157"/>
                  </a:cubicBezTo>
                  <a:cubicBezTo>
                    <a:pt x="1198" y="6873"/>
                    <a:pt x="1842" y="6743"/>
                    <a:pt x="2471" y="6743"/>
                  </a:cubicBezTo>
                  <a:cubicBezTo>
                    <a:pt x="2540" y="6743"/>
                    <a:pt x="2609" y="6744"/>
                    <a:pt x="2678" y="6748"/>
                  </a:cubicBezTo>
                  <a:cubicBezTo>
                    <a:pt x="2647" y="6905"/>
                    <a:pt x="2615" y="7031"/>
                    <a:pt x="2584" y="7189"/>
                  </a:cubicBezTo>
                  <a:lnTo>
                    <a:pt x="1229" y="7976"/>
                  </a:lnTo>
                  <a:cubicBezTo>
                    <a:pt x="1008" y="8134"/>
                    <a:pt x="945" y="8449"/>
                    <a:pt x="1166" y="8606"/>
                  </a:cubicBezTo>
                  <a:lnTo>
                    <a:pt x="1733" y="9173"/>
                  </a:lnTo>
                  <a:cubicBezTo>
                    <a:pt x="1544" y="9425"/>
                    <a:pt x="1323" y="9772"/>
                    <a:pt x="1103" y="10119"/>
                  </a:cubicBezTo>
                  <a:cubicBezTo>
                    <a:pt x="945" y="10465"/>
                    <a:pt x="788" y="10717"/>
                    <a:pt x="725" y="10906"/>
                  </a:cubicBezTo>
                  <a:cubicBezTo>
                    <a:pt x="599" y="11316"/>
                    <a:pt x="630" y="11599"/>
                    <a:pt x="851" y="11788"/>
                  </a:cubicBezTo>
                  <a:cubicBezTo>
                    <a:pt x="981" y="11918"/>
                    <a:pt x="1144" y="11961"/>
                    <a:pt x="1320" y="11961"/>
                  </a:cubicBezTo>
                  <a:cubicBezTo>
                    <a:pt x="1443" y="11961"/>
                    <a:pt x="1572" y="11940"/>
                    <a:pt x="1701" y="11914"/>
                  </a:cubicBezTo>
                  <a:cubicBezTo>
                    <a:pt x="1953" y="11820"/>
                    <a:pt x="2174" y="11694"/>
                    <a:pt x="2489" y="11505"/>
                  </a:cubicBezTo>
                  <a:cubicBezTo>
                    <a:pt x="2836" y="11316"/>
                    <a:pt x="3151" y="11095"/>
                    <a:pt x="3434" y="10875"/>
                  </a:cubicBezTo>
                  <a:lnTo>
                    <a:pt x="4033" y="11473"/>
                  </a:lnTo>
                  <a:cubicBezTo>
                    <a:pt x="4116" y="11557"/>
                    <a:pt x="4225" y="11597"/>
                    <a:pt x="4330" y="11597"/>
                  </a:cubicBezTo>
                  <a:cubicBezTo>
                    <a:pt x="4464" y="11597"/>
                    <a:pt x="4593" y="11533"/>
                    <a:pt x="4663" y="11410"/>
                  </a:cubicBezTo>
                  <a:lnTo>
                    <a:pt x="5450" y="10056"/>
                  </a:lnTo>
                  <a:cubicBezTo>
                    <a:pt x="5608" y="10024"/>
                    <a:pt x="5734" y="9993"/>
                    <a:pt x="5892" y="9930"/>
                  </a:cubicBezTo>
                  <a:lnTo>
                    <a:pt x="5892" y="9930"/>
                  </a:lnTo>
                  <a:cubicBezTo>
                    <a:pt x="5923" y="10591"/>
                    <a:pt x="5797" y="11316"/>
                    <a:pt x="5482" y="11977"/>
                  </a:cubicBezTo>
                  <a:cubicBezTo>
                    <a:pt x="5419" y="12135"/>
                    <a:pt x="5450" y="12324"/>
                    <a:pt x="5576" y="12450"/>
                  </a:cubicBezTo>
                  <a:cubicBezTo>
                    <a:pt x="5639" y="12534"/>
                    <a:pt x="5759" y="12576"/>
                    <a:pt x="5878" y="12576"/>
                  </a:cubicBezTo>
                  <a:cubicBezTo>
                    <a:pt x="5937" y="12576"/>
                    <a:pt x="5997" y="12565"/>
                    <a:pt x="6049" y="12544"/>
                  </a:cubicBezTo>
                  <a:cubicBezTo>
                    <a:pt x="6585" y="12261"/>
                    <a:pt x="7089" y="11914"/>
                    <a:pt x="7530" y="11473"/>
                  </a:cubicBezTo>
                  <a:cubicBezTo>
                    <a:pt x="8443" y="10560"/>
                    <a:pt x="8979" y="9394"/>
                    <a:pt x="9074" y="8165"/>
                  </a:cubicBezTo>
                  <a:cubicBezTo>
                    <a:pt x="9546" y="7756"/>
                    <a:pt x="9987" y="7346"/>
                    <a:pt x="10365" y="6811"/>
                  </a:cubicBezTo>
                  <a:cubicBezTo>
                    <a:pt x="11027" y="5991"/>
                    <a:pt x="11562" y="5141"/>
                    <a:pt x="11940" y="4227"/>
                  </a:cubicBezTo>
                  <a:cubicBezTo>
                    <a:pt x="12350" y="3282"/>
                    <a:pt x="12571" y="2242"/>
                    <a:pt x="12665" y="1234"/>
                  </a:cubicBezTo>
                  <a:cubicBezTo>
                    <a:pt x="12760" y="1014"/>
                    <a:pt x="12665" y="636"/>
                    <a:pt x="12382" y="384"/>
                  </a:cubicBezTo>
                  <a:cubicBezTo>
                    <a:pt x="12126" y="128"/>
                    <a:pt x="11820" y="1"/>
                    <a:pt x="11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89" name="Google Shape;9889;p63"/>
            <p:cNvSpPr/>
            <p:nvPr/>
          </p:nvSpPr>
          <p:spPr>
            <a:xfrm>
              <a:off x="-64636898" y="2010600"/>
              <a:ext cx="89800" cy="82525"/>
            </a:xfrm>
            <a:custGeom>
              <a:rect l="l" t="t" r="r" b="b"/>
              <a:pathLst>
                <a:path w="3592" h="3301" extrusionOk="0">
                  <a:moveTo>
                    <a:pt x="1828" y="827"/>
                  </a:moveTo>
                  <a:cubicBezTo>
                    <a:pt x="2048" y="827"/>
                    <a:pt x="2269" y="906"/>
                    <a:pt x="2426" y="1064"/>
                  </a:cubicBezTo>
                  <a:cubicBezTo>
                    <a:pt x="2741" y="1410"/>
                    <a:pt x="2741" y="1914"/>
                    <a:pt x="2426" y="2229"/>
                  </a:cubicBezTo>
                  <a:cubicBezTo>
                    <a:pt x="2269" y="2387"/>
                    <a:pt x="2048" y="2466"/>
                    <a:pt x="1828" y="2466"/>
                  </a:cubicBezTo>
                  <a:cubicBezTo>
                    <a:pt x="1607" y="2466"/>
                    <a:pt x="1387" y="2387"/>
                    <a:pt x="1229" y="2229"/>
                  </a:cubicBezTo>
                  <a:cubicBezTo>
                    <a:pt x="914" y="1914"/>
                    <a:pt x="914" y="1379"/>
                    <a:pt x="1229" y="1064"/>
                  </a:cubicBezTo>
                  <a:cubicBezTo>
                    <a:pt x="1387" y="906"/>
                    <a:pt x="1607" y="827"/>
                    <a:pt x="1828" y="827"/>
                  </a:cubicBezTo>
                  <a:close/>
                  <a:moveTo>
                    <a:pt x="1820" y="0"/>
                  </a:moveTo>
                  <a:cubicBezTo>
                    <a:pt x="1402" y="0"/>
                    <a:pt x="977" y="166"/>
                    <a:pt x="631" y="497"/>
                  </a:cubicBezTo>
                  <a:cubicBezTo>
                    <a:pt x="0" y="1127"/>
                    <a:pt x="0" y="2198"/>
                    <a:pt x="631" y="2828"/>
                  </a:cubicBezTo>
                  <a:cubicBezTo>
                    <a:pt x="946" y="3143"/>
                    <a:pt x="1371" y="3301"/>
                    <a:pt x="1796" y="3301"/>
                  </a:cubicBezTo>
                  <a:cubicBezTo>
                    <a:pt x="2222" y="3301"/>
                    <a:pt x="2647" y="3143"/>
                    <a:pt x="2962" y="2828"/>
                  </a:cubicBezTo>
                  <a:cubicBezTo>
                    <a:pt x="3592" y="2198"/>
                    <a:pt x="3592" y="1127"/>
                    <a:pt x="2962" y="497"/>
                  </a:cubicBezTo>
                  <a:cubicBezTo>
                    <a:pt x="2647" y="166"/>
                    <a:pt x="2237" y="0"/>
                    <a:pt x="18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890" name="Google Shape;9890;p63"/>
          <p:cNvGrpSpPr/>
          <p:nvPr/>
        </p:nvGrpSpPr>
        <p:grpSpPr>
          <a:xfrm>
            <a:off x="1299979" y="1792386"/>
            <a:ext cx="366269" cy="369913"/>
            <a:chOff x="-64764500" y="2280550"/>
            <a:chExt cx="316650" cy="319800"/>
          </a:xfrm>
        </p:grpSpPr>
        <p:sp>
          <p:nvSpPr>
            <p:cNvPr id="9891" name="Google Shape;9891;p63"/>
            <p:cNvSpPr/>
            <p:nvPr/>
          </p:nvSpPr>
          <p:spPr>
            <a:xfrm>
              <a:off x="-64764500" y="2280550"/>
              <a:ext cx="316650" cy="319800"/>
            </a:xfrm>
            <a:custGeom>
              <a:rect l="l" t="t" r="r" b="b"/>
              <a:pathLst>
                <a:path w="12666" h="12792" extrusionOk="0">
                  <a:moveTo>
                    <a:pt x="11405" y="820"/>
                  </a:moveTo>
                  <a:cubicBezTo>
                    <a:pt x="11657" y="820"/>
                    <a:pt x="11815" y="1009"/>
                    <a:pt x="11815" y="1261"/>
                  </a:cubicBezTo>
                  <a:cubicBezTo>
                    <a:pt x="11815" y="1481"/>
                    <a:pt x="11657" y="1670"/>
                    <a:pt x="11405" y="1670"/>
                  </a:cubicBezTo>
                  <a:lnTo>
                    <a:pt x="1229" y="1670"/>
                  </a:lnTo>
                  <a:cubicBezTo>
                    <a:pt x="977" y="1670"/>
                    <a:pt x="788" y="1481"/>
                    <a:pt x="788" y="1261"/>
                  </a:cubicBezTo>
                  <a:cubicBezTo>
                    <a:pt x="788" y="1009"/>
                    <a:pt x="977" y="820"/>
                    <a:pt x="1229" y="820"/>
                  </a:cubicBezTo>
                  <a:close/>
                  <a:moveTo>
                    <a:pt x="10996" y="2521"/>
                  </a:moveTo>
                  <a:lnTo>
                    <a:pt x="10996" y="8286"/>
                  </a:lnTo>
                  <a:lnTo>
                    <a:pt x="1607" y="8286"/>
                  </a:lnTo>
                  <a:lnTo>
                    <a:pt x="1607" y="2521"/>
                  </a:lnTo>
                  <a:close/>
                  <a:moveTo>
                    <a:pt x="6302" y="11027"/>
                  </a:moveTo>
                  <a:cubicBezTo>
                    <a:pt x="6554" y="11027"/>
                    <a:pt x="6743" y="11216"/>
                    <a:pt x="6743" y="11437"/>
                  </a:cubicBezTo>
                  <a:cubicBezTo>
                    <a:pt x="6743" y="11689"/>
                    <a:pt x="6522" y="11878"/>
                    <a:pt x="6302" y="11878"/>
                  </a:cubicBezTo>
                  <a:cubicBezTo>
                    <a:pt x="6050" y="11878"/>
                    <a:pt x="5892" y="11689"/>
                    <a:pt x="5892" y="11437"/>
                  </a:cubicBezTo>
                  <a:cubicBezTo>
                    <a:pt x="5892" y="11216"/>
                    <a:pt x="6113" y="11027"/>
                    <a:pt x="6302" y="11027"/>
                  </a:cubicBezTo>
                  <a:close/>
                  <a:moveTo>
                    <a:pt x="1229" y="1"/>
                  </a:moveTo>
                  <a:cubicBezTo>
                    <a:pt x="536" y="1"/>
                    <a:pt x="1" y="536"/>
                    <a:pt x="1" y="1261"/>
                  </a:cubicBezTo>
                  <a:cubicBezTo>
                    <a:pt x="1" y="1797"/>
                    <a:pt x="347" y="2238"/>
                    <a:pt x="820" y="2427"/>
                  </a:cubicBezTo>
                  <a:lnTo>
                    <a:pt x="820" y="8286"/>
                  </a:lnTo>
                  <a:lnTo>
                    <a:pt x="442" y="8286"/>
                  </a:lnTo>
                  <a:cubicBezTo>
                    <a:pt x="190" y="8286"/>
                    <a:pt x="32" y="8507"/>
                    <a:pt x="32" y="8728"/>
                  </a:cubicBezTo>
                  <a:cubicBezTo>
                    <a:pt x="32" y="8980"/>
                    <a:pt x="221" y="9169"/>
                    <a:pt x="442" y="9169"/>
                  </a:cubicBezTo>
                  <a:lnTo>
                    <a:pt x="5955" y="9169"/>
                  </a:lnTo>
                  <a:lnTo>
                    <a:pt x="5955" y="10334"/>
                  </a:lnTo>
                  <a:cubicBezTo>
                    <a:pt x="5483" y="10492"/>
                    <a:pt x="5104" y="10964"/>
                    <a:pt x="5104" y="11531"/>
                  </a:cubicBezTo>
                  <a:cubicBezTo>
                    <a:pt x="5104" y="12193"/>
                    <a:pt x="5672" y="12792"/>
                    <a:pt x="6333" y="12792"/>
                  </a:cubicBezTo>
                  <a:cubicBezTo>
                    <a:pt x="6995" y="12792"/>
                    <a:pt x="7593" y="12225"/>
                    <a:pt x="7593" y="11531"/>
                  </a:cubicBezTo>
                  <a:cubicBezTo>
                    <a:pt x="7593" y="10964"/>
                    <a:pt x="7247" y="10555"/>
                    <a:pt x="6774" y="10334"/>
                  </a:cubicBezTo>
                  <a:lnTo>
                    <a:pt x="6774" y="9169"/>
                  </a:lnTo>
                  <a:lnTo>
                    <a:pt x="12288" y="9169"/>
                  </a:lnTo>
                  <a:cubicBezTo>
                    <a:pt x="12508" y="9169"/>
                    <a:pt x="12666" y="8980"/>
                    <a:pt x="12666" y="8728"/>
                  </a:cubicBezTo>
                  <a:cubicBezTo>
                    <a:pt x="12666" y="8507"/>
                    <a:pt x="12477" y="8286"/>
                    <a:pt x="12288" y="8286"/>
                  </a:cubicBezTo>
                  <a:lnTo>
                    <a:pt x="11847" y="8286"/>
                  </a:lnTo>
                  <a:lnTo>
                    <a:pt x="11847" y="2427"/>
                  </a:lnTo>
                  <a:cubicBezTo>
                    <a:pt x="12319" y="2238"/>
                    <a:pt x="12634" y="1797"/>
                    <a:pt x="12634" y="1261"/>
                  </a:cubicBezTo>
                  <a:cubicBezTo>
                    <a:pt x="12634" y="568"/>
                    <a:pt x="12099" y="1"/>
                    <a:pt x="114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92" name="Google Shape;9892;p63"/>
            <p:cNvSpPr/>
            <p:nvPr/>
          </p:nvSpPr>
          <p:spPr>
            <a:xfrm>
              <a:off x="-64679426" y="2364825"/>
              <a:ext cx="146500" cy="102450"/>
            </a:xfrm>
            <a:custGeom>
              <a:rect l="l" t="t" r="r" b="b"/>
              <a:pathLst>
                <a:path w="5860" h="4098" extrusionOk="0">
                  <a:moveTo>
                    <a:pt x="3749" y="1"/>
                  </a:moveTo>
                  <a:cubicBezTo>
                    <a:pt x="3529" y="1"/>
                    <a:pt x="3371" y="190"/>
                    <a:pt x="3371" y="442"/>
                  </a:cubicBezTo>
                  <a:cubicBezTo>
                    <a:pt x="3371" y="662"/>
                    <a:pt x="3560" y="820"/>
                    <a:pt x="3749" y="820"/>
                  </a:cubicBezTo>
                  <a:lnTo>
                    <a:pt x="4442" y="820"/>
                  </a:lnTo>
                  <a:lnTo>
                    <a:pt x="2930" y="2332"/>
                  </a:lnTo>
                  <a:lnTo>
                    <a:pt x="2395" y="1765"/>
                  </a:lnTo>
                  <a:cubicBezTo>
                    <a:pt x="2316" y="1686"/>
                    <a:pt x="2206" y="1647"/>
                    <a:pt x="2095" y="1647"/>
                  </a:cubicBezTo>
                  <a:cubicBezTo>
                    <a:pt x="1985" y="1647"/>
                    <a:pt x="1875" y="1686"/>
                    <a:pt x="1796" y="1765"/>
                  </a:cubicBezTo>
                  <a:lnTo>
                    <a:pt x="126" y="3435"/>
                  </a:lnTo>
                  <a:cubicBezTo>
                    <a:pt x="0" y="3592"/>
                    <a:pt x="0" y="3844"/>
                    <a:pt x="126" y="4033"/>
                  </a:cubicBezTo>
                  <a:cubicBezTo>
                    <a:pt x="195" y="4075"/>
                    <a:pt x="288" y="4098"/>
                    <a:pt x="384" y="4098"/>
                  </a:cubicBezTo>
                  <a:cubicBezTo>
                    <a:pt x="507" y="4098"/>
                    <a:pt x="636" y="4059"/>
                    <a:pt x="725" y="3970"/>
                  </a:cubicBezTo>
                  <a:lnTo>
                    <a:pt x="2111" y="2616"/>
                  </a:lnTo>
                  <a:lnTo>
                    <a:pt x="2647" y="3151"/>
                  </a:lnTo>
                  <a:cubicBezTo>
                    <a:pt x="2725" y="3230"/>
                    <a:pt x="2836" y="3269"/>
                    <a:pt x="2946" y="3269"/>
                  </a:cubicBezTo>
                  <a:cubicBezTo>
                    <a:pt x="3056" y="3269"/>
                    <a:pt x="3166" y="3230"/>
                    <a:pt x="3245" y="3151"/>
                  </a:cubicBezTo>
                  <a:lnTo>
                    <a:pt x="5009" y="1387"/>
                  </a:lnTo>
                  <a:lnTo>
                    <a:pt x="5009" y="2049"/>
                  </a:lnTo>
                  <a:cubicBezTo>
                    <a:pt x="5009" y="2269"/>
                    <a:pt x="5230" y="2490"/>
                    <a:pt x="5451" y="2490"/>
                  </a:cubicBezTo>
                  <a:cubicBezTo>
                    <a:pt x="5703" y="2490"/>
                    <a:pt x="5860" y="2269"/>
                    <a:pt x="5860" y="2049"/>
                  </a:cubicBezTo>
                  <a:lnTo>
                    <a:pt x="5860" y="410"/>
                  </a:lnTo>
                  <a:cubicBezTo>
                    <a:pt x="5860" y="158"/>
                    <a:pt x="5640" y="1"/>
                    <a:pt x="54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893" name="Google Shape;9893;p63"/>
          <p:cNvSpPr/>
          <p:nvPr/>
        </p:nvSpPr>
        <p:spPr>
          <a:xfrm>
            <a:off x="1316753" y="2259654"/>
            <a:ext cx="319799" cy="366269"/>
          </a:xfrm>
          <a:custGeom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9894" name="Google Shape;9894;p63"/>
          <p:cNvGrpSpPr/>
          <p:nvPr/>
        </p:nvGrpSpPr>
        <p:grpSpPr>
          <a:xfrm>
            <a:off x="3512023" y="1352163"/>
            <a:ext cx="365344" cy="289753"/>
            <a:chOff x="-62882847" y="1999375"/>
            <a:chExt cx="315850" cy="250500"/>
          </a:xfrm>
        </p:grpSpPr>
        <p:sp>
          <p:nvSpPr>
            <p:cNvPr id="9895" name="Google Shape;9895;p63"/>
            <p:cNvSpPr/>
            <p:nvPr/>
          </p:nvSpPr>
          <p:spPr>
            <a:xfrm>
              <a:off x="-62882847" y="1999375"/>
              <a:ext cx="315850" cy="250500"/>
            </a:xfrm>
            <a:custGeom>
              <a:rect l="l" t="t" r="r" b="b"/>
              <a:pathLst>
                <a:path w="12634" h="10020" extrusionOk="0">
                  <a:moveTo>
                    <a:pt x="10586" y="851"/>
                  </a:moveTo>
                  <a:cubicBezTo>
                    <a:pt x="10838" y="851"/>
                    <a:pt x="11027" y="1040"/>
                    <a:pt x="11027" y="1261"/>
                  </a:cubicBezTo>
                  <a:lnTo>
                    <a:pt x="11027" y="7499"/>
                  </a:lnTo>
                  <a:lnTo>
                    <a:pt x="1638" y="7499"/>
                  </a:lnTo>
                  <a:lnTo>
                    <a:pt x="1638" y="1261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11814" y="8318"/>
                  </a:moveTo>
                  <a:lnTo>
                    <a:pt x="11814" y="8727"/>
                  </a:lnTo>
                  <a:cubicBezTo>
                    <a:pt x="11814" y="8948"/>
                    <a:pt x="11594" y="9137"/>
                    <a:pt x="11405" y="9137"/>
                  </a:cubicBezTo>
                  <a:lnTo>
                    <a:pt x="1197" y="9137"/>
                  </a:lnTo>
                  <a:cubicBezTo>
                    <a:pt x="977" y="9137"/>
                    <a:pt x="788" y="8948"/>
                    <a:pt x="788" y="8727"/>
                  </a:cubicBezTo>
                  <a:lnTo>
                    <a:pt x="788" y="8318"/>
                  </a:ln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7499"/>
                  </a:lnTo>
                  <a:lnTo>
                    <a:pt x="378" y="7499"/>
                  </a:lnTo>
                  <a:cubicBezTo>
                    <a:pt x="158" y="7499"/>
                    <a:pt x="0" y="7688"/>
                    <a:pt x="0" y="7940"/>
                  </a:cubicBezTo>
                  <a:lnTo>
                    <a:pt x="0" y="8759"/>
                  </a:lnTo>
                  <a:cubicBezTo>
                    <a:pt x="0" y="9420"/>
                    <a:pt x="536" y="10019"/>
                    <a:pt x="1197" y="10019"/>
                  </a:cubicBezTo>
                  <a:lnTo>
                    <a:pt x="11405" y="10019"/>
                  </a:lnTo>
                  <a:cubicBezTo>
                    <a:pt x="12066" y="10019"/>
                    <a:pt x="12634" y="9452"/>
                    <a:pt x="12634" y="8759"/>
                  </a:cubicBezTo>
                  <a:lnTo>
                    <a:pt x="12634" y="7940"/>
                  </a:lnTo>
                  <a:cubicBezTo>
                    <a:pt x="12634" y="7656"/>
                    <a:pt x="12444" y="7499"/>
                    <a:pt x="12224" y="7499"/>
                  </a:cubicBezTo>
                  <a:lnTo>
                    <a:pt x="11814" y="7499"/>
                  </a:lnTo>
                  <a:lnTo>
                    <a:pt x="11814" y="1261"/>
                  </a:lnTo>
                  <a:cubicBezTo>
                    <a:pt x="11814" y="599"/>
                    <a:pt x="11247" y="1"/>
                    <a:pt x="105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96" name="Google Shape;9896;p63"/>
            <p:cNvSpPr/>
            <p:nvPr/>
          </p:nvSpPr>
          <p:spPr>
            <a:xfrm>
              <a:off x="-62806473" y="2062375"/>
              <a:ext cx="146525" cy="103800"/>
            </a:xfrm>
            <a:custGeom>
              <a:rect l="l" t="t" r="r" b="b"/>
              <a:pathLst>
                <a:path w="5861" h="4152" extrusionOk="0">
                  <a:moveTo>
                    <a:pt x="3782" y="1"/>
                  </a:moveTo>
                  <a:cubicBezTo>
                    <a:pt x="3561" y="1"/>
                    <a:pt x="3341" y="221"/>
                    <a:pt x="3341" y="410"/>
                  </a:cubicBezTo>
                  <a:cubicBezTo>
                    <a:pt x="3341" y="631"/>
                    <a:pt x="3561" y="852"/>
                    <a:pt x="3782" y="852"/>
                  </a:cubicBezTo>
                  <a:lnTo>
                    <a:pt x="4443" y="852"/>
                  </a:lnTo>
                  <a:lnTo>
                    <a:pt x="2962" y="2332"/>
                  </a:lnTo>
                  <a:lnTo>
                    <a:pt x="2395" y="1765"/>
                  </a:lnTo>
                  <a:cubicBezTo>
                    <a:pt x="2332" y="1686"/>
                    <a:pt x="2230" y="1647"/>
                    <a:pt x="2124" y="1647"/>
                  </a:cubicBezTo>
                  <a:cubicBezTo>
                    <a:pt x="2017" y="1647"/>
                    <a:pt x="1907" y="1686"/>
                    <a:pt x="1828" y="1765"/>
                  </a:cubicBezTo>
                  <a:lnTo>
                    <a:pt x="159" y="3435"/>
                  </a:lnTo>
                  <a:cubicBezTo>
                    <a:pt x="1" y="3592"/>
                    <a:pt x="1" y="3876"/>
                    <a:pt x="159" y="4034"/>
                  </a:cubicBezTo>
                  <a:cubicBezTo>
                    <a:pt x="237" y="4112"/>
                    <a:pt x="348" y="4152"/>
                    <a:pt x="458" y="4152"/>
                  </a:cubicBezTo>
                  <a:cubicBezTo>
                    <a:pt x="568" y="4152"/>
                    <a:pt x="678" y="4112"/>
                    <a:pt x="757" y="4034"/>
                  </a:cubicBezTo>
                  <a:lnTo>
                    <a:pt x="2143" y="2647"/>
                  </a:lnTo>
                  <a:lnTo>
                    <a:pt x="2679" y="3183"/>
                  </a:lnTo>
                  <a:cubicBezTo>
                    <a:pt x="2758" y="3262"/>
                    <a:pt x="2868" y="3301"/>
                    <a:pt x="2978" y="3301"/>
                  </a:cubicBezTo>
                  <a:cubicBezTo>
                    <a:pt x="3088" y="3301"/>
                    <a:pt x="3199" y="3262"/>
                    <a:pt x="3278" y="3183"/>
                  </a:cubicBezTo>
                  <a:lnTo>
                    <a:pt x="5042" y="1419"/>
                  </a:lnTo>
                  <a:lnTo>
                    <a:pt x="5042" y="2080"/>
                  </a:lnTo>
                  <a:cubicBezTo>
                    <a:pt x="5042" y="2332"/>
                    <a:pt x="5231" y="2521"/>
                    <a:pt x="5451" y="2521"/>
                  </a:cubicBezTo>
                  <a:cubicBezTo>
                    <a:pt x="5640" y="2521"/>
                    <a:pt x="5861" y="2332"/>
                    <a:pt x="5861" y="2080"/>
                  </a:cubicBezTo>
                  <a:lnTo>
                    <a:pt x="5861" y="442"/>
                  </a:lnTo>
                  <a:cubicBezTo>
                    <a:pt x="5861" y="158"/>
                    <a:pt x="5672" y="1"/>
                    <a:pt x="5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897" name="Google Shape;9897;p63"/>
          <p:cNvGrpSpPr/>
          <p:nvPr/>
        </p:nvGrpSpPr>
        <p:grpSpPr>
          <a:xfrm>
            <a:off x="3503362" y="1793745"/>
            <a:ext cx="382665" cy="367194"/>
            <a:chOff x="-62890747" y="2296300"/>
            <a:chExt cx="330825" cy="317450"/>
          </a:xfrm>
        </p:grpSpPr>
        <p:sp>
          <p:nvSpPr>
            <p:cNvPr id="9898" name="Google Shape;9898;p63"/>
            <p:cNvSpPr/>
            <p:nvPr/>
          </p:nvSpPr>
          <p:spPr>
            <a:xfrm>
              <a:off x="-62890747" y="2296300"/>
              <a:ext cx="313500" cy="195375"/>
            </a:xfrm>
            <a:custGeom>
              <a:rect l="l" t="t" r="r" b="b"/>
              <a:pathLst>
                <a:path w="12540" h="7815" extrusionOk="0">
                  <a:moveTo>
                    <a:pt x="11437" y="2080"/>
                  </a:moveTo>
                  <a:lnTo>
                    <a:pt x="11658" y="2931"/>
                  </a:lnTo>
                  <a:lnTo>
                    <a:pt x="10776" y="2742"/>
                  </a:lnTo>
                  <a:lnTo>
                    <a:pt x="11437" y="2080"/>
                  </a:lnTo>
                  <a:close/>
                  <a:moveTo>
                    <a:pt x="6617" y="1"/>
                  </a:moveTo>
                  <a:cubicBezTo>
                    <a:pt x="4916" y="1"/>
                    <a:pt x="3340" y="662"/>
                    <a:pt x="2112" y="1828"/>
                  </a:cubicBezTo>
                  <a:cubicBezTo>
                    <a:pt x="663" y="3277"/>
                    <a:pt x="1" y="5420"/>
                    <a:pt x="379" y="7467"/>
                  </a:cubicBezTo>
                  <a:cubicBezTo>
                    <a:pt x="442" y="7656"/>
                    <a:pt x="568" y="7814"/>
                    <a:pt x="789" y="7814"/>
                  </a:cubicBezTo>
                  <a:lnTo>
                    <a:pt x="852" y="7814"/>
                  </a:lnTo>
                  <a:cubicBezTo>
                    <a:pt x="1104" y="7783"/>
                    <a:pt x="1198" y="7562"/>
                    <a:pt x="1167" y="7341"/>
                  </a:cubicBezTo>
                  <a:cubicBezTo>
                    <a:pt x="852" y="5577"/>
                    <a:pt x="1419" y="3718"/>
                    <a:pt x="2710" y="2458"/>
                  </a:cubicBezTo>
                  <a:cubicBezTo>
                    <a:pt x="3719" y="1450"/>
                    <a:pt x="5136" y="851"/>
                    <a:pt x="6617" y="851"/>
                  </a:cubicBezTo>
                  <a:cubicBezTo>
                    <a:pt x="7940" y="851"/>
                    <a:pt x="9200" y="1324"/>
                    <a:pt x="10177" y="2206"/>
                  </a:cubicBezTo>
                  <a:lnTo>
                    <a:pt x="9610" y="2773"/>
                  </a:lnTo>
                  <a:cubicBezTo>
                    <a:pt x="9484" y="2899"/>
                    <a:pt x="9452" y="3057"/>
                    <a:pt x="9484" y="3183"/>
                  </a:cubicBezTo>
                  <a:cubicBezTo>
                    <a:pt x="9515" y="3340"/>
                    <a:pt x="9641" y="3403"/>
                    <a:pt x="9799" y="3466"/>
                  </a:cubicBezTo>
                  <a:lnTo>
                    <a:pt x="12036" y="3939"/>
                  </a:lnTo>
                  <a:lnTo>
                    <a:pt x="12130" y="3939"/>
                  </a:lnTo>
                  <a:cubicBezTo>
                    <a:pt x="12225" y="3939"/>
                    <a:pt x="12319" y="3876"/>
                    <a:pt x="12382" y="3813"/>
                  </a:cubicBezTo>
                  <a:cubicBezTo>
                    <a:pt x="12508" y="3687"/>
                    <a:pt x="12540" y="3561"/>
                    <a:pt x="12508" y="3403"/>
                  </a:cubicBezTo>
                  <a:lnTo>
                    <a:pt x="12036" y="1167"/>
                  </a:lnTo>
                  <a:cubicBezTo>
                    <a:pt x="12004" y="1009"/>
                    <a:pt x="11878" y="883"/>
                    <a:pt x="11752" y="851"/>
                  </a:cubicBezTo>
                  <a:cubicBezTo>
                    <a:pt x="11715" y="844"/>
                    <a:pt x="11678" y="840"/>
                    <a:pt x="11642" y="840"/>
                  </a:cubicBezTo>
                  <a:cubicBezTo>
                    <a:pt x="11526" y="840"/>
                    <a:pt x="11422" y="881"/>
                    <a:pt x="11374" y="977"/>
                  </a:cubicBezTo>
                  <a:lnTo>
                    <a:pt x="10776" y="1576"/>
                  </a:lnTo>
                  <a:cubicBezTo>
                    <a:pt x="9641" y="536"/>
                    <a:pt x="8129" y="1"/>
                    <a:pt x="66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99" name="Google Shape;9899;p63"/>
            <p:cNvSpPr/>
            <p:nvPr/>
          </p:nvSpPr>
          <p:spPr>
            <a:xfrm>
              <a:off x="-62874978" y="2417475"/>
              <a:ext cx="315050" cy="196275"/>
            </a:xfrm>
            <a:custGeom>
              <a:rect l="l" t="t" r="r" b="b"/>
              <a:pathLst>
                <a:path w="12602" h="7851" extrusionOk="0">
                  <a:moveTo>
                    <a:pt x="977" y="4857"/>
                  </a:moveTo>
                  <a:lnTo>
                    <a:pt x="1827" y="5078"/>
                  </a:lnTo>
                  <a:lnTo>
                    <a:pt x="1166" y="5739"/>
                  </a:lnTo>
                  <a:lnTo>
                    <a:pt x="977" y="4857"/>
                  </a:lnTo>
                  <a:close/>
                  <a:moveTo>
                    <a:pt x="11779" y="1"/>
                  </a:moveTo>
                  <a:cubicBezTo>
                    <a:pt x="11759" y="1"/>
                    <a:pt x="11739" y="2"/>
                    <a:pt x="11720" y="6"/>
                  </a:cubicBezTo>
                  <a:cubicBezTo>
                    <a:pt x="11499" y="69"/>
                    <a:pt x="11373" y="289"/>
                    <a:pt x="11405" y="478"/>
                  </a:cubicBezTo>
                  <a:cubicBezTo>
                    <a:pt x="11720" y="2274"/>
                    <a:pt x="11184" y="4101"/>
                    <a:pt x="9861" y="5361"/>
                  </a:cubicBezTo>
                  <a:cubicBezTo>
                    <a:pt x="8853" y="6401"/>
                    <a:pt x="7435" y="7000"/>
                    <a:pt x="5986" y="7000"/>
                  </a:cubicBezTo>
                  <a:cubicBezTo>
                    <a:pt x="4631" y="7000"/>
                    <a:pt x="3371" y="6527"/>
                    <a:pt x="2394" y="5645"/>
                  </a:cubicBezTo>
                  <a:lnTo>
                    <a:pt x="2993" y="5046"/>
                  </a:lnTo>
                  <a:cubicBezTo>
                    <a:pt x="3088" y="4952"/>
                    <a:pt x="3151" y="4794"/>
                    <a:pt x="3088" y="4668"/>
                  </a:cubicBezTo>
                  <a:cubicBezTo>
                    <a:pt x="3056" y="4511"/>
                    <a:pt x="2962" y="4416"/>
                    <a:pt x="2772" y="4385"/>
                  </a:cubicBezTo>
                  <a:lnTo>
                    <a:pt x="536" y="3912"/>
                  </a:lnTo>
                  <a:cubicBezTo>
                    <a:pt x="506" y="3905"/>
                    <a:pt x="476" y="3901"/>
                    <a:pt x="446" y="3901"/>
                  </a:cubicBezTo>
                  <a:cubicBezTo>
                    <a:pt x="350" y="3901"/>
                    <a:pt x="254" y="3942"/>
                    <a:pt x="158" y="4038"/>
                  </a:cubicBezTo>
                  <a:cubicBezTo>
                    <a:pt x="32" y="4164"/>
                    <a:pt x="0" y="4290"/>
                    <a:pt x="32" y="4448"/>
                  </a:cubicBezTo>
                  <a:lnTo>
                    <a:pt x="504" y="6685"/>
                  </a:lnTo>
                  <a:cubicBezTo>
                    <a:pt x="536" y="6842"/>
                    <a:pt x="662" y="6937"/>
                    <a:pt x="788" y="7000"/>
                  </a:cubicBezTo>
                  <a:lnTo>
                    <a:pt x="882" y="7000"/>
                  </a:lnTo>
                  <a:cubicBezTo>
                    <a:pt x="1008" y="7000"/>
                    <a:pt x="1103" y="6968"/>
                    <a:pt x="1166" y="6874"/>
                  </a:cubicBezTo>
                  <a:lnTo>
                    <a:pt x="1764" y="6275"/>
                  </a:lnTo>
                  <a:cubicBezTo>
                    <a:pt x="2899" y="7315"/>
                    <a:pt x="4411" y="7850"/>
                    <a:pt x="5923" y="7850"/>
                  </a:cubicBezTo>
                  <a:cubicBezTo>
                    <a:pt x="7624" y="7850"/>
                    <a:pt x="9200" y="7189"/>
                    <a:pt x="10428" y="6023"/>
                  </a:cubicBezTo>
                  <a:cubicBezTo>
                    <a:pt x="11909" y="4511"/>
                    <a:pt x="12602" y="2400"/>
                    <a:pt x="12192" y="321"/>
                  </a:cubicBezTo>
                  <a:cubicBezTo>
                    <a:pt x="12164" y="123"/>
                    <a:pt x="11958" y="1"/>
                    <a:pt x="117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00" name="Google Shape;9900;p63"/>
            <p:cNvSpPr/>
            <p:nvPr/>
          </p:nvSpPr>
          <p:spPr>
            <a:xfrm>
              <a:off x="-62822224" y="2357750"/>
              <a:ext cx="193000" cy="192975"/>
            </a:xfrm>
            <a:custGeom>
              <a:rect l="l" t="t" r="r" b="b"/>
              <a:pathLst>
                <a:path w="7718" h="7718" extrusionOk="0">
                  <a:moveTo>
                    <a:pt x="2238" y="1323"/>
                  </a:moveTo>
                  <a:lnTo>
                    <a:pt x="2238" y="1323"/>
                  </a:lnTo>
                  <a:cubicBezTo>
                    <a:pt x="2143" y="1544"/>
                    <a:pt x="2049" y="1827"/>
                    <a:pt x="1986" y="2111"/>
                  </a:cubicBezTo>
                  <a:lnTo>
                    <a:pt x="1419" y="2111"/>
                  </a:lnTo>
                  <a:cubicBezTo>
                    <a:pt x="1671" y="1796"/>
                    <a:pt x="1923" y="1512"/>
                    <a:pt x="2238" y="1323"/>
                  </a:cubicBezTo>
                  <a:close/>
                  <a:moveTo>
                    <a:pt x="3466" y="1040"/>
                  </a:moveTo>
                  <a:lnTo>
                    <a:pt x="3466" y="2111"/>
                  </a:lnTo>
                  <a:lnTo>
                    <a:pt x="2836" y="2111"/>
                  </a:lnTo>
                  <a:cubicBezTo>
                    <a:pt x="2994" y="1575"/>
                    <a:pt x="3246" y="1229"/>
                    <a:pt x="3466" y="1040"/>
                  </a:cubicBezTo>
                  <a:close/>
                  <a:moveTo>
                    <a:pt x="4254" y="1040"/>
                  </a:moveTo>
                  <a:cubicBezTo>
                    <a:pt x="4538" y="1229"/>
                    <a:pt x="4727" y="1575"/>
                    <a:pt x="4884" y="2111"/>
                  </a:cubicBezTo>
                  <a:lnTo>
                    <a:pt x="4254" y="2111"/>
                  </a:lnTo>
                  <a:lnTo>
                    <a:pt x="4254" y="1040"/>
                  </a:lnTo>
                  <a:close/>
                  <a:moveTo>
                    <a:pt x="5483" y="1323"/>
                  </a:moveTo>
                  <a:lnTo>
                    <a:pt x="5483" y="1323"/>
                  </a:lnTo>
                  <a:cubicBezTo>
                    <a:pt x="5798" y="1512"/>
                    <a:pt x="6081" y="1796"/>
                    <a:pt x="6302" y="2111"/>
                  </a:cubicBezTo>
                  <a:lnTo>
                    <a:pt x="5766" y="2111"/>
                  </a:lnTo>
                  <a:cubicBezTo>
                    <a:pt x="5672" y="1827"/>
                    <a:pt x="5609" y="1544"/>
                    <a:pt x="5483" y="1323"/>
                  </a:cubicBezTo>
                  <a:close/>
                  <a:moveTo>
                    <a:pt x="1765" y="2930"/>
                  </a:moveTo>
                  <a:cubicBezTo>
                    <a:pt x="1734" y="3245"/>
                    <a:pt x="1702" y="3560"/>
                    <a:pt x="1702" y="3875"/>
                  </a:cubicBezTo>
                  <a:cubicBezTo>
                    <a:pt x="1702" y="4190"/>
                    <a:pt x="1734" y="4537"/>
                    <a:pt x="1765" y="4820"/>
                  </a:cubicBezTo>
                  <a:lnTo>
                    <a:pt x="978" y="4820"/>
                  </a:lnTo>
                  <a:cubicBezTo>
                    <a:pt x="883" y="4537"/>
                    <a:pt x="820" y="4222"/>
                    <a:pt x="820" y="3875"/>
                  </a:cubicBezTo>
                  <a:cubicBezTo>
                    <a:pt x="820" y="3497"/>
                    <a:pt x="883" y="3214"/>
                    <a:pt x="978" y="2930"/>
                  </a:cubicBezTo>
                  <a:close/>
                  <a:moveTo>
                    <a:pt x="5136" y="2930"/>
                  </a:moveTo>
                  <a:cubicBezTo>
                    <a:pt x="5168" y="3245"/>
                    <a:pt x="5199" y="3560"/>
                    <a:pt x="5199" y="3875"/>
                  </a:cubicBezTo>
                  <a:cubicBezTo>
                    <a:pt x="5199" y="4222"/>
                    <a:pt x="5168" y="4537"/>
                    <a:pt x="5136" y="4820"/>
                  </a:cubicBezTo>
                  <a:lnTo>
                    <a:pt x="4286" y="4820"/>
                  </a:lnTo>
                  <a:lnTo>
                    <a:pt x="4286" y="2930"/>
                  </a:lnTo>
                  <a:close/>
                  <a:moveTo>
                    <a:pt x="6743" y="2930"/>
                  </a:moveTo>
                  <a:cubicBezTo>
                    <a:pt x="6869" y="3245"/>
                    <a:pt x="6900" y="3560"/>
                    <a:pt x="6900" y="3875"/>
                  </a:cubicBezTo>
                  <a:cubicBezTo>
                    <a:pt x="6900" y="4222"/>
                    <a:pt x="6869" y="4537"/>
                    <a:pt x="6743" y="4820"/>
                  </a:cubicBezTo>
                  <a:lnTo>
                    <a:pt x="5955" y="4820"/>
                  </a:lnTo>
                  <a:cubicBezTo>
                    <a:pt x="5987" y="4505"/>
                    <a:pt x="6018" y="4190"/>
                    <a:pt x="6018" y="3875"/>
                  </a:cubicBezTo>
                  <a:cubicBezTo>
                    <a:pt x="6018" y="3560"/>
                    <a:pt x="5987" y="3214"/>
                    <a:pt x="5955" y="2930"/>
                  </a:cubicBezTo>
                  <a:close/>
                  <a:moveTo>
                    <a:pt x="3466" y="2930"/>
                  </a:moveTo>
                  <a:lnTo>
                    <a:pt x="3466" y="4852"/>
                  </a:lnTo>
                  <a:lnTo>
                    <a:pt x="2647" y="4852"/>
                  </a:lnTo>
                  <a:cubicBezTo>
                    <a:pt x="2553" y="4537"/>
                    <a:pt x="2553" y="4222"/>
                    <a:pt x="2553" y="3875"/>
                  </a:cubicBezTo>
                  <a:cubicBezTo>
                    <a:pt x="2553" y="3497"/>
                    <a:pt x="2616" y="3214"/>
                    <a:pt x="2647" y="2930"/>
                  </a:cubicBezTo>
                  <a:close/>
                  <a:moveTo>
                    <a:pt x="6302" y="5640"/>
                  </a:moveTo>
                  <a:cubicBezTo>
                    <a:pt x="6081" y="5955"/>
                    <a:pt x="5798" y="6238"/>
                    <a:pt x="5483" y="6427"/>
                  </a:cubicBezTo>
                  <a:cubicBezTo>
                    <a:pt x="5609" y="6207"/>
                    <a:pt x="5672" y="5923"/>
                    <a:pt x="5766" y="5640"/>
                  </a:cubicBezTo>
                  <a:close/>
                  <a:moveTo>
                    <a:pt x="1986" y="5671"/>
                  </a:moveTo>
                  <a:cubicBezTo>
                    <a:pt x="2049" y="5955"/>
                    <a:pt x="2143" y="6238"/>
                    <a:pt x="2238" y="6459"/>
                  </a:cubicBezTo>
                  <a:cubicBezTo>
                    <a:pt x="1923" y="6238"/>
                    <a:pt x="1671" y="5955"/>
                    <a:pt x="1419" y="5671"/>
                  </a:cubicBezTo>
                  <a:close/>
                  <a:moveTo>
                    <a:pt x="4916" y="5640"/>
                  </a:moveTo>
                  <a:cubicBezTo>
                    <a:pt x="4727" y="6144"/>
                    <a:pt x="4538" y="6522"/>
                    <a:pt x="4286" y="6711"/>
                  </a:cubicBezTo>
                  <a:lnTo>
                    <a:pt x="4286" y="5640"/>
                  </a:lnTo>
                  <a:close/>
                  <a:moveTo>
                    <a:pt x="3466" y="5671"/>
                  </a:moveTo>
                  <a:lnTo>
                    <a:pt x="3466" y="6742"/>
                  </a:lnTo>
                  <a:cubicBezTo>
                    <a:pt x="3246" y="6553"/>
                    <a:pt x="2994" y="6144"/>
                    <a:pt x="2836" y="5671"/>
                  </a:cubicBezTo>
                  <a:close/>
                  <a:moveTo>
                    <a:pt x="3876" y="0"/>
                  </a:moveTo>
                  <a:cubicBezTo>
                    <a:pt x="2301" y="0"/>
                    <a:pt x="915" y="945"/>
                    <a:pt x="316" y="2332"/>
                  </a:cubicBezTo>
                  <a:cubicBezTo>
                    <a:pt x="127" y="2804"/>
                    <a:pt x="1" y="3308"/>
                    <a:pt x="1" y="3875"/>
                  </a:cubicBezTo>
                  <a:cubicBezTo>
                    <a:pt x="1" y="4411"/>
                    <a:pt x="127" y="4946"/>
                    <a:pt x="316" y="5419"/>
                  </a:cubicBezTo>
                  <a:cubicBezTo>
                    <a:pt x="915" y="6774"/>
                    <a:pt x="2301" y="7719"/>
                    <a:pt x="3876" y="7719"/>
                  </a:cubicBezTo>
                  <a:cubicBezTo>
                    <a:pt x="5451" y="7719"/>
                    <a:pt x="6806" y="6774"/>
                    <a:pt x="7405" y="5419"/>
                  </a:cubicBezTo>
                  <a:cubicBezTo>
                    <a:pt x="7594" y="4946"/>
                    <a:pt x="7720" y="4411"/>
                    <a:pt x="7720" y="3875"/>
                  </a:cubicBezTo>
                  <a:cubicBezTo>
                    <a:pt x="7720" y="3308"/>
                    <a:pt x="7594" y="2804"/>
                    <a:pt x="7405" y="2332"/>
                  </a:cubicBezTo>
                  <a:cubicBezTo>
                    <a:pt x="6806" y="945"/>
                    <a:pt x="5451" y="0"/>
                    <a:pt x="38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01" name="Google Shape;9901;p63"/>
          <p:cNvGrpSpPr/>
          <p:nvPr/>
        </p:nvGrpSpPr>
        <p:grpSpPr>
          <a:xfrm>
            <a:off x="3512023" y="2259206"/>
            <a:ext cx="365344" cy="367165"/>
            <a:chOff x="-62882847" y="2664925"/>
            <a:chExt cx="315850" cy="317425"/>
          </a:xfrm>
        </p:grpSpPr>
        <p:sp>
          <p:nvSpPr>
            <p:cNvPr id="9902" name="Google Shape;9902;p63"/>
            <p:cNvSpPr/>
            <p:nvPr/>
          </p:nvSpPr>
          <p:spPr>
            <a:xfrm>
              <a:off x="-62882847" y="2664925"/>
              <a:ext cx="315850" cy="317425"/>
            </a:xfrm>
            <a:custGeom>
              <a:rect l="l" t="t" r="r" b="b"/>
              <a:pathLst>
                <a:path w="12634" h="12697" extrusionOk="0">
                  <a:moveTo>
                    <a:pt x="11405" y="851"/>
                  </a:moveTo>
                  <a:cubicBezTo>
                    <a:pt x="11657" y="851"/>
                    <a:pt x="11814" y="1040"/>
                    <a:pt x="11814" y="1260"/>
                  </a:cubicBezTo>
                  <a:lnTo>
                    <a:pt x="11814" y="7719"/>
                  </a:lnTo>
                  <a:lnTo>
                    <a:pt x="788" y="7719"/>
                  </a:lnTo>
                  <a:lnTo>
                    <a:pt x="788" y="1260"/>
                  </a:lnTo>
                  <a:cubicBezTo>
                    <a:pt x="788" y="1040"/>
                    <a:pt x="977" y="851"/>
                    <a:pt x="1197" y="851"/>
                  </a:cubicBezTo>
                  <a:close/>
                  <a:moveTo>
                    <a:pt x="11814" y="8506"/>
                  </a:moveTo>
                  <a:lnTo>
                    <a:pt x="11814" y="8947"/>
                  </a:lnTo>
                  <a:cubicBezTo>
                    <a:pt x="11814" y="9199"/>
                    <a:pt x="11594" y="9389"/>
                    <a:pt x="11405" y="9389"/>
                  </a:cubicBezTo>
                  <a:lnTo>
                    <a:pt x="1197" y="9389"/>
                  </a:lnTo>
                  <a:cubicBezTo>
                    <a:pt x="977" y="9389"/>
                    <a:pt x="788" y="9199"/>
                    <a:pt x="788" y="8947"/>
                  </a:cubicBezTo>
                  <a:lnTo>
                    <a:pt x="788" y="8506"/>
                  </a:lnTo>
                  <a:close/>
                  <a:moveTo>
                    <a:pt x="7782" y="10208"/>
                  </a:moveTo>
                  <a:lnTo>
                    <a:pt x="8349" y="11877"/>
                  </a:lnTo>
                  <a:lnTo>
                    <a:pt x="4253" y="11877"/>
                  </a:lnTo>
                  <a:lnTo>
                    <a:pt x="4789" y="10208"/>
                  </a:lnTo>
                  <a:close/>
                  <a:moveTo>
                    <a:pt x="1197" y="0"/>
                  </a:moveTo>
                  <a:cubicBezTo>
                    <a:pt x="536" y="0"/>
                    <a:pt x="0" y="567"/>
                    <a:pt x="0" y="1229"/>
                  </a:cubicBezTo>
                  <a:lnTo>
                    <a:pt x="0" y="8947"/>
                  </a:lnTo>
                  <a:cubicBezTo>
                    <a:pt x="0" y="9609"/>
                    <a:pt x="536" y="10176"/>
                    <a:pt x="1197" y="10176"/>
                  </a:cubicBezTo>
                  <a:lnTo>
                    <a:pt x="3938" y="10176"/>
                  </a:lnTo>
                  <a:lnTo>
                    <a:pt x="3371" y="11814"/>
                  </a:lnTo>
                  <a:lnTo>
                    <a:pt x="2867" y="11814"/>
                  </a:lnTo>
                  <a:cubicBezTo>
                    <a:pt x="2615" y="11814"/>
                    <a:pt x="2457" y="12003"/>
                    <a:pt x="2457" y="12255"/>
                  </a:cubicBezTo>
                  <a:cubicBezTo>
                    <a:pt x="2457" y="12476"/>
                    <a:pt x="2678" y="12697"/>
                    <a:pt x="2867" y="12697"/>
                  </a:cubicBezTo>
                  <a:lnTo>
                    <a:pt x="9767" y="12697"/>
                  </a:lnTo>
                  <a:cubicBezTo>
                    <a:pt x="9987" y="12697"/>
                    <a:pt x="10176" y="12476"/>
                    <a:pt x="10176" y="12255"/>
                  </a:cubicBezTo>
                  <a:cubicBezTo>
                    <a:pt x="10176" y="12003"/>
                    <a:pt x="9987" y="11814"/>
                    <a:pt x="9767" y="11814"/>
                  </a:cubicBezTo>
                  <a:lnTo>
                    <a:pt x="9231" y="11814"/>
                  </a:lnTo>
                  <a:lnTo>
                    <a:pt x="8695" y="10176"/>
                  </a:lnTo>
                  <a:lnTo>
                    <a:pt x="11405" y="10176"/>
                  </a:lnTo>
                  <a:cubicBezTo>
                    <a:pt x="12066" y="10176"/>
                    <a:pt x="12634" y="9609"/>
                    <a:pt x="12634" y="8947"/>
                  </a:cubicBezTo>
                  <a:lnTo>
                    <a:pt x="12634" y="1229"/>
                  </a:lnTo>
                  <a:cubicBezTo>
                    <a:pt x="12634" y="567"/>
                    <a:pt x="12066" y="0"/>
                    <a:pt x="1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03" name="Google Shape;9903;p63"/>
            <p:cNvSpPr/>
            <p:nvPr/>
          </p:nvSpPr>
          <p:spPr>
            <a:xfrm>
              <a:off x="-62756052" y="2702725"/>
              <a:ext cx="62225" cy="146525"/>
            </a:xfrm>
            <a:custGeom>
              <a:rect l="l" t="t" r="r" b="b"/>
              <a:pathLst>
                <a:path w="2489" h="5861" extrusionOk="0">
                  <a:moveTo>
                    <a:pt x="1229" y="0"/>
                  </a:moveTo>
                  <a:cubicBezTo>
                    <a:pt x="977" y="0"/>
                    <a:pt x="819" y="189"/>
                    <a:pt x="819" y="441"/>
                  </a:cubicBezTo>
                  <a:lnTo>
                    <a:pt x="819" y="693"/>
                  </a:lnTo>
                  <a:cubicBezTo>
                    <a:pt x="347" y="851"/>
                    <a:pt x="0" y="1324"/>
                    <a:pt x="0" y="1891"/>
                  </a:cubicBezTo>
                  <a:cubicBezTo>
                    <a:pt x="0" y="2552"/>
                    <a:pt x="536" y="2962"/>
                    <a:pt x="977" y="3277"/>
                  </a:cubicBezTo>
                  <a:cubicBezTo>
                    <a:pt x="1292" y="3497"/>
                    <a:pt x="1639" y="3749"/>
                    <a:pt x="1639" y="3970"/>
                  </a:cubicBezTo>
                  <a:cubicBezTo>
                    <a:pt x="1639" y="4222"/>
                    <a:pt x="1450" y="4411"/>
                    <a:pt x="1229" y="4411"/>
                  </a:cubicBezTo>
                  <a:cubicBezTo>
                    <a:pt x="977" y="4411"/>
                    <a:pt x="819" y="4222"/>
                    <a:pt x="819" y="3970"/>
                  </a:cubicBezTo>
                  <a:cubicBezTo>
                    <a:pt x="819" y="3749"/>
                    <a:pt x="630" y="3529"/>
                    <a:pt x="441" y="3529"/>
                  </a:cubicBezTo>
                  <a:cubicBezTo>
                    <a:pt x="189" y="3529"/>
                    <a:pt x="0" y="3749"/>
                    <a:pt x="0" y="3970"/>
                  </a:cubicBezTo>
                  <a:cubicBezTo>
                    <a:pt x="0" y="4537"/>
                    <a:pt x="347" y="4947"/>
                    <a:pt x="819" y="5167"/>
                  </a:cubicBezTo>
                  <a:lnTo>
                    <a:pt x="819" y="5419"/>
                  </a:lnTo>
                  <a:cubicBezTo>
                    <a:pt x="819" y="5671"/>
                    <a:pt x="1008" y="5860"/>
                    <a:pt x="1229" y="5860"/>
                  </a:cubicBezTo>
                  <a:cubicBezTo>
                    <a:pt x="1450" y="5860"/>
                    <a:pt x="1639" y="5671"/>
                    <a:pt x="1639" y="5419"/>
                  </a:cubicBezTo>
                  <a:lnTo>
                    <a:pt x="1639" y="5167"/>
                  </a:lnTo>
                  <a:cubicBezTo>
                    <a:pt x="2111" y="5010"/>
                    <a:pt x="2489" y="4537"/>
                    <a:pt x="2489" y="3970"/>
                  </a:cubicBezTo>
                  <a:cubicBezTo>
                    <a:pt x="2489" y="3308"/>
                    <a:pt x="1922" y="2899"/>
                    <a:pt x="1481" y="2584"/>
                  </a:cubicBezTo>
                  <a:cubicBezTo>
                    <a:pt x="1166" y="2363"/>
                    <a:pt x="819" y="2111"/>
                    <a:pt x="819" y="1891"/>
                  </a:cubicBezTo>
                  <a:cubicBezTo>
                    <a:pt x="819" y="1639"/>
                    <a:pt x="977" y="1450"/>
                    <a:pt x="1229" y="1450"/>
                  </a:cubicBezTo>
                  <a:cubicBezTo>
                    <a:pt x="1450" y="1450"/>
                    <a:pt x="1639" y="1639"/>
                    <a:pt x="1639" y="1891"/>
                  </a:cubicBezTo>
                  <a:cubicBezTo>
                    <a:pt x="1639" y="2111"/>
                    <a:pt x="1859" y="2332"/>
                    <a:pt x="2048" y="2332"/>
                  </a:cubicBezTo>
                  <a:cubicBezTo>
                    <a:pt x="2237" y="2332"/>
                    <a:pt x="2489" y="2111"/>
                    <a:pt x="2489" y="1891"/>
                  </a:cubicBezTo>
                  <a:cubicBezTo>
                    <a:pt x="2489" y="1324"/>
                    <a:pt x="2143" y="914"/>
                    <a:pt x="1639" y="693"/>
                  </a:cubicBezTo>
                  <a:lnTo>
                    <a:pt x="1639" y="441"/>
                  </a:lnTo>
                  <a:cubicBezTo>
                    <a:pt x="1639" y="189"/>
                    <a:pt x="1450" y="0"/>
                    <a:pt x="1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904" name="Google Shape;9904;p63"/>
          <p:cNvSpPr/>
          <p:nvPr/>
        </p:nvSpPr>
        <p:spPr>
          <a:xfrm>
            <a:off x="2175712" y="2733502"/>
            <a:ext cx="369016" cy="364563"/>
          </a:xfrm>
          <a:custGeom>
            <a:rect l="l" t="t" r="r" b="b"/>
            <a:pathLst>
              <a:path w="12761" h="12607" extrusionOk="0">
                <a:moveTo>
                  <a:pt x="1860" y="2084"/>
                </a:moveTo>
                <a:lnTo>
                  <a:pt x="7373" y="2997"/>
                </a:lnTo>
                <a:lnTo>
                  <a:pt x="5861" y="4509"/>
                </a:lnTo>
                <a:lnTo>
                  <a:pt x="1261" y="2682"/>
                </a:lnTo>
                <a:lnTo>
                  <a:pt x="1860" y="2084"/>
                </a:lnTo>
                <a:close/>
                <a:moveTo>
                  <a:pt x="11229" y="836"/>
                </a:moveTo>
                <a:cubicBezTo>
                  <a:pt x="11412" y="836"/>
                  <a:pt x="11578" y="881"/>
                  <a:pt x="11689" y="981"/>
                </a:cubicBezTo>
                <a:cubicBezTo>
                  <a:pt x="11847" y="1107"/>
                  <a:pt x="11878" y="1359"/>
                  <a:pt x="11847" y="1611"/>
                </a:cubicBezTo>
                <a:cubicBezTo>
                  <a:pt x="11815" y="1894"/>
                  <a:pt x="11658" y="2210"/>
                  <a:pt x="11500" y="2367"/>
                </a:cubicBezTo>
                <a:lnTo>
                  <a:pt x="7405" y="6463"/>
                </a:lnTo>
                <a:lnTo>
                  <a:pt x="5168" y="8700"/>
                </a:lnTo>
                <a:cubicBezTo>
                  <a:pt x="5073" y="8794"/>
                  <a:pt x="5010" y="8952"/>
                  <a:pt x="5042" y="9078"/>
                </a:cubicBezTo>
                <a:lnTo>
                  <a:pt x="5262" y="10306"/>
                </a:lnTo>
                <a:lnTo>
                  <a:pt x="4223" y="11377"/>
                </a:lnTo>
                <a:lnTo>
                  <a:pt x="3782" y="9204"/>
                </a:lnTo>
                <a:cubicBezTo>
                  <a:pt x="3750" y="9046"/>
                  <a:pt x="3624" y="8952"/>
                  <a:pt x="3466" y="8889"/>
                </a:cubicBezTo>
                <a:lnTo>
                  <a:pt x="1293" y="8479"/>
                </a:lnTo>
                <a:lnTo>
                  <a:pt x="2364" y="7408"/>
                </a:lnTo>
                <a:lnTo>
                  <a:pt x="3624" y="7628"/>
                </a:lnTo>
                <a:cubicBezTo>
                  <a:pt x="3659" y="7646"/>
                  <a:pt x="3697" y="7654"/>
                  <a:pt x="3734" y="7654"/>
                </a:cubicBezTo>
                <a:cubicBezTo>
                  <a:pt x="3831" y="7654"/>
                  <a:pt x="3925" y="7602"/>
                  <a:pt x="3971" y="7534"/>
                </a:cubicBezTo>
                <a:lnTo>
                  <a:pt x="6207" y="5266"/>
                </a:lnTo>
                <a:lnTo>
                  <a:pt x="10272" y="1233"/>
                </a:lnTo>
                <a:cubicBezTo>
                  <a:pt x="10496" y="988"/>
                  <a:pt x="10892" y="836"/>
                  <a:pt x="11229" y="836"/>
                </a:cubicBezTo>
                <a:close/>
                <a:moveTo>
                  <a:pt x="9641" y="5360"/>
                </a:moveTo>
                <a:lnTo>
                  <a:pt x="10587" y="10873"/>
                </a:lnTo>
                <a:lnTo>
                  <a:pt x="9988" y="11472"/>
                </a:lnTo>
                <a:lnTo>
                  <a:pt x="8161" y="6872"/>
                </a:lnTo>
                <a:lnTo>
                  <a:pt x="9641" y="5360"/>
                </a:lnTo>
                <a:close/>
                <a:moveTo>
                  <a:pt x="11241" y="1"/>
                </a:moveTo>
                <a:cubicBezTo>
                  <a:pt x="10688" y="1"/>
                  <a:pt x="10104" y="248"/>
                  <a:pt x="9736" y="634"/>
                </a:cubicBezTo>
                <a:lnTo>
                  <a:pt x="8066" y="2304"/>
                </a:lnTo>
                <a:lnTo>
                  <a:pt x="1765" y="1233"/>
                </a:lnTo>
                <a:cubicBezTo>
                  <a:pt x="1742" y="1227"/>
                  <a:pt x="1718" y="1225"/>
                  <a:pt x="1693" y="1225"/>
                </a:cubicBezTo>
                <a:cubicBezTo>
                  <a:pt x="1585" y="1225"/>
                  <a:pt x="1470" y="1276"/>
                  <a:pt x="1419" y="1327"/>
                </a:cubicBezTo>
                <a:lnTo>
                  <a:pt x="221" y="2525"/>
                </a:lnTo>
                <a:cubicBezTo>
                  <a:pt x="158" y="2588"/>
                  <a:pt x="64" y="2745"/>
                  <a:pt x="127" y="2903"/>
                </a:cubicBezTo>
                <a:cubicBezTo>
                  <a:pt x="158" y="3029"/>
                  <a:pt x="221" y="3155"/>
                  <a:pt x="348" y="3218"/>
                </a:cubicBezTo>
                <a:lnTo>
                  <a:pt x="5199" y="5171"/>
                </a:lnTo>
                <a:lnTo>
                  <a:pt x="3561" y="6809"/>
                </a:lnTo>
                <a:lnTo>
                  <a:pt x="2301" y="6589"/>
                </a:lnTo>
                <a:cubicBezTo>
                  <a:pt x="2267" y="6572"/>
                  <a:pt x="2231" y="6564"/>
                  <a:pt x="2195" y="6564"/>
                </a:cubicBezTo>
                <a:cubicBezTo>
                  <a:pt x="2095" y="6564"/>
                  <a:pt x="1992" y="6622"/>
                  <a:pt x="1923" y="6715"/>
                </a:cubicBezTo>
                <a:lnTo>
                  <a:pt x="158" y="8479"/>
                </a:lnTo>
                <a:cubicBezTo>
                  <a:pt x="32" y="8605"/>
                  <a:pt x="1" y="8731"/>
                  <a:pt x="32" y="8857"/>
                </a:cubicBezTo>
                <a:cubicBezTo>
                  <a:pt x="95" y="9015"/>
                  <a:pt x="190" y="9109"/>
                  <a:pt x="348" y="9141"/>
                </a:cubicBezTo>
                <a:lnTo>
                  <a:pt x="2994" y="9645"/>
                </a:lnTo>
                <a:lnTo>
                  <a:pt x="3498" y="12291"/>
                </a:lnTo>
                <a:cubicBezTo>
                  <a:pt x="3561" y="12449"/>
                  <a:pt x="3656" y="12575"/>
                  <a:pt x="3782" y="12606"/>
                </a:cubicBezTo>
                <a:lnTo>
                  <a:pt x="3908" y="12606"/>
                </a:lnTo>
                <a:cubicBezTo>
                  <a:pt x="4034" y="12606"/>
                  <a:pt x="4097" y="12575"/>
                  <a:pt x="4191" y="12480"/>
                </a:cubicBezTo>
                <a:lnTo>
                  <a:pt x="5955" y="10716"/>
                </a:lnTo>
                <a:cubicBezTo>
                  <a:pt x="6018" y="10653"/>
                  <a:pt x="6113" y="10464"/>
                  <a:pt x="6081" y="10369"/>
                </a:cubicBezTo>
                <a:lnTo>
                  <a:pt x="5829" y="9109"/>
                </a:lnTo>
                <a:lnTo>
                  <a:pt x="7499" y="7439"/>
                </a:lnTo>
                <a:lnTo>
                  <a:pt x="9421" y="12291"/>
                </a:lnTo>
                <a:cubicBezTo>
                  <a:pt x="9452" y="12417"/>
                  <a:pt x="9578" y="12543"/>
                  <a:pt x="9736" y="12543"/>
                </a:cubicBezTo>
                <a:lnTo>
                  <a:pt x="9799" y="12543"/>
                </a:lnTo>
                <a:cubicBezTo>
                  <a:pt x="9925" y="12543"/>
                  <a:pt x="9988" y="12480"/>
                  <a:pt x="10083" y="12417"/>
                </a:cubicBezTo>
                <a:lnTo>
                  <a:pt x="11248" y="11220"/>
                </a:lnTo>
                <a:cubicBezTo>
                  <a:pt x="11343" y="11157"/>
                  <a:pt x="11374" y="10999"/>
                  <a:pt x="11374" y="10873"/>
                </a:cubicBezTo>
                <a:lnTo>
                  <a:pt x="10303" y="4572"/>
                </a:lnTo>
                <a:lnTo>
                  <a:pt x="11973" y="2903"/>
                </a:lnTo>
                <a:cubicBezTo>
                  <a:pt x="12288" y="2588"/>
                  <a:pt x="12477" y="2178"/>
                  <a:pt x="12571" y="1705"/>
                </a:cubicBezTo>
                <a:cubicBezTo>
                  <a:pt x="12760" y="1201"/>
                  <a:pt x="12603" y="729"/>
                  <a:pt x="12288" y="414"/>
                </a:cubicBezTo>
                <a:cubicBezTo>
                  <a:pt x="12013" y="126"/>
                  <a:pt x="11635" y="1"/>
                  <a:pt x="112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9905" name="Google Shape;9905;p63"/>
          <p:cNvGrpSpPr/>
          <p:nvPr/>
        </p:nvGrpSpPr>
        <p:grpSpPr>
          <a:xfrm>
            <a:off x="2183172" y="3171846"/>
            <a:ext cx="366269" cy="359907"/>
            <a:chOff x="-60988625" y="2310475"/>
            <a:chExt cx="316650" cy="311150"/>
          </a:xfrm>
        </p:grpSpPr>
        <p:sp>
          <p:nvSpPr>
            <p:cNvPr id="9906" name="Google Shape;9906;p63"/>
            <p:cNvSpPr/>
            <p:nvPr/>
          </p:nvSpPr>
          <p:spPr>
            <a:xfrm>
              <a:off x="-60988625" y="2310475"/>
              <a:ext cx="311125" cy="311150"/>
            </a:xfrm>
            <a:custGeom>
              <a:rect l="l" t="t" r="r" b="b"/>
              <a:pathLst>
                <a:path w="12445" h="12446" extrusionOk="0">
                  <a:moveTo>
                    <a:pt x="7877" y="883"/>
                  </a:moveTo>
                  <a:cubicBezTo>
                    <a:pt x="8097" y="883"/>
                    <a:pt x="8318" y="1072"/>
                    <a:pt x="8318" y="1324"/>
                  </a:cubicBezTo>
                  <a:lnTo>
                    <a:pt x="8318" y="10398"/>
                  </a:lnTo>
                  <a:cubicBezTo>
                    <a:pt x="8318" y="10870"/>
                    <a:pt x="8444" y="11311"/>
                    <a:pt x="8727" y="11626"/>
                  </a:cubicBezTo>
                  <a:lnTo>
                    <a:pt x="2111" y="11626"/>
                  </a:lnTo>
                  <a:cubicBezTo>
                    <a:pt x="1450" y="11626"/>
                    <a:pt x="851" y="11091"/>
                    <a:pt x="851" y="10398"/>
                  </a:cubicBezTo>
                  <a:lnTo>
                    <a:pt x="851" y="1324"/>
                  </a:lnTo>
                  <a:lnTo>
                    <a:pt x="820" y="1324"/>
                  </a:lnTo>
                  <a:cubicBezTo>
                    <a:pt x="820" y="1072"/>
                    <a:pt x="1009" y="883"/>
                    <a:pt x="1261" y="883"/>
                  </a:cubicBezTo>
                  <a:close/>
                  <a:moveTo>
                    <a:pt x="11500" y="10807"/>
                  </a:moveTo>
                  <a:cubicBezTo>
                    <a:pt x="11342" y="11280"/>
                    <a:pt x="10870" y="11626"/>
                    <a:pt x="10303" y="11626"/>
                  </a:cubicBezTo>
                  <a:cubicBezTo>
                    <a:pt x="9767" y="11626"/>
                    <a:pt x="9326" y="11280"/>
                    <a:pt x="9137" y="10807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30"/>
                  </a:cubicBezTo>
                  <a:lnTo>
                    <a:pt x="32" y="10334"/>
                  </a:lnTo>
                  <a:cubicBezTo>
                    <a:pt x="0" y="11563"/>
                    <a:pt x="946" y="12445"/>
                    <a:pt x="2080" y="12445"/>
                  </a:cubicBezTo>
                  <a:lnTo>
                    <a:pt x="10334" y="12445"/>
                  </a:lnTo>
                  <a:cubicBezTo>
                    <a:pt x="11500" y="12445"/>
                    <a:pt x="12445" y="11500"/>
                    <a:pt x="12445" y="10366"/>
                  </a:cubicBezTo>
                  <a:cubicBezTo>
                    <a:pt x="12445" y="10145"/>
                    <a:pt x="12224" y="9925"/>
                    <a:pt x="12004" y="9925"/>
                  </a:cubicBezTo>
                  <a:lnTo>
                    <a:pt x="9074" y="9925"/>
                  </a:lnTo>
                  <a:lnTo>
                    <a:pt x="9074" y="1230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07" name="Google Shape;9907;p63"/>
            <p:cNvSpPr/>
            <p:nvPr/>
          </p:nvSpPr>
          <p:spPr>
            <a:xfrm>
              <a:off x="-60947672" y="2353025"/>
              <a:ext cx="145725" cy="20500"/>
            </a:xfrm>
            <a:custGeom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441"/>
                  </a:cubicBez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08" name="Google Shape;9908;p63"/>
            <p:cNvSpPr/>
            <p:nvPr/>
          </p:nvSpPr>
          <p:spPr>
            <a:xfrm>
              <a:off x="-60947672" y="2415250"/>
              <a:ext cx="145725" cy="20500"/>
            </a:xfrm>
            <a:custGeom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378"/>
                  </a:cubicBezTo>
                  <a:cubicBezTo>
                    <a:pt x="5829" y="158"/>
                    <a:pt x="5640" y="0"/>
                    <a:pt x="5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09" name="Google Shape;9909;p63"/>
            <p:cNvSpPr/>
            <p:nvPr/>
          </p:nvSpPr>
          <p:spPr>
            <a:xfrm>
              <a:off x="-60947672" y="2475875"/>
              <a:ext cx="145725" cy="22100"/>
            </a:xfrm>
            <a:custGeom>
              <a:rect l="l" t="t" r="r" b="b"/>
              <a:pathLst>
                <a:path w="5829" h="884" extrusionOk="0">
                  <a:moveTo>
                    <a:pt x="442" y="1"/>
                  </a:moveTo>
                  <a:cubicBezTo>
                    <a:pt x="190" y="1"/>
                    <a:pt x="1" y="221"/>
                    <a:pt x="1" y="442"/>
                  </a:cubicBezTo>
                  <a:cubicBezTo>
                    <a:pt x="1" y="694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94"/>
                    <a:pt x="5829" y="442"/>
                  </a:cubicBezTo>
                  <a:cubicBezTo>
                    <a:pt x="5829" y="221"/>
                    <a:pt x="5640" y="1"/>
                    <a:pt x="5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10" name="Google Shape;9910;p63"/>
            <p:cNvSpPr/>
            <p:nvPr/>
          </p:nvSpPr>
          <p:spPr>
            <a:xfrm>
              <a:off x="-60947672" y="2538100"/>
              <a:ext cx="145725" cy="22075"/>
            </a:xfrm>
            <a:custGeom>
              <a:rect l="l" t="t" r="r" b="b"/>
              <a:pathLst>
                <a:path w="5829" h="883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2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62"/>
                    <a:pt x="5829" y="442"/>
                  </a:cubicBez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11" name="Google Shape;9911;p63"/>
            <p:cNvSpPr/>
            <p:nvPr/>
          </p:nvSpPr>
          <p:spPr>
            <a:xfrm>
              <a:off x="-60740522" y="2312050"/>
              <a:ext cx="68550" cy="233950"/>
            </a:xfrm>
            <a:custGeom>
              <a:rect l="l" t="t" r="r" b="b"/>
              <a:pathLst>
                <a:path w="2742" h="9358" extrusionOk="0">
                  <a:moveTo>
                    <a:pt x="1796" y="789"/>
                  </a:moveTo>
                  <a:cubicBezTo>
                    <a:pt x="1891" y="789"/>
                    <a:pt x="1922" y="852"/>
                    <a:pt x="1922" y="946"/>
                  </a:cubicBezTo>
                  <a:lnTo>
                    <a:pt x="1922" y="1639"/>
                  </a:lnTo>
                  <a:lnTo>
                    <a:pt x="820" y="1639"/>
                  </a:lnTo>
                  <a:lnTo>
                    <a:pt x="820" y="946"/>
                  </a:lnTo>
                  <a:cubicBezTo>
                    <a:pt x="820" y="852"/>
                    <a:pt x="883" y="789"/>
                    <a:pt x="977" y="789"/>
                  </a:cubicBezTo>
                  <a:close/>
                  <a:moveTo>
                    <a:pt x="1922" y="2458"/>
                  </a:moveTo>
                  <a:lnTo>
                    <a:pt x="1922" y="6617"/>
                  </a:lnTo>
                  <a:lnTo>
                    <a:pt x="820" y="6617"/>
                  </a:lnTo>
                  <a:lnTo>
                    <a:pt x="820" y="2458"/>
                  </a:lnTo>
                  <a:close/>
                  <a:moveTo>
                    <a:pt x="1639" y="7436"/>
                  </a:moveTo>
                  <a:lnTo>
                    <a:pt x="1355" y="8035"/>
                  </a:lnTo>
                  <a:lnTo>
                    <a:pt x="1040" y="7436"/>
                  </a:lnTo>
                  <a:close/>
                  <a:moveTo>
                    <a:pt x="977" y="1"/>
                  </a:moveTo>
                  <a:cubicBezTo>
                    <a:pt x="410" y="1"/>
                    <a:pt x="1" y="410"/>
                    <a:pt x="1" y="946"/>
                  </a:cubicBezTo>
                  <a:lnTo>
                    <a:pt x="1" y="6995"/>
                  </a:lnTo>
                  <a:cubicBezTo>
                    <a:pt x="1" y="7090"/>
                    <a:pt x="1" y="7121"/>
                    <a:pt x="32" y="7184"/>
                  </a:cubicBezTo>
                  <a:lnTo>
                    <a:pt x="1009" y="9137"/>
                  </a:lnTo>
                  <a:cubicBezTo>
                    <a:pt x="1103" y="9295"/>
                    <a:pt x="1198" y="9358"/>
                    <a:pt x="1355" y="9358"/>
                  </a:cubicBezTo>
                  <a:cubicBezTo>
                    <a:pt x="1513" y="9358"/>
                    <a:pt x="1670" y="9295"/>
                    <a:pt x="1733" y="9137"/>
                  </a:cubicBezTo>
                  <a:lnTo>
                    <a:pt x="2678" y="7184"/>
                  </a:lnTo>
                  <a:cubicBezTo>
                    <a:pt x="2710" y="7153"/>
                    <a:pt x="2710" y="7090"/>
                    <a:pt x="2710" y="6995"/>
                  </a:cubicBezTo>
                  <a:lnTo>
                    <a:pt x="2710" y="946"/>
                  </a:lnTo>
                  <a:cubicBezTo>
                    <a:pt x="2741" y="410"/>
                    <a:pt x="2300" y="1"/>
                    <a:pt x="17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12" name="Google Shape;9912;p63"/>
          <p:cNvGrpSpPr/>
          <p:nvPr/>
        </p:nvGrpSpPr>
        <p:grpSpPr>
          <a:xfrm>
            <a:off x="2183634" y="3610009"/>
            <a:ext cx="365344" cy="368785"/>
            <a:chOff x="-60987050" y="2671400"/>
            <a:chExt cx="315850" cy="318825"/>
          </a:xfrm>
        </p:grpSpPr>
        <p:sp>
          <p:nvSpPr>
            <p:cNvPr id="9913" name="Google Shape;9913;p63"/>
            <p:cNvSpPr/>
            <p:nvPr/>
          </p:nvSpPr>
          <p:spPr>
            <a:xfrm>
              <a:off x="-60987050" y="2671400"/>
              <a:ext cx="315850" cy="318825"/>
            </a:xfrm>
            <a:custGeom>
              <a:rect l="l" t="t" r="r" b="b"/>
              <a:pathLst>
                <a:path w="12634" h="12752" extrusionOk="0">
                  <a:moveTo>
                    <a:pt x="6270" y="844"/>
                  </a:moveTo>
                  <a:lnTo>
                    <a:pt x="11783" y="3175"/>
                  </a:lnTo>
                  <a:lnTo>
                    <a:pt x="11783" y="4152"/>
                  </a:lnTo>
                  <a:lnTo>
                    <a:pt x="757" y="4152"/>
                  </a:lnTo>
                  <a:lnTo>
                    <a:pt x="757" y="3175"/>
                  </a:lnTo>
                  <a:lnTo>
                    <a:pt x="6270" y="844"/>
                  </a:lnTo>
                  <a:close/>
                  <a:moveTo>
                    <a:pt x="2552" y="5002"/>
                  </a:moveTo>
                  <a:lnTo>
                    <a:pt x="2552" y="10232"/>
                  </a:lnTo>
                  <a:lnTo>
                    <a:pt x="1733" y="10232"/>
                  </a:lnTo>
                  <a:lnTo>
                    <a:pt x="1733" y="5002"/>
                  </a:lnTo>
                  <a:close/>
                  <a:moveTo>
                    <a:pt x="5041" y="5002"/>
                  </a:moveTo>
                  <a:lnTo>
                    <a:pt x="5041" y="10232"/>
                  </a:lnTo>
                  <a:lnTo>
                    <a:pt x="3403" y="10232"/>
                  </a:lnTo>
                  <a:lnTo>
                    <a:pt x="3403" y="5002"/>
                  </a:lnTo>
                  <a:close/>
                  <a:moveTo>
                    <a:pt x="6711" y="5002"/>
                  </a:moveTo>
                  <a:lnTo>
                    <a:pt x="6711" y="10232"/>
                  </a:lnTo>
                  <a:lnTo>
                    <a:pt x="5860" y="10232"/>
                  </a:lnTo>
                  <a:lnTo>
                    <a:pt x="5860" y="5002"/>
                  </a:lnTo>
                  <a:close/>
                  <a:moveTo>
                    <a:pt x="9168" y="5002"/>
                  </a:moveTo>
                  <a:lnTo>
                    <a:pt x="9168" y="10232"/>
                  </a:lnTo>
                  <a:lnTo>
                    <a:pt x="7530" y="10232"/>
                  </a:lnTo>
                  <a:lnTo>
                    <a:pt x="7530" y="5002"/>
                  </a:lnTo>
                  <a:close/>
                  <a:moveTo>
                    <a:pt x="10838" y="5002"/>
                  </a:moveTo>
                  <a:lnTo>
                    <a:pt x="10838" y="10232"/>
                  </a:lnTo>
                  <a:lnTo>
                    <a:pt x="10019" y="10232"/>
                  </a:lnTo>
                  <a:lnTo>
                    <a:pt x="10019" y="5002"/>
                  </a:lnTo>
                  <a:close/>
                  <a:moveTo>
                    <a:pt x="11374" y="11020"/>
                  </a:moveTo>
                  <a:cubicBezTo>
                    <a:pt x="11594" y="11051"/>
                    <a:pt x="11783" y="11209"/>
                    <a:pt x="11783" y="11461"/>
                  </a:cubicBezTo>
                  <a:lnTo>
                    <a:pt x="11783" y="11870"/>
                  </a:lnTo>
                  <a:lnTo>
                    <a:pt x="757" y="11870"/>
                  </a:lnTo>
                  <a:lnTo>
                    <a:pt x="757" y="11461"/>
                  </a:lnTo>
                  <a:cubicBezTo>
                    <a:pt x="757" y="11209"/>
                    <a:pt x="946" y="11020"/>
                    <a:pt x="1198" y="11020"/>
                  </a:cubicBezTo>
                  <a:close/>
                  <a:moveTo>
                    <a:pt x="6290" y="1"/>
                  </a:moveTo>
                  <a:cubicBezTo>
                    <a:pt x="6238" y="1"/>
                    <a:pt x="6191" y="9"/>
                    <a:pt x="6144" y="25"/>
                  </a:cubicBezTo>
                  <a:lnTo>
                    <a:pt x="252" y="2514"/>
                  </a:lnTo>
                  <a:cubicBezTo>
                    <a:pt x="95" y="2577"/>
                    <a:pt x="0" y="2703"/>
                    <a:pt x="0" y="2892"/>
                  </a:cubicBezTo>
                  <a:lnTo>
                    <a:pt x="0" y="4561"/>
                  </a:lnTo>
                  <a:cubicBezTo>
                    <a:pt x="0" y="4782"/>
                    <a:pt x="189" y="5002"/>
                    <a:pt x="410" y="5002"/>
                  </a:cubicBezTo>
                  <a:lnTo>
                    <a:pt x="946" y="5002"/>
                  </a:lnTo>
                  <a:lnTo>
                    <a:pt x="946" y="10264"/>
                  </a:lnTo>
                  <a:cubicBezTo>
                    <a:pt x="410" y="10390"/>
                    <a:pt x="0" y="10894"/>
                    <a:pt x="0" y="11492"/>
                  </a:cubicBezTo>
                  <a:lnTo>
                    <a:pt x="0" y="12311"/>
                  </a:lnTo>
                  <a:cubicBezTo>
                    <a:pt x="0" y="12532"/>
                    <a:pt x="189" y="12753"/>
                    <a:pt x="410" y="12753"/>
                  </a:cubicBezTo>
                  <a:lnTo>
                    <a:pt x="12256" y="12753"/>
                  </a:lnTo>
                  <a:cubicBezTo>
                    <a:pt x="12476" y="12753"/>
                    <a:pt x="12634" y="12532"/>
                    <a:pt x="12634" y="12311"/>
                  </a:cubicBezTo>
                  <a:lnTo>
                    <a:pt x="12634" y="11492"/>
                  </a:lnTo>
                  <a:cubicBezTo>
                    <a:pt x="12634" y="10894"/>
                    <a:pt x="12256" y="10390"/>
                    <a:pt x="11689" y="10264"/>
                  </a:cubicBezTo>
                  <a:lnTo>
                    <a:pt x="11689" y="5002"/>
                  </a:lnTo>
                  <a:lnTo>
                    <a:pt x="12256" y="5002"/>
                  </a:lnTo>
                  <a:cubicBezTo>
                    <a:pt x="12476" y="5002"/>
                    <a:pt x="12634" y="4782"/>
                    <a:pt x="12634" y="4561"/>
                  </a:cubicBezTo>
                  <a:lnTo>
                    <a:pt x="12634" y="2892"/>
                  </a:lnTo>
                  <a:cubicBezTo>
                    <a:pt x="12602" y="2734"/>
                    <a:pt x="12539" y="2577"/>
                    <a:pt x="12382" y="2514"/>
                  </a:cubicBezTo>
                  <a:lnTo>
                    <a:pt x="6459" y="25"/>
                  </a:lnTo>
                  <a:cubicBezTo>
                    <a:pt x="6396" y="9"/>
                    <a:pt x="6341" y="1"/>
                    <a:pt x="6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14" name="Google Shape;9914;p63"/>
            <p:cNvSpPr/>
            <p:nvPr/>
          </p:nvSpPr>
          <p:spPr>
            <a:xfrm>
              <a:off x="-60839778" y="2731075"/>
              <a:ext cx="19725" cy="19725"/>
            </a:xfrm>
            <a:custGeom>
              <a:rect l="l" t="t" r="r" b="b"/>
              <a:pathLst>
                <a:path w="789" h="789" extrusionOk="0">
                  <a:moveTo>
                    <a:pt x="379" y="0"/>
                  </a:moveTo>
                  <a:cubicBezTo>
                    <a:pt x="158" y="0"/>
                    <a:pt x="1" y="190"/>
                    <a:pt x="1" y="379"/>
                  </a:cubicBezTo>
                  <a:cubicBezTo>
                    <a:pt x="1" y="599"/>
                    <a:pt x="158" y="788"/>
                    <a:pt x="379" y="788"/>
                  </a:cubicBezTo>
                  <a:cubicBezTo>
                    <a:pt x="599" y="788"/>
                    <a:pt x="789" y="599"/>
                    <a:pt x="789" y="379"/>
                  </a:cubicBezTo>
                  <a:cubicBezTo>
                    <a:pt x="789" y="190"/>
                    <a:pt x="599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15" name="Google Shape;9915;p63"/>
          <p:cNvGrpSpPr/>
          <p:nvPr/>
        </p:nvGrpSpPr>
        <p:grpSpPr>
          <a:xfrm>
            <a:off x="3952500" y="3172771"/>
            <a:ext cx="368987" cy="358056"/>
            <a:chOff x="-59481901" y="2290800"/>
            <a:chExt cx="319000" cy="309550"/>
          </a:xfrm>
        </p:grpSpPr>
        <p:sp>
          <p:nvSpPr>
            <p:cNvPr id="9916" name="Google Shape;9916;p63"/>
            <p:cNvSpPr/>
            <p:nvPr/>
          </p:nvSpPr>
          <p:spPr>
            <a:xfrm>
              <a:off x="-59481901" y="2290800"/>
              <a:ext cx="319000" cy="309550"/>
            </a:xfrm>
            <a:custGeom>
              <a:rect l="l" t="t" r="r" b="b"/>
              <a:pathLst>
                <a:path w="12759" h="12382" extrusionOk="0">
                  <a:moveTo>
                    <a:pt x="6427" y="851"/>
                  </a:moveTo>
                  <a:cubicBezTo>
                    <a:pt x="6900" y="851"/>
                    <a:pt x="7247" y="1197"/>
                    <a:pt x="7247" y="1670"/>
                  </a:cubicBezTo>
                  <a:lnTo>
                    <a:pt x="7247" y="4159"/>
                  </a:lnTo>
                  <a:lnTo>
                    <a:pt x="5608" y="4159"/>
                  </a:lnTo>
                  <a:lnTo>
                    <a:pt x="5608" y="1670"/>
                  </a:lnTo>
                  <a:cubicBezTo>
                    <a:pt x="5608" y="1197"/>
                    <a:pt x="5955" y="851"/>
                    <a:pt x="6427" y="851"/>
                  </a:cubicBezTo>
                  <a:close/>
                  <a:moveTo>
                    <a:pt x="11594" y="3308"/>
                  </a:moveTo>
                  <a:cubicBezTo>
                    <a:pt x="11846" y="3308"/>
                    <a:pt x="12004" y="3529"/>
                    <a:pt x="12004" y="3749"/>
                  </a:cubicBezTo>
                  <a:lnTo>
                    <a:pt x="12004" y="11185"/>
                  </a:lnTo>
                  <a:lnTo>
                    <a:pt x="11941" y="11185"/>
                  </a:lnTo>
                  <a:cubicBezTo>
                    <a:pt x="11941" y="11437"/>
                    <a:pt x="11752" y="11594"/>
                    <a:pt x="11563" y="11594"/>
                  </a:cubicBezTo>
                  <a:lnTo>
                    <a:pt x="1355" y="11594"/>
                  </a:lnTo>
                  <a:cubicBezTo>
                    <a:pt x="1103" y="11594"/>
                    <a:pt x="914" y="11405"/>
                    <a:pt x="914" y="11185"/>
                  </a:cubicBezTo>
                  <a:lnTo>
                    <a:pt x="914" y="3749"/>
                  </a:lnTo>
                  <a:cubicBezTo>
                    <a:pt x="914" y="3529"/>
                    <a:pt x="1103" y="3308"/>
                    <a:pt x="1355" y="3308"/>
                  </a:cubicBezTo>
                  <a:lnTo>
                    <a:pt x="4821" y="3308"/>
                  </a:lnTo>
                  <a:lnTo>
                    <a:pt x="4821" y="4568"/>
                  </a:lnTo>
                  <a:cubicBezTo>
                    <a:pt x="4821" y="4821"/>
                    <a:pt x="5010" y="5010"/>
                    <a:pt x="5199" y="5010"/>
                  </a:cubicBezTo>
                  <a:lnTo>
                    <a:pt x="7688" y="5010"/>
                  </a:lnTo>
                  <a:cubicBezTo>
                    <a:pt x="7940" y="5010"/>
                    <a:pt x="8129" y="4821"/>
                    <a:pt x="8129" y="4568"/>
                  </a:cubicBezTo>
                  <a:lnTo>
                    <a:pt x="8129" y="3308"/>
                  </a:lnTo>
                  <a:close/>
                  <a:moveTo>
                    <a:pt x="6396" y="0"/>
                  </a:moveTo>
                  <a:cubicBezTo>
                    <a:pt x="5482" y="0"/>
                    <a:pt x="4726" y="756"/>
                    <a:pt x="4726" y="1670"/>
                  </a:cubicBezTo>
                  <a:lnTo>
                    <a:pt x="4726" y="2489"/>
                  </a:lnTo>
                  <a:lnTo>
                    <a:pt x="1261" y="2489"/>
                  </a:lnTo>
                  <a:cubicBezTo>
                    <a:pt x="599" y="2489"/>
                    <a:pt x="0" y="3056"/>
                    <a:pt x="0" y="3718"/>
                  </a:cubicBezTo>
                  <a:lnTo>
                    <a:pt x="0" y="11153"/>
                  </a:lnTo>
                  <a:cubicBezTo>
                    <a:pt x="0" y="11815"/>
                    <a:pt x="568" y="12382"/>
                    <a:pt x="1261" y="12382"/>
                  </a:cubicBezTo>
                  <a:lnTo>
                    <a:pt x="11468" y="12382"/>
                  </a:lnTo>
                  <a:cubicBezTo>
                    <a:pt x="12130" y="12382"/>
                    <a:pt x="12697" y="11815"/>
                    <a:pt x="12697" y="11153"/>
                  </a:cubicBezTo>
                  <a:lnTo>
                    <a:pt x="12697" y="3749"/>
                  </a:lnTo>
                  <a:cubicBezTo>
                    <a:pt x="12760" y="3025"/>
                    <a:pt x="12193" y="2489"/>
                    <a:pt x="11500" y="2489"/>
                  </a:cubicBezTo>
                  <a:lnTo>
                    <a:pt x="8034" y="2489"/>
                  </a:lnTo>
                  <a:lnTo>
                    <a:pt x="8034" y="1670"/>
                  </a:lnTo>
                  <a:cubicBezTo>
                    <a:pt x="8034" y="756"/>
                    <a:pt x="7310" y="0"/>
                    <a:pt x="63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17" name="Google Shape;9917;p63"/>
            <p:cNvSpPr/>
            <p:nvPr/>
          </p:nvSpPr>
          <p:spPr>
            <a:xfrm>
              <a:off x="-59287352" y="2456200"/>
              <a:ext cx="83500" cy="21275"/>
            </a:xfrm>
            <a:custGeom>
              <a:rect l="l" t="t" r="r" b="b"/>
              <a:pathLst>
                <a:path w="3340" h="851" extrusionOk="0">
                  <a:moveTo>
                    <a:pt x="410" y="0"/>
                  </a:moveTo>
                  <a:cubicBezTo>
                    <a:pt x="189" y="0"/>
                    <a:pt x="0" y="221"/>
                    <a:pt x="0" y="441"/>
                  </a:cubicBezTo>
                  <a:cubicBezTo>
                    <a:pt x="0" y="693"/>
                    <a:pt x="189" y="851"/>
                    <a:pt x="410" y="851"/>
                  </a:cubicBezTo>
                  <a:lnTo>
                    <a:pt x="2899" y="851"/>
                  </a:lnTo>
                  <a:cubicBezTo>
                    <a:pt x="3151" y="851"/>
                    <a:pt x="3308" y="630"/>
                    <a:pt x="3308" y="441"/>
                  </a:cubicBezTo>
                  <a:cubicBezTo>
                    <a:pt x="3340" y="221"/>
                    <a:pt x="3151" y="0"/>
                    <a:pt x="28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18" name="Google Shape;9918;p63"/>
            <p:cNvSpPr/>
            <p:nvPr/>
          </p:nvSpPr>
          <p:spPr>
            <a:xfrm>
              <a:off x="-59287352" y="2497950"/>
              <a:ext cx="83500" cy="21275"/>
            </a:xfrm>
            <a:custGeom>
              <a:rect l="l" t="t" r="r" b="b"/>
              <a:pathLst>
                <a:path w="3340" h="851" extrusionOk="0">
                  <a:moveTo>
                    <a:pt x="410" y="0"/>
                  </a:moveTo>
                  <a:cubicBezTo>
                    <a:pt x="189" y="0"/>
                    <a:pt x="0" y="189"/>
                    <a:pt x="0" y="441"/>
                  </a:cubicBezTo>
                  <a:cubicBezTo>
                    <a:pt x="0" y="662"/>
                    <a:pt x="189" y="851"/>
                    <a:pt x="410" y="851"/>
                  </a:cubicBezTo>
                  <a:lnTo>
                    <a:pt x="2899" y="851"/>
                  </a:lnTo>
                  <a:cubicBezTo>
                    <a:pt x="3151" y="851"/>
                    <a:pt x="3308" y="662"/>
                    <a:pt x="3308" y="441"/>
                  </a:cubicBezTo>
                  <a:cubicBezTo>
                    <a:pt x="3340" y="189"/>
                    <a:pt x="3151" y="0"/>
                    <a:pt x="28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19" name="Google Shape;9919;p63"/>
            <p:cNvSpPr/>
            <p:nvPr/>
          </p:nvSpPr>
          <p:spPr>
            <a:xfrm>
              <a:off x="-59287352" y="2538900"/>
              <a:ext cx="82700" cy="22075"/>
            </a:xfrm>
            <a:custGeom>
              <a:rect l="l" t="t" r="r" b="b"/>
              <a:pathLst>
                <a:path w="3307" h="883" extrusionOk="0">
                  <a:moveTo>
                    <a:pt x="410" y="0"/>
                  </a:moveTo>
                  <a:cubicBezTo>
                    <a:pt x="189" y="0"/>
                    <a:pt x="0" y="221"/>
                    <a:pt x="0" y="441"/>
                  </a:cubicBezTo>
                  <a:cubicBezTo>
                    <a:pt x="0" y="662"/>
                    <a:pt x="189" y="882"/>
                    <a:pt x="410" y="882"/>
                  </a:cubicBezTo>
                  <a:lnTo>
                    <a:pt x="2899" y="882"/>
                  </a:lnTo>
                  <a:cubicBezTo>
                    <a:pt x="3151" y="882"/>
                    <a:pt x="3308" y="662"/>
                    <a:pt x="3308" y="441"/>
                  </a:cubicBezTo>
                  <a:cubicBezTo>
                    <a:pt x="3308" y="221"/>
                    <a:pt x="3151" y="0"/>
                    <a:pt x="28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20" name="Google Shape;9920;p63"/>
            <p:cNvSpPr/>
            <p:nvPr/>
          </p:nvSpPr>
          <p:spPr>
            <a:xfrm>
              <a:off x="-59439373" y="2425425"/>
              <a:ext cx="125250" cy="134750"/>
            </a:xfrm>
            <a:custGeom>
              <a:rect l="l" t="t" r="r" b="b"/>
              <a:pathLst>
                <a:path w="5010" h="5390" extrusionOk="0">
                  <a:moveTo>
                    <a:pt x="2518" y="855"/>
                  </a:moveTo>
                  <a:cubicBezTo>
                    <a:pt x="2722" y="855"/>
                    <a:pt x="2928" y="925"/>
                    <a:pt x="3088" y="1074"/>
                  </a:cubicBezTo>
                  <a:cubicBezTo>
                    <a:pt x="3277" y="1294"/>
                    <a:pt x="3340" y="1609"/>
                    <a:pt x="3277" y="1924"/>
                  </a:cubicBezTo>
                  <a:cubicBezTo>
                    <a:pt x="3183" y="2176"/>
                    <a:pt x="2994" y="2428"/>
                    <a:pt x="2710" y="2460"/>
                  </a:cubicBezTo>
                  <a:cubicBezTo>
                    <a:pt x="2626" y="2485"/>
                    <a:pt x="2546" y="2497"/>
                    <a:pt x="2469" y="2497"/>
                  </a:cubicBezTo>
                  <a:cubicBezTo>
                    <a:pt x="2260" y="2497"/>
                    <a:pt x="2076" y="2409"/>
                    <a:pt x="1891" y="2271"/>
                  </a:cubicBezTo>
                  <a:cubicBezTo>
                    <a:pt x="1702" y="2019"/>
                    <a:pt x="1607" y="1704"/>
                    <a:pt x="1702" y="1452"/>
                  </a:cubicBezTo>
                  <a:cubicBezTo>
                    <a:pt x="1802" y="1070"/>
                    <a:pt x="2158" y="855"/>
                    <a:pt x="2518" y="855"/>
                  </a:cubicBezTo>
                  <a:close/>
                  <a:moveTo>
                    <a:pt x="2521" y="3342"/>
                  </a:moveTo>
                  <a:cubicBezTo>
                    <a:pt x="3309" y="3342"/>
                    <a:pt x="3939" y="3846"/>
                    <a:pt x="4159" y="4539"/>
                  </a:cubicBezTo>
                  <a:lnTo>
                    <a:pt x="914" y="4539"/>
                  </a:lnTo>
                  <a:cubicBezTo>
                    <a:pt x="1103" y="3846"/>
                    <a:pt x="1733" y="3342"/>
                    <a:pt x="2521" y="3342"/>
                  </a:cubicBezTo>
                  <a:close/>
                  <a:moveTo>
                    <a:pt x="2473" y="0"/>
                  </a:moveTo>
                  <a:cubicBezTo>
                    <a:pt x="1781" y="0"/>
                    <a:pt x="1110" y="436"/>
                    <a:pt x="914" y="1200"/>
                  </a:cubicBezTo>
                  <a:cubicBezTo>
                    <a:pt x="757" y="1798"/>
                    <a:pt x="914" y="2334"/>
                    <a:pt x="1292" y="2775"/>
                  </a:cubicBezTo>
                  <a:cubicBezTo>
                    <a:pt x="568" y="3216"/>
                    <a:pt x="1" y="4004"/>
                    <a:pt x="1" y="4949"/>
                  </a:cubicBezTo>
                  <a:cubicBezTo>
                    <a:pt x="1" y="5169"/>
                    <a:pt x="190" y="5390"/>
                    <a:pt x="410" y="5390"/>
                  </a:cubicBezTo>
                  <a:lnTo>
                    <a:pt x="4537" y="5390"/>
                  </a:lnTo>
                  <a:cubicBezTo>
                    <a:pt x="4758" y="5390"/>
                    <a:pt x="4978" y="5169"/>
                    <a:pt x="4978" y="4949"/>
                  </a:cubicBezTo>
                  <a:cubicBezTo>
                    <a:pt x="5010" y="4035"/>
                    <a:pt x="4506" y="3216"/>
                    <a:pt x="3718" y="2807"/>
                  </a:cubicBezTo>
                  <a:cubicBezTo>
                    <a:pt x="3907" y="2618"/>
                    <a:pt x="4033" y="2397"/>
                    <a:pt x="4096" y="2113"/>
                  </a:cubicBezTo>
                  <a:cubicBezTo>
                    <a:pt x="4254" y="1515"/>
                    <a:pt x="4096" y="916"/>
                    <a:pt x="3655" y="507"/>
                  </a:cubicBezTo>
                  <a:cubicBezTo>
                    <a:pt x="3322" y="161"/>
                    <a:pt x="2894" y="0"/>
                    <a:pt x="2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21" name="Google Shape;9921;p63"/>
            <p:cNvSpPr/>
            <p:nvPr/>
          </p:nvSpPr>
          <p:spPr>
            <a:xfrm>
              <a:off x="-59327523" y="2325450"/>
              <a:ext cx="13400" cy="13425"/>
            </a:xfrm>
            <a:custGeom>
              <a:rect l="l" t="t" r="r" b="b"/>
              <a:pathLst>
                <a:path w="536" h="537" extrusionOk="0">
                  <a:moveTo>
                    <a:pt x="252" y="1"/>
                  </a:moveTo>
                  <a:cubicBezTo>
                    <a:pt x="95" y="1"/>
                    <a:pt x="0" y="127"/>
                    <a:pt x="0" y="284"/>
                  </a:cubicBezTo>
                  <a:cubicBezTo>
                    <a:pt x="0" y="442"/>
                    <a:pt x="95" y="536"/>
                    <a:pt x="252" y="536"/>
                  </a:cubicBezTo>
                  <a:cubicBezTo>
                    <a:pt x="410" y="536"/>
                    <a:pt x="536" y="442"/>
                    <a:pt x="536" y="284"/>
                  </a:cubicBezTo>
                  <a:cubicBezTo>
                    <a:pt x="536" y="127"/>
                    <a:pt x="410" y="1"/>
                    <a:pt x="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22" name="Google Shape;9922;p63"/>
          <p:cNvGrpSpPr/>
          <p:nvPr/>
        </p:nvGrpSpPr>
        <p:grpSpPr>
          <a:xfrm>
            <a:off x="1741805" y="1313544"/>
            <a:ext cx="368987" cy="366992"/>
            <a:chOff x="-64401402" y="1914475"/>
            <a:chExt cx="319000" cy="317275"/>
          </a:xfrm>
        </p:grpSpPr>
        <p:sp>
          <p:nvSpPr>
            <p:cNvPr id="9923" name="Google Shape;9923;p63"/>
            <p:cNvSpPr/>
            <p:nvPr/>
          </p:nvSpPr>
          <p:spPr>
            <a:xfrm>
              <a:off x="-64401402" y="1914475"/>
              <a:ext cx="319000" cy="317275"/>
            </a:xfrm>
            <a:custGeom>
              <a:rect l="l" t="t" r="r" b="b"/>
              <a:pathLst>
                <a:path w="12759" h="12691" extrusionOk="0">
                  <a:moveTo>
                    <a:pt x="4726" y="1317"/>
                  </a:moveTo>
                  <a:lnTo>
                    <a:pt x="4726" y="2703"/>
                  </a:lnTo>
                  <a:cubicBezTo>
                    <a:pt x="4663" y="2735"/>
                    <a:pt x="4600" y="2829"/>
                    <a:pt x="4569" y="2861"/>
                  </a:cubicBezTo>
                  <a:lnTo>
                    <a:pt x="4065" y="3554"/>
                  </a:lnTo>
                  <a:cubicBezTo>
                    <a:pt x="3970" y="3176"/>
                    <a:pt x="3907" y="2703"/>
                    <a:pt x="3907" y="2388"/>
                  </a:cubicBezTo>
                  <a:cubicBezTo>
                    <a:pt x="3876" y="1947"/>
                    <a:pt x="3970" y="1632"/>
                    <a:pt x="4222" y="1475"/>
                  </a:cubicBezTo>
                  <a:cubicBezTo>
                    <a:pt x="4348" y="1349"/>
                    <a:pt x="4537" y="1317"/>
                    <a:pt x="4726" y="1317"/>
                  </a:cubicBezTo>
                  <a:close/>
                  <a:moveTo>
                    <a:pt x="7046" y="813"/>
                  </a:moveTo>
                  <a:cubicBezTo>
                    <a:pt x="7507" y="813"/>
                    <a:pt x="7937" y="916"/>
                    <a:pt x="8286" y="1128"/>
                  </a:cubicBezTo>
                  <a:cubicBezTo>
                    <a:pt x="8759" y="1412"/>
                    <a:pt x="8979" y="1821"/>
                    <a:pt x="8948" y="2420"/>
                  </a:cubicBezTo>
                  <a:cubicBezTo>
                    <a:pt x="8948" y="2703"/>
                    <a:pt x="8853" y="3113"/>
                    <a:pt x="8790" y="3554"/>
                  </a:cubicBezTo>
                  <a:lnTo>
                    <a:pt x="8286" y="2861"/>
                  </a:lnTo>
                  <a:cubicBezTo>
                    <a:pt x="8066" y="2609"/>
                    <a:pt x="7814" y="2451"/>
                    <a:pt x="7499" y="2451"/>
                  </a:cubicBezTo>
                  <a:lnTo>
                    <a:pt x="5514" y="2451"/>
                  </a:lnTo>
                  <a:lnTo>
                    <a:pt x="5514" y="1160"/>
                  </a:lnTo>
                  <a:cubicBezTo>
                    <a:pt x="6020" y="931"/>
                    <a:pt x="6551" y="813"/>
                    <a:pt x="7046" y="813"/>
                  </a:cubicBezTo>
                  <a:close/>
                  <a:moveTo>
                    <a:pt x="7530" y="3334"/>
                  </a:moveTo>
                  <a:cubicBezTo>
                    <a:pt x="7562" y="3334"/>
                    <a:pt x="7593" y="3365"/>
                    <a:pt x="7656" y="3365"/>
                  </a:cubicBezTo>
                  <a:lnTo>
                    <a:pt x="8601" y="4657"/>
                  </a:lnTo>
                  <a:cubicBezTo>
                    <a:pt x="8444" y="5917"/>
                    <a:pt x="7688" y="7177"/>
                    <a:pt x="6427" y="7177"/>
                  </a:cubicBezTo>
                  <a:cubicBezTo>
                    <a:pt x="5167" y="7177"/>
                    <a:pt x="4411" y="5980"/>
                    <a:pt x="4254" y="4657"/>
                  </a:cubicBezTo>
                  <a:lnTo>
                    <a:pt x="5199" y="3365"/>
                  </a:lnTo>
                  <a:cubicBezTo>
                    <a:pt x="5230" y="3334"/>
                    <a:pt x="5293" y="3334"/>
                    <a:pt x="5325" y="3334"/>
                  </a:cubicBezTo>
                  <a:close/>
                  <a:moveTo>
                    <a:pt x="5199" y="7681"/>
                  </a:moveTo>
                  <a:cubicBezTo>
                    <a:pt x="5608" y="7902"/>
                    <a:pt x="5986" y="8028"/>
                    <a:pt x="6427" y="8028"/>
                  </a:cubicBezTo>
                  <a:cubicBezTo>
                    <a:pt x="6869" y="8028"/>
                    <a:pt x="7310" y="7902"/>
                    <a:pt x="7688" y="7713"/>
                  </a:cubicBezTo>
                  <a:lnTo>
                    <a:pt x="7688" y="7807"/>
                  </a:lnTo>
                  <a:cubicBezTo>
                    <a:pt x="7688" y="8028"/>
                    <a:pt x="7719" y="8185"/>
                    <a:pt x="7814" y="8343"/>
                  </a:cubicBezTo>
                  <a:lnTo>
                    <a:pt x="6427" y="9634"/>
                  </a:lnTo>
                  <a:lnTo>
                    <a:pt x="5073" y="8280"/>
                  </a:lnTo>
                  <a:cubicBezTo>
                    <a:pt x="5167" y="8122"/>
                    <a:pt x="5199" y="7965"/>
                    <a:pt x="5199" y="7776"/>
                  </a:cubicBezTo>
                  <a:lnTo>
                    <a:pt x="5199" y="7681"/>
                  </a:lnTo>
                  <a:close/>
                  <a:moveTo>
                    <a:pt x="4537" y="8878"/>
                  </a:moveTo>
                  <a:lnTo>
                    <a:pt x="5829" y="10170"/>
                  </a:lnTo>
                  <a:lnTo>
                    <a:pt x="5230" y="10769"/>
                  </a:lnTo>
                  <a:lnTo>
                    <a:pt x="4065" y="9036"/>
                  </a:lnTo>
                  <a:cubicBezTo>
                    <a:pt x="4222" y="9036"/>
                    <a:pt x="4380" y="9004"/>
                    <a:pt x="4537" y="8878"/>
                  </a:cubicBezTo>
                  <a:close/>
                  <a:moveTo>
                    <a:pt x="8318" y="8878"/>
                  </a:moveTo>
                  <a:cubicBezTo>
                    <a:pt x="8475" y="8973"/>
                    <a:pt x="8633" y="9036"/>
                    <a:pt x="8790" y="9036"/>
                  </a:cubicBezTo>
                  <a:lnTo>
                    <a:pt x="7593" y="10769"/>
                  </a:lnTo>
                  <a:lnTo>
                    <a:pt x="7026" y="10170"/>
                  </a:lnTo>
                  <a:lnTo>
                    <a:pt x="8318" y="8878"/>
                  </a:lnTo>
                  <a:close/>
                  <a:moveTo>
                    <a:pt x="10460" y="9067"/>
                  </a:moveTo>
                  <a:cubicBezTo>
                    <a:pt x="11279" y="9067"/>
                    <a:pt x="11941" y="9760"/>
                    <a:pt x="11941" y="10580"/>
                  </a:cubicBezTo>
                  <a:lnTo>
                    <a:pt x="11941" y="11840"/>
                  </a:lnTo>
                  <a:lnTo>
                    <a:pt x="7814" y="11840"/>
                  </a:lnTo>
                  <a:cubicBezTo>
                    <a:pt x="7908" y="11808"/>
                    <a:pt x="8003" y="11745"/>
                    <a:pt x="8034" y="11682"/>
                  </a:cubicBezTo>
                  <a:lnTo>
                    <a:pt x="9798" y="9067"/>
                  </a:lnTo>
                  <a:close/>
                  <a:moveTo>
                    <a:pt x="3088" y="9067"/>
                  </a:moveTo>
                  <a:lnTo>
                    <a:pt x="4852" y="11651"/>
                  </a:lnTo>
                  <a:cubicBezTo>
                    <a:pt x="4915" y="11745"/>
                    <a:pt x="5041" y="11808"/>
                    <a:pt x="5167" y="11840"/>
                  </a:cubicBezTo>
                  <a:lnTo>
                    <a:pt x="5199" y="11840"/>
                  </a:lnTo>
                  <a:cubicBezTo>
                    <a:pt x="5325" y="11840"/>
                    <a:pt x="5419" y="11808"/>
                    <a:pt x="5482" y="11714"/>
                  </a:cubicBezTo>
                  <a:lnTo>
                    <a:pt x="6427" y="10769"/>
                  </a:lnTo>
                  <a:lnTo>
                    <a:pt x="7404" y="11745"/>
                  </a:lnTo>
                  <a:cubicBezTo>
                    <a:pt x="7436" y="11777"/>
                    <a:pt x="7530" y="11840"/>
                    <a:pt x="7593" y="11871"/>
                  </a:cubicBezTo>
                  <a:lnTo>
                    <a:pt x="914" y="11871"/>
                  </a:lnTo>
                  <a:lnTo>
                    <a:pt x="914" y="11840"/>
                  </a:lnTo>
                  <a:lnTo>
                    <a:pt x="914" y="10580"/>
                  </a:lnTo>
                  <a:cubicBezTo>
                    <a:pt x="914" y="9760"/>
                    <a:pt x="1576" y="9067"/>
                    <a:pt x="2395" y="9067"/>
                  </a:cubicBezTo>
                  <a:close/>
                  <a:moveTo>
                    <a:pt x="7043" y="1"/>
                  </a:moveTo>
                  <a:cubicBezTo>
                    <a:pt x="6380" y="1"/>
                    <a:pt x="5673" y="166"/>
                    <a:pt x="5010" y="498"/>
                  </a:cubicBezTo>
                  <a:cubicBezTo>
                    <a:pt x="4898" y="477"/>
                    <a:pt x="4788" y="467"/>
                    <a:pt x="4680" y="467"/>
                  </a:cubicBezTo>
                  <a:cubicBezTo>
                    <a:pt x="4300" y="467"/>
                    <a:pt x="3942" y="592"/>
                    <a:pt x="3624" y="813"/>
                  </a:cubicBezTo>
                  <a:cubicBezTo>
                    <a:pt x="3308" y="1034"/>
                    <a:pt x="2962" y="1506"/>
                    <a:pt x="2962" y="2388"/>
                  </a:cubicBezTo>
                  <a:cubicBezTo>
                    <a:pt x="2962" y="3144"/>
                    <a:pt x="3277" y="4405"/>
                    <a:pt x="3340" y="4625"/>
                  </a:cubicBezTo>
                  <a:cubicBezTo>
                    <a:pt x="3466" y="5570"/>
                    <a:pt x="3781" y="6389"/>
                    <a:pt x="4285" y="6988"/>
                  </a:cubicBezTo>
                  <a:lnTo>
                    <a:pt x="4285" y="7744"/>
                  </a:lnTo>
                  <a:cubicBezTo>
                    <a:pt x="4285" y="8028"/>
                    <a:pt x="4065" y="8248"/>
                    <a:pt x="3781" y="8248"/>
                  </a:cubicBezTo>
                  <a:lnTo>
                    <a:pt x="2332" y="8248"/>
                  </a:lnTo>
                  <a:cubicBezTo>
                    <a:pt x="1072" y="8248"/>
                    <a:pt x="0" y="9288"/>
                    <a:pt x="0" y="10580"/>
                  </a:cubicBezTo>
                  <a:lnTo>
                    <a:pt x="0" y="12281"/>
                  </a:lnTo>
                  <a:cubicBezTo>
                    <a:pt x="0" y="12501"/>
                    <a:pt x="189" y="12690"/>
                    <a:pt x="410" y="12690"/>
                  </a:cubicBezTo>
                  <a:lnTo>
                    <a:pt x="12256" y="12690"/>
                  </a:lnTo>
                  <a:cubicBezTo>
                    <a:pt x="12508" y="12690"/>
                    <a:pt x="12697" y="12501"/>
                    <a:pt x="12697" y="12281"/>
                  </a:cubicBezTo>
                  <a:lnTo>
                    <a:pt x="12697" y="10580"/>
                  </a:lnTo>
                  <a:cubicBezTo>
                    <a:pt x="12760" y="9319"/>
                    <a:pt x="11689" y="8248"/>
                    <a:pt x="10429" y="8248"/>
                  </a:cubicBezTo>
                  <a:lnTo>
                    <a:pt x="8979" y="8248"/>
                  </a:lnTo>
                  <a:cubicBezTo>
                    <a:pt x="8696" y="8248"/>
                    <a:pt x="8475" y="8028"/>
                    <a:pt x="8475" y="7744"/>
                  </a:cubicBezTo>
                  <a:lnTo>
                    <a:pt x="8475" y="6957"/>
                  </a:lnTo>
                  <a:cubicBezTo>
                    <a:pt x="8979" y="6358"/>
                    <a:pt x="9294" y="5539"/>
                    <a:pt x="9389" y="4625"/>
                  </a:cubicBezTo>
                  <a:cubicBezTo>
                    <a:pt x="9546" y="4121"/>
                    <a:pt x="9735" y="3050"/>
                    <a:pt x="9767" y="2420"/>
                  </a:cubicBezTo>
                  <a:cubicBezTo>
                    <a:pt x="9767" y="1538"/>
                    <a:pt x="9420" y="845"/>
                    <a:pt x="8664" y="404"/>
                  </a:cubicBezTo>
                  <a:cubicBezTo>
                    <a:pt x="8202" y="135"/>
                    <a:pt x="7640" y="1"/>
                    <a:pt x="70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24" name="Google Shape;9924;p63"/>
            <p:cNvSpPr/>
            <p:nvPr/>
          </p:nvSpPr>
          <p:spPr>
            <a:xfrm>
              <a:off x="-64172201" y="2175800"/>
              <a:ext cx="48850" cy="22075"/>
            </a:xfrm>
            <a:custGeom>
              <a:rect l="l" t="t" r="r" b="b"/>
              <a:pathLst>
                <a:path w="1954" h="883" extrusionOk="0">
                  <a:moveTo>
                    <a:pt x="410" y="1"/>
                  </a:moveTo>
                  <a:cubicBezTo>
                    <a:pt x="158" y="1"/>
                    <a:pt x="0" y="190"/>
                    <a:pt x="0" y="442"/>
                  </a:cubicBezTo>
                  <a:cubicBezTo>
                    <a:pt x="0" y="662"/>
                    <a:pt x="221" y="883"/>
                    <a:pt x="410" y="883"/>
                  </a:cubicBezTo>
                  <a:lnTo>
                    <a:pt x="1513" y="883"/>
                  </a:lnTo>
                  <a:cubicBezTo>
                    <a:pt x="1765" y="883"/>
                    <a:pt x="1891" y="662"/>
                    <a:pt x="1891" y="442"/>
                  </a:cubicBezTo>
                  <a:cubicBezTo>
                    <a:pt x="1954" y="190"/>
                    <a:pt x="1733" y="1"/>
                    <a:pt x="15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25" name="Google Shape;9925;p63"/>
            <p:cNvSpPr/>
            <p:nvPr/>
          </p:nvSpPr>
          <p:spPr>
            <a:xfrm>
              <a:off x="-64212372" y="2210450"/>
              <a:ext cx="5525" cy="25"/>
            </a:xfrm>
            <a:custGeom>
              <a:rect l="l" t="t" r="r" b="b"/>
              <a:pathLst>
                <a:path w="221" h="1" extrusionOk="0">
                  <a:moveTo>
                    <a:pt x="1" y="1"/>
                  </a:moveTo>
                  <a:lnTo>
                    <a:pt x="22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26" name="Google Shape;9926;p63"/>
          <p:cNvGrpSpPr/>
          <p:nvPr/>
        </p:nvGrpSpPr>
        <p:grpSpPr>
          <a:xfrm>
            <a:off x="1806493" y="1794583"/>
            <a:ext cx="239610" cy="365517"/>
            <a:chOff x="-64343899" y="2282125"/>
            <a:chExt cx="207150" cy="316000"/>
          </a:xfrm>
        </p:grpSpPr>
        <p:sp>
          <p:nvSpPr>
            <p:cNvPr id="9927" name="Google Shape;9927;p63"/>
            <p:cNvSpPr/>
            <p:nvPr/>
          </p:nvSpPr>
          <p:spPr>
            <a:xfrm>
              <a:off x="-64270651" y="2310475"/>
              <a:ext cx="61450" cy="147325"/>
            </a:xfrm>
            <a:custGeom>
              <a:rect l="l" t="t" r="r" b="b"/>
              <a:pathLst>
                <a:path w="2458" h="5893" extrusionOk="0">
                  <a:moveTo>
                    <a:pt x="1229" y="1"/>
                  </a:moveTo>
                  <a:cubicBezTo>
                    <a:pt x="1008" y="1"/>
                    <a:pt x="851" y="221"/>
                    <a:pt x="851" y="442"/>
                  </a:cubicBezTo>
                  <a:lnTo>
                    <a:pt x="851" y="726"/>
                  </a:lnTo>
                  <a:cubicBezTo>
                    <a:pt x="378" y="883"/>
                    <a:pt x="0" y="1356"/>
                    <a:pt x="0" y="1891"/>
                  </a:cubicBezTo>
                  <a:cubicBezTo>
                    <a:pt x="0" y="2584"/>
                    <a:pt x="567" y="2962"/>
                    <a:pt x="1008" y="3277"/>
                  </a:cubicBezTo>
                  <a:cubicBezTo>
                    <a:pt x="1323" y="3529"/>
                    <a:pt x="1670" y="3750"/>
                    <a:pt x="1670" y="4002"/>
                  </a:cubicBezTo>
                  <a:cubicBezTo>
                    <a:pt x="1670" y="4223"/>
                    <a:pt x="1481" y="4412"/>
                    <a:pt x="1229" y="4412"/>
                  </a:cubicBezTo>
                  <a:cubicBezTo>
                    <a:pt x="1008" y="4412"/>
                    <a:pt x="851" y="4223"/>
                    <a:pt x="851" y="4002"/>
                  </a:cubicBezTo>
                  <a:cubicBezTo>
                    <a:pt x="851" y="3750"/>
                    <a:pt x="630" y="3592"/>
                    <a:pt x="441" y="3592"/>
                  </a:cubicBezTo>
                  <a:cubicBezTo>
                    <a:pt x="221" y="3592"/>
                    <a:pt x="0" y="3781"/>
                    <a:pt x="0" y="4002"/>
                  </a:cubicBezTo>
                  <a:cubicBezTo>
                    <a:pt x="0" y="4538"/>
                    <a:pt x="378" y="4979"/>
                    <a:pt x="851" y="5168"/>
                  </a:cubicBezTo>
                  <a:lnTo>
                    <a:pt x="851" y="5451"/>
                  </a:lnTo>
                  <a:cubicBezTo>
                    <a:pt x="851" y="5672"/>
                    <a:pt x="1040" y="5892"/>
                    <a:pt x="1229" y="5892"/>
                  </a:cubicBezTo>
                  <a:cubicBezTo>
                    <a:pt x="1481" y="5829"/>
                    <a:pt x="1639" y="5640"/>
                    <a:pt x="1639" y="5451"/>
                  </a:cubicBezTo>
                  <a:lnTo>
                    <a:pt x="1639" y="5168"/>
                  </a:lnTo>
                  <a:cubicBezTo>
                    <a:pt x="2111" y="5010"/>
                    <a:pt x="2458" y="4538"/>
                    <a:pt x="2458" y="4002"/>
                  </a:cubicBezTo>
                  <a:cubicBezTo>
                    <a:pt x="2458" y="3309"/>
                    <a:pt x="1891" y="2931"/>
                    <a:pt x="1481" y="2616"/>
                  </a:cubicBezTo>
                  <a:cubicBezTo>
                    <a:pt x="1166" y="2364"/>
                    <a:pt x="788" y="2143"/>
                    <a:pt x="788" y="1891"/>
                  </a:cubicBezTo>
                  <a:cubicBezTo>
                    <a:pt x="788" y="1671"/>
                    <a:pt x="1008" y="1513"/>
                    <a:pt x="1197" y="1513"/>
                  </a:cubicBezTo>
                  <a:cubicBezTo>
                    <a:pt x="1418" y="1513"/>
                    <a:pt x="1639" y="1702"/>
                    <a:pt x="1639" y="1891"/>
                  </a:cubicBezTo>
                  <a:cubicBezTo>
                    <a:pt x="1639" y="2143"/>
                    <a:pt x="1828" y="2332"/>
                    <a:pt x="2017" y="2332"/>
                  </a:cubicBezTo>
                  <a:cubicBezTo>
                    <a:pt x="2269" y="2332"/>
                    <a:pt x="2458" y="2143"/>
                    <a:pt x="2458" y="1891"/>
                  </a:cubicBezTo>
                  <a:cubicBezTo>
                    <a:pt x="2458" y="1356"/>
                    <a:pt x="2111" y="915"/>
                    <a:pt x="1639" y="726"/>
                  </a:cubicBezTo>
                  <a:lnTo>
                    <a:pt x="1639" y="442"/>
                  </a:lnTo>
                  <a:cubicBezTo>
                    <a:pt x="1639" y="221"/>
                    <a:pt x="1418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28" name="Google Shape;9928;p63"/>
            <p:cNvSpPr/>
            <p:nvPr/>
          </p:nvSpPr>
          <p:spPr>
            <a:xfrm>
              <a:off x="-64343899" y="2282125"/>
              <a:ext cx="207150" cy="316000"/>
            </a:xfrm>
            <a:custGeom>
              <a:rect l="l" t="t" r="r" b="b"/>
              <a:pathLst>
                <a:path w="8286" h="12640" extrusionOk="0">
                  <a:moveTo>
                    <a:pt x="4159" y="788"/>
                  </a:moveTo>
                  <a:cubicBezTo>
                    <a:pt x="5986" y="788"/>
                    <a:pt x="7467" y="2301"/>
                    <a:pt x="7467" y="4096"/>
                  </a:cubicBezTo>
                  <a:cubicBezTo>
                    <a:pt x="7467" y="5924"/>
                    <a:pt x="5986" y="7404"/>
                    <a:pt x="4159" y="7404"/>
                  </a:cubicBezTo>
                  <a:cubicBezTo>
                    <a:pt x="2300" y="7404"/>
                    <a:pt x="851" y="5924"/>
                    <a:pt x="851" y="4096"/>
                  </a:cubicBezTo>
                  <a:cubicBezTo>
                    <a:pt x="851" y="2301"/>
                    <a:pt x="2363" y="788"/>
                    <a:pt x="4159" y="788"/>
                  </a:cubicBezTo>
                  <a:close/>
                  <a:moveTo>
                    <a:pt x="851" y="8917"/>
                  </a:moveTo>
                  <a:cubicBezTo>
                    <a:pt x="1513" y="8980"/>
                    <a:pt x="2206" y="9295"/>
                    <a:pt x="2773" y="9862"/>
                  </a:cubicBezTo>
                  <a:cubicBezTo>
                    <a:pt x="3340" y="10429"/>
                    <a:pt x="3655" y="11122"/>
                    <a:pt x="3718" y="11784"/>
                  </a:cubicBezTo>
                  <a:cubicBezTo>
                    <a:pt x="3056" y="11689"/>
                    <a:pt x="2395" y="11374"/>
                    <a:pt x="1796" y="10838"/>
                  </a:cubicBezTo>
                  <a:cubicBezTo>
                    <a:pt x="1261" y="10271"/>
                    <a:pt x="945" y="9578"/>
                    <a:pt x="851" y="8917"/>
                  </a:cubicBezTo>
                  <a:close/>
                  <a:moveTo>
                    <a:pt x="7467" y="8917"/>
                  </a:moveTo>
                  <a:lnTo>
                    <a:pt x="7467" y="8917"/>
                  </a:lnTo>
                  <a:cubicBezTo>
                    <a:pt x="7404" y="9578"/>
                    <a:pt x="7089" y="10240"/>
                    <a:pt x="6522" y="10838"/>
                  </a:cubicBezTo>
                  <a:cubicBezTo>
                    <a:pt x="5923" y="11374"/>
                    <a:pt x="5262" y="11689"/>
                    <a:pt x="4600" y="11784"/>
                  </a:cubicBezTo>
                  <a:cubicBezTo>
                    <a:pt x="4663" y="11122"/>
                    <a:pt x="4947" y="10429"/>
                    <a:pt x="5545" y="9862"/>
                  </a:cubicBezTo>
                  <a:cubicBezTo>
                    <a:pt x="6081" y="9295"/>
                    <a:pt x="6805" y="8980"/>
                    <a:pt x="7467" y="8917"/>
                  </a:cubicBezTo>
                  <a:close/>
                  <a:moveTo>
                    <a:pt x="4159" y="1"/>
                  </a:moveTo>
                  <a:cubicBezTo>
                    <a:pt x="1891" y="1"/>
                    <a:pt x="32" y="1860"/>
                    <a:pt x="32" y="4128"/>
                  </a:cubicBezTo>
                  <a:cubicBezTo>
                    <a:pt x="32" y="6270"/>
                    <a:pt x="1670" y="8034"/>
                    <a:pt x="3781" y="8223"/>
                  </a:cubicBezTo>
                  <a:lnTo>
                    <a:pt x="3781" y="9736"/>
                  </a:lnTo>
                  <a:cubicBezTo>
                    <a:pt x="3623" y="9578"/>
                    <a:pt x="3497" y="9421"/>
                    <a:pt x="3371" y="9295"/>
                  </a:cubicBezTo>
                  <a:cubicBezTo>
                    <a:pt x="2584" y="8507"/>
                    <a:pt x="1576" y="8066"/>
                    <a:pt x="410" y="8066"/>
                  </a:cubicBezTo>
                  <a:cubicBezTo>
                    <a:pt x="189" y="8066"/>
                    <a:pt x="32" y="8287"/>
                    <a:pt x="32" y="8476"/>
                  </a:cubicBezTo>
                  <a:cubicBezTo>
                    <a:pt x="0" y="9578"/>
                    <a:pt x="410" y="10649"/>
                    <a:pt x="1261" y="11437"/>
                  </a:cubicBezTo>
                  <a:cubicBezTo>
                    <a:pt x="2048" y="12225"/>
                    <a:pt x="3056" y="12634"/>
                    <a:pt x="4096" y="12634"/>
                  </a:cubicBezTo>
                  <a:lnTo>
                    <a:pt x="4159" y="12634"/>
                  </a:lnTo>
                  <a:cubicBezTo>
                    <a:pt x="4225" y="12638"/>
                    <a:pt x="4290" y="12640"/>
                    <a:pt x="4355" y="12640"/>
                  </a:cubicBezTo>
                  <a:cubicBezTo>
                    <a:pt x="5385" y="12640"/>
                    <a:pt x="6348" y="12178"/>
                    <a:pt x="7089" y="11437"/>
                  </a:cubicBezTo>
                  <a:cubicBezTo>
                    <a:pt x="7877" y="10649"/>
                    <a:pt x="8286" y="9610"/>
                    <a:pt x="8286" y="8476"/>
                  </a:cubicBezTo>
                  <a:cubicBezTo>
                    <a:pt x="8286" y="8223"/>
                    <a:pt x="8097" y="8066"/>
                    <a:pt x="7908" y="8066"/>
                  </a:cubicBezTo>
                  <a:cubicBezTo>
                    <a:pt x="7872" y="8065"/>
                    <a:pt x="7837" y="8064"/>
                    <a:pt x="7801" y="8064"/>
                  </a:cubicBezTo>
                  <a:cubicBezTo>
                    <a:pt x="6709" y="8064"/>
                    <a:pt x="5709" y="8532"/>
                    <a:pt x="4947" y="9295"/>
                  </a:cubicBezTo>
                  <a:cubicBezTo>
                    <a:pt x="4821" y="9452"/>
                    <a:pt x="4663" y="9578"/>
                    <a:pt x="4569" y="9736"/>
                  </a:cubicBezTo>
                  <a:lnTo>
                    <a:pt x="4569" y="8223"/>
                  </a:lnTo>
                  <a:cubicBezTo>
                    <a:pt x="6648" y="8034"/>
                    <a:pt x="8286" y="6270"/>
                    <a:pt x="8286" y="4128"/>
                  </a:cubicBezTo>
                  <a:cubicBezTo>
                    <a:pt x="8286" y="1860"/>
                    <a:pt x="6459" y="1"/>
                    <a:pt x="4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929" name="Google Shape;9929;p63"/>
          <p:cNvSpPr/>
          <p:nvPr/>
        </p:nvSpPr>
        <p:spPr>
          <a:xfrm>
            <a:off x="1736288" y="2257833"/>
            <a:ext cx="367165" cy="369913"/>
          </a:xfrm>
          <a:custGeom>
            <a:rect l="l" t="t" r="r" b="b"/>
            <a:pathLst>
              <a:path w="12697" h="12792" extrusionOk="0">
                <a:moveTo>
                  <a:pt x="7310" y="3435"/>
                </a:moveTo>
                <a:cubicBezTo>
                  <a:pt x="7404" y="3435"/>
                  <a:pt x="7467" y="3498"/>
                  <a:pt x="7436" y="3624"/>
                </a:cubicBezTo>
                <a:cubicBezTo>
                  <a:pt x="7310" y="3939"/>
                  <a:pt x="7247" y="4223"/>
                  <a:pt x="7215" y="4538"/>
                </a:cubicBezTo>
                <a:lnTo>
                  <a:pt x="5419" y="4538"/>
                </a:lnTo>
                <a:cubicBezTo>
                  <a:pt x="5388" y="4223"/>
                  <a:pt x="5293" y="3908"/>
                  <a:pt x="5199" y="3624"/>
                </a:cubicBezTo>
                <a:cubicBezTo>
                  <a:pt x="5167" y="3498"/>
                  <a:pt x="5230" y="3435"/>
                  <a:pt x="5325" y="3435"/>
                </a:cubicBezTo>
                <a:close/>
                <a:moveTo>
                  <a:pt x="7121" y="5357"/>
                </a:moveTo>
                <a:cubicBezTo>
                  <a:pt x="7089" y="6428"/>
                  <a:pt x="7310" y="7436"/>
                  <a:pt x="7845" y="8381"/>
                </a:cubicBezTo>
                <a:lnTo>
                  <a:pt x="8003" y="8665"/>
                </a:lnTo>
                <a:lnTo>
                  <a:pt x="4726" y="8665"/>
                </a:lnTo>
                <a:lnTo>
                  <a:pt x="4852" y="8381"/>
                </a:lnTo>
                <a:cubicBezTo>
                  <a:pt x="5356" y="7436"/>
                  <a:pt x="5577" y="6396"/>
                  <a:pt x="5545" y="5357"/>
                </a:cubicBezTo>
                <a:close/>
                <a:moveTo>
                  <a:pt x="8381" y="9484"/>
                </a:moveTo>
                <a:cubicBezTo>
                  <a:pt x="8633" y="9484"/>
                  <a:pt x="8790" y="9704"/>
                  <a:pt x="8790" y="9925"/>
                </a:cubicBezTo>
                <a:lnTo>
                  <a:pt x="8790" y="10335"/>
                </a:lnTo>
                <a:lnTo>
                  <a:pt x="3813" y="10335"/>
                </a:lnTo>
                <a:lnTo>
                  <a:pt x="3813" y="9925"/>
                </a:lnTo>
                <a:lnTo>
                  <a:pt x="3844" y="9925"/>
                </a:lnTo>
                <a:cubicBezTo>
                  <a:pt x="3844" y="9704"/>
                  <a:pt x="4065" y="9484"/>
                  <a:pt x="4254" y="9484"/>
                </a:cubicBezTo>
                <a:close/>
                <a:moveTo>
                  <a:pt x="9200" y="11154"/>
                </a:moveTo>
                <a:cubicBezTo>
                  <a:pt x="9452" y="11154"/>
                  <a:pt x="9609" y="11343"/>
                  <a:pt x="9609" y="11595"/>
                </a:cubicBezTo>
                <a:lnTo>
                  <a:pt x="9609" y="12004"/>
                </a:lnTo>
                <a:lnTo>
                  <a:pt x="2993" y="12004"/>
                </a:lnTo>
                <a:lnTo>
                  <a:pt x="2993" y="11595"/>
                </a:lnTo>
                <a:lnTo>
                  <a:pt x="3025" y="11595"/>
                </a:lnTo>
                <a:cubicBezTo>
                  <a:pt x="3025" y="11343"/>
                  <a:pt x="3214" y="11154"/>
                  <a:pt x="3435" y="11154"/>
                </a:cubicBezTo>
                <a:close/>
                <a:moveTo>
                  <a:pt x="6333" y="1"/>
                </a:moveTo>
                <a:cubicBezTo>
                  <a:pt x="6144" y="1"/>
                  <a:pt x="5955" y="190"/>
                  <a:pt x="5955" y="442"/>
                </a:cubicBezTo>
                <a:lnTo>
                  <a:pt x="5955" y="883"/>
                </a:lnTo>
                <a:lnTo>
                  <a:pt x="5514" y="883"/>
                </a:lnTo>
                <a:cubicBezTo>
                  <a:pt x="5262" y="883"/>
                  <a:pt x="5104" y="1072"/>
                  <a:pt x="5104" y="1261"/>
                </a:cubicBezTo>
                <a:cubicBezTo>
                  <a:pt x="5104" y="1513"/>
                  <a:pt x="5325" y="1702"/>
                  <a:pt x="5514" y="1702"/>
                </a:cubicBezTo>
                <a:lnTo>
                  <a:pt x="5955" y="1702"/>
                </a:lnTo>
                <a:lnTo>
                  <a:pt x="5955" y="2521"/>
                </a:lnTo>
                <a:lnTo>
                  <a:pt x="5356" y="2521"/>
                </a:lnTo>
                <a:cubicBezTo>
                  <a:pt x="4695" y="2521"/>
                  <a:pt x="4222" y="3183"/>
                  <a:pt x="4443" y="3813"/>
                </a:cubicBezTo>
                <a:cubicBezTo>
                  <a:pt x="4537" y="4034"/>
                  <a:pt x="4569" y="4254"/>
                  <a:pt x="4632" y="4443"/>
                </a:cubicBezTo>
                <a:lnTo>
                  <a:pt x="4285" y="4443"/>
                </a:lnTo>
                <a:cubicBezTo>
                  <a:pt x="4065" y="4443"/>
                  <a:pt x="3907" y="4664"/>
                  <a:pt x="3907" y="4884"/>
                </a:cubicBezTo>
                <a:cubicBezTo>
                  <a:pt x="3907" y="5136"/>
                  <a:pt x="4096" y="5325"/>
                  <a:pt x="4285" y="5325"/>
                </a:cubicBezTo>
                <a:lnTo>
                  <a:pt x="4726" y="5325"/>
                </a:lnTo>
                <a:cubicBezTo>
                  <a:pt x="4821" y="6901"/>
                  <a:pt x="4191" y="7846"/>
                  <a:pt x="3718" y="8791"/>
                </a:cubicBezTo>
                <a:cubicBezTo>
                  <a:pt x="3308" y="8980"/>
                  <a:pt x="3025" y="9421"/>
                  <a:pt x="3025" y="9893"/>
                </a:cubicBezTo>
                <a:lnTo>
                  <a:pt x="3025" y="10366"/>
                </a:lnTo>
                <a:cubicBezTo>
                  <a:pt x="2552" y="10524"/>
                  <a:pt x="2206" y="10996"/>
                  <a:pt x="2206" y="11532"/>
                </a:cubicBezTo>
                <a:lnTo>
                  <a:pt x="2206" y="11973"/>
                </a:lnTo>
                <a:lnTo>
                  <a:pt x="442" y="11973"/>
                </a:lnTo>
                <a:cubicBezTo>
                  <a:pt x="189" y="11973"/>
                  <a:pt x="0" y="12162"/>
                  <a:pt x="0" y="12382"/>
                </a:cubicBezTo>
                <a:cubicBezTo>
                  <a:pt x="0" y="12603"/>
                  <a:pt x="158" y="12792"/>
                  <a:pt x="379" y="12792"/>
                </a:cubicBezTo>
                <a:lnTo>
                  <a:pt x="12256" y="12792"/>
                </a:lnTo>
                <a:cubicBezTo>
                  <a:pt x="12476" y="12792"/>
                  <a:pt x="12697" y="12603"/>
                  <a:pt x="12697" y="12382"/>
                </a:cubicBezTo>
                <a:cubicBezTo>
                  <a:pt x="12697" y="12130"/>
                  <a:pt x="12476" y="11973"/>
                  <a:pt x="12256" y="11973"/>
                </a:cubicBezTo>
                <a:lnTo>
                  <a:pt x="10460" y="11973"/>
                </a:lnTo>
                <a:lnTo>
                  <a:pt x="10460" y="11532"/>
                </a:lnTo>
                <a:cubicBezTo>
                  <a:pt x="10460" y="10996"/>
                  <a:pt x="10114" y="10555"/>
                  <a:pt x="9641" y="10366"/>
                </a:cubicBezTo>
                <a:lnTo>
                  <a:pt x="9641" y="9893"/>
                </a:lnTo>
                <a:cubicBezTo>
                  <a:pt x="9641" y="9421"/>
                  <a:pt x="9357" y="8980"/>
                  <a:pt x="8979" y="8791"/>
                </a:cubicBezTo>
                <a:cubicBezTo>
                  <a:pt x="8507" y="7877"/>
                  <a:pt x="7877" y="6932"/>
                  <a:pt x="7940" y="5325"/>
                </a:cubicBezTo>
                <a:lnTo>
                  <a:pt x="8381" y="5325"/>
                </a:lnTo>
                <a:cubicBezTo>
                  <a:pt x="8633" y="5325"/>
                  <a:pt x="8790" y="5136"/>
                  <a:pt x="8790" y="4884"/>
                </a:cubicBezTo>
                <a:cubicBezTo>
                  <a:pt x="8790" y="4664"/>
                  <a:pt x="8570" y="4443"/>
                  <a:pt x="8381" y="4443"/>
                </a:cubicBezTo>
                <a:lnTo>
                  <a:pt x="8034" y="4443"/>
                </a:lnTo>
                <a:cubicBezTo>
                  <a:pt x="8066" y="4254"/>
                  <a:pt x="8160" y="4034"/>
                  <a:pt x="8223" y="3813"/>
                </a:cubicBezTo>
                <a:cubicBezTo>
                  <a:pt x="8475" y="3183"/>
                  <a:pt x="8003" y="2521"/>
                  <a:pt x="7310" y="2521"/>
                </a:cubicBezTo>
                <a:lnTo>
                  <a:pt x="6743" y="2521"/>
                </a:lnTo>
                <a:lnTo>
                  <a:pt x="6743" y="1702"/>
                </a:lnTo>
                <a:lnTo>
                  <a:pt x="7184" y="1702"/>
                </a:lnTo>
                <a:cubicBezTo>
                  <a:pt x="7404" y="1702"/>
                  <a:pt x="7562" y="1513"/>
                  <a:pt x="7562" y="1261"/>
                </a:cubicBezTo>
                <a:cubicBezTo>
                  <a:pt x="7562" y="1041"/>
                  <a:pt x="7373" y="883"/>
                  <a:pt x="7184" y="883"/>
                </a:cubicBezTo>
                <a:lnTo>
                  <a:pt x="6743" y="883"/>
                </a:lnTo>
                <a:lnTo>
                  <a:pt x="6743" y="442"/>
                </a:lnTo>
                <a:cubicBezTo>
                  <a:pt x="6743" y="190"/>
                  <a:pt x="6522" y="1"/>
                  <a:pt x="633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9930" name="Google Shape;9930;p63"/>
          <p:cNvGrpSpPr/>
          <p:nvPr/>
        </p:nvGrpSpPr>
        <p:grpSpPr>
          <a:xfrm>
            <a:off x="3986941" y="1313804"/>
            <a:ext cx="318873" cy="366471"/>
            <a:chOff x="-62496923" y="1931475"/>
            <a:chExt cx="275675" cy="316825"/>
          </a:xfrm>
        </p:grpSpPr>
        <p:sp>
          <p:nvSpPr>
            <p:cNvPr id="9931" name="Google Shape;9931;p63"/>
            <p:cNvSpPr/>
            <p:nvPr/>
          </p:nvSpPr>
          <p:spPr>
            <a:xfrm>
              <a:off x="-62496923" y="1931475"/>
              <a:ext cx="275675" cy="316825"/>
            </a:xfrm>
            <a:custGeom>
              <a:rect l="l" t="t" r="r" b="b"/>
              <a:pathLst>
                <a:path w="11027" h="12673" extrusionOk="0">
                  <a:moveTo>
                    <a:pt x="5514" y="1047"/>
                  </a:moveTo>
                  <a:cubicBezTo>
                    <a:pt x="6238" y="1519"/>
                    <a:pt x="7215" y="1834"/>
                    <a:pt x="8003" y="1834"/>
                  </a:cubicBezTo>
                  <a:cubicBezTo>
                    <a:pt x="8538" y="1834"/>
                    <a:pt x="9294" y="1708"/>
                    <a:pt x="10208" y="1204"/>
                  </a:cubicBezTo>
                  <a:lnTo>
                    <a:pt x="10208" y="5237"/>
                  </a:lnTo>
                  <a:cubicBezTo>
                    <a:pt x="10177" y="8198"/>
                    <a:pt x="8349" y="10845"/>
                    <a:pt x="5514" y="11821"/>
                  </a:cubicBezTo>
                  <a:cubicBezTo>
                    <a:pt x="2710" y="10845"/>
                    <a:pt x="820" y="8198"/>
                    <a:pt x="820" y="5237"/>
                  </a:cubicBezTo>
                  <a:lnTo>
                    <a:pt x="820" y="1204"/>
                  </a:lnTo>
                  <a:cubicBezTo>
                    <a:pt x="1513" y="1582"/>
                    <a:pt x="2269" y="1834"/>
                    <a:pt x="3025" y="1834"/>
                  </a:cubicBezTo>
                  <a:cubicBezTo>
                    <a:pt x="3844" y="1834"/>
                    <a:pt x="4758" y="1551"/>
                    <a:pt x="5514" y="1047"/>
                  </a:cubicBezTo>
                  <a:close/>
                  <a:moveTo>
                    <a:pt x="10654" y="1"/>
                  </a:moveTo>
                  <a:cubicBezTo>
                    <a:pt x="10567" y="1"/>
                    <a:pt x="10476" y="33"/>
                    <a:pt x="10397" y="102"/>
                  </a:cubicBezTo>
                  <a:cubicBezTo>
                    <a:pt x="9389" y="826"/>
                    <a:pt x="8538" y="952"/>
                    <a:pt x="8034" y="952"/>
                  </a:cubicBezTo>
                  <a:cubicBezTo>
                    <a:pt x="7310" y="952"/>
                    <a:pt x="6396" y="637"/>
                    <a:pt x="5766" y="165"/>
                  </a:cubicBezTo>
                  <a:cubicBezTo>
                    <a:pt x="5703" y="102"/>
                    <a:pt x="5616" y="70"/>
                    <a:pt x="5526" y="70"/>
                  </a:cubicBezTo>
                  <a:cubicBezTo>
                    <a:pt x="5435" y="70"/>
                    <a:pt x="5341" y="102"/>
                    <a:pt x="5262" y="165"/>
                  </a:cubicBezTo>
                  <a:cubicBezTo>
                    <a:pt x="4632" y="637"/>
                    <a:pt x="3781" y="952"/>
                    <a:pt x="3025" y="952"/>
                  </a:cubicBezTo>
                  <a:cubicBezTo>
                    <a:pt x="2237" y="952"/>
                    <a:pt x="1450" y="637"/>
                    <a:pt x="662" y="102"/>
                  </a:cubicBezTo>
                  <a:cubicBezTo>
                    <a:pt x="582" y="40"/>
                    <a:pt x="495" y="13"/>
                    <a:pt x="411" y="13"/>
                  </a:cubicBezTo>
                  <a:cubicBezTo>
                    <a:pt x="196" y="13"/>
                    <a:pt x="0" y="190"/>
                    <a:pt x="0" y="417"/>
                  </a:cubicBezTo>
                  <a:lnTo>
                    <a:pt x="0" y="5237"/>
                  </a:lnTo>
                  <a:cubicBezTo>
                    <a:pt x="0" y="8608"/>
                    <a:pt x="2080" y="11601"/>
                    <a:pt x="5388" y="12641"/>
                  </a:cubicBezTo>
                  <a:cubicBezTo>
                    <a:pt x="5419" y="12641"/>
                    <a:pt x="5451" y="12672"/>
                    <a:pt x="5514" y="12672"/>
                  </a:cubicBezTo>
                  <a:cubicBezTo>
                    <a:pt x="5545" y="12672"/>
                    <a:pt x="5577" y="12672"/>
                    <a:pt x="5640" y="12641"/>
                  </a:cubicBezTo>
                  <a:cubicBezTo>
                    <a:pt x="8979" y="11538"/>
                    <a:pt x="11027" y="8513"/>
                    <a:pt x="11027" y="5237"/>
                  </a:cubicBezTo>
                  <a:lnTo>
                    <a:pt x="11027" y="417"/>
                  </a:lnTo>
                  <a:cubicBezTo>
                    <a:pt x="11027" y="157"/>
                    <a:pt x="10848" y="1"/>
                    <a:pt x="106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32" name="Google Shape;9932;p63"/>
            <p:cNvSpPr/>
            <p:nvPr/>
          </p:nvSpPr>
          <p:spPr>
            <a:xfrm>
              <a:off x="-62390598" y="2016700"/>
              <a:ext cx="63025" cy="146525"/>
            </a:xfrm>
            <a:custGeom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36" y="2931"/>
                    <a:pt x="977" y="3246"/>
                  </a:cubicBezTo>
                  <a:cubicBezTo>
                    <a:pt x="1292" y="3498"/>
                    <a:pt x="1639" y="3718"/>
                    <a:pt x="1639" y="3970"/>
                  </a:cubicBezTo>
                  <a:cubicBezTo>
                    <a:pt x="1639" y="4191"/>
                    <a:pt x="1450" y="4411"/>
                    <a:pt x="1261" y="4411"/>
                  </a:cubicBezTo>
                  <a:cubicBezTo>
                    <a:pt x="1040" y="4411"/>
                    <a:pt x="820" y="4191"/>
                    <a:pt x="820" y="3970"/>
                  </a:cubicBezTo>
                  <a:cubicBezTo>
                    <a:pt x="820" y="3718"/>
                    <a:pt x="631" y="3561"/>
                    <a:pt x="410" y="3561"/>
                  </a:cubicBezTo>
                  <a:cubicBezTo>
                    <a:pt x="221" y="3561"/>
                    <a:pt x="32" y="3781"/>
                    <a:pt x="32" y="3970"/>
                  </a:cubicBezTo>
                  <a:cubicBezTo>
                    <a:pt x="32" y="4506"/>
                    <a:pt x="379" y="4947"/>
                    <a:pt x="851" y="5136"/>
                  </a:cubicBezTo>
                  <a:lnTo>
                    <a:pt x="851" y="5419"/>
                  </a:lnTo>
                  <a:cubicBezTo>
                    <a:pt x="851" y="5671"/>
                    <a:pt x="1040" y="5861"/>
                    <a:pt x="1292" y="5861"/>
                  </a:cubicBezTo>
                  <a:cubicBezTo>
                    <a:pt x="1513" y="5861"/>
                    <a:pt x="1670" y="5671"/>
                    <a:pt x="1670" y="5419"/>
                  </a:cubicBezTo>
                  <a:lnTo>
                    <a:pt x="1670" y="5136"/>
                  </a:lnTo>
                  <a:cubicBezTo>
                    <a:pt x="2143" y="4978"/>
                    <a:pt x="2521" y="4506"/>
                    <a:pt x="2521" y="3970"/>
                  </a:cubicBezTo>
                  <a:cubicBezTo>
                    <a:pt x="2521" y="3309"/>
                    <a:pt x="1954" y="2899"/>
                    <a:pt x="1513" y="2584"/>
                  </a:cubicBezTo>
                  <a:cubicBezTo>
                    <a:pt x="1198" y="2363"/>
                    <a:pt x="851" y="2111"/>
                    <a:pt x="851" y="1891"/>
                  </a:cubicBezTo>
                  <a:cubicBezTo>
                    <a:pt x="851" y="1670"/>
                    <a:pt x="1040" y="1481"/>
                    <a:pt x="1261" y="1481"/>
                  </a:cubicBezTo>
                  <a:cubicBezTo>
                    <a:pt x="1481" y="1481"/>
                    <a:pt x="1639" y="1670"/>
                    <a:pt x="1639" y="1891"/>
                  </a:cubicBezTo>
                  <a:cubicBezTo>
                    <a:pt x="1639" y="2111"/>
                    <a:pt x="1828" y="2300"/>
                    <a:pt x="2080" y="2300"/>
                  </a:cubicBezTo>
                  <a:cubicBezTo>
                    <a:pt x="2300" y="2300"/>
                    <a:pt x="2458" y="2111"/>
                    <a:pt x="2458" y="1891"/>
                  </a:cubicBezTo>
                  <a:cubicBezTo>
                    <a:pt x="2458" y="1324"/>
                    <a:pt x="2111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33" name="Google Shape;9933;p63"/>
          <p:cNvGrpSpPr/>
          <p:nvPr/>
        </p:nvGrpSpPr>
        <p:grpSpPr>
          <a:xfrm>
            <a:off x="3963691" y="1793629"/>
            <a:ext cx="365373" cy="367426"/>
            <a:chOff x="-62516624" y="2297875"/>
            <a:chExt cx="315875" cy="317650"/>
          </a:xfrm>
        </p:grpSpPr>
        <p:sp>
          <p:nvSpPr>
            <p:cNvPr id="9934" name="Google Shape;9934;p63"/>
            <p:cNvSpPr/>
            <p:nvPr/>
          </p:nvSpPr>
          <p:spPr>
            <a:xfrm>
              <a:off x="-62516624" y="2297875"/>
              <a:ext cx="315875" cy="317650"/>
            </a:xfrm>
            <a:custGeom>
              <a:rect l="l" t="t" r="r" b="b"/>
              <a:pathLst>
                <a:path w="12635" h="12706" extrusionOk="0">
                  <a:moveTo>
                    <a:pt x="4632" y="3309"/>
                  </a:moveTo>
                  <a:cubicBezTo>
                    <a:pt x="5388" y="3309"/>
                    <a:pt x="6018" y="3939"/>
                    <a:pt x="6018" y="4695"/>
                  </a:cubicBezTo>
                  <a:cubicBezTo>
                    <a:pt x="6018" y="4916"/>
                    <a:pt x="5924" y="5168"/>
                    <a:pt x="5829" y="5388"/>
                  </a:cubicBezTo>
                  <a:lnTo>
                    <a:pt x="5357" y="5861"/>
                  </a:lnTo>
                  <a:cubicBezTo>
                    <a:pt x="5136" y="5987"/>
                    <a:pt x="4916" y="6081"/>
                    <a:pt x="4632" y="6081"/>
                  </a:cubicBezTo>
                  <a:cubicBezTo>
                    <a:pt x="3876" y="6081"/>
                    <a:pt x="3246" y="5451"/>
                    <a:pt x="3246" y="4695"/>
                  </a:cubicBezTo>
                  <a:cubicBezTo>
                    <a:pt x="3246" y="3939"/>
                    <a:pt x="3876" y="3309"/>
                    <a:pt x="4632" y="3309"/>
                  </a:cubicBezTo>
                  <a:close/>
                  <a:moveTo>
                    <a:pt x="4632" y="820"/>
                  </a:moveTo>
                  <a:cubicBezTo>
                    <a:pt x="6617" y="820"/>
                    <a:pt x="8287" y="2364"/>
                    <a:pt x="8444" y="4285"/>
                  </a:cubicBezTo>
                  <a:lnTo>
                    <a:pt x="8444" y="4412"/>
                  </a:lnTo>
                  <a:cubicBezTo>
                    <a:pt x="7877" y="4412"/>
                    <a:pt x="7310" y="4538"/>
                    <a:pt x="6806" y="4758"/>
                  </a:cubicBezTo>
                  <a:lnTo>
                    <a:pt x="6806" y="4695"/>
                  </a:lnTo>
                  <a:cubicBezTo>
                    <a:pt x="6806" y="3466"/>
                    <a:pt x="5829" y="2490"/>
                    <a:pt x="4601" y="2490"/>
                  </a:cubicBezTo>
                  <a:cubicBezTo>
                    <a:pt x="3372" y="2490"/>
                    <a:pt x="2395" y="3466"/>
                    <a:pt x="2395" y="4695"/>
                  </a:cubicBezTo>
                  <a:cubicBezTo>
                    <a:pt x="2395" y="5924"/>
                    <a:pt x="3372" y="6900"/>
                    <a:pt x="4601" y="6900"/>
                  </a:cubicBezTo>
                  <a:lnTo>
                    <a:pt x="4664" y="6900"/>
                  </a:lnTo>
                  <a:cubicBezTo>
                    <a:pt x="4443" y="7404"/>
                    <a:pt x="4317" y="7972"/>
                    <a:pt x="4317" y="8539"/>
                  </a:cubicBezTo>
                  <a:cubicBezTo>
                    <a:pt x="4317" y="9421"/>
                    <a:pt x="4601" y="10240"/>
                    <a:pt x="5073" y="10902"/>
                  </a:cubicBezTo>
                  <a:lnTo>
                    <a:pt x="4601" y="11532"/>
                  </a:lnTo>
                  <a:lnTo>
                    <a:pt x="1513" y="7026"/>
                  </a:lnTo>
                  <a:cubicBezTo>
                    <a:pt x="1009" y="6333"/>
                    <a:pt x="725" y="5546"/>
                    <a:pt x="725" y="4695"/>
                  </a:cubicBezTo>
                  <a:cubicBezTo>
                    <a:pt x="788" y="2553"/>
                    <a:pt x="2521" y="820"/>
                    <a:pt x="4632" y="820"/>
                  </a:cubicBezTo>
                  <a:close/>
                  <a:moveTo>
                    <a:pt x="8507" y="5231"/>
                  </a:moveTo>
                  <a:cubicBezTo>
                    <a:pt x="10334" y="5231"/>
                    <a:pt x="11815" y="6743"/>
                    <a:pt x="11815" y="8539"/>
                  </a:cubicBezTo>
                  <a:cubicBezTo>
                    <a:pt x="11815" y="10366"/>
                    <a:pt x="10303" y="11847"/>
                    <a:pt x="8507" y="11847"/>
                  </a:cubicBezTo>
                  <a:cubicBezTo>
                    <a:pt x="6680" y="11847"/>
                    <a:pt x="5199" y="10366"/>
                    <a:pt x="5199" y="8539"/>
                  </a:cubicBezTo>
                  <a:cubicBezTo>
                    <a:pt x="5199" y="6743"/>
                    <a:pt x="6680" y="5231"/>
                    <a:pt x="8507" y="5231"/>
                  </a:cubicBezTo>
                  <a:close/>
                  <a:moveTo>
                    <a:pt x="4664" y="1"/>
                  </a:moveTo>
                  <a:cubicBezTo>
                    <a:pt x="2080" y="1"/>
                    <a:pt x="1" y="2080"/>
                    <a:pt x="1" y="4695"/>
                  </a:cubicBezTo>
                  <a:cubicBezTo>
                    <a:pt x="1" y="5703"/>
                    <a:pt x="316" y="6711"/>
                    <a:pt x="946" y="7499"/>
                  </a:cubicBezTo>
                  <a:lnTo>
                    <a:pt x="4317" y="12540"/>
                  </a:lnTo>
                  <a:cubicBezTo>
                    <a:pt x="4396" y="12650"/>
                    <a:pt x="4522" y="12705"/>
                    <a:pt x="4648" y="12705"/>
                  </a:cubicBezTo>
                  <a:cubicBezTo>
                    <a:pt x="4774" y="12705"/>
                    <a:pt x="4900" y="12650"/>
                    <a:pt x="4979" y="12540"/>
                  </a:cubicBezTo>
                  <a:lnTo>
                    <a:pt x="5672" y="11532"/>
                  </a:lnTo>
                  <a:cubicBezTo>
                    <a:pt x="6396" y="12256"/>
                    <a:pt x="7404" y="12697"/>
                    <a:pt x="8507" y="12697"/>
                  </a:cubicBezTo>
                  <a:cubicBezTo>
                    <a:pt x="10776" y="12697"/>
                    <a:pt x="12634" y="10838"/>
                    <a:pt x="12634" y="8539"/>
                  </a:cubicBezTo>
                  <a:cubicBezTo>
                    <a:pt x="12634" y="6554"/>
                    <a:pt x="11217" y="4884"/>
                    <a:pt x="9326" y="4506"/>
                  </a:cubicBezTo>
                  <a:lnTo>
                    <a:pt x="9326" y="4222"/>
                  </a:lnTo>
                  <a:cubicBezTo>
                    <a:pt x="9074" y="1891"/>
                    <a:pt x="7121" y="1"/>
                    <a:pt x="46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35" name="Google Shape;9935;p63"/>
            <p:cNvSpPr/>
            <p:nvPr/>
          </p:nvSpPr>
          <p:spPr>
            <a:xfrm>
              <a:off x="-62335476" y="2438075"/>
              <a:ext cx="62250" cy="145750"/>
            </a:xfrm>
            <a:custGeom>
              <a:rect l="l" t="t" r="r" b="b"/>
              <a:pathLst>
                <a:path w="2490" h="5830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3"/>
                    <a:pt x="537" y="2931"/>
                    <a:pt x="978" y="3246"/>
                  </a:cubicBezTo>
                  <a:cubicBezTo>
                    <a:pt x="1293" y="3498"/>
                    <a:pt x="1639" y="3718"/>
                    <a:pt x="1639" y="3970"/>
                  </a:cubicBezTo>
                  <a:cubicBezTo>
                    <a:pt x="1671" y="4191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20"/>
                  </a:lnTo>
                  <a:cubicBezTo>
                    <a:pt x="820" y="5672"/>
                    <a:pt x="1009" y="5829"/>
                    <a:pt x="1261" y="5829"/>
                  </a:cubicBezTo>
                  <a:cubicBezTo>
                    <a:pt x="1482" y="5829"/>
                    <a:pt x="1639" y="5609"/>
                    <a:pt x="1639" y="5420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9"/>
                    <a:pt x="1923" y="2899"/>
                    <a:pt x="1482" y="2584"/>
                  </a:cubicBezTo>
                  <a:cubicBezTo>
                    <a:pt x="1167" y="2364"/>
                    <a:pt x="820" y="2112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2"/>
                    <a:pt x="1860" y="2301"/>
                    <a:pt x="2049" y="2301"/>
                  </a:cubicBezTo>
                  <a:cubicBezTo>
                    <a:pt x="2269" y="2301"/>
                    <a:pt x="2490" y="2112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36" name="Google Shape;9936;p63"/>
          <p:cNvGrpSpPr/>
          <p:nvPr/>
        </p:nvGrpSpPr>
        <p:grpSpPr>
          <a:xfrm>
            <a:off x="3962332" y="2275588"/>
            <a:ext cx="368091" cy="334402"/>
            <a:chOff x="-62518199" y="2692475"/>
            <a:chExt cx="318225" cy="289100"/>
          </a:xfrm>
        </p:grpSpPr>
        <p:sp>
          <p:nvSpPr>
            <p:cNvPr id="9937" name="Google Shape;9937;p63"/>
            <p:cNvSpPr/>
            <p:nvPr/>
          </p:nvSpPr>
          <p:spPr>
            <a:xfrm>
              <a:off x="-62518199" y="2692475"/>
              <a:ext cx="318225" cy="289100"/>
            </a:xfrm>
            <a:custGeom>
              <a:rect l="l" t="t" r="r" b="b"/>
              <a:pathLst>
                <a:path w="12729" h="11564" extrusionOk="0">
                  <a:moveTo>
                    <a:pt x="3750" y="851"/>
                  </a:moveTo>
                  <a:cubicBezTo>
                    <a:pt x="5420" y="851"/>
                    <a:pt x="6617" y="1513"/>
                    <a:pt x="6617" y="2112"/>
                  </a:cubicBezTo>
                  <a:cubicBezTo>
                    <a:pt x="6617" y="2679"/>
                    <a:pt x="5420" y="3309"/>
                    <a:pt x="3750" y="3309"/>
                  </a:cubicBezTo>
                  <a:cubicBezTo>
                    <a:pt x="2206" y="3309"/>
                    <a:pt x="851" y="2679"/>
                    <a:pt x="851" y="2112"/>
                  </a:cubicBezTo>
                  <a:cubicBezTo>
                    <a:pt x="851" y="1481"/>
                    <a:pt x="2112" y="851"/>
                    <a:pt x="3750" y="851"/>
                  </a:cubicBezTo>
                  <a:close/>
                  <a:moveTo>
                    <a:pt x="6617" y="3403"/>
                  </a:moveTo>
                  <a:lnTo>
                    <a:pt x="6617" y="3781"/>
                  </a:lnTo>
                  <a:cubicBezTo>
                    <a:pt x="5829" y="4222"/>
                    <a:pt x="5199" y="4884"/>
                    <a:pt x="4821" y="5672"/>
                  </a:cubicBezTo>
                  <a:cubicBezTo>
                    <a:pt x="4475" y="5766"/>
                    <a:pt x="4096" y="5766"/>
                    <a:pt x="3750" y="5766"/>
                  </a:cubicBezTo>
                  <a:cubicBezTo>
                    <a:pt x="2206" y="5766"/>
                    <a:pt x="851" y="5136"/>
                    <a:pt x="851" y="4506"/>
                  </a:cubicBezTo>
                  <a:lnTo>
                    <a:pt x="851" y="3403"/>
                  </a:lnTo>
                  <a:cubicBezTo>
                    <a:pt x="1639" y="3939"/>
                    <a:pt x="2742" y="4159"/>
                    <a:pt x="3750" y="4159"/>
                  </a:cubicBezTo>
                  <a:cubicBezTo>
                    <a:pt x="4727" y="4159"/>
                    <a:pt x="5829" y="3939"/>
                    <a:pt x="6617" y="3403"/>
                  </a:cubicBezTo>
                  <a:close/>
                  <a:moveTo>
                    <a:pt x="883" y="5913"/>
                  </a:moveTo>
                  <a:cubicBezTo>
                    <a:pt x="1396" y="6254"/>
                    <a:pt x="2361" y="6617"/>
                    <a:pt x="3750" y="6617"/>
                  </a:cubicBezTo>
                  <a:cubicBezTo>
                    <a:pt x="4033" y="6617"/>
                    <a:pt x="4254" y="6617"/>
                    <a:pt x="4538" y="6585"/>
                  </a:cubicBezTo>
                  <a:lnTo>
                    <a:pt x="4538" y="6585"/>
                  </a:lnTo>
                  <a:cubicBezTo>
                    <a:pt x="4475" y="6869"/>
                    <a:pt x="4475" y="7184"/>
                    <a:pt x="4475" y="7467"/>
                  </a:cubicBezTo>
                  <a:cubicBezTo>
                    <a:pt x="4475" y="7719"/>
                    <a:pt x="4506" y="7971"/>
                    <a:pt x="4538" y="8255"/>
                  </a:cubicBezTo>
                  <a:cubicBezTo>
                    <a:pt x="4317" y="8287"/>
                    <a:pt x="4033" y="8287"/>
                    <a:pt x="3781" y="8287"/>
                  </a:cubicBezTo>
                  <a:cubicBezTo>
                    <a:pt x="2269" y="8287"/>
                    <a:pt x="883" y="7656"/>
                    <a:pt x="883" y="7026"/>
                  </a:cubicBezTo>
                  <a:lnTo>
                    <a:pt x="883" y="5913"/>
                  </a:lnTo>
                  <a:close/>
                  <a:moveTo>
                    <a:pt x="851" y="8350"/>
                  </a:moveTo>
                  <a:cubicBezTo>
                    <a:pt x="1639" y="8917"/>
                    <a:pt x="2773" y="9106"/>
                    <a:pt x="3750" y="9106"/>
                  </a:cubicBezTo>
                  <a:cubicBezTo>
                    <a:pt x="4096" y="9106"/>
                    <a:pt x="4412" y="9074"/>
                    <a:pt x="4727" y="9043"/>
                  </a:cubicBezTo>
                  <a:cubicBezTo>
                    <a:pt x="4979" y="9547"/>
                    <a:pt x="5294" y="10019"/>
                    <a:pt x="5672" y="10397"/>
                  </a:cubicBezTo>
                  <a:cubicBezTo>
                    <a:pt x="5136" y="10649"/>
                    <a:pt x="4475" y="10775"/>
                    <a:pt x="3750" y="10775"/>
                  </a:cubicBezTo>
                  <a:cubicBezTo>
                    <a:pt x="2112" y="10775"/>
                    <a:pt x="851" y="10082"/>
                    <a:pt x="851" y="9547"/>
                  </a:cubicBezTo>
                  <a:lnTo>
                    <a:pt x="851" y="8350"/>
                  </a:lnTo>
                  <a:close/>
                  <a:moveTo>
                    <a:pt x="8570" y="4159"/>
                  </a:moveTo>
                  <a:cubicBezTo>
                    <a:pt x="10366" y="4159"/>
                    <a:pt x="11878" y="5640"/>
                    <a:pt x="11878" y="7467"/>
                  </a:cubicBezTo>
                  <a:cubicBezTo>
                    <a:pt x="11878" y="9263"/>
                    <a:pt x="10366" y="10775"/>
                    <a:pt x="8570" y="10775"/>
                  </a:cubicBezTo>
                  <a:cubicBezTo>
                    <a:pt x="6743" y="10775"/>
                    <a:pt x="5262" y="9263"/>
                    <a:pt x="5262" y="7467"/>
                  </a:cubicBezTo>
                  <a:cubicBezTo>
                    <a:pt x="5262" y="5609"/>
                    <a:pt x="6743" y="4159"/>
                    <a:pt x="8570" y="4159"/>
                  </a:cubicBezTo>
                  <a:close/>
                  <a:moveTo>
                    <a:pt x="3781" y="1"/>
                  </a:moveTo>
                  <a:cubicBezTo>
                    <a:pt x="1797" y="1"/>
                    <a:pt x="64" y="851"/>
                    <a:pt x="64" y="2112"/>
                  </a:cubicBezTo>
                  <a:lnTo>
                    <a:pt x="64" y="9547"/>
                  </a:lnTo>
                  <a:cubicBezTo>
                    <a:pt x="1" y="10082"/>
                    <a:pt x="442" y="10649"/>
                    <a:pt x="1230" y="11027"/>
                  </a:cubicBezTo>
                  <a:cubicBezTo>
                    <a:pt x="1891" y="11405"/>
                    <a:pt x="2805" y="11563"/>
                    <a:pt x="3750" y="11563"/>
                  </a:cubicBezTo>
                  <a:cubicBezTo>
                    <a:pt x="4790" y="11563"/>
                    <a:pt x="5735" y="11311"/>
                    <a:pt x="6428" y="10964"/>
                  </a:cubicBezTo>
                  <a:cubicBezTo>
                    <a:pt x="7058" y="11342"/>
                    <a:pt x="7814" y="11563"/>
                    <a:pt x="8602" y="11563"/>
                  </a:cubicBezTo>
                  <a:cubicBezTo>
                    <a:pt x="10870" y="11563"/>
                    <a:pt x="12729" y="9704"/>
                    <a:pt x="12729" y="7404"/>
                  </a:cubicBezTo>
                  <a:cubicBezTo>
                    <a:pt x="12729" y="5136"/>
                    <a:pt x="10870" y="3277"/>
                    <a:pt x="8602" y="3277"/>
                  </a:cubicBezTo>
                  <a:cubicBezTo>
                    <a:pt x="8192" y="3277"/>
                    <a:pt x="7846" y="3309"/>
                    <a:pt x="7499" y="3435"/>
                  </a:cubicBezTo>
                  <a:lnTo>
                    <a:pt x="7499" y="2049"/>
                  </a:lnTo>
                  <a:cubicBezTo>
                    <a:pt x="7499" y="1481"/>
                    <a:pt x="7058" y="914"/>
                    <a:pt x="6302" y="536"/>
                  </a:cubicBezTo>
                  <a:cubicBezTo>
                    <a:pt x="5640" y="158"/>
                    <a:pt x="4727" y="1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38" name="Google Shape;9938;p63"/>
            <p:cNvSpPr/>
            <p:nvPr/>
          </p:nvSpPr>
          <p:spPr>
            <a:xfrm>
              <a:off x="-62335476" y="2804325"/>
              <a:ext cx="62250" cy="146525"/>
            </a:xfrm>
            <a:custGeom>
              <a:rect l="l" t="t" r="r" b="b"/>
              <a:pathLst>
                <a:path w="2490" h="5861" extrusionOk="0">
                  <a:moveTo>
                    <a:pt x="1261" y="0"/>
                  </a:moveTo>
                  <a:cubicBezTo>
                    <a:pt x="1009" y="0"/>
                    <a:pt x="820" y="189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2"/>
                    <a:pt x="537" y="2930"/>
                    <a:pt x="978" y="3245"/>
                  </a:cubicBezTo>
                  <a:cubicBezTo>
                    <a:pt x="1293" y="3497"/>
                    <a:pt x="1639" y="3718"/>
                    <a:pt x="1639" y="3970"/>
                  </a:cubicBezTo>
                  <a:cubicBezTo>
                    <a:pt x="1671" y="4254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19"/>
                  </a:lnTo>
                  <a:cubicBezTo>
                    <a:pt x="820" y="5671"/>
                    <a:pt x="1009" y="5860"/>
                    <a:pt x="1261" y="5860"/>
                  </a:cubicBezTo>
                  <a:cubicBezTo>
                    <a:pt x="1482" y="5860"/>
                    <a:pt x="1639" y="5671"/>
                    <a:pt x="1639" y="5419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8"/>
                    <a:pt x="1923" y="2899"/>
                    <a:pt x="1482" y="2584"/>
                  </a:cubicBezTo>
                  <a:cubicBezTo>
                    <a:pt x="1167" y="2363"/>
                    <a:pt x="820" y="2111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1"/>
                    <a:pt x="1860" y="2300"/>
                    <a:pt x="2049" y="2300"/>
                  </a:cubicBezTo>
                  <a:cubicBezTo>
                    <a:pt x="2269" y="2300"/>
                    <a:pt x="2490" y="2111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89"/>
                    <a:pt x="1450" y="0"/>
                    <a:pt x="12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39" name="Google Shape;9939;p63"/>
          <p:cNvGrpSpPr/>
          <p:nvPr/>
        </p:nvGrpSpPr>
        <p:grpSpPr>
          <a:xfrm>
            <a:off x="2648986" y="2733112"/>
            <a:ext cx="309793" cy="365344"/>
            <a:chOff x="-60597976" y="1939525"/>
            <a:chExt cx="267825" cy="315850"/>
          </a:xfrm>
        </p:grpSpPr>
        <p:sp>
          <p:nvSpPr>
            <p:cNvPr id="9940" name="Google Shape;9940;p63"/>
            <p:cNvSpPr/>
            <p:nvPr/>
          </p:nvSpPr>
          <p:spPr>
            <a:xfrm>
              <a:off x="-60597976" y="1939525"/>
              <a:ext cx="267825" cy="315850"/>
            </a:xfrm>
            <a:custGeom>
              <a:rect l="l" t="t" r="r" b="b"/>
              <a:pathLst>
                <a:path w="10713" h="12634" extrusionOk="0">
                  <a:moveTo>
                    <a:pt x="7436" y="788"/>
                  </a:moveTo>
                  <a:lnTo>
                    <a:pt x="7436" y="1859"/>
                  </a:lnTo>
                  <a:cubicBezTo>
                    <a:pt x="7310" y="1733"/>
                    <a:pt x="7247" y="1607"/>
                    <a:pt x="6995" y="1607"/>
                  </a:cubicBezTo>
                  <a:cubicBezTo>
                    <a:pt x="6806" y="1607"/>
                    <a:pt x="6743" y="1733"/>
                    <a:pt x="6617" y="1859"/>
                  </a:cubicBezTo>
                  <a:lnTo>
                    <a:pt x="6617" y="788"/>
                  </a:lnTo>
                  <a:close/>
                  <a:moveTo>
                    <a:pt x="9515" y="788"/>
                  </a:moveTo>
                  <a:cubicBezTo>
                    <a:pt x="9767" y="788"/>
                    <a:pt x="9925" y="977"/>
                    <a:pt x="9925" y="1197"/>
                  </a:cubicBezTo>
                  <a:lnTo>
                    <a:pt x="9925" y="4222"/>
                  </a:lnTo>
                  <a:lnTo>
                    <a:pt x="2490" y="4222"/>
                  </a:lnTo>
                  <a:lnTo>
                    <a:pt x="2490" y="788"/>
                  </a:lnTo>
                  <a:lnTo>
                    <a:pt x="5798" y="788"/>
                  </a:lnTo>
                  <a:lnTo>
                    <a:pt x="5798" y="2867"/>
                  </a:lnTo>
                  <a:cubicBezTo>
                    <a:pt x="5798" y="3119"/>
                    <a:pt x="5980" y="3287"/>
                    <a:pt x="6185" y="3287"/>
                  </a:cubicBezTo>
                  <a:cubicBezTo>
                    <a:pt x="6288" y="3287"/>
                    <a:pt x="6396" y="3245"/>
                    <a:pt x="6491" y="3151"/>
                  </a:cubicBezTo>
                  <a:lnTo>
                    <a:pt x="7058" y="2615"/>
                  </a:lnTo>
                  <a:lnTo>
                    <a:pt x="7594" y="3151"/>
                  </a:lnTo>
                  <a:cubicBezTo>
                    <a:pt x="7688" y="3245"/>
                    <a:pt x="7800" y="3287"/>
                    <a:pt x="7907" y="3287"/>
                  </a:cubicBezTo>
                  <a:cubicBezTo>
                    <a:pt x="8122" y="3287"/>
                    <a:pt x="8318" y="3119"/>
                    <a:pt x="8318" y="2867"/>
                  </a:cubicBezTo>
                  <a:lnTo>
                    <a:pt x="8318" y="788"/>
                  </a:lnTo>
                  <a:close/>
                  <a:moveTo>
                    <a:pt x="9925" y="5041"/>
                  </a:moveTo>
                  <a:lnTo>
                    <a:pt x="9925" y="8349"/>
                  </a:lnTo>
                  <a:lnTo>
                    <a:pt x="2490" y="8349"/>
                  </a:lnTo>
                  <a:lnTo>
                    <a:pt x="2490" y="5041"/>
                  </a:lnTo>
                  <a:close/>
                  <a:moveTo>
                    <a:pt x="9925" y="9168"/>
                  </a:moveTo>
                  <a:lnTo>
                    <a:pt x="9925" y="11373"/>
                  </a:lnTo>
                  <a:cubicBezTo>
                    <a:pt x="9925" y="11625"/>
                    <a:pt x="9736" y="11783"/>
                    <a:pt x="9515" y="11783"/>
                  </a:cubicBezTo>
                  <a:lnTo>
                    <a:pt x="2490" y="11783"/>
                  </a:lnTo>
                  <a:lnTo>
                    <a:pt x="2490" y="9168"/>
                  </a:lnTo>
                  <a:close/>
                  <a:moveTo>
                    <a:pt x="1639" y="788"/>
                  </a:moveTo>
                  <a:lnTo>
                    <a:pt x="1639" y="11814"/>
                  </a:lnTo>
                  <a:lnTo>
                    <a:pt x="820" y="11814"/>
                  </a:lnTo>
                  <a:lnTo>
                    <a:pt x="820" y="788"/>
                  </a:lnTo>
                  <a:close/>
                  <a:moveTo>
                    <a:pt x="379" y="0"/>
                  </a:moveTo>
                  <a:cubicBezTo>
                    <a:pt x="158" y="0"/>
                    <a:pt x="1" y="189"/>
                    <a:pt x="1" y="410"/>
                  </a:cubicBezTo>
                  <a:lnTo>
                    <a:pt x="1" y="12256"/>
                  </a:lnTo>
                  <a:cubicBezTo>
                    <a:pt x="1" y="12445"/>
                    <a:pt x="190" y="12634"/>
                    <a:pt x="379" y="12634"/>
                  </a:cubicBezTo>
                  <a:lnTo>
                    <a:pt x="9484" y="12634"/>
                  </a:lnTo>
                  <a:cubicBezTo>
                    <a:pt x="10146" y="12634"/>
                    <a:pt x="10713" y="12098"/>
                    <a:pt x="10713" y="11436"/>
                  </a:cubicBezTo>
                  <a:lnTo>
                    <a:pt x="10713" y="1229"/>
                  </a:lnTo>
                  <a:cubicBezTo>
                    <a:pt x="10713" y="567"/>
                    <a:pt x="10177" y="0"/>
                    <a:pt x="94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41" name="Google Shape;9941;p63"/>
            <p:cNvSpPr/>
            <p:nvPr/>
          </p:nvSpPr>
          <p:spPr>
            <a:xfrm>
              <a:off x="-60494776" y="2097050"/>
              <a:ext cx="103175" cy="20500"/>
            </a:xfrm>
            <a:custGeom>
              <a:rect l="l" t="t" r="r" b="b"/>
              <a:pathLst>
                <a:path w="4127" h="820" extrusionOk="0">
                  <a:moveTo>
                    <a:pt x="410" y="0"/>
                  </a:moveTo>
                  <a:cubicBezTo>
                    <a:pt x="158" y="0"/>
                    <a:pt x="0" y="189"/>
                    <a:pt x="0" y="410"/>
                  </a:cubicBezTo>
                  <a:cubicBezTo>
                    <a:pt x="0" y="630"/>
                    <a:pt x="189" y="819"/>
                    <a:pt x="410" y="819"/>
                  </a:cubicBezTo>
                  <a:lnTo>
                    <a:pt x="3718" y="819"/>
                  </a:lnTo>
                  <a:cubicBezTo>
                    <a:pt x="3938" y="819"/>
                    <a:pt x="4127" y="630"/>
                    <a:pt x="4127" y="410"/>
                  </a:cubicBezTo>
                  <a:cubicBezTo>
                    <a:pt x="4127" y="158"/>
                    <a:pt x="3938" y="0"/>
                    <a:pt x="3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42" name="Google Shape;9942;p63"/>
          <p:cNvGrpSpPr/>
          <p:nvPr/>
        </p:nvGrpSpPr>
        <p:grpSpPr>
          <a:xfrm>
            <a:off x="2619389" y="3167537"/>
            <a:ext cx="368987" cy="368525"/>
            <a:chOff x="-60620802" y="2304600"/>
            <a:chExt cx="319000" cy="318600"/>
          </a:xfrm>
        </p:grpSpPr>
        <p:sp>
          <p:nvSpPr>
            <p:cNvPr id="9943" name="Google Shape;9943;p63"/>
            <p:cNvSpPr/>
            <p:nvPr/>
          </p:nvSpPr>
          <p:spPr>
            <a:xfrm>
              <a:off x="-60620802" y="2304600"/>
              <a:ext cx="319000" cy="318600"/>
            </a:xfrm>
            <a:custGeom>
              <a:rect l="l" t="t" r="r" b="b"/>
              <a:pathLst>
                <a:path w="12759" h="12743" extrusionOk="0">
                  <a:moveTo>
                    <a:pt x="10939" y="845"/>
                  </a:moveTo>
                  <a:cubicBezTo>
                    <a:pt x="10969" y="845"/>
                    <a:pt x="11001" y="853"/>
                    <a:pt x="11027" y="866"/>
                  </a:cubicBezTo>
                  <a:lnTo>
                    <a:pt x="11752" y="1276"/>
                  </a:lnTo>
                  <a:cubicBezTo>
                    <a:pt x="11783" y="1339"/>
                    <a:pt x="11815" y="1433"/>
                    <a:pt x="11783" y="1465"/>
                  </a:cubicBezTo>
                  <a:lnTo>
                    <a:pt x="11437" y="2063"/>
                  </a:lnTo>
                  <a:lnTo>
                    <a:pt x="10491" y="1496"/>
                  </a:lnTo>
                  <a:lnTo>
                    <a:pt x="10838" y="898"/>
                  </a:lnTo>
                  <a:cubicBezTo>
                    <a:pt x="10856" y="861"/>
                    <a:pt x="10897" y="845"/>
                    <a:pt x="10939" y="845"/>
                  </a:cubicBezTo>
                  <a:close/>
                  <a:moveTo>
                    <a:pt x="10050" y="2252"/>
                  </a:moveTo>
                  <a:lnTo>
                    <a:pt x="10995" y="2819"/>
                  </a:lnTo>
                  <a:lnTo>
                    <a:pt x="8916" y="6379"/>
                  </a:lnTo>
                  <a:lnTo>
                    <a:pt x="7971" y="5844"/>
                  </a:lnTo>
                  <a:lnTo>
                    <a:pt x="10050" y="2252"/>
                  </a:lnTo>
                  <a:close/>
                  <a:moveTo>
                    <a:pt x="7813" y="6663"/>
                  </a:moveTo>
                  <a:lnTo>
                    <a:pt x="8318" y="6978"/>
                  </a:lnTo>
                  <a:lnTo>
                    <a:pt x="7782" y="7324"/>
                  </a:lnTo>
                  <a:lnTo>
                    <a:pt x="7813" y="6663"/>
                  </a:lnTo>
                  <a:close/>
                  <a:moveTo>
                    <a:pt x="11342" y="5245"/>
                  </a:moveTo>
                  <a:cubicBezTo>
                    <a:pt x="11594" y="5245"/>
                    <a:pt x="11752" y="5434"/>
                    <a:pt x="11752" y="5686"/>
                  </a:cubicBezTo>
                  <a:lnTo>
                    <a:pt x="11752" y="11483"/>
                  </a:lnTo>
                  <a:cubicBezTo>
                    <a:pt x="11752" y="11704"/>
                    <a:pt x="11531" y="11893"/>
                    <a:pt x="11342" y="11893"/>
                  </a:cubicBezTo>
                  <a:lnTo>
                    <a:pt x="1197" y="11893"/>
                  </a:lnTo>
                  <a:cubicBezTo>
                    <a:pt x="945" y="11893"/>
                    <a:pt x="788" y="11704"/>
                    <a:pt x="788" y="11483"/>
                  </a:cubicBezTo>
                  <a:lnTo>
                    <a:pt x="788" y="5686"/>
                  </a:lnTo>
                  <a:cubicBezTo>
                    <a:pt x="788" y="5434"/>
                    <a:pt x="977" y="5245"/>
                    <a:pt x="1197" y="5245"/>
                  </a:cubicBezTo>
                  <a:lnTo>
                    <a:pt x="7372" y="5245"/>
                  </a:lnTo>
                  <a:lnTo>
                    <a:pt x="7057" y="5749"/>
                  </a:lnTo>
                  <a:cubicBezTo>
                    <a:pt x="7026" y="5812"/>
                    <a:pt x="7026" y="5875"/>
                    <a:pt x="7026" y="5970"/>
                  </a:cubicBezTo>
                  <a:lnTo>
                    <a:pt x="6900" y="7734"/>
                  </a:lnTo>
                  <a:lnTo>
                    <a:pt x="5545" y="7734"/>
                  </a:lnTo>
                  <a:cubicBezTo>
                    <a:pt x="5325" y="7734"/>
                    <a:pt x="5167" y="7923"/>
                    <a:pt x="5167" y="8175"/>
                  </a:cubicBezTo>
                  <a:cubicBezTo>
                    <a:pt x="5167" y="8396"/>
                    <a:pt x="5356" y="8585"/>
                    <a:pt x="5545" y="8585"/>
                  </a:cubicBezTo>
                  <a:lnTo>
                    <a:pt x="10523" y="8585"/>
                  </a:lnTo>
                  <a:cubicBezTo>
                    <a:pt x="10743" y="8585"/>
                    <a:pt x="10964" y="8396"/>
                    <a:pt x="10964" y="8175"/>
                  </a:cubicBezTo>
                  <a:cubicBezTo>
                    <a:pt x="10964" y="7923"/>
                    <a:pt x="10743" y="7734"/>
                    <a:pt x="10523" y="7734"/>
                  </a:cubicBezTo>
                  <a:lnTo>
                    <a:pt x="8633" y="7734"/>
                  </a:lnTo>
                  <a:lnTo>
                    <a:pt x="9294" y="7293"/>
                  </a:lnTo>
                  <a:cubicBezTo>
                    <a:pt x="9326" y="7261"/>
                    <a:pt x="9420" y="7230"/>
                    <a:pt x="9420" y="7135"/>
                  </a:cubicBezTo>
                  <a:lnTo>
                    <a:pt x="10523" y="5245"/>
                  </a:lnTo>
                  <a:close/>
                  <a:moveTo>
                    <a:pt x="10933" y="0"/>
                  </a:moveTo>
                  <a:cubicBezTo>
                    <a:pt x="10599" y="0"/>
                    <a:pt x="10280" y="175"/>
                    <a:pt x="10113" y="488"/>
                  </a:cubicBezTo>
                  <a:lnTo>
                    <a:pt x="9578" y="1433"/>
                  </a:lnTo>
                  <a:lnTo>
                    <a:pt x="7877" y="4395"/>
                  </a:lnTo>
                  <a:lnTo>
                    <a:pt x="1229" y="4395"/>
                  </a:lnTo>
                  <a:cubicBezTo>
                    <a:pt x="567" y="4395"/>
                    <a:pt x="0" y="4930"/>
                    <a:pt x="0" y="5592"/>
                  </a:cubicBezTo>
                  <a:lnTo>
                    <a:pt x="0" y="11483"/>
                  </a:lnTo>
                  <a:cubicBezTo>
                    <a:pt x="0" y="12145"/>
                    <a:pt x="567" y="12743"/>
                    <a:pt x="1229" y="12743"/>
                  </a:cubicBezTo>
                  <a:lnTo>
                    <a:pt x="11374" y="12743"/>
                  </a:lnTo>
                  <a:cubicBezTo>
                    <a:pt x="12067" y="12743"/>
                    <a:pt x="12602" y="12176"/>
                    <a:pt x="12602" y="11483"/>
                  </a:cubicBezTo>
                  <a:lnTo>
                    <a:pt x="12602" y="5686"/>
                  </a:lnTo>
                  <a:cubicBezTo>
                    <a:pt x="12602" y="5025"/>
                    <a:pt x="12067" y="4458"/>
                    <a:pt x="11374" y="4458"/>
                  </a:cubicBezTo>
                  <a:lnTo>
                    <a:pt x="11027" y="4458"/>
                  </a:lnTo>
                  <a:lnTo>
                    <a:pt x="12508" y="1937"/>
                  </a:lnTo>
                  <a:cubicBezTo>
                    <a:pt x="12760" y="1433"/>
                    <a:pt x="12602" y="835"/>
                    <a:pt x="12130" y="551"/>
                  </a:cubicBezTo>
                  <a:lnTo>
                    <a:pt x="11437" y="141"/>
                  </a:lnTo>
                  <a:cubicBezTo>
                    <a:pt x="11277" y="46"/>
                    <a:pt x="11103" y="0"/>
                    <a:pt x="10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44" name="Google Shape;9944;p63"/>
            <p:cNvSpPr/>
            <p:nvPr/>
          </p:nvSpPr>
          <p:spPr>
            <a:xfrm>
              <a:off x="-60491625" y="2560150"/>
              <a:ext cx="144925" cy="20525"/>
            </a:xfrm>
            <a:custGeom>
              <a:rect l="l" t="t" r="r" b="b"/>
              <a:pathLst>
                <a:path w="5797" h="821" extrusionOk="0">
                  <a:moveTo>
                    <a:pt x="378" y="1"/>
                  </a:moveTo>
                  <a:cubicBezTo>
                    <a:pt x="158" y="1"/>
                    <a:pt x="0" y="190"/>
                    <a:pt x="0" y="411"/>
                  </a:cubicBezTo>
                  <a:cubicBezTo>
                    <a:pt x="0" y="663"/>
                    <a:pt x="189" y="820"/>
                    <a:pt x="378" y="820"/>
                  </a:cubicBezTo>
                  <a:lnTo>
                    <a:pt x="5356" y="820"/>
                  </a:lnTo>
                  <a:cubicBezTo>
                    <a:pt x="5576" y="820"/>
                    <a:pt x="5797" y="631"/>
                    <a:pt x="5797" y="411"/>
                  </a:cubicBezTo>
                  <a:cubicBezTo>
                    <a:pt x="5797" y="190"/>
                    <a:pt x="5576" y="1"/>
                    <a:pt x="5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45" name="Google Shape;9945;p63"/>
            <p:cNvSpPr/>
            <p:nvPr/>
          </p:nvSpPr>
          <p:spPr>
            <a:xfrm>
              <a:off x="-60573549" y="2445950"/>
              <a:ext cx="62250" cy="146525"/>
            </a:xfrm>
            <a:custGeom>
              <a:rect l="l" t="t" r="r" b="b"/>
              <a:pathLst>
                <a:path w="2490" h="5861" extrusionOk="0">
                  <a:moveTo>
                    <a:pt x="1229" y="1"/>
                  </a:moveTo>
                  <a:cubicBezTo>
                    <a:pt x="977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68" y="2931"/>
                    <a:pt x="977" y="3246"/>
                  </a:cubicBezTo>
                  <a:cubicBezTo>
                    <a:pt x="1292" y="3498"/>
                    <a:pt x="1670" y="3718"/>
                    <a:pt x="1670" y="3970"/>
                  </a:cubicBezTo>
                  <a:cubicBezTo>
                    <a:pt x="1670" y="4191"/>
                    <a:pt x="1450" y="4348"/>
                    <a:pt x="1229" y="4348"/>
                  </a:cubicBezTo>
                  <a:cubicBezTo>
                    <a:pt x="977" y="4348"/>
                    <a:pt x="820" y="4159"/>
                    <a:pt x="820" y="3970"/>
                  </a:cubicBezTo>
                  <a:cubicBezTo>
                    <a:pt x="820" y="3718"/>
                    <a:pt x="631" y="3529"/>
                    <a:pt x="442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7" y="4947"/>
                    <a:pt x="820" y="5136"/>
                  </a:cubicBezTo>
                  <a:lnTo>
                    <a:pt x="820" y="5420"/>
                  </a:lnTo>
                  <a:cubicBezTo>
                    <a:pt x="820" y="5672"/>
                    <a:pt x="1040" y="5861"/>
                    <a:pt x="1229" y="5861"/>
                  </a:cubicBezTo>
                  <a:cubicBezTo>
                    <a:pt x="1450" y="5861"/>
                    <a:pt x="1670" y="5672"/>
                    <a:pt x="1670" y="5420"/>
                  </a:cubicBezTo>
                  <a:lnTo>
                    <a:pt x="1670" y="5136"/>
                  </a:lnTo>
                  <a:cubicBezTo>
                    <a:pt x="2143" y="4979"/>
                    <a:pt x="2489" y="4506"/>
                    <a:pt x="2489" y="3970"/>
                  </a:cubicBezTo>
                  <a:cubicBezTo>
                    <a:pt x="2489" y="3309"/>
                    <a:pt x="1922" y="2899"/>
                    <a:pt x="1513" y="2584"/>
                  </a:cubicBezTo>
                  <a:cubicBezTo>
                    <a:pt x="1198" y="2364"/>
                    <a:pt x="820" y="2112"/>
                    <a:pt x="820" y="1891"/>
                  </a:cubicBezTo>
                  <a:cubicBezTo>
                    <a:pt x="788" y="1639"/>
                    <a:pt x="977" y="1450"/>
                    <a:pt x="1229" y="1450"/>
                  </a:cubicBezTo>
                  <a:cubicBezTo>
                    <a:pt x="1450" y="1450"/>
                    <a:pt x="1670" y="1639"/>
                    <a:pt x="1670" y="1891"/>
                  </a:cubicBezTo>
                  <a:cubicBezTo>
                    <a:pt x="1670" y="2112"/>
                    <a:pt x="1859" y="2269"/>
                    <a:pt x="2048" y="2269"/>
                  </a:cubicBezTo>
                  <a:cubicBezTo>
                    <a:pt x="2300" y="2269"/>
                    <a:pt x="2489" y="2080"/>
                    <a:pt x="2489" y="1891"/>
                  </a:cubicBezTo>
                  <a:cubicBezTo>
                    <a:pt x="2489" y="1324"/>
                    <a:pt x="2143" y="883"/>
                    <a:pt x="1670" y="694"/>
                  </a:cubicBezTo>
                  <a:lnTo>
                    <a:pt x="1670" y="410"/>
                  </a:lnTo>
                  <a:cubicBezTo>
                    <a:pt x="1670" y="190"/>
                    <a:pt x="1450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46" name="Google Shape;9946;p63"/>
          <p:cNvGrpSpPr/>
          <p:nvPr/>
        </p:nvGrpSpPr>
        <p:grpSpPr>
          <a:xfrm>
            <a:off x="2620748" y="3663188"/>
            <a:ext cx="366269" cy="262426"/>
            <a:chOff x="-60621602" y="2716100"/>
            <a:chExt cx="316650" cy="226875"/>
          </a:xfrm>
        </p:grpSpPr>
        <p:sp>
          <p:nvSpPr>
            <p:cNvPr id="9947" name="Google Shape;9947;p63"/>
            <p:cNvSpPr/>
            <p:nvPr/>
          </p:nvSpPr>
          <p:spPr>
            <a:xfrm>
              <a:off x="-60621602" y="2716100"/>
              <a:ext cx="316650" cy="226875"/>
            </a:xfrm>
            <a:custGeom>
              <a:rect l="l" t="t" r="r" b="b"/>
              <a:pathLst>
                <a:path w="12666" h="9075" extrusionOk="0">
                  <a:moveTo>
                    <a:pt x="11374" y="789"/>
                  </a:moveTo>
                  <a:cubicBezTo>
                    <a:pt x="11626" y="789"/>
                    <a:pt x="11815" y="1009"/>
                    <a:pt x="11815" y="1230"/>
                  </a:cubicBezTo>
                  <a:lnTo>
                    <a:pt x="11815" y="1671"/>
                  </a:lnTo>
                  <a:lnTo>
                    <a:pt x="788" y="1671"/>
                  </a:lnTo>
                  <a:lnTo>
                    <a:pt x="788" y="1230"/>
                  </a:lnTo>
                  <a:cubicBezTo>
                    <a:pt x="788" y="1009"/>
                    <a:pt x="977" y="789"/>
                    <a:pt x="1166" y="789"/>
                  </a:cubicBezTo>
                  <a:close/>
                  <a:moveTo>
                    <a:pt x="11815" y="2490"/>
                  </a:moveTo>
                  <a:lnTo>
                    <a:pt x="11815" y="7877"/>
                  </a:lnTo>
                  <a:cubicBezTo>
                    <a:pt x="11815" y="8129"/>
                    <a:pt x="11626" y="8318"/>
                    <a:pt x="11374" y="8318"/>
                  </a:cubicBezTo>
                  <a:lnTo>
                    <a:pt x="1166" y="8318"/>
                  </a:lnTo>
                  <a:cubicBezTo>
                    <a:pt x="946" y="8318"/>
                    <a:pt x="788" y="8129"/>
                    <a:pt x="788" y="7877"/>
                  </a:cubicBezTo>
                  <a:lnTo>
                    <a:pt x="788" y="2490"/>
                  </a:lnTo>
                  <a:close/>
                  <a:moveTo>
                    <a:pt x="1229" y="1"/>
                  </a:moveTo>
                  <a:cubicBezTo>
                    <a:pt x="536" y="1"/>
                    <a:pt x="1" y="568"/>
                    <a:pt x="1" y="1230"/>
                  </a:cubicBezTo>
                  <a:lnTo>
                    <a:pt x="1" y="7846"/>
                  </a:lnTo>
                  <a:cubicBezTo>
                    <a:pt x="1" y="8507"/>
                    <a:pt x="536" y="9074"/>
                    <a:pt x="1229" y="9074"/>
                  </a:cubicBezTo>
                  <a:lnTo>
                    <a:pt x="11406" y="9074"/>
                  </a:lnTo>
                  <a:cubicBezTo>
                    <a:pt x="12099" y="9074"/>
                    <a:pt x="12666" y="8507"/>
                    <a:pt x="12666" y="7846"/>
                  </a:cubicBezTo>
                  <a:lnTo>
                    <a:pt x="12666" y="1230"/>
                  </a:lnTo>
                  <a:cubicBezTo>
                    <a:pt x="12634" y="568"/>
                    <a:pt x="12099" y="1"/>
                    <a:pt x="114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48" name="Google Shape;9948;p63"/>
            <p:cNvSpPr/>
            <p:nvPr/>
          </p:nvSpPr>
          <p:spPr>
            <a:xfrm>
              <a:off x="-60546773" y="2798025"/>
              <a:ext cx="166225" cy="104775"/>
            </a:xfrm>
            <a:custGeom>
              <a:rect l="l" t="t" r="r" b="b"/>
              <a:pathLst>
                <a:path w="6648" h="4191" extrusionOk="0">
                  <a:moveTo>
                    <a:pt x="2080" y="883"/>
                  </a:moveTo>
                  <a:cubicBezTo>
                    <a:pt x="2332" y="883"/>
                    <a:pt x="2553" y="946"/>
                    <a:pt x="2805" y="1072"/>
                  </a:cubicBezTo>
                  <a:cubicBezTo>
                    <a:pt x="2647" y="1387"/>
                    <a:pt x="2521" y="1733"/>
                    <a:pt x="2521" y="2080"/>
                  </a:cubicBezTo>
                  <a:cubicBezTo>
                    <a:pt x="2521" y="2489"/>
                    <a:pt x="2647" y="2804"/>
                    <a:pt x="2805" y="3119"/>
                  </a:cubicBezTo>
                  <a:cubicBezTo>
                    <a:pt x="2584" y="3245"/>
                    <a:pt x="2364" y="3308"/>
                    <a:pt x="2080" y="3308"/>
                  </a:cubicBezTo>
                  <a:cubicBezTo>
                    <a:pt x="1418" y="3308"/>
                    <a:pt x="820" y="2741"/>
                    <a:pt x="820" y="2048"/>
                  </a:cubicBezTo>
                  <a:cubicBezTo>
                    <a:pt x="820" y="1418"/>
                    <a:pt x="1418" y="883"/>
                    <a:pt x="2080" y="883"/>
                  </a:cubicBezTo>
                  <a:close/>
                  <a:moveTo>
                    <a:pt x="4569" y="883"/>
                  </a:moveTo>
                  <a:cubicBezTo>
                    <a:pt x="5231" y="883"/>
                    <a:pt x="5798" y="1418"/>
                    <a:pt x="5798" y="2080"/>
                  </a:cubicBezTo>
                  <a:cubicBezTo>
                    <a:pt x="5798" y="2741"/>
                    <a:pt x="5231" y="3340"/>
                    <a:pt x="4569" y="3340"/>
                  </a:cubicBezTo>
                  <a:cubicBezTo>
                    <a:pt x="3907" y="3340"/>
                    <a:pt x="3340" y="2804"/>
                    <a:pt x="3340" y="2080"/>
                  </a:cubicBezTo>
                  <a:cubicBezTo>
                    <a:pt x="3309" y="1418"/>
                    <a:pt x="3907" y="883"/>
                    <a:pt x="4569" y="883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6"/>
                    <a:pt x="1" y="2080"/>
                  </a:cubicBezTo>
                  <a:cubicBezTo>
                    <a:pt x="1" y="3245"/>
                    <a:pt x="946" y="4191"/>
                    <a:pt x="2080" y="4191"/>
                  </a:cubicBezTo>
                  <a:cubicBezTo>
                    <a:pt x="2521" y="4191"/>
                    <a:pt x="2962" y="4033"/>
                    <a:pt x="3340" y="3749"/>
                  </a:cubicBezTo>
                  <a:cubicBezTo>
                    <a:pt x="3687" y="4033"/>
                    <a:pt x="4128" y="4191"/>
                    <a:pt x="4569" y="4191"/>
                  </a:cubicBezTo>
                  <a:cubicBezTo>
                    <a:pt x="5703" y="4191"/>
                    <a:pt x="6648" y="3245"/>
                    <a:pt x="6648" y="2080"/>
                  </a:cubicBezTo>
                  <a:cubicBezTo>
                    <a:pt x="6648" y="946"/>
                    <a:pt x="5703" y="0"/>
                    <a:pt x="4569" y="0"/>
                  </a:cubicBezTo>
                  <a:cubicBezTo>
                    <a:pt x="4096" y="0"/>
                    <a:pt x="3655" y="158"/>
                    <a:pt x="3340" y="441"/>
                  </a:cubicBezTo>
                  <a:cubicBezTo>
                    <a:pt x="2994" y="158"/>
                    <a:pt x="2553" y="0"/>
                    <a:pt x="20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49" name="Google Shape;9949;p63"/>
          <p:cNvGrpSpPr/>
          <p:nvPr/>
        </p:nvGrpSpPr>
        <p:grpSpPr>
          <a:xfrm>
            <a:off x="3957965" y="3611281"/>
            <a:ext cx="358056" cy="366240"/>
            <a:chOff x="-59475601" y="2658625"/>
            <a:chExt cx="309550" cy="316625"/>
          </a:xfrm>
        </p:grpSpPr>
        <p:sp>
          <p:nvSpPr>
            <p:cNvPr id="9950" name="Google Shape;9950;p63"/>
            <p:cNvSpPr/>
            <p:nvPr/>
          </p:nvSpPr>
          <p:spPr>
            <a:xfrm>
              <a:off x="-59427548" y="2913025"/>
              <a:ext cx="19700" cy="19700"/>
            </a:xfrm>
            <a:custGeom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630" y="788"/>
                    <a:pt x="788" y="630"/>
                    <a:pt x="788" y="410"/>
                  </a:cubicBezTo>
                  <a:cubicBezTo>
                    <a:pt x="788" y="189"/>
                    <a:pt x="630" y="0"/>
                    <a:pt x="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51" name="Google Shape;9951;p63"/>
            <p:cNvSpPr/>
            <p:nvPr/>
          </p:nvSpPr>
          <p:spPr>
            <a:xfrm>
              <a:off x="-59428348" y="2699575"/>
              <a:ext cx="20500" cy="152825"/>
            </a:xfrm>
            <a:custGeom>
              <a:rect l="l" t="t" r="r" b="b"/>
              <a:pathLst>
                <a:path w="820" h="6113" extrusionOk="0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lnTo>
                    <a:pt x="1" y="5671"/>
                  </a:lnTo>
                  <a:cubicBezTo>
                    <a:pt x="1" y="5923"/>
                    <a:pt x="190" y="6112"/>
                    <a:pt x="442" y="6112"/>
                  </a:cubicBezTo>
                  <a:cubicBezTo>
                    <a:pt x="662" y="6112"/>
                    <a:pt x="820" y="5923"/>
                    <a:pt x="820" y="5671"/>
                  </a:cubicBezTo>
                  <a:lnTo>
                    <a:pt x="820" y="410"/>
                  </a:lnTo>
                  <a:cubicBezTo>
                    <a:pt x="820" y="158"/>
                    <a:pt x="631" y="0"/>
                    <a:pt x="4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52" name="Google Shape;9952;p63"/>
            <p:cNvSpPr/>
            <p:nvPr/>
          </p:nvSpPr>
          <p:spPr>
            <a:xfrm>
              <a:off x="-59330673" y="2913025"/>
              <a:ext cx="19700" cy="19700"/>
            </a:xfrm>
            <a:custGeom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58" y="0"/>
                    <a:pt x="0" y="189"/>
                    <a:pt x="0" y="410"/>
                  </a:cubicBezTo>
                  <a:cubicBezTo>
                    <a:pt x="0" y="630"/>
                    <a:pt x="158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53" name="Google Shape;9953;p63"/>
            <p:cNvSpPr/>
            <p:nvPr/>
          </p:nvSpPr>
          <p:spPr>
            <a:xfrm>
              <a:off x="-59330673" y="2699575"/>
              <a:ext cx="20500" cy="152825"/>
            </a:xfrm>
            <a:custGeom>
              <a:rect l="l" t="t" r="r" b="b"/>
              <a:pathLst>
                <a:path w="820" h="6113" extrusionOk="0">
                  <a:moveTo>
                    <a:pt x="378" y="0"/>
                  </a:moveTo>
                  <a:cubicBezTo>
                    <a:pt x="158" y="0"/>
                    <a:pt x="0" y="189"/>
                    <a:pt x="0" y="441"/>
                  </a:cubicBezTo>
                  <a:lnTo>
                    <a:pt x="0" y="5671"/>
                  </a:lnTo>
                  <a:cubicBezTo>
                    <a:pt x="0" y="5923"/>
                    <a:pt x="189" y="6112"/>
                    <a:pt x="378" y="6112"/>
                  </a:cubicBezTo>
                  <a:cubicBezTo>
                    <a:pt x="630" y="6112"/>
                    <a:pt x="820" y="5923"/>
                    <a:pt x="820" y="5671"/>
                  </a:cubicBezTo>
                  <a:lnTo>
                    <a:pt x="820" y="410"/>
                  </a:lnTo>
                  <a:cubicBezTo>
                    <a:pt x="788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54" name="Google Shape;9954;p63"/>
            <p:cNvSpPr/>
            <p:nvPr/>
          </p:nvSpPr>
          <p:spPr>
            <a:xfrm>
              <a:off x="-59475601" y="2658625"/>
              <a:ext cx="309550" cy="316625"/>
            </a:xfrm>
            <a:custGeom>
              <a:rect l="l" t="t" r="r" b="b"/>
              <a:pathLst>
                <a:path w="12382" h="12665" extrusionOk="0">
                  <a:moveTo>
                    <a:pt x="3372" y="788"/>
                  </a:moveTo>
                  <a:cubicBezTo>
                    <a:pt x="3624" y="788"/>
                    <a:pt x="3813" y="977"/>
                    <a:pt x="3813" y="1197"/>
                  </a:cubicBezTo>
                  <a:lnTo>
                    <a:pt x="3813" y="8538"/>
                  </a:lnTo>
                  <a:lnTo>
                    <a:pt x="788" y="8538"/>
                  </a:lnTo>
                  <a:lnTo>
                    <a:pt x="788" y="1197"/>
                  </a:lnTo>
                  <a:cubicBezTo>
                    <a:pt x="788" y="977"/>
                    <a:pt x="977" y="788"/>
                    <a:pt x="1166" y="788"/>
                  </a:cubicBezTo>
                  <a:close/>
                  <a:moveTo>
                    <a:pt x="7278" y="788"/>
                  </a:moveTo>
                  <a:cubicBezTo>
                    <a:pt x="7530" y="788"/>
                    <a:pt x="7688" y="977"/>
                    <a:pt x="7688" y="1197"/>
                  </a:cubicBezTo>
                  <a:lnTo>
                    <a:pt x="7688" y="8538"/>
                  </a:lnTo>
                  <a:lnTo>
                    <a:pt x="4632" y="8538"/>
                  </a:lnTo>
                  <a:lnTo>
                    <a:pt x="4632" y="1197"/>
                  </a:lnTo>
                  <a:cubicBezTo>
                    <a:pt x="4632" y="977"/>
                    <a:pt x="4852" y="788"/>
                    <a:pt x="5073" y="788"/>
                  </a:cubicBezTo>
                  <a:close/>
                  <a:moveTo>
                    <a:pt x="11122" y="788"/>
                  </a:moveTo>
                  <a:cubicBezTo>
                    <a:pt x="11342" y="788"/>
                    <a:pt x="11500" y="977"/>
                    <a:pt x="11500" y="1197"/>
                  </a:cubicBezTo>
                  <a:lnTo>
                    <a:pt x="11500" y="8538"/>
                  </a:lnTo>
                  <a:lnTo>
                    <a:pt x="8507" y="8538"/>
                  </a:lnTo>
                  <a:lnTo>
                    <a:pt x="8507" y="1197"/>
                  </a:lnTo>
                  <a:cubicBezTo>
                    <a:pt x="8507" y="977"/>
                    <a:pt x="8696" y="788"/>
                    <a:pt x="8885" y="788"/>
                  </a:cubicBezTo>
                  <a:close/>
                  <a:moveTo>
                    <a:pt x="3813" y="9325"/>
                  </a:moveTo>
                  <a:lnTo>
                    <a:pt x="3813" y="11405"/>
                  </a:lnTo>
                  <a:cubicBezTo>
                    <a:pt x="3813" y="11657"/>
                    <a:pt x="3624" y="11846"/>
                    <a:pt x="3372" y="11846"/>
                  </a:cubicBezTo>
                  <a:lnTo>
                    <a:pt x="1166" y="11846"/>
                  </a:lnTo>
                  <a:cubicBezTo>
                    <a:pt x="946" y="11846"/>
                    <a:pt x="788" y="11657"/>
                    <a:pt x="788" y="11405"/>
                  </a:cubicBezTo>
                  <a:lnTo>
                    <a:pt x="788" y="9325"/>
                  </a:lnTo>
                  <a:close/>
                  <a:moveTo>
                    <a:pt x="7688" y="9325"/>
                  </a:moveTo>
                  <a:lnTo>
                    <a:pt x="7688" y="11405"/>
                  </a:lnTo>
                  <a:cubicBezTo>
                    <a:pt x="7688" y="11657"/>
                    <a:pt x="7467" y="11846"/>
                    <a:pt x="7278" y="11846"/>
                  </a:cubicBezTo>
                  <a:lnTo>
                    <a:pt x="5073" y="11846"/>
                  </a:lnTo>
                  <a:cubicBezTo>
                    <a:pt x="4852" y="11846"/>
                    <a:pt x="4632" y="11657"/>
                    <a:pt x="4632" y="11405"/>
                  </a:cubicBezTo>
                  <a:lnTo>
                    <a:pt x="4632" y="9325"/>
                  </a:lnTo>
                  <a:close/>
                  <a:moveTo>
                    <a:pt x="11563" y="9325"/>
                  </a:moveTo>
                  <a:lnTo>
                    <a:pt x="11563" y="11405"/>
                  </a:lnTo>
                  <a:lnTo>
                    <a:pt x="11531" y="11405"/>
                  </a:lnTo>
                  <a:cubicBezTo>
                    <a:pt x="11531" y="11657"/>
                    <a:pt x="11342" y="11846"/>
                    <a:pt x="11153" y="11846"/>
                  </a:cubicBezTo>
                  <a:lnTo>
                    <a:pt x="8948" y="11846"/>
                  </a:lnTo>
                  <a:cubicBezTo>
                    <a:pt x="8696" y="11846"/>
                    <a:pt x="8538" y="11657"/>
                    <a:pt x="8538" y="11405"/>
                  </a:cubicBezTo>
                  <a:lnTo>
                    <a:pt x="8538" y="9325"/>
                  </a:lnTo>
                  <a:close/>
                  <a:moveTo>
                    <a:pt x="1229" y="0"/>
                  </a:moveTo>
                  <a:cubicBezTo>
                    <a:pt x="536" y="0"/>
                    <a:pt x="0" y="536"/>
                    <a:pt x="0" y="1197"/>
                  </a:cubicBezTo>
                  <a:lnTo>
                    <a:pt x="0" y="11405"/>
                  </a:lnTo>
                  <a:cubicBezTo>
                    <a:pt x="0" y="12066"/>
                    <a:pt x="536" y="12665"/>
                    <a:pt x="1229" y="12665"/>
                  </a:cubicBezTo>
                  <a:lnTo>
                    <a:pt x="3435" y="12665"/>
                  </a:lnTo>
                  <a:cubicBezTo>
                    <a:pt x="3750" y="12665"/>
                    <a:pt x="4002" y="12539"/>
                    <a:pt x="4254" y="12350"/>
                  </a:cubicBezTo>
                  <a:cubicBezTo>
                    <a:pt x="4474" y="12539"/>
                    <a:pt x="4758" y="12665"/>
                    <a:pt x="5073" y="12665"/>
                  </a:cubicBezTo>
                  <a:lnTo>
                    <a:pt x="7278" y="12665"/>
                  </a:lnTo>
                  <a:cubicBezTo>
                    <a:pt x="7593" y="12665"/>
                    <a:pt x="7877" y="12539"/>
                    <a:pt x="8097" y="12350"/>
                  </a:cubicBezTo>
                  <a:cubicBezTo>
                    <a:pt x="8349" y="12539"/>
                    <a:pt x="8633" y="12665"/>
                    <a:pt x="8948" y="12665"/>
                  </a:cubicBezTo>
                  <a:lnTo>
                    <a:pt x="11153" y="12665"/>
                  </a:lnTo>
                  <a:cubicBezTo>
                    <a:pt x="11815" y="12665"/>
                    <a:pt x="12382" y="12129"/>
                    <a:pt x="12382" y="11405"/>
                  </a:cubicBezTo>
                  <a:lnTo>
                    <a:pt x="12382" y="1197"/>
                  </a:lnTo>
                  <a:cubicBezTo>
                    <a:pt x="12350" y="536"/>
                    <a:pt x="11815" y="0"/>
                    <a:pt x="11153" y="0"/>
                  </a:cubicBezTo>
                  <a:lnTo>
                    <a:pt x="8948" y="0"/>
                  </a:lnTo>
                  <a:cubicBezTo>
                    <a:pt x="8633" y="0"/>
                    <a:pt x="8349" y="95"/>
                    <a:pt x="8097" y="315"/>
                  </a:cubicBezTo>
                  <a:cubicBezTo>
                    <a:pt x="7877" y="95"/>
                    <a:pt x="7593" y="0"/>
                    <a:pt x="7278" y="0"/>
                  </a:cubicBezTo>
                  <a:lnTo>
                    <a:pt x="5073" y="0"/>
                  </a:lnTo>
                  <a:cubicBezTo>
                    <a:pt x="4758" y="0"/>
                    <a:pt x="4474" y="95"/>
                    <a:pt x="4254" y="315"/>
                  </a:cubicBezTo>
                  <a:cubicBezTo>
                    <a:pt x="4002" y="95"/>
                    <a:pt x="3750" y="0"/>
                    <a:pt x="34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55" name="Google Shape;9955;p63"/>
            <p:cNvSpPr/>
            <p:nvPr/>
          </p:nvSpPr>
          <p:spPr>
            <a:xfrm>
              <a:off x="-59234598" y="2913025"/>
              <a:ext cx="19725" cy="19700"/>
            </a:xfrm>
            <a:custGeom>
              <a:rect l="l" t="t" r="r" b="b"/>
              <a:pathLst>
                <a:path w="789" h="788" extrusionOk="0">
                  <a:moveTo>
                    <a:pt x="411" y="0"/>
                  </a:moveTo>
                  <a:cubicBezTo>
                    <a:pt x="190" y="0"/>
                    <a:pt x="1" y="189"/>
                    <a:pt x="1" y="410"/>
                  </a:cubicBezTo>
                  <a:cubicBezTo>
                    <a:pt x="1" y="630"/>
                    <a:pt x="190" y="788"/>
                    <a:pt x="411" y="788"/>
                  </a:cubicBezTo>
                  <a:cubicBezTo>
                    <a:pt x="631" y="788"/>
                    <a:pt x="789" y="630"/>
                    <a:pt x="789" y="410"/>
                  </a:cubicBezTo>
                  <a:cubicBezTo>
                    <a:pt x="789" y="189"/>
                    <a:pt x="631" y="0"/>
                    <a:pt x="4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56" name="Google Shape;9956;p63"/>
            <p:cNvSpPr/>
            <p:nvPr/>
          </p:nvSpPr>
          <p:spPr>
            <a:xfrm>
              <a:off x="-59235373" y="2699575"/>
              <a:ext cx="20500" cy="152825"/>
            </a:xfrm>
            <a:custGeom>
              <a:rect l="l" t="t" r="r" b="b"/>
              <a:pathLst>
                <a:path w="820" h="6113" extrusionOk="0">
                  <a:moveTo>
                    <a:pt x="442" y="0"/>
                  </a:moveTo>
                  <a:cubicBezTo>
                    <a:pt x="190" y="0"/>
                    <a:pt x="0" y="189"/>
                    <a:pt x="0" y="441"/>
                  </a:cubicBezTo>
                  <a:lnTo>
                    <a:pt x="0" y="5671"/>
                  </a:lnTo>
                  <a:cubicBezTo>
                    <a:pt x="0" y="5923"/>
                    <a:pt x="190" y="6112"/>
                    <a:pt x="442" y="6112"/>
                  </a:cubicBezTo>
                  <a:cubicBezTo>
                    <a:pt x="662" y="6112"/>
                    <a:pt x="820" y="5923"/>
                    <a:pt x="820" y="5671"/>
                  </a:cubicBezTo>
                  <a:lnTo>
                    <a:pt x="820" y="410"/>
                  </a:lnTo>
                  <a:cubicBezTo>
                    <a:pt x="820" y="158"/>
                    <a:pt x="631" y="0"/>
                    <a:pt x="4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957" name="Google Shape;9957;p63"/>
          <p:cNvSpPr/>
          <p:nvPr/>
        </p:nvSpPr>
        <p:spPr>
          <a:xfrm>
            <a:off x="2175657" y="1314368"/>
            <a:ext cx="365373" cy="365344"/>
          </a:xfrm>
          <a:custGeom>
            <a:rect l="l" t="t" r="r" b="b"/>
            <a:pathLst>
              <a:path w="12635" h="12634" extrusionOk="0">
                <a:moveTo>
                  <a:pt x="6302" y="2741"/>
                </a:moveTo>
                <a:cubicBezTo>
                  <a:pt x="6774" y="2741"/>
                  <a:pt x="7152" y="3087"/>
                  <a:pt x="7152" y="3560"/>
                </a:cubicBezTo>
                <a:cubicBezTo>
                  <a:pt x="7152" y="4033"/>
                  <a:pt x="6774" y="4411"/>
                  <a:pt x="6302" y="4411"/>
                </a:cubicBezTo>
                <a:cubicBezTo>
                  <a:pt x="5861" y="4411"/>
                  <a:pt x="5483" y="4033"/>
                  <a:pt x="5483" y="3560"/>
                </a:cubicBezTo>
                <a:cubicBezTo>
                  <a:pt x="5483" y="3087"/>
                  <a:pt x="5829" y="2741"/>
                  <a:pt x="6302" y="2741"/>
                </a:cubicBezTo>
                <a:close/>
                <a:moveTo>
                  <a:pt x="11910" y="819"/>
                </a:moveTo>
                <a:lnTo>
                  <a:pt x="11910" y="5230"/>
                </a:lnTo>
                <a:lnTo>
                  <a:pt x="8161" y="5230"/>
                </a:lnTo>
                <a:cubicBezTo>
                  <a:pt x="7972" y="5041"/>
                  <a:pt x="7751" y="4820"/>
                  <a:pt x="7530" y="4726"/>
                </a:cubicBezTo>
                <a:cubicBezTo>
                  <a:pt x="7814" y="4411"/>
                  <a:pt x="8003" y="4001"/>
                  <a:pt x="8003" y="3560"/>
                </a:cubicBezTo>
                <a:cubicBezTo>
                  <a:pt x="8003" y="2678"/>
                  <a:pt x="7247" y="1922"/>
                  <a:pt x="6333" y="1922"/>
                </a:cubicBezTo>
                <a:cubicBezTo>
                  <a:pt x="5451" y="1922"/>
                  <a:pt x="4695" y="2678"/>
                  <a:pt x="4695" y="3560"/>
                </a:cubicBezTo>
                <a:cubicBezTo>
                  <a:pt x="4695" y="4001"/>
                  <a:pt x="4853" y="4411"/>
                  <a:pt x="5168" y="4726"/>
                </a:cubicBezTo>
                <a:cubicBezTo>
                  <a:pt x="4916" y="4820"/>
                  <a:pt x="4695" y="5041"/>
                  <a:pt x="4537" y="5230"/>
                </a:cubicBezTo>
                <a:lnTo>
                  <a:pt x="883" y="5230"/>
                </a:lnTo>
                <a:lnTo>
                  <a:pt x="883" y="819"/>
                </a:lnTo>
                <a:close/>
                <a:moveTo>
                  <a:pt x="6302" y="5230"/>
                </a:moveTo>
                <a:cubicBezTo>
                  <a:pt x="7215" y="5230"/>
                  <a:pt x="7972" y="5986"/>
                  <a:pt x="7972" y="6868"/>
                </a:cubicBezTo>
                <a:lnTo>
                  <a:pt x="4664" y="6868"/>
                </a:lnTo>
                <a:cubicBezTo>
                  <a:pt x="4664" y="5986"/>
                  <a:pt x="5388" y="5230"/>
                  <a:pt x="6302" y="5230"/>
                </a:cubicBezTo>
                <a:close/>
                <a:moveTo>
                  <a:pt x="8287" y="7719"/>
                </a:moveTo>
                <a:lnTo>
                  <a:pt x="7593" y="11846"/>
                </a:lnTo>
                <a:lnTo>
                  <a:pt x="5010" y="11846"/>
                </a:lnTo>
                <a:lnTo>
                  <a:pt x="4285" y="7719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378"/>
                </a:cubicBezTo>
                <a:lnTo>
                  <a:pt x="1" y="5608"/>
                </a:lnTo>
                <a:cubicBezTo>
                  <a:pt x="1" y="5860"/>
                  <a:pt x="190" y="6017"/>
                  <a:pt x="410" y="6017"/>
                </a:cubicBezTo>
                <a:lnTo>
                  <a:pt x="3970" y="6017"/>
                </a:lnTo>
                <a:cubicBezTo>
                  <a:pt x="3907" y="6301"/>
                  <a:pt x="3813" y="6553"/>
                  <a:pt x="3813" y="6837"/>
                </a:cubicBezTo>
                <a:lnTo>
                  <a:pt x="2994" y="6837"/>
                </a:lnTo>
                <a:cubicBezTo>
                  <a:pt x="2773" y="6837"/>
                  <a:pt x="2616" y="7026"/>
                  <a:pt x="2616" y="7246"/>
                </a:cubicBezTo>
                <a:cubicBezTo>
                  <a:pt x="2616" y="7467"/>
                  <a:pt x="2805" y="7656"/>
                  <a:pt x="2994" y="7656"/>
                </a:cubicBezTo>
                <a:lnTo>
                  <a:pt x="3466" y="7656"/>
                </a:lnTo>
                <a:lnTo>
                  <a:pt x="4254" y="12255"/>
                </a:lnTo>
                <a:cubicBezTo>
                  <a:pt x="4285" y="12476"/>
                  <a:pt x="4443" y="12633"/>
                  <a:pt x="4664" y="12633"/>
                </a:cubicBezTo>
                <a:lnTo>
                  <a:pt x="7972" y="12633"/>
                </a:lnTo>
                <a:cubicBezTo>
                  <a:pt x="8161" y="12633"/>
                  <a:pt x="8350" y="12476"/>
                  <a:pt x="8350" y="12255"/>
                </a:cubicBezTo>
                <a:lnTo>
                  <a:pt x="9137" y="7656"/>
                </a:lnTo>
                <a:lnTo>
                  <a:pt x="9610" y="7656"/>
                </a:lnTo>
                <a:cubicBezTo>
                  <a:pt x="9862" y="7656"/>
                  <a:pt x="10019" y="7467"/>
                  <a:pt x="10019" y="7215"/>
                </a:cubicBezTo>
                <a:cubicBezTo>
                  <a:pt x="10019" y="6994"/>
                  <a:pt x="9799" y="6837"/>
                  <a:pt x="9610" y="6837"/>
                </a:cubicBezTo>
                <a:lnTo>
                  <a:pt x="8791" y="6837"/>
                </a:lnTo>
                <a:cubicBezTo>
                  <a:pt x="8791" y="6553"/>
                  <a:pt x="8759" y="6269"/>
                  <a:pt x="8633" y="6017"/>
                </a:cubicBezTo>
                <a:lnTo>
                  <a:pt x="12225" y="6017"/>
                </a:lnTo>
                <a:cubicBezTo>
                  <a:pt x="12445" y="6017"/>
                  <a:pt x="12603" y="5797"/>
                  <a:pt x="12603" y="5608"/>
                </a:cubicBezTo>
                <a:lnTo>
                  <a:pt x="12603" y="378"/>
                </a:lnTo>
                <a:cubicBezTo>
                  <a:pt x="12634" y="189"/>
                  <a:pt x="12445" y="0"/>
                  <a:pt x="122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958" name="Google Shape;9958;p63"/>
          <p:cNvSpPr/>
          <p:nvPr/>
        </p:nvSpPr>
        <p:spPr>
          <a:xfrm>
            <a:off x="2203001" y="1792834"/>
            <a:ext cx="310690" cy="369016"/>
          </a:xfrm>
          <a:custGeom>
            <a:rect l="l" t="t" r="r" b="b"/>
            <a:pathLst>
              <a:path w="10744" h="12761" extrusionOk="0">
                <a:moveTo>
                  <a:pt x="5419" y="820"/>
                </a:moveTo>
                <a:cubicBezTo>
                  <a:pt x="6585" y="820"/>
                  <a:pt x="7530" y="1765"/>
                  <a:pt x="7530" y="2899"/>
                </a:cubicBezTo>
                <a:cubicBezTo>
                  <a:pt x="7530" y="3655"/>
                  <a:pt x="7121" y="4317"/>
                  <a:pt x="6490" y="4663"/>
                </a:cubicBezTo>
                <a:cubicBezTo>
                  <a:pt x="6364" y="4758"/>
                  <a:pt x="6301" y="4884"/>
                  <a:pt x="6301" y="5042"/>
                </a:cubicBezTo>
                <a:lnTo>
                  <a:pt x="6301" y="7436"/>
                </a:lnTo>
                <a:lnTo>
                  <a:pt x="4632" y="7436"/>
                </a:lnTo>
                <a:lnTo>
                  <a:pt x="4632" y="5042"/>
                </a:lnTo>
                <a:cubicBezTo>
                  <a:pt x="4632" y="4884"/>
                  <a:pt x="4569" y="4758"/>
                  <a:pt x="4443" y="4663"/>
                </a:cubicBezTo>
                <a:cubicBezTo>
                  <a:pt x="3687" y="4317"/>
                  <a:pt x="3340" y="3655"/>
                  <a:pt x="3340" y="2899"/>
                </a:cubicBezTo>
                <a:cubicBezTo>
                  <a:pt x="3340" y="1765"/>
                  <a:pt x="4285" y="820"/>
                  <a:pt x="5419" y="820"/>
                </a:cubicBezTo>
                <a:close/>
                <a:moveTo>
                  <a:pt x="8696" y="8286"/>
                </a:moveTo>
                <a:cubicBezTo>
                  <a:pt x="9357" y="8286"/>
                  <a:pt x="9924" y="8854"/>
                  <a:pt x="9924" y="9547"/>
                </a:cubicBezTo>
                <a:lnTo>
                  <a:pt x="9924" y="10271"/>
                </a:lnTo>
                <a:lnTo>
                  <a:pt x="820" y="10271"/>
                </a:lnTo>
                <a:lnTo>
                  <a:pt x="820" y="9547"/>
                </a:lnTo>
                <a:cubicBezTo>
                  <a:pt x="820" y="8885"/>
                  <a:pt x="1387" y="8286"/>
                  <a:pt x="2048" y="8286"/>
                </a:cubicBezTo>
                <a:close/>
                <a:moveTo>
                  <a:pt x="9137" y="11059"/>
                </a:moveTo>
                <a:lnTo>
                  <a:pt x="9137" y="11878"/>
                </a:lnTo>
                <a:lnTo>
                  <a:pt x="1702" y="11878"/>
                </a:lnTo>
                <a:lnTo>
                  <a:pt x="1702" y="11059"/>
                </a:lnTo>
                <a:close/>
                <a:moveTo>
                  <a:pt x="5325" y="1"/>
                </a:moveTo>
                <a:cubicBezTo>
                  <a:pt x="3718" y="1"/>
                  <a:pt x="2458" y="1292"/>
                  <a:pt x="2458" y="2899"/>
                </a:cubicBezTo>
                <a:cubicBezTo>
                  <a:pt x="2458" y="3403"/>
                  <a:pt x="2615" y="3939"/>
                  <a:pt x="2836" y="4348"/>
                </a:cubicBezTo>
                <a:cubicBezTo>
                  <a:pt x="3025" y="4726"/>
                  <a:pt x="3340" y="5010"/>
                  <a:pt x="3655" y="5262"/>
                </a:cubicBezTo>
                <a:lnTo>
                  <a:pt x="3655" y="7467"/>
                </a:lnTo>
                <a:lnTo>
                  <a:pt x="2080" y="7467"/>
                </a:lnTo>
                <a:cubicBezTo>
                  <a:pt x="946" y="7467"/>
                  <a:pt x="0" y="8413"/>
                  <a:pt x="0" y="9547"/>
                </a:cubicBezTo>
                <a:lnTo>
                  <a:pt x="0" y="10649"/>
                </a:lnTo>
                <a:cubicBezTo>
                  <a:pt x="0" y="10901"/>
                  <a:pt x="189" y="11059"/>
                  <a:pt x="441" y="11059"/>
                </a:cubicBezTo>
                <a:lnTo>
                  <a:pt x="820" y="11059"/>
                </a:lnTo>
                <a:lnTo>
                  <a:pt x="820" y="12319"/>
                </a:lnTo>
                <a:cubicBezTo>
                  <a:pt x="820" y="12540"/>
                  <a:pt x="1009" y="12760"/>
                  <a:pt x="1229" y="12760"/>
                </a:cubicBezTo>
                <a:lnTo>
                  <a:pt x="9483" y="12760"/>
                </a:lnTo>
                <a:cubicBezTo>
                  <a:pt x="9735" y="12760"/>
                  <a:pt x="9924" y="12540"/>
                  <a:pt x="9924" y="12319"/>
                </a:cubicBezTo>
                <a:lnTo>
                  <a:pt x="9924" y="11059"/>
                </a:lnTo>
                <a:lnTo>
                  <a:pt x="10303" y="11059"/>
                </a:lnTo>
                <a:cubicBezTo>
                  <a:pt x="10555" y="11059"/>
                  <a:pt x="10744" y="10870"/>
                  <a:pt x="10744" y="10649"/>
                </a:cubicBezTo>
                <a:lnTo>
                  <a:pt x="10744" y="9547"/>
                </a:lnTo>
                <a:cubicBezTo>
                  <a:pt x="10744" y="8413"/>
                  <a:pt x="9798" y="7467"/>
                  <a:pt x="8664" y="7467"/>
                </a:cubicBezTo>
                <a:lnTo>
                  <a:pt x="7026" y="7467"/>
                </a:lnTo>
                <a:lnTo>
                  <a:pt x="7026" y="5262"/>
                </a:lnTo>
                <a:cubicBezTo>
                  <a:pt x="7373" y="5042"/>
                  <a:pt x="7656" y="4726"/>
                  <a:pt x="7845" y="4348"/>
                </a:cubicBezTo>
                <a:cubicBezTo>
                  <a:pt x="8129" y="3939"/>
                  <a:pt x="8223" y="3403"/>
                  <a:pt x="8223" y="2899"/>
                </a:cubicBezTo>
                <a:cubicBezTo>
                  <a:pt x="8223" y="1292"/>
                  <a:pt x="6932" y="1"/>
                  <a:pt x="532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9959" name="Google Shape;9959;p63"/>
          <p:cNvGrpSpPr/>
          <p:nvPr/>
        </p:nvGrpSpPr>
        <p:grpSpPr>
          <a:xfrm>
            <a:off x="2233086" y="2259206"/>
            <a:ext cx="263294" cy="367165"/>
            <a:chOff x="-63987102" y="2646800"/>
            <a:chExt cx="227625" cy="317425"/>
          </a:xfrm>
        </p:grpSpPr>
        <p:sp>
          <p:nvSpPr>
            <p:cNvPr id="9960" name="Google Shape;9960;p63"/>
            <p:cNvSpPr/>
            <p:nvPr/>
          </p:nvSpPr>
          <p:spPr>
            <a:xfrm>
              <a:off x="-63987102" y="2646800"/>
              <a:ext cx="227625" cy="317425"/>
            </a:xfrm>
            <a:custGeom>
              <a:rect l="l" t="t" r="r" b="b"/>
              <a:pathLst>
                <a:path w="9105" h="12697" extrusionOk="0">
                  <a:moveTo>
                    <a:pt x="7467" y="851"/>
                  </a:moveTo>
                  <a:lnTo>
                    <a:pt x="7467" y="2426"/>
                  </a:lnTo>
                  <a:cubicBezTo>
                    <a:pt x="7152" y="2300"/>
                    <a:pt x="6711" y="2237"/>
                    <a:pt x="6238" y="2237"/>
                  </a:cubicBezTo>
                  <a:cubicBezTo>
                    <a:pt x="5198" y="2237"/>
                    <a:pt x="4411" y="2678"/>
                    <a:pt x="4379" y="2710"/>
                  </a:cubicBezTo>
                  <a:cubicBezTo>
                    <a:pt x="4379" y="2710"/>
                    <a:pt x="3718" y="3056"/>
                    <a:pt x="2930" y="3056"/>
                  </a:cubicBezTo>
                  <a:cubicBezTo>
                    <a:pt x="2426" y="3056"/>
                    <a:pt x="1953" y="2899"/>
                    <a:pt x="1701" y="2773"/>
                  </a:cubicBezTo>
                  <a:lnTo>
                    <a:pt x="1701" y="851"/>
                  </a:lnTo>
                  <a:close/>
                  <a:moveTo>
                    <a:pt x="6207" y="3088"/>
                  </a:moveTo>
                  <a:cubicBezTo>
                    <a:pt x="6711" y="3088"/>
                    <a:pt x="7183" y="3245"/>
                    <a:pt x="7404" y="3371"/>
                  </a:cubicBezTo>
                  <a:cubicBezTo>
                    <a:pt x="7309" y="4789"/>
                    <a:pt x="6049" y="5986"/>
                    <a:pt x="4537" y="5986"/>
                  </a:cubicBezTo>
                  <a:cubicBezTo>
                    <a:pt x="3151" y="5986"/>
                    <a:pt x="2016" y="5041"/>
                    <a:pt x="1701" y="3718"/>
                  </a:cubicBezTo>
                  <a:lnTo>
                    <a:pt x="1701" y="3718"/>
                  </a:lnTo>
                  <a:cubicBezTo>
                    <a:pt x="2016" y="3844"/>
                    <a:pt x="2426" y="3939"/>
                    <a:pt x="2899" y="3939"/>
                  </a:cubicBezTo>
                  <a:cubicBezTo>
                    <a:pt x="3907" y="3939"/>
                    <a:pt x="4694" y="3498"/>
                    <a:pt x="4726" y="3466"/>
                  </a:cubicBezTo>
                  <a:cubicBezTo>
                    <a:pt x="4726" y="3466"/>
                    <a:pt x="5419" y="3088"/>
                    <a:pt x="6207" y="3088"/>
                  </a:cubicBezTo>
                  <a:close/>
                  <a:moveTo>
                    <a:pt x="4537" y="10240"/>
                  </a:moveTo>
                  <a:cubicBezTo>
                    <a:pt x="5135" y="10240"/>
                    <a:pt x="5639" y="10933"/>
                    <a:pt x="5765" y="11878"/>
                  </a:cubicBezTo>
                  <a:lnTo>
                    <a:pt x="3308" y="11878"/>
                  </a:lnTo>
                  <a:cubicBezTo>
                    <a:pt x="3434" y="10933"/>
                    <a:pt x="3938" y="10240"/>
                    <a:pt x="4537" y="10240"/>
                  </a:cubicBezTo>
                  <a:close/>
                  <a:moveTo>
                    <a:pt x="4505" y="6774"/>
                  </a:moveTo>
                  <a:cubicBezTo>
                    <a:pt x="6144" y="6806"/>
                    <a:pt x="7467" y="8066"/>
                    <a:pt x="7467" y="9672"/>
                  </a:cubicBezTo>
                  <a:lnTo>
                    <a:pt x="7467" y="11878"/>
                  </a:lnTo>
                  <a:lnTo>
                    <a:pt x="6585" y="11878"/>
                  </a:lnTo>
                  <a:cubicBezTo>
                    <a:pt x="6553" y="11279"/>
                    <a:pt x="6364" y="10744"/>
                    <a:pt x="6049" y="10303"/>
                  </a:cubicBezTo>
                  <a:cubicBezTo>
                    <a:pt x="5639" y="9704"/>
                    <a:pt x="5104" y="9389"/>
                    <a:pt x="4537" y="9389"/>
                  </a:cubicBezTo>
                  <a:cubicBezTo>
                    <a:pt x="3938" y="9389"/>
                    <a:pt x="3434" y="9704"/>
                    <a:pt x="3056" y="10303"/>
                  </a:cubicBezTo>
                  <a:cubicBezTo>
                    <a:pt x="2772" y="10744"/>
                    <a:pt x="2583" y="11279"/>
                    <a:pt x="2489" y="11878"/>
                  </a:cubicBezTo>
                  <a:lnTo>
                    <a:pt x="1638" y="11878"/>
                  </a:lnTo>
                  <a:lnTo>
                    <a:pt x="1638" y="9672"/>
                  </a:lnTo>
                  <a:cubicBezTo>
                    <a:pt x="1638" y="8066"/>
                    <a:pt x="2930" y="6774"/>
                    <a:pt x="4505" y="6774"/>
                  </a:cubicBez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10"/>
                  </a:cubicBezTo>
                  <a:cubicBezTo>
                    <a:pt x="0" y="662"/>
                    <a:pt x="221" y="851"/>
                    <a:pt x="410" y="851"/>
                  </a:cubicBezTo>
                  <a:lnTo>
                    <a:pt x="851" y="851"/>
                  </a:lnTo>
                  <a:lnTo>
                    <a:pt x="851" y="3056"/>
                  </a:lnTo>
                  <a:cubicBezTo>
                    <a:pt x="851" y="4506"/>
                    <a:pt x="1670" y="5734"/>
                    <a:pt x="2867" y="6364"/>
                  </a:cubicBezTo>
                  <a:cubicBezTo>
                    <a:pt x="1670" y="6995"/>
                    <a:pt x="851" y="8223"/>
                    <a:pt x="851" y="9672"/>
                  </a:cubicBezTo>
                  <a:lnTo>
                    <a:pt x="851" y="11878"/>
                  </a:lnTo>
                  <a:lnTo>
                    <a:pt x="410" y="11878"/>
                  </a:lnTo>
                  <a:cubicBezTo>
                    <a:pt x="158" y="11878"/>
                    <a:pt x="0" y="12067"/>
                    <a:pt x="0" y="12287"/>
                  </a:cubicBezTo>
                  <a:cubicBezTo>
                    <a:pt x="0" y="12508"/>
                    <a:pt x="221" y="12697"/>
                    <a:pt x="410" y="12697"/>
                  </a:cubicBezTo>
                  <a:lnTo>
                    <a:pt x="8664" y="12697"/>
                  </a:lnTo>
                  <a:cubicBezTo>
                    <a:pt x="8916" y="12697"/>
                    <a:pt x="9105" y="12508"/>
                    <a:pt x="9105" y="12287"/>
                  </a:cubicBezTo>
                  <a:cubicBezTo>
                    <a:pt x="9105" y="12035"/>
                    <a:pt x="8916" y="11878"/>
                    <a:pt x="8664" y="11878"/>
                  </a:cubicBezTo>
                  <a:lnTo>
                    <a:pt x="8286" y="11878"/>
                  </a:lnTo>
                  <a:lnTo>
                    <a:pt x="8286" y="9672"/>
                  </a:lnTo>
                  <a:cubicBezTo>
                    <a:pt x="8286" y="8223"/>
                    <a:pt x="7467" y="6995"/>
                    <a:pt x="6270" y="6364"/>
                  </a:cubicBezTo>
                  <a:cubicBezTo>
                    <a:pt x="7467" y="5734"/>
                    <a:pt x="8286" y="4506"/>
                    <a:pt x="8286" y="3056"/>
                  </a:cubicBezTo>
                  <a:lnTo>
                    <a:pt x="8286" y="851"/>
                  </a:lnTo>
                  <a:lnTo>
                    <a:pt x="8664" y="851"/>
                  </a:lnTo>
                  <a:cubicBezTo>
                    <a:pt x="8916" y="851"/>
                    <a:pt x="9105" y="662"/>
                    <a:pt x="9105" y="410"/>
                  </a:cubicBezTo>
                  <a:cubicBezTo>
                    <a:pt x="9105" y="189"/>
                    <a:pt x="8916" y="0"/>
                    <a:pt x="8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61" name="Google Shape;9961;p63"/>
            <p:cNvSpPr/>
            <p:nvPr/>
          </p:nvSpPr>
          <p:spPr>
            <a:xfrm>
              <a:off x="-63883152" y="2826375"/>
              <a:ext cx="20500" cy="41775"/>
            </a:xfrm>
            <a:custGeom>
              <a:rect l="l" t="t" r="r" b="b"/>
              <a:pathLst>
                <a:path w="820" h="1670" extrusionOk="0">
                  <a:moveTo>
                    <a:pt x="379" y="1"/>
                  </a:moveTo>
                  <a:cubicBezTo>
                    <a:pt x="158" y="1"/>
                    <a:pt x="1" y="221"/>
                    <a:pt x="1" y="442"/>
                  </a:cubicBezTo>
                  <a:lnTo>
                    <a:pt x="1" y="1261"/>
                  </a:lnTo>
                  <a:cubicBezTo>
                    <a:pt x="1" y="1513"/>
                    <a:pt x="190" y="1670"/>
                    <a:pt x="379" y="1670"/>
                  </a:cubicBezTo>
                  <a:cubicBezTo>
                    <a:pt x="631" y="1670"/>
                    <a:pt x="820" y="1481"/>
                    <a:pt x="820" y="1261"/>
                  </a:cubicBezTo>
                  <a:lnTo>
                    <a:pt x="820" y="442"/>
                  </a:lnTo>
                  <a:cubicBezTo>
                    <a:pt x="820" y="221"/>
                    <a:pt x="631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62" name="Google Shape;9962;p63"/>
          <p:cNvGrpSpPr/>
          <p:nvPr/>
        </p:nvGrpSpPr>
        <p:grpSpPr>
          <a:xfrm>
            <a:off x="852428" y="2730827"/>
            <a:ext cx="358056" cy="369913"/>
            <a:chOff x="-62148002" y="1930075"/>
            <a:chExt cx="309550" cy="319800"/>
          </a:xfrm>
        </p:grpSpPr>
        <p:sp>
          <p:nvSpPr>
            <p:cNvPr id="9963" name="Google Shape;9963;p63"/>
            <p:cNvSpPr/>
            <p:nvPr/>
          </p:nvSpPr>
          <p:spPr>
            <a:xfrm>
              <a:off x="-62148002" y="1930075"/>
              <a:ext cx="309550" cy="319800"/>
            </a:xfrm>
            <a:custGeom>
              <a:rect l="l" t="t" r="r" b="b"/>
              <a:pathLst>
                <a:path w="12382" h="12792" extrusionOk="0">
                  <a:moveTo>
                    <a:pt x="11594" y="1670"/>
                  </a:moveTo>
                  <a:lnTo>
                    <a:pt x="11594" y="2899"/>
                  </a:lnTo>
                  <a:cubicBezTo>
                    <a:pt x="11594" y="3970"/>
                    <a:pt x="10775" y="4883"/>
                    <a:pt x="9735" y="4946"/>
                  </a:cubicBezTo>
                  <a:cubicBezTo>
                    <a:pt x="9861" y="4631"/>
                    <a:pt x="9924" y="4190"/>
                    <a:pt x="9924" y="3781"/>
                  </a:cubicBezTo>
                  <a:lnTo>
                    <a:pt x="9924" y="1670"/>
                  </a:lnTo>
                  <a:close/>
                  <a:moveTo>
                    <a:pt x="2489" y="1733"/>
                  </a:moveTo>
                  <a:lnTo>
                    <a:pt x="2489" y="3812"/>
                  </a:lnTo>
                  <a:cubicBezTo>
                    <a:pt x="2489" y="4253"/>
                    <a:pt x="2584" y="4631"/>
                    <a:pt x="2678" y="5041"/>
                  </a:cubicBezTo>
                  <a:cubicBezTo>
                    <a:pt x="1638" y="4915"/>
                    <a:pt x="851" y="4033"/>
                    <a:pt x="851" y="2993"/>
                  </a:cubicBezTo>
                  <a:lnTo>
                    <a:pt x="851" y="1733"/>
                  </a:lnTo>
                  <a:close/>
                  <a:moveTo>
                    <a:pt x="9105" y="882"/>
                  </a:moveTo>
                  <a:lnTo>
                    <a:pt x="9105" y="3812"/>
                  </a:lnTo>
                  <a:cubicBezTo>
                    <a:pt x="9105" y="5419"/>
                    <a:pt x="7813" y="6679"/>
                    <a:pt x="6207" y="6679"/>
                  </a:cubicBezTo>
                  <a:cubicBezTo>
                    <a:pt x="4600" y="6679"/>
                    <a:pt x="3308" y="5387"/>
                    <a:pt x="3308" y="3812"/>
                  </a:cubicBezTo>
                  <a:lnTo>
                    <a:pt x="3308" y="882"/>
                  </a:lnTo>
                  <a:close/>
                  <a:moveTo>
                    <a:pt x="6648" y="7467"/>
                  </a:moveTo>
                  <a:lnTo>
                    <a:pt x="6648" y="8601"/>
                  </a:lnTo>
                  <a:lnTo>
                    <a:pt x="5797" y="8601"/>
                  </a:lnTo>
                  <a:lnTo>
                    <a:pt x="5797" y="7467"/>
                  </a:lnTo>
                  <a:cubicBezTo>
                    <a:pt x="5923" y="7467"/>
                    <a:pt x="6081" y="7498"/>
                    <a:pt x="6207" y="7498"/>
                  </a:cubicBezTo>
                  <a:cubicBezTo>
                    <a:pt x="6301" y="7498"/>
                    <a:pt x="6459" y="7498"/>
                    <a:pt x="6648" y="7467"/>
                  </a:cubicBezTo>
                  <a:close/>
                  <a:moveTo>
                    <a:pt x="7057" y="9389"/>
                  </a:moveTo>
                  <a:cubicBezTo>
                    <a:pt x="7309" y="9389"/>
                    <a:pt x="7498" y="9609"/>
                    <a:pt x="7498" y="9830"/>
                  </a:cubicBezTo>
                  <a:lnTo>
                    <a:pt x="7498" y="10271"/>
                  </a:lnTo>
                  <a:lnTo>
                    <a:pt x="5009" y="10271"/>
                  </a:lnTo>
                  <a:lnTo>
                    <a:pt x="5009" y="9830"/>
                  </a:lnTo>
                  <a:lnTo>
                    <a:pt x="4978" y="9830"/>
                  </a:lnTo>
                  <a:cubicBezTo>
                    <a:pt x="4978" y="9609"/>
                    <a:pt x="5167" y="9389"/>
                    <a:pt x="5419" y="9389"/>
                  </a:cubicBezTo>
                  <a:close/>
                  <a:moveTo>
                    <a:pt x="8727" y="11090"/>
                  </a:moveTo>
                  <a:cubicBezTo>
                    <a:pt x="8948" y="11090"/>
                    <a:pt x="9105" y="11279"/>
                    <a:pt x="9105" y="11499"/>
                  </a:cubicBezTo>
                  <a:lnTo>
                    <a:pt x="9105" y="11909"/>
                  </a:lnTo>
                  <a:lnTo>
                    <a:pt x="3308" y="11909"/>
                  </a:lnTo>
                  <a:lnTo>
                    <a:pt x="3308" y="11499"/>
                  </a:lnTo>
                  <a:cubicBezTo>
                    <a:pt x="3308" y="11247"/>
                    <a:pt x="3529" y="11090"/>
                    <a:pt x="3718" y="11090"/>
                  </a:cubicBezTo>
                  <a:close/>
                  <a:moveTo>
                    <a:pt x="2899" y="0"/>
                  </a:moveTo>
                  <a:cubicBezTo>
                    <a:pt x="2647" y="0"/>
                    <a:pt x="2489" y="189"/>
                    <a:pt x="2489" y="410"/>
                  </a:cubicBezTo>
                  <a:lnTo>
                    <a:pt x="2489" y="819"/>
                  </a:lnTo>
                  <a:lnTo>
                    <a:pt x="410" y="819"/>
                  </a:lnTo>
                  <a:cubicBezTo>
                    <a:pt x="221" y="882"/>
                    <a:pt x="0" y="1040"/>
                    <a:pt x="0" y="1292"/>
                  </a:cubicBezTo>
                  <a:lnTo>
                    <a:pt x="0" y="2930"/>
                  </a:lnTo>
                  <a:cubicBezTo>
                    <a:pt x="0" y="4568"/>
                    <a:pt x="1323" y="5860"/>
                    <a:pt x="2930" y="5860"/>
                  </a:cubicBezTo>
                  <a:lnTo>
                    <a:pt x="3119" y="5860"/>
                  </a:lnTo>
                  <a:cubicBezTo>
                    <a:pt x="3560" y="6522"/>
                    <a:pt x="4222" y="7026"/>
                    <a:pt x="4978" y="7309"/>
                  </a:cubicBezTo>
                  <a:lnTo>
                    <a:pt x="4978" y="8695"/>
                  </a:lnTo>
                  <a:cubicBezTo>
                    <a:pt x="4505" y="8853"/>
                    <a:pt x="4159" y="9326"/>
                    <a:pt x="4159" y="9861"/>
                  </a:cubicBezTo>
                  <a:lnTo>
                    <a:pt x="4159" y="10302"/>
                  </a:lnTo>
                  <a:lnTo>
                    <a:pt x="3749" y="10302"/>
                  </a:lnTo>
                  <a:cubicBezTo>
                    <a:pt x="3088" y="10302"/>
                    <a:pt x="2521" y="10869"/>
                    <a:pt x="2521" y="11531"/>
                  </a:cubicBezTo>
                  <a:lnTo>
                    <a:pt x="2521" y="12350"/>
                  </a:lnTo>
                  <a:cubicBezTo>
                    <a:pt x="2521" y="12571"/>
                    <a:pt x="2741" y="12791"/>
                    <a:pt x="2930" y="12791"/>
                  </a:cubicBezTo>
                  <a:lnTo>
                    <a:pt x="9546" y="12791"/>
                  </a:lnTo>
                  <a:cubicBezTo>
                    <a:pt x="9767" y="12791"/>
                    <a:pt x="9924" y="12571"/>
                    <a:pt x="9924" y="12350"/>
                  </a:cubicBezTo>
                  <a:lnTo>
                    <a:pt x="9924" y="11499"/>
                  </a:lnTo>
                  <a:cubicBezTo>
                    <a:pt x="9924" y="10806"/>
                    <a:pt x="9389" y="10271"/>
                    <a:pt x="8727" y="10271"/>
                  </a:cubicBezTo>
                  <a:lnTo>
                    <a:pt x="8286" y="10271"/>
                  </a:lnTo>
                  <a:lnTo>
                    <a:pt x="8286" y="9830"/>
                  </a:lnTo>
                  <a:cubicBezTo>
                    <a:pt x="8286" y="9294"/>
                    <a:pt x="7939" y="8853"/>
                    <a:pt x="7467" y="8664"/>
                  </a:cubicBezTo>
                  <a:lnTo>
                    <a:pt x="7467" y="7278"/>
                  </a:lnTo>
                  <a:cubicBezTo>
                    <a:pt x="8191" y="6994"/>
                    <a:pt x="8885" y="6490"/>
                    <a:pt x="9294" y="5828"/>
                  </a:cubicBezTo>
                  <a:lnTo>
                    <a:pt x="9515" y="5828"/>
                  </a:lnTo>
                  <a:cubicBezTo>
                    <a:pt x="11121" y="5828"/>
                    <a:pt x="12382" y="4505"/>
                    <a:pt x="12382" y="2899"/>
                  </a:cubicBezTo>
                  <a:lnTo>
                    <a:pt x="12382" y="1260"/>
                  </a:lnTo>
                  <a:cubicBezTo>
                    <a:pt x="12382" y="1008"/>
                    <a:pt x="12193" y="819"/>
                    <a:pt x="11972" y="819"/>
                  </a:cubicBezTo>
                  <a:lnTo>
                    <a:pt x="9893" y="819"/>
                  </a:lnTo>
                  <a:lnTo>
                    <a:pt x="9893" y="410"/>
                  </a:lnTo>
                  <a:cubicBezTo>
                    <a:pt x="9893" y="189"/>
                    <a:pt x="9704" y="0"/>
                    <a:pt x="9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64" name="Google Shape;9964;p63"/>
            <p:cNvSpPr/>
            <p:nvPr/>
          </p:nvSpPr>
          <p:spPr>
            <a:xfrm>
              <a:off x="-62044827" y="1972200"/>
              <a:ext cx="107125" cy="97700"/>
            </a:xfrm>
            <a:custGeom>
              <a:rect l="l" t="t" r="r" b="b"/>
              <a:pathLst>
                <a:path w="4285" h="3908" extrusionOk="0">
                  <a:moveTo>
                    <a:pt x="2111" y="1308"/>
                  </a:moveTo>
                  <a:lnTo>
                    <a:pt x="2237" y="1560"/>
                  </a:lnTo>
                  <a:cubicBezTo>
                    <a:pt x="2300" y="1686"/>
                    <a:pt x="2395" y="1781"/>
                    <a:pt x="2552" y="1812"/>
                  </a:cubicBezTo>
                  <a:lnTo>
                    <a:pt x="2867" y="1844"/>
                  </a:lnTo>
                  <a:lnTo>
                    <a:pt x="2615" y="2033"/>
                  </a:lnTo>
                  <a:cubicBezTo>
                    <a:pt x="2552" y="2127"/>
                    <a:pt x="2458" y="2285"/>
                    <a:pt x="2521" y="2411"/>
                  </a:cubicBezTo>
                  <a:lnTo>
                    <a:pt x="2552" y="2726"/>
                  </a:lnTo>
                  <a:lnTo>
                    <a:pt x="2269" y="2568"/>
                  </a:lnTo>
                  <a:cubicBezTo>
                    <a:pt x="2206" y="2505"/>
                    <a:pt x="2143" y="2505"/>
                    <a:pt x="2080" y="2505"/>
                  </a:cubicBezTo>
                  <a:cubicBezTo>
                    <a:pt x="1985" y="2505"/>
                    <a:pt x="1954" y="2505"/>
                    <a:pt x="1891" y="2568"/>
                  </a:cubicBezTo>
                  <a:lnTo>
                    <a:pt x="1607" y="2726"/>
                  </a:lnTo>
                  <a:lnTo>
                    <a:pt x="1639" y="2411"/>
                  </a:lnTo>
                  <a:cubicBezTo>
                    <a:pt x="1670" y="2285"/>
                    <a:pt x="1607" y="2127"/>
                    <a:pt x="1513" y="2033"/>
                  </a:cubicBezTo>
                  <a:lnTo>
                    <a:pt x="1292" y="1844"/>
                  </a:lnTo>
                  <a:lnTo>
                    <a:pt x="1670" y="1812"/>
                  </a:lnTo>
                  <a:cubicBezTo>
                    <a:pt x="1796" y="1812"/>
                    <a:pt x="1922" y="1686"/>
                    <a:pt x="1985" y="1560"/>
                  </a:cubicBezTo>
                  <a:lnTo>
                    <a:pt x="2111" y="1308"/>
                  </a:lnTo>
                  <a:close/>
                  <a:moveTo>
                    <a:pt x="2143" y="1"/>
                  </a:moveTo>
                  <a:cubicBezTo>
                    <a:pt x="1993" y="1"/>
                    <a:pt x="1843" y="79"/>
                    <a:pt x="1765" y="237"/>
                  </a:cubicBezTo>
                  <a:lnTo>
                    <a:pt x="1355" y="1056"/>
                  </a:lnTo>
                  <a:lnTo>
                    <a:pt x="473" y="1182"/>
                  </a:lnTo>
                  <a:cubicBezTo>
                    <a:pt x="95" y="1214"/>
                    <a:pt x="0" y="1655"/>
                    <a:pt x="221" y="1875"/>
                  </a:cubicBezTo>
                  <a:lnTo>
                    <a:pt x="851" y="2505"/>
                  </a:lnTo>
                  <a:lnTo>
                    <a:pt x="693" y="3419"/>
                  </a:lnTo>
                  <a:cubicBezTo>
                    <a:pt x="668" y="3693"/>
                    <a:pt x="880" y="3908"/>
                    <a:pt x="1110" y="3908"/>
                  </a:cubicBezTo>
                  <a:cubicBezTo>
                    <a:pt x="1171" y="3908"/>
                    <a:pt x="1233" y="3893"/>
                    <a:pt x="1292" y="3860"/>
                  </a:cubicBezTo>
                  <a:lnTo>
                    <a:pt x="2111" y="3419"/>
                  </a:lnTo>
                  <a:lnTo>
                    <a:pt x="2930" y="3860"/>
                  </a:lnTo>
                  <a:cubicBezTo>
                    <a:pt x="2992" y="3891"/>
                    <a:pt x="3056" y="3905"/>
                    <a:pt x="3119" y="3905"/>
                  </a:cubicBezTo>
                  <a:cubicBezTo>
                    <a:pt x="3376" y="3905"/>
                    <a:pt x="3605" y="3672"/>
                    <a:pt x="3529" y="3419"/>
                  </a:cubicBezTo>
                  <a:lnTo>
                    <a:pt x="3371" y="2505"/>
                  </a:lnTo>
                  <a:lnTo>
                    <a:pt x="4033" y="1875"/>
                  </a:lnTo>
                  <a:cubicBezTo>
                    <a:pt x="4285" y="1655"/>
                    <a:pt x="4159" y="1214"/>
                    <a:pt x="3812" y="1182"/>
                  </a:cubicBezTo>
                  <a:lnTo>
                    <a:pt x="2899" y="1056"/>
                  </a:lnTo>
                  <a:lnTo>
                    <a:pt x="2521" y="237"/>
                  </a:lnTo>
                  <a:cubicBezTo>
                    <a:pt x="2442" y="79"/>
                    <a:pt x="2292" y="1"/>
                    <a:pt x="21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65" name="Google Shape;9965;p63"/>
          <p:cNvGrpSpPr/>
          <p:nvPr/>
        </p:nvGrpSpPr>
        <p:grpSpPr>
          <a:xfrm>
            <a:off x="849695" y="3169113"/>
            <a:ext cx="363522" cy="365373"/>
            <a:chOff x="-62150377" y="2297875"/>
            <a:chExt cx="314275" cy="315875"/>
          </a:xfrm>
        </p:grpSpPr>
        <p:sp>
          <p:nvSpPr>
            <p:cNvPr id="9966" name="Google Shape;9966;p63"/>
            <p:cNvSpPr/>
            <p:nvPr/>
          </p:nvSpPr>
          <p:spPr>
            <a:xfrm>
              <a:off x="-61994424" y="2297875"/>
              <a:ext cx="64600" cy="69925"/>
            </a:xfrm>
            <a:custGeom>
              <a:rect l="l" t="t" r="r" b="b"/>
              <a:pathLst>
                <a:path w="2584" h="2797" extrusionOk="0">
                  <a:moveTo>
                    <a:pt x="1324" y="1"/>
                  </a:moveTo>
                  <a:cubicBezTo>
                    <a:pt x="1072" y="1"/>
                    <a:pt x="883" y="190"/>
                    <a:pt x="883" y="442"/>
                  </a:cubicBezTo>
                  <a:lnTo>
                    <a:pt x="883" y="1387"/>
                  </a:lnTo>
                  <a:lnTo>
                    <a:pt x="757" y="1261"/>
                  </a:lnTo>
                  <a:cubicBezTo>
                    <a:pt x="678" y="1182"/>
                    <a:pt x="568" y="1143"/>
                    <a:pt x="457" y="1143"/>
                  </a:cubicBezTo>
                  <a:cubicBezTo>
                    <a:pt x="347" y="1143"/>
                    <a:pt x="237" y="1182"/>
                    <a:pt x="158" y="1261"/>
                  </a:cubicBezTo>
                  <a:cubicBezTo>
                    <a:pt x="1" y="1419"/>
                    <a:pt x="1" y="1702"/>
                    <a:pt x="158" y="1860"/>
                  </a:cubicBezTo>
                  <a:lnTo>
                    <a:pt x="1009" y="2679"/>
                  </a:lnTo>
                  <a:cubicBezTo>
                    <a:pt x="1088" y="2758"/>
                    <a:pt x="1190" y="2797"/>
                    <a:pt x="1292" y="2797"/>
                  </a:cubicBezTo>
                  <a:cubicBezTo>
                    <a:pt x="1395" y="2797"/>
                    <a:pt x="1497" y="2758"/>
                    <a:pt x="1576" y="2679"/>
                  </a:cubicBezTo>
                  <a:lnTo>
                    <a:pt x="2426" y="1860"/>
                  </a:lnTo>
                  <a:cubicBezTo>
                    <a:pt x="2584" y="1702"/>
                    <a:pt x="2584" y="1419"/>
                    <a:pt x="2426" y="1261"/>
                  </a:cubicBezTo>
                  <a:cubicBezTo>
                    <a:pt x="2348" y="1182"/>
                    <a:pt x="2237" y="1143"/>
                    <a:pt x="2127" y="1143"/>
                  </a:cubicBezTo>
                  <a:cubicBezTo>
                    <a:pt x="2017" y="1143"/>
                    <a:pt x="1907" y="1182"/>
                    <a:pt x="1828" y="1261"/>
                  </a:cubicBezTo>
                  <a:lnTo>
                    <a:pt x="1702" y="1387"/>
                  </a:lnTo>
                  <a:lnTo>
                    <a:pt x="1702" y="442"/>
                  </a:lnTo>
                  <a:cubicBezTo>
                    <a:pt x="1733" y="190"/>
                    <a:pt x="1544" y="1"/>
                    <a:pt x="1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67" name="Google Shape;9967;p63"/>
            <p:cNvSpPr/>
            <p:nvPr/>
          </p:nvSpPr>
          <p:spPr>
            <a:xfrm>
              <a:off x="-62150377" y="2338050"/>
              <a:ext cx="314275" cy="275700"/>
            </a:xfrm>
            <a:custGeom>
              <a:rect l="l" t="t" r="r" b="b"/>
              <a:pathLst>
                <a:path w="12571" h="11028" extrusionOk="0">
                  <a:moveTo>
                    <a:pt x="11752" y="2805"/>
                  </a:moveTo>
                  <a:lnTo>
                    <a:pt x="11059" y="6932"/>
                  </a:lnTo>
                  <a:lnTo>
                    <a:pt x="3970" y="6932"/>
                  </a:lnTo>
                  <a:lnTo>
                    <a:pt x="3183" y="2805"/>
                  </a:lnTo>
                  <a:close/>
                  <a:moveTo>
                    <a:pt x="5199" y="9421"/>
                  </a:moveTo>
                  <a:cubicBezTo>
                    <a:pt x="5388" y="9452"/>
                    <a:pt x="5514" y="9610"/>
                    <a:pt x="5514" y="9830"/>
                  </a:cubicBezTo>
                  <a:cubicBezTo>
                    <a:pt x="5514" y="10051"/>
                    <a:pt x="5293" y="10240"/>
                    <a:pt x="5073" y="10240"/>
                  </a:cubicBezTo>
                  <a:cubicBezTo>
                    <a:pt x="4821" y="10240"/>
                    <a:pt x="4663" y="10051"/>
                    <a:pt x="4663" y="9830"/>
                  </a:cubicBezTo>
                  <a:cubicBezTo>
                    <a:pt x="4663" y="9610"/>
                    <a:pt x="4789" y="9452"/>
                    <a:pt x="4978" y="9421"/>
                  </a:cubicBezTo>
                  <a:close/>
                  <a:moveTo>
                    <a:pt x="9830" y="9421"/>
                  </a:moveTo>
                  <a:cubicBezTo>
                    <a:pt x="10019" y="9452"/>
                    <a:pt x="10145" y="9610"/>
                    <a:pt x="10145" y="9830"/>
                  </a:cubicBezTo>
                  <a:cubicBezTo>
                    <a:pt x="10145" y="10051"/>
                    <a:pt x="9956" y="10240"/>
                    <a:pt x="9704" y="10240"/>
                  </a:cubicBezTo>
                  <a:cubicBezTo>
                    <a:pt x="9484" y="10240"/>
                    <a:pt x="9326" y="10051"/>
                    <a:pt x="9326" y="9830"/>
                  </a:cubicBezTo>
                  <a:cubicBezTo>
                    <a:pt x="9358" y="9610"/>
                    <a:pt x="9484" y="9452"/>
                    <a:pt x="9673" y="9421"/>
                  </a:cubicBezTo>
                  <a:close/>
                  <a:moveTo>
                    <a:pt x="284" y="1"/>
                  </a:moveTo>
                  <a:cubicBezTo>
                    <a:pt x="190" y="64"/>
                    <a:pt x="1" y="253"/>
                    <a:pt x="1" y="473"/>
                  </a:cubicBezTo>
                  <a:cubicBezTo>
                    <a:pt x="1" y="725"/>
                    <a:pt x="190" y="883"/>
                    <a:pt x="379" y="883"/>
                  </a:cubicBezTo>
                  <a:lnTo>
                    <a:pt x="1954" y="883"/>
                  </a:lnTo>
                  <a:lnTo>
                    <a:pt x="3151" y="7058"/>
                  </a:lnTo>
                  <a:cubicBezTo>
                    <a:pt x="2710" y="7247"/>
                    <a:pt x="2427" y="7688"/>
                    <a:pt x="2427" y="8192"/>
                  </a:cubicBezTo>
                  <a:cubicBezTo>
                    <a:pt x="2427" y="8885"/>
                    <a:pt x="2994" y="9421"/>
                    <a:pt x="3655" y="9421"/>
                  </a:cubicBezTo>
                  <a:lnTo>
                    <a:pt x="3844" y="9421"/>
                  </a:lnTo>
                  <a:cubicBezTo>
                    <a:pt x="3813" y="9547"/>
                    <a:pt x="3781" y="9704"/>
                    <a:pt x="3781" y="9830"/>
                  </a:cubicBezTo>
                  <a:cubicBezTo>
                    <a:pt x="3781" y="10492"/>
                    <a:pt x="4317" y="11027"/>
                    <a:pt x="5010" y="11027"/>
                  </a:cubicBezTo>
                  <a:cubicBezTo>
                    <a:pt x="5672" y="11027"/>
                    <a:pt x="6207" y="10492"/>
                    <a:pt x="6207" y="9830"/>
                  </a:cubicBezTo>
                  <a:cubicBezTo>
                    <a:pt x="6207" y="9673"/>
                    <a:pt x="6176" y="9547"/>
                    <a:pt x="6144" y="9421"/>
                  </a:cubicBezTo>
                  <a:lnTo>
                    <a:pt x="8475" y="9421"/>
                  </a:lnTo>
                  <a:cubicBezTo>
                    <a:pt x="8412" y="9547"/>
                    <a:pt x="8381" y="9704"/>
                    <a:pt x="8381" y="9830"/>
                  </a:cubicBezTo>
                  <a:cubicBezTo>
                    <a:pt x="8381" y="10492"/>
                    <a:pt x="8948" y="11027"/>
                    <a:pt x="9610" y="11027"/>
                  </a:cubicBezTo>
                  <a:cubicBezTo>
                    <a:pt x="10271" y="11027"/>
                    <a:pt x="10870" y="10492"/>
                    <a:pt x="10870" y="9830"/>
                  </a:cubicBezTo>
                  <a:cubicBezTo>
                    <a:pt x="10870" y="9673"/>
                    <a:pt x="10838" y="9547"/>
                    <a:pt x="10775" y="9421"/>
                  </a:cubicBezTo>
                  <a:lnTo>
                    <a:pt x="11405" y="9421"/>
                  </a:lnTo>
                  <a:cubicBezTo>
                    <a:pt x="11657" y="9421"/>
                    <a:pt x="11815" y="9231"/>
                    <a:pt x="11815" y="9042"/>
                  </a:cubicBezTo>
                  <a:cubicBezTo>
                    <a:pt x="11815" y="8822"/>
                    <a:pt x="11626" y="8601"/>
                    <a:pt x="11405" y="8601"/>
                  </a:cubicBezTo>
                  <a:lnTo>
                    <a:pt x="3529" y="8601"/>
                  </a:lnTo>
                  <a:cubicBezTo>
                    <a:pt x="3309" y="8601"/>
                    <a:pt x="3151" y="8412"/>
                    <a:pt x="3151" y="8160"/>
                  </a:cubicBezTo>
                  <a:cubicBezTo>
                    <a:pt x="3151" y="7940"/>
                    <a:pt x="3340" y="7719"/>
                    <a:pt x="3529" y="7719"/>
                  </a:cubicBezTo>
                  <a:lnTo>
                    <a:pt x="11311" y="7719"/>
                  </a:lnTo>
                  <a:cubicBezTo>
                    <a:pt x="11500" y="7719"/>
                    <a:pt x="11689" y="7562"/>
                    <a:pt x="11689" y="7373"/>
                  </a:cubicBezTo>
                  <a:lnTo>
                    <a:pt x="12508" y="2426"/>
                  </a:lnTo>
                  <a:cubicBezTo>
                    <a:pt x="12571" y="2174"/>
                    <a:pt x="12351" y="1954"/>
                    <a:pt x="12130" y="1954"/>
                  </a:cubicBezTo>
                  <a:lnTo>
                    <a:pt x="2899" y="1954"/>
                  </a:lnTo>
                  <a:lnTo>
                    <a:pt x="2584" y="379"/>
                  </a:lnTo>
                  <a:cubicBezTo>
                    <a:pt x="2553" y="158"/>
                    <a:pt x="2395" y="1"/>
                    <a:pt x="22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68" name="Google Shape;9968;p63"/>
            <p:cNvSpPr/>
            <p:nvPr/>
          </p:nvSpPr>
          <p:spPr>
            <a:xfrm>
              <a:off x="-61972372" y="2430200"/>
              <a:ext cx="20500" cy="60675"/>
            </a:xfrm>
            <a:custGeom>
              <a:rect l="l" t="t" r="r" b="b"/>
              <a:pathLst>
                <a:path w="820" h="2427" extrusionOk="0">
                  <a:moveTo>
                    <a:pt x="442" y="1"/>
                  </a:moveTo>
                  <a:cubicBezTo>
                    <a:pt x="190" y="1"/>
                    <a:pt x="1" y="190"/>
                    <a:pt x="1" y="379"/>
                  </a:cubicBezTo>
                  <a:lnTo>
                    <a:pt x="1" y="2048"/>
                  </a:lnTo>
                  <a:cubicBezTo>
                    <a:pt x="32" y="2269"/>
                    <a:pt x="221" y="2427"/>
                    <a:pt x="442" y="2427"/>
                  </a:cubicBezTo>
                  <a:cubicBezTo>
                    <a:pt x="662" y="2427"/>
                    <a:pt x="820" y="2237"/>
                    <a:pt x="820" y="2048"/>
                  </a:cubicBezTo>
                  <a:lnTo>
                    <a:pt x="820" y="379"/>
                  </a:lnTo>
                  <a:cubicBezTo>
                    <a:pt x="820" y="158"/>
                    <a:pt x="631" y="1"/>
                    <a:pt x="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69" name="Google Shape;9969;p63"/>
            <p:cNvSpPr/>
            <p:nvPr/>
          </p:nvSpPr>
          <p:spPr>
            <a:xfrm>
              <a:off x="-61909350" y="2430200"/>
              <a:ext cx="19700" cy="60675"/>
            </a:xfrm>
            <a:custGeom>
              <a:rect l="l" t="t" r="r" b="b"/>
              <a:pathLst>
                <a:path w="788" h="2427" extrusionOk="0">
                  <a:moveTo>
                    <a:pt x="378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2048"/>
                  </a:lnTo>
                  <a:cubicBezTo>
                    <a:pt x="0" y="2269"/>
                    <a:pt x="189" y="2427"/>
                    <a:pt x="378" y="2427"/>
                  </a:cubicBezTo>
                  <a:cubicBezTo>
                    <a:pt x="630" y="2427"/>
                    <a:pt x="788" y="2237"/>
                    <a:pt x="788" y="2048"/>
                  </a:cubicBezTo>
                  <a:lnTo>
                    <a:pt x="788" y="379"/>
                  </a:lnTo>
                  <a:cubicBezTo>
                    <a:pt x="788" y="158"/>
                    <a:pt x="599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70" name="Google Shape;9970;p63"/>
            <p:cNvSpPr/>
            <p:nvPr/>
          </p:nvSpPr>
          <p:spPr>
            <a:xfrm>
              <a:off x="-62033801" y="2430200"/>
              <a:ext cx="21275" cy="60675"/>
            </a:xfrm>
            <a:custGeom>
              <a:rect l="l" t="t" r="r" b="b"/>
              <a:pathLst>
                <a:path w="851" h="2427" extrusionOk="0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048"/>
                  </a:lnTo>
                  <a:cubicBezTo>
                    <a:pt x="0" y="2269"/>
                    <a:pt x="221" y="2427"/>
                    <a:pt x="410" y="2427"/>
                  </a:cubicBezTo>
                  <a:cubicBezTo>
                    <a:pt x="630" y="2427"/>
                    <a:pt x="851" y="2237"/>
                    <a:pt x="851" y="2048"/>
                  </a:cubicBezTo>
                  <a:lnTo>
                    <a:pt x="851" y="379"/>
                  </a:lnTo>
                  <a:cubicBezTo>
                    <a:pt x="851" y="158"/>
                    <a:pt x="630" y="1"/>
                    <a:pt x="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71" name="Google Shape;9971;p63"/>
          <p:cNvGrpSpPr/>
          <p:nvPr/>
        </p:nvGrpSpPr>
        <p:grpSpPr>
          <a:xfrm>
            <a:off x="848322" y="3610356"/>
            <a:ext cx="366269" cy="368091"/>
            <a:chOff x="-62150377" y="2664925"/>
            <a:chExt cx="316650" cy="318225"/>
          </a:xfrm>
        </p:grpSpPr>
        <p:sp>
          <p:nvSpPr>
            <p:cNvPr id="9972" name="Google Shape;9972;p63"/>
            <p:cNvSpPr/>
            <p:nvPr/>
          </p:nvSpPr>
          <p:spPr>
            <a:xfrm>
              <a:off x="-62150377" y="2961850"/>
              <a:ext cx="316650" cy="21300"/>
            </a:xfrm>
            <a:custGeom>
              <a:rect l="l" t="t" r="r" b="b"/>
              <a:pathLst>
                <a:path w="12666" h="852" extrusionOk="0">
                  <a:moveTo>
                    <a:pt x="379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51"/>
                    <a:pt x="379" y="851"/>
                  </a:cubicBezTo>
                  <a:lnTo>
                    <a:pt x="12225" y="851"/>
                  </a:lnTo>
                  <a:cubicBezTo>
                    <a:pt x="12477" y="851"/>
                    <a:pt x="12634" y="662"/>
                    <a:pt x="12634" y="410"/>
                  </a:cubicBezTo>
                  <a:cubicBezTo>
                    <a:pt x="12666" y="158"/>
                    <a:pt x="12477" y="0"/>
                    <a:pt x="122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73" name="Google Shape;9973;p63"/>
            <p:cNvSpPr/>
            <p:nvPr/>
          </p:nvSpPr>
          <p:spPr>
            <a:xfrm>
              <a:off x="-62150377" y="2838200"/>
              <a:ext cx="82725" cy="102400"/>
            </a:xfrm>
            <a:custGeom>
              <a:rect l="l" t="t" r="r" b="b"/>
              <a:pathLst>
                <a:path w="3309" h="4096" extrusionOk="0">
                  <a:moveTo>
                    <a:pt x="2363" y="756"/>
                  </a:moveTo>
                  <a:cubicBezTo>
                    <a:pt x="2427" y="756"/>
                    <a:pt x="2521" y="851"/>
                    <a:pt x="2521" y="914"/>
                  </a:cubicBezTo>
                  <a:lnTo>
                    <a:pt x="2521" y="3119"/>
                  </a:lnTo>
                  <a:cubicBezTo>
                    <a:pt x="2521" y="3214"/>
                    <a:pt x="2427" y="3245"/>
                    <a:pt x="2363" y="3245"/>
                  </a:cubicBezTo>
                  <a:lnTo>
                    <a:pt x="977" y="3245"/>
                  </a:lnTo>
                  <a:cubicBezTo>
                    <a:pt x="883" y="3245"/>
                    <a:pt x="820" y="3151"/>
                    <a:pt x="820" y="3119"/>
                  </a:cubicBezTo>
                  <a:lnTo>
                    <a:pt x="820" y="914"/>
                  </a:lnTo>
                  <a:cubicBezTo>
                    <a:pt x="820" y="851"/>
                    <a:pt x="883" y="756"/>
                    <a:pt x="977" y="756"/>
                  </a:cubicBezTo>
                  <a:close/>
                  <a:moveTo>
                    <a:pt x="946" y="0"/>
                  </a:moveTo>
                  <a:cubicBezTo>
                    <a:pt x="379" y="0"/>
                    <a:pt x="1" y="441"/>
                    <a:pt x="1" y="945"/>
                  </a:cubicBezTo>
                  <a:lnTo>
                    <a:pt x="1" y="3151"/>
                  </a:lnTo>
                  <a:cubicBezTo>
                    <a:pt x="1" y="3686"/>
                    <a:pt x="410" y="4096"/>
                    <a:pt x="946" y="4096"/>
                  </a:cubicBezTo>
                  <a:lnTo>
                    <a:pt x="2300" y="4096"/>
                  </a:lnTo>
                  <a:cubicBezTo>
                    <a:pt x="2868" y="4096"/>
                    <a:pt x="3309" y="3686"/>
                    <a:pt x="3309" y="3151"/>
                  </a:cubicBezTo>
                  <a:lnTo>
                    <a:pt x="3309" y="945"/>
                  </a:lnTo>
                  <a:cubicBezTo>
                    <a:pt x="3309" y="410"/>
                    <a:pt x="2868" y="0"/>
                    <a:pt x="2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74" name="Google Shape;9974;p63"/>
            <p:cNvSpPr/>
            <p:nvPr/>
          </p:nvSpPr>
          <p:spPr>
            <a:xfrm>
              <a:off x="-62033801" y="2664925"/>
              <a:ext cx="82725" cy="274900"/>
            </a:xfrm>
            <a:custGeom>
              <a:rect l="l" t="t" r="r" b="b"/>
              <a:pathLst>
                <a:path w="3309" h="10996" extrusionOk="0">
                  <a:moveTo>
                    <a:pt x="2332" y="788"/>
                  </a:moveTo>
                  <a:cubicBezTo>
                    <a:pt x="2426" y="851"/>
                    <a:pt x="2489" y="882"/>
                    <a:pt x="2489" y="945"/>
                  </a:cubicBezTo>
                  <a:lnTo>
                    <a:pt x="2489" y="10050"/>
                  </a:lnTo>
                  <a:cubicBezTo>
                    <a:pt x="2489" y="10145"/>
                    <a:pt x="2426" y="10176"/>
                    <a:pt x="2332" y="10176"/>
                  </a:cubicBezTo>
                  <a:lnTo>
                    <a:pt x="946" y="10176"/>
                  </a:lnTo>
                  <a:cubicBezTo>
                    <a:pt x="882" y="10176"/>
                    <a:pt x="851" y="10082"/>
                    <a:pt x="851" y="10050"/>
                  </a:cubicBezTo>
                  <a:lnTo>
                    <a:pt x="851" y="945"/>
                  </a:lnTo>
                  <a:cubicBezTo>
                    <a:pt x="851" y="882"/>
                    <a:pt x="914" y="788"/>
                    <a:pt x="946" y="788"/>
                  </a:cubicBezTo>
                  <a:close/>
                  <a:moveTo>
                    <a:pt x="946" y="0"/>
                  </a:moveTo>
                  <a:cubicBezTo>
                    <a:pt x="410" y="0"/>
                    <a:pt x="0" y="441"/>
                    <a:pt x="0" y="945"/>
                  </a:cubicBezTo>
                  <a:lnTo>
                    <a:pt x="0" y="10050"/>
                  </a:lnTo>
                  <a:cubicBezTo>
                    <a:pt x="0" y="10617"/>
                    <a:pt x="441" y="10995"/>
                    <a:pt x="946" y="10995"/>
                  </a:cubicBezTo>
                  <a:lnTo>
                    <a:pt x="2332" y="10995"/>
                  </a:lnTo>
                  <a:cubicBezTo>
                    <a:pt x="2899" y="10995"/>
                    <a:pt x="3308" y="10554"/>
                    <a:pt x="3308" y="10050"/>
                  </a:cubicBezTo>
                  <a:lnTo>
                    <a:pt x="3308" y="945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75" name="Google Shape;9975;p63"/>
            <p:cNvSpPr/>
            <p:nvPr/>
          </p:nvSpPr>
          <p:spPr>
            <a:xfrm>
              <a:off x="-61917225" y="2754700"/>
              <a:ext cx="83500" cy="185900"/>
            </a:xfrm>
            <a:custGeom>
              <a:rect l="l" t="t" r="r" b="b"/>
              <a:pathLst>
                <a:path w="3340" h="7436" extrusionOk="0">
                  <a:moveTo>
                    <a:pt x="2394" y="788"/>
                  </a:moveTo>
                  <a:cubicBezTo>
                    <a:pt x="2489" y="788"/>
                    <a:pt x="2520" y="883"/>
                    <a:pt x="2520" y="946"/>
                  </a:cubicBezTo>
                  <a:lnTo>
                    <a:pt x="2520" y="6459"/>
                  </a:lnTo>
                  <a:cubicBezTo>
                    <a:pt x="2520" y="6554"/>
                    <a:pt x="2426" y="6585"/>
                    <a:pt x="2394" y="6585"/>
                  </a:cubicBezTo>
                  <a:lnTo>
                    <a:pt x="1008" y="6585"/>
                  </a:lnTo>
                  <a:cubicBezTo>
                    <a:pt x="945" y="6585"/>
                    <a:pt x="851" y="6491"/>
                    <a:pt x="851" y="6459"/>
                  </a:cubicBezTo>
                  <a:lnTo>
                    <a:pt x="851" y="946"/>
                  </a:lnTo>
                  <a:cubicBezTo>
                    <a:pt x="851" y="883"/>
                    <a:pt x="945" y="788"/>
                    <a:pt x="1008" y="788"/>
                  </a:cubicBezTo>
                  <a:close/>
                  <a:moveTo>
                    <a:pt x="977" y="1"/>
                  </a:moveTo>
                  <a:cubicBezTo>
                    <a:pt x="441" y="1"/>
                    <a:pt x="0" y="442"/>
                    <a:pt x="0" y="977"/>
                  </a:cubicBezTo>
                  <a:lnTo>
                    <a:pt x="0" y="6491"/>
                  </a:lnTo>
                  <a:cubicBezTo>
                    <a:pt x="0" y="7058"/>
                    <a:pt x="441" y="7436"/>
                    <a:pt x="977" y="7436"/>
                  </a:cubicBezTo>
                  <a:lnTo>
                    <a:pt x="2363" y="7436"/>
                  </a:lnTo>
                  <a:cubicBezTo>
                    <a:pt x="2899" y="7436"/>
                    <a:pt x="3308" y="7026"/>
                    <a:pt x="3308" y="6491"/>
                  </a:cubicBezTo>
                  <a:lnTo>
                    <a:pt x="3308" y="977"/>
                  </a:lnTo>
                  <a:cubicBezTo>
                    <a:pt x="3340" y="442"/>
                    <a:pt x="2899" y="1"/>
                    <a:pt x="2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76" name="Google Shape;9976;p63"/>
          <p:cNvGrpSpPr/>
          <p:nvPr/>
        </p:nvGrpSpPr>
        <p:grpSpPr>
          <a:xfrm>
            <a:off x="3065911" y="2731333"/>
            <a:ext cx="367165" cy="368901"/>
            <a:chOff x="-60254548" y="1938025"/>
            <a:chExt cx="317425" cy="318925"/>
          </a:xfrm>
        </p:grpSpPr>
        <p:sp>
          <p:nvSpPr>
            <p:cNvPr id="9977" name="Google Shape;9977;p63"/>
            <p:cNvSpPr/>
            <p:nvPr/>
          </p:nvSpPr>
          <p:spPr>
            <a:xfrm>
              <a:off x="-60254548" y="2049000"/>
              <a:ext cx="317425" cy="207950"/>
            </a:xfrm>
            <a:custGeom>
              <a:rect l="l" t="t" r="r" b="b"/>
              <a:pathLst>
                <a:path w="12697" h="8318" extrusionOk="0">
                  <a:moveTo>
                    <a:pt x="10428" y="1639"/>
                  </a:moveTo>
                  <a:cubicBezTo>
                    <a:pt x="11184" y="1639"/>
                    <a:pt x="11814" y="2269"/>
                    <a:pt x="11814" y="3025"/>
                  </a:cubicBezTo>
                  <a:cubicBezTo>
                    <a:pt x="11814" y="3781"/>
                    <a:pt x="11184" y="4411"/>
                    <a:pt x="10428" y="4411"/>
                  </a:cubicBezTo>
                  <a:lnTo>
                    <a:pt x="9767" y="4411"/>
                  </a:lnTo>
                  <a:cubicBezTo>
                    <a:pt x="9861" y="4033"/>
                    <a:pt x="9893" y="3686"/>
                    <a:pt x="9893" y="3308"/>
                  </a:cubicBezTo>
                  <a:lnTo>
                    <a:pt x="9893" y="1639"/>
                  </a:lnTo>
                  <a:close/>
                  <a:moveTo>
                    <a:pt x="9073" y="819"/>
                  </a:moveTo>
                  <a:lnTo>
                    <a:pt x="9073" y="3308"/>
                  </a:lnTo>
                  <a:cubicBezTo>
                    <a:pt x="9073" y="5577"/>
                    <a:pt x="7215" y="7435"/>
                    <a:pt x="4915" y="7435"/>
                  </a:cubicBezTo>
                  <a:cubicBezTo>
                    <a:pt x="2646" y="7435"/>
                    <a:pt x="788" y="5577"/>
                    <a:pt x="788" y="3308"/>
                  </a:cubicBezTo>
                  <a:lnTo>
                    <a:pt x="788" y="819"/>
                  </a:ln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41"/>
                  </a:cubicBezTo>
                  <a:lnTo>
                    <a:pt x="0" y="3308"/>
                  </a:lnTo>
                  <a:cubicBezTo>
                    <a:pt x="0" y="5041"/>
                    <a:pt x="882" y="6522"/>
                    <a:pt x="2205" y="7435"/>
                  </a:cubicBezTo>
                  <a:lnTo>
                    <a:pt x="410" y="7435"/>
                  </a:lnTo>
                  <a:cubicBezTo>
                    <a:pt x="158" y="7435"/>
                    <a:pt x="0" y="7624"/>
                    <a:pt x="0" y="7877"/>
                  </a:cubicBezTo>
                  <a:cubicBezTo>
                    <a:pt x="0" y="8097"/>
                    <a:pt x="189" y="8318"/>
                    <a:pt x="410" y="8318"/>
                  </a:cubicBezTo>
                  <a:lnTo>
                    <a:pt x="9483" y="8318"/>
                  </a:lnTo>
                  <a:cubicBezTo>
                    <a:pt x="9735" y="8318"/>
                    <a:pt x="9893" y="8097"/>
                    <a:pt x="9893" y="7877"/>
                  </a:cubicBezTo>
                  <a:cubicBezTo>
                    <a:pt x="9893" y="7624"/>
                    <a:pt x="9704" y="7435"/>
                    <a:pt x="9483" y="7435"/>
                  </a:cubicBezTo>
                  <a:lnTo>
                    <a:pt x="7687" y="7435"/>
                  </a:lnTo>
                  <a:cubicBezTo>
                    <a:pt x="8506" y="6900"/>
                    <a:pt x="9137" y="6144"/>
                    <a:pt x="9546" y="5230"/>
                  </a:cubicBezTo>
                  <a:lnTo>
                    <a:pt x="10491" y="5230"/>
                  </a:lnTo>
                  <a:cubicBezTo>
                    <a:pt x="11688" y="5230"/>
                    <a:pt x="12697" y="4253"/>
                    <a:pt x="12697" y="3025"/>
                  </a:cubicBezTo>
                  <a:cubicBezTo>
                    <a:pt x="12697" y="1796"/>
                    <a:pt x="11657" y="819"/>
                    <a:pt x="10428" y="819"/>
                  </a:cubicBezTo>
                  <a:lnTo>
                    <a:pt x="9893" y="819"/>
                  </a:lnTo>
                  <a:lnTo>
                    <a:pt x="9893" y="441"/>
                  </a:lnTo>
                  <a:cubicBezTo>
                    <a:pt x="9893" y="189"/>
                    <a:pt x="9704" y="0"/>
                    <a:pt x="94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78" name="Google Shape;9978;p63"/>
            <p:cNvSpPr/>
            <p:nvPr/>
          </p:nvSpPr>
          <p:spPr>
            <a:xfrm>
              <a:off x="-60219127" y="1938025"/>
              <a:ext cx="51225" cy="103625"/>
            </a:xfrm>
            <a:custGeom>
              <a:rect l="l" t="t" r="r" b="b"/>
              <a:pathLst>
                <a:path w="2049" h="4145" extrusionOk="0">
                  <a:moveTo>
                    <a:pt x="1068" y="0"/>
                  </a:moveTo>
                  <a:cubicBezTo>
                    <a:pt x="947" y="0"/>
                    <a:pt x="819" y="61"/>
                    <a:pt x="725" y="155"/>
                  </a:cubicBezTo>
                  <a:cubicBezTo>
                    <a:pt x="568" y="312"/>
                    <a:pt x="568" y="564"/>
                    <a:pt x="757" y="722"/>
                  </a:cubicBezTo>
                  <a:cubicBezTo>
                    <a:pt x="1103" y="1100"/>
                    <a:pt x="1103" y="1446"/>
                    <a:pt x="757" y="1761"/>
                  </a:cubicBezTo>
                  <a:cubicBezTo>
                    <a:pt x="32" y="2392"/>
                    <a:pt x="1" y="3368"/>
                    <a:pt x="757" y="4030"/>
                  </a:cubicBezTo>
                  <a:cubicBezTo>
                    <a:pt x="832" y="4105"/>
                    <a:pt x="936" y="4144"/>
                    <a:pt x="1041" y="4144"/>
                  </a:cubicBezTo>
                  <a:cubicBezTo>
                    <a:pt x="1156" y="4144"/>
                    <a:pt x="1273" y="4097"/>
                    <a:pt x="1356" y="3998"/>
                  </a:cubicBezTo>
                  <a:cubicBezTo>
                    <a:pt x="1513" y="3841"/>
                    <a:pt x="1513" y="3557"/>
                    <a:pt x="1292" y="3400"/>
                  </a:cubicBezTo>
                  <a:cubicBezTo>
                    <a:pt x="946" y="3085"/>
                    <a:pt x="946" y="2707"/>
                    <a:pt x="1292" y="2392"/>
                  </a:cubicBezTo>
                  <a:cubicBezTo>
                    <a:pt x="2017" y="1761"/>
                    <a:pt x="2049" y="785"/>
                    <a:pt x="1292" y="92"/>
                  </a:cubicBezTo>
                  <a:cubicBezTo>
                    <a:pt x="1229" y="28"/>
                    <a:pt x="1150" y="0"/>
                    <a:pt x="10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79" name="Google Shape;9979;p63"/>
            <p:cNvSpPr/>
            <p:nvPr/>
          </p:nvSpPr>
          <p:spPr>
            <a:xfrm>
              <a:off x="-60156899" y="1938025"/>
              <a:ext cx="51225" cy="103625"/>
            </a:xfrm>
            <a:custGeom>
              <a:rect l="l" t="t" r="r" b="b"/>
              <a:pathLst>
                <a:path w="2049" h="4145" extrusionOk="0">
                  <a:moveTo>
                    <a:pt x="1057" y="0"/>
                  </a:moveTo>
                  <a:cubicBezTo>
                    <a:pt x="926" y="0"/>
                    <a:pt x="788" y="61"/>
                    <a:pt x="694" y="155"/>
                  </a:cubicBezTo>
                  <a:cubicBezTo>
                    <a:pt x="536" y="312"/>
                    <a:pt x="536" y="564"/>
                    <a:pt x="757" y="722"/>
                  </a:cubicBezTo>
                  <a:cubicBezTo>
                    <a:pt x="1103" y="1100"/>
                    <a:pt x="1103" y="1446"/>
                    <a:pt x="757" y="1761"/>
                  </a:cubicBezTo>
                  <a:cubicBezTo>
                    <a:pt x="32" y="2392"/>
                    <a:pt x="1" y="3368"/>
                    <a:pt x="757" y="4030"/>
                  </a:cubicBezTo>
                  <a:cubicBezTo>
                    <a:pt x="832" y="4105"/>
                    <a:pt x="929" y="4144"/>
                    <a:pt x="1026" y="4144"/>
                  </a:cubicBezTo>
                  <a:cubicBezTo>
                    <a:pt x="1133" y="4144"/>
                    <a:pt x="1242" y="4097"/>
                    <a:pt x="1324" y="3998"/>
                  </a:cubicBezTo>
                  <a:cubicBezTo>
                    <a:pt x="1859" y="3463"/>
                    <a:pt x="473" y="3179"/>
                    <a:pt x="1292" y="2392"/>
                  </a:cubicBezTo>
                  <a:cubicBezTo>
                    <a:pt x="2017" y="1761"/>
                    <a:pt x="2049" y="785"/>
                    <a:pt x="1292" y="92"/>
                  </a:cubicBezTo>
                  <a:cubicBezTo>
                    <a:pt x="1229" y="28"/>
                    <a:pt x="1145" y="0"/>
                    <a:pt x="1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80" name="Google Shape;9980;p63"/>
            <p:cNvSpPr/>
            <p:nvPr/>
          </p:nvSpPr>
          <p:spPr>
            <a:xfrm>
              <a:off x="-60094676" y="1938025"/>
              <a:ext cx="51225" cy="103625"/>
            </a:xfrm>
            <a:custGeom>
              <a:rect l="l" t="t" r="r" b="b"/>
              <a:pathLst>
                <a:path w="2049" h="4145" extrusionOk="0">
                  <a:moveTo>
                    <a:pt x="1056" y="0"/>
                  </a:moveTo>
                  <a:cubicBezTo>
                    <a:pt x="926" y="0"/>
                    <a:pt x="788" y="61"/>
                    <a:pt x="694" y="155"/>
                  </a:cubicBezTo>
                  <a:cubicBezTo>
                    <a:pt x="536" y="312"/>
                    <a:pt x="536" y="564"/>
                    <a:pt x="725" y="722"/>
                  </a:cubicBezTo>
                  <a:cubicBezTo>
                    <a:pt x="1103" y="1100"/>
                    <a:pt x="1103" y="1446"/>
                    <a:pt x="725" y="1761"/>
                  </a:cubicBezTo>
                  <a:cubicBezTo>
                    <a:pt x="32" y="2392"/>
                    <a:pt x="1" y="3368"/>
                    <a:pt x="725" y="4030"/>
                  </a:cubicBezTo>
                  <a:cubicBezTo>
                    <a:pt x="800" y="4105"/>
                    <a:pt x="904" y="4144"/>
                    <a:pt x="1009" y="4144"/>
                  </a:cubicBezTo>
                  <a:cubicBezTo>
                    <a:pt x="1125" y="4144"/>
                    <a:pt x="1241" y="4097"/>
                    <a:pt x="1324" y="3998"/>
                  </a:cubicBezTo>
                  <a:cubicBezTo>
                    <a:pt x="1481" y="3841"/>
                    <a:pt x="1481" y="3557"/>
                    <a:pt x="1292" y="3400"/>
                  </a:cubicBezTo>
                  <a:cubicBezTo>
                    <a:pt x="946" y="3085"/>
                    <a:pt x="946" y="2707"/>
                    <a:pt x="1292" y="2392"/>
                  </a:cubicBezTo>
                  <a:cubicBezTo>
                    <a:pt x="1985" y="1761"/>
                    <a:pt x="2048" y="785"/>
                    <a:pt x="1292" y="92"/>
                  </a:cubicBezTo>
                  <a:cubicBezTo>
                    <a:pt x="1229" y="28"/>
                    <a:pt x="1145" y="0"/>
                    <a:pt x="10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81" name="Google Shape;9981;p63"/>
          <p:cNvGrpSpPr/>
          <p:nvPr/>
        </p:nvGrpSpPr>
        <p:grpSpPr>
          <a:xfrm>
            <a:off x="3094149" y="3609907"/>
            <a:ext cx="310690" cy="368987"/>
            <a:chOff x="-60232497" y="2671225"/>
            <a:chExt cx="268600" cy="319000"/>
          </a:xfrm>
        </p:grpSpPr>
        <p:sp>
          <p:nvSpPr>
            <p:cNvPr id="9982" name="Google Shape;9982;p63"/>
            <p:cNvSpPr/>
            <p:nvPr/>
          </p:nvSpPr>
          <p:spPr>
            <a:xfrm>
              <a:off x="-60222278" y="2843700"/>
              <a:ext cx="63025" cy="146525"/>
            </a:xfrm>
            <a:custGeom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40" y="1"/>
                    <a:pt x="851" y="190"/>
                    <a:pt x="851" y="410"/>
                  </a:cubicBezTo>
                  <a:lnTo>
                    <a:pt x="851" y="694"/>
                  </a:lnTo>
                  <a:cubicBezTo>
                    <a:pt x="379" y="851"/>
                    <a:pt x="1" y="1324"/>
                    <a:pt x="1" y="1891"/>
                  </a:cubicBezTo>
                  <a:cubicBezTo>
                    <a:pt x="1" y="2553"/>
                    <a:pt x="568" y="2931"/>
                    <a:pt x="1009" y="3246"/>
                  </a:cubicBezTo>
                  <a:cubicBezTo>
                    <a:pt x="1324" y="3498"/>
                    <a:pt x="1671" y="3718"/>
                    <a:pt x="1671" y="3970"/>
                  </a:cubicBezTo>
                  <a:cubicBezTo>
                    <a:pt x="1671" y="4191"/>
                    <a:pt x="1482" y="4348"/>
                    <a:pt x="1261" y="4348"/>
                  </a:cubicBezTo>
                  <a:cubicBezTo>
                    <a:pt x="1072" y="4348"/>
                    <a:pt x="851" y="4159"/>
                    <a:pt x="851" y="3970"/>
                  </a:cubicBezTo>
                  <a:cubicBezTo>
                    <a:pt x="851" y="3718"/>
                    <a:pt x="631" y="3529"/>
                    <a:pt x="442" y="3529"/>
                  </a:cubicBezTo>
                  <a:cubicBezTo>
                    <a:pt x="253" y="3529"/>
                    <a:pt x="64" y="3718"/>
                    <a:pt x="64" y="3970"/>
                  </a:cubicBezTo>
                  <a:cubicBezTo>
                    <a:pt x="64" y="4506"/>
                    <a:pt x="410" y="4947"/>
                    <a:pt x="883" y="5136"/>
                  </a:cubicBezTo>
                  <a:lnTo>
                    <a:pt x="883" y="5419"/>
                  </a:lnTo>
                  <a:cubicBezTo>
                    <a:pt x="883" y="5672"/>
                    <a:pt x="1072" y="5861"/>
                    <a:pt x="1324" y="5861"/>
                  </a:cubicBezTo>
                  <a:cubicBezTo>
                    <a:pt x="1545" y="5861"/>
                    <a:pt x="1702" y="5672"/>
                    <a:pt x="1702" y="5419"/>
                  </a:cubicBezTo>
                  <a:lnTo>
                    <a:pt x="1702" y="5136"/>
                  </a:lnTo>
                  <a:cubicBezTo>
                    <a:pt x="2175" y="4978"/>
                    <a:pt x="2521" y="4506"/>
                    <a:pt x="2521" y="3970"/>
                  </a:cubicBezTo>
                  <a:cubicBezTo>
                    <a:pt x="2521" y="3309"/>
                    <a:pt x="1986" y="2899"/>
                    <a:pt x="1545" y="2584"/>
                  </a:cubicBezTo>
                  <a:cubicBezTo>
                    <a:pt x="1229" y="2364"/>
                    <a:pt x="883" y="2111"/>
                    <a:pt x="883" y="1891"/>
                  </a:cubicBezTo>
                  <a:cubicBezTo>
                    <a:pt x="883" y="1639"/>
                    <a:pt x="1072" y="1450"/>
                    <a:pt x="1261" y="1450"/>
                  </a:cubicBezTo>
                  <a:cubicBezTo>
                    <a:pt x="1513" y="1450"/>
                    <a:pt x="1671" y="1639"/>
                    <a:pt x="1671" y="1891"/>
                  </a:cubicBezTo>
                  <a:cubicBezTo>
                    <a:pt x="1671" y="2111"/>
                    <a:pt x="1860" y="2269"/>
                    <a:pt x="2112" y="2269"/>
                  </a:cubicBezTo>
                  <a:cubicBezTo>
                    <a:pt x="2332" y="2269"/>
                    <a:pt x="2490" y="2080"/>
                    <a:pt x="2490" y="1891"/>
                  </a:cubicBezTo>
                  <a:cubicBezTo>
                    <a:pt x="2490" y="1324"/>
                    <a:pt x="2143" y="883"/>
                    <a:pt x="1671" y="694"/>
                  </a:cubicBezTo>
                  <a:lnTo>
                    <a:pt x="1671" y="410"/>
                  </a:lnTo>
                  <a:cubicBezTo>
                    <a:pt x="1671" y="190"/>
                    <a:pt x="1482" y="1"/>
                    <a:pt x="12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83" name="Google Shape;9983;p63"/>
            <p:cNvSpPr/>
            <p:nvPr/>
          </p:nvSpPr>
          <p:spPr>
            <a:xfrm>
              <a:off x="-60232497" y="2671225"/>
              <a:ext cx="268600" cy="318225"/>
            </a:xfrm>
            <a:custGeom>
              <a:rect l="l" t="t" r="r" b="b"/>
              <a:pathLst>
                <a:path w="10744" h="12729" extrusionOk="0">
                  <a:moveTo>
                    <a:pt x="5419" y="1701"/>
                  </a:moveTo>
                  <a:cubicBezTo>
                    <a:pt x="7561" y="1701"/>
                    <a:pt x="9357" y="3151"/>
                    <a:pt x="9830" y="5167"/>
                  </a:cubicBezTo>
                  <a:cubicBezTo>
                    <a:pt x="9641" y="5041"/>
                    <a:pt x="9389" y="5009"/>
                    <a:pt x="9137" y="5009"/>
                  </a:cubicBezTo>
                  <a:cubicBezTo>
                    <a:pt x="8601" y="5009"/>
                    <a:pt x="8191" y="5230"/>
                    <a:pt x="7908" y="5545"/>
                  </a:cubicBezTo>
                  <a:cubicBezTo>
                    <a:pt x="7593" y="5198"/>
                    <a:pt x="7152" y="5009"/>
                    <a:pt x="6679" y="5009"/>
                  </a:cubicBezTo>
                  <a:cubicBezTo>
                    <a:pt x="6175" y="5009"/>
                    <a:pt x="5734" y="5230"/>
                    <a:pt x="5419" y="5545"/>
                  </a:cubicBezTo>
                  <a:cubicBezTo>
                    <a:pt x="5104" y="5198"/>
                    <a:pt x="4663" y="5009"/>
                    <a:pt x="4190" y="5009"/>
                  </a:cubicBezTo>
                  <a:cubicBezTo>
                    <a:pt x="3686" y="5009"/>
                    <a:pt x="3245" y="5230"/>
                    <a:pt x="2993" y="5545"/>
                  </a:cubicBezTo>
                  <a:cubicBezTo>
                    <a:pt x="2678" y="5198"/>
                    <a:pt x="2237" y="5009"/>
                    <a:pt x="1764" y="5009"/>
                  </a:cubicBezTo>
                  <a:cubicBezTo>
                    <a:pt x="1512" y="5009"/>
                    <a:pt x="1292" y="5041"/>
                    <a:pt x="1040" y="5167"/>
                  </a:cubicBezTo>
                  <a:cubicBezTo>
                    <a:pt x="1481" y="3151"/>
                    <a:pt x="3308" y="1701"/>
                    <a:pt x="5419" y="1701"/>
                  </a:cubicBezTo>
                  <a:close/>
                  <a:moveTo>
                    <a:pt x="5356" y="0"/>
                  </a:moveTo>
                  <a:cubicBezTo>
                    <a:pt x="5104" y="0"/>
                    <a:pt x="4946" y="189"/>
                    <a:pt x="4946" y="441"/>
                  </a:cubicBezTo>
                  <a:lnTo>
                    <a:pt x="4946" y="851"/>
                  </a:lnTo>
                  <a:cubicBezTo>
                    <a:pt x="2206" y="1071"/>
                    <a:pt x="0" y="3371"/>
                    <a:pt x="0" y="6207"/>
                  </a:cubicBezTo>
                  <a:lnTo>
                    <a:pt x="0" y="6648"/>
                  </a:lnTo>
                  <a:lnTo>
                    <a:pt x="32" y="6648"/>
                  </a:lnTo>
                  <a:cubicBezTo>
                    <a:pt x="32" y="6900"/>
                    <a:pt x="221" y="7089"/>
                    <a:pt x="473" y="7089"/>
                  </a:cubicBezTo>
                  <a:cubicBezTo>
                    <a:pt x="693" y="7089"/>
                    <a:pt x="851" y="6900"/>
                    <a:pt x="851" y="6648"/>
                  </a:cubicBezTo>
                  <a:cubicBezTo>
                    <a:pt x="851" y="6175"/>
                    <a:pt x="1197" y="5829"/>
                    <a:pt x="1701" y="5829"/>
                  </a:cubicBezTo>
                  <a:cubicBezTo>
                    <a:pt x="2143" y="5829"/>
                    <a:pt x="2521" y="6175"/>
                    <a:pt x="2521" y="6648"/>
                  </a:cubicBezTo>
                  <a:cubicBezTo>
                    <a:pt x="2521" y="6900"/>
                    <a:pt x="2710" y="7089"/>
                    <a:pt x="2899" y="7089"/>
                  </a:cubicBezTo>
                  <a:cubicBezTo>
                    <a:pt x="3119" y="7089"/>
                    <a:pt x="3308" y="6900"/>
                    <a:pt x="3308" y="6648"/>
                  </a:cubicBezTo>
                  <a:cubicBezTo>
                    <a:pt x="3308" y="6175"/>
                    <a:pt x="3655" y="5829"/>
                    <a:pt x="4127" y="5829"/>
                  </a:cubicBezTo>
                  <a:cubicBezTo>
                    <a:pt x="4600" y="5829"/>
                    <a:pt x="4946" y="6175"/>
                    <a:pt x="4946" y="6648"/>
                  </a:cubicBezTo>
                  <a:lnTo>
                    <a:pt x="4946" y="11499"/>
                  </a:lnTo>
                  <a:cubicBezTo>
                    <a:pt x="4946" y="12161"/>
                    <a:pt x="5514" y="12728"/>
                    <a:pt x="6175" y="12728"/>
                  </a:cubicBezTo>
                  <a:cubicBezTo>
                    <a:pt x="6837" y="12728"/>
                    <a:pt x="7404" y="12161"/>
                    <a:pt x="7404" y="11499"/>
                  </a:cubicBezTo>
                  <a:lnTo>
                    <a:pt x="7404" y="10680"/>
                  </a:lnTo>
                  <a:cubicBezTo>
                    <a:pt x="7404" y="10428"/>
                    <a:pt x="7215" y="10239"/>
                    <a:pt x="6994" y="10239"/>
                  </a:cubicBezTo>
                  <a:cubicBezTo>
                    <a:pt x="6805" y="10239"/>
                    <a:pt x="6616" y="10428"/>
                    <a:pt x="6616" y="10680"/>
                  </a:cubicBezTo>
                  <a:lnTo>
                    <a:pt x="6616" y="11499"/>
                  </a:lnTo>
                  <a:cubicBezTo>
                    <a:pt x="6616" y="11720"/>
                    <a:pt x="6427" y="11940"/>
                    <a:pt x="6175" y="11940"/>
                  </a:cubicBezTo>
                  <a:cubicBezTo>
                    <a:pt x="5955" y="11940"/>
                    <a:pt x="5797" y="11720"/>
                    <a:pt x="5797" y="11499"/>
                  </a:cubicBezTo>
                  <a:lnTo>
                    <a:pt x="5797" y="6648"/>
                  </a:lnTo>
                  <a:cubicBezTo>
                    <a:pt x="5797" y="6175"/>
                    <a:pt x="6144" y="5829"/>
                    <a:pt x="6616" y="5829"/>
                  </a:cubicBezTo>
                  <a:cubicBezTo>
                    <a:pt x="7089" y="5829"/>
                    <a:pt x="7435" y="6175"/>
                    <a:pt x="7435" y="6648"/>
                  </a:cubicBezTo>
                  <a:cubicBezTo>
                    <a:pt x="7435" y="6900"/>
                    <a:pt x="7624" y="7089"/>
                    <a:pt x="7876" y="7089"/>
                  </a:cubicBezTo>
                  <a:cubicBezTo>
                    <a:pt x="8097" y="7089"/>
                    <a:pt x="8255" y="6900"/>
                    <a:pt x="8255" y="6648"/>
                  </a:cubicBezTo>
                  <a:cubicBezTo>
                    <a:pt x="8255" y="6175"/>
                    <a:pt x="8633" y="5829"/>
                    <a:pt x="9105" y="5829"/>
                  </a:cubicBezTo>
                  <a:cubicBezTo>
                    <a:pt x="9578" y="5829"/>
                    <a:pt x="9924" y="6175"/>
                    <a:pt x="9924" y="6648"/>
                  </a:cubicBezTo>
                  <a:cubicBezTo>
                    <a:pt x="9924" y="6900"/>
                    <a:pt x="10113" y="7089"/>
                    <a:pt x="10302" y="7089"/>
                  </a:cubicBezTo>
                  <a:cubicBezTo>
                    <a:pt x="10554" y="7089"/>
                    <a:pt x="10743" y="6900"/>
                    <a:pt x="10743" y="6648"/>
                  </a:cubicBezTo>
                  <a:lnTo>
                    <a:pt x="10743" y="6207"/>
                  </a:lnTo>
                  <a:cubicBezTo>
                    <a:pt x="10743" y="3371"/>
                    <a:pt x="8538" y="1071"/>
                    <a:pt x="5797" y="851"/>
                  </a:cubicBezTo>
                  <a:lnTo>
                    <a:pt x="5797" y="441"/>
                  </a:lnTo>
                  <a:cubicBezTo>
                    <a:pt x="5797" y="189"/>
                    <a:pt x="5577" y="0"/>
                    <a:pt x="53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84" name="Google Shape;9984;p63"/>
          <p:cNvGrpSpPr/>
          <p:nvPr/>
        </p:nvGrpSpPr>
        <p:grpSpPr>
          <a:xfrm>
            <a:off x="2179643" y="4058541"/>
            <a:ext cx="365373" cy="368987"/>
            <a:chOff x="-59100703" y="1911950"/>
            <a:chExt cx="315875" cy="319000"/>
          </a:xfrm>
        </p:grpSpPr>
        <p:sp>
          <p:nvSpPr>
            <p:cNvPr id="9985" name="Google Shape;9985;p63"/>
            <p:cNvSpPr/>
            <p:nvPr/>
          </p:nvSpPr>
          <p:spPr>
            <a:xfrm>
              <a:off x="-59015623" y="1993850"/>
              <a:ext cx="20500" cy="20525"/>
            </a:xfrm>
            <a:custGeom>
              <a:rect l="l" t="t" r="r" b="b"/>
              <a:pathLst>
                <a:path w="820" h="821" extrusionOk="0">
                  <a:moveTo>
                    <a:pt x="189" y="1"/>
                  </a:moveTo>
                  <a:cubicBezTo>
                    <a:pt x="63" y="1"/>
                    <a:pt x="0" y="64"/>
                    <a:pt x="0" y="190"/>
                  </a:cubicBezTo>
                  <a:lnTo>
                    <a:pt x="0" y="631"/>
                  </a:lnTo>
                  <a:cubicBezTo>
                    <a:pt x="0" y="757"/>
                    <a:pt x="95" y="820"/>
                    <a:pt x="189" y="820"/>
                  </a:cubicBezTo>
                  <a:lnTo>
                    <a:pt x="630" y="820"/>
                  </a:lnTo>
                  <a:cubicBezTo>
                    <a:pt x="725" y="820"/>
                    <a:pt x="820" y="757"/>
                    <a:pt x="820" y="631"/>
                  </a:cubicBezTo>
                  <a:lnTo>
                    <a:pt x="820" y="190"/>
                  </a:lnTo>
                  <a:cubicBezTo>
                    <a:pt x="820" y="64"/>
                    <a:pt x="725" y="1"/>
                    <a:pt x="6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86" name="Google Shape;9986;p63"/>
            <p:cNvSpPr/>
            <p:nvPr/>
          </p:nvSpPr>
          <p:spPr>
            <a:xfrm>
              <a:off x="-58954200" y="1993850"/>
              <a:ext cx="21300" cy="20525"/>
            </a:xfrm>
            <a:custGeom>
              <a:rect l="l" t="t" r="r" b="b"/>
              <a:pathLst>
                <a:path w="852" h="821" extrusionOk="0">
                  <a:moveTo>
                    <a:pt x="221" y="1"/>
                  </a:moveTo>
                  <a:cubicBezTo>
                    <a:pt x="95" y="1"/>
                    <a:pt x="1" y="64"/>
                    <a:pt x="1" y="190"/>
                  </a:cubicBezTo>
                  <a:lnTo>
                    <a:pt x="1" y="631"/>
                  </a:lnTo>
                  <a:cubicBezTo>
                    <a:pt x="1" y="757"/>
                    <a:pt x="127" y="820"/>
                    <a:pt x="221" y="820"/>
                  </a:cubicBezTo>
                  <a:lnTo>
                    <a:pt x="631" y="820"/>
                  </a:lnTo>
                  <a:cubicBezTo>
                    <a:pt x="757" y="820"/>
                    <a:pt x="851" y="757"/>
                    <a:pt x="851" y="631"/>
                  </a:cubicBezTo>
                  <a:lnTo>
                    <a:pt x="851" y="190"/>
                  </a:lnTo>
                  <a:cubicBezTo>
                    <a:pt x="851" y="64"/>
                    <a:pt x="757" y="1"/>
                    <a:pt x="6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87" name="Google Shape;9987;p63"/>
            <p:cNvSpPr/>
            <p:nvPr/>
          </p:nvSpPr>
          <p:spPr>
            <a:xfrm>
              <a:off x="-58891977" y="1993850"/>
              <a:ext cx="21300" cy="20525"/>
            </a:xfrm>
            <a:custGeom>
              <a:rect l="l" t="t" r="r" b="b"/>
              <a:pathLst>
                <a:path w="852" h="821" extrusionOk="0">
                  <a:moveTo>
                    <a:pt x="190" y="1"/>
                  </a:moveTo>
                  <a:cubicBezTo>
                    <a:pt x="95" y="1"/>
                    <a:pt x="1" y="64"/>
                    <a:pt x="1" y="190"/>
                  </a:cubicBezTo>
                  <a:lnTo>
                    <a:pt x="1" y="631"/>
                  </a:lnTo>
                  <a:cubicBezTo>
                    <a:pt x="1" y="757"/>
                    <a:pt x="127" y="820"/>
                    <a:pt x="190" y="820"/>
                  </a:cubicBezTo>
                  <a:lnTo>
                    <a:pt x="631" y="820"/>
                  </a:lnTo>
                  <a:cubicBezTo>
                    <a:pt x="757" y="820"/>
                    <a:pt x="851" y="757"/>
                    <a:pt x="851" y="631"/>
                  </a:cubicBezTo>
                  <a:lnTo>
                    <a:pt x="851" y="190"/>
                  </a:lnTo>
                  <a:cubicBezTo>
                    <a:pt x="851" y="64"/>
                    <a:pt x="757" y="1"/>
                    <a:pt x="6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88" name="Google Shape;9988;p63"/>
            <p:cNvSpPr/>
            <p:nvPr/>
          </p:nvSpPr>
          <p:spPr>
            <a:xfrm>
              <a:off x="-59015623" y="2034825"/>
              <a:ext cx="20500" cy="21275"/>
            </a:xfrm>
            <a:custGeom>
              <a:rect l="l" t="t" r="r" b="b"/>
              <a:pathLst>
                <a:path w="820" h="851" extrusionOk="0">
                  <a:moveTo>
                    <a:pt x="189" y="0"/>
                  </a:moveTo>
                  <a:cubicBezTo>
                    <a:pt x="63" y="0"/>
                    <a:pt x="0" y="95"/>
                    <a:pt x="0" y="221"/>
                  </a:cubicBezTo>
                  <a:lnTo>
                    <a:pt x="0" y="630"/>
                  </a:lnTo>
                  <a:cubicBezTo>
                    <a:pt x="0" y="756"/>
                    <a:pt x="95" y="851"/>
                    <a:pt x="189" y="851"/>
                  </a:cubicBezTo>
                  <a:lnTo>
                    <a:pt x="630" y="851"/>
                  </a:lnTo>
                  <a:cubicBezTo>
                    <a:pt x="725" y="851"/>
                    <a:pt x="820" y="756"/>
                    <a:pt x="820" y="630"/>
                  </a:cubicBezTo>
                  <a:lnTo>
                    <a:pt x="820" y="221"/>
                  </a:lnTo>
                  <a:cubicBezTo>
                    <a:pt x="820" y="95"/>
                    <a:pt x="725" y="0"/>
                    <a:pt x="6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89" name="Google Shape;9989;p63"/>
            <p:cNvSpPr/>
            <p:nvPr/>
          </p:nvSpPr>
          <p:spPr>
            <a:xfrm>
              <a:off x="-58954200" y="2034825"/>
              <a:ext cx="21300" cy="21275"/>
            </a:xfrm>
            <a:custGeom>
              <a:rect l="l" t="t" r="r" b="b"/>
              <a:pathLst>
                <a:path w="852" h="851" extrusionOk="0">
                  <a:moveTo>
                    <a:pt x="221" y="0"/>
                  </a:moveTo>
                  <a:cubicBezTo>
                    <a:pt x="95" y="0"/>
                    <a:pt x="1" y="95"/>
                    <a:pt x="1" y="221"/>
                  </a:cubicBezTo>
                  <a:lnTo>
                    <a:pt x="1" y="630"/>
                  </a:lnTo>
                  <a:cubicBezTo>
                    <a:pt x="1" y="756"/>
                    <a:pt x="127" y="851"/>
                    <a:pt x="221" y="851"/>
                  </a:cubicBezTo>
                  <a:lnTo>
                    <a:pt x="631" y="851"/>
                  </a:lnTo>
                  <a:cubicBezTo>
                    <a:pt x="757" y="851"/>
                    <a:pt x="851" y="756"/>
                    <a:pt x="851" y="630"/>
                  </a:cubicBezTo>
                  <a:lnTo>
                    <a:pt x="851" y="221"/>
                  </a:lnTo>
                  <a:cubicBezTo>
                    <a:pt x="851" y="95"/>
                    <a:pt x="757" y="0"/>
                    <a:pt x="6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90" name="Google Shape;9990;p63"/>
            <p:cNvSpPr/>
            <p:nvPr/>
          </p:nvSpPr>
          <p:spPr>
            <a:xfrm>
              <a:off x="-58891977" y="2034825"/>
              <a:ext cx="21300" cy="21275"/>
            </a:xfrm>
            <a:custGeom>
              <a:rect l="l" t="t" r="r" b="b"/>
              <a:pathLst>
                <a:path w="852" h="851" extrusionOk="0">
                  <a:moveTo>
                    <a:pt x="190" y="0"/>
                  </a:moveTo>
                  <a:cubicBezTo>
                    <a:pt x="95" y="0"/>
                    <a:pt x="1" y="95"/>
                    <a:pt x="1" y="221"/>
                  </a:cubicBezTo>
                  <a:lnTo>
                    <a:pt x="1" y="630"/>
                  </a:lnTo>
                  <a:cubicBezTo>
                    <a:pt x="1" y="756"/>
                    <a:pt x="127" y="851"/>
                    <a:pt x="190" y="851"/>
                  </a:cubicBezTo>
                  <a:lnTo>
                    <a:pt x="631" y="851"/>
                  </a:lnTo>
                  <a:cubicBezTo>
                    <a:pt x="757" y="851"/>
                    <a:pt x="851" y="756"/>
                    <a:pt x="851" y="630"/>
                  </a:cubicBezTo>
                  <a:lnTo>
                    <a:pt x="851" y="221"/>
                  </a:lnTo>
                  <a:cubicBezTo>
                    <a:pt x="851" y="95"/>
                    <a:pt x="757" y="0"/>
                    <a:pt x="6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91" name="Google Shape;9991;p63"/>
            <p:cNvSpPr/>
            <p:nvPr/>
          </p:nvSpPr>
          <p:spPr>
            <a:xfrm>
              <a:off x="-59015623" y="2076550"/>
              <a:ext cx="20500" cy="20525"/>
            </a:xfrm>
            <a:custGeom>
              <a:rect l="l" t="t" r="r" b="b"/>
              <a:pathLst>
                <a:path w="820" h="821" extrusionOk="0">
                  <a:moveTo>
                    <a:pt x="189" y="1"/>
                  </a:moveTo>
                  <a:cubicBezTo>
                    <a:pt x="63" y="1"/>
                    <a:pt x="0" y="64"/>
                    <a:pt x="0" y="190"/>
                  </a:cubicBezTo>
                  <a:lnTo>
                    <a:pt x="0" y="631"/>
                  </a:lnTo>
                  <a:cubicBezTo>
                    <a:pt x="0" y="757"/>
                    <a:pt x="95" y="820"/>
                    <a:pt x="189" y="820"/>
                  </a:cubicBezTo>
                  <a:lnTo>
                    <a:pt x="630" y="820"/>
                  </a:lnTo>
                  <a:cubicBezTo>
                    <a:pt x="725" y="820"/>
                    <a:pt x="820" y="757"/>
                    <a:pt x="820" y="631"/>
                  </a:cubicBezTo>
                  <a:lnTo>
                    <a:pt x="820" y="190"/>
                  </a:lnTo>
                  <a:cubicBezTo>
                    <a:pt x="820" y="64"/>
                    <a:pt x="725" y="1"/>
                    <a:pt x="6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92" name="Google Shape;9992;p63"/>
            <p:cNvSpPr/>
            <p:nvPr/>
          </p:nvSpPr>
          <p:spPr>
            <a:xfrm>
              <a:off x="-58954200" y="2076550"/>
              <a:ext cx="21300" cy="20525"/>
            </a:xfrm>
            <a:custGeom>
              <a:rect l="l" t="t" r="r" b="b"/>
              <a:pathLst>
                <a:path w="852" h="821" extrusionOk="0">
                  <a:moveTo>
                    <a:pt x="221" y="1"/>
                  </a:moveTo>
                  <a:cubicBezTo>
                    <a:pt x="95" y="1"/>
                    <a:pt x="1" y="64"/>
                    <a:pt x="1" y="190"/>
                  </a:cubicBezTo>
                  <a:lnTo>
                    <a:pt x="1" y="631"/>
                  </a:lnTo>
                  <a:cubicBezTo>
                    <a:pt x="1" y="757"/>
                    <a:pt x="127" y="820"/>
                    <a:pt x="221" y="820"/>
                  </a:cubicBezTo>
                  <a:lnTo>
                    <a:pt x="631" y="820"/>
                  </a:lnTo>
                  <a:cubicBezTo>
                    <a:pt x="757" y="820"/>
                    <a:pt x="851" y="757"/>
                    <a:pt x="851" y="631"/>
                  </a:cubicBezTo>
                  <a:lnTo>
                    <a:pt x="851" y="190"/>
                  </a:lnTo>
                  <a:cubicBezTo>
                    <a:pt x="851" y="64"/>
                    <a:pt x="757" y="1"/>
                    <a:pt x="6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93" name="Google Shape;9993;p63"/>
            <p:cNvSpPr/>
            <p:nvPr/>
          </p:nvSpPr>
          <p:spPr>
            <a:xfrm>
              <a:off x="-58891977" y="2076550"/>
              <a:ext cx="21300" cy="20525"/>
            </a:xfrm>
            <a:custGeom>
              <a:rect l="l" t="t" r="r" b="b"/>
              <a:pathLst>
                <a:path w="852" h="821" extrusionOk="0">
                  <a:moveTo>
                    <a:pt x="190" y="1"/>
                  </a:moveTo>
                  <a:cubicBezTo>
                    <a:pt x="95" y="1"/>
                    <a:pt x="1" y="64"/>
                    <a:pt x="1" y="190"/>
                  </a:cubicBezTo>
                  <a:lnTo>
                    <a:pt x="1" y="631"/>
                  </a:lnTo>
                  <a:cubicBezTo>
                    <a:pt x="1" y="757"/>
                    <a:pt x="127" y="820"/>
                    <a:pt x="190" y="820"/>
                  </a:cubicBezTo>
                  <a:lnTo>
                    <a:pt x="631" y="820"/>
                  </a:lnTo>
                  <a:cubicBezTo>
                    <a:pt x="757" y="820"/>
                    <a:pt x="851" y="757"/>
                    <a:pt x="851" y="631"/>
                  </a:cubicBezTo>
                  <a:lnTo>
                    <a:pt x="851" y="190"/>
                  </a:lnTo>
                  <a:cubicBezTo>
                    <a:pt x="851" y="64"/>
                    <a:pt x="757" y="1"/>
                    <a:pt x="6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94" name="Google Shape;9994;p63"/>
            <p:cNvSpPr/>
            <p:nvPr/>
          </p:nvSpPr>
          <p:spPr>
            <a:xfrm>
              <a:off x="-59100703" y="1911950"/>
              <a:ext cx="315875" cy="319000"/>
            </a:xfrm>
            <a:custGeom>
              <a:rect l="l" t="t" r="r" b="b"/>
              <a:pathLst>
                <a:path w="12635" h="12759" extrusionOk="0">
                  <a:moveTo>
                    <a:pt x="9169" y="788"/>
                  </a:moveTo>
                  <a:lnTo>
                    <a:pt x="9169" y="1607"/>
                  </a:lnTo>
                  <a:lnTo>
                    <a:pt x="3403" y="1607"/>
                  </a:lnTo>
                  <a:lnTo>
                    <a:pt x="3403" y="788"/>
                  </a:lnTo>
                  <a:close/>
                  <a:moveTo>
                    <a:pt x="1734" y="9074"/>
                  </a:moveTo>
                  <a:lnTo>
                    <a:pt x="1734" y="11815"/>
                  </a:lnTo>
                  <a:lnTo>
                    <a:pt x="788" y="11815"/>
                  </a:lnTo>
                  <a:lnTo>
                    <a:pt x="788" y="9074"/>
                  </a:lnTo>
                  <a:close/>
                  <a:moveTo>
                    <a:pt x="5861" y="9074"/>
                  </a:moveTo>
                  <a:lnTo>
                    <a:pt x="5861" y="11815"/>
                  </a:lnTo>
                  <a:lnTo>
                    <a:pt x="4223" y="11815"/>
                  </a:lnTo>
                  <a:lnTo>
                    <a:pt x="4223" y="9074"/>
                  </a:lnTo>
                  <a:close/>
                  <a:moveTo>
                    <a:pt x="8350" y="9074"/>
                  </a:moveTo>
                  <a:lnTo>
                    <a:pt x="8350" y="11815"/>
                  </a:lnTo>
                  <a:lnTo>
                    <a:pt x="6711" y="11815"/>
                  </a:lnTo>
                  <a:lnTo>
                    <a:pt x="6711" y="9074"/>
                  </a:lnTo>
                  <a:close/>
                  <a:moveTo>
                    <a:pt x="10051" y="2458"/>
                  </a:moveTo>
                  <a:lnTo>
                    <a:pt x="10051" y="11815"/>
                  </a:lnTo>
                  <a:lnTo>
                    <a:pt x="9169" y="11815"/>
                  </a:lnTo>
                  <a:lnTo>
                    <a:pt x="9169" y="8664"/>
                  </a:lnTo>
                  <a:cubicBezTo>
                    <a:pt x="9169" y="8444"/>
                    <a:pt x="8980" y="8223"/>
                    <a:pt x="8791" y="8223"/>
                  </a:cubicBezTo>
                  <a:lnTo>
                    <a:pt x="3813" y="8223"/>
                  </a:lnTo>
                  <a:cubicBezTo>
                    <a:pt x="3592" y="8223"/>
                    <a:pt x="3435" y="8444"/>
                    <a:pt x="3435" y="8664"/>
                  </a:cubicBezTo>
                  <a:lnTo>
                    <a:pt x="3435" y="11815"/>
                  </a:lnTo>
                  <a:lnTo>
                    <a:pt x="2616" y="11815"/>
                  </a:lnTo>
                  <a:lnTo>
                    <a:pt x="2616" y="2458"/>
                  </a:lnTo>
                  <a:close/>
                  <a:moveTo>
                    <a:pt x="11815" y="9074"/>
                  </a:moveTo>
                  <a:lnTo>
                    <a:pt x="11815" y="11815"/>
                  </a:lnTo>
                  <a:lnTo>
                    <a:pt x="10839" y="11815"/>
                  </a:lnTo>
                  <a:lnTo>
                    <a:pt x="10839" y="9074"/>
                  </a:lnTo>
                  <a:close/>
                  <a:moveTo>
                    <a:pt x="2994" y="0"/>
                  </a:moveTo>
                  <a:cubicBezTo>
                    <a:pt x="2773" y="0"/>
                    <a:pt x="2616" y="190"/>
                    <a:pt x="2616" y="410"/>
                  </a:cubicBezTo>
                  <a:lnTo>
                    <a:pt x="2616" y="1670"/>
                  </a:lnTo>
                  <a:lnTo>
                    <a:pt x="2206" y="1670"/>
                  </a:lnTo>
                  <a:cubicBezTo>
                    <a:pt x="1986" y="1670"/>
                    <a:pt x="1765" y="1859"/>
                    <a:pt x="1765" y="2080"/>
                  </a:cubicBezTo>
                  <a:lnTo>
                    <a:pt x="1765" y="8318"/>
                  </a:lnTo>
                  <a:lnTo>
                    <a:pt x="410" y="8318"/>
                  </a:lnTo>
                  <a:cubicBezTo>
                    <a:pt x="158" y="8318"/>
                    <a:pt x="1" y="8507"/>
                    <a:pt x="1" y="8727"/>
                  </a:cubicBezTo>
                  <a:lnTo>
                    <a:pt x="1" y="12319"/>
                  </a:lnTo>
                  <a:cubicBezTo>
                    <a:pt x="1" y="12571"/>
                    <a:pt x="190" y="12760"/>
                    <a:pt x="410" y="12760"/>
                  </a:cubicBezTo>
                  <a:lnTo>
                    <a:pt x="12256" y="12760"/>
                  </a:lnTo>
                  <a:cubicBezTo>
                    <a:pt x="12477" y="12760"/>
                    <a:pt x="12634" y="12571"/>
                    <a:pt x="12634" y="12319"/>
                  </a:cubicBezTo>
                  <a:lnTo>
                    <a:pt x="12634" y="8664"/>
                  </a:lnTo>
                  <a:cubicBezTo>
                    <a:pt x="12634" y="8444"/>
                    <a:pt x="12445" y="8223"/>
                    <a:pt x="12225" y="8223"/>
                  </a:cubicBezTo>
                  <a:lnTo>
                    <a:pt x="10839" y="8223"/>
                  </a:lnTo>
                  <a:lnTo>
                    <a:pt x="10839" y="2017"/>
                  </a:lnTo>
                  <a:cubicBezTo>
                    <a:pt x="10839" y="1765"/>
                    <a:pt x="10650" y="1576"/>
                    <a:pt x="10429" y="1576"/>
                  </a:cubicBezTo>
                  <a:lnTo>
                    <a:pt x="10019" y="1576"/>
                  </a:lnTo>
                  <a:lnTo>
                    <a:pt x="10019" y="410"/>
                  </a:lnTo>
                  <a:cubicBezTo>
                    <a:pt x="10019" y="158"/>
                    <a:pt x="9799" y="0"/>
                    <a:pt x="96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95" name="Google Shape;9995;p63"/>
          <p:cNvGrpSpPr/>
          <p:nvPr/>
        </p:nvGrpSpPr>
        <p:grpSpPr>
          <a:xfrm>
            <a:off x="2621810" y="1314021"/>
            <a:ext cx="379918" cy="366038"/>
            <a:chOff x="-63665751" y="1914325"/>
            <a:chExt cx="328450" cy="316450"/>
          </a:xfrm>
        </p:grpSpPr>
        <p:sp>
          <p:nvSpPr>
            <p:cNvPr id="9996" name="Google Shape;9996;p63"/>
            <p:cNvSpPr/>
            <p:nvPr/>
          </p:nvSpPr>
          <p:spPr>
            <a:xfrm>
              <a:off x="-63665751" y="1914325"/>
              <a:ext cx="328450" cy="316450"/>
            </a:xfrm>
            <a:custGeom>
              <a:rect l="l" t="t" r="r" b="b"/>
              <a:pathLst>
                <a:path w="13138" h="12658" extrusionOk="0">
                  <a:moveTo>
                    <a:pt x="8144" y="835"/>
                  </a:moveTo>
                  <a:cubicBezTo>
                    <a:pt x="9097" y="835"/>
                    <a:pt x="10050" y="1197"/>
                    <a:pt x="10775" y="1922"/>
                  </a:cubicBezTo>
                  <a:cubicBezTo>
                    <a:pt x="12256" y="3371"/>
                    <a:pt x="12256" y="5734"/>
                    <a:pt x="10775" y="7183"/>
                  </a:cubicBezTo>
                  <a:cubicBezTo>
                    <a:pt x="10050" y="7908"/>
                    <a:pt x="9097" y="8270"/>
                    <a:pt x="8144" y="8270"/>
                  </a:cubicBezTo>
                  <a:cubicBezTo>
                    <a:pt x="7191" y="8270"/>
                    <a:pt x="6238" y="7908"/>
                    <a:pt x="5513" y="7183"/>
                  </a:cubicBezTo>
                  <a:cubicBezTo>
                    <a:pt x="4064" y="5734"/>
                    <a:pt x="4064" y="3371"/>
                    <a:pt x="5513" y="1922"/>
                  </a:cubicBezTo>
                  <a:cubicBezTo>
                    <a:pt x="6238" y="1197"/>
                    <a:pt x="7191" y="835"/>
                    <a:pt x="8144" y="835"/>
                  </a:cubicBezTo>
                  <a:close/>
                  <a:moveTo>
                    <a:pt x="3466" y="8632"/>
                  </a:moveTo>
                  <a:lnTo>
                    <a:pt x="4064" y="9231"/>
                  </a:lnTo>
                  <a:lnTo>
                    <a:pt x="1607" y="11688"/>
                  </a:lnTo>
                  <a:lnTo>
                    <a:pt x="1008" y="11090"/>
                  </a:lnTo>
                  <a:lnTo>
                    <a:pt x="3466" y="8632"/>
                  </a:lnTo>
                  <a:close/>
                  <a:moveTo>
                    <a:pt x="8172" y="0"/>
                  </a:moveTo>
                  <a:cubicBezTo>
                    <a:pt x="7010" y="0"/>
                    <a:pt x="5844" y="441"/>
                    <a:pt x="4946" y="1323"/>
                  </a:cubicBezTo>
                  <a:cubicBezTo>
                    <a:pt x="3277" y="3024"/>
                    <a:pt x="3182" y="5671"/>
                    <a:pt x="4694" y="7467"/>
                  </a:cubicBezTo>
                  <a:lnTo>
                    <a:pt x="4096" y="8065"/>
                  </a:lnTo>
                  <a:lnTo>
                    <a:pt x="3214" y="7183"/>
                  </a:lnTo>
                  <a:cubicBezTo>
                    <a:pt x="3151" y="7104"/>
                    <a:pt x="3048" y="7065"/>
                    <a:pt x="2942" y="7065"/>
                  </a:cubicBezTo>
                  <a:cubicBezTo>
                    <a:pt x="2836" y="7065"/>
                    <a:pt x="2725" y="7104"/>
                    <a:pt x="2646" y="7183"/>
                  </a:cubicBezTo>
                  <a:cubicBezTo>
                    <a:pt x="2489" y="7341"/>
                    <a:pt x="2489" y="7624"/>
                    <a:pt x="2646" y="7782"/>
                  </a:cubicBezTo>
                  <a:lnTo>
                    <a:pt x="2899" y="8065"/>
                  </a:lnTo>
                  <a:lnTo>
                    <a:pt x="158" y="10806"/>
                  </a:lnTo>
                  <a:cubicBezTo>
                    <a:pt x="0" y="10964"/>
                    <a:pt x="0" y="11247"/>
                    <a:pt x="158" y="11405"/>
                  </a:cubicBezTo>
                  <a:lnTo>
                    <a:pt x="1292" y="12539"/>
                  </a:lnTo>
                  <a:cubicBezTo>
                    <a:pt x="1371" y="12618"/>
                    <a:pt x="1481" y="12657"/>
                    <a:pt x="1591" y="12657"/>
                  </a:cubicBezTo>
                  <a:cubicBezTo>
                    <a:pt x="1701" y="12657"/>
                    <a:pt x="1812" y="12618"/>
                    <a:pt x="1890" y="12539"/>
                  </a:cubicBezTo>
                  <a:lnTo>
                    <a:pt x="4631" y="9798"/>
                  </a:lnTo>
                  <a:lnTo>
                    <a:pt x="4915" y="10050"/>
                  </a:lnTo>
                  <a:cubicBezTo>
                    <a:pt x="4994" y="10129"/>
                    <a:pt x="5104" y="10168"/>
                    <a:pt x="5214" y="10168"/>
                  </a:cubicBezTo>
                  <a:cubicBezTo>
                    <a:pt x="5324" y="10168"/>
                    <a:pt x="5435" y="10129"/>
                    <a:pt x="5513" y="10050"/>
                  </a:cubicBezTo>
                  <a:cubicBezTo>
                    <a:pt x="5671" y="9893"/>
                    <a:pt x="5671" y="9640"/>
                    <a:pt x="5513" y="9483"/>
                  </a:cubicBezTo>
                  <a:lnTo>
                    <a:pt x="4631" y="8601"/>
                  </a:lnTo>
                  <a:lnTo>
                    <a:pt x="5230" y="8034"/>
                  </a:lnTo>
                  <a:cubicBezTo>
                    <a:pt x="6059" y="8730"/>
                    <a:pt x="7090" y="9078"/>
                    <a:pt x="8127" y="9078"/>
                  </a:cubicBezTo>
                  <a:cubicBezTo>
                    <a:pt x="9296" y="9078"/>
                    <a:pt x="10472" y="8635"/>
                    <a:pt x="11373" y="7750"/>
                  </a:cubicBezTo>
                  <a:cubicBezTo>
                    <a:pt x="13138" y="5986"/>
                    <a:pt x="13138" y="3087"/>
                    <a:pt x="11373" y="1323"/>
                  </a:cubicBezTo>
                  <a:cubicBezTo>
                    <a:pt x="10491" y="441"/>
                    <a:pt x="9333" y="0"/>
                    <a:pt x="81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97" name="Google Shape;9997;p63"/>
            <p:cNvSpPr/>
            <p:nvPr/>
          </p:nvSpPr>
          <p:spPr>
            <a:xfrm>
              <a:off x="-63524774" y="1955275"/>
              <a:ext cx="123675" cy="134700"/>
            </a:xfrm>
            <a:custGeom>
              <a:rect l="l" t="t" r="r" b="b"/>
              <a:pathLst>
                <a:path w="4947" h="5388" extrusionOk="0">
                  <a:moveTo>
                    <a:pt x="2458" y="882"/>
                  </a:moveTo>
                  <a:cubicBezTo>
                    <a:pt x="2930" y="882"/>
                    <a:pt x="3308" y="1229"/>
                    <a:pt x="3308" y="1702"/>
                  </a:cubicBezTo>
                  <a:cubicBezTo>
                    <a:pt x="3308" y="2174"/>
                    <a:pt x="2962" y="2521"/>
                    <a:pt x="2458" y="2521"/>
                  </a:cubicBezTo>
                  <a:cubicBezTo>
                    <a:pt x="1985" y="2521"/>
                    <a:pt x="1639" y="2174"/>
                    <a:pt x="1639" y="1702"/>
                  </a:cubicBezTo>
                  <a:cubicBezTo>
                    <a:pt x="1639" y="1229"/>
                    <a:pt x="2048" y="882"/>
                    <a:pt x="2458" y="882"/>
                  </a:cubicBezTo>
                  <a:close/>
                  <a:moveTo>
                    <a:pt x="2458" y="3340"/>
                  </a:moveTo>
                  <a:cubicBezTo>
                    <a:pt x="3245" y="3340"/>
                    <a:pt x="3876" y="3875"/>
                    <a:pt x="4096" y="4600"/>
                  </a:cubicBezTo>
                  <a:lnTo>
                    <a:pt x="883" y="4600"/>
                  </a:lnTo>
                  <a:cubicBezTo>
                    <a:pt x="1040" y="3875"/>
                    <a:pt x="1733" y="3340"/>
                    <a:pt x="2458" y="3340"/>
                  </a:cubicBezTo>
                  <a:close/>
                  <a:moveTo>
                    <a:pt x="2458" y="0"/>
                  </a:moveTo>
                  <a:cubicBezTo>
                    <a:pt x="1576" y="0"/>
                    <a:pt x="820" y="756"/>
                    <a:pt x="820" y="1670"/>
                  </a:cubicBezTo>
                  <a:cubicBezTo>
                    <a:pt x="820" y="2080"/>
                    <a:pt x="977" y="2489"/>
                    <a:pt x="1292" y="2804"/>
                  </a:cubicBezTo>
                  <a:cubicBezTo>
                    <a:pt x="536" y="3245"/>
                    <a:pt x="0" y="4033"/>
                    <a:pt x="0" y="4978"/>
                  </a:cubicBezTo>
                  <a:cubicBezTo>
                    <a:pt x="0" y="5230"/>
                    <a:pt x="189" y="5388"/>
                    <a:pt x="410" y="5388"/>
                  </a:cubicBezTo>
                  <a:lnTo>
                    <a:pt x="4569" y="5388"/>
                  </a:lnTo>
                  <a:cubicBezTo>
                    <a:pt x="4789" y="5388"/>
                    <a:pt x="4947" y="5199"/>
                    <a:pt x="4947" y="4978"/>
                  </a:cubicBezTo>
                  <a:cubicBezTo>
                    <a:pt x="4947" y="4033"/>
                    <a:pt x="4443" y="3245"/>
                    <a:pt x="3655" y="2804"/>
                  </a:cubicBezTo>
                  <a:cubicBezTo>
                    <a:pt x="3939" y="2489"/>
                    <a:pt x="4128" y="2080"/>
                    <a:pt x="4128" y="1670"/>
                  </a:cubicBezTo>
                  <a:cubicBezTo>
                    <a:pt x="4128" y="756"/>
                    <a:pt x="3371" y="0"/>
                    <a:pt x="2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998" name="Google Shape;9998;p63"/>
          <p:cNvGrpSpPr/>
          <p:nvPr/>
        </p:nvGrpSpPr>
        <p:grpSpPr>
          <a:xfrm>
            <a:off x="2626814" y="1793065"/>
            <a:ext cx="369913" cy="368554"/>
            <a:chOff x="-63666551" y="2278975"/>
            <a:chExt cx="319800" cy="318625"/>
          </a:xfrm>
        </p:grpSpPr>
        <p:sp>
          <p:nvSpPr>
            <p:cNvPr id="9999" name="Google Shape;9999;p63"/>
            <p:cNvSpPr/>
            <p:nvPr/>
          </p:nvSpPr>
          <p:spPr>
            <a:xfrm>
              <a:off x="-63481452" y="2309700"/>
              <a:ext cx="62225" cy="146525"/>
            </a:xfrm>
            <a:custGeom>
              <a:rect l="l" t="t" r="r" b="b"/>
              <a:pathLst>
                <a:path w="2489" h="5861" extrusionOk="0">
                  <a:moveTo>
                    <a:pt x="1229" y="0"/>
                  </a:moveTo>
                  <a:cubicBezTo>
                    <a:pt x="977" y="0"/>
                    <a:pt x="819" y="189"/>
                    <a:pt x="819" y="441"/>
                  </a:cubicBezTo>
                  <a:lnTo>
                    <a:pt x="819" y="694"/>
                  </a:lnTo>
                  <a:cubicBezTo>
                    <a:pt x="347" y="883"/>
                    <a:pt x="0" y="1324"/>
                    <a:pt x="0" y="1891"/>
                  </a:cubicBezTo>
                  <a:cubicBezTo>
                    <a:pt x="0" y="2552"/>
                    <a:pt x="536" y="2962"/>
                    <a:pt x="977" y="3277"/>
                  </a:cubicBezTo>
                  <a:cubicBezTo>
                    <a:pt x="1292" y="3497"/>
                    <a:pt x="1638" y="3749"/>
                    <a:pt x="1638" y="3970"/>
                  </a:cubicBezTo>
                  <a:cubicBezTo>
                    <a:pt x="1607" y="4254"/>
                    <a:pt x="1418" y="4411"/>
                    <a:pt x="1197" y="4411"/>
                  </a:cubicBezTo>
                  <a:cubicBezTo>
                    <a:pt x="977" y="4411"/>
                    <a:pt x="819" y="4222"/>
                    <a:pt x="819" y="3970"/>
                  </a:cubicBezTo>
                  <a:cubicBezTo>
                    <a:pt x="819" y="3749"/>
                    <a:pt x="630" y="3560"/>
                    <a:pt x="410" y="3560"/>
                  </a:cubicBezTo>
                  <a:cubicBezTo>
                    <a:pt x="189" y="3560"/>
                    <a:pt x="0" y="3749"/>
                    <a:pt x="0" y="3970"/>
                  </a:cubicBezTo>
                  <a:cubicBezTo>
                    <a:pt x="0" y="4537"/>
                    <a:pt x="347" y="4978"/>
                    <a:pt x="819" y="5167"/>
                  </a:cubicBezTo>
                  <a:lnTo>
                    <a:pt x="819" y="5419"/>
                  </a:lnTo>
                  <a:cubicBezTo>
                    <a:pt x="819" y="5671"/>
                    <a:pt x="1008" y="5860"/>
                    <a:pt x="1197" y="5860"/>
                  </a:cubicBezTo>
                  <a:cubicBezTo>
                    <a:pt x="1449" y="5860"/>
                    <a:pt x="1638" y="5671"/>
                    <a:pt x="1638" y="5419"/>
                  </a:cubicBezTo>
                  <a:lnTo>
                    <a:pt x="1638" y="5167"/>
                  </a:lnTo>
                  <a:cubicBezTo>
                    <a:pt x="2111" y="5010"/>
                    <a:pt x="2489" y="4537"/>
                    <a:pt x="2489" y="3970"/>
                  </a:cubicBezTo>
                  <a:cubicBezTo>
                    <a:pt x="2489" y="3308"/>
                    <a:pt x="1922" y="2930"/>
                    <a:pt x="1481" y="2615"/>
                  </a:cubicBezTo>
                  <a:cubicBezTo>
                    <a:pt x="1166" y="2363"/>
                    <a:pt x="819" y="2143"/>
                    <a:pt x="819" y="1891"/>
                  </a:cubicBezTo>
                  <a:cubicBezTo>
                    <a:pt x="819" y="1670"/>
                    <a:pt x="1008" y="1450"/>
                    <a:pt x="1229" y="1450"/>
                  </a:cubicBezTo>
                  <a:cubicBezTo>
                    <a:pt x="1449" y="1450"/>
                    <a:pt x="1638" y="1670"/>
                    <a:pt x="1638" y="1891"/>
                  </a:cubicBezTo>
                  <a:cubicBezTo>
                    <a:pt x="1638" y="2111"/>
                    <a:pt x="1859" y="2332"/>
                    <a:pt x="2048" y="2332"/>
                  </a:cubicBezTo>
                  <a:cubicBezTo>
                    <a:pt x="2269" y="2332"/>
                    <a:pt x="2489" y="2111"/>
                    <a:pt x="2489" y="1891"/>
                  </a:cubicBezTo>
                  <a:cubicBezTo>
                    <a:pt x="2489" y="1324"/>
                    <a:pt x="2111" y="914"/>
                    <a:pt x="1638" y="694"/>
                  </a:cubicBezTo>
                  <a:lnTo>
                    <a:pt x="1638" y="441"/>
                  </a:lnTo>
                  <a:cubicBezTo>
                    <a:pt x="1638" y="189"/>
                    <a:pt x="1449" y="0"/>
                    <a:pt x="1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00" name="Google Shape;10000;p63"/>
            <p:cNvSpPr/>
            <p:nvPr/>
          </p:nvSpPr>
          <p:spPr>
            <a:xfrm>
              <a:off x="-63666551" y="2278975"/>
              <a:ext cx="319800" cy="318625"/>
            </a:xfrm>
            <a:custGeom>
              <a:rect l="l" t="t" r="r" b="b"/>
              <a:pathLst>
                <a:path w="12792" h="12745" extrusionOk="0">
                  <a:moveTo>
                    <a:pt x="8601" y="914"/>
                  </a:moveTo>
                  <a:cubicBezTo>
                    <a:pt x="10429" y="914"/>
                    <a:pt x="11909" y="2427"/>
                    <a:pt x="11909" y="4222"/>
                  </a:cubicBezTo>
                  <a:cubicBezTo>
                    <a:pt x="11909" y="6050"/>
                    <a:pt x="10429" y="7530"/>
                    <a:pt x="8601" y="7530"/>
                  </a:cubicBezTo>
                  <a:cubicBezTo>
                    <a:pt x="7971" y="7530"/>
                    <a:pt x="7404" y="7373"/>
                    <a:pt x="6869" y="7026"/>
                  </a:cubicBezTo>
                  <a:lnTo>
                    <a:pt x="7089" y="6270"/>
                  </a:lnTo>
                  <a:cubicBezTo>
                    <a:pt x="7144" y="5997"/>
                    <a:pt x="6938" y="5748"/>
                    <a:pt x="6677" y="5748"/>
                  </a:cubicBezTo>
                  <a:cubicBezTo>
                    <a:pt x="6637" y="5748"/>
                    <a:pt x="6596" y="5754"/>
                    <a:pt x="6554" y="5766"/>
                  </a:cubicBezTo>
                  <a:lnTo>
                    <a:pt x="5829" y="5955"/>
                  </a:lnTo>
                  <a:cubicBezTo>
                    <a:pt x="5514" y="5451"/>
                    <a:pt x="5293" y="4852"/>
                    <a:pt x="5293" y="4222"/>
                  </a:cubicBezTo>
                  <a:cubicBezTo>
                    <a:pt x="5293" y="2364"/>
                    <a:pt x="6774" y="914"/>
                    <a:pt x="8601" y="914"/>
                  </a:cubicBezTo>
                  <a:close/>
                  <a:moveTo>
                    <a:pt x="6050" y="6711"/>
                  </a:moveTo>
                  <a:lnTo>
                    <a:pt x="5041" y="10303"/>
                  </a:lnTo>
                  <a:lnTo>
                    <a:pt x="4789" y="9421"/>
                  </a:lnTo>
                  <a:cubicBezTo>
                    <a:pt x="4749" y="9221"/>
                    <a:pt x="4571" y="9098"/>
                    <a:pt x="4389" y="9098"/>
                  </a:cubicBezTo>
                  <a:cubicBezTo>
                    <a:pt x="4284" y="9098"/>
                    <a:pt x="4177" y="9139"/>
                    <a:pt x="4096" y="9232"/>
                  </a:cubicBezTo>
                  <a:lnTo>
                    <a:pt x="1418" y="11910"/>
                  </a:lnTo>
                  <a:lnTo>
                    <a:pt x="820" y="11311"/>
                  </a:lnTo>
                  <a:lnTo>
                    <a:pt x="3529" y="8665"/>
                  </a:lnTo>
                  <a:cubicBezTo>
                    <a:pt x="3781" y="8444"/>
                    <a:pt x="3655" y="8034"/>
                    <a:pt x="3340" y="7971"/>
                  </a:cubicBezTo>
                  <a:lnTo>
                    <a:pt x="2458" y="7719"/>
                  </a:lnTo>
                  <a:lnTo>
                    <a:pt x="6050" y="6711"/>
                  </a:lnTo>
                  <a:close/>
                  <a:moveTo>
                    <a:pt x="8664" y="1"/>
                  </a:moveTo>
                  <a:cubicBezTo>
                    <a:pt x="6365" y="1"/>
                    <a:pt x="4506" y="1860"/>
                    <a:pt x="4506" y="4159"/>
                  </a:cubicBezTo>
                  <a:cubicBezTo>
                    <a:pt x="4506" y="4852"/>
                    <a:pt x="4663" y="5514"/>
                    <a:pt x="5041" y="6113"/>
                  </a:cubicBezTo>
                  <a:lnTo>
                    <a:pt x="820" y="7341"/>
                  </a:lnTo>
                  <a:cubicBezTo>
                    <a:pt x="631" y="7373"/>
                    <a:pt x="505" y="7562"/>
                    <a:pt x="505" y="7719"/>
                  </a:cubicBezTo>
                  <a:cubicBezTo>
                    <a:pt x="505" y="7940"/>
                    <a:pt x="631" y="8097"/>
                    <a:pt x="820" y="8129"/>
                  </a:cubicBezTo>
                  <a:lnTo>
                    <a:pt x="2458" y="8570"/>
                  </a:lnTo>
                  <a:lnTo>
                    <a:pt x="316" y="10712"/>
                  </a:lnTo>
                  <a:cubicBezTo>
                    <a:pt x="1" y="11027"/>
                    <a:pt x="1" y="11563"/>
                    <a:pt x="316" y="11910"/>
                  </a:cubicBezTo>
                  <a:lnTo>
                    <a:pt x="883" y="12508"/>
                  </a:lnTo>
                  <a:cubicBezTo>
                    <a:pt x="1040" y="12666"/>
                    <a:pt x="1253" y="12744"/>
                    <a:pt x="1469" y="12744"/>
                  </a:cubicBezTo>
                  <a:cubicBezTo>
                    <a:pt x="1686" y="12744"/>
                    <a:pt x="1907" y="12666"/>
                    <a:pt x="2080" y="12508"/>
                  </a:cubicBezTo>
                  <a:lnTo>
                    <a:pt x="4254" y="10334"/>
                  </a:lnTo>
                  <a:lnTo>
                    <a:pt x="4663" y="11973"/>
                  </a:lnTo>
                  <a:cubicBezTo>
                    <a:pt x="4727" y="12181"/>
                    <a:pt x="4906" y="12292"/>
                    <a:pt x="5078" y="12292"/>
                  </a:cubicBezTo>
                  <a:cubicBezTo>
                    <a:pt x="5244" y="12292"/>
                    <a:pt x="5405" y="12189"/>
                    <a:pt x="5451" y="11973"/>
                  </a:cubicBezTo>
                  <a:lnTo>
                    <a:pt x="6680" y="7782"/>
                  </a:lnTo>
                  <a:cubicBezTo>
                    <a:pt x="7278" y="8097"/>
                    <a:pt x="7940" y="8286"/>
                    <a:pt x="8664" y="8286"/>
                  </a:cubicBezTo>
                  <a:cubicBezTo>
                    <a:pt x="10933" y="8286"/>
                    <a:pt x="12792" y="6428"/>
                    <a:pt x="12792" y="4159"/>
                  </a:cubicBezTo>
                  <a:cubicBezTo>
                    <a:pt x="12792" y="1860"/>
                    <a:pt x="10933" y="1"/>
                    <a:pt x="86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01" name="Google Shape;10001;p63"/>
          <p:cNvGrpSpPr/>
          <p:nvPr/>
        </p:nvGrpSpPr>
        <p:grpSpPr>
          <a:xfrm>
            <a:off x="2624081" y="2259090"/>
            <a:ext cx="375378" cy="367397"/>
            <a:chOff x="-63669701" y="2646600"/>
            <a:chExt cx="324525" cy="317625"/>
          </a:xfrm>
        </p:grpSpPr>
        <p:sp>
          <p:nvSpPr>
            <p:cNvPr id="10002" name="Google Shape;10002;p63"/>
            <p:cNvSpPr/>
            <p:nvPr/>
          </p:nvSpPr>
          <p:spPr>
            <a:xfrm>
              <a:off x="-63669701" y="2646600"/>
              <a:ext cx="324525" cy="317550"/>
            </a:xfrm>
            <a:custGeom>
              <a:rect l="l" t="t" r="r" b="b"/>
              <a:pathLst>
                <a:path w="12981" h="12702" extrusionOk="0">
                  <a:moveTo>
                    <a:pt x="6947" y="867"/>
                  </a:moveTo>
                  <a:cubicBezTo>
                    <a:pt x="7058" y="867"/>
                    <a:pt x="7168" y="906"/>
                    <a:pt x="7247" y="985"/>
                  </a:cubicBezTo>
                  <a:cubicBezTo>
                    <a:pt x="7404" y="1143"/>
                    <a:pt x="7404" y="1426"/>
                    <a:pt x="7247" y="1584"/>
                  </a:cubicBezTo>
                  <a:lnTo>
                    <a:pt x="5199" y="3632"/>
                  </a:lnTo>
                  <a:cubicBezTo>
                    <a:pt x="5120" y="3710"/>
                    <a:pt x="5010" y="3750"/>
                    <a:pt x="4900" y="3750"/>
                  </a:cubicBezTo>
                  <a:cubicBezTo>
                    <a:pt x="4789" y="3750"/>
                    <a:pt x="4679" y="3710"/>
                    <a:pt x="4600" y="3632"/>
                  </a:cubicBezTo>
                  <a:cubicBezTo>
                    <a:pt x="4443" y="3474"/>
                    <a:pt x="4443" y="3190"/>
                    <a:pt x="4600" y="3033"/>
                  </a:cubicBezTo>
                  <a:lnTo>
                    <a:pt x="6648" y="985"/>
                  </a:lnTo>
                  <a:cubicBezTo>
                    <a:pt x="6727" y="906"/>
                    <a:pt x="6837" y="867"/>
                    <a:pt x="6947" y="867"/>
                  </a:cubicBezTo>
                  <a:close/>
                  <a:moveTo>
                    <a:pt x="7530" y="2434"/>
                  </a:moveTo>
                  <a:lnTo>
                    <a:pt x="10429" y="5364"/>
                  </a:lnTo>
                  <a:lnTo>
                    <a:pt x="8979" y="6814"/>
                  </a:lnTo>
                  <a:lnTo>
                    <a:pt x="6050" y="3884"/>
                  </a:lnTo>
                  <a:lnTo>
                    <a:pt x="7530" y="2434"/>
                  </a:lnTo>
                  <a:close/>
                  <a:moveTo>
                    <a:pt x="6648" y="5679"/>
                  </a:moveTo>
                  <a:lnTo>
                    <a:pt x="7247" y="6246"/>
                  </a:lnTo>
                  <a:lnTo>
                    <a:pt x="5482" y="8042"/>
                  </a:lnTo>
                  <a:lnTo>
                    <a:pt x="4884" y="7444"/>
                  </a:lnTo>
                  <a:lnTo>
                    <a:pt x="6648" y="5679"/>
                  </a:lnTo>
                  <a:close/>
                  <a:moveTo>
                    <a:pt x="11642" y="5561"/>
                  </a:moveTo>
                  <a:cubicBezTo>
                    <a:pt x="11752" y="5561"/>
                    <a:pt x="11862" y="5601"/>
                    <a:pt x="11941" y="5679"/>
                  </a:cubicBezTo>
                  <a:cubicBezTo>
                    <a:pt x="12098" y="5837"/>
                    <a:pt x="12098" y="6089"/>
                    <a:pt x="11941" y="6246"/>
                  </a:cubicBezTo>
                  <a:lnTo>
                    <a:pt x="9893" y="8294"/>
                  </a:lnTo>
                  <a:cubicBezTo>
                    <a:pt x="9814" y="8373"/>
                    <a:pt x="9704" y="8412"/>
                    <a:pt x="9594" y="8412"/>
                  </a:cubicBezTo>
                  <a:cubicBezTo>
                    <a:pt x="9484" y="8412"/>
                    <a:pt x="9373" y="8373"/>
                    <a:pt x="9295" y="8294"/>
                  </a:cubicBezTo>
                  <a:cubicBezTo>
                    <a:pt x="9137" y="8137"/>
                    <a:pt x="9137" y="7885"/>
                    <a:pt x="9295" y="7727"/>
                  </a:cubicBezTo>
                  <a:lnTo>
                    <a:pt x="11342" y="5679"/>
                  </a:lnTo>
                  <a:cubicBezTo>
                    <a:pt x="11421" y="5601"/>
                    <a:pt x="11531" y="5561"/>
                    <a:pt x="11642" y="5561"/>
                  </a:cubicBezTo>
                  <a:close/>
                  <a:moveTo>
                    <a:pt x="4065" y="7664"/>
                  </a:moveTo>
                  <a:lnTo>
                    <a:pt x="5230" y="8861"/>
                  </a:lnTo>
                  <a:lnTo>
                    <a:pt x="2426" y="11665"/>
                  </a:lnTo>
                  <a:cubicBezTo>
                    <a:pt x="2269" y="11823"/>
                    <a:pt x="2064" y="11902"/>
                    <a:pt x="1855" y="11902"/>
                  </a:cubicBezTo>
                  <a:cubicBezTo>
                    <a:pt x="1647" y="11902"/>
                    <a:pt x="1434" y="11823"/>
                    <a:pt x="1261" y="11665"/>
                  </a:cubicBezTo>
                  <a:cubicBezTo>
                    <a:pt x="914" y="11350"/>
                    <a:pt x="914" y="10783"/>
                    <a:pt x="1261" y="10468"/>
                  </a:cubicBezTo>
                  <a:lnTo>
                    <a:pt x="4065" y="7664"/>
                  </a:lnTo>
                  <a:close/>
                  <a:moveTo>
                    <a:pt x="6971" y="1"/>
                  </a:moveTo>
                  <a:cubicBezTo>
                    <a:pt x="6648" y="1"/>
                    <a:pt x="6317" y="119"/>
                    <a:pt x="6050" y="355"/>
                  </a:cubicBezTo>
                  <a:lnTo>
                    <a:pt x="4002" y="2403"/>
                  </a:lnTo>
                  <a:cubicBezTo>
                    <a:pt x="3529" y="2875"/>
                    <a:pt x="3529" y="3663"/>
                    <a:pt x="4002" y="4167"/>
                  </a:cubicBezTo>
                  <a:cubicBezTo>
                    <a:pt x="4258" y="4424"/>
                    <a:pt x="4564" y="4544"/>
                    <a:pt x="4874" y="4544"/>
                  </a:cubicBezTo>
                  <a:cubicBezTo>
                    <a:pt x="5058" y="4544"/>
                    <a:pt x="5243" y="4501"/>
                    <a:pt x="5419" y="4419"/>
                  </a:cubicBezTo>
                  <a:lnTo>
                    <a:pt x="6081" y="5018"/>
                  </a:lnTo>
                  <a:lnTo>
                    <a:pt x="4285" y="6814"/>
                  </a:lnTo>
                  <a:cubicBezTo>
                    <a:pt x="4206" y="6735"/>
                    <a:pt x="4096" y="6695"/>
                    <a:pt x="3990" y="6695"/>
                  </a:cubicBezTo>
                  <a:cubicBezTo>
                    <a:pt x="3884" y="6695"/>
                    <a:pt x="3781" y="6735"/>
                    <a:pt x="3718" y="6814"/>
                  </a:cubicBezTo>
                  <a:lnTo>
                    <a:pt x="631" y="9869"/>
                  </a:lnTo>
                  <a:cubicBezTo>
                    <a:pt x="1" y="10500"/>
                    <a:pt x="1" y="11571"/>
                    <a:pt x="631" y="12201"/>
                  </a:cubicBezTo>
                  <a:cubicBezTo>
                    <a:pt x="965" y="12536"/>
                    <a:pt x="1405" y="12701"/>
                    <a:pt x="1840" y="12701"/>
                  </a:cubicBezTo>
                  <a:cubicBezTo>
                    <a:pt x="2264" y="12701"/>
                    <a:pt x="2682" y="12544"/>
                    <a:pt x="2994" y="12232"/>
                  </a:cubicBezTo>
                  <a:lnTo>
                    <a:pt x="6050" y="9176"/>
                  </a:lnTo>
                  <a:cubicBezTo>
                    <a:pt x="6207" y="9019"/>
                    <a:pt x="6207" y="8735"/>
                    <a:pt x="6050" y="8578"/>
                  </a:cubicBezTo>
                  <a:lnTo>
                    <a:pt x="7845" y="6814"/>
                  </a:lnTo>
                  <a:lnTo>
                    <a:pt x="8475" y="7444"/>
                  </a:lnTo>
                  <a:cubicBezTo>
                    <a:pt x="8255" y="7853"/>
                    <a:pt x="8318" y="8452"/>
                    <a:pt x="8696" y="8861"/>
                  </a:cubicBezTo>
                  <a:cubicBezTo>
                    <a:pt x="8932" y="9098"/>
                    <a:pt x="9247" y="9216"/>
                    <a:pt x="9566" y="9216"/>
                  </a:cubicBezTo>
                  <a:cubicBezTo>
                    <a:pt x="9885" y="9216"/>
                    <a:pt x="10208" y="9098"/>
                    <a:pt x="10460" y="8861"/>
                  </a:cubicBezTo>
                  <a:lnTo>
                    <a:pt x="12508" y="6814"/>
                  </a:lnTo>
                  <a:cubicBezTo>
                    <a:pt x="12981" y="6341"/>
                    <a:pt x="12981" y="5553"/>
                    <a:pt x="12508" y="5018"/>
                  </a:cubicBezTo>
                  <a:cubicBezTo>
                    <a:pt x="12274" y="4784"/>
                    <a:pt x="11979" y="4670"/>
                    <a:pt x="11669" y="4670"/>
                  </a:cubicBezTo>
                  <a:cubicBezTo>
                    <a:pt x="11479" y="4670"/>
                    <a:pt x="11282" y="4713"/>
                    <a:pt x="11090" y="4797"/>
                  </a:cubicBezTo>
                  <a:lnTo>
                    <a:pt x="8066" y="1773"/>
                  </a:lnTo>
                  <a:cubicBezTo>
                    <a:pt x="8255" y="1332"/>
                    <a:pt x="8223" y="733"/>
                    <a:pt x="7845" y="355"/>
                  </a:cubicBezTo>
                  <a:cubicBezTo>
                    <a:pt x="7609" y="119"/>
                    <a:pt x="7294" y="1"/>
                    <a:pt x="69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03" name="Google Shape;10003;p63"/>
            <p:cNvSpPr/>
            <p:nvPr/>
          </p:nvSpPr>
          <p:spPr>
            <a:xfrm>
              <a:off x="-63532649" y="2901200"/>
              <a:ext cx="185900" cy="63025"/>
            </a:xfrm>
            <a:custGeom>
              <a:rect l="l" t="t" r="r" b="b"/>
              <a:pathLst>
                <a:path w="7436" h="2521" extrusionOk="0">
                  <a:moveTo>
                    <a:pt x="5356" y="851"/>
                  </a:moveTo>
                  <a:cubicBezTo>
                    <a:pt x="5577" y="851"/>
                    <a:pt x="5734" y="1040"/>
                    <a:pt x="5734" y="1261"/>
                  </a:cubicBezTo>
                  <a:lnTo>
                    <a:pt x="5734" y="1702"/>
                  </a:lnTo>
                  <a:lnTo>
                    <a:pt x="1607" y="1702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1702"/>
                  </a:lnTo>
                  <a:lnTo>
                    <a:pt x="378" y="1702"/>
                  </a:lnTo>
                  <a:cubicBezTo>
                    <a:pt x="158" y="1702"/>
                    <a:pt x="0" y="1891"/>
                    <a:pt x="0" y="2111"/>
                  </a:cubicBezTo>
                  <a:cubicBezTo>
                    <a:pt x="0" y="2332"/>
                    <a:pt x="189" y="2521"/>
                    <a:pt x="378" y="2521"/>
                  </a:cubicBezTo>
                  <a:lnTo>
                    <a:pt x="6995" y="2521"/>
                  </a:lnTo>
                  <a:cubicBezTo>
                    <a:pt x="7247" y="2521"/>
                    <a:pt x="7436" y="2332"/>
                    <a:pt x="7436" y="2111"/>
                  </a:cubicBezTo>
                  <a:cubicBezTo>
                    <a:pt x="7404" y="1891"/>
                    <a:pt x="7184" y="1702"/>
                    <a:pt x="6963" y="1702"/>
                  </a:cubicBezTo>
                  <a:lnTo>
                    <a:pt x="6553" y="1702"/>
                  </a:lnTo>
                  <a:lnTo>
                    <a:pt x="6553" y="1261"/>
                  </a:lnTo>
                  <a:cubicBezTo>
                    <a:pt x="6553" y="599"/>
                    <a:pt x="6018" y="1"/>
                    <a:pt x="5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04" name="Google Shape;10004;p63"/>
          <p:cNvGrpSpPr/>
          <p:nvPr/>
        </p:nvGrpSpPr>
        <p:grpSpPr>
          <a:xfrm>
            <a:off x="1286361" y="2732418"/>
            <a:ext cx="366269" cy="366732"/>
            <a:chOff x="-61784123" y="1931250"/>
            <a:chExt cx="316650" cy="317050"/>
          </a:xfrm>
        </p:grpSpPr>
        <p:sp>
          <p:nvSpPr>
            <p:cNvPr id="10005" name="Google Shape;10005;p63"/>
            <p:cNvSpPr/>
            <p:nvPr/>
          </p:nvSpPr>
          <p:spPr>
            <a:xfrm>
              <a:off x="-61688024" y="1931250"/>
              <a:ext cx="124450" cy="134300"/>
            </a:xfrm>
            <a:custGeom>
              <a:rect l="l" t="t" r="r" b="b"/>
              <a:pathLst>
                <a:path w="4978" h="5372" extrusionOk="0">
                  <a:moveTo>
                    <a:pt x="2497" y="845"/>
                  </a:moveTo>
                  <a:cubicBezTo>
                    <a:pt x="2709" y="845"/>
                    <a:pt x="2922" y="922"/>
                    <a:pt x="3088" y="1087"/>
                  </a:cubicBezTo>
                  <a:cubicBezTo>
                    <a:pt x="3277" y="1276"/>
                    <a:pt x="3340" y="1591"/>
                    <a:pt x="3277" y="1906"/>
                  </a:cubicBezTo>
                  <a:cubicBezTo>
                    <a:pt x="3182" y="2190"/>
                    <a:pt x="2993" y="2410"/>
                    <a:pt x="2709" y="2442"/>
                  </a:cubicBezTo>
                  <a:cubicBezTo>
                    <a:pt x="2625" y="2467"/>
                    <a:pt x="2545" y="2479"/>
                    <a:pt x="2469" y="2479"/>
                  </a:cubicBezTo>
                  <a:cubicBezTo>
                    <a:pt x="2259" y="2479"/>
                    <a:pt x="2075" y="2391"/>
                    <a:pt x="1890" y="2253"/>
                  </a:cubicBezTo>
                  <a:cubicBezTo>
                    <a:pt x="1701" y="2032"/>
                    <a:pt x="1607" y="1717"/>
                    <a:pt x="1701" y="1434"/>
                  </a:cubicBezTo>
                  <a:cubicBezTo>
                    <a:pt x="1800" y="1059"/>
                    <a:pt x="2145" y="845"/>
                    <a:pt x="2497" y="845"/>
                  </a:cubicBezTo>
                  <a:close/>
                  <a:moveTo>
                    <a:pt x="2520" y="3324"/>
                  </a:moveTo>
                  <a:cubicBezTo>
                    <a:pt x="3277" y="3324"/>
                    <a:pt x="3907" y="3828"/>
                    <a:pt x="4096" y="4553"/>
                  </a:cubicBezTo>
                  <a:lnTo>
                    <a:pt x="914" y="4553"/>
                  </a:lnTo>
                  <a:cubicBezTo>
                    <a:pt x="1103" y="3828"/>
                    <a:pt x="1733" y="3324"/>
                    <a:pt x="2520" y="3324"/>
                  </a:cubicBezTo>
                  <a:close/>
                  <a:moveTo>
                    <a:pt x="2510" y="1"/>
                  </a:moveTo>
                  <a:cubicBezTo>
                    <a:pt x="1805" y="1"/>
                    <a:pt x="1113" y="455"/>
                    <a:pt x="914" y="1213"/>
                  </a:cubicBezTo>
                  <a:cubicBezTo>
                    <a:pt x="756" y="1780"/>
                    <a:pt x="914" y="2347"/>
                    <a:pt x="1292" y="2789"/>
                  </a:cubicBezTo>
                  <a:cubicBezTo>
                    <a:pt x="567" y="3198"/>
                    <a:pt x="0" y="3986"/>
                    <a:pt x="0" y="4931"/>
                  </a:cubicBezTo>
                  <a:cubicBezTo>
                    <a:pt x="0" y="5183"/>
                    <a:pt x="189" y="5372"/>
                    <a:pt x="441" y="5372"/>
                  </a:cubicBezTo>
                  <a:lnTo>
                    <a:pt x="4568" y="5372"/>
                  </a:lnTo>
                  <a:cubicBezTo>
                    <a:pt x="4820" y="5372"/>
                    <a:pt x="4978" y="5183"/>
                    <a:pt x="4978" y="4931"/>
                  </a:cubicBezTo>
                  <a:cubicBezTo>
                    <a:pt x="4978" y="3986"/>
                    <a:pt x="4442" y="3198"/>
                    <a:pt x="3718" y="2789"/>
                  </a:cubicBezTo>
                  <a:cubicBezTo>
                    <a:pt x="3907" y="2568"/>
                    <a:pt x="4033" y="2347"/>
                    <a:pt x="4096" y="2064"/>
                  </a:cubicBezTo>
                  <a:cubicBezTo>
                    <a:pt x="4253" y="1528"/>
                    <a:pt x="4096" y="930"/>
                    <a:pt x="3655" y="489"/>
                  </a:cubicBezTo>
                  <a:cubicBezTo>
                    <a:pt x="3331" y="153"/>
                    <a:pt x="2918" y="1"/>
                    <a:pt x="25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06" name="Google Shape;10006;p63"/>
            <p:cNvSpPr/>
            <p:nvPr/>
          </p:nvSpPr>
          <p:spPr>
            <a:xfrm>
              <a:off x="-61784123" y="2113325"/>
              <a:ext cx="124450" cy="134975"/>
            </a:xfrm>
            <a:custGeom>
              <a:rect l="l" t="t" r="r" b="b"/>
              <a:pathLst>
                <a:path w="4978" h="5399" extrusionOk="0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7" y="2491"/>
                  </a:cubicBezTo>
                  <a:cubicBezTo>
                    <a:pt x="2261" y="2491"/>
                    <a:pt x="2058" y="2415"/>
                    <a:pt x="1891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458" y="3319"/>
                  </a:moveTo>
                  <a:cubicBezTo>
                    <a:pt x="3245" y="3319"/>
                    <a:pt x="3907" y="3854"/>
                    <a:pt x="4096" y="4547"/>
                  </a:cubicBezTo>
                  <a:lnTo>
                    <a:pt x="883" y="4547"/>
                  </a:lnTo>
                  <a:cubicBezTo>
                    <a:pt x="1040" y="3886"/>
                    <a:pt x="1733" y="3319"/>
                    <a:pt x="2458" y="3319"/>
                  </a:cubicBezTo>
                  <a:close/>
                  <a:moveTo>
                    <a:pt x="2509" y="1"/>
                  </a:moveTo>
                  <a:cubicBezTo>
                    <a:pt x="1812" y="1"/>
                    <a:pt x="1143" y="437"/>
                    <a:pt x="946" y="1208"/>
                  </a:cubicBezTo>
                  <a:cubicBezTo>
                    <a:pt x="788" y="1806"/>
                    <a:pt x="946" y="2342"/>
                    <a:pt x="1324" y="2783"/>
                  </a:cubicBezTo>
                  <a:cubicBezTo>
                    <a:pt x="568" y="3224"/>
                    <a:pt x="32" y="4012"/>
                    <a:pt x="32" y="4957"/>
                  </a:cubicBezTo>
                  <a:cubicBezTo>
                    <a:pt x="0" y="5209"/>
                    <a:pt x="189" y="5398"/>
                    <a:pt x="410" y="5398"/>
                  </a:cubicBezTo>
                  <a:lnTo>
                    <a:pt x="4569" y="5398"/>
                  </a:lnTo>
                  <a:cubicBezTo>
                    <a:pt x="4789" y="5398"/>
                    <a:pt x="4978" y="5209"/>
                    <a:pt x="4978" y="4988"/>
                  </a:cubicBezTo>
                  <a:cubicBezTo>
                    <a:pt x="4978" y="4043"/>
                    <a:pt x="4474" y="3256"/>
                    <a:pt x="3718" y="2815"/>
                  </a:cubicBezTo>
                  <a:cubicBezTo>
                    <a:pt x="3939" y="2626"/>
                    <a:pt x="4033" y="2374"/>
                    <a:pt x="4128" y="2090"/>
                  </a:cubicBezTo>
                  <a:cubicBezTo>
                    <a:pt x="4285" y="1523"/>
                    <a:pt x="4128" y="924"/>
                    <a:pt x="3687" y="483"/>
                  </a:cubicBezTo>
                  <a:cubicBezTo>
                    <a:pt x="3346" y="155"/>
                    <a:pt x="2923" y="1"/>
                    <a:pt x="2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07" name="Google Shape;10007;p63"/>
            <p:cNvSpPr/>
            <p:nvPr/>
          </p:nvSpPr>
          <p:spPr>
            <a:xfrm>
              <a:off x="-61591149" y="2113325"/>
              <a:ext cx="123675" cy="134175"/>
            </a:xfrm>
            <a:custGeom>
              <a:rect l="l" t="t" r="r" b="b"/>
              <a:pathLst>
                <a:path w="4947" h="5367" extrusionOk="0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6" y="2491"/>
                  </a:cubicBezTo>
                  <a:cubicBezTo>
                    <a:pt x="2261" y="2491"/>
                    <a:pt x="2057" y="2415"/>
                    <a:pt x="1890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521" y="3382"/>
                  </a:moveTo>
                  <a:cubicBezTo>
                    <a:pt x="3308" y="3382"/>
                    <a:pt x="3938" y="3886"/>
                    <a:pt x="4127" y="4579"/>
                  </a:cubicBezTo>
                  <a:lnTo>
                    <a:pt x="882" y="4579"/>
                  </a:lnTo>
                  <a:cubicBezTo>
                    <a:pt x="1103" y="3886"/>
                    <a:pt x="1733" y="3382"/>
                    <a:pt x="2521" y="3382"/>
                  </a:cubicBezTo>
                  <a:close/>
                  <a:moveTo>
                    <a:pt x="2467" y="1"/>
                  </a:moveTo>
                  <a:cubicBezTo>
                    <a:pt x="1761" y="1"/>
                    <a:pt x="1080" y="437"/>
                    <a:pt x="882" y="1208"/>
                  </a:cubicBezTo>
                  <a:cubicBezTo>
                    <a:pt x="725" y="1806"/>
                    <a:pt x="882" y="2342"/>
                    <a:pt x="1292" y="2783"/>
                  </a:cubicBezTo>
                  <a:cubicBezTo>
                    <a:pt x="536" y="3224"/>
                    <a:pt x="0" y="4012"/>
                    <a:pt x="0" y="4957"/>
                  </a:cubicBezTo>
                  <a:cubicBezTo>
                    <a:pt x="0" y="5178"/>
                    <a:pt x="189" y="5367"/>
                    <a:pt x="378" y="5367"/>
                  </a:cubicBezTo>
                  <a:lnTo>
                    <a:pt x="4505" y="5367"/>
                  </a:lnTo>
                  <a:cubicBezTo>
                    <a:pt x="4757" y="5367"/>
                    <a:pt x="4946" y="5178"/>
                    <a:pt x="4946" y="4957"/>
                  </a:cubicBezTo>
                  <a:cubicBezTo>
                    <a:pt x="4946" y="4075"/>
                    <a:pt x="4442" y="3256"/>
                    <a:pt x="3686" y="2815"/>
                  </a:cubicBezTo>
                  <a:cubicBezTo>
                    <a:pt x="3875" y="2626"/>
                    <a:pt x="4001" y="2374"/>
                    <a:pt x="4096" y="2090"/>
                  </a:cubicBezTo>
                  <a:cubicBezTo>
                    <a:pt x="4253" y="1523"/>
                    <a:pt x="4096" y="924"/>
                    <a:pt x="3655" y="483"/>
                  </a:cubicBezTo>
                  <a:cubicBezTo>
                    <a:pt x="3314" y="155"/>
                    <a:pt x="2887" y="1"/>
                    <a:pt x="2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08" name="Google Shape;10008;p63"/>
            <p:cNvSpPr/>
            <p:nvPr/>
          </p:nvSpPr>
          <p:spPr>
            <a:xfrm>
              <a:off x="-61677798" y="2072225"/>
              <a:ext cx="106350" cy="62450"/>
            </a:xfrm>
            <a:custGeom>
              <a:rect l="l" t="t" r="r" b="b"/>
              <a:pathLst>
                <a:path w="4254" h="2498" extrusionOk="0">
                  <a:moveTo>
                    <a:pt x="2096" y="1"/>
                  </a:moveTo>
                  <a:cubicBezTo>
                    <a:pt x="1985" y="1"/>
                    <a:pt x="1875" y="48"/>
                    <a:pt x="1796" y="142"/>
                  </a:cubicBezTo>
                  <a:lnTo>
                    <a:pt x="158" y="1781"/>
                  </a:lnTo>
                  <a:cubicBezTo>
                    <a:pt x="1" y="1938"/>
                    <a:pt x="1" y="2222"/>
                    <a:pt x="158" y="2379"/>
                  </a:cubicBezTo>
                  <a:cubicBezTo>
                    <a:pt x="237" y="2458"/>
                    <a:pt x="339" y="2497"/>
                    <a:pt x="442" y="2497"/>
                  </a:cubicBezTo>
                  <a:cubicBezTo>
                    <a:pt x="544" y="2497"/>
                    <a:pt x="646" y="2458"/>
                    <a:pt x="725" y="2379"/>
                  </a:cubicBezTo>
                  <a:lnTo>
                    <a:pt x="2111" y="993"/>
                  </a:lnTo>
                  <a:lnTo>
                    <a:pt x="3498" y="2379"/>
                  </a:lnTo>
                  <a:cubicBezTo>
                    <a:pt x="3576" y="2458"/>
                    <a:pt x="3687" y="2497"/>
                    <a:pt x="3797" y="2497"/>
                  </a:cubicBezTo>
                  <a:cubicBezTo>
                    <a:pt x="3907" y="2497"/>
                    <a:pt x="4017" y="2458"/>
                    <a:pt x="4096" y="2379"/>
                  </a:cubicBezTo>
                  <a:cubicBezTo>
                    <a:pt x="4254" y="2222"/>
                    <a:pt x="4254" y="1938"/>
                    <a:pt x="4096" y="1781"/>
                  </a:cubicBezTo>
                  <a:lnTo>
                    <a:pt x="2395" y="142"/>
                  </a:lnTo>
                  <a:cubicBezTo>
                    <a:pt x="2316" y="48"/>
                    <a:pt x="2206" y="1"/>
                    <a:pt x="20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09" name="Google Shape;10009;p63"/>
          <p:cNvGrpSpPr/>
          <p:nvPr/>
        </p:nvGrpSpPr>
        <p:grpSpPr>
          <a:xfrm>
            <a:off x="1286360" y="3168665"/>
            <a:ext cx="366269" cy="366269"/>
            <a:chOff x="-61783348" y="2297100"/>
            <a:chExt cx="316650" cy="316650"/>
          </a:xfrm>
        </p:grpSpPr>
        <p:sp>
          <p:nvSpPr>
            <p:cNvPr id="10010" name="Google Shape;10010;p63"/>
            <p:cNvSpPr/>
            <p:nvPr/>
          </p:nvSpPr>
          <p:spPr>
            <a:xfrm>
              <a:off x="-61783348" y="2297100"/>
              <a:ext cx="316650" cy="316650"/>
            </a:xfrm>
            <a:custGeom>
              <a:rect l="l" t="t" r="r" b="b"/>
              <a:pathLst>
                <a:path w="12666" h="12666" extrusionOk="0">
                  <a:moveTo>
                    <a:pt x="379" y="0"/>
                  </a:moveTo>
                  <a:cubicBezTo>
                    <a:pt x="158" y="0"/>
                    <a:pt x="1" y="189"/>
                    <a:pt x="1" y="441"/>
                  </a:cubicBezTo>
                  <a:lnTo>
                    <a:pt x="1" y="12287"/>
                  </a:lnTo>
                  <a:cubicBezTo>
                    <a:pt x="1" y="12508"/>
                    <a:pt x="190" y="12665"/>
                    <a:pt x="379" y="12665"/>
                  </a:cubicBezTo>
                  <a:lnTo>
                    <a:pt x="12256" y="12665"/>
                  </a:lnTo>
                  <a:cubicBezTo>
                    <a:pt x="12477" y="12665"/>
                    <a:pt x="12666" y="12476"/>
                    <a:pt x="12666" y="12287"/>
                  </a:cubicBezTo>
                  <a:cubicBezTo>
                    <a:pt x="12634" y="12098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41"/>
                  </a:lnTo>
                  <a:cubicBezTo>
                    <a:pt x="820" y="189"/>
                    <a:pt x="631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11" name="Google Shape;10011;p63"/>
            <p:cNvSpPr/>
            <p:nvPr/>
          </p:nvSpPr>
          <p:spPr>
            <a:xfrm>
              <a:off x="-61742377" y="2387675"/>
              <a:ext cx="275675" cy="151250"/>
            </a:xfrm>
            <a:custGeom>
              <a:rect l="l" t="t" r="r" b="b"/>
              <a:pathLst>
                <a:path w="11027" h="6050" extrusionOk="0">
                  <a:moveTo>
                    <a:pt x="9767" y="788"/>
                  </a:moveTo>
                  <a:cubicBezTo>
                    <a:pt x="10019" y="788"/>
                    <a:pt x="10208" y="977"/>
                    <a:pt x="10208" y="1229"/>
                  </a:cubicBezTo>
                  <a:cubicBezTo>
                    <a:pt x="10176" y="1450"/>
                    <a:pt x="10019" y="1639"/>
                    <a:pt x="9767" y="1639"/>
                  </a:cubicBezTo>
                  <a:cubicBezTo>
                    <a:pt x="9546" y="1639"/>
                    <a:pt x="9389" y="1450"/>
                    <a:pt x="9389" y="1229"/>
                  </a:cubicBezTo>
                  <a:cubicBezTo>
                    <a:pt x="9389" y="977"/>
                    <a:pt x="9578" y="788"/>
                    <a:pt x="9767" y="788"/>
                  </a:cubicBezTo>
                  <a:close/>
                  <a:moveTo>
                    <a:pt x="4001" y="1607"/>
                  </a:moveTo>
                  <a:cubicBezTo>
                    <a:pt x="4222" y="1607"/>
                    <a:pt x="4379" y="1796"/>
                    <a:pt x="4379" y="2048"/>
                  </a:cubicBezTo>
                  <a:cubicBezTo>
                    <a:pt x="4379" y="2269"/>
                    <a:pt x="4222" y="2489"/>
                    <a:pt x="4001" y="2489"/>
                  </a:cubicBezTo>
                  <a:cubicBezTo>
                    <a:pt x="3749" y="2489"/>
                    <a:pt x="3560" y="2269"/>
                    <a:pt x="3560" y="2048"/>
                  </a:cubicBezTo>
                  <a:cubicBezTo>
                    <a:pt x="3560" y="1796"/>
                    <a:pt x="3749" y="1607"/>
                    <a:pt x="4001" y="1607"/>
                  </a:cubicBezTo>
                  <a:close/>
                  <a:moveTo>
                    <a:pt x="6459" y="4128"/>
                  </a:moveTo>
                  <a:cubicBezTo>
                    <a:pt x="6679" y="4128"/>
                    <a:pt x="6900" y="4317"/>
                    <a:pt x="6900" y="4569"/>
                  </a:cubicBezTo>
                  <a:cubicBezTo>
                    <a:pt x="6868" y="4758"/>
                    <a:pt x="6711" y="4947"/>
                    <a:pt x="6459" y="4947"/>
                  </a:cubicBezTo>
                  <a:cubicBezTo>
                    <a:pt x="6238" y="4947"/>
                    <a:pt x="6081" y="4758"/>
                    <a:pt x="6081" y="4569"/>
                  </a:cubicBezTo>
                  <a:cubicBezTo>
                    <a:pt x="6081" y="4317"/>
                    <a:pt x="6270" y="4128"/>
                    <a:pt x="6459" y="4128"/>
                  </a:cubicBezTo>
                  <a:close/>
                  <a:moveTo>
                    <a:pt x="1229" y="4380"/>
                  </a:moveTo>
                  <a:cubicBezTo>
                    <a:pt x="1481" y="4380"/>
                    <a:pt x="1638" y="4569"/>
                    <a:pt x="1638" y="4789"/>
                  </a:cubicBezTo>
                  <a:cubicBezTo>
                    <a:pt x="1638" y="5041"/>
                    <a:pt x="1481" y="5230"/>
                    <a:pt x="1229" y="5230"/>
                  </a:cubicBezTo>
                  <a:cubicBezTo>
                    <a:pt x="1008" y="5230"/>
                    <a:pt x="788" y="5041"/>
                    <a:pt x="788" y="4789"/>
                  </a:cubicBezTo>
                  <a:cubicBezTo>
                    <a:pt x="788" y="4569"/>
                    <a:pt x="1008" y="4380"/>
                    <a:pt x="1229" y="4380"/>
                  </a:cubicBezTo>
                  <a:close/>
                  <a:moveTo>
                    <a:pt x="9767" y="0"/>
                  </a:moveTo>
                  <a:cubicBezTo>
                    <a:pt x="9105" y="0"/>
                    <a:pt x="8570" y="536"/>
                    <a:pt x="8570" y="1229"/>
                  </a:cubicBezTo>
                  <a:cubicBezTo>
                    <a:pt x="8570" y="1418"/>
                    <a:pt x="8601" y="1576"/>
                    <a:pt x="8664" y="1765"/>
                  </a:cubicBezTo>
                  <a:lnTo>
                    <a:pt x="7026" y="3434"/>
                  </a:lnTo>
                  <a:cubicBezTo>
                    <a:pt x="6868" y="3340"/>
                    <a:pt x="6679" y="3308"/>
                    <a:pt x="6459" y="3308"/>
                  </a:cubicBezTo>
                  <a:cubicBezTo>
                    <a:pt x="6270" y="3308"/>
                    <a:pt x="6112" y="3340"/>
                    <a:pt x="5923" y="3434"/>
                  </a:cubicBezTo>
                  <a:lnTo>
                    <a:pt x="5104" y="2584"/>
                  </a:lnTo>
                  <a:cubicBezTo>
                    <a:pt x="5167" y="2426"/>
                    <a:pt x="5199" y="2237"/>
                    <a:pt x="5199" y="2048"/>
                  </a:cubicBezTo>
                  <a:cubicBezTo>
                    <a:pt x="5199" y="1387"/>
                    <a:pt x="4663" y="788"/>
                    <a:pt x="4001" y="788"/>
                  </a:cubicBezTo>
                  <a:cubicBezTo>
                    <a:pt x="3308" y="788"/>
                    <a:pt x="2773" y="1324"/>
                    <a:pt x="2773" y="2048"/>
                  </a:cubicBezTo>
                  <a:cubicBezTo>
                    <a:pt x="2773" y="2237"/>
                    <a:pt x="2804" y="2395"/>
                    <a:pt x="2899" y="2584"/>
                  </a:cubicBezTo>
                  <a:lnTo>
                    <a:pt x="1796" y="3686"/>
                  </a:lnTo>
                  <a:cubicBezTo>
                    <a:pt x="1638" y="3623"/>
                    <a:pt x="1418" y="3592"/>
                    <a:pt x="1229" y="3592"/>
                  </a:cubicBezTo>
                  <a:cubicBezTo>
                    <a:pt x="567" y="3592"/>
                    <a:pt x="0" y="4128"/>
                    <a:pt x="0" y="4852"/>
                  </a:cubicBezTo>
                  <a:cubicBezTo>
                    <a:pt x="0" y="5514"/>
                    <a:pt x="567" y="6049"/>
                    <a:pt x="1229" y="6049"/>
                  </a:cubicBezTo>
                  <a:cubicBezTo>
                    <a:pt x="1890" y="6049"/>
                    <a:pt x="2458" y="5514"/>
                    <a:pt x="2458" y="4852"/>
                  </a:cubicBezTo>
                  <a:cubicBezTo>
                    <a:pt x="2458" y="4632"/>
                    <a:pt x="2426" y="4474"/>
                    <a:pt x="2332" y="4285"/>
                  </a:cubicBezTo>
                  <a:lnTo>
                    <a:pt x="3434" y="3182"/>
                  </a:lnTo>
                  <a:cubicBezTo>
                    <a:pt x="3592" y="3245"/>
                    <a:pt x="3781" y="3308"/>
                    <a:pt x="4001" y="3308"/>
                  </a:cubicBezTo>
                  <a:cubicBezTo>
                    <a:pt x="4190" y="3308"/>
                    <a:pt x="4348" y="3277"/>
                    <a:pt x="4537" y="3182"/>
                  </a:cubicBezTo>
                  <a:lnTo>
                    <a:pt x="5356" y="4001"/>
                  </a:lnTo>
                  <a:cubicBezTo>
                    <a:pt x="5293" y="4159"/>
                    <a:pt x="5262" y="4348"/>
                    <a:pt x="5262" y="4569"/>
                  </a:cubicBezTo>
                  <a:cubicBezTo>
                    <a:pt x="5262" y="5230"/>
                    <a:pt x="5797" y="5766"/>
                    <a:pt x="6459" y="5766"/>
                  </a:cubicBezTo>
                  <a:cubicBezTo>
                    <a:pt x="7152" y="5766"/>
                    <a:pt x="7687" y="5230"/>
                    <a:pt x="7687" y="4569"/>
                  </a:cubicBezTo>
                  <a:cubicBezTo>
                    <a:pt x="7687" y="4348"/>
                    <a:pt x="7656" y="4191"/>
                    <a:pt x="7561" y="4001"/>
                  </a:cubicBezTo>
                  <a:lnTo>
                    <a:pt x="9231" y="2363"/>
                  </a:lnTo>
                  <a:cubicBezTo>
                    <a:pt x="9389" y="2426"/>
                    <a:pt x="9578" y="2489"/>
                    <a:pt x="9767" y="2489"/>
                  </a:cubicBezTo>
                  <a:cubicBezTo>
                    <a:pt x="10460" y="2489"/>
                    <a:pt x="11027" y="1922"/>
                    <a:pt x="11027" y="1229"/>
                  </a:cubicBezTo>
                  <a:cubicBezTo>
                    <a:pt x="10995" y="536"/>
                    <a:pt x="10460" y="0"/>
                    <a:pt x="97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12" name="Google Shape;10012;p63"/>
          <p:cNvGrpSpPr/>
          <p:nvPr/>
        </p:nvGrpSpPr>
        <p:grpSpPr>
          <a:xfrm>
            <a:off x="1286360" y="3609748"/>
            <a:ext cx="366269" cy="369305"/>
            <a:chOff x="-61782548" y="2664925"/>
            <a:chExt cx="316650" cy="319275"/>
          </a:xfrm>
        </p:grpSpPr>
        <p:sp>
          <p:nvSpPr>
            <p:cNvPr id="10013" name="Google Shape;10013;p63"/>
            <p:cNvSpPr/>
            <p:nvPr/>
          </p:nvSpPr>
          <p:spPr>
            <a:xfrm>
              <a:off x="-61782548" y="2664925"/>
              <a:ext cx="316650" cy="319275"/>
            </a:xfrm>
            <a:custGeom>
              <a:rect l="l" t="t" r="r" b="b"/>
              <a:pathLst>
                <a:path w="12666" h="12771" extrusionOk="0">
                  <a:moveTo>
                    <a:pt x="10208" y="851"/>
                  </a:moveTo>
                  <a:cubicBezTo>
                    <a:pt x="10366" y="1670"/>
                    <a:pt x="10996" y="2300"/>
                    <a:pt x="11815" y="2457"/>
                  </a:cubicBezTo>
                  <a:lnTo>
                    <a:pt x="11815" y="6679"/>
                  </a:lnTo>
                  <a:lnTo>
                    <a:pt x="11783" y="6679"/>
                  </a:lnTo>
                  <a:cubicBezTo>
                    <a:pt x="10964" y="6837"/>
                    <a:pt x="10334" y="7467"/>
                    <a:pt x="10177" y="8286"/>
                  </a:cubicBezTo>
                  <a:lnTo>
                    <a:pt x="9011" y="8286"/>
                  </a:lnTo>
                  <a:cubicBezTo>
                    <a:pt x="9105" y="8002"/>
                    <a:pt x="9168" y="7719"/>
                    <a:pt x="9168" y="7467"/>
                  </a:cubicBezTo>
                  <a:cubicBezTo>
                    <a:pt x="9168" y="6081"/>
                    <a:pt x="8066" y="4978"/>
                    <a:pt x="6711" y="4978"/>
                  </a:cubicBezTo>
                  <a:cubicBezTo>
                    <a:pt x="5325" y="4978"/>
                    <a:pt x="4222" y="6081"/>
                    <a:pt x="4222" y="7467"/>
                  </a:cubicBezTo>
                  <a:cubicBezTo>
                    <a:pt x="4222" y="7719"/>
                    <a:pt x="4254" y="8002"/>
                    <a:pt x="4380" y="8286"/>
                  </a:cubicBezTo>
                  <a:lnTo>
                    <a:pt x="2395" y="8286"/>
                  </a:lnTo>
                  <a:cubicBezTo>
                    <a:pt x="2237" y="7467"/>
                    <a:pt x="1607" y="6837"/>
                    <a:pt x="788" y="6679"/>
                  </a:cubicBezTo>
                  <a:lnTo>
                    <a:pt x="788" y="2457"/>
                  </a:lnTo>
                  <a:cubicBezTo>
                    <a:pt x="1607" y="2300"/>
                    <a:pt x="2237" y="1670"/>
                    <a:pt x="2395" y="851"/>
                  </a:cubicBezTo>
                  <a:close/>
                  <a:moveTo>
                    <a:pt x="6711" y="5797"/>
                  </a:moveTo>
                  <a:cubicBezTo>
                    <a:pt x="7593" y="5797"/>
                    <a:pt x="8349" y="6553"/>
                    <a:pt x="8349" y="7467"/>
                  </a:cubicBezTo>
                  <a:cubicBezTo>
                    <a:pt x="8349" y="8349"/>
                    <a:pt x="7593" y="9105"/>
                    <a:pt x="6711" y="9105"/>
                  </a:cubicBezTo>
                  <a:cubicBezTo>
                    <a:pt x="5797" y="9105"/>
                    <a:pt x="5041" y="8349"/>
                    <a:pt x="5041" y="7467"/>
                  </a:cubicBezTo>
                  <a:cubicBezTo>
                    <a:pt x="5041" y="6553"/>
                    <a:pt x="5797" y="5797"/>
                    <a:pt x="6711" y="5797"/>
                  </a:cubicBezTo>
                  <a:close/>
                  <a:moveTo>
                    <a:pt x="7530" y="9767"/>
                  </a:moveTo>
                  <a:lnTo>
                    <a:pt x="7530" y="11468"/>
                  </a:lnTo>
                  <a:lnTo>
                    <a:pt x="6932" y="11090"/>
                  </a:lnTo>
                  <a:cubicBezTo>
                    <a:pt x="6853" y="11043"/>
                    <a:pt x="6774" y="11019"/>
                    <a:pt x="6695" y="11019"/>
                  </a:cubicBezTo>
                  <a:cubicBezTo>
                    <a:pt x="6616" y="11019"/>
                    <a:pt x="6538" y="11043"/>
                    <a:pt x="6459" y="11090"/>
                  </a:cubicBezTo>
                  <a:lnTo>
                    <a:pt x="5860" y="11468"/>
                  </a:lnTo>
                  <a:lnTo>
                    <a:pt x="5860" y="9767"/>
                  </a:lnTo>
                  <a:cubicBezTo>
                    <a:pt x="6144" y="9861"/>
                    <a:pt x="6427" y="9924"/>
                    <a:pt x="6711" y="9924"/>
                  </a:cubicBezTo>
                  <a:cubicBezTo>
                    <a:pt x="6995" y="9924"/>
                    <a:pt x="7247" y="9893"/>
                    <a:pt x="7530" y="9767"/>
                  </a:cubicBezTo>
                  <a:close/>
                  <a:moveTo>
                    <a:pt x="2048" y="0"/>
                  </a:moveTo>
                  <a:cubicBezTo>
                    <a:pt x="1828" y="0"/>
                    <a:pt x="1670" y="221"/>
                    <a:pt x="1670" y="441"/>
                  </a:cubicBezTo>
                  <a:cubicBezTo>
                    <a:pt x="1670" y="1103"/>
                    <a:pt x="1103" y="1670"/>
                    <a:pt x="410" y="1670"/>
                  </a:cubicBezTo>
                  <a:cubicBezTo>
                    <a:pt x="158" y="1670"/>
                    <a:pt x="0" y="1859"/>
                    <a:pt x="0" y="2111"/>
                  </a:cubicBezTo>
                  <a:lnTo>
                    <a:pt x="0" y="7057"/>
                  </a:lnTo>
                  <a:cubicBezTo>
                    <a:pt x="0" y="7278"/>
                    <a:pt x="189" y="7498"/>
                    <a:pt x="410" y="7498"/>
                  </a:cubicBezTo>
                  <a:cubicBezTo>
                    <a:pt x="1072" y="7498"/>
                    <a:pt x="1670" y="8034"/>
                    <a:pt x="1670" y="8758"/>
                  </a:cubicBezTo>
                  <a:cubicBezTo>
                    <a:pt x="1670" y="8979"/>
                    <a:pt x="1859" y="9136"/>
                    <a:pt x="2048" y="9136"/>
                  </a:cubicBezTo>
                  <a:lnTo>
                    <a:pt x="4884" y="9136"/>
                  </a:lnTo>
                  <a:lnTo>
                    <a:pt x="5073" y="9326"/>
                  </a:lnTo>
                  <a:lnTo>
                    <a:pt x="5073" y="12318"/>
                  </a:lnTo>
                  <a:cubicBezTo>
                    <a:pt x="5073" y="12562"/>
                    <a:pt x="5298" y="12749"/>
                    <a:pt x="5517" y="12749"/>
                  </a:cubicBezTo>
                  <a:cubicBezTo>
                    <a:pt x="5581" y="12749"/>
                    <a:pt x="5645" y="12732"/>
                    <a:pt x="5703" y="12697"/>
                  </a:cubicBezTo>
                  <a:lnTo>
                    <a:pt x="6743" y="12003"/>
                  </a:lnTo>
                  <a:lnTo>
                    <a:pt x="7782" y="12697"/>
                  </a:lnTo>
                  <a:cubicBezTo>
                    <a:pt x="7850" y="12747"/>
                    <a:pt x="7926" y="12771"/>
                    <a:pt x="8002" y="12771"/>
                  </a:cubicBezTo>
                  <a:cubicBezTo>
                    <a:pt x="8210" y="12771"/>
                    <a:pt x="8412" y="12595"/>
                    <a:pt x="8412" y="12318"/>
                  </a:cubicBezTo>
                  <a:lnTo>
                    <a:pt x="8412" y="9262"/>
                  </a:lnTo>
                  <a:lnTo>
                    <a:pt x="8601" y="9073"/>
                  </a:lnTo>
                  <a:lnTo>
                    <a:pt x="10618" y="9073"/>
                  </a:lnTo>
                  <a:cubicBezTo>
                    <a:pt x="10838" y="9073"/>
                    <a:pt x="10996" y="8884"/>
                    <a:pt x="10996" y="8664"/>
                  </a:cubicBezTo>
                  <a:cubicBezTo>
                    <a:pt x="10996" y="8002"/>
                    <a:pt x="11563" y="7404"/>
                    <a:pt x="12224" y="7404"/>
                  </a:cubicBezTo>
                  <a:cubicBezTo>
                    <a:pt x="12445" y="7404"/>
                    <a:pt x="12665" y="7215"/>
                    <a:pt x="12665" y="6994"/>
                  </a:cubicBezTo>
                  <a:lnTo>
                    <a:pt x="12665" y="2016"/>
                  </a:lnTo>
                  <a:cubicBezTo>
                    <a:pt x="12602" y="1827"/>
                    <a:pt x="12445" y="1670"/>
                    <a:pt x="12224" y="1670"/>
                  </a:cubicBezTo>
                  <a:cubicBezTo>
                    <a:pt x="11531" y="1670"/>
                    <a:pt x="10996" y="1103"/>
                    <a:pt x="10996" y="441"/>
                  </a:cubicBezTo>
                  <a:cubicBezTo>
                    <a:pt x="10996" y="221"/>
                    <a:pt x="10807" y="0"/>
                    <a:pt x="105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14" name="Google Shape;10014;p63"/>
            <p:cNvSpPr/>
            <p:nvPr/>
          </p:nvSpPr>
          <p:spPr>
            <a:xfrm>
              <a:off x="-61701425" y="2705875"/>
              <a:ext cx="151250" cy="21275"/>
            </a:xfrm>
            <a:custGeom>
              <a:rect l="l" t="t" r="r" b="b"/>
              <a:pathLst>
                <a:path w="6050" h="851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62"/>
                    <a:pt x="189" y="851"/>
                    <a:pt x="410" y="851"/>
                  </a:cubicBezTo>
                  <a:lnTo>
                    <a:pt x="5671" y="851"/>
                  </a:lnTo>
                  <a:cubicBezTo>
                    <a:pt x="5892" y="851"/>
                    <a:pt x="6049" y="662"/>
                    <a:pt x="6049" y="410"/>
                  </a:cubicBezTo>
                  <a:cubicBezTo>
                    <a:pt x="6049" y="189"/>
                    <a:pt x="586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15" name="Google Shape;10015;p63"/>
            <p:cNvSpPr/>
            <p:nvPr/>
          </p:nvSpPr>
          <p:spPr>
            <a:xfrm>
              <a:off x="-61742377" y="2747625"/>
              <a:ext cx="233925" cy="22075"/>
            </a:xfrm>
            <a:custGeom>
              <a:rect l="l" t="t" r="r" b="b"/>
              <a:pathLst>
                <a:path w="9357" h="883" extrusionOk="0">
                  <a:moveTo>
                    <a:pt x="410" y="0"/>
                  </a:moveTo>
                  <a:cubicBezTo>
                    <a:pt x="158" y="0"/>
                    <a:pt x="0" y="221"/>
                    <a:pt x="0" y="441"/>
                  </a:cubicBezTo>
                  <a:cubicBezTo>
                    <a:pt x="0" y="693"/>
                    <a:pt x="221" y="882"/>
                    <a:pt x="410" y="882"/>
                  </a:cubicBezTo>
                  <a:lnTo>
                    <a:pt x="8948" y="882"/>
                  </a:lnTo>
                  <a:cubicBezTo>
                    <a:pt x="9200" y="882"/>
                    <a:pt x="9357" y="693"/>
                    <a:pt x="9357" y="441"/>
                  </a:cubicBezTo>
                  <a:cubicBezTo>
                    <a:pt x="9357" y="221"/>
                    <a:pt x="9137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16" name="Google Shape;10016;p63"/>
          <p:cNvGrpSpPr/>
          <p:nvPr/>
        </p:nvGrpSpPr>
        <p:grpSpPr>
          <a:xfrm>
            <a:off x="3508137" y="2741136"/>
            <a:ext cx="367165" cy="349294"/>
            <a:chOff x="-59889101" y="1945025"/>
            <a:chExt cx="317425" cy="301975"/>
          </a:xfrm>
        </p:grpSpPr>
        <p:sp>
          <p:nvSpPr>
            <p:cNvPr id="10017" name="Google Shape;10017;p63"/>
            <p:cNvSpPr/>
            <p:nvPr/>
          </p:nvSpPr>
          <p:spPr>
            <a:xfrm>
              <a:off x="-59844998" y="2074200"/>
              <a:ext cx="63025" cy="61450"/>
            </a:xfrm>
            <a:custGeom>
              <a:rect l="l" t="t" r="r" b="b"/>
              <a:pathLst>
                <a:path w="2521" h="2458" extrusionOk="0">
                  <a:moveTo>
                    <a:pt x="1702" y="788"/>
                  </a:moveTo>
                  <a:lnTo>
                    <a:pt x="1702" y="1639"/>
                  </a:lnTo>
                  <a:lnTo>
                    <a:pt x="883" y="1639"/>
                  </a:lnTo>
                  <a:lnTo>
                    <a:pt x="883" y="788"/>
                  </a:lnTo>
                  <a:close/>
                  <a:moveTo>
                    <a:pt x="442" y="0"/>
                  </a:moveTo>
                  <a:cubicBezTo>
                    <a:pt x="190" y="0"/>
                    <a:pt x="1" y="190"/>
                    <a:pt x="1" y="410"/>
                  </a:cubicBezTo>
                  <a:lnTo>
                    <a:pt x="1" y="2048"/>
                  </a:lnTo>
                  <a:cubicBezTo>
                    <a:pt x="1" y="2300"/>
                    <a:pt x="190" y="2458"/>
                    <a:pt x="442" y="2458"/>
                  </a:cubicBezTo>
                  <a:lnTo>
                    <a:pt x="2080" y="2458"/>
                  </a:lnTo>
                  <a:cubicBezTo>
                    <a:pt x="2332" y="2458"/>
                    <a:pt x="2521" y="2237"/>
                    <a:pt x="2521" y="2048"/>
                  </a:cubicBezTo>
                  <a:lnTo>
                    <a:pt x="2521" y="410"/>
                  </a:lnTo>
                  <a:cubicBezTo>
                    <a:pt x="2521" y="158"/>
                    <a:pt x="2332" y="0"/>
                    <a:pt x="20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18" name="Google Shape;10018;p63"/>
            <p:cNvSpPr/>
            <p:nvPr/>
          </p:nvSpPr>
          <p:spPr>
            <a:xfrm>
              <a:off x="-59761500" y="1990700"/>
              <a:ext cx="61450" cy="144950"/>
            </a:xfrm>
            <a:custGeom>
              <a:rect l="l" t="t" r="r" b="b"/>
              <a:pathLst>
                <a:path w="2458" h="5798" extrusionOk="0">
                  <a:moveTo>
                    <a:pt x="1670" y="820"/>
                  </a:moveTo>
                  <a:lnTo>
                    <a:pt x="1670" y="4979"/>
                  </a:lnTo>
                  <a:lnTo>
                    <a:pt x="851" y="4979"/>
                  </a:lnTo>
                  <a:lnTo>
                    <a:pt x="851" y="820"/>
                  </a:lnTo>
                  <a:close/>
                  <a:moveTo>
                    <a:pt x="410" y="1"/>
                  </a:moveTo>
                  <a:cubicBezTo>
                    <a:pt x="158" y="1"/>
                    <a:pt x="0" y="190"/>
                    <a:pt x="0" y="411"/>
                  </a:cubicBezTo>
                  <a:lnTo>
                    <a:pt x="0" y="5357"/>
                  </a:lnTo>
                  <a:cubicBezTo>
                    <a:pt x="0" y="5577"/>
                    <a:pt x="158" y="5798"/>
                    <a:pt x="410" y="5798"/>
                  </a:cubicBezTo>
                  <a:lnTo>
                    <a:pt x="2048" y="5798"/>
                  </a:lnTo>
                  <a:cubicBezTo>
                    <a:pt x="2300" y="5798"/>
                    <a:pt x="2458" y="5577"/>
                    <a:pt x="2458" y="5388"/>
                  </a:cubicBezTo>
                  <a:lnTo>
                    <a:pt x="2458" y="411"/>
                  </a:lnTo>
                  <a:cubicBezTo>
                    <a:pt x="2458" y="158"/>
                    <a:pt x="2269" y="1"/>
                    <a:pt x="20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19" name="Google Shape;10019;p63"/>
            <p:cNvSpPr/>
            <p:nvPr/>
          </p:nvSpPr>
          <p:spPr>
            <a:xfrm>
              <a:off x="-59678801" y="2053725"/>
              <a:ext cx="61450" cy="81925"/>
            </a:xfrm>
            <a:custGeom>
              <a:rect l="l" t="t" r="r" b="b"/>
              <a:pathLst>
                <a:path w="2458" h="3277" extrusionOk="0">
                  <a:moveTo>
                    <a:pt x="1670" y="788"/>
                  </a:moveTo>
                  <a:lnTo>
                    <a:pt x="1670" y="2458"/>
                  </a:lnTo>
                  <a:lnTo>
                    <a:pt x="851" y="2458"/>
                  </a:lnTo>
                  <a:lnTo>
                    <a:pt x="851" y="788"/>
                  </a:ln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10"/>
                  </a:cubicBezTo>
                  <a:lnTo>
                    <a:pt x="0" y="2867"/>
                  </a:lnTo>
                  <a:cubicBezTo>
                    <a:pt x="0" y="3056"/>
                    <a:pt x="158" y="3277"/>
                    <a:pt x="410" y="3277"/>
                  </a:cubicBezTo>
                  <a:lnTo>
                    <a:pt x="2048" y="3277"/>
                  </a:lnTo>
                  <a:cubicBezTo>
                    <a:pt x="2300" y="3277"/>
                    <a:pt x="2458" y="3056"/>
                    <a:pt x="2458" y="2867"/>
                  </a:cubicBezTo>
                  <a:lnTo>
                    <a:pt x="2458" y="410"/>
                  </a:lnTo>
                  <a:cubicBezTo>
                    <a:pt x="2458" y="158"/>
                    <a:pt x="2269" y="0"/>
                    <a:pt x="2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20" name="Google Shape;10020;p63"/>
            <p:cNvSpPr/>
            <p:nvPr/>
          </p:nvSpPr>
          <p:spPr>
            <a:xfrm>
              <a:off x="-59889101" y="1945025"/>
              <a:ext cx="317425" cy="301975"/>
            </a:xfrm>
            <a:custGeom>
              <a:rect l="l" t="t" r="r" b="b"/>
              <a:pathLst>
                <a:path w="12697" h="12079" extrusionOk="0">
                  <a:moveTo>
                    <a:pt x="6333" y="851"/>
                  </a:moveTo>
                  <a:cubicBezTo>
                    <a:pt x="9357" y="851"/>
                    <a:pt x="11846" y="2931"/>
                    <a:pt x="11846" y="5546"/>
                  </a:cubicBezTo>
                  <a:cubicBezTo>
                    <a:pt x="11846" y="8129"/>
                    <a:pt x="9357" y="10208"/>
                    <a:pt x="6333" y="10208"/>
                  </a:cubicBezTo>
                  <a:cubicBezTo>
                    <a:pt x="5482" y="10208"/>
                    <a:pt x="4600" y="10019"/>
                    <a:pt x="3812" y="9704"/>
                  </a:cubicBezTo>
                  <a:cubicBezTo>
                    <a:pt x="3757" y="9682"/>
                    <a:pt x="3697" y="9671"/>
                    <a:pt x="3637" y="9671"/>
                  </a:cubicBezTo>
                  <a:cubicBezTo>
                    <a:pt x="3529" y="9671"/>
                    <a:pt x="3421" y="9706"/>
                    <a:pt x="3340" y="9767"/>
                  </a:cubicBezTo>
                  <a:lnTo>
                    <a:pt x="2489" y="10649"/>
                  </a:lnTo>
                  <a:lnTo>
                    <a:pt x="2489" y="9074"/>
                  </a:lnTo>
                  <a:cubicBezTo>
                    <a:pt x="2489" y="8948"/>
                    <a:pt x="2426" y="8822"/>
                    <a:pt x="2363" y="8759"/>
                  </a:cubicBezTo>
                  <a:cubicBezTo>
                    <a:pt x="1387" y="7877"/>
                    <a:pt x="819" y="6743"/>
                    <a:pt x="819" y="5514"/>
                  </a:cubicBezTo>
                  <a:cubicBezTo>
                    <a:pt x="819" y="2962"/>
                    <a:pt x="3308" y="851"/>
                    <a:pt x="6333" y="851"/>
                  </a:cubicBezTo>
                  <a:close/>
                  <a:moveTo>
                    <a:pt x="6333" y="1"/>
                  </a:moveTo>
                  <a:cubicBezTo>
                    <a:pt x="2836" y="1"/>
                    <a:pt x="0" y="2490"/>
                    <a:pt x="0" y="5514"/>
                  </a:cubicBezTo>
                  <a:cubicBezTo>
                    <a:pt x="0" y="6963"/>
                    <a:pt x="599" y="8255"/>
                    <a:pt x="1639" y="9263"/>
                  </a:cubicBezTo>
                  <a:lnTo>
                    <a:pt x="1639" y="11689"/>
                  </a:lnTo>
                  <a:cubicBezTo>
                    <a:pt x="1639" y="11918"/>
                    <a:pt x="1832" y="12079"/>
                    <a:pt x="2045" y="12079"/>
                  </a:cubicBezTo>
                  <a:cubicBezTo>
                    <a:pt x="2153" y="12079"/>
                    <a:pt x="2267" y="12037"/>
                    <a:pt x="2363" y="11941"/>
                  </a:cubicBezTo>
                  <a:lnTo>
                    <a:pt x="3749" y="10555"/>
                  </a:lnTo>
                  <a:cubicBezTo>
                    <a:pt x="4569" y="10901"/>
                    <a:pt x="5419" y="11027"/>
                    <a:pt x="6333" y="11027"/>
                  </a:cubicBezTo>
                  <a:cubicBezTo>
                    <a:pt x="9830" y="11027"/>
                    <a:pt x="12697" y="8570"/>
                    <a:pt x="12697" y="5514"/>
                  </a:cubicBezTo>
                  <a:cubicBezTo>
                    <a:pt x="12697" y="2490"/>
                    <a:pt x="9861" y="1"/>
                    <a:pt x="6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21" name="Google Shape;10021;p63"/>
          <p:cNvGrpSpPr/>
          <p:nvPr/>
        </p:nvGrpSpPr>
        <p:grpSpPr>
          <a:xfrm>
            <a:off x="3040249" y="3168589"/>
            <a:ext cx="366648" cy="366420"/>
            <a:chOff x="6479471" y="2079003"/>
            <a:chExt cx="348923" cy="348706"/>
          </a:xfrm>
        </p:grpSpPr>
        <p:sp>
          <p:nvSpPr>
            <p:cNvPr id="10022" name="Google Shape;10022;p63"/>
            <p:cNvSpPr/>
            <p:nvPr/>
          </p:nvSpPr>
          <p:spPr>
            <a:xfrm>
              <a:off x="6479471" y="2200291"/>
              <a:ext cx="38170" cy="22566"/>
            </a:xfrm>
            <a:custGeom>
              <a:rect l="l" t="t" r="r" b="b"/>
              <a:pathLst>
                <a:path w="1387" h="820" extrusionOk="0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89"/>
                    <a:pt x="1166" y="0"/>
                    <a:pt x="9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0023" name="Google Shape;10023;p63"/>
            <p:cNvGrpSpPr/>
            <p:nvPr/>
          </p:nvGrpSpPr>
          <p:grpSpPr>
            <a:xfrm>
              <a:off x="6520582" y="2079003"/>
              <a:ext cx="307811" cy="348706"/>
              <a:chOff x="-60218327" y="2304850"/>
              <a:chExt cx="279625" cy="316775"/>
            </a:xfrm>
          </p:grpSpPr>
          <p:sp>
            <p:nvSpPr>
              <p:cNvPr id="10024" name="Google Shape;10024;p63"/>
              <p:cNvSpPr/>
              <p:nvPr/>
            </p:nvSpPr>
            <p:spPr>
              <a:xfrm>
                <a:off x="-60218327" y="2304850"/>
                <a:ext cx="235525" cy="316775"/>
              </a:xfrm>
              <a:custGeom>
                <a:rect l="l" t="t" r="r" b="b"/>
                <a:pathLst>
                  <a:path w="9421" h="12671" extrusionOk="0">
                    <a:moveTo>
                      <a:pt x="4884" y="825"/>
                    </a:moveTo>
                    <a:cubicBezTo>
                      <a:pt x="6994" y="825"/>
                      <a:pt x="8633" y="2463"/>
                      <a:pt x="8633" y="4542"/>
                    </a:cubicBezTo>
                    <a:cubicBezTo>
                      <a:pt x="8570" y="6023"/>
                      <a:pt x="7688" y="7378"/>
                      <a:pt x="6364" y="7945"/>
                    </a:cubicBezTo>
                    <a:cubicBezTo>
                      <a:pt x="6207" y="8039"/>
                      <a:pt x="6112" y="8165"/>
                      <a:pt x="6112" y="8354"/>
                    </a:cubicBezTo>
                    <a:lnTo>
                      <a:pt x="6112" y="8543"/>
                    </a:lnTo>
                    <a:lnTo>
                      <a:pt x="3623" y="8543"/>
                    </a:lnTo>
                    <a:lnTo>
                      <a:pt x="3623" y="8354"/>
                    </a:lnTo>
                    <a:cubicBezTo>
                      <a:pt x="3623" y="8197"/>
                      <a:pt x="3560" y="8039"/>
                      <a:pt x="3403" y="7945"/>
                    </a:cubicBezTo>
                    <a:cubicBezTo>
                      <a:pt x="1828" y="7251"/>
                      <a:pt x="914" y="5582"/>
                      <a:pt x="1229" y="3880"/>
                    </a:cubicBezTo>
                    <a:cubicBezTo>
                      <a:pt x="1481" y="2431"/>
                      <a:pt x="2647" y="1203"/>
                      <a:pt x="4096" y="888"/>
                    </a:cubicBezTo>
                    <a:cubicBezTo>
                      <a:pt x="4379" y="856"/>
                      <a:pt x="4663" y="825"/>
                      <a:pt x="4884" y="825"/>
                    </a:cubicBezTo>
                    <a:close/>
                    <a:moveTo>
                      <a:pt x="6081" y="9362"/>
                    </a:moveTo>
                    <a:lnTo>
                      <a:pt x="6081" y="10213"/>
                    </a:lnTo>
                    <a:lnTo>
                      <a:pt x="3592" y="10213"/>
                    </a:lnTo>
                    <a:lnTo>
                      <a:pt x="3592" y="9362"/>
                    </a:lnTo>
                    <a:close/>
                    <a:moveTo>
                      <a:pt x="5986" y="11032"/>
                    </a:moveTo>
                    <a:cubicBezTo>
                      <a:pt x="5829" y="11505"/>
                      <a:pt x="5419" y="11851"/>
                      <a:pt x="4852" y="11851"/>
                    </a:cubicBezTo>
                    <a:cubicBezTo>
                      <a:pt x="4316" y="11851"/>
                      <a:pt x="3875" y="11505"/>
                      <a:pt x="3686" y="11032"/>
                    </a:cubicBezTo>
                    <a:close/>
                    <a:moveTo>
                      <a:pt x="4842" y="0"/>
                    </a:moveTo>
                    <a:cubicBezTo>
                      <a:pt x="4526" y="0"/>
                      <a:pt x="4202" y="32"/>
                      <a:pt x="3875" y="100"/>
                    </a:cubicBezTo>
                    <a:cubicBezTo>
                      <a:pt x="2111" y="509"/>
                      <a:pt x="693" y="1959"/>
                      <a:pt x="378" y="3723"/>
                    </a:cubicBezTo>
                    <a:cubicBezTo>
                      <a:pt x="0" y="5834"/>
                      <a:pt x="1071" y="7724"/>
                      <a:pt x="2773" y="8575"/>
                    </a:cubicBezTo>
                    <a:lnTo>
                      <a:pt x="2773" y="10591"/>
                    </a:lnTo>
                    <a:cubicBezTo>
                      <a:pt x="2773" y="11725"/>
                      <a:pt x="3718" y="12670"/>
                      <a:pt x="4852" y="12670"/>
                    </a:cubicBezTo>
                    <a:cubicBezTo>
                      <a:pt x="5986" y="12670"/>
                      <a:pt x="6963" y="11725"/>
                      <a:pt x="6963" y="10591"/>
                    </a:cubicBezTo>
                    <a:lnTo>
                      <a:pt x="6963" y="8575"/>
                    </a:lnTo>
                    <a:cubicBezTo>
                      <a:pt x="8444" y="7787"/>
                      <a:pt x="9420" y="6243"/>
                      <a:pt x="9420" y="4511"/>
                    </a:cubicBezTo>
                    <a:cubicBezTo>
                      <a:pt x="9392" y="1995"/>
                      <a:pt x="7331" y="0"/>
                      <a:pt x="48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025" name="Google Shape;10025;p63"/>
              <p:cNvSpPr/>
              <p:nvPr/>
            </p:nvSpPr>
            <p:spPr>
              <a:xfrm>
                <a:off x="-60127747" y="2347500"/>
                <a:ext cx="62250" cy="145750"/>
              </a:xfrm>
              <a:custGeom>
                <a:rect l="l" t="t" r="r" b="b"/>
                <a:pathLst>
                  <a:path w="2490" h="5830" extrusionOk="0">
                    <a:moveTo>
                      <a:pt x="1229" y="1"/>
                    </a:moveTo>
                    <a:cubicBezTo>
                      <a:pt x="1009" y="1"/>
                      <a:pt x="851" y="190"/>
                      <a:pt x="851" y="379"/>
                    </a:cubicBezTo>
                    <a:lnTo>
                      <a:pt x="851" y="662"/>
                    </a:lnTo>
                    <a:cubicBezTo>
                      <a:pt x="378" y="820"/>
                      <a:pt x="0" y="1292"/>
                      <a:pt x="0" y="1828"/>
                    </a:cubicBezTo>
                    <a:cubicBezTo>
                      <a:pt x="0" y="2521"/>
                      <a:pt x="567" y="2899"/>
                      <a:pt x="1009" y="3214"/>
                    </a:cubicBezTo>
                    <a:cubicBezTo>
                      <a:pt x="1324" y="3466"/>
                      <a:pt x="1670" y="3687"/>
                      <a:pt x="1670" y="3939"/>
                    </a:cubicBezTo>
                    <a:cubicBezTo>
                      <a:pt x="1670" y="4159"/>
                      <a:pt x="1481" y="4348"/>
                      <a:pt x="1229" y="4348"/>
                    </a:cubicBezTo>
                    <a:cubicBezTo>
                      <a:pt x="1009" y="4348"/>
                      <a:pt x="851" y="4159"/>
                      <a:pt x="851" y="3939"/>
                    </a:cubicBezTo>
                    <a:cubicBezTo>
                      <a:pt x="851" y="3687"/>
                      <a:pt x="630" y="3498"/>
                      <a:pt x="441" y="3498"/>
                    </a:cubicBezTo>
                    <a:cubicBezTo>
                      <a:pt x="221" y="3498"/>
                      <a:pt x="0" y="3687"/>
                      <a:pt x="0" y="3939"/>
                    </a:cubicBezTo>
                    <a:cubicBezTo>
                      <a:pt x="0" y="4474"/>
                      <a:pt x="378" y="4915"/>
                      <a:pt x="851" y="5104"/>
                    </a:cubicBezTo>
                    <a:lnTo>
                      <a:pt x="851" y="5388"/>
                    </a:lnTo>
                    <a:cubicBezTo>
                      <a:pt x="851" y="5608"/>
                      <a:pt x="1040" y="5829"/>
                      <a:pt x="1229" y="5829"/>
                    </a:cubicBezTo>
                    <a:cubicBezTo>
                      <a:pt x="1481" y="5829"/>
                      <a:pt x="1670" y="5608"/>
                      <a:pt x="1670" y="5388"/>
                    </a:cubicBezTo>
                    <a:lnTo>
                      <a:pt x="1670" y="5104"/>
                    </a:lnTo>
                    <a:cubicBezTo>
                      <a:pt x="2143" y="4947"/>
                      <a:pt x="2489" y="4474"/>
                      <a:pt x="2489" y="3939"/>
                    </a:cubicBezTo>
                    <a:cubicBezTo>
                      <a:pt x="2489" y="3246"/>
                      <a:pt x="1954" y="2868"/>
                      <a:pt x="1513" y="2553"/>
                    </a:cubicBezTo>
                    <a:cubicBezTo>
                      <a:pt x="1198" y="2300"/>
                      <a:pt x="851" y="2080"/>
                      <a:pt x="851" y="1828"/>
                    </a:cubicBezTo>
                    <a:cubicBezTo>
                      <a:pt x="788" y="1607"/>
                      <a:pt x="1009" y="1418"/>
                      <a:pt x="1229" y="1418"/>
                    </a:cubicBezTo>
                    <a:cubicBezTo>
                      <a:pt x="1481" y="1418"/>
                      <a:pt x="1670" y="1607"/>
                      <a:pt x="1670" y="1828"/>
                    </a:cubicBezTo>
                    <a:cubicBezTo>
                      <a:pt x="1670" y="2080"/>
                      <a:pt x="1859" y="2269"/>
                      <a:pt x="2048" y="2269"/>
                    </a:cubicBezTo>
                    <a:cubicBezTo>
                      <a:pt x="2300" y="2269"/>
                      <a:pt x="2489" y="2080"/>
                      <a:pt x="2489" y="1828"/>
                    </a:cubicBezTo>
                    <a:cubicBezTo>
                      <a:pt x="2489" y="1292"/>
                      <a:pt x="2143" y="851"/>
                      <a:pt x="1670" y="662"/>
                    </a:cubicBezTo>
                    <a:lnTo>
                      <a:pt x="1670" y="379"/>
                    </a:lnTo>
                    <a:cubicBezTo>
                      <a:pt x="1670" y="158"/>
                      <a:pt x="1481" y="1"/>
                      <a:pt x="12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026" name="Google Shape;10026;p63"/>
              <p:cNvSpPr/>
              <p:nvPr/>
            </p:nvSpPr>
            <p:spPr>
              <a:xfrm>
                <a:off x="-60212827" y="2510750"/>
                <a:ext cx="32325" cy="30325"/>
              </a:xfrm>
              <a:custGeom>
                <a:rect l="l" t="t" r="r" b="b"/>
                <a:pathLst>
                  <a:path w="1293" h="1213" extrusionOk="0">
                    <a:moveTo>
                      <a:pt x="836" y="0"/>
                    </a:moveTo>
                    <a:cubicBezTo>
                      <a:pt x="725" y="0"/>
                      <a:pt x="615" y="39"/>
                      <a:pt x="536" y="118"/>
                    </a:cubicBezTo>
                    <a:lnTo>
                      <a:pt x="158" y="496"/>
                    </a:lnTo>
                    <a:cubicBezTo>
                      <a:pt x="1" y="654"/>
                      <a:pt x="1" y="906"/>
                      <a:pt x="158" y="1095"/>
                    </a:cubicBezTo>
                    <a:cubicBezTo>
                      <a:pt x="237" y="1174"/>
                      <a:pt x="340" y="1213"/>
                      <a:pt x="442" y="1213"/>
                    </a:cubicBezTo>
                    <a:cubicBezTo>
                      <a:pt x="544" y="1213"/>
                      <a:pt x="647" y="1174"/>
                      <a:pt x="725" y="1095"/>
                    </a:cubicBezTo>
                    <a:lnTo>
                      <a:pt x="1135" y="717"/>
                    </a:lnTo>
                    <a:cubicBezTo>
                      <a:pt x="1293" y="559"/>
                      <a:pt x="1293" y="276"/>
                      <a:pt x="1135" y="118"/>
                    </a:cubicBezTo>
                    <a:cubicBezTo>
                      <a:pt x="1056" y="39"/>
                      <a:pt x="946" y="0"/>
                      <a:pt x="8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027" name="Google Shape;10027;p63"/>
              <p:cNvSpPr/>
              <p:nvPr/>
            </p:nvSpPr>
            <p:spPr>
              <a:xfrm>
                <a:off x="-60012752" y="2310675"/>
                <a:ext cx="32300" cy="30350"/>
              </a:xfrm>
              <a:custGeom>
                <a:rect l="l" t="t" r="r" b="b"/>
                <a:pathLst>
                  <a:path w="1292" h="1214" extrusionOk="0">
                    <a:moveTo>
                      <a:pt x="835" y="1"/>
                    </a:moveTo>
                    <a:cubicBezTo>
                      <a:pt x="725" y="1"/>
                      <a:pt x="614" y="40"/>
                      <a:pt x="536" y="119"/>
                    </a:cubicBezTo>
                    <a:lnTo>
                      <a:pt x="126" y="528"/>
                    </a:lnTo>
                    <a:cubicBezTo>
                      <a:pt x="0" y="686"/>
                      <a:pt x="0" y="938"/>
                      <a:pt x="126" y="1096"/>
                    </a:cubicBezTo>
                    <a:cubicBezTo>
                      <a:pt x="205" y="1174"/>
                      <a:pt x="315" y="1214"/>
                      <a:pt x="425" y="1214"/>
                    </a:cubicBezTo>
                    <a:cubicBezTo>
                      <a:pt x="536" y="1214"/>
                      <a:pt x="646" y="1174"/>
                      <a:pt x="725" y="1096"/>
                    </a:cubicBezTo>
                    <a:lnTo>
                      <a:pt x="1134" y="718"/>
                    </a:lnTo>
                    <a:cubicBezTo>
                      <a:pt x="1292" y="560"/>
                      <a:pt x="1292" y="276"/>
                      <a:pt x="1134" y="119"/>
                    </a:cubicBezTo>
                    <a:cubicBezTo>
                      <a:pt x="1056" y="40"/>
                      <a:pt x="945" y="1"/>
                      <a:pt x="8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028" name="Google Shape;10028;p63"/>
              <p:cNvSpPr/>
              <p:nvPr/>
            </p:nvSpPr>
            <p:spPr>
              <a:xfrm>
                <a:off x="-60012752" y="2510750"/>
                <a:ext cx="32300" cy="30325"/>
              </a:xfrm>
              <a:custGeom>
                <a:rect l="l" t="t" r="r" b="b"/>
                <a:pathLst>
                  <a:path w="1292" h="1213" extrusionOk="0">
                    <a:moveTo>
                      <a:pt x="425" y="0"/>
                    </a:moveTo>
                    <a:cubicBezTo>
                      <a:pt x="315" y="0"/>
                      <a:pt x="205" y="39"/>
                      <a:pt x="126" y="118"/>
                    </a:cubicBezTo>
                    <a:cubicBezTo>
                      <a:pt x="0" y="276"/>
                      <a:pt x="0" y="559"/>
                      <a:pt x="126" y="717"/>
                    </a:cubicBezTo>
                    <a:lnTo>
                      <a:pt x="536" y="1095"/>
                    </a:lnTo>
                    <a:cubicBezTo>
                      <a:pt x="614" y="1174"/>
                      <a:pt x="725" y="1213"/>
                      <a:pt x="835" y="1213"/>
                    </a:cubicBezTo>
                    <a:cubicBezTo>
                      <a:pt x="945" y="1213"/>
                      <a:pt x="1056" y="1174"/>
                      <a:pt x="1134" y="1095"/>
                    </a:cubicBezTo>
                    <a:cubicBezTo>
                      <a:pt x="1292" y="937"/>
                      <a:pt x="1292" y="654"/>
                      <a:pt x="1134" y="496"/>
                    </a:cubicBezTo>
                    <a:lnTo>
                      <a:pt x="725" y="118"/>
                    </a:lnTo>
                    <a:cubicBezTo>
                      <a:pt x="646" y="39"/>
                      <a:pt x="536" y="0"/>
                      <a:pt x="4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029" name="Google Shape;10029;p63"/>
              <p:cNvSpPr/>
              <p:nvPr/>
            </p:nvSpPr>
            <p:spPr>
              <a:xfrm>
                <a:off x="-60212827" y="2310675"/>
                <a:ext cx="32325" cy="30350"/>
              </a:xfrm>
              <a:custGeom>
                <a:rect l="l" t="t" r="r" b="b"/>
                <a:pathLst>
                  <a:path w="1293" h="1214" extrusionOk="0">
                    <a:moveTo>
                      <a:pt x="442" y="1"/>
                    </a:moveTo>
                    <a:cubicBezTo>
                      <a:pt x="340" y="1"/>
                      <a:pt x="237" y="40"/>
                      <a:pt x="158" y="119"/>
                    </a:cubicBezTo>
                    <a:cubicBezTo>
                      <a:pt x="1" y="276"/>
                      <a:pt x="1" y="560"/>
                      <a:pt x="158" y="718"/>
                    </a:cubicBezTo>
                    <a:lnTo>
                      <a:pt x="536" y="1096"/>
                    </a:lnTo>
                    <a:cubicBezTo>
                      <a:pt x="615" y="1174"/>
                      <a:pt x="725" y="1214"/>
                      <a:pt x="836" y="1214"/>
                    </a:cubicBezTo>
                    <a:cubicBezTo>
                      <a:pt x="946" y="1214"/>
                      <a:pt x="1056" y="1174"/>
                      <a:pt x="1135" y="1096"/>
                    </a:cubicBezTo>
                    <a:cubicBezTo>
                      <a:pt x="1293" y="938"/>
                      <a:pt x="1293" y="686"/>
                      <a:pt x="1135" y="528"/>
                    </a:cubicBezTo>
                    <a:lnTo>
                      <a:pt x="725" y="119"/>
                    </a:lnTo>
                    <a:cubicBezTo>
                      <a:pt x="647" y="40"/>
                      <a:pt x="544" y="1"/>
                      <a:pt x="4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030" name="Google Shape;10030;p63"/>
              <p:cNvSpPr/>
              <p:nvPr/>
            </p:nvSpPr>
            <p:spPr>
              <a:xfrm>
                <a:off x="-59974175" y="2415250"/>
                <a:ext cx="35475" cy="20500"/>
              </a:xfrm>
              <a:custGeom>
                <a:rect l="l" t="t" r="r" b="b"/>
                <a:pathLst>
                  <a:path w="1419" h="820" extrusionOk="0">
                    <a:moveTo>
                      <a:pt x="442" y="0"/>
                    </a:moveTo>
                    <a:cubicBezTo>
                      <a:pt x="221" y="0"/>
                      <a:pt x="1" y="189"/>
                      <a:pt x="1" y="378"/>
                    </a:cubicBezTo>
                    <a:cubicBezTo>
                      <a:pt x="1" y="630"/>
                      <a:pt x="221" y="819"/>
                      <a:pt x="442" y="819"/>
                    </a:cubicBezTo>
                    <a:lnTo>
                      <a:pt x="1009" y="819"/>
                    </a:lnTo>
                    <a:cubicBezTo>
                      <a:pt x="1230" y="819"/>
                      <a:pt x="1387" y="630"/>
                      <a:pt x="1387" y="378"/>
                    </a:cubicBezTo>
                    <a:cubicBezTo>
                      <a:pt x="1419" y="189"/>
                      <a:pt x="1230" y="0"/>
                      <a:pt x="10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031" name="Google Shape;10031;p63"/>
          <p:cNvSpPr/>
          <p:nvPr/>
        </p:nvSpPr>
        <p:spPr>
          <a:xfrm>
            <a:off x="3501697" y="3208296"/>
            <a:ext cx="368091" cy="287006"/>
          </a:xfrm>
          <a:custGeom>
            <a:rect l="l" t="t" r="r" b="b"/>
            <a:pathLst>
              <a:path w="12729" h="9925" extrusionOk="0">
                <a:moveTo>
                  <a:pt x="925" y="3644"/>
                </a:moveTo>
                <a:cubicBezTo>
                  <a:pt x="944" y="3644"/>
                  <a:pt x="963" y="3648"/>
                  <a:pt x="978" y="3655"/>
                </a:cubicBezTo>
                <a:lnTo>
                  <a:pt x="1608" y="3970"/>
                </a:lnTo>
                <a:lnTo>
                  <a:pt x="1608" y="5923"/>
                </a:lnTo>
                <a:lnTo>
                  <a:pt x="978" y="6239"/>
                </a:lnTo>
                <a:cubicBezTo>
                  <a:pt x="963" y="6253"/>
                  <a:pt x="945" y="6259"/>
                  <a:pt x="926" y="6259"/>
                </a:cubicBezTo>
                <a:cubicBezTo>
                  <a:pt x="863" y="6259"/>
                  <a:pt x="788" y="6192"/>
                  <a:pt x="788" y="6144"/>
                </a:cubicBezTo>
                <a:lnTo>
                  <a:pt x="788" y="3781"/>
                </a:lnTo>
                <a:cubicBezTo>
                  <a:pt x="788" y="3685"/>
                  <a:pt x="862" y="3644"/>
                  <a:pt x="925" y="3644"/>
                </a:cubicBezTo>
                <a:close/>
                <a:moveTo>
                  <a:pt x="10177" y="1796"/>
                </a:moveTo>
                <a:lnTo>
                  <a:pt x="10177" y="8129"/>
                </a:lnTo>
                <a:lnTo>
                  <a:pt x="2458" y="5892"/>
                </a:lnTo>
                <a:lnTo>
                  <a:pt x="2458" y="4033"/>
                </a:lnTo>
                <a:lnTo>
                  <a:pt x="10177" y="1796"/>
                </a:lnTo>
                <a:close/>
                <a:moveTo>
                  <a:pt x="4128" y="7247"/>
                </a:moveTo>
                <a:lnTo>
                  <a:pt x="6963" y="8066"/>
                </a:lnTo>
                <a:cubicBezTo>
                  <a:pt x="6648" y="8507"/>
                  <a:pt x="6176" y="8822"/>
                  <a:pt x="5640" y="8822"/>
                </a:cubicBezTo>
                <a:cubicBezTo>
                  <a:pt x="4758" y="8822"/>
                  <a:pt x="4097" y="8097"/>
                  <a:pt x="4128" y="7247"/>
                </a:cubicBezTo>
                <a:close/>
                <a:moveTo>
                  <a:pt x="11374" y="820"/>
                </a:moveTo>
                <a:cubicBezTo>
                  <a:pt x="11626" y="820"/>
                  <a:pt x="11815" y="1009"/>
                  <a:pt x="11815" y="1261"/>
                </a:cubicBezTo>
                <a:lnTo>
                  <a:pt x="11815" y="8696"/>
                </a:lnTo>
                <a:cubicBezTo>
                  <a:pt x="11815" y="8916"/>
                  <a:pt x="11626" y="9137"/>
                  <a:pt x="11374" y="9137"/>
                </a:cubicBezTo>
                <a:cubicBezTo>
                  <a:pt x="11154" y="9137"/>
                  <a:pt x="10996" y="8916"/>
                  <a:pt x="10996" y="8696"/>
                </a:cubicBezTo>
                <a:lnTo>
                  <a:pt x="10996" y="1261"/>
                </a:lnTo>
                <a:cubicBezTo>
                  <a:pt x="10996" y="1009"/>
                  <a:pt x="11185" y="820"/>
                  <a:pt x="11374" y="820"/>
                </a:cubicBezTo>
                <a:close/>
                <a:moveTo>
                  <a:pt x="11437" y="1"/>
                </a:moveTo>
                <a:cubicBezTo>
                  <a:pt x="10839" y="1"/>
                  <a:pt x="10366" y="379"/>
                  <a:pt x="10240" y="883"/>
                </a:cubicBezTo>
                <a:lnTo>
                  <a:pt x="2080" y="3246"/>
                </a:lnTo>
                <a:lnTo>
                  <a:pt x="1387" y="2899"/>
                </a:lnTo>
                <a:cubicBezTo>
                  <a:pt x="1251" y="2831"/>
                  <a:pt x="1109" y="2800"/>
                  <a:pt x="970" y="2800"/>
                </a:cubicBezTo>
                <a:cubicBezTo>
                  <a:pt x="466" y="2800"/>
                  <a:pt x="1" y="3213"/>
                  <a:pt x="1" y="3781"/>
                </a:cubicBezTo>
                <a:lnTo>
                  <a:pt x="1" y="6144"/>
                </a:lnTo>
                <a:cubicBezTo>
                  <a:pt x="1" y="6687"/>
                  <a:pt x="465" y="7094"/>
                  <a:pt x="983" y="7094"/>
                </a:cubicBezTo>
                <a:cubicBezTo>
                  <a:pt x="1127" y="7094"/>
                  <a:pt x="1275" y="7063"/>
                  <a:pt x="1419" y="6995"/>
                </a:cubicBezTo>
                <a:lnTo>
                  <a:pt x="2143" y="6648"/>
                </a:lnTo>
                <a:lnTo>
                  <a:pt x="3340" y="6995"/>
                </a:lnTo>
                <a:cubicBezTo>
                  <a:pt x="3151" y="8412"/>
                  <a:pt x="4254" y="9641"/>
                  <a:pt x="5672" y="9641"/>
                </a:cubicBezTo>
                <a:cubicBezTo>
                  <a:pt x="6585" y="9641"/>
                  <a:pt x="7405" y="9074"/>
                  <a:pt x="7814" y="8286"/>
                </a:cubicBezTo>
                <a:lnTo>
                  <a:pt x="10271" y="9011"/>
                </a:lnTo>
                <a:cubicBezTo>
                  <a:pt x="10429" y="9515"/>
                  <a:pt x="10902" y="9925"/>
                  <a:pt x="11469" y="9925"/>
                </a:cubicBezTo>
                <a:cubicBezTo>
                  <a:pt x="12130" y="9925"/>
                  <a:pt x="12729" y="9358"/>
                  <a:pt x="12729" y="8664"/>
                </a:cubicBezTo>
                <a:lnTo>
                  <a:pt x="12729" y="1198"/>
                </a:lnTo>
                <a:cubicBezTo>
                  <a:pt x="12634" y="536"/>
                  <a:pt x="12099" y="1"/>
                  <a:pt x="114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032" name="Google Shape;10032;p63"/>
          <p:cNvGrpSpPr/>
          <p:nvPr/>
        </p:nvGrpSpPr>
        <p:grpSpPr>
          <a:xfrm>
            <a:off x="3507226" y="3611671"/>
            <a:ext cx="368987" cy="365459"/>
            <a:chOff x="-59889101" y="2671925"/>
            <a:chExt cx="319000" cy="315950"/>
          </a:xfrm>
        </p:grpSpPr>
        <p:sp>
          <p:nvSpPr>
            <p:cNvPr id="10033" name="Google Shape;10033;p63"/>
            <p:cNvSpPr/>
            <p:nvPr/>
          </p:nvSpPr>
          <p:spPr>
            <a:xfrm>
              <a:off x="-59889101" y="2672000"/>
              <a:ext cx="149675" cy="256025"/>
            </a:xfrm>
            <a:custGeom>
              <a:rect l="l" t="t" r="r" b="b"/>
              <a:pathLst>
                <a:path w="5987" h="10241" extrusionOk="0">
                  <a:moveTo>
                    <a:pt x="5073" y="946"/>
                  </a:moveTo>
                  <a:lnTo>
                    <a:pt x="5073" y="2647"/>
                  </a:lnTo>
                  <a:lnTo>
                    <a:pt x="5104" y="2647"/>
                  </a:lnTo>
                  <a:cubicBezTo>
                    <a:pt x="3623" y="3151"/>
                    <a:pt x="2489" y="4569"/>
                    <a:pt x="2489" y="6302"/>
                  </a:cubicBezTo>
                  <a:cubicBezTo>
                    <a:pt x="2489" y="6900"/>
                    <a:pt x="2647" y="7499"/>
                    <a:pt x="2867" y="8034"/>
                  </a:cubicBezTo>
                  <a:lnTo>
                    <a:pt x="1639" y="9263"/>
                  </a:lnTo>
                  <a:cubicBezTo>
                    <a:pt x="1103" y="8381"/>
                    <a:pt x="788" y="7373"/>
                    <a:pt x="788" y="6302"/>
                  </a:cubicBezTo>
                  <a:cubicBezTo>
                    <a:pt x="788" y="3750"/>
                    <a:pt x="2584" y="1513"/>
                    <a:pt x="5073" y="946"/>
                  </a:cubicBezTo>
                  <a:close/>
                  <a:moveTo>
                    <a:pt x="5482" y="1"/>
                  </a:moveTo>
                  <a:cubicBezTo>
                    <a:pt x="2395" y="442"/>
                    <a:pt x="0" y="3088"/>
                    <a:pt x="0" y="6270"/>
                  </a:cubicBezTo>
                  <a:cubicBezTo>
                    <a:pt x="0" y="7688"/>
                    <a:pt x="441" y="8979"/>
                    <a:pt x="1292" y="10082"/>
                  </a:cubicBezTo>
                  <a:cubicBezTo>
                    <a:pt x="1377" y="10184"/>
                    <a:pt x="1500" y="10241"/>
                    <a:pt x="1624" y="10241"/>
                  </a:cubicBezTo>
                  <a:cubicBezTo>
                    <a:pt x="1729" y="10241"/>
                    <a:pt x="1835" y="10200"/>
                    <a:pt x="1922" y="10114"/>
                  </a:cubicBezTo>
                  <a:lnTo>
                    <a:pt x="3718" y="8349"/>
                  </a:lnTo>
                  <a:cubicBezTo>
                    <a:pt x="3812" y="8223"/>
                    <a:pt x="3844" y="8003"/>
                    <a:pt x="3781" y="7845"/>
                  </a:cubicBezTo>
                  <a:cubicBezTo>
                    <a:pt x="3497" y="7373"/>
                    <a:pt x="3340" y="6806"/>
                    <a:pt x="3340" y="6270"/>
                  </a:cubicBezTo>
                  <a:cubicBezTo>
                    <a:pt x="3340" y="4884"/>
                    <a:pt x="4285" y="3655"/>
                    <a:pt x="5671" y="3309"/>
                  </a:cubicBezTo>
                  <a:cubicBezTo>
                    <a:pt x="5860" y="3277"/>
                    <a:pt x="5986" y="3120"/>
                    <a:pt x="5986" y="2899"/>
                  </a:cubicBezTo>
                  <a:lnTo>
                    <a:pt x="5986" y="379"/>
                  </a:lnTo>
                  <a:cubicBezTo>
                    <a:pt x="5955" y="190"/>
                    <a:pt x="5703" y="1"/>
                    <a:pt x="54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34" name="Google Shape;10034;p63"/>
            <p:cNvSpPr/>
            <p:nvPr/>
          </p:nvSpPr>
          <p:spPr>
            <a:xfrm>
              <a:off x="-59830822" y="2892525"/>
              <a:ext cx="201650" cy="95350"/>
            </a:xfrm>
            <a:custGeom>
              <a:rect l="l" t="t" r="r" b="b"/>
              <a:pathLst>
                <a:path w="8066" h="3814" extrusionOk="0">
                  <a:moveTo>
                    <a:pt x="5735" y="946"/>
                  </a:moveTo>
                  <a:lnTo>
                    <a:pt x="6963" y="2175"/>
                  </a:lnTo>
                  <a:cubicBezTo>
                    <a:pt x="6113" y="2710"/>
                    <a:pt x="5073" y="2994"/>
                    <a:pt x="4065" y="2994"/>
                  </a:cubicBezTo>
                  <a:cubicBezTo>
                    <a:pt x="3025" y="2994"/>
                    <a:pt x="2017" y="2710"/>
                    <a:pt x="1135" y="2175"/>
                  </a:cubicBezTo>
                  <a:lnTo>
                    <a:pt x="2364" y="946"/>
                  </a:lnTo>
                  <a:cubicBezTo>
                    <a:pt x="2868" y="1198"/>
                    <a:pt x="3466" y="1356"/>
                    <a:pt x="4065" y="1356"/>
                  </a:cubicBezTo>
                  <a:cubicBezTo>
                    <a:pt x="4600" y="1356"/>
                    <a:pt x="5199" y="1198"/>
                    <a:pt x="5735" y="946"/>
                  </a:cubicBezTo>
                  <a:close/>
                  <a:moveTo>
                    <a:pt x="5758" y="1"/>
                  </a:moveTo>
                  <a:cubicBezTo>
                    <a:pt x="5693" y="1"/>
                    <a:pt x="5630" y="11"/>
                    <a:pt x="5577" y="32"/>
                  </a:cubicBezTo>
                  <a:cubicBezTo>
                    <a:pt x="5105" y="316"/>
                    <a:pt x="4569" y="474"/>
                    <a:pt x="4002" y="474"/>
                  </a:cubicBezTo>
                  <a:cubicBezTo>
                    <a:pt x="3956" y="476"/>
                    <a:pt x="3911" y="478"/>
                    <a:pt x="3865" y="478"/>
                  </a:cubicBezTo>
                  <a:cubicBezTo>
                    <a:pt x="3376" y="478"/>
                    <a:pt x="2890" y="326"/>
                    <a:pt x="2458" y="95"/>
                  </a:cubicBezTo>
                  <a:cubicBezTo>
                    <a:pt x="2389" y="54"/>
                    <a:pt x="2315" y="31"/>
                    <a:pt x="2239" y="31"/>
                  </a:cubicBezTo>
                  <a:cubicBezTo>
                    <a:pt x="2142" y="31"/>
                    <a:pt x="2043" y="70"/>
                    <a:pt x="1954" y="158"/>
                  </a:cubicBezTo>
                  <a:lnTo>
                    <a:pt x="190" y="1923"/>
                  </a:lnTo>
                  <a:cubicBezTo>
                    <a:pt x="1" y="2143"/>
                    <a:pt x="32" y="2395"/>
                    <a:pt x="221" y="2553"/>
                  </a:cubicBezTo>
                  <a:cubicBezTo>
                    <a:pt x="1324" y="3403"/>
                    <a:pt x="2616" y="3813"/>
                    <a:pt x="4002" y="3813"/>
                  </a:cubicBezTo>
                  <a:cubicBezTo>
                    <a:pt x="5388" y="3813"/>
                    <a:pt x="6711" y="3403"/>
                    <a:pt x="7814" y="2521"/>
                  </a:cubicBezTo>
                  <a:cubicBezTo>
                    <a:pt x="8035" y="2364"/>
                    <a:pt x="8066" y="2080"/>
                    <a:pt x="7877" y="1891"/>
                  </a:cubicBezTo>
                  <a:lnTo>
                    <a:pt x="6113" y="127"/>
                  </a:lnTo>
                  <a:cubicBezTo>
                    <a:pt x="6029" y="43"/>
                    <a:pt x="5889" y="1"/>
                    <a:pt x="5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35" name="Google Shape;10035;p63"/>
            <p:cNvSpPr/>
            <p:nvPr/>
          </p:nvSpPr>
          <p:spPr>
            <a:xfrm>
              <a:off x="-59719778" y="2671925"/>
              <a:ext cx="149675" cy="256425"/>
            </a:xfrm>
            <a:custGeom>
              <a:rect l="l" t="t" r="r" b="b"/>
              <a:pathLst>
                <a:path w="5987" h="10257" extrusionOk="0">
                  <a:moveTo>
                    <a:pt x="820" y="917"/>
                  </a:moveTo>
                  <a:cubicBezTo>
                    <a:pt x="3309" y="1453"/>
                    <a:pt x="5105" y="3690"/>
                    <a:pt x="5105" y="6273"/>
                  </a:cubicBezTo>
                  <a:cubicBezTo>
                    <a:pt x="5073" y="7344"/>
                    <a:pt x="4790" y="8352"/>
                    <a:pt x="4254" y="9235"/>
                  </a:cubicBezTo>
                  <a:lnTo>
                    <a:pt x="3025" y="8006"/>
                  </a:lnTo>
                  <a:cubicBezTo>
                    <a:pt x="3309" y="7502"/>
                    <a:pt x="3435" y="6903"/>
                    <a:pt x="3435" y="6305"/>
                  </a:cubicBezTo>
                  <a:cubicBezTo>
                    <a:pt x="3435" y="4572"/>
                    <a:pt x="2332" y="3154"/>
                    <a:pt x="820" y="2650"/>
                  </a:cubicBezTo>
                  <a:lnTo>
                    <a:pt x="820" y="917"/>
                  </a:lnTo>
                  <a:close/>
                  <a:moveTo>
                    <a:pt x="419" y="0"/>
                  </a:moveTo>
                  <a:cubicBezTo>
                    <a:pt x="190" y="0"/>
                    <a:pt x="1" y="180"/>
                    <a:pt x="1" y="413"/>
                  </a:cubicBezTo>
                  <a:lnTo>
                    <a:pt x="1" y="2934"/>
                  </a:lnTo>
                  <a:cubicBezTo>
                    <a:pt x="1" y="3123"/>
                    <a:pt x="127" y="3280"/>
                    <a:pt x="316" y="3312"/>
                  </a:cubicBezTo>
                  <a:cubicBezTo>
                    <a:pt x="1639" y="3658"/>
                    <a:pt x="2647" y="4855"/>
                    <a:pt x="2647" y="6273"/>
                  </a:cubicBezTo>
                  <a:cubicBezTo>
                    <a:pt x="2647" y="6809"/>
                    <a:pt x="2490" y="7376"/>
                    <a:pt x="2206" y="7848"/>
                  </a:cubicBezTo>
                  <a:cubicBezTo>
                    <a:pt x="2080" y="8006"/>
                    <a:pt x="2112" y="8195"/>
                    <a:pt x="2269" y="8352"/>
                  </a:cubicBezTo>
                  <a:lnTo>
                    <a:pt x="4065" y="10117"/>
                  </a:lnTo>
                  <a:cubicBezTo>
                    <a:pt x="4149" y="10214"/>
                    <a:pt x="4251" y="10257"/>
                    <a:pt x="4353" y="10257"/>
                  </a:cubicBezTo>
                  <a:cubicBezTo>
                    <a:pt x="4481" y="10257"/>
                    <a:pt x="4608" y="10190"/>
                    <a:pt x="4695" y="10085"/>
                  </a:cubicBezTo>
                  <a:cubicBezTo>
                    <a:pt x="5514" y="8982"/>
                    <a:pt x="5987" y="7659"/>
                    <a:pt x="5987" y="6273"/>
                  </a:cubicBezTo>
                  <a:cubicBezTo>
                    <a:pt x="5892" y="3123"/>
                    <a:pt x="3529" y="445"/>
                    <a:pt x="474" y="4"/>
                  </a:cubicBezTo>
                  <a:cubicBezTo>
                    <a:pt x="455" y="1"/>
                    <a:pt x="437" y="0"/>
                    <a:pt x="4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36" name="Google Shape;10036;p63"/>
            <p:cNvSpPr/>
            <p:nvPr/>
          </p:nvSpPr>
          <p:spPr>
            <a:xfrm>
              <a:off x="-59762299" y="2757075"/>
              <a:ext cx="63025" cy="145725"/>
            </a:xfrm>
            <a:custGeom>
              <a:rect l="l" t="t" r="r" b="b"/>
              <a:pathLst>
                <a:path w="2521" h="5829" extrusionOk="0">
                  <a:moveTo>
                    <a:pt x="1261" y="0"/>
                  </a:moveTo>
                  <a:cubicBezTo>
                    <a:pt x="1040" y="0"/>
                    <a:pt x="820" y="189"/>
                    <a:pt x="820" y="378"/>
                  </a:cubicBezTo>
                  <a:lnTo>
                    <a:pt x="820" y="662"/>
                  </a:lnTo>
                  <a:cubicBezTo>
                    <a:pt x="347" y="819"/>
                    <a:pt x="1" y="1292"/>
                    <a:pt x="1" y="1827"/>
                  </a:cubicBezTo>
                  <a:cubicBezTo>
                    <a:pt x="1" y="2521"/>
                    <a:pt x="568" y="2899"/>
                    <a:pt x="977" y="3214"/>
                  </a:cubicBezTo>
                  <a:cubicBezTo>
                    <a:pt x="1292" y="3466"/>
                    <a:pt x="1670" y="3686"/>
                    <a:pt x="1670" y="3938"/>
                  </a:cubicBezTo>
                  <a:cubicBezTo>
                    <a:pt x="1670" y="4159"/>
                    <a:pt x="1450" y="4348"/>
                    <a:pt x="1261" y="4348"/>
                  </a:cubicBezTo>
                  <a:cubicBezTo>
                    <a:pt x="1072" y="4348"/>
                    <a:pt x="820" y="4159"/>
                    <a:pt x="820" y="3938"/>
                  </a:cubicBezTo>
                  <a:cubicBezTo>
                    <a:pt x="820" y="3686"/>
                    <a:pt x="631" y="3497"/>
                    <a:pt x="442" y="3497"/>
                  </a:cubicBezTo>
                  <a:cubicBezTo>
                    <a:pt x="253" y="3497"/>
                    <a:pt x="32" y="3686"/>
                    <a:pt x="32" y="3938"/>
                  </a:cubicBezTo>
                  <a:cubicBezTo>
                    <a:pt x="32" y="4474"/>
                    <a:pt x="410" y="4915"/>
                    <a:pt x="883" y="5104"/>
                  </a:cubicBezTo>
                  <a:lnTo>
                    <a:pt x="883" y="5387"/>
                  </a:lnTo>
                  <a:cubicBezTo>
                    <a:pt x="883" y="5608"/>
                    <a:pt x="1072" y="5829"/>
                    <a:pt x="1292" y="5829"/>
                  </a:cubicBezTo>
                  <a:cubicBezTo>
                    <a:pt x="1544" y="5829"/>
                    <a:pt x="1702" y="5608"/>
                    <a:pt x="1702" y="5387"/>
                  </a:cubicBezTo>
                  <a:lnTo>
                    <a:pt x="1702" y="5104"/>
                  </a:lnTo>
                  <a:cubicBezTo>
                    <a:pt x="2175" y="4946"/>
                    <a:pt x="2521" y="4474"/>
                    <a:pt x="2521" y="3938"/>
                  </a:cubicBezTo>
                  <a:cubicBezTo>
                    <a:pt x="2521" y="3245"/>
                    <a:pt x="1985" y="2867"/>
                    <a:pt x="1544" y="2552"/>
                  </a:cubicBezTo>
                  <a:cubicBezTo>
                    <a:pt x="1229" y="2300"/>
                    <a:pt x="883" y="2079"/>
                    <a:pt x="883" y="1827"/>
                  </a:cubicBezTo>
                  <a:cubicBezTo>
                    <a:pt x="883" y="1607"/>
                    <a:pt x="1072" y="1418"/>
                    <a:pt x="1292" y="1418"/>
                  </a:cubicBezTo>
                  <a:cubicBezTo>
                    <a:pt x="1544" y="1418"/>
                    <a:pt x="1702" y="1607"/>
                    <a:pt x="1702" y="1827"/>
                  </a:cubicBezTo>
                  <a:cubicBezTo>
                    <a:pt x="1702" y="2079"/>
                    <a:pt x="1891" y="2268"/>
                    <a:pt x="2143" y="2268"/>
                  </a:cubicBezTo>
                  <a:cubicBezTo>
                    <a:pt x="2364" y="2268"/>
                    <a:pt x="2521" y="2079"/>
                    <a:pt x="2521" y="1827"/>
                  </a:cubicBezTo>
                  <a:cubicBezTo>
                    <a:pt x="2521" y="1292"/>
                    <a:pt x="2175" y="851"/>
                    <a:pt x="1702" y="662"/>
                  </a:cubicBezTo>
                  <a:lnTo>
                    <a:pt x="1702" y="378"/>
                  </a:lnTo>
                  <a:cubicBezTo>
                    <a:pt x="1702" y="189"/>
                    <a:pt x="1513" y="0"/>
                    <a:pt x="12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37" name="Google Shape;10037;p63"/>
          <p:cNvGrpSpPr/>
          <p:nvPr/>
        </p:nvGrpSpPr>
        <p:grpSpPr>
          <a:xfrm>
            <a:off x="2620204" y="4054176"/>
            <a:ext cx="367165" cy="366269"/>
            <a:chOff x="-59092027" y="2296300"/>
            <a:chExt cx="317425" cy="316650"/>
          </a:xfrm>
        </p:grpSpPr>
        <p:sp>
          <p:nvSpPr>
            <p:cNvPr id="10038" name="Google Shape;10038;p63"/>
            <p:cNvSpPr/>
            <p:nvPr/>
          </p:nvSpPr>
          <p:spPr>
            <a:xfrm>
              <a:off x="-58994353" y="2382950"/>
              <a:ext cx="122875" cy="133925"/>
            </a:xfrm>
            <a:custGeom>
              <a:rect l="l" t="t" r="r" b="b"/>
              <a:pathLst>
                <a:path w="4915" h="5357" extrusionOk="0">
                  <a:moveTo>
                    <a:pt x="2457" y="819"/>
                  </a:moveTo>
                  <a:cubicBezTo>
                    <a:pt x="2930" y="819"/>
                    <a:pt x="3277" y="1166"/>
                    <a:pt x="3277" y="1639"/>
                  </a:cubicBezTo>
                  <a:cubicBezTo>
                    <a:pt x="3277" y="2111"/>
                    <a:pt x="2930" y="2458"/>
                    <a:pt x="2457" y="2458"/>
                  </a:cubicBezTo>
                  <a:cubicBezTo>
                    <a:pt x="1985" y="2458"/>
                    <a:pt x="1607" y="2111"/>
                    <a:pt x="1607" y="1639"/>
                  </a:cubicBezTo>
                  <a:cubicBezTo>
                    <a:pt x="1607" y="1166"/>
                    <a:pt x="2016" y="819"/>
                    <a:pt x="2457" y="819"/>
                  </a:cubicBezTo>
                  <a:close/>
                  <a:moveTo>
                    <a:pt x="2489" y="3245"/>
                  </a:moveTo>
                  <a:cubicBezTo>
                    <a:pt x="3277" y="3245"/>
                    <a:pt x="3907" y="3781"/>
                    <a:pt x="4096" y="4506"/>
                  </a:cubicBezTo>
                  <a:lnTo>
                    <a:pt x="882" y="4506"/>
                  </a:lnTo>
                  <a:cubicBezTo>
                    <a:pt x="1071" y="3812"/>
                    <a:pt x="1701" y="3245"/>
                    <a:pt x="2489" y="3245"/>
                  </a:cubicBezTo>
                  <a:close/>
                  <a:moveTo>
                    <a:pt x="2489" y="0"/>
                  </a:moveTo>
                  <a:cubicBezTo>
                    <a:pt x="1575" y="0"/>
                    <a:pt x="819" y="725"/>
                    <a:pt x="819" y="1639"/>
                  </a:cubicBezTo>
                  <a:cubicBezTo>
                    <a:pt x="819" y="2080"/>
                    <a:pt x="977" y="2458"/>
                    <a:pt x="1292" y="2773"/>
                  </a:cubicBezTo>
                  <a:cubicBezTo>
                    <a:pt x="567" y="3214"/>
                    <a:pt x="0" y="4001"/>
                    <a:pt x="0" y="4947"/>
                  </a:cubicBezTo>
                  <a:cubicBezTo>
                    <a:pt x="0" y="5199"/>
                    <a:pt x="189" y="5356"/>
                    <a:pt x="410" y="5356"/>
                  </a:cubicBezTo>
                  <a:lnTo>
                    <a:pt x="4537" y="5356"/>
                  </a:lnTo>
                  <a:cubicBezTo>
                    <a:pt x="4757" y="5356"/>
                    <a:pt x="4915" y="5136"/>
                    <a:pt x="4915" y="4947"/>
                  </a:cubicBezTo>
                  <a:cubicBezTo>
                    <a:pt x="4915" y="4001"/>
                    <a:pt x="4411" y="3182"/>
                    <a:pt x="3655" y="2773"/>
                  </a:cubicBezTo>
                  <a:cubicBezTo>
                    <a:pt x="3938" y="2458"/>
                    <a:pt x="4127" y="2080"/>
                    <a:pt x="4127" y="1639"/>
                  </a:cubicBezTo>
                  <a:cubicBezTo>
                    <a:pt x="4127" y="725"/>
                    <a:pt x="3403" y="0"/>
                    <a:pt x="24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39" name="Google Shape;10039;p63"/>
            <p:cNvSpPr/>
            <p:nvPr/>
          </p:nvSpPr>
          <p:spPr>
            <a:xfrm>
              <a:off x="-59092027" y="2296300"/>
              <a:ext cx="317425" cy="316650"/>
            </a:xfrm>
            <a:custGeom>
              <a:rect l="l" t="t" r="r" b="b"/>
              <a:pathLst>
                <a:path w="12697" h="12666" extrusionOk="0">
                  <a:moveTo>
                    <a:pt x="1261" y="820"/>
                  </a:moveTo>
                  <a:cubicBezTo>
                    <a:pt x="1513" y="820"/>
                    <a:pt x="1702" y="1009"/>
                    <a:pt x="1702" y="1198"/>
                  </a:cubicBezTo>
                  <a:cubicBezTo>
                    <a:pt x="1670" y="1450"/>
                    <a:pt x="1513" y="1639"/>
                    <a:pt x="1261" y="1639"/>
                  </a:cubicBezTo>
                  <a:cubicBezTo>
                    <a:pt x="1040" y="1639"/>
                    <a:pt x="883" y="1450"/>
                    <a:pt x="883" y="1198"/>
                  </a:cubicBezTo>
                  <a:cubicBezTo>
                    <a:pt x="883" y="977"/>
                    <a:pt x="1072" y="820"/>
                    <a:pt x="1261" y="820"/>
                  </a:cubicBezTo>
                  <a:close/>
                  <a:moveTo>
                    <a:pt x="11468" y="820"/>
                  </a:moveTo>
                  <a:cubicBezTo>
                    <a:pt x="11720" y="820"/>
                    <a:pt x="11878" y="1009"/>
                    <a:pt x="11878" y="1198"/>
                  </a:cubicBezTo>
                  <a:cubicBezTo>
                    <a:pt x="11878" y="1450"/>
                    <a:pt x="11657" y="1639"/>
                    <a:pt x="11468" y="1639"/>
                  </a:cubicBezTo>
                  <a:cubicBezTo>
                    <a:pt x="11248" y="1639"/>
                    <a:pt x="11027" y="1450"/>
                    <a:pt x="11027" y="1198"/>
                  </a:cubicBezTo>
                  <a:cubicBezTo>
                    <a:pt x="11027" y="1009"/>
                    <a:pt x="11248" y="820"/>
                    <a:pt x="11468" y="820"/>
                  </a:cubicBezTo>
                  <a:close/>
                  <a:moveTo>
                    <a:pt x="6396" y="2616"/>
                  </a:moveTo>
                  <a:cubicBezTo>
                    <a:pt x="7341" y="2616"/>
                    <a:pt x="8286" y="2994"/>
                    <a:pt x="9042" y="3718"/>
                  </a:cubicBezTo>
                  <a:cubicBezTo>
                    <a:pt x="10492" y="5136"/>
                    <a:pt x="10492" y="7499"/>
                    <a:pt x="9042" y="8917"/>
                  </a:cubicBezTo>
                  <a:cubicBezTo>
                    <a:pt x="8318" y="9641"/>
                    <a:pt x="7373" y="10019"/>
                    <a:pt x="6396" y="10019"/>
                  </a:cubicBezTo>
                  <a:cubicBezTo>
                    <a:pt x="4348" y="10019"/>
                    <a:pt x="2647" y="8381"/>
                    <a:pt x="2647" y="6333"/>
                  </a:cubicBezTo>
                  <a:cubicBezTo>
                    <a:pt x="2647" y="4222"/>
                    <a:pt x="4348" y="2616"/>
                    <a:pt x="6396" y="2616"/>
                  </a:cubicBezTo>
                  <a:close/>
                  <a:moveTo>
                    <a:pt x="1261" y="10965"/>
                  </a:moveTo>
                  <a:cubicBezTo>
                    <a:pt x="1513" y="10965"/>
                    <a:pt x="1702" y="11185"/>
                    <a:pt x="1702" y="11406"/>
                  </a:cubicBezTo>
                  <a:cubicBezTo>
                    <a:pt x="1670" y="11658"/>
                    <a:pt x="1513" y="11847"/>
                    <a:pt x="1261" y="11847"/>
                  </a:cubicBezTo>
                  <a:cubicBezTo>
                    <a:pt x="1040" y="11847"/>
                    <a:pt x="883" y="11658"/>
                    <a:pt x="883" y="11406"/>
                  </a:cubicBezTo>
                  <a:cubicBezTo>
                    <a:pt x="883" y="11185"/>
                    <a:pt x="1072" y="10965"/>
                    <a:pt x="1261" y="10965"/>
                  </a:cubicBezTo>
                  <a:close/>
                  <a:moveTo>
                    <a:pt x="11468" y="11028"/>
                  </a:moveTo>
                  <a:cubicBezTo>
                    <a:pt x="11720" y="11028"/>
                    <a:pt x="11878" y="11217"/>
                    <a:pt x="11878" y="11437"/>
                  </a:cubicBezTo>
                  <a:cubicBezTo>
                    <a:pt x="11878" y="11689"/>
                    <a:pt x="11657" y="11878"/>
                    <a:pt x="11468" y="11878"/>
                  </a:cubicBezTo>
                  <a:cubicBezTo>
                    <a:pt x="11248" y="11878"/>
                    <a:pt x="11027" y="11689"/>
                    <a:pt x="11027" y="11437"/>
                  </a:cubicBezTo>
                  <a:cubicBezTo>
                    <a:pt x="11027" y="11217"/>
                    <a:pt x="11248" y="11028"/>
                    <a:pt x="11468" y="11028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58"/>
                    <a:pt x="1229" y="2458"/>
                  </a:cubicBezTo>
                  <a:cubicBezTo>
                    <a:pt x="1418" y="2458"/>
                    <a:pt x="1576" y="2427"/>
                    <a:pt x="1796" y="2364"/>
                  </a:cubicBezTo>
                  <a:lnTo>
                    <a:pt x="2836" y="3403"/>
                  </a:lnTo>
                  <a:cubicBezTo>
                    <a:pt x="2174" y="4222"/>
                    <a:pt x="1828" y="5231"/>
                    <a:pt x="1828" y="6302"/>
                  </a:cubicBezTo>
                  <a:cubicBezTo>
                    <a:pt x="1828" y="7341"/>
                    <a:pt x="2174" y="8381"/>
                    <a:pt x="2899" y="9200"/>
                  </a:cubicBezTo>
                  <a:lnTo>
                    <a:pt x="1796" y="10303"/>
                  </a:lnTo>
                  <a:cubicBezTo>
                    <a:pt x="1639" y="10240"/>
                    <a:pt x="1418" y="10177"/>
                    <a:pt x="1229" y="10177"/>
                  </a:cubicBezTo>
                  <a:cubicBezTo>
                    <a:pt x="567" y="10177"/>
                    <a:pt x="0" y="10744"/>
                    <a:pt x="0" y="11437"/>
                  </a:cubicBezTo>
                  <a:cubicBezTo>
                    <a:pt x="0" y="12130"/>
                    <a:pt x="567" y="12666"/>
                    <a:pt x="1229" y="12666"/>
                  </a:cubicBezTo>
                  <a:cubicBezTo>
                    <a:pt x="1891" y="12666"/>
                    <a:pt x="2489" y="12130"/>
                    <a:pt x="2489" y="11437"/>
                  </a:cubicBezTo>
                  <a:cubicBezTo>
                    <a:pt x="2489" y="11248"/>
                    <a:pt x="2458" y="11091"/>
                    <a:pt x="2363" y="10901"/>
                  </a:cubicBezTo>
                  <a:lnTo>
                    <a:pt x="3466" y="9799"/>
                  </a:lnTo>
                  <a:cubicBezTo>
                    <a:pt x="4317" y="10460"/>
                    <a:pt x="5325" y="10838"/>
                    <a:pt x="6396" y="10838"/>
                  </a:cubicBezTo>
                  <a:cubicBezTo>
                    <a:pt x="7467" y="10838"/>
                    <a:pt x="8475" y="10492"/>
                    <a:pt x="9263" y="9830"/>
                  </a:cubicBezTo>
                  <a:lnTo>
                    <a:pt x="10334" y="10901"/>
                  </a:lnTo>
                  <a:cubicBezTo>
                    <a:pt x="10240" y="11059"/>
                    <a:pt x="10208" y="11248"/>
                    <a:pt x="10208" y="11437"/>
                  </a:cubicBezTo>
                  <a:cubicBezTo>
                    <a:pt x="10208" y="12099"/>
                    <a:pt x="10775" y="12666"/>
                    <a:pt x="11468" y="12666"/>
                  </a:cubicBezTo>
                  <a:cubicBezTo>
                    <a:pt x="12130" y="12666"/>
                    <a:pt x="12697" y="12099"/>
                    <a:pt x="12697" y="11437"/>
                  </a:cubicBezTo>
                  <a:cubicBezTo>
                    <a:pt x="12697" y="10775"/>
                    <a:pt x="12130" y="10177"/>
                    <a:pt x="11468" y="10177"/>
                  </a:cubicBezTo>
                  <a:cubicBezTo>
                    <a:pt x="11279" y="10177"/>
                    <a:pt x="11122" y="10208"/>
                    <a:pt x="10933" y="10303"/>
                  </a:cubicBezTo>
                  <a:lnTo>
                    <a:pt x="9861" y="9232"/>
                  </a:lnTo>
                  <a:cubicBezTo>
                    <a:pt x="11279" y="7562"/>
                    <a:pt x="11279" y="5073"/>
                    <a:pt x="9861" y="3403"/>
                  </a:cubicBezTo>
                  <a:lnTo>
                    <a:pt x="10933" y="2364"/>
                  </a:lnTo>
                  <a:cubicBezTo>
                    <a:pt x="11122" y="2427"/>
                    <a:pt x="11279" y="2458"/>
                    <a:pt x="11468" y="2458"/>
                  </a:cubicBezTo>
                  <a:cubicBezTo>
                    <a:pt x="12130" y="2458"/>
                    <a:pt x="12697" y="1923"/>
                    <a:pt x="12697" y="1198"/>
                  </a:cubicBezTo>
                  <a:cubicBezTo>
                    <a:pt x="12697" y="536"/>
                    <a:pt x="12130" y="1"/>
                    <a:pt x="11468" y="1"/>
                  </a:cubicBezTo>
                  <a:cubicBezTo>
                    <a:pt x="10807" y="1"/>
                    <a:pt x="10208" y="536"/>
                    <a:pt x="10208" y="1198"/>
                  </a:cubicBezTo>
                  <a:cubicBezTo>
                    <a:pt x="10208" y="1419"/>
                    <a:pt x="10240" y="1576"/>
                    <a:pt x="10334" y="1765"/>
                  </a:cubicBezTo>
                  <a:lnTo>
                    <a:pt x="9263" y="2836"/>
                  </a:lnTo>
                  <a:cubicBezTo>
                    <a:pt x="8412" y="2127"/>
                    <a:pt x="7373" y="1773"/>
                    <a:pt x="6337" y="1773"/>
                  </a:cubicBezTo>
                  <a:cubicBezTo>
                    <a:pt x="5301" y="1773"/>
                    <a:pt x="4269" y="2127"/>
                    <a:pt x="3434" y="2836"/>
                  </a:cubicBezTo>
                  <a:lnTo>
                    <a:pt x="2363" y="1765"/>
                  </a:lnTo>
                  <a:cubicBezTo>
                    <a:pt x="2458" y="1608"/>
                    <a:pt x="2489" y="1419"/>
                    <a:pt x="2489" y="1198"/>
                  </a:cubicBezTo>
                  <a:cubicBezTo>
                    <a:pt x="2489" y="536"/>
                    <a:pt x="1954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40" name="Google Shape;10040;p63"/>
          <p:cNvGrpSpPr/>
          <p:nvPr/>
        </p:nvGrpSpPr>
        <p:grpSpPr>
          <a:xfrm>
            <a:off x="4865611" y="1305095"/>
            <a:ext cx="353174" cy="347599"/>
            <a:chOff x="683125" y="1955275"/>
            <a:chExt cx="299325" cy="294600"/>
          </a:xfrm>
        </p:grpSpPr>
        <p:sp>
          <p:nvSpPr>
            <p:cNvPr id="10041" name="Google Shape;10041;p63"/>
            <p:cNvSpPr/>
            <p:nvPr/>
          </p:nvSpPr>
          <p:spPr>
            <a:xfrm>
              <a:off x="876875" y="1989925"/>
              <a:ext cx="52800" cy="63825"/>
            </a:xfrm>
            <a:custGeom>
              <a:rect l="l" t="t" r="r" b="b"/>
              <a:pathLst>
                <a:path w="2112" h="2553" extrusionOk="0">
                  <a:moveTo>
                    <a:pt x="1072" y="0"/>
                  </a:moveTo>
                  <a:cubicBezTo>
                    <a:pt x="473" y="0"/>
                    <a:pt x="64" y="473"/>
                    <a:pt x="64" y="1009"/>
                  </a:cubicBezTo>
                  <a:cubicBezTo>
                    <a:pt x="1" y="1229"/>
                    <a:pt x="158" y="1324"/>
                    <a:pt x="379" y="1324"/>
                  </a:cubicBezTo>
                  <a:cubicBezTo>
                    <a:pt x="568" y="1324"/>
                    <a:pt x="725" y="1166"/>
                    <a:pt x="725" y="977"/>
                  </a:cubicBezTo>
                  <a:cubicBezTo>
                    <a:pt x="725" y="788"/>
                    <a:pt x="883" y="631"/>
                    <a:pt x="1072" y="631"/>
                  </a:cubicBezTo>
                  <a:cubicBezTo>
                    <a:pt x="1261" y="631"/>
                    <a:pt x="1418" y="788"/>
                    <a:pt x="1418" y="977"/>
                  </a:cubicBezTo>
                  <a:cubicBezTo>
                    <a:pt x="1418" y="1103"/>
                    <a:pt x="1355" y="1198"/>
                    <a:pt x="1229" y="1292"/>
                  </a:cubicBezTo>
                  <a:cubicBezTo>
                    <a:pt x="914" y="1450"/>
                    <a:pt x="725" y="1796"/>
                    <a:pt x="725" y="2206"/>
                  </a:cubicBezTo>
                  <a:cubicBezTo>
                    <a:pt x="725" y="2395"/>
                    <a:pt x="883" y="2552"/>
                    <a:pt x="1072" y="2552"/>
                  </a:cubicBezTo>
                  <a:cubicBezTo>
                    <a:pt x="1261" y="2552"/>
                    <a:pt x="1418" y="2395"/>
                    <a:pt x="1418" y="2206"/>
                  </a:cubicBezTo>
                  <a:cubicBezTo>
                    <a:pt x="1418" y="2080"/>
                    <a:pt x="1481" y="1954"/>
                    <a:pt x="1544" y="1922"/>
                  </a:cubicBezTo>
                  <a:cubicBezTo>
                    <a:pt x="1891" y="1733"/>
                    <a:pt x="2111" y="1355"/>
                    <a:pt x="2111" y="1009"/>
                  </a:cubicBezTo>
                  <a:cubicBezTo>
                    <a:pt x="2111" y="410"/>
                    <a:pt x="1639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42" name="Google Shape;10042;p63"/>
            <p:cNvSpPr/>
            <p:nvPr/>
          </p:nvSpPr>
          <p:spPr>
            <a:xfrm>
              <a:off x="683125" y="2058450"/>
              <a:ext cx="159900" cy="191425"/>
            </a:xfrm>
            <a:custGeom>
              <a:rect l="l" t="t" r="r" b="b"/>
              <a:pathLst>
                <a:path w="6396" h="7657" extrusionOk="0">
                  <a:moveTo>
                    <a:pt x="3245" y="693"/>
                  </a:moveTo>
                  <a:cubicBezTo>
                    <a:pt x="3812" y="693"/>
                    <a:pt x="4285" y="1166"/>
                    <a:pt x="4285" y="1702"/>
                  </a:cubicBezTo>
                  <a:cubicBezTo>
                    <a:pt x="4285" y="2269"/>
                    <a:pt x="3812" y="2710"/>
                    <a:pt x="3245" y="2710"/>
                  </a:cubicBezTo>
                  <a:cubicBezTo>
                    <a:pt x="2647" y="2710"/>
                    <a:pt x="2174" y="2269"/>
                    <a:pt x="2174" y="1702"/>
                  </a:cubicBezTo>
                  <a:cubicBezTo>
                    <a:pt x="2174" y="1166"/>
                    <a:pt x="2678" y="693"/>
                    <a:pt x="3245" y="693"/>
                  </a:cubicBezTo>
                  <a:close/>
                  <a:moveTo>
                    <a:pt x="3245" y="3434"/>
                  </a:moveTo>
                  <a:cubicBezTo>
                    <a:pt x="4569" y="3434"/>
                    <a:pt x="5671" y="4537"/>
                    <a:pt x="5671" y="5892"/>
                  </a:cubicBezTo>
                  <a:lnTo>
                    <a:pt x="5671" y="6994"/>
                  </a:lnTo>
                  <a:lnTo>
                    <a:pt x="788" y="6994"/>
                  </a:lnTo>
                  <a:lnTo>
                    <a:pt x="788" y="5892"/>
                  </a:lnTo>
                  <a:cubicBezTo>
                    <a:pt x="788" y="4537"/>
                    <a:pt x="1891" y="3434"/>
                    <a:pt x="3245" y="3434"/>
                  </a:cubicBezTo>
                  <a:close/>
                  <a:moveTo>
                    <a:pt x="3182" y="0"/>
                  </a:moveTo>
                  <a:cubicBezTo>
                    <a:pt x="2237" y="0"/>
                    <a:pt x="1418" y="788"/>
                    <a:pt x="1418" y="1733"/>
                  </a:cubicBezTo>
                  <a:cubicBezTo>
                    <a:pt x="1418" y="2206"/>
                    <a:pt x="1607" y="2678"/>
                    <a:pt x="1985" y="2993"/>
                  </a:cubicBezTo>
                  <a:cubicBezTo>
                    <a:pt x="819" y="3466"/>
                    <a:pt x="0" y="4569"/>
                    <a:pt x="0" y="5892"/>
                  </a:cubicBezTo>
                  <a:lnTo>
                    <a:pt x="0" y="7309"/>
                  </a:lnTo>
                  <a:cubicBezTo>
                    <a:pt x="126" y="7499"/>
                    <a:pt x="284" y="7656"/>
                    <a:pt x="441" y="7656"/>
                  </a:cubicBezTo>
                  <a:lnTo>
                    <a:pt x="6018" y="7656"/>
                  </a:lnTo>
                  <a:cubicBezTo>
                    <a:pt x="6238" y="7656"/>
                    <a:pt x="6396" y="7499"/>
                    <a:pt x="6396" y="7309"/>
                  </a:cubicBezTo>
                  <a:lnTo>
                    <a:pt x="6396" y="5892"/>
                  </a:lnTo>
                  <a:cubicBezTo>
                    <a:pt x="6396" y="4569"/>
                    <a:pt x="5545" y="3466"/>
                    <a:pt x="4411" y="2993"/>
                  </a:cubicBezTo>
                  <a:cubicBezTo>
                    <a:pt x="4758" y="2647"/>
                    <a:pt x="4978" y="2206"/>
                    <a:pt x="4978" y="1733"/>
                  </a:cubicBezTo>
                  <a:cubicBezTo>
                    <a:pt x="4978" y="788"/>
                    <a:pt x="4190" y="0"/>
                    <a:pt x="3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43" name="Google Shape;10043;p63"/>
            <p:cNvSpPr/>
            <p:nvPr/>
          </p:nvSpPr>
          <p:spPr>
            <a:xfrm>
              <a:off x="824900" y="1955275"/>
              <a:ext cx="157550" cy="155975"/>
            </a:xfrm>
            <a:custGeom>
              <a:rect l="l" t="t" r="r" b="b"/>
              <a:pathLst>
                <a:path w="6302" h="6239" extrusionOk="0">
                  <a:moveTo>
                    <a:pt x="3151" y="662"/>
                  </a:moveTo>
                  <a:cubicBezTo>
                    <a:pt x="4505" y="662"/>
                    <a:pt x="5608" y="1765"/>
                    <a:pt x="5608" y="3119"/>
                  </a:cubicBezTo>
                  <a:cubicBezTo>
                    <a:pt x="5608" y="4442"/>
                    <a:pt x="4505" y="5545"/>
                    <a:pt x="3151" y="5545"/>
                  </a:cubicBezTo>
                  <a:cubicBezTo>
                    <a:pt x="2710" y="5545"/>
                    <a:pt x="2332" y="5451"/>
                    <a:pt x="1954" y="5230"/>
                  </a:cubicBezTo>
                  <a:cubicBezTo>
                    <a:pt x="1890" y="5199"/>
                    <a:pt x="1796" y="5199"/>
                    <a:pt x="1733" y="5199"/>
                  </a:cubicBezTo>
                  <a:lnTo>
                    <a:pt x="945" y="5388"/>
                  </a:lnTo>
                  <a:lnTo>
                    <a:pt x="1166" y="4694"/>
                  </a:lnTo>
                  <a:cubicBezTo>
                    <a:pt x="1229" y="4568"/>
                    <a:pt x="1166" y="4505"/>
                    <a:pt x="1134" y="4411"/>
                  </a:cubicBezTo>
                  <a:cubicBezTo>
                    <a:pt x="914" y="4033"/>
                    <a:pt x="756" y="3592"/>
                    <a:pt x="756" y="3119"/>
                  </a:cubicBezTo>
                  <a:cubicBezTo>
                    <a:pt x="725" y="1733"/>
                    <a:pt x="1827" y="662"/>
                    <a:pt x="3151" y="662"/>
                  </a:cubicBezTo>
                  <a:close/>
                  <a:moveTo>
                    <a:pt x="3182" y="0"/>
                  </a:moveTo>
                  <a:cubicBezTo>
                    <a:pt x="1449" y="0"/>
                    <a:pt x="95" y="1418"/>
                    <a:pt x="95" y="3119"/>
                  </a:cubicBezTo>
                  <a:cubicBezTo>
                    <a:pt x="95" y="3655"/>
                    <a:pt x="189" y="4190"/>
                    <a:pt x="473" y="4663"/>
                  </a:cubicBezTo>
                  <a:lnTo>
                    <a:pt x="32" y="5766"/>
                  </a:lnTo>
                  <a:cubicBezTo>
                    <a:pt x="0" y="5860"/>
                    <a:pt x="32" y="5986"/>
                    <a:pt x="126" y="6112"/>
                  </a:cubicBezTo>
                  <a:cubicBezTo>
                    <a:pt x="189" y="6175"/>
                    <a:pt x="315" y="6238"/>
                    <a:pt x="473" y="6238"/>
                  </a:cubicBezTo>
                  <a:lnTo>
                    <a:pt x="1764" y="5923"/>
                  </a:lnTo>
                  <a:cubicBezTo>
                    <a:pt x="2206" y="6144"/>
                    <a:pt x="2678" y="6238"/>
                    <a:pt x="3182" y="6238"/>
                  </a:cubicBezTo>
                  <a:cubicBezTo>
                    <a:pt x="4915" y="6238"/>
                    <a:pt x="6301" y="4820"/>
                    <a:pt x="6301" y="3119"/>
                  </a:cubicBezTo>
                  <a:cubicBezTo>
                    <a:pt x="6301" y="1386"/>
                    <a:pt x="4883" y="0"/>
                    <a:pt x="3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44" name="Google Shape;10044;p63"/>
            <p:cNvSpPr/>
            <p:nvPr/>
          </p:nvSpPr>
          <p:spPr>
            <a:xfrm>
              <a:off x="895000" y="2058450"/>
              <a:ext cx="17350" cy="18125"/>
            </a:xfrm>
            <a:custGeom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45" name="Google Shape;10045;p63"/>
          <p:cNvGrpSpPr/>
          <p:nvPr/>
        </p:nvGrpSpPr>
        <p:grpSpPr>
          <a:xfrm>
            <a:off x="4866541" y="1755653"/>
            <a:ext cx="351315" cy="349486"/>
            <a:chOff x="685475" y="2318350"/>
            <a:chExt cx="297750" cy="296200"/>
          </a:xfrm>
        </p:grpSpPr>
        <p:sp>
          <p:nvSpPr>
            <p:cNvPr id="10046" name="Google Shape;10046;p63"/>
            <p:cNvSpPr/>
            <p:nvPr/>
          </p:nvSpPr>
          <p:spPr>
            <a:xfrm>
              <a:off x="685475" y="2371925"/>
              <a:ext cx="142600" cy="241975"/>
            </a:xfrm>
            <a:custGeom>
              <a:rect l="l" t="t" r="r" b="b"/>
              <a:pathLst>
                <a:path w="5704" h="9679" extrusionOk="0">
                  <a:moveTo>
                    <a:pt x="2080" y="662"/>
                  </a:moveTo>
                  <a:cubicBezTo>
                    <a:pt x="2458" y="662"/>
                    <a:pt x="2773" y="977"/>
                    <a:pt x="2773" y="1387"/>
                  </a:cubicBezTo>
                  <a:cubicBezTo>
                    <a:pt x="2773" y="1765"/>
                    <a:pt x="2458" y="2080"/>
                    <a:pt x="2080" y="2080"/>
                  </a:cubicBezTo>
                  <a:cubicBezTo>
                    <a:pt x="1671" y="2080"/>
                    <a:pt x="1356" y="1765"/>
                    <a:pt x="1356" y="1387"/>
                  </a:cubicBezTo>
                  <a:cubicBezTo>
                    <a:pt x="1356" y="977"/>
                    <a:pt x="1734" y="662"/>
                    <a:pt x="2080" y="662"/>
                  </a:cubicBezTo>
                  <a:close/>
                  <a:moveTo>
                    <a:pt x="2962" y="6900"/>
                  </a:moveTo>
                  <a:lnTo>
                    <a:pt x="3120" y="7593"/>
                  </a:lnTo>
                  <a:lnTo>
                    <a:pt x="1135" y="7593"/>
                  </a:lnTo>
                  <a:lnTo>
                    <a:pt x="1293" y="6900"/>
                  </a:lnTo>
                  <a:close/>
                  <a:moveTo>
                    <a:pt x="1742" y="2767"/>
                  </a:moveTo>
                  <a:cubicBezTo>
                    <a:pt x="1866" y="2767"/>
                    <a:pt x="1991" y="2831"/>
                    <a:pt x="2049" y="2962"/>
                  </a:cubicBezTo>
                  <a:lnTo>
                    <a:pt x="2553" y="3938"/>
                  </a:lnTo>
                  <a:cubicBezTo>
                    <a:pt x="2584" y="4064"/>
                    <a:pt x="2742" y="4127"/>
                    <a:pt x="2868" y="4127"/>
                  </a:cubicBezTo>
                  <a:lnTo>
                    <a:pt x="3813" y="4127"/>
                  </a:lnTo>
                  <a:cubicBezTo>
                    <a:pt x="4002" y="4127"/>
                    <a:pt x="4159" y="4285"/>
                    <a:pt x="4159" y="4474"/>
                  </a:cubicBezTo>
                  <a:cubicBezTo>
                    <a:pt x="4159" y="4695"/>
                    <a:pt x="4002" y="4852"/>
                    <a:pt x="3813" y="4852"/>
                  </a:cubicBezTo>
                  <a:lnTo>
                    <a:pt x="2427" y="4852"/>
                  </a:lnTo>
                  <a:cubicBezTo>
                    <a:pt x="2301" y="4852"/>
                    <a:pt x="2175" y="4758"/>
                    <a:pt x="2112" y="4631"/>
                  </a:cubicBezTo>
                  <a:cubicBezTo>
                    <a:pt x="2042" y="4515"/>
                    <a:pt x="1919" y="4450"/>
                    <a:pt x="1784" y="4450"/>
                  </a:cubicBezTo>
                  <a:cubicBezTo>
                    <a:pt x="1737" y="4450"/>
                    <a:pt x="1688" y="4458"/>
                    <a:pt x="1639" y="4474"/>
                  </a:cubicBezTo>
                  <a:cubicBezTo>
                    <a:pt x="1482" y="4568"/>
                    <a:pt x="1387" y="4758"/>
                    <a:pt x="1482" y="4947"/>
                  </a:cubicBezTo>
                  <a:cubicBezTo>
                    <a:pt x="1671" y="5325"/>
                    <a:pt x="2017" y="5545"/>
                    <a:pt x="2427" y="5545"/>
                  </a:cubicBezTo>
                  <a:lnTo>
                    <a:pt x="3813" y="5545"/>
                  </a:lnTo>
                  <a:cubicBezTo>
                    <a:pt x="3970" y="5545"/>
                    <a:pt x="4128" y="5671"/>
                    <a:pt x="4159" y="5829"/>
                  </a:cubicBezTo>
                  <a:lnTo>
                    <a:pt x="4853" y="8570"/>
                  </a:lnTo>
                  <a:cubicBezTo>
                    <a:pt x="4916" y="8790"/>
                    <a:pt x="4790" y="8979"/>
                    <a:pt x="4632" y="9011"/>
                  </a:cubicBezTo>
                  <a:cubicBezTo>
                    <a:pt x="4608" y="9015"/>
                    <a:pt x="4584" y="9017"/>
                    <a:pt x="4560" y="9017"/>
                  </a:cubicBezTo>
                  <a:cubicBezTo>
                    <a:pt x="4403" y="9017"/>
                    <a:pt x="4273" y="8927"/>
                    <a:pt x="4191" y="8790"/>
                  </a:cubicBezTo>
                  <a:lnTo>
                    <a:pt x="3655" y="6522"/>
                  </a:lnTo>
                  <a:cubicBezTo>
                    <a:pt x="3592" y="6364"/>
                    <a:pt x="3498" y="6270"/>
                    <a:pt x="3277" y="6270"/>
                  </a:cubicBezTo>
                  <a:lnTo>
                    <a:pt x="1040" y="6270"/>
                  </a:lnTo>
                  <a:cubicBezTo>
                    <a:pt x="914" y="6270"/>
                    <a:pt x="851" y="6207"/>
                    <a:pt x="757" y="6144"/>
                  </a:cubicBezTo>
                  <a:cubicBezTo>
                    <a:pt x="694" y="5986"/>
                    <a:pt x="694" y="5892"/>
                    <a:pt x="694" y="5797"/>
                  </a:cubicBezTo>
                  <a:lnTo>
                    <a:pt x="1419" y="3025"/>
                  </a:lnTo>
                  <a:cubicBezTo>
                    <a:pt x="1453" y="2855"/>
                    <a:pt x="1597" y="2767"/>
                    <a:pt x="1742" y="2767"/>
                  </a:cubicBezTo>
                  <a:close/>
                  <a:moveTo>
                    <a:pt x="2143" y="0"/>
                  </a:moveTo>
                  <a:cubicBezTo>
                    <a:pt x="1419" y="0"/>
                    <a:pt x="788" y="630"/>
                    <a:pt x="788" y="1387"/>
                  </a:cubicBezTo>
                  <a:cubicBezTo>
                    <a:pt x="788" y="1733"/>
                    <a:pt x="946" y="2080"/>
                    <a:pt x="1135" y="2332"/>
                  </a:cubicBezTo>
                  <a:cubicBezTo>
                    <a:pt x="977" y="2426"/>
                    <a:pt x="851" y="2647"/>
                    <a:pt x="788" y="2867"/>
                  </a:cubicBezTo>
                  <a:lnTo>
                    <a:pt x="64" y="5640"/>
                  </a:lnTo>
                  <a:cubicBezTo>
                    <a:pt x="1" y="5955"/>
                    <a:pt x="64" y="6270"/>
                    <a:pt x="253" y="6522"/>
                  </a:cubicBezTo>
                  <a:cubicBezTo>
                    <a:pt x="347" y="6648"/>
                    <a:pt x="473" y="6774"/>
                    <a:pt x="631" y="6805"/>
                  </a:cubicBezTo>
                  <a:lnTo>
                    <a:pt x="32" y="9263"/>
                  </a:lnTo>
                  <a:cubicBezTo>
                    <a:pt x="1" y="9452"/>
                    <a:pt x="95" y="9609"/>
                    <a:pt x="253" y="9672"/>
                  </a:cubicBezTo>
                  <a:cubicBezTo>
                    <a:pt x="281" y="9676"/>
                    <a:pt x="309" y="9678"/>
                    <a:pt x="335" y="9678"/>
                  </a:cubicBezTo>
                  <a:cubicBezTo>
                    <a:pt x="513" y="9678"/>
                    <a:pt x="639" y="9589"/>
                    <a:pt x="694" y="9452"/>
                  </a:cubicBezTo>
                  <a:lnTo>
                    <a:pt x="977" y="8318"/>
                  </a:lnTo>
                  <a:lnTo>
                    <a:pt x="3372" y="8318"/>
                  </a:lnTo>
                  <a:lnTo>
                    <a:pt x="3529" y="8885"/>
                  </a:lnTo>
                  <a:cubicBezTo>
                    <a:pt x="3661" y="9359"/>
                    <a:pt x="4079" y="9679"/>
                    <a:pt x="4526" y="9679"/>
                  </a:cubicBezTo>
                  <a:cubicBezTo>
                    <a:pt x="4613" y="9679"/>
                    <a:pt x="4702" y="9667"/>
                    <a:pt x="4790" y="9641"/>
                  </a:cubicBezTo>
                  <a:cubicBezTo>
                    <a:pt x="5357" y="9483"/>
                    <a:pt x="5703" y="8916"/>
                    <a:pt x="5546" y="8381"/>
                  </a:cubicBezTo>
                  <a:lnTo>
                    <a:pt x="4821" y="5640"/>
                  </a:lnTo>
                  <a:cubicBezTo>
                    <a:pt x="4790" y="5482"/>
                    <a:pt x="4727" y="5325"/>
                    <a:pt x="4601" y="5199"/>
                  </a:cubicBezTo>
                  <a:cubicBezTo>
                    <a:pt x="4758" y="5010"/>
                    <a:pt x="4884" y="4758"/>
                    <a:pt x="4884" y="4474"/>
                  </a:cubicBezTo>
                  <a:cubicBezTo>
                    <a:pt x="4884" y="3907"/>
                    <a:pt x="4412" y="3466"/>
                    <a:pt x="3844" y="3466"/>
                  </a:cubicBezTo>
                  <a:lnTo>
                    <a:pt x="3088" y="3466"/>
                  </a:lnTo>
                  <a:lnTo>
                    <a:pt x="2710" y="2647"/>
                  </a:lnTo>
                  <a:cubicBezTo>
                    <a:pt x="3183" y="2395"/>
                    <a:pt x="3529" y="1922"/>
                    <a:pt x="3529" y="1387"/>
                  </a:cubicBezTo>
                  <a:cubicBezTo>
                    <a:pt x="3529" y="630"/>
                    <a:pt x="2899" y="0"/>
                    <a:pt x="21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47" name="Google Shape;10047;p63"/>
            <p:cNvSpPr/>
            <p:nvPr/>
          </p:nvSpPr>
          <p:spPr>
            <a:xfrm>
              <a:off x="839850" y="2371925"/>
              <a:ext cx="143375" cy="242625"/>
            </a:xfrm>
            <a:custGeom>
              <a:rect l="l" t="t" r="r" b="b"/>
              <a:pathLst>
                <a:path w="5735" h="9705" extrusionOk="0">
                  <a:moveTo>
                    <a:pt x="3624" y="662"/>
                  </a:moveTo>
                  <a:cubicBezTo>
                    <a:pt x="4002" y="662"/>
                    <a:pt x="4317" y="977"/>
                    <a:pt x="4317" y="1355"/>
                  </a:cubicBezTo>
                  <a:cubicBezTo>
                    <a:pt x="4317" y="1765"/>
                    <a:pt x="4002" y="2080"/>
                    <a:pt x="3624" y="2080"/>
                  </a:cubicBezTo>
                  <a:cubicBezTo>
                    <a:pt x="3214" y="2080"/>
                    <a:pt x="2899" y="1765"/>
                    <a:pt x="2899" y="1355"/>
                  </a:cubicBezTo>
                  <a:cubicBezTo>
                    <a:pt x="2899" y="977"/>
                    <a:pt x="3214" y="662"/>
                    <a:pt x="3624" y="662"/>
                  </a:cubicBezTo>
                  <a:close/>
                  <a:moveTo>
                    <a:pt x="4317" y="6900"/>
                  </a:moveTo>
                  <a:lnTo>
                    <a:pt x="4474" y="7593"/>
                  </a:lnTo>
                  <a:lnTo>
                    <a:pt x="2490" y="7593"/>
                  </a:lnTo>
                  <a:lnTo>
                    <a:pt x="2647" y="6900"/>
                  </a:lnTo>
                  <a:close/>
                  <a:moveTo>
                    <a:pt x="3962" y="2731"/>
                  </a:moveTo>
                  <a:cubicBezTo>
                    <a:pt x="4108" y="2731"/>
                    <a:pt x="4250" y="2818"/>
                    <a:pt x="4285" y="2993"/>
                  </a:cubicBezTo>
                  <a:lnTo>
                    <a:pt x="4979" y="5734"/>
                  </a:lnTo>
                  <a:cubicBezTo>
                    <a:pt x="5010" y="6018"/>
                    <a:pt x="4853" y="6207"/>
                    <a:pt x="4632" y="6207"/>
                  </a:cubicBezTo>
                  <a:lnTo>
                    <a:pt x="2395" y="6207"/>
                  </a:lnTo>
                  <a:cubicBezTo>
                    <a:pt x="2238" y="6207"/>
                    <a:pt x="2080" y="6333"/>
                    <a:pt x="2049" y="6490"/>
                  </a:cubicBezTo>
                  <a:lnTo>
                    <a:pt x="1482" y="8727"/>
                  </a:lnTo>
                  <a:cubicBezTo>
                    <a:pt x="1456" y="8883"/>
                    <a:pt x="1323" y="8996"/>
                    <a:pt x="1154" y="8996"/>
                  </a:cubicBezTo>
                  <a:cubicBezTo>
                    <a:pt x="1118" y="8996"/>
                    <a:pt x="1080" y="8990"/>
                    <a:pt x="1040" y="8979"/>
                  </a:cubicBezTo>
                  <a:cubicBezTo>
                    <a:pt x="851" y="8916"/>
                    <a:pt x="725" y="8727"/>
                    <a:pt x="820" y="8538"/>
                  </a:cubicBezTo>
                  <a:lnTo>
                    <a:pt x="1513" y="5766"/>
                  </a:lnTo>
                  <a:cubicBezTo>
                    <a:pt x="1576" y="5608"/>
                    <a:pt x="1671" y="5514"/>
                    <a:pt x="1891" y="5514"/>
                  </a:cubicBezTo>
                  <a:lnTo>
                    <a:pt x="3246" y="5514"/>
                  </a:lnTo>
                  <a:cubicBezTo>
                    <a:pt x="3655" y="5514"/>
                    <a:pt x="4002" y="5262"/>
                    <a:pt x="4222" y="4915"/>
                  </a:cubicBezTo>
                  <a:cubicBezTo>
                    <a:pt x="4285" y="4758"/>
                    <a:pt x="4222" y="4537"/>
                    <a:pt x="4033" y="4442"/>
                  </a:cubicBezTo>
                  <a:cubicBezTo>
                    <a:pt x="3993" y="4426"/>
                    <a:pt x="3948" y="4418"/>
                    <a:pt x="3902" y="4418"/>
                  </a:cubicBezTo>
                  <a:cubicBezTo>
                    <a:pt x="3770" y="4418"/>
                    <a:pt x="3631" y="4483"/>
                    <a:pt x="3561" y="4600"/>
                  </a:cubicBezTo>
                  <a:cubicBezTo>
                    <a:pt x="3529" y="4726"/>
                    <a:pt x="3372" y="4789"/>
                    <a:pt x="3246" y="4789"/>
                  </a:cubicBezTo>
                  <a:lnTo>
                    <a:pt x="1891" y="4789"/>
                  </a:lnTo>
                  <a:cubicBezTo>
                    <a:pt x="1671" y="4789"/>
                    <a:pt x="1513" y="4631"/>
                    <a:pt x="1513" y="4442"/>
                  </a:cubicBezTo>
                  <a:cubicBezTo>
                    <a:pt x="1513" y="4253"/>
                    <a:pt x="1671" y="4096"/>
                    <a:pt x="1891" y="4096"/>
                  </a:cubicBezTo>
                  <a:lnTo>
                    <a:pt x="2836" y="4096"/>
                  </a:lnTo>
                  <a:cubicBezTo>
                    <a:pt x="2931" y="4096"/>
                    <a:pt x="3057" y="4001"/>
                    <a:pt x="3151" y="3907"/>
                  </a:cubicBezTo>
                  <a:cubicBezTo>
                    <a:pt x="3151" y="3844"/>
                    <a:pt x="3655" y="2899"/>
                    <a:pt x="3655" y="2899"/>
                  </a:cubicBezTo>
                  <a:cubicBezTo>
                    <a:pt x="3725" y="2787"/>
                    <a:pt x="3845" y="2731"/>
                    <a:pt x="3962" y="2731"/>
                  </a:cubicBezTo>
                  <a:close/>
                  <a:moveTo>
                    <a:pt x="3529" y="0"/>
                  </a:moveTo>
                  <a:cubicBezTo>
                    <a:pt x="2805" y="0"/>
                    <a:pt x="2175" y="630"/>
                    <a:pt x="2175" y="1355"/>
                  </a:cubicBezTo>
                  <a:cubicBezTo>
                    <a:pt x="2175" y="1922"/>
                    <a:pt x="2490" y="2395"/>
                    <a:pt x="2994" y="2615"/>
                  </a:cubicBezTo>
                  <a:lnTo>
                    <a:pt x="2584" y="3466"/>
                  </a:lnTo>
                  <a:lnTo>
                    <a:pt x="1860" y="3466"/>
                  </a:lnTo>
                  <a:cubicBezTo>
                    <a:pt x="1261" y="3466"/>
                    <a:pt x="820" y="3938"/>
                    <a:pt x="820" y="4474"/>
                  </a:cubicBezTo>
                  <a:cubicBezTo>
                    <a:pt x="820" y="4758"/>
                    <a:pt x="946" y="4978"/>
                    <a:pt x="1103" y="5199"/>
                  </a:cubicBezTo>
                  <a:cubicBezTo>
                    <a:pt x="977" y="5325"/>
                    <a:pt x="914" y="5451"/>
                    <a:pt x="851" y="5608"/>
                  </a:cubicBezTo>
                  <a:lnTo>
                    <a:pt x="158" y="8381"/>
                  </a:lnTo>
                  <a:cubicBezTo>
                    <a:pt x="1" y="8916"/>
                    <a:pt x="347" y="9483"/>
                    <a:pt x="914" y="9641"/>
                  </a:cubicBezTo>
                  <a:cubicBezTo>
                    <a:pt x="1002" y="9667"/>
                    <a:pt x="1091" y="9679"/>
                    <a:pt x="1178" y="9679"/>
                  </a:cubicBezTo>
                  <a:cubicBezTo>
                    <a:pt x="1624" y="9679"/>
                    <a:pt x="2038" y="9359"/>
                    <a:pt x="2143" y="8885"/>
                  </a:cubicBezTo>
                  <a:lnTo>
                    <a:pt x="2332" y="8286"/>
                  </a:lnTo>
                  <a:lnTo>
                    <a:pt x="4695" y="8286"/>
                  </a:lnTo>
                  <a:lnTo>
                    <a:pt x="4947" y="9452"/>
                  </a:lnTo>
                  <a:cubicBezTo>
                    <a:pt x="4995" y="9597"/>
                    <a:pt x="5118" y="9704"/>
                    <a:pt x="5257" y="9704"/>
                  </a:cubicBezTo>
                  <a:cubicBezTo>
                    <a:pt x="5300" y="9704"/>
                    <a:pt x="5344" y="9694"/>
                    <a:pt x="5388" y="9672"/>
                  </a:cubicBezTo>
                  <a:cubicBezTo>
                    <a:pt x="5577" y="9641"/>
                    <a:pt x="5703" y="9452"/>
                    <a:pt x="5609" y="9231"/>
                  </a:cubicBezTo>
                  <a:lnTo>
                    <a:pt x="5042" y="6805"/>
                  </a:lnTo>
                  <a:cubicBezTo>
                    <a:pt x="5514" y="6616"/>
                    <a:pt x="5735" y="6144"/>
                    <a:pt x="5640" y="5640"/>
                  </a:cubicBezTo>
                  <a:lnTo>
                    <a:pt x="4916" y="2867"/>
                  </a:lnTo>
                  <a:cubicBezTo>
                    <a:pt x="4884" y="2647"/>
                    <a:pt x="4758" y="2489"/>
                    <a:pt x="4569" y="2332"/>
                  </a:cubicBezTo>
                  <a:cubicBezTo>
                    <a:pt x="4790" y="2080"/>
                    <a:pt x="4916" y="1733"/>
                    <a:pt x="4916" y="1355"/>
                  </a:cubicBezTo>
                  <a:cubicBezTo>
                    <a:pt x="4916" y="630"/>
                    <a:pt x="4285" y="0"/>
                    <a:pt x="35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48" name="Google Shape;10048;p63"/>
            <p:cNvSpPr/>
            <p:nvPr/>
          </p:nvSpPr>
          <p:spPr>
            <a:xfrm>
              <a:off x="772900" y="2318350"/>
              <a:ext cx="122125" cy="105075"/>
            </a:xfrm>
            <a:custGeom>
              <a:rect l="l" t="t" r="r" b="b"/>
              <a:pathLst>
                <a:path w="4885" h="4203" extrusionOk="0">
                  <a:moveTo>
                    <a:pt x="3844" y="631"/>
                  </a:moveTo>
                  <a:cubicBezTo>
                    <a:pt x="4034" y="631"/>
                    <a:pt x="4223" y="789"/>
                    <a:pt x="4223" y="978"/>
                  </a:cubicBezTo>
                  <a:lnTo>
                    <a:pt x="4223" y="1734"/>
                  </a:lnTo>
                  <a:cubicBezTo>
                    <a:pt x="4223" y="1923"/>
                    <a:pt x="4034" y="2112"/>
                    <a:pt x="3844" y="2112"/>
                  </a:cubicBezTo>
                  <a:cubicBezTo>
                    <a:pt x="3655" y="2143"/>
                    <a:pt x="3498" y="2301"/>
                    <a:pt x="3498" y="2458"/>
                  </a:cubicBezTo>
                  <a:lnTo>
                    <a:pt x="3498" y="2994"/>
                  </a:lnTo>
                  <a:lnTo>
                    <a:pt x="2679" y="2206"/>
                  </a:lnTo>
                  <a:cubicBezTo>
                    <a:pt x="2584" y="2143"/>
                    <a:pt x="2521" y="2112"/>
                    <a:pt x="2427" y="2112"/>
                  </a:cubicBezTo>
                  <a:lnTo>
                    <a:pt x="1009" y="2112"/>
                  </a:lnTo>
                  <a:cubicBezTo>
                    <a:pt x="820" y="2112"/>
                    <a:pt x="662" y="1923"/>
                    <a:pt x="662" y="1734"/>
                  </a:cubicBezTo>
                  <a:lnTo>
                    <a:pt x="662" y="978"/>
                  </a:lnTo>
                  <a:cubicBezTo>
                    <a:pt x="662" y="789"/>
                    <a:pt x="820" y="631"/>
                    <a:pt x="1009" y="631"/>
                  </a:cubicBezTo>
                  <a:close/>
                  <a:moveTo>
                    <a:pt x="1009" y="1"/>
                  </a:moveTo>
                  <a:cubicBezTo>
                    <a:pt x="442" y="1"/>
                    <a:pt x="1" y="474"/>
                    <a:pt x="1" y="1041"/>
                  </a:cubicBezTo>
                  <a:lnTo>
                    <a:pt x="1" y="1765"/>
                  </a:lnTo>
                  <a:cubicBezTo>
                    <a:pt x="1" y="2364"/>
                    <a:pt x="473" y="2805"/>
                    <a:pt x="1009" y="2805"/>
                  </a:cubicBezTo>
                  <a:lnTo>
                    <a:pt x="2269" y="2805"/>
                  </a:lnTo>
                  <a:lnTo>
                    <a:pt x="3592" y="4097"/>
                  </a:lnTo>
                  <a:cubicBezTo>
                    <a:pt x="3663" y="4167"/>
                    <a:pt x="3770" y="4203"/>
                    <a:pt x="3872" y="4203"/>
                  </a:cubicBezTo>
                  <a:cubicBezTo>
                    <a:pt x="3906" y="4203"/>
                    <a:pt x="3939" y="4199"/>
                    <a:pt x="3970" y="4191"/>
                  </a:cubicBezTo>
                  <a:cubicBezTo>
                    <a:pt x="4097" y="4160"/>
                    <a:pt x="4160" y="4002"/>
                    <a:pt x="4160" y="3876"/>
                  </a:cubicBezTo>
                  <a:lnTo>
                    <a:pt x="4160" y="2773"/>
                  </a:lnTo>
                  <a:cubicBezTo>
                    <a:pt x="4569" y="2616"/>
                    <a:pt x="4884" y="2238"/>
                    <a:pt x="4884" y="1765"/>
                  </a:cubicBezTo>
                  <a:lnTo>
                    <a:pt x="4884" y="1041"/>
                  </a:lnTo>
                  <a:cubicBezTo>
                    <a:pt x="4884" y="442"/>
                    <a:pt x="4412" y="1"/>
                    <a:pt x="38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49" name="Google Shape;10049;p63"/>
          <p:cNvGrpSpPr/>
          <p:nvPr/>
        </p:nvGrpSpPr>
        <p:grpSpPr>
          <a:xfrm>
            <a:off x="7094699" y="1304859"/>
            <a:ext cx="309517" cy="348071"/>
            <a:chOff x="2523000" y="1954875"/>
            <a:chExt cx="262325" cy="295000"/>
          </a:xfrm>
        </p:grpSpPr>
        <p:sp>
          <p:nvSpPr>
            <p:cNvPr id="10050" name="Google Shape;10050;p63"/>
            <p:cNvSpPr/>
            <p:nvPr/>
          </p:nvSpPr>
          <p:spPr>
            <a:xfrm>
              <a:off x="2523000" y="1954875"/>
              <a:ext cx="262325" cy="295000"/>
            </a:xfrm>
            <a:custGeom>
              <a:rect l="l" t="t" r="r" b="b"/>
              <a:pathLst>
                <a:path w="10493" h="11800" extrusionOk="0">
                  <a:moveTo>
                    <a:pt x="5294" y="709"/>
                  </a:moveTo>
                  <a:cubicBezTo>
                    <a:pt x="6350" y="1316"/>
                    <a:pt x="7422" y="1602"/>
                    <a:pt x="8487" y="1602"/>
                  </a:cubicBezTo>
                  <a:cubicBezTo>
                    <a:pt x="8915" y="1602"/>
                    <a:pt x="9343" y="1556"/>
                    <a:pt x="9767" y="1465"/>
                  </a:cubicBezTo>
                  <a:lnTo>
                    <a:pt x="9767" y="5026"/>
                  </a:lnTo>
                  <a:cubicBezTo>
                    <a:pt x="9767" y="7798"/>
                    <a:pt x="7940" y="10287"/>
                    <a:pt x="5294" y="11137"/>
                  </a:cubicBezTo>
                  <a:cubicBezTo>
                    <a:pt x="2647" y="10350"/>
                    <a:pt x="789" y="7798"/>
                    <a:pt x="789" y="5026"/>
                  </a:cubicBezTo>
                  <a:lnTo>
                    <a:pt x="789" y="1465"/>
                  </a:lnTo>
                  <a:cubicBezTo>
                    <a:pt x="1222" y="1556"/>
                    <a:pt x="1654" y="1602"/>
                    <a:pt x="2084" y="1602"/>
                  </a:cubicBezTo>
                  <a:cubicBezTo>
                    <a:pt x="3153" y="1602"/>
                    <a:pt x="4215" y="1316"/>
                    <a:pt x="5294" y="709"/>
                  </a:cubicBezTo>
                  <a:close/>
                  <a:moveTo>
                    <a:pt x="5266" y="0"/>
                  </a:moveTo>
                  <a:cubicBezTo>
                    <a:pt x="5207" y="0"/>
                    <a:pt x="5152" y="16"/>
                    <a:pt x="5105" y="48"/>
                  </a:cubicBezTo>
                  <a:cubicBezTo>
                    <a:pt x="4065" y="646"/>
                    <a:pt x="3057" y="930"/>
                    <a:pt x="2017" y="930"/>
                  </a:cubicBezTo>
                  <a:cubicBezTo>
                    <a:pt x="1513" y="930"/>
                    <a:pt x="1009" y="835"/>
                    <a:pt x="473" y="678"/>
                  </a:cubicBezTo>
                  <a:cubicBezTo>
                    <a:pt x="440" y="669"/>
                    <a:pt x="408" y="665"/>
                    <a:pt x="378" y="665"/>
                  </a:cubicBezTo>
                  <a:cubicBezTo>
                    <a:pt x="297" y="665"/>
                    <a:pt x="228" y="695"/>
                    <a:pt x="158" y="741"/>
                  </a:cubicBezTo>
                  <a:cubicBezTo>
                    <a:pt x="95" y="804"/>
                    <a:pt x="1" y="898"/>
                    <a:pt x="1" y="993"/>
                  </a:cubicBezTo>
                  <a:lnTo>
                    <a:pt x="1" y="4994"/>
                  </a:lnTo>
                  <a:cubicBezTo>
                    <a:pt x="127" y="8176"/>
                    <a:pt x="2206" y="10917"/>
                    <a:pt x="5199" y="11799"/>
                  </a:cubicBezTo>
                  <a:lnTo>
                    <a:pt x="5357" y="11799"/>
                  </a:lnTo>
                  <a:cubicBezTo>
                    <a:pt x="8350" y="10917"/>
                    <a:pt x="10492" y="8176"/>
                    <a:pt x="10492" y="5026"/>
                  </a:cubicBezTo>
                  <a:lnTo>
                    <a:pt x="10492" y="1056"/>
                  </a:lnTo>
                  <a:cubicBezTo>
                    <a:pt x="10492" y="930"/>
                    <a:pt x="10429" y="835"/>
                    <a:pt x="10335" y="772"/>
                  </a:cubicBezTo>
                  <a:cubicBezTo>
                    <a:pt x="10282" y="720"/>
                    <a:pt x="10230" y="697"/>
                    <a:pt x="10173" y="697"/>
                  </a:cubicBezTo>
                  <a:cubicBezTo>
                    <a:pt x="10126" y="697"/>
                    <a:pt x="10076" y="713"/>
                    <a:pt x="10019" y="741"/>
                  </a:cubicBezTo>
                  <a:cubicBezTo>
                    <a:pt x="9509" y="876"/>
                    <a:pt x="9006" y="946"/>
                    <a:pt x="8504" y="946"/>
                  </a:cubicBezTo>
                  <a:cubicBezTo>
                    <a:pt x="7490" y="946"/>
                    <a:pt x="6485" y="659"/>
                    <a:pt x="5451" y="48"/>
                  </a:cubicBezTo>
                  <a:cubicBezTo>
                    <a:pt x="5388" y="16"/>
                    <a:pt x="5325" y="0"/>
                    <a:pt x="52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51" name="Google Shape;10051;p63"/>
            <p:cNvSpPr/>
            <p:nvPr/>
          </p:nvSpPr>
          <p:spPr>
            <a:xfrm>
              <a:off x="2595475" y="2024575"/>
              <a:ext cx="122100" cy="138650"/>
            </a:xfrm>
            <a:custGeom>
              <a:rect l="l" t="t" r="r" b="b"/>
              <a:pathLst>
                <a:path w="4884" h="5546" extrusionOk="0">
                  <a:moveTo>
                    <a:pt x="2426" y="694"/>
                  </a:moveTo>
                  <a:cubicBezTo>
                    <a:pt x="2836" y="694"/>
                    <a:pt x="3151" y="1009"/>
                    <a:pt x="3151" y="1418"/>
                  </a:cubicBezTo>
                  <a:cubicBezTo>
                    <a:pt x="3151" y="1796"/>
                    <a:pt x="2836" y="2111"/>
                    <a:pt x="2426" y="2111"/>
                  </a:cubicBezTo>
                  <a:cubicBezTo>
                    <a:pt x="2048" y="2111"/>
                    <a:pt x="1733" y="1796"/>
                    <a:pt x="1733" y="1418"/>
                  </a:cubicBezTo>
                  <a:cubicBezTo>
                    <a:pt x="1733" y="1009"/>
                    <a:pt x="2048" y="694"/>
                    <a:pt x="2426" y="694"/>
                  </a:cubicBezTo>
                  <a:close/>
                  <a:moveTo>
                    <a:pt x="2426" y="2742"/>
                  </a:moveTo>
                  <a:cubicBezTo>
                    <a:pt x="3371" y="2742"/>
                    <a:pt x="4159" y="3529"/>
                    <a:pt x="4159" y="4474"/>
                  </a:cubicBezTo>
                  <a:lnTo>
                    <a:pt x="4159" y="4821"/>
                  </a:lnTo>
                  <a:lnTo>
                    <a:pt x="693" y="4821"/>
                  </a:lnTo>
                  <a:lnTo>
                    <a:pt x="693" y="4474"/>
                  </a:lnTo>
                  <a:cubicBezTo>
                    <a:pt x="693" y="3529"/>
                    <a:pt x="1481" y="2742"/>
                    <a:pt x="2426" y="2742"/>
                  </a:cubicBezTo>
                  <a:close/>
                  <a:moveTo>
                    <a:pt x="2458" y="1"/>
                  </a:moveTo>
                  <a:cubicBezTo>
                    <a:pt x="1733" y="1"/>
                    <a:pt x="1103" y="599"/>
                    <a:pt x="1103" y="1355"/>
                  </a:cubicBezTo>
                  <a:cubicBezTo>
                    <a:pt x="1103" y="1733"/>
                    <a:pt x="1198" y="2048"/>
                    <a:pt x="1450" y="2269"/>
                  </a:cubicBezTo>
                  <a:cubicBezTo>
                    <a:pt x="630" y="2647"/>
                    <a:pt x="63" y="3498"/>
                    <a:pt x="63" y="4474"/>
                  </a:cubicBezTo>
                  <a:lnTo>
                    <a:pt x="63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4506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17" y="2647"/>
                    <a:pt x="3497" y="2269"/>
                  </a:cubicBezTo>
                  <a:cubicBezTo>
                    <a:pt x="3718" y="2048"/>
                    <a:pt x="3844" y="1702"/>
                    <a:pt x="3844" y="1355"/>
                  </a:cubicBezTo>
                  <a:cubicBezTo>
                    <a:pt x="3844" y="599"/>
                    <a:pt x="3214" y="1"/>
                    <a:pt x="24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52" name="Google Shape;10052;p63"/>
          <p:cNvGrpSpPr/>
          <p:nvPr/>
        </p:nvGrpSpPr>
        <p:grpSpPr>
          <a:xfrm>
            <a:off x="7073800" y="1756125"/>
            <a:ext cx="351315" cy="348542"/>
            <a:chOff x="2508825" y="2318350"/>
            <a:chExt cx="297750" cy="295400"/>
          </a:xfrm>
        </p:grpSpPr>
        <p:sp>
          <p:nvSpPr>
            <p:cNvPr id="10053" name="Google Shape;10053;p63"/>
            <p:cNvSpPr/>
            <p:nvPr/>
          </p:nvSpPr>
          <p:spPr>
            <a:xfrm>
              <a:off x="2508825" y="2318350"/>
              <a:ext cx="297750" cy="295400"/>
            </a:xfrm>
            <a:custGeom>
              <a:rect l="l" t="t" r="r" b="b"/>
              <a:pathLst>
                <a:path w="11910" h="11816" extrusionOk="0">
                  <a:moveTo>
                    <a:pt x="5892" y="694"/>
                  </a:moveTo>
                  <a:cubicBezTo>
                    <a:pt x="7625" y="694"/>
                    <a:pt x="9043" y="2112"/>
                    <a:pt x="9043" y="3845"/>
                  </a:cubicBezTo>
                  <a:cubicBezTo>
                    <a:pt x="9043" y="5483"/>
                    <a:pt x="7751" y="6838"/>
                    <a:pt x="6081" y="6932"/>
                  </a:cubicBezTo>
                  <a:cubicBezTo>
                    <a:pt x="6018" y="6932"/>
                    <a:pt x="5987" y="6901"/>
                    <a:pt x="5924" y="6869"/>
                  </a:cubicBezTo>
                  <a:lnTo>
                    <a:pt x="5766" y="6711"/>
                  </a:lnTo>
                  <a:cubicBezTo>
                    <a:pt x="5297" y="6298"/>
                    <a:pt x="4683" y="6101"/>
                    <a:pt x="4072" y="6101"/>
                  </a:cubicBezTo>
                  <a:cubicBezTo>
                    <a:pt x="3985" y="6101"/>
                    <a:pt x="3899" y="6105"/>
                    <a:pt x="3813" y="6113"/>
                  </a:cubicBezTo>
                  <a:cubicBezTo>
                    <a:pt x="3151" y="5577"/>
                    <a:pt x="2773" y="4727"/>
                    <a:pt x="2773" y="3845"/>
                  </a:cubicBezTo>
                  <a:cubicBezTo>
                    <a:pt x="2773" y="2112"/>
                    <a:pt x="4191" y="694"/>
                    <a:pt x="5892" y="694"/>
                  </a:cubicBezTo>
                  <a:close/>
                  <a:moveTo>
                    <a:pt x="4171" y="6822"/>
                  </a:moveTo>
                  <a:cubicBezTo>
                    <a:pt x="4577" y="6822"/>
                    <a:pt x="4979" y="6964"/>
                    <a:pt x="5294" y="7247"/>
                  </a:cubicBezTo>
                  <a:cubicBezTo>
                    <a:pt x="5420" y="7373"/>
                    <a:pt x="5735" y="7657"/>
                    <a:pt x="5892" y="7657"/>
                  </a:cubicBezTo>
                  <a:lnTo>
                    <a:pt x="7972" y="7657"/>
                  </a:lnTo>
                  <a:cubicBezTo>
                    <a:pt x="8192" y="7657"/>
                    <a:pt x="8350" y="7814"/>
                    <a:pt x="8350" y="8003"/>
                  </a:cubicBezTo>
                  <a:cubicBezTo>
                    <a:pt x="8350" y="8192"/>
                    <a:pt x="8192" y="8350"/>
                    <a:pt x="7972" y="8350"/>
                  </a:cubicBezTo>
                  <a:lnTo>
                    <a:pt x="5514" y="8350"/>
                  </a:lnTo>
                  <a:cubicBezTo>
                    <a:pt x="5294" y="8350"/>
                    <a:pt x="5136" y="8507"/>
                    <a:pt x="5136" y="8728"/>
                  </a:cubicBezTo>
                  <a:cubicBezTo>
                    <a:pt x="5136" y="8917"/>
                    <a:pt x="5294" y="9074"/>
                    <a:pt x="5514" y="9074"/>
                  </a:cubicBezTo>
                  <a:lnTo>
                    <a:pt x="8224" y="9074"/>
                  </a:lnTo>
                  <a:cubicBezTo>
                    <a:pt x="8507" y="9074"/>
                    <a:pt x="8759" y="8948"/>
                    <a:pt x="8980" y="8759"/>
                  </a:cubicBezTo>
                  <a:lnTo>
                    <a:pt x="10492" y="7090"/>
                  </a:lnTo>
                  <a:cubicBezTo>
                    <a:pt x="10568" y="7033"/>
                    <a:pt x="10666" y="6987"/>
                    <a:pt x="10766" y="6987"/>
                  </a:cubicBezTo>
                  <a:cubicBezTo>
                    <a:pt x="10833" y="6987"/>
                    <a:pt x="10902" y="7008"/>
                    <a:pt x="10965" y="7058"/>
                  </a:cubicBezTo>
                  <a:cubicBezTo>
                    <a:pt x="11122" y="7184"/>
                    <a:pt x="11185" y="7373"/>
                    <a:pt x="11059" y="7531"/>
                  </a:cubicBezTo>
                  <a:lnTo>
                    <a:pt x="9389" y="9767"/>
                  </a:lnTo>
                  <a:cubicBezTo>
                    <a:pt x="9074" y="10209"/>
                    <a:pt x="8570" y="10492"/>
                    <a:pt x="8035" y="10492"/>
                  </a:cubicBezTo>
                  <a:lnTo>
                    <a:pt x="2773" y="10492"/>
                  </a:lnTo>
                  <a:lnTo>
                    <a:pt x="2773" y="7468"/>
                  </a:lnTo>
                  <a:lnTo>
                    <a:pt x="3025" y="7247"/>
                  </a:lnTo>
                  <a:cubicBezTo>
                    <a:pt x="3356" y="6964"/>
                    <a:pt x="3766" y="6822"/>
                    <a:pt x="4171" y="6822"/>
                  </a:cubicBezTo>
                  <a:close/>
                  <a:moveTo>
                    <a:pt x="1734" y="6932"/>
                  </a:moveTo>
                  <a:cubicBezTo>
                    <a:pt x="1923" y="6932"/>
                    <a:pt x="2080" y="7090"/>
                    <a:pt x="2080" y="7310"/>
                  </a:cubicBezTo>
                  <a:lnTo>
                    <a:pt x="2080" y="10807"/>
                  </a:lnTo>
                  <a:cubicBezTo>
                    <a:pt x="2080" y="10996"/>
                    <a:pt x="1923" y="11154"/>
                    <a:pt x="1734" y="11154"/>
                  </a:cubicBezTo>
                  <a:lnTo>
                    <a:pt x="662" y="11154"/>
                  </a:lnTo>
                  <a:lnTo>
                    <a:pt x="662" y="6932"/>
                  </a:lnTo>
                  <a:close/>
                  <a:moveTo>
                    <a:pt x="5924" y="1"/>
                  </a:moveTo>
                  <a:cubicBezTo>
                    <a:pt x="3844" y="1"/>
                    <a:pt x="2112" y="1734"/>
                    <a:pt x="2112" y="3845"/>
                  </a:cubicBezTo>
                  <a:cubicBezTo>
                    <a:pt x="2112" y="4790"/>
                    <a:pt x="2458" y="5672"/>
                    <a:pt x="3088" y="6396"/>
                  </a:cubicBezTo>
                  <a:cubicBezTo>
                    <a:pt x="2931" y="6459"/>
                    <a:pt x="2773" y="6585"/>
                    <a:pt x="2616" y="6711"/>
                  </a:cubicBezTo>
                  <a:cubicBezTo>
                    <a:pt x="2427" y="6428"/>
                    <a:pt x="2112" y="6270"/>
                    <a:pt x="1765" y="6270"/>
                  </a:cubicBezTo>
                  <a:lnTo>
                    <a:pt x="347" y="6270"/>
                  </a:lnTo>
                  <a:cubicBezTo>
                    <a:pt x="158" y="6270"/>
                    <a:pt x="1" y="6428"/>
                    <a:pt x="1" y="6585"/>
                  </a:cubicBezTo>
                  <a:lnTo>
                    <a:pt x="1" y="11469"/>
                  </a:lnTo>
                  <a:cubicBezTo>
                    <a:pt x="1" y="11658"/>
                    <a:pt x="158" y="11815"/>
                    <a:pt x="347" y="11815"/>
                  </a:cubicBezTo>
                  <a:lnTo>
                    <a:pt x="1765" y="11815"/>
                  </a:lnTo>
                  <a:cubicBezTo>
                    <a:pt x="2238" y="11815"/>
                    <a:pt x="2584" y="11563"/>
                    <a:pt x="2742" y="11122"/>
                  </a:cubicBezTo>
                  <a:lnTo>
                    <a:pt x="8035" y="11122"/>
                  </a:lnTo>
                  <a:cubicBezTo>
                    <a:pt x="8759" y="11122"/>
                    <a:pt x="9515" y="10776"/>
                    <a:pt x="9956" y="10146"/>
                  </a:cubicBezTo>
                  <a:lnTo>
                    <a:pt x="11595" y="7877"/>
                  </a:lnTo>
                  <a:cubicBezTo>
                    <a:pt x="11910" y="7468"/>
                    <a:pt x="11878" y="6838"/>
                    <a:pt x="11437" y="6459"/>
                  </a:cubicBezTo>
                  <a:cubicBezTo>
                    <a:pt x="11249" y="6301"/>
                    <a:pt x="11015" y="6221"/>
                    <a:pt x="10780" y="6221"/>
                  </a:cubicBezTo>
                  <a:cubicBezTo>
                    <a:pt x="10503" y="6221"/>
                    <a:pt x="10224" y="6332"/>
                    <a:pt x="10019" y="6554"/>
                  </a:cubicBezTo>
                  <a:lnTo>
                    <a:pt x="9011" y="7657"/>
                  </a:lnTo>
                  <a:cubicBezTo>
                    <a:pt x="8885" y="7247"/>
                    <a:pt x="8539" y="6932"/>
                    <a:pt x="8098" y="6932"/>
                  </a:cubicBezTo>
                  <a:cubicBezTo>
                    <a:pt x="8287" y="6838"/>
                    <a:pt x="8444" y="6680"/>
                    <a:pt x="8602" y="6522"/>
                  </a:cubicBezTo>
                  <a:cubicBezTo>
                    <a:pt x="9358" y="5798"/>
                    <a:pt x="9767" y="4821"/>
                    <a:pt x="9767" y="3845"/>
                  </a:cubicBezTo>
                  <a:cubicBezTo>
                    <a:pt x="9767" y="1734"/>
                    <a:pt x="8035" y="1"/>
                    <a:pt x="59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54" name="Google Shape;10054;p63"/>
            <p:cNvSpPr/>
            <p:nvPr/>
          </p:nvSpPr>
          <p:spPr>
            <a:xfrm>
              <a:off x="2629350" y="2353025"/>
              <a:ext cx="54350" cy="121300"/>
            </a:xfrm>
            <a:custGeom>
              <a:rect l="l" t="t" r="r" b="b"/>
              <a:pathLst>
                <a:path w="2174" h="4852" extrusionOk="0">
                  <a:moveTo>
                    <a:pt x="1071" y="0"/>
                  </a:moveTo>
                  <a:cubicBezTo>
                    <a:pt x="882" y="0"/>
                    <a:pt x="725" y="158"/>
                    <a:pt x="725" y="347"/>
                  </a:cubicBezTo>
                  <a:lnTo>
                    <a:pt x="725" y="756"/>
                  </a:lnTo>
                  <a:cubicBezTo>
                    <a:pt x="315" y="914"/>
                    <a:pt x="63" y="1292"/>
                    <a:pt x="63" y="1733"/>
                  </a:cubicBezTo>
                  <a:cubicBezTo>
                    <a:pt x="0" y="2332"/>
                    <a:pt x="473" y="2804"/>
                    <a:pt x="1071" y="2804"/>
                  </a:cubicBezTo>
                  <a:cubicBezTo>
                    <a:pt x="1260" y="2804"/>
                    <a:pt x="1418" y="2962"/>
                    <a:pt x="1418" y="3151"/>
                  </a:cubicBezTo>
                  <a:cubicBezTo>
                    <a:pt x="1418" y="3308"/>
                    <a:pt x="1355" y="3434"/>
                    <a:pt x="1229" y="3466"/>
                  </a:cubicBezTo>
                  <a:cubicBezTo>
                    <a:pt x="1185" y="3492"/>
                    <a:pt x="1140" y="3503"/>
                    <a:pt x="1093" y="3503"/>
                  </a:cubicBezTo>
                  <a:cubicBezTo>
                    <a:pt x="970" y="3503"/>
                    <a:pt x="839" y="3422"/>
                    <a:pt x="725" y="3308"/>
                  </a:cubicBezTo>
                  <a:cubicBezTo>
                    <a:pt x="662" y="3245"/>
                    <a:pt x="575" y="3214"/>
                    <a:pt x="488" y="3214"/>
                  </a:cubicBezTo>
                  <a:cubicBezTo>
                    <a:pt x="402" y="3214"/>
                    <a:pt x="315" y="3245"/>
                    <a:pt x="252" y="3308"/>
                  </a:cubicBezTo>
                  <a:cubicBezTo>
                    <a:pt x="126" y="3434"/>
                    <a:pt x="126" y="3655"/>
                    <a:pt x="252" y="3781"/>
                  </a:cubicBezTo>
                  <a:cubicBezTo>
                    <a:pt x="410" y="3938"/>
                    <a:pt x="567" y="4064"/>
                    <a:pt x="756" y="4096"/>
                  </a:cubicBezTo>
                  <a:lnTo>
                    <a:pt x="756" y="4505"/>
                  </a:lnTo>
                  <a:cubicBezTo>
                    <a:pt x="756" y="4694"/>
                    <a:pt x="914" y="4852"/>
                    <a:pt x="1103" y="4852"/>
                  </a:cubicBezTo>
                  <a:cubicBezTo>
                    <a:pt x="1323" y="4852"/>
                    <a:pt x="1481" y="4694"/>
                    <a:pt x="1481" y="4505"/>
                  </a:cubicBezTo>
                  <a:lnTo>
                    <a:pt x="1481" y="4096"/>
                  </a:lnTo>
                  <a:cubicBezTo>
                    <a:pt x="1481" y="4096"/>
                    <a:pt x="1512" y="4096"/>
                    <a:pt x="1512" y="4064"/>
                  </a:cubicBezTo>
                  <a:cubicBezTo>
                    <a:pt x="1890" y="3907"/>
                    <a:pt x="2142" y="3497"/>
                    <a:pt x="2142" y="3119"/>
                  </a:cubicBezTo>
                  <a:cubicBezTo>
                    <a:pt x="2142" y="2521"/>
                    <a:pt x="1670" y="2079"/>
                    <a:pt x="1103" y="2079"/>
                  </a:cubicBezTo>
                  <a:cubicBezTo>
                    <a:pt x="914" y="2079"/>
                    <a:pt x="756" y="1922"/>
                    <a:pt x="756" y="1733"/>
                  </a:cubicBezTo>
                  <a:cubicBezTo>
                    <a:pt x="756" y="1575"/>
                    <a:pt x="851" y="1449"/>
                    <a:pt x="1008" y="1418"/>
                  </a:cubicBezTo>
                  <a:cubicBezTo>
                    <a:pt x="1047" y="1405"/>
                    <a:pt x="1085" y="1399"/>
                    <a:pt x="1124" y="1399"/>
                  </a:cubicBezTo>
                  <a:cubicBezTo>
                    <a:pt x="1273" y="1399"/>
                    <a:pt x="1418" y="1494"/>
                    <a:pt x="1544" y="1670"/>
                  </a:cubicBezTo>
                  <a:cubicBezTo>
                    <a:pt x="1610" y="1753"/>
                    <a:pt x="1703" y="1792"/>
                    <a:pt x="1795" y="1792"/>
                  </a:cubicBezTo>
                  <a:cubicBezTo>
                    <a:pt x="1876" y="1792"/>
                    <a:pt x="1957" y="1761"/>
                    <a:pt x="2016" y="1701"/>
                  </a:cubicBezTo>
                  <a:cubicBezTo>
                    <a:pt x="2174" y="1575"/>
                    <a:pt x="2174" y="1323"/>
                    <a:pt x="2048" y="1229"/>
                  </a:cubicBezTo>
                  <a:cubicBezTo>
                    <a:pt x="1859" y="977"/>
                    <a:pt x="1670" y="819"/>
                    <a:pt x="1418" y="756"/>
                  </a:cubicBezTo>
                  <a:lnTo>
                    <a:pt x="1418" y="347"/>
                  </a:ln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055" name="Google Shape;10055;p63"/>
          <p:cNvSpPr/>
          <p:nvPr/>
        </p:nvSpPr>
        <p:spPr>
          <a:xfrm>
            <a:off x="7074663" y="2197454"/>
            <a:ext cx="349457" cy="349427"/>
          </a:xfrm>
          <a:custGeom>
            <a:rect l="l" t="t" r="r" b="b"/>
            <a:pathLst>
              <a:path w="11847" h="11846" extrusionOk="0">
                <a:moveTo>
                  <a:pt x="10744" y="3718"/>
                </a:moveTo>
                <a:lnTo>
                  <a:pt x="10428" y="4348"/>
                </a:lnTo>
                <a:cubicBezTo>
                  <a:pt x="10397" y="4442"/>
                  <a:pt x="10397" y="4568"/>
                  <a:pt x="10428" y="4663"/>
                </a:cubicBezTo>
                <a:lnTo>
                  <a:pt x="10744" y="5293"/>
                </a:lnTo>
                <a:lnTo>
                  <a:pt x="9483" y="4915"/>
                </a:lnTo>
                <a:lnTo>
                  <a:pt x="9105" y="4505"/>
                </a:lnTo>
                <a:lnTo>
                  <a:pt x="9483" y="4127"/>
                </a:lnTo>
                <a:lnTo>
                  <a:pt x="10744" y="3718"/>
                </a:lnTo>
                <a:close/>
                <a:moveTo>
                  <a:pt x="4443" y="3497"/>
                </a:moveTo>
                <a:cubicBezTo>
                  <a:pt x="4884" y="3497"/>
                  <a:pt x="5262" y="3781"/>
                  <a:pt x="5419" y="4190"/>
                </a:cubicBezTo>
                <a:lnTo>
                  <a:pt x="4443" y="4190"/>
                </a:lnTo>
                <a:cubicBezTo>
                  <a:pt x="4253" y="4190"/>
                  <a:pt x="4096" y="4348"/>
                  <a:pt x="4096" y="4568"/>
                </a:cubicBezTo>
                <a:cubicBezTo>
                  <a:pt x="4096" y="4663"/>
                  <a:pt x="4253" y="4820"/>
                  <a:pt x="4443" y="4820"/>
                </a:cubicBezTo>
                <a:lnTo>
                  <a:pt x="5419" y="4820"/>
                </a:lnTo>
                <a:cubicBezTo>
                  <a:pt x="5262" y="5230"/>
                  <a:pt x="4915" y="5545"/>
                  <a:pt x="4443" y="5545"/>
                </a:cubicBezTo>
                <a:cubicBezTo>
                  <a:pt x="3844" y="5545"/>
                  <a:pt x="3434" y="5072"/>
                  <a:pt x="3434" y="4505"/>
                </a:cubicBezTo>
                <a:cubicBezTo>
                  <a:pt x="3434" y="3970"/>
                  <a:pt x="3907" y="3497"/>
                  <a:pt x="4443" y="3497"/>
                </a:cubicBezTo>
                <a:close/>
                <a:moveTo>
                  <a:pt x="4443" y="2080"/>
                </a:moveTo>
                <a:cubicBezTo>
                  <a:pt x="5671" y="2080"/>
                  <a:pt x="6679" y="2993"/>
                  <a:pt x="6837" y="4159"/>
                </a:cubicBezTo>
                <a:lnTo>
                  <a:pt x="6144" y="4159"/>
                </a:lnTo>
                <a:cubicBezTo>
                  <a:pt x="5986" y="3371"/>
                  <a:pt x="5262" y="2773"/>
                  <a:pt x="4443" y="2773"/>
                </a:cubicBezTo>
                <a:cubicBezTo>
                  <a:pt x="3497" y="2773"/>
                  <a:pt x="2710" y="3560"/>
                  <a:pt x="2710" y="4505"/>
                </a:cubicBezTo>
                <a:cubicBezTo>
                  <a:pt x="2710" y="5451"/>
                  <a:pt x="3497" y="6238"/>
                  <a:pt x="4443" y="6238"/>
                </a:cubicBezTo>
                <a:cubicBezTo>
                  <a:pt x="5262" y="6238"/>
                  <a:pt x="5986" y="5671"/>
                  <a:pt x="6144" y="4883"/>
                </a:cubicBezTo>
                <a:lnTo>
                  <a:pt x="6837" y="4883"/>
                </a:lnTo>
                <a:cubicBezTo>
                  <a:pt x="6679" y="6049"/>
                  <a:pt x="5671" y="6963"/>
                  <a:pt x="4443" y="6963"/>
                </a:cubicBezTo>
                <a:cubicBezTo>
                  <a:pt x="3119" y="6963"/>
                  <a:pt x="2017" y="5860"/>
                  <a:pt x="2017" y="4505"/>
                </a:cubicBezTo>
                <a:cubicBezTo>
                  <a:pt x="2017" y="3182"/>
                  <a:pt x="3119" y="2080"/>
                  <a:pt x="4443" y="2080"/>
                </a:cubicBezTo>
                <a:close/>
                <a:moveTo>
                  <a:pt x="4474" y="662"/>
                </a:moveTo>
                <a:cubicBezTo>
                  <a:pt x="6459" y="662"/>
                  <a:pt x="8097" y="2206"/>
                  <a:pt x="8255" y="4127"/>
                </a:cubicBezTo>
                <a:lnTo>
                  <a:pt x="7562" y="4127"/>
                </a:lnTo>
                <a:cubicBezTo>
                  <a:pt x="7372" y="2584"/>
                  <a:pt x="6049" y="1355"/>
                  <a:pt x="4443" y="1355"/>
                </a:cubicBezTo>
                <a:cubicBezTo>
                  <a:pt x="2710" y="1355"/>
                  <a:pt x="1324" y="2773"/>
                  <a:pt x="1324" y="4474"/>
                </a:cubicBezTo>
                <a:cubicBezTo>
                  <a:pt x="1324" y="6175"/>
                  <a:pt x="2741" y="7593"/>
                  <a:pt x="4443" y="7593"/>
                </a:cubicBezTo>
                <a:cubicBezTo>
                  <a:pt x="6049" y="7593"/>
                  <a:pt x="7372" y="6364"/>
                  <a:pt x="7562" y="4820"/>
                </a:cubicBezTo>
                <a:lnTo>
                  <a:pt x="8255" y="4820"/>
                </a:lnTo>
                <a:cubicBezTo>
                  <a:pt x="8097" y="6774"/>
                  <a:pt x="6459" y="8286"/>
                  <a:pt x="4474" y="8286"/>
                </a:cubicBezTo>
                <a:cubicBezTo>
                  <a:pt x="2395" y="8286"/>
                  <a:pt x="662" y="6616"/>
                  <a:pt x="662" y="4474"/>
                </a:cubicBezTo>
                <a:cubicBezTo>
                  <a:pt x="662" y="2363"/>
                  <a:pt x="2363" y="662"/>
                  <a:pt x="4474" y="662"/>
                </a:cubicBezTo>
                <a:close/>
                <a:moveTo>
                  <a:pt x="5734" y="8822"/>
                </a:moveTo>
                <a:lnTo>
                  <a:pt x="6049" y="9767"/>
                </a:lnTo>
                <a:lnTo>
                  <a:pt x="2836" y="9767"/>
                </a:lnTo>
                <a:lnTo>
                  <a:pt x="3151" y="8822"/>
                </a:lnTo>
                <a:cubicBezTo>
                  <a:pt x="3529" y="8916"/>
                  <a:pt x="4001" y="9011"/>
                  <a:pt x="4443" y="9011"/>
                </a:cubicBezTo>
                <a:cubicBezTo>
                  <a:pt x="4884" y="9011"/>
                  <a:pt x="5356" y="8916"/>
                  <a:pt x="5734" y="8822"/>
                </a:cubicBezTo>
                <a:close/>
                <a:moveTo>
                  <a:pt x="6522" y="10428"/>
                </a:moveTo>
                <a:cubicBezTo>
                  <a:pt x="6963" y="10428"/>
                  <a:pt x="7372" y="10680"/>
                  <a:pt x="7530" y="11121"/>
                </a:cubicBezTo>
                <a:lnTo>
                  <a:pt x="1418" y="11121"/>
                </a:lnTo>
                <a:cubicBezTo>
                  <a:pt x="1576" y="10743"/>
                  <a:pt x="1922" y="10428"/>
                  <a:pt x="2395" y="10428"/>
                </a:cubicBezTo>
                <a:close/>
                <a:moveTo>
                  <a:pt x="4474" y="0"/>
                </a:moveTo>
                <a:cubicBezTo>
                  <a:pt x="1985" y="0"/>
                  <a:pt x="0" y="1985"/>
                  <a:pt x="0" y="4474"/>
                </a:cubicBezTo>
                <a:cubicBezTo>
                  <a:pt x="0" y="6238"/>
                  <a:pt x="1040" y="7813"/>
                  <a:pt x="2552" y="8538"/>
                </a:cubicBezTo>
                <a:lnTo>
                  <a:pt x="2143" y="9767"/>
                </a:lnTo>
                <a:cubicBezTo>
                  <a:pt x="1324" y="9861"/>
                  <a:pt x="693" y="10586"/>
                  <a:pt x="693" y="11499"/>
                </a:cubicBezTo>
                <a:cubicBezTo>
                  <a:pt x="693" y="11688"/>
                  <a:pt x="851" y="11846"/>
                  <a:pt x="1040" y="11846"/>
                </a:cubicBezTo>
                <a:lnTo>
                  <a:pt x="7971" y="11846"/>
                </a:lnTo>
                <a:cubicBezTo>
                  <a:pt x="8192" y="11846"/>
                  <a:pt x="8349" y="11688"/>
                  <a:pt x="8349" y="11499"/>
                </a:cubicBezTo>
                <a:cubicBezTo>
                  <a:pt x="8349" y="10617"/>
                  <a:pt x="7719" y="9924"/>
                  <a:pt x="6900" y="9767"/>
                </a:cubicBezTo>
                <a:lnTo>
                  <a:pt x="6490" y="8538"/>
                </a:lnTo>
                <a:cubicBezTo>
                  <a:pt x="7782" y="7908"/>
                  <a:pt x="8727" y="6679"/>
                  <a:pt x="8979" y="5230"/>
                </a:cubicBezTo>
                <a:lnTo>
                  <a:pt x="9137" y="5388"/>
                </a:lnTo>
                <a:cubicBezTo>
                  <a:pt x="9168" y="5419"/>
                  <a:pt x="9200" y="5451"/>
                  <a:pt x="9263" y="5451"/>
                </a:cubicBezTo>
                <a:lnTo>
                  <a:pt x="11374" y="6175"/>
                </a:lnTo>
                <a:cubicBezTo>
                  <a:pt x="11403" y="6183"/>
                  <a:pt x="11435" y="6186"/>
                  <a:pt x="11466" y="6186"/>
                </a:cubicBezTo>
                <a:cubicBezTo>
                  <a:pt x="11569" y="6186"/>
                  <a:pt x="11672" y="6145"/>
                  <a:pt x="11720" y="6049"/>
                </a:cubicBezTo>
                <a:cubicBezTo>
                  <a:pt x="11815" y="5923"/>
                  <a:pt x="11846" y="5766"/>
                  <a:pt x="11783" y="5671"/>
                </a:cubicBezTo>
                <a:lnTo>
                  <a:pt x="11153" y="4442"/>
                </a:lnTo>
                <a:lnTo>
                  <a:pt x="11783" y="3214"/>
                </a:lnTo>
                <a:cubicBezTo>
                  <a:pt x="11815" y="3151"/>
                  <a:pt x="11783" y="2993"/>
                  <a:pt x="11689" y="2899"/>
                </a:cubicBezTo>
                <a:cubicBezTo>
                  <a:pt x="11641" y="2802"/>
                  <a:pt x="11519" y="2761"/>
                  <a:pt x="11422" y="2761"/>
                </a:cubicBezTo>
                <a:cubicBezTo>
                  <a:pt x="11392" y="2761"/>
                  <a:pt x="11364" y="2765"/>
                  <a:pt x="11342" y="2773"/>
                </a:cubicBezTo>
                <a:lnTo>
                  <a:pt x="9200" y="3497"/>
                </a:lnTo>
                <a:cubicBezTo>
                  <a:pt x="9168" y="3497"/>
                  <a:pt x="9105" y="3529"/>
                  <a:pt x="9105" y="3560"/>
                </a:cubicBezTo>
                <a:lnTo>
                  <a:pt x="8916" y="3718"/>
                </a:lnTo>
                <a:cubicBezTo>
                  <a:pt x="8570" y="1607"/>
                  <a:pt x="6742" y="0"/>
                  <a:pt x="447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056" name="Google Shape;10056;p63"/>
          <p:cNvGrpSpPr/>
          <p:nvPr/>
        </p:nvGrpSpPr>
        <p:grpSpPr>
          <a:xfrm>
            <a:off x="5747373" y="2670178"/>
            <a:ext cx="347599" cy="348513"/>
            <a:chOff x="4321150" y="1946600"/>
            <a:chExt cx="294600" cy="295375"/>
          </a:xfrm>
        </p:grpSpPr>
        <p:sp>
          <p:nvSpPr>
            <p:cNvPr id="10057" name="Google Shape;10057;p63"/>
            <p:cNvSpPr/>
            <p:nvPr/>
          </p:nvSpPr>
          <p:spPr>
            <a:xfrm>
              <a:off x="4321150" y="1946600"/>
              <a:ext cx="294600" cy="295375"/>
            </a:xfrm>
            <a:custGeom>
              <a:rect l="l" t="t" r="r" b="b"/>
              <a:pathLst>
                <a:path w="11784" h="11815" extrusionOk="0">
                  <a:moveTo>
                    <a:pt x="9043" y="662"/>
                  </a:moveTo>
                  <a:lnTo>
                    <a:pt x="9043" y="2080"/>
                  </a:lnTo>
                  <a:lnTo>
                    <a:pt x="2742" y="2080"/>
                  </a:lnTo>
                  <a:lnTo>
                    <a:pt x="2742" y="662"/>
                  </a:lnTo>
                  <a:close/>
                  <a:moveTo>
                    <a:pt x="10775" y="2742"/>
                  </a:moveTo>
                  <a:cubicBezTo>
                    <a:pt x="10996" y="2742"/>
                    <a:pt x="11153" y="2899"/>
                    <a:pt x="11153" y="3120"/>
                  </a:cubicBezTo>
                  <a:lnTo>
                    <a:pt x="11153" y="6554"/>
                  </a:lnTo>
                  <a:cubicBezTo>
                    <a:pt x="11153" y="6774"/>
                    <a:pt x="10996" y="6932"/>
                    <a:pt x="10775" y="6932"/>
                  </a:cubicBezTo>
                  <a:lnTo>
                    <a:pt x="9767" y="6932"/>
                  </a:lnTo>
                  <a:lnTo>
                    <a:pt x="9767" y="4474"/>
                  </a:lnTo>
                  <a:cubicBezTo>
                    <a:pt x="9767" y="4285"/>
                    <a:pt x="9610" y="4128"/>
                    <a:pt x="9421" y="4128"/>
                  </a:cubicBezTo>
                  <a:lnTo>
                    <a:pt x="2427" y="4128"/>
                  </a:lnTo>
                  <a:cubicBezTo>
                    <a:pt x="2238" y="4128"/>
                    <a:pt x="2080" y="4285"/>
                    <a:pt x="2080" y="4474"/>
                  </a:cubicBezTo>
                  <a:lnTo>
                    <a:pt x="2080" y="6932"/>
                  </a:lnTo>
                  <a:lnTo>
                    <a:pt x="1009" y="6932"/>
                  </a:lnTo>
                  <a:cubicBezTo>
                    <a:pt x="820" y="6932"/>
                    <a:pt x="662" y="6774"/>
                    <a:pt x="662" y="6554"/>
                  </a:cubicBezTo>
                  <a:lnTo>
                    <a:pt x="662" y="3120"/>
                  </a:lnTo>
                  <a:cubicBezTo>
                    <a:pt x="662" y="2899"/>
                    <a:pt x="820" y="2742"/>
                    <a:pt x="1009" y="2742"/>
                  </a:cubicBezTo>
                  <a:close/>
                  <a:moveTo>
                    <a:pt x="9011" y="4821"/>
                  </a:moveTo>
                  <a:lnTo>
                    <a:pt x="9011" y="11090"/>
                  </a:lnTo>
                  <a:lnTo>
                    <a:pt x="2710" y="11090"/>
                  </a:lnTo>
                  <a:lnTo>
                    <a:pt x="2710" y="4821"/>
                  </a:lnTo>
                  <a:close/>
                  <a:moveTo>
                    <a:pt x="2395" y="1"/>
                  </a:moveTo>
                  <a:cubicBezTo>
                    <a:pt x="2206" y="1"/>
                    <a:pt x="2049" y="158"/>
                    <a:pt x="2049" y="347"/>
                  </a:cubicBezTo>
                  <a:lnTo>
                    <a:pt x="2049" y="2112"/>
                  </a:lnTo>
                  <a:lnTo>
                    <a:pt x="1009" y="2112"/>
                  </a:lnTo>
                  <a:cubicBezTo>
                    <a:pt x="442" y="2112"/>
                    <a:pt x="1" y="2584"/>
                    <a:pt x="1" y="3151"/>
                  </a:cubicBezTo>
                  <a:lnTo>
                    <a:pt x="1" y="6617"/>
                  </a:lnTo>
                  <a:cubicBezTo>
                    <a:pt x="1" y="7215"/>
                    <a:pt x="473" y="7625"/>
                    <a:pt x="1009" y="7625"/>
                  </a:cubicBezTo>
                  <a:lnTo>
                    <a:pt x="2049" y="7625"/>
                  </a:lnTo>
                  <a:lnTo>
                    <a:pt x="2049" y="11468"/>
                  </a:lnTo>
                  <a:cubicBezTo>
                    <a:pt x="2049" y="11657"/>
                    <a:pt x="2206" y="11815"/>
                    <a:pt x="2395" y="11815"/>
                  </a:cubicBezTo>
                  <a:lnTo>
                    <a:pt x="9358" y="11815"/>
                  </a:lnTo>
                  <a:cubicBezTo>
                    <a:pt x="9578" y="11815"/>
                    <a:pt x="9736" y="11657"/>
                    <a:pt x="9736" y="11468"/>
                  </a:cubicBezTo>
                  <a:lnTo>
                    <a:pt x="9736" y="7625"/>
                  </a:lnTo>
                  <a:lnTo>
                    <a:pt x="10744" y="7625"/>
                  </a:lnTo>
                  <a:cubicBezTo>
                    <a:pt x="11343" y="7625"/>
                    <a:pt x="11784" y="7152"/>
                    <a:pt x="11784" y="6617"/>
                  </a:cubicBezTo>
                  <a:lnTo>
                    <a:pt x="11784" y="3151"/>
                  </a:lnTo>
                  <a:cubicBezTo>
                    <a:pt x="11784" y="2553"/>
                    <a:pt x="11311" y="2112"/>
                    <a:pt x="10744" y="2112"/>
                  </a:cubicBezTo>
                  <a:lnTo>
                    <a:pt x="9736" y="2112"/>
                  </a:lnTo>
                  <a:lnTo>
                    <a:pt x="9736" y="347"/>
                  </a:lnTo>
                  <a:cubicBezTo>
                    <a:pt x="9736" y="158"/>
                    <a:pt x="9578" y="1"/>
                    <a:pt x="9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58" name="Google Shape;10058;p63"/>
            <p:cNvSpPr/>
            <p:nvPr/>
          </p:nvSpPr>
          <p:spPr>
            <a:xfrm>
              <a:off x="4564525" y="2031675"/>
              <a:ext cx="17350" cy="18125"/>
            </a:xfrm>
            <a:custGeom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599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78"/>
                  </a:cubicBezTo>
                  <a:cubicBezTo>
                    <a:pt x="694" y="189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59" name="Google Shape;10059;p63"/>
            <p:cNvSpPr/>
            <p:nvPr/>
          </p:nvSpPr>
          <p:spPr>
            <a:xfrm>
              <a:off x="4414100" y="2084450"/>
              <a:ext cx="106350" cy="122100"/>
            </a:xfrm>
            <a:custGeom>
              <a:rect l="l" t="t" r="r" b="b"/>
              <a:pathLst>
                <a:path w="4254" h="4884" extrusionOk="0">
                  <a:moveTo>
                    <a:pt x="2174" y="693"/>
                  </a:moveTo>
                  <a:cubicBezTo>
                    <a:pt x="2584" y="693"/>
                    <a:pt x="2899" y="1008"/>
                    <a:pt x="2899" y="1418"/>
                  </a:cubicBezTo>
                  <a:cubicBezTo>
                    <a:pt x="2899" y="1796"/>
                    <a:pt x="2584" y="2111"/>
                    <a:pt x="2174" y="2111"/>
                  </a:cubicBezTo>
                  <a:cubicBezTo>
                    <a:pt x="1796" y="2111"/>
                    <a:pt x="1481" y="1796"/>
                    <a:pt x="1481" y="1418"/>
                  </a:cubicBezTo>
                  <a:cubicBezTo>
                    <a:pt x="1481" y="1008"/>
                    <a:pt x="1796" y="693"/>
                    <a:pt x="2174" y="693"/>
                  </a:cubicBezTo>
                  <a:close/>
                  <a:moveTo>
                    <a:pt x="2174" y="2804"/>
                  </a:moveTo>
                  <a:cubicBezTo>
                    <a:pt x="2930" y="2804"/>
                    <a:pt x="3592" y="3403"/>
                    <a:pt x="3592" y="4190"/>
                  </a:cubicBezTo>
                  <a:lnTo>
                    <a:pt x="756" y="4190"/>
                  </a:lnTo>
                  <a:cubicBezTo>
                    <a:pt x="756" y="3403"/>
                    <a:pt x="1387" y="2804"/>
                    <a:pt x="2174" y="2804"/>
                  </a:cubicBezTo>
                  <a:close/>
                  <a:moveTo>
                    <a:pt x="2143" y="0"/>
                  </a:moveTo>
                  <a:cubicBezTo>
                    <a:pt x="1387" y="0"/>
                    <a:pt x="725" y="630"/>
                    <a:pt x="725" y="1386"/>
                  </a:cubicBezTo>
                  <a:cubicBezTo>
                    <a:pt x="725" y="1733"/>
                    <a:pt x="882" y="2079"/>
                    <a:pt x="1103" y="2331"/>
                  </a:cubicBezTo>
                  <a:cubicBezTo>
                    <a:pt x="473" y="2678"/>
                    <a:pt x="0" y="3340"/>
                    <a:pt x="0" y="4159"/>
                  </a:cubicBezTo>
                  <a:lnTo>
                    <a:pt x="0" y="4537"/>
                  </a:lnTo>
                  <a:cubicBezTo>
                    <a:pt x="63" y="4726"/>
                    <a:pt x="221" y="4883"/>
                    <a:pt x="410" y="4883"/>
                  </a:cubicBezTo>
                  <a:lnTo>
                    <a:pt x="3907" y="4883"/>
                  </a:lnTo>
                  <a:cubicBezTo>
                    <a:pt x="4127" y="4883"/>
                    <a:pt x="4253" y="4726"/>
                    <a:pt x="4253" y="4537"/>
                  </a:cubicBezTo>
                  <a:lnTo>
                    <a:pt x="4253" y="4159"/>
                  </a:lnTo>
                  <a:cubicBezTo>
                    <a:pt x="4253" y="3371"/>
                    <a:pt x="3844" y="2709"/>
                    <a:pt x="3151" y="2331"/>
                  </a:cubicBezTo>
                  <a:cubicBezTo>
                    <a:pt x="3403" y="2048"/>
                    <a:pt x="3560" y="1733"/>
                    <a:pt x="3560" y="1386"/>
                  </a:cubicBezTo>
                  <a:cubicBezTo>
                    <a:pt x="3560" y="599"/>
                    <a:pt x="2930" y="0"/>
                    <a:pt x="21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060" name="Google Shape;10060;p63"/>
          <p:cNvSpPr/>
          <p:nvPr/>
        </p:nvSpPr>
        <p:spPr>
          <a:xfrm>
            <a:off x="5744000" y="3170260"/>
            <a:ext cx="354117" cy="326242"/>
          </a:xfrm>
          <a:custGeom>
            <a:rect l="l" t="t" r="r" b="b"/>
            <a:pathLst>
              <a:path w="12005" h="11060" extrusionOk="0">
                <a:moveTo>
                  <a:pt x="2049" y="2049"/>
                </a:moveTo>
                <a:cubicBezTo>
                  <a:pt x="2238" y="2049"/>
                  <a:pt x="2395" y="2206"/>
                  <a:pt x="2395" y="2395"/>
                </a:cubicBezTo>
                <a:cubicBezTo>
                  <a:pt x="2395" y="2584"/>
                  <a:pt x="2238" y="2742"/>
                  <a:pt x="2049" y="2742"/>
                </a:cubicBezTo>
                <a:cubicBezTo>
                  <a:pt x="1860" y="2742"/>
                  <a:pt x="1702" y="2584"/>
                  <a:pt x="1702" y="2395"/>
                </a:cubicBezTo>
                <a:cubicBezTo>
                  <a:pt x="1734" y="2206"/>
                  <a:pt x="1860" y="2049"/>
                  <a:pt x="2049" y="2049"/>
                </a:cubicBezTo>
                <a:close/>
                <a:moveTo>
                  <a:pt x="9736" y="2049"/>
                </a:moveTo>
                <a:cubicBezTo>
                  <a:pt x="9925" y="2049"/>
                  <a:pt x="10082" y="2206"/>
                  <a:pt x="10082" y="2395"/>
                </a:cubicBezTo>
                <a:cubicBezTo>
                  <a:pt x="10082" y="2584"/>
                  <a:pt x="9925" y="2742"/>
                  <a:pt x="9736" y="2742"/>
                </a:cubicBezTo>
                <a:cubicBezTo>
                  <a:pt x="9515" y="2742"/>
                  <a:pt x="9358" y="2584"/>
                  <a:pt x="9358" y="2395"/>
                </a:cubicBezTo>
                <a:cubicBezTo>
                  <a:pt x="9358" y="2206"/>
                  <a:pt x="9515" y="2049"/>
                  <a:pt x="9736" y="2049"/>
                </a:cubicBezTo>
                <a:close/>
                <a:moveTo>
                  <a:pt x="2049" y="3719"/>
                </a:moveTo>
                <a:lnTo>
                  <a:pt x="3151" y="5514"/>
                </a:lnTo>
                <a:lnTo>
                  <a:pt x="946" y="5514"/>
                </a:lnTo>
                <a:lnTo>
                  <a:pt x="2049" y="3719"/>
                </a:lnTo>
                <a:close/>
                <a:moveTo>
                  <a:pt x="9736" y="3719"/>
                </a:moveTo>
                <a:lnTo>
                  <a:pt x="10838" y="5514"/>
                </a:lnTo>
                <a:lnTo>
                  <a:pt x="8633" y="5514"/>
                </a:lnTo>
                <a:lnTo>
                  <a:pt x="9736" y="3719"/>
                </a:lnTo>
                <a:close/>
                <a:moveTo>
                  <a:pt x="3435" y="6207"/>
                </a:moveTo>
                <a:cubicBezTo>
                  <a:pt x="3466" y="6964"/>
                  <a:pt x="2836" y="7594"/>
                  <a:pt x="2049" y="7594"/>
                </a:cubicBezTo>
                <a:cubicBezTo>
                  <a:pt x="1292" y="7594"/>
                  <a:pt x="662" y="6964"/>
                  <a:pt x="662" y="6207"/>
                </a:cubicBezTo>
                <a:close/>
                <a:moveTo>
                  <a:pt x="11090" y="6207"/>
                </a:moveTo>
                <a:cubicBezTo>
                  <a:pt x="11090" y="6964"/>
                  <a:pt x="10460" y="7594"/>
                  <a:pt x="9736" y="7594"/>
                </a:cubicBezTo>
                <a:cubicBezTo>
                  <a:pt x="8980" y="7594"/>
                  <a:pt x="8350" y="6964"/>
                  <a:pt x="8350" y="6207"/>
                </a:cubicBezTo>
                <a:close/>
                <a:moveTo>
                  <a:pt x="5892" y="663"/>
                </a:moveTo>
                <a:cubicBezTo>
                  <a:pt x="6113" y="663"/>
                  <a:pt x="6270" y="820"/>
                  <a:pt x="6270" y="1009"/>
                </a:cubicBezTo>
                <a:lnTo>
                  <a:pt x="6270" y="8980"/>
                </a:lnTo>
                <a:lnTo>
                  <a:pt x="5546" y="8980"/>
                </a:lnTo>
                <a:lnTo>
                  <a:pt x="5546" y="1009"/>
                </a:lnTo>
                <a:cubicBezTo>
                  <a:pt x="5546" y="820"/>
                  <a:pt x="5703" y="663"/>
                  <a:pt x="5892" y="663"/>
                </a:cubicBezTo>
                <a:close/>
                <a:moveTo>
                  <a:pt x="8003" y="9673"/>
                </a:moveTo>
                <a:cubicBezTo>
                  <a:pt x="8192" y="9673"/>
                  <a:pt x="8350" y="9830"/>
                  <a:pt x="8350" y="10020"/>
                </a:cubicBezTo>
                <a:lnTo>
                  <a:pt x="8350" y="10398"/>
                </a:lnTo>
                <a:lnTo>
                  <a:pt x="3466" y="10398"/>
                </a:lnTo>
                <a:lnTo>
                  <a:pt x="3466" y="10020"/>
                </a:lnTo>
                <a:cubicBezTo>
                  <a:pt x="3466" y="9830"/>
                  <a:pt x="3624" y="9673"/>
                  <a:pt x="3813" y="9673"/>
                </a:cubicBezTo>
                <a:close/>
                <a:moveTo>
                  <a:pt x="5955" y="1"/>
                </a:moveTo>
                <a:cubicBezTo>
                  <a:pt x="5357" y="1"/>
                  <a:pt x="4916" y="474"/>
                  <a:pt x="4916" y="1009"/>
                </a:cubicBezTo>
                <a:lnTo>
                  <a:pt x="4916" y="1167"/>
                </a:lnTo>
                <a:cubicBezTo>
                  <a:pt x="3970" y="1671"/>
                  <a:pt x="3655" y="1891"/>
                  <a:pt x="3057" y="1954"/>
                </a:cubicBezTo>
                <a:cubicBezTo>
                  <a:pt x="2899" y="1608"/>
                  <a:pt x="2553" y="1324"/>
                  <a:pt x="2112" y="1324"/>
                </a:cubicBezTo>
                <a:cubicBezTo>
                  <a:pt x="1734" y="1324"/>
                  <a:pt x="1387" y="1576"/>
                  <a:pt x="1166" y="1923"/>
                </a:cubicBezTo>
                <a:cubicBezTo>
                  <a:pt x="946" y="1891"/>
                  <a:pt x="694" y="1797"/>
                  <a:pt x="505" y="1734"/>
                </a:cubicBezTo>
                <a:cubicBezTo>
                  <a:pt x="454" y="1708"/>
                  <a:pt x="404" y="1697"/>
                  <a:pt x="355" y="1697"/>
                </a:cubicBezTo>
                <a:cubicBezTo>
                  <a:pt x="224" y="1697"/>
                  <a:pt x="110" y="1784"/>
                  <a:pt x="64" y="1923"/>
                </a:cubicBezTo>
                <a:cubicBezTo>
                  <a:pt x="1" y="2112"/>
                  <a:pt x="64" y="2301"/>
                  <a:pt x="284" y="2364"/>
                </a:cubicBezTo>
                <a:cubicBezTo>
                  <a:pt x="536" y="2458"/>
                  <a:pt x="820" y="2553"/>
                  <a:pt x="1135" y="2616"/>
                </a:cubicBezTo>
                <a:cubicBezTo>
                  <a:pt x="1229" y="2899"/>
                  <a:pt x="1387" y="3151"/>
                  <a:pt x="1607" y="3277"/>
                </a:cubicBezTo>
                <a:lnTo>
                  <a:pt x="127" y="5703"/>
                </a:lnTo>
                <a:cubicBezTo>
                  <a:pt x="64" y="5735"/>
                  <a:pt x="64" y="5829"/>
                  <a:pt x="64" y="5892"/>
                </a:cubicBezTo>
                <a:lnTo>
                  <a:pt x="64" y="6239"/>
                </a:lnTo>
                <a:cubicBezTo>
                  <a:pt x="64" y="7405"/>
                  <a:pt x="1009" y="8350"/>
                  <a:pt x="2175" y="8350"/>
                </a:cubicBezTo>
                <a:cubicBezTo>
                  <a:pt x="3309" y="8350"/>
                  <a:pt x="4254" y="7405"/>
                  <a:pt x="4254" y="6239"/>
                </a:cubicBezTo>
                <a:lnTo>
                  <a:pt x="4254" y="5892"/>
                </a:lnTo>
                <a:cubicBezTo>
                  <a:pt x="4254" y="5829"/>
                  <a:pt x="4254" y="5766"/>
                  <a:pt x="4222" y="5703"/>
                </a:cubicBezTo>
                <a:lnTo>
                  <a:pt x="2710" y="3277"/>
                </a:lnTo>
                <a:cubicBezTo>
                  <a:pt x="2962" y="3183"/>
                  <a:pt x="3120" y="2931"/>
                  <a:pt x="3183" y="2647"/>
                </a:cubicBezTo>
                <a:cubicBezTo>
                  <a:pt x="3844" y="2553"/>
                  <a:pt x="4222" y="2332"/>
                  <a:pt x="4947" y="1954"/>
                </a:cubicBezTo>
                <a:lnTo>
                  <a:pt x="4947" y="8980"/>
                </a:lnTo>
                <a:lnTo>
                  <a:pt x="3939" y="8980"/>
                </a:lnTo>
                <a:cubicBezTo>
                  <a:pt x="3340" y="8980"/>
                  <a:pt x="2899" y="9421"/>
                  <a:pt x="2899" y="9988"/>
                </a:cubicBezTo>
                <a:lnTo>
                  <a:pt x="2899" y="10713"/>
                </a:lnTo>
                <a:cubicBezTo>
                  <a:pt x="2899" y="10902"/>
                  <a:pt x="3057" y="11059"/>
                  <a:pt x="3246" y="11059"/>
                </a:cubicBezTo>
                <a:lnTo>
                  <a:pt x="8822" y="11059"/>
                </a:lnTo>
                <a:cubicBezTo>
                  <a:pt x="9011" y="11059"/>
                  <a:pt x="9169" y="10902"/>
                  <a:pt x="9169" y="10713"/>
                </a:cubicBezTo>
                <a:lnTo>
                  <a:pt x="9169" y="9988"/>
                </a:lnTo>
                <a:cubicBezTo>
                  <a:pt x="9169" y="9389"/>
                  <a:pt x="8696" y="8980"/>
                  <a:pt x="8129" y="8980"/>
                </a:cubicBezTo>
                <a:lnTo>
                  <a:pt x="7089" y="8980"/>
                </a:lnTo>
                <a:lnTo>
                  <a:pt x="7089" y="1954"/>
                </a:lnTo>
                <a:cubicBezTo>
                  <a:pt x="7814" y="2332"/>
                  <a:pt x="8224" y="2553"/>
                  <a:pt x="8885" y="2647"/>
                </a:cubicBezTo>
                <a:cubicBezTo>
                  <a:pt x="8980" y="2931"/>
                  <a:pt x="9137" y="3120"/>
                  <a:pt x="9358" y="3277"/>
                </a:cubicBezTo>
                <a:lnTo>
                  <a:pt x="7877" y="5703"/>
                </a:lnTo>
                <a:cubicBezTo>
                  <a:pt x="7814" y="5735"/>
                  <a:pt x="7814" y="5829"/>
                  <a:pt x="7814" y="5892"/>
                </a:cubicBezTo>
                <a:lnTo>
                  <a:pt x="7814" y="6239"/>
                </a:lnTo>
                <a:cubicBezTo>
                  <a:pt x="7814" y="7405"/>
                  <a:pt x="8759" y="8350"/>
                  <a:pt x="9925" y="8350"/>
                </a:cubicBezTo>
                <a:cubicBezTo>
                  <a:pt x="11059" y="8350"/>
                  <a:pt x="12004" y="7405"/>
                  <a:pt x="12004" y="6239"/>
                </a:cubicBezTo>
                <a:lnTo>
                  <a:pt x="12004" y="5892"/>
                </a:lnTo>
                <a:cubicBezTo>
                  <a:pt x="12004" y="5829"/>
                  <a:pt x="12004" y="5766"/>
                  <a:pt x="11973" y="5703"/>
                </a:cubicBezTo>
                <a:lnTo>
                  <a:pt x="10460" y="3277"/>
                </a:lnTo>
                <a:cubicBezTo>
                  <a:pt x="10523" y="3151"/>
                  <a:pt x="10681" y="2899"/>
                  <a:pt x="10744" y="2616"/>
                </a:cubicBezTo>
                <a:cubicBezTo>
                  <a:pt x="11027" y="2553"/>
                  <a:pt x="11343" y="2458"/>
                  <a:pt x="11626" y="2364"/>
                </a:cubicBezTo>
                <a:cubicBezTo>
                  <a:pt x="11815" y="2269"/>
                  <a:pt x="11878" y="2080"/>
                  <a:pt x="11815" y="1923"/>
                </a:cubicBezTo>
                <a:cubicBezTo>
                  <a:pt x="11746" y="1784"/>
                  <a:pt x="11626" y="1697"/>
                  <a:pt x="11505" y="1697"/>
                </a:cubicBezTo>
                <a:cubicBezTo>
                  <a:pt x="11461" y="1697"/>
                  <a:pt x="11416" y="1708"/>
                  <a:pt x="11374" y="1734"/>
                </a:cubicBezTo>
                <a:cubicBezTo>
                  <a:pt x="11122" y="1797"/>
                  <a:pt x="10933" y="1891"/>
                  <a:pt x="10712" y="1923"/>
                </a:cubicBezTo>
                <a:cubicBezTo>
                  <a:pt x="10555" y="1576"/>
                  <a:pt x="10208" y="1324"/>
                  <a:pt x="9767" y="1324"/>
                </a:cubicBezTo>
                <a:cubicBezTo>
                  <a:pt x="9326" y="1324"/>
                  <a:pt x="8980" y="1576"/>
                  <a:pt x="8822" y="1954"/>
                </a:cubicBezTo>
                <a:cubicBezTo>
                  <a:pt x="8224" y="1828"/>
                  <a:pt x="7908" y="1639"/>
                  <a:pt x="6963" y="1167"/>
                </a:cubicBezTo>
                <a:lnTo>
                  <a:pt x="6963" y="1009"/>
                </a:lnTo>
                <a:cubicBezTo>
                  <a:pt x="6963" y="411"/>
                  <a:pt x="6491" y="1"/>
                  <a:pt x="59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61" name="Google Shape;10061;p63"/>
          <p:cNvSpPr/>
          <p:nvPr/>
        </p:nvSpPr>
        <p:spPr>
          <a:xfrm>
            <a:off x="5744472" y="3608425"/>
            <a:ext cx="353174" cy="348513"/>
          </a:xfrm>
          <a:custGeom>
            <a:rect l="l" t="t" r="r" b="b"/>
            <a:pathLst>
              <a:path w="11973" h="11815" extrusionOk="0">
                <a:moveTo>
                  <a:pt x="5986" y="631"/>
                </a:moveTo>
                <a:cubicBezTo>
                  <a:pt x="6396" y="631"/>
                  <a:pt x="6711" y="946"/>
                  <a:pt x="6711" y="1324"/>
                </a:cubicBezTo>
                <a:cubicBezTo>
                  <a:pt x="6711" y="1733"/>
                  <a:pt x="6396" y="2048"/>
                  <a:pt x="5986" y="2048"/>
                </a:cubicBezTo>
                <a:cubicBezTo>
                  <a:pt x="5608" y="2048"/>
                  <a:pt x="5293" y="1733"/>
                  <a:pt x="5293" y="1324"/>
                </a:cubicBezTo>
                <a:cubicBezTo>
                  <a:pt x="5293" y="946"/>
                  <a:pt x="5608" y="631"/>
                  <a:pt x="5986" y="631"/>
                </a:cubicBezTo>
                <a:close/>
                <a:moveTo>
                  <a:pt x="5986" y="2710"/>
                </a:moveTo>
                <a:cubicBezTo>
                  <a:pt x="6931" y="2710"/>
                  <a:pt x="7719" y="3498"/>
                  <a:pt x="7719" y="4443"/>
                </a:cubicBezTo>
                <a:lnTo>
                  <a:pt x="7719" y="4789"/>
                </a:lnTo>
                <a:lnTo>
                  <a:pt x="4253" y="4789"/>
                </a:lnTo>
                <a:lnTo>
                  <a:pt x="4253" y="4443"/>
                </a:lnTo>
                <a:cubicBezTo>
                  <a:pt x="4253" y="3498"/>
                  <a:pt x="5041" y="2710"/>
                  <a:pt x="5986" y="2710"/>
                </a:cubicBezTo>
                <a:close/>
                <a:moveTo>
                  <a:pt x="3245" y="6900"/>
                </a:moveTo>
                <a:cubicBezTo>
                  <a:pt x="3623" y="6900"/>
                  <a:pt x="3938" y="7215"/>
                  <a:pt x="3938" y="7593"/>
                </a:cubicBezTo>
                <a:cubicBezTo>
                  <a:pt x="3938" y="8003"/>
                  <a:pt x="3623" y="8318"/>
                  <a:pt x="3245" y="8318"/>
                </a:cubicBezTo>
                <a:cubicBezTo>
                  <a:pt x="2836" y="8255"/>
                  <a:pt x="2521" y="7940"/>
                  <a:pt x="2521" y="7593"/>
                </a:cubicBezTo>
                <a:cubicBezTo>
                  <a:pt x="2521" y="7215"/>
                  <a:pt x="2836" y="6900"/>
                  <a:pt x="3245" y="6900"/>
                </a:cubicBezTo>
                <a:close/>
                <a:moveTo>
                  <a:pt x="8759" y="6900"/>
                </a:moveTo>
                <a:cubicBezTo>
                  <a:pt x="9137" y="6900"/>
                  <a:pt x="9452" y="7215"/>
                  <a:pt x="9452" y="7593"/>
                </a:cubicBezTo>
                <a:cubicBezTo>
                  <a:pt x="9452" y="8003"/>
                  <a:pt x="9137" y="8318"/>
                  <a:pt x="8759" y="8318"/>
                </a:cubicBezTo>
                <a:cubicBezTo>
                  <a:pt x="8349" y="8318"/>
                  <a:pt x="8034" y="7940"/>
                  <a:pt x="8034" y="7593"/>
                </a:cubicBezTo>
                <a:cubicBezTo>
                  <a:pt x="8034" y="7215"/>
                  <a:pt x="8349" y="6900"/>
                  <a:pt x="8759" y="6900"/>
                </a:cubicBezTo>
                <a:close/>
                <a:moveTo>
                  <a:pt x="10365" y="5545"/>
                </a:moveTo>
                <a:cubicBezTo>
                  <a:pt x="10523" y="5545"/>
                  <a:pt x="10680" y="5672"/>
                  <a:pt x="10712" y="5829"/>
                </a:cubicBezTo>
                <a:lnTo>
                  <a:pt x="11216" y="8570"/>
                </a:lnTo>
                <a:cubicBezTo>
                  <a:pt x="11247" y="8790"/>
                  <a:pt x="11027" y="8980"/>
                  <a:pt x="10838" y="8980"/>
                </a:cubicBezTo>
                <a:lnTo>
                  <a:pt x="10460" y="8980"/>
                </a:lnTo>
                <a:cubicBezTo>
                  <a:pt x="10239" y="8790"/>
                  <a:pt x="10019" y="8633"/>
                  <a:pt x="9767" y="8507"/>
                </a:cubicBezTo>
                <a:cubicBezTo>
                  <a:pt x="10019" y="8255"/>
                  <a:pt x="10145" y="7940"/>
                  <a:pt x="10145" y="7562"/>
                </a:cubicBezTo>
                <a:cubicBezTo>
                  <a:pt x="10145" y="6806"/>
                  <a:pt x="9515" y="6176"/>
                  <a:pt x="8759" y="6176"/>
                </a:cubicBezTo>
                <a:cubicBezTo>
                  <a:pt x="8002" y="6176"/>
                  <a:pt x="7372" y="6806"/>
                  <a:pt x="7372" y="7562"/>
                </a:cubicBezTo>
                <a:cubicBezTo>
                  <a:pt x="7372" y="7908"/>
                  <a:pt x="7498" y="8223"/>
                  <a:pt x="7719" y="8507"/>
                </a:cubicBezTo>
                <a:cubicBezTo>
                  <a:pt x="7498" y="8633"/>
                  <a:pt x="7246" y="8790"/>
                  <a:pt x="7057" y="8980"/>
                </a:cubicBezTo>
                <a:lnTo>
                  <a:pt x="4883" y="8980"/>
                </a:lnTo>
                <a:cubicBezTo>
                  <a:pt x="4694" y="8790"/>
                  <a:pt x="4442" y="8633"/>
                  <a:pt x="4222" y="8507"/>
                </a:cubicBezTo>
                <a:cubicBezTo>
                  <a:pt x="4474" y="8255"/>
                  <a:pt x="4568" y="7940"/>
                  <a:pt x="4568" y="7562"/>
                </a:cubicBezTo>
                <a:cubicBezTo>
                  <a:pt x="4568" y="6806"/>
                  <a:pt x="3938" y="6176"/>
                  <a:pt x="3214" y="6176"/>
                </a:cubicBezTo>
                <a:cubicBezTo>
                  <a:pt x="2458" y="6176"/>
                  <a:pt x="1828" y="6806"/>
                  <a:pt x="1828" y="7562"/>
                </a:cubicBezTo>
                <a:cubicBezTo>
                  <a:pt x="1828" y="7908"/>
                  <a:pt x="1954" y="8223"/>
                  <a:pt x="2174" y="8507"/>
                </a:cubicBezTo>
                <a:cubicBezTo>
                  <a:pt x="1922" y="8633"/>
                  <a:pt x="1701" y="8790"/>
                  <a:pt x="1512" y="8980"/>
                </a:cubicBezTo>
                <a:lnTo>
                  <a:pt x="1103" y="8980"/>
                </a:lnTo>
                <a:cubicBezTo>
                  <a:pt x="882" y="8980"/>
                  <a:pt x="725" y="8790"/>
                  <a:pt x="756" y="8570"/>
                </a:cubicBezTo>
                <a:lnTo>
                  <a:pt x="1260" y="5829"/>
                </a:lnTo>
                <a:cubicBezTo>
                  <a:pt x="1323" y="5672"/>
                  <a:pt x="1418" y="5545"/>
                  <a:pt x="1638" y="5545"/>
                </a:cubicBezTo>
                <a:close/>
                <a:moveTo>
                  <a:pt x="3214" y="8948"/>
                </a:moveTo>
                <a:cubicBezTo>
                  <a:pt x="4127" y="8948"/>
                  <a:pt x="4915" y="9736"/>
                  <a:pt x="4915" y="10712"/>
                </a:cubicBezTo>
                <a:lnTo>
                  <a:pt x="4915" y="11059"/>
                </a:lnTo>
                <a:lnTo>
                  <a:pt x="1481" y="11059"/>
                </a:lnTo>
                <a:lnTo>
                  <a:pt x="1481" y="10712"/>
                </a:lnTo>
                <a:cubicBezTo>
                  <a:pt x="1481" y="9736"/>
                  <a:pt x="2269" y="8948"/>
                  <a:pt x="3214" y="8948"/>
                </a:cubicBezTo>
                <a:close/>
                <a:moveTo>
                  <a:pt x="8759" y="8948"/>
                </a:moveTo>
                <a:cubicBezTo>
                  <a:pt x="9704" y="8948"/>
                  <a:pt x="10491" y="9736"/>
                  <a:pt x="10491" y="10712"/>
                </a:cubicBezTo>
                <a:lnTo>
                  <a:pt x="10491" y="11059"/>
                </a:lnTo>
                <a:lnTo>
                  <a:pt x="7026" y="11059"/>
                </a:lnTo>
                <a:lnTo>
                  <a:pt x="7026" y="10712"/>
                </a:lnTo>
                <a:cubicBezTo>
                  <a:pt x="7026" y="9736"/>
                  <a:pt x="7813" y="8948"/>
                  <a:pt x="8759" y="8948"/>
                </a:cubicBezTo>
                <a:close/>
                <a:moveTo>
                  <a:pt x="5986" y="1"/>
                </a:moveTo>
                <a:cubicBezTo>
                  <a:pt x="5262" y="1"/>
                  <a:pt x="4631" y="631"/>
                  <a:pt x="4631" y="1387"/>
                </a:cubicBezTo>
                <a:cubicBezTo>
                  <a:pt x="4631" y="1733"/>
                  <a:pt x="4726" y="2048"/>
                  <a:pt x="4978" y="2269"/>
                </a:cubicBezTo>
                <a:cubicBezTo>
                  <a:pt x="4127" y="2679"/>
                  <a:pt x="3592" y="3498"/>
                  <a:pt x="3592" y="4474"/>
                </a:cubicBezTo>
                <a:lnTo>
                  <a:pt x="3592" y="4852"/>
                </a:lnTo>
                <a:lnTo>
                  <a:pt x="1670" y="4852"/>
                </a:lnTo>
                <a:cubicBezTo>
                  <a:pt x="1166" y="4852"/>
                  <a:pt x="725" y="5199"/>
                  <a:pt x="630" y="5703"/>
                </a:cubicBezTo>
                <a:lnTo>
                  <a:pt x="126" y="8475"/>
                </a:lnTo>
                <a:cubicBezTo>
                  <a:pt x="0" y="9043"/>
                  <a:pt x="473" y="9610"/>
                  <a:pt x="1071" y="9673"/>
                </a:cubicBezTo>
                <a:cubicBezTo>
                  <a:pt x="914" y="9988"/>
                  <a:pt x="819" y="10366"/>
                  <a:pt x="819" y="10744"/>
                </a:cubicBezTo>
                <a:lnTo>
                  <a:pt x="819" y="11468"/>
                </a:lnTo>
                <a:cubicBezTo>
                  <a:pt x="819" y="11657"/>
                  <a:pt x="977" y="11815"/>
                  <a:pt x="1197" y="11815"/>
                </a:cubicBezTo>
                <a:lnTo>
                  <a:pt x="5356" y="11815"/>
                </a:lnTo>
                <a:cubicBezTo>
                  <a:pt x="5545" y="11815"/>
                  <a:pt x="5703" y="11657"/>
                  <a:pt x="5703" y="11468"/>
                </a:cubicBezTo>
                <a:lnTo>
                  <a:pt x="5703" y="10744"/>
                </a:lnTo>
                <a:cubicBezTo>
                  <a:pt x="5703" y="10366"/>
                  <a:pt x="5640" y="9988"/>
                  <a:pt x="5482" y="9673"/>
                </a:cubicBezTo>
                <a:lnTo>
                  <a:pt x="6648" y="9673"/>
                </a:lnTo>
                <a:cubicBezTo>
                  <a:pt x="6490" y="9988"/>
                  <a:pt x="6427" y="10366"/>
                  <a:pt x="6427" y="10744"/>
                </a:cubicBezTo>
                <a:lnTo>
                  <a:pt x="6427" y="11468"/>
                </a:lnTo>
                <a:cubicBezTo>
                  <a:pt x="6427" y="11657"/>
                  <a:pt x="6585" y="11815"/>
                  <a:pt x="6774" y="11815"/>
                </a:cubicBezTo>
                <a:lnTo>
                  <a:pt x="10838" y="11815"/>
                </a:lnTo>
                <a:cubicBezTo>
                  <a:pt x="11027" y="11815"/>
                  <a:pt x="11184" y="11657"/>
                  <a:pt x="11184" y="11468"/>
                </a:cubicBezTo>
                <a:lnTo>
                  <a:pt x="11184" y="10744"/>
                </a:lnTo>
                <a:cubicBezTo>
                  <a:pt x="11184" y="10366"/>
                  <a:pt x="11121" y="9988"/>
                  <a:pt x="10964" y="9673"/>
                </a:cubicBezTo>
                <a:cubicBezTo>
                  <a:pt x="11563" y="9610"/>
                  <a:pt x="11972" y="9043"/>
                  <a:pt x="11878" y="8475"/>
                </a:cubicBezTo>
                <a:lnTo>
                  <a:pt x="11342" y="5703"/>
                </a:lnTo>
                <a:cubicBezTo>
                  <a:pt x="11279" y="5199"/>
                  <a:pt x="10838" y="4852"/>
                  <a:pt x="10334" y="4852"/>
                </a:cubicBezTo>
                <a:lnTo>
                  <a:pt x="8412" y="4852"/>
                </a:lnTo>
                <a:lnTo>
                  <a:pt x="8412" y="4474"/>
                </a:lnTo>
                <a:cubicBezTo>
                  <a:pt x="8412" y="3498"/>
                  <a:pt x="7845" y="2679"/>
                  <a:pt x="7026" y="2269"/>
                </a:cubicBezTo>
                <a:cubicBezTo>
                  <a:pt x="7246" y="2048"/>
                  <a:pt x="7372" y="1733"/>
                  <a:pt x="7372" y="1387"/>
                </a:cubicBezTo>
                <a:cubicBezTo>
                  <a:pt x="7372" y="631"/>
                  <a:pt x="6742" y="1"/>
                  <a:pt x="598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62" name="Google Shape;10062;p63"/>
          <p:cNvSpPr/>
          <p:nvPr/>
        </p:nvSpPr>
        <p:spPr>
          <a:xfrm>
            <a:off x="8020096" y="2671070"/>
            <a:ext cx="224004" cy="346655"/>
          </a:xfrm>
          <a:custGeom>
            <a:rect l="l" t="t" r="r" b="b"/>
            <a:pathLst>
              <a:path w="7594" h="11752" extrusionOk="0">
                <a:moveTo>
                  <a:pt x="6585" y="662"/>
                </a:moveTo>
                <a:cubicBezTo>
                  <a:pt x="6774" y="662"/>
                  <a:pt x="6932" y="819"/>
                  <a:pt x="6932" y="1008"/>
                </a:cubicBezTo>
                <a:cubicBezTo>
                  <a:pt x="6932" y="1197"/>
                  <a:pt x="6774" y="1355"/>
                  <a:pt x="6585" y="1355"/>
                </a:cubicBezTo>
                <a:lnTo>
                  <a:pt x="1040" y="1355"/>
                </a:lnTo>
                <a:cubicBezTo>
                  <a:pt x="820" y="1355"/>
                  <a:pt x="662" y="1197"/>
                  <a:pt x="662" y="1008"/>
                </a:cubicBezTo>
                <a:cubicBezTo>
                  <a:pt x="662" y="819"/>
                  <a:pt x="820" y="662"/>
                  <a:pt x="1040" y="662"/>
                </a:cubicBezTo>
                <a:close/>
                <a:moveTo>
                  <a:pt x="6175" y="2048"/>
                </a:moveTo>
                <a:lnTo>
                  <a:pt x="6175" y="2867"/>
                </a:lnTo>
                <a:cubicBezTo>
                  <a:pt x="5435" y="3277"/>
                  <a:pt x="4600" y="3481"/>
                  <a:pt x="3765" y="3481"/>
                </a:cubicBezTo>
                <a:cubicBezTo>
                  <a:pt x="2930" y="3481"/>
                  <a:pt x="2096" y="3277"/>
                  <a:pt x="1355" y="2867"/>
                </a:cubicBezTo>
                <a:lnTo>
                  <a:pt x="1355" y="2048"/>
                </a:lnTo>
                <a:close/>
                <a:moveTo>
                  <a:pt x="1418" y="3686"/>
                </a:moveTo>
                <a:lnTo>
                  <a:pt x="1418" y="3686"/>
                </a:lnTo>
                <a:cubicBezTo>
                  <a:pt x="2174" y="4001"/>
                  <a:pt x="2962" y="4190"/>
                  <a:pt x="3781" y="4190"/>
                </a:cubicBezTo>
                <a:cubicBezTo>
                  <a:pt x="4600" y="4190"/>
                  <a:pt x="5388" y="4033"/>
                  <a:pt x="6144" y="3686"/>
                </a:cubicBezTo>
                <a:lnTo>
                  <a:pt x="6144" y="3686"/>
                </a:lnTo>
                <a:cubicBezTo>
                  <a:pt x="5860" y="4757"/>
                  <a:pt x="4915" y="5545"/>
                  <a:pt x="3781" y="5545"/>
                </a:cubicBezTo>
                <a:cubicBezTo>
                  <a:pt x="2647" y="5545"/>
                  <a:pt x="1702" y="4757"/>
                  <a:pt x="1418" y="3686"/>
                </a:cubicBezTo>
                <a:close/>
                <a:moveTo>
                  <a:pt x="3435" y="6238"/>
                </a:moveTo>
                <a:lnTo>
                  <a:pt x="3435" y="7813"/>
                </a:lnTo>
                <a:lnTo>
                  <a:pt x="1544" y="9704"/>
                </a:lnTo>
                <a:lnTo>
                  <a:pt x="1355" y="9704"/>
                </a:lnTo>
                <a:lnTo>
                  <a:pt x="1355" y="8695"/>
                </a:lnTo>
                <a:cubicBezTo>
                  <a:pt x="1355" y="7467"/>
                  <a:pt x="2237" y="6427"/>
                  <a:pt x="3435" y="6238"/>
                </a:cubicBezTo>
                <a:close/>
                <a:moveTo>
                  <a:pt x="3781" y="8443"/>
                </a:moveTo>
                <a:lnTo>
                  <a:pt x="5041" y="9704"/>
                </a:lnTo>
                <a:lnTo>
                  <a:pt x="2552" y="9704"/>
                </a:lnTo>
                <a:lnTo>
                  <a:pt x="3781" y="8443"/>
                </a:lnTo>
                <a:close/>
                <a:moveTo>
                  <a:pt x="4128" y="6238"/>
                </a:moveTo>
                <a:cubicBezTo>
                  <a:pt x="5325" y="6396"/>
                  <a:pt x="6207" y="7435"/>
                  <a:pt x="6207" y="8695"/>
                </a:cubicBezTo>
                <a:lnTo>
                  <a:pt x="6207" y="9704"/>
                </a:lnTo>
                <a:lnTo>
                  <a:pt x="6018" y="9704"/>
                </a:lnTo>
                <a:lnTo>
                  <a:pt x="4128" y="7813"/>
                </a:lnTo>
                <a:lnTo>
                  <a:pt x="4128" y="6238"/>
                </a:lnTo>
                <a:close/>
                <a:moveTo>
                  <a:pt x="6553" y="10397"/>
                </a:moveTo>
                <a:cubicBezTo>
                  <a:pt x="6743" y="10428"/>
                  <a:pt x="6900" y="10586"/>
                  <a:pt x="6900" y="10743"/>
                </a:cubicBezTo>
                <a:cubicBezTo>
                  <a:pt x="6900" y="10932"/>
                  <a:pt x="6743" y="11090"/>
                  <a:pt x="6553" y="11090"/>
                </a:cubicBezTo>
                <a:lnTo>
                  <a:pt x="977" y="11090"/>
                </a:lnTo>
                <a:cubicBezTo>
                  <a:pt x="788" y="11090"/>
                  <a:pt x="631" y="10932"/>
                  <a:pt x="631" y="10743"/>
                </a:cubicBezTo>
                <a:cubicBezTo>
                  <a:pt x="631" y="10554"/>
                  <a:pt x="788" y="10397"/>
                  <a:pt x="977" y="10397"/>
                </a:cubicBezTo>
                <a:close/>
                <a:moveTo>
                  <a:pt x="1009" y="0"/>
                </a:moveTo>
                <a:cubicBezTo>
                  <a:pt x="442" y="0"/>
                  <a:pt x="0" y="473"/>
                  <a:pt x="0" y="1008"/>
                </a:cubicBezTo>
                <a:cubicBezTo>
                  <a:pt x="0" y="1449"/>
                  <a:pt x="284" y="1827"/>
                  <a:pt x="694" y="1985"/>
                </a:cubicBezTo>
                <a:lnTo>
                  <a:pt x="694" y="3088"/>
                </a:lnTo>
                <a:cubicBezTo>
                  <a:pt x="694" y="4316"/>
                  <a:pt x="1387" y="5356"/>
                  <a:pt x="2395" y="5860"/>
                </a:cubicBezTo>
                <a:cubicBezTo>
                  <a:pt x="1387" y="6364"/>
                  <a:pt x="694" y="7435"/>
                  <a:pt x="694" y="8664"/>
                </a:cubicBezTo>
                <a:lnTo>
                  <a:pt x="694" y="9767"/>
                </a:lnTo>
                <a:cubicBezTo>
                  <a:pt x="316" y="9924"/>
                  <a:pt x="0" y="10271"/>
                  <a:pt x="0" y="10743"/>
                </a:cubicBezTo>
                <a:cubicBezTo>
                  <a:pt x="0" y="11342"/>
                  <a:pt x="473" y="11751"/>
                  <a:pt x="1009" y="11751"/>
                </a:cubicBezTo>
                <a:lnTo>
                  <a:pt x="6585" y="11751"/>
                </a:lnTo>
                <a:cubicBezTo>
                  <a:pt x="7152" y="11751"/>
                  <a:pt x="7593" y="11279"/>
                  <a:pt x="7593" y="10743"/>
                </a:cubicBezTo>
                <a:cubicBezTo>
                  <a:pt x="7593" y="10302"/>
                  <a:pt x="7310" y="9924"/>
                  <a:pt x="6900" y="9767"/>
                </a:cubicBezTo>
                <a:lnTo>
                  <a:pt x="6900" y="8664"/>
                </a:lnTo>
                <a:cubicBezTo>
                  <a:pt x="6900" y="7435"/>
                  <a:pt x="6207" y="6364"/>
                  <a:pt x="5199" y="5860"/>
                </a:cubicBezTo>
                <a:cubicBezTo>
                  <a:pt x="6207" y="5387"/>
                  <a:pt x="6900" y="4316"/>
                  <a:pt x="6900" y="3088"/>
                </a:cubicBezTo>
                <a:lnTo>
                  <a:pt x="6900" y="1985"/>
                </a:lnTo>
                <a:cubicBezTo>
                  <a:pt x="7278" y="1827"/>
                  <a:pt x="7593" y="1481"/>
                  <a:pt x="7593" y="1008"/>
                </a:cubicBezTo>
                <a:cubicBezTo>
                  <a:pt x="7593" y="410"/>
                  <a:pt x="7121" y="0"/>
                  <a:pt x="65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63" name="Google Shape;10063;p63"/>
          <p:cNvSpPr/>
          <p:nvPr/>
        </p:nvSpPr>
        <p:spPr>
          <a:xfrm>
            <a:off x="5310365" y="1304129"/>
            <a:ext cx="351286" cy="349457"/>
          </a:xfrm>
          <a:custGeom>
            <a:rect l="l" t="t" r="r" b="b"/>
            <a:pathLst>
              <a:path w="11909" h="11847" extrusionOk="0">
                <a:moveTo>
                  <a:pt x="3560" y="2647"/>
                </a:moveTo>
                <a:lnTo>
                  <a:pt x="3560" y="3561"/>
                </a:lnTo>
                <a:lnTo>
                  <a:pt x="2615" y="3561"/>
                </a:lnTo>
                <a:lnTo>
                  <a:pt x="3560" y="2647"/>
                </a:lnTo>
                <a:close/>
                <a:moveTo>
                  <a:pt x="6616" y="4222"/>
                </a:moveTo>
                <a:cubicBezTo>
                  <a:pt x="7971" y="4285"/>
                  <a:pt x="9074" y="5325"/>
                  <a:pt x="9074" y="6680"/>
                </a:cubicBezTo>
                <a:cubicBezTo>
                  <a:pt x="9074" y="8003"/>
                  <a:pt x="7971" y="9106"/>
                  <a:pt x="6616" y="9106"/>
                </a:cubicBezTo>
                <a:cubicBezTo>
                  <a:pt x="5293" y="9106"/>
                  <a:pt x="4190" y="8003"/>
                  <a:pt x="4190" y="6680"/>
                </a:cubicBezTo>
                <a:cubicBezTo>
                  <a:pt x="4190" y="5325"/>
                  <a:pt x="5293" y="4222"/>
                  <a:pt x="6616" y="4222"/>
                </a:cubicBezTo>
                <a:close/>
                <a:moveTo>
                  <a:pt x="7687" y="757"/>
                </a:moveTo>
                <a:lnTo>
                  <a:pt x="7687" y="1513"/>
                </a:lnTo>
                <a:lnTo>
                  <a:pt x="3875" y="1513"/>
                </a:lnTo>
                <a:cubicBezTo>
                  <a:pt x="3781" y="1513"/>
                  <a:pt x="3655" y="1544"/>
                  <a:pt x="3623" y="1639"/>
                </a:cubicBezTo>
                <a:lnTo>
                  <a:pt x="1512" y="3718"/>
                </a:lnTo>
                <a:cubicBezTo>
                  <a:pt x="1418" y="3813"/>
                  <a:pt x="1386" y="3876"/>
                  <a:pt x="1386" y="3939"/>
                </a:cubicBezTo>
                <a:lnTo>
                  <a:pt x="1386" y="9862"/>
                </a:lnTo>
                <a:lnTo>
                  <a:pt x="662" y="9862"/>
                </a:lnTo>
                <a:lnTo>
                  <a:pt x="662" y="757"/>
                </a:lnTo>
                <a:close/>
                <a:moveTo>
                  <a:pt x="8380" y="2175"/>
                </a:moveTo>
                <a:lnTo>
                  <a:pt x="8380" y="4128"/>
                </a:lnTo>
                <a:cubicBezTo>
                  <a:pt x="7876" y="3813"/>
                  <a:pt x="7278" y="3592"/>
                  <a:pt x="6648" y="3592"/>
                </a:cubicBezTo>
                <a:cubicBezTo>
                  <a:pt x="4915" y="3592"/>
                  <a:pt x="3560" y="5010"/>
                  <a:pt x="3560" y="6711"/>
                </a:cubicBezTo>
                <a:cubicBezTo>
                  <a:pt x="3560" y="8444"/>
                  <a:pt x="4946" y="9830"/>
                  <a:pt x="6648" y="9830"/>
                </a:cubicBezTo>
                <a:cubicBezTo>
                  <a:pt x="7120" y="9830"/>
                  <a:pt x="7593" y="9704"/>
                  <a:pt x="8002" y="9515"/>
                </a:cubicBezTo>
                <a:lnTo>
                  <a:pt x="8380" y="9893"/>
                </a:lnTo>
                <a:lnTo>
                  <a:pt x="8380" y="10492"/>
                </a:lnTo>
                <a:lnTo>
                  <a:pt x="2079" y="10492"/>
                </a:lnTo>
                <a:lnTo>
                  <a:pt x="2079" y="4285"/>
                </a:lnTo>
                <a:lnTo>
                  <a:pt x="3875" y="4285"/>
                </a:lnTo>
                <a:cubicBezTo>
                  <a:pt x="4064" y="4285"/>
                  <a:pt x="4222" y="4128"/>
                  <a:pt x="4222" y="3907"/>
                </a:cubicBezTo>
                <a:lnTo>
                  <a:pt x="4222" y="2175"/>
                </a:lnTo>
                <a:close/>
                <a:moveTo>
                  <a:pt x="9074" y="8633"/>
                </a:moveTo>
                <a:lnTo>
                  <a:pt x="11027" y="10618"/>
                </a:lnTo>
                <a:cubicBezTo>
                  <a:pt x="11153" y="10744"/>
                  <a:pt x="11153" y="10964"/>
                  <a:pt x="11027" y="11090"/>
                </a:cubicBezTo>
                <a:cubicBezTo>
                  <a:pt x="10964" y="11153"/>
                  <a:pt x="10877" y="11185"/>
                  <a:pt x="10791" y="11185"/>
                </a:cubicBezTo>
                <a:cubicBezTo>
                  <a:pt x="10704" y="11185"/>
                  <a:pt x="10617" y="11153"/>
                  <a:pt x="10554" y="11090"/>
                </a:cubicBezTo>
                <a:lnTo>
                  <a:pt x="8601" y="9106"/>
                </a:lnTo>
                <a:cubicBezTo>
                  <a:pt x="8790" y="9011"/>
                  <a:pt x="8948" y="8791"/>
                  <a:pt x="9074" y="8633"/>
                </a:cubicBezTo>
                <a:close/>
                <a:moveTo>
                  <a:pt x="347" y="1"/>
                </a:moveTo>
                <a:cubicBezTo>
                  <a:pt x="158" y="1"/>
                  <a:pt x="0" y="190"/>
                  <a:pt x="0" y="379"/>
                </a:cubicBezTo>
                <a:lnTo>
                  <a:pt x="0" y="10145"/>
                </a:lnTo>
                <a:cubicBezTo>
                  <a:pt x="0" y="10334"/>
                  <a:pt x="158" y="10492"/>
                  <a:pt x="347" y="10492"/>
                </a:cubicBezTo>
                <a:lnTo>
                  <a:pt x="1386" y="10492"/>
                </a:lnTo>
                <a:lnTo>
                  <a:pt x="1386" y="10838"/>
                </a:lnTo>
                <a:cubicBezTo>
                  <a:pt x="1386" y="11059"/>
                  <a:pt x="1544" y="11216"/>
                  <a:pt x="1733" y="11216"/>
                </a:cubicBezTo>
                <a:lnTo>
                  <a:pt x="8695" y="11216"/>
                </a:lnTo>
                <a:cubicBezTo>
                  <a:pt x="8916" y="11216"/>
                  <a:pt x="9074" y="11059"/>
                  <a:pt x="9074" y="10838"/>
                </a:cubicBezTo>
                <a:lnTo>
                  <a:pt x="9074" y="10586"/>
                </a:lnTo>
                <a:lnTo>
                  <a:pt x="10050" y="11563"/>
                </a:lnTo>
                <a:cubicBezTo>
                  <a:pt x="10239" y="11752"/>
                  <a:pt x="10507" y="11847"/>
                  <a:pt x="10775" y="11847"/>
                </a:cubicBezTo>
                <a:cubicBezTo>
                  <a:pt x="11043" y="11847"/>
                  <a:pt x="11310" y="11752"/>
                  <a:pt x="11499" y="11563"/>
                </a:cubicBezTo>
                <a:cubicBezTo>
                  <a:pt x="11909" y="11153"/>
                  <a:pt x="11909" y="10492"/>
                  <a:pt x="11499" y="10114"/>
                </a:cubicBezTo>
                <a:lnTo>
                  <a:pt x="9420" y="8003"/>
                </a:lnTo>
                <a:cubicBezTo>
                  <a:pt x="9609" y="7625"/>
                  <a:pt x="9735" y="7152"/>
                  <a:pt x="9735" y="6680"/>
                </a:cubicBezTo>
                <a:cubicBezTo>
                  <a:pt x="9735" y="5924"/>
                  <a:pt x="9452" y="5262"/>
                  <a:pt x="9011" y="4695"/>
                </a:cubicBezTo>
                <a:lnTo>
                  <a:pt x="9011" y="1828"/>
                </a:lnTo>
                <a:cubicBezTo>
                  <a:pt x="9011" y="1639"/>
                  <a:pt x="8853" y="1481"/>
                  <a:pt x="8664" y="1481"/>
                </a:cubicBezTo>
                <a:lnTo>
                  <a:pt x="8317" y="1481"/>
                </a:lnTo>
                <a:lnTo>
                  <a:pt x="8317" y="379"/>
                </a:lnTo>
                <a:cubicBezTo>
                  <a:pt x="8317" y="190"/>
                  <a:pt x="8160" y="1"/>
                  <a:pt x="79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064" name="Google Shape;10064;p63"/>
          <p:cNvGrpSpPr/>
          <p:nvPr/>
        </p:nvGrpSpPr>
        <p:grpSpPr>
          <a:xfrm>
            <a:off x="5309921" y="1756125"/>
            <a:ext cx="352230" cy="348542"/>
            <a:chOff x="1049375" y="2318350"/>
            <a:chExt cx="298525" cy="295400"/>
          </a:xfrm>
        </p:grpSpPr>
        <p:sp>
          <p:nvSpPr>
            <p:cNvPr id="10065" name="Google Shape;10065;p63"/>
            <p:cNvSpPr/>
            <p:nvPr/>
          </p:nvSpPr>
          <p:spPr>
            <a:xfrm>
              <a:off x="1101350" y="2492325"/>
              <a:ext cx="70125" cy="50525"/>
            </a:xfrm>
            <a:custGeom>
              <a:rect l="l" t="t" r="r" b="b"/>
              <a:pathLst>
                <a:path w="2805" h="2021" extrusionOk="0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66" name="Google Shape;10066;p63"/>
            <p:cNvSpPr/>
            <p:nvPr/>
          </p:nvSpPr>
          <p:spPr>
            <a:xfrm>
              <a:off x="1101350" y="2440525"/>
              <a:ext cx="70125" cy="51150"/>
            </a:xfrm>
            <a:custGeom>
              <a:rect l="l" t="t" r="r" b="b"/>
              <a:pathLst>
                <a:path w="2805" h="2046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67" name="Google Shape;10067;p63"/>
            <p:cNvSpPr/>
            <p:nvPr/>
          </p:nvSpPr>
          <p:spPr>
            <a:xfrm>
              <a:off x="1101350" y="2388550"/>
              <a:ext cx="70125" cy="51125"/>
            </a:xfrm>
            <a:custGeom>
              <a:rect l="l" t="t" r="r" b="b"/>
              <a:pathLst>
                <a:path w="2805" h="2045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68" name="Google Shape;10068;p63"/>
            <p:cNvSpPr/>
            <p:nvPr/>
          </p:nvSpPr>
          <p:spPr>
            <a:xfrm>
              <a:off x="1049375" y="2318350"/>
              <a:ext cx="298525" cy="295400"/>
            </a:xfrm>
            <a:custGeom>
              <a:rect l="l" t="t" r="r" b="b"/>
              <a:pathLst>
                <a:path w="11941" h="11816" extrusionOk="0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69" name="Google Shape;10069;p63"/>
          <p:cNvGrpSpPr/>
          <p:nvPr/>
        </p:nvGrpSpPr>
        <p:grpSpPr>
          <a:xfrm>
            <a:off x="5310393" y="2196576"/>
            <a:ext cx="351286" cy="351286"/>
            <a:chOff x="1049375" y="2680675"/>
            <a:chExt cx="297725" cy="297725"/>
          </a:xfrm>
        </p:grpSpPr>
        <p:sp>
          <p:nvSpPr>
            <p:cNvPr id="10070" name="Google Shape;10070;p63"/>
            <p:cNvSpPr/>
            <p:nvPr/>
          </p:nvSpPr>
          <p:spPr>
            <a:xfrm>
              <a:off x="1113175" y="2752350"/>
              <a:ext cx="161475" cy="155975"/>
            </a:xfrm>
            <a:custGeom>
              <a:rect l="l" t="t" r="r" b="b"/>
              <a:pathLst>
                <a:path w="6459" h="6239" extrusionOk="0">
                  <a:moveTo>
                    <a:pt x="3403" y="2079"/>
                  </a:moveTo>
                  <a:cubicBezTo>
                    <a:pt x="3781" y="2079"/>
                    <a:pt x="4096" y="2394"/>
                    <a:pt x="4096" y="2773"/>
                  </a:cubicBezTo>
                  <a:cubicBezTo>
                    <a:pt x="4096" y="3182"/>
                    <a:pt x="3781" y="3497"/>
                    <a:pt x="3403" y="3497"/>
                  </a:cubicBezTo>
                  <a:cubicBezTo>
                    <a:pt x="2993" y="3434"/>
                    <a:pt x="2678" y="3119"/>
                    <a:pt x="2678" y="2773"/>
                  </a:cubicBezTo>
                  <a:cubicBezTo>
                    <a:pt x="2678" y="2394"/>
                    <a:pt x="2993" y="2079"/>
                    <a:pt x="3403" y="2079"/>
                  </a:cubicBezTo>
                  <a:close/>
                  <a:moveTo>
                    <a:pt x="3371" y="693"/>
                  </a:moveTo>
                  <a:cubicBezTo>
                    <a:pt x="4694" y="693"/>
                    <a:pt x="5765" y="1796"/>
                    <a:pt x="5765" y="3119"/>
                  </a:cubicBezTo>
                  <a:cubicBezTo>
                    <a:pt x="5765" y="3686"/>
                    <a:pt x="5545" y="4222"/>
                    <a:pt x="5198" y="4663"/>
                  </a:cubicBezTo>
                  <a:cubicBezTo>
                    <a:pt x="5072" y="4442"/>
                    <a:pt x="4915" y="4190"/>
                    <a:pt x="4694" y="4001"/>
                  </a:cubicBezTo>
                  <a:cubicBezTo>
                    <a:pt x="4568" y="3907"/>
                    <a:pt x="4442" y="3812"/>
                    <a:pt x="4348" y="3749"/>
                  </a:cubicBezTo>
                  <a:cubicBezTo>
                    <a:pt x="4568" y="3529"/>
                    <a:pt x="4726" y="3182"/>
                    <a:pt x="4726" y="2804"/>
                  </a:cubicBezTo>
                  <a:cubicBezTo>
                    <a:pt x="4726" y="2079"/>
                    <a:pt x="4096" y="1449"/>
                    <a:pt x="3340" y="1449"/>
                  </a:cubicBezTo>
                  <a:cubicBezTo>
                    <a:pt x="2615" y="1449"/>
                    <a:pt x="1985" y="2079"/>
                    <a:pt x="1985" y="2804"/>
                  </a:cubicBezTo>
                  <a:cubicBezTo>
                    <a:pt x="1985" y="3182"/>
                    <a:pt x="2142" y="3529"/>
                    <a:pt x="2363" y="3749"/>
                  </a:cubicBezTo>
                  <a:lnTo>
                    <a:pt x="2016" y="4001"/>
                  </a:lnTo>
                  <a:cubicBezTo>
                    <a:pt x="1827" y="4190"/>
                    <a:pt x="1607" y="4442"/>
                    <a:pt x="1512" y="4663"/>
                  </a:cubicBezTo>
                  <a:cubicBezTo>
                    <a:pt x="1040" y="4064"/>
                    <a:pt x="882" y="3434"/>
                    <a:pt x="945" y="2773"/>
                  </a:cubicBezTo>
                  <a:cubicBezTo>
                    <a:pt x="1103" y="1670"/>
                    <a:pt x="2111" y="693"/>
                    <a:pt x="3371" y="693"/>
                  </a:cubicBezTo>
                  <a:close/>
                  <a:moveTo>
                    <a:pt x="3371" y="4159"/>
                  </a:moveTo>
                  <a:cubicBezTo>
                    <a:pt x="4001" y="4159"/>
                    <a:pt x="4505" y="4600"/>
                    <a:pt x="4694" y="5135"/>
                  </a:cubicBezTo>
                  <a:cubicBezTo>
                    <a:pt x="4316" y="5387"/>
                    <a:pt x="3875" y="5545"/>
                    <a:pt x="3371" y="5545"/>
                  </a:cubicBezTo>
                  <a:cubicBezTo>
                    <a:pt x="2898" y="5545"/>
                    <a:pt x="2426" y="5387"/>
                    <a:pt x="2016" y="5135"/>
                  </a:cubicBezTo>
                  <a:cubicBezTo>
                    <a:pt x="2174" y="4537"/>
                    <a:pt x="2741" y="4159"/>
                    <a:pt x="3371" y="4159"/>
                  </a:cubicBezTo>
                  <a:close/>
                  <a:moveTo>
                    <a:pt x="3308" y="0"/>
                  </a:moveTo>
                  <a:cubicBezTo>
                    <a:pt x="1701" y="0"/>
                    <a:pt x="441" y="1229"/>
                    <a:pt x="252" y="2710"/>
                  </a:cubicBezTo>
                  <a:cubicBezTo>
                    <a:pt x="0" y="4600"/>
                    <a:pt x="1512" y="6238"/>
                    <a:pt x="3371" y="6238"/>
                  </a:cubicBezTo>
                  <a:cubicBezTo>
                    <a:pt x="5104" y="6238"/>
                    <a:pt x="6459" y="4820"/>
                    <a:pt x="6459" y="3119"/>
                  </a:cubicBezTo>
                  <a:cubicBezTo>
                    <a:pt x="6459" y="1386"/>
                    <a:pt x="5041" y="0"/>
                    <a:pt x="33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71" name="Google Shape;10071;p63"/>
            <p:cNvSpPr/>
            <p:nvPr/>
          </p:nvSpPr>
          <p:spPr>
            <a:xfrm>
              <a:off x="1049375" y="2680675"/>
              <a:ext cx="297725" cy="297725"/>
            </a:xfrm>
            <a:custGeom>
              <a:rect l="l" t="t" r="r" b="b"/>
              <a:pathLst>
                <a:path w="11909" h="11909" extrusionOk="0">
                  <a:moveTo>
                    <a:pt x="6270" y="1512"/>
                  </a:moveTo>
                  <a:cubicBezTo>
                    <a:pt x="8475" y="1670"/>
                    <a:pt x="10239" y="3434"/>
                    <a:pt x="10397" y="5640"/>
                  </a:cubicBezTo>
                  <a:lnTo>
                    <a:pt x="10082" y="5640"/>
                  </a:lnTo>
                  <a:cubicBezTo>
                    <a:pt x="9893" y="5640"/>
                    <a:pt x="9735" y="5797"/>
                    <a:pt x="9735" y="5986"/>
                  </a:cubicBezTo>
                  <a:cubicBezTo>
                    <a:pt x="9735" y="6207"/>
                    <a:pt x="9893" y="6364"/>
                    <a:pt x="10082" y="6364"/>
                  </a:cubicBezTo>
                  <a:lnTo>
                    <a:pt x="10397" y="6364"/>
                  </a:lnTo>
                  <a:cubicBezTo>
                    <a:pt x="10239" y="8569"/>
                    <a:pt x="8475" y="10334"/>
                    <a:pt x="6270" y="10491"/>
                  </a:cubicBezTo>
                  <a:lnTo>
                    <a:pt x="6270" y="10176"/>
                  </a:lnTo>
                  <a:cubicBezTo>
                    <a:pt x="6270" y="9987"/>
                    <a:pt x="6112" y="9830"/>
                    <a:pt x="5923" y="9830"/>
                  </a:cubicBezTo>
                  <a:cubicBezTo>
                    <a:pt x="5703" y="9830"/>
                    <a:pt x="5545" y="9987"/>
                    <a:pt x="5545" y="10176"/>
                  </a:cubicBezTo>
                  <a:lnTo>
                    <a:pt x="5545" y="10491"/>
                  </a:lnTo>
                  <a:cubicBezTo>
                    <a:pt x="3340" y="10334"/>
                    <a:pt x="1575" y="8569"/>
                    <a:pt x="1418" y="6364"/>
                  </a:cubicBezTo>
                  <a:lnTo>
                    <a:pt x="1733" y="6364"/>
                  </a:lnTo>
                  <a:cubicBezTo>
                    <a:pt x="1922" y="6364"/>
                    <a:pt x="2079" y="6207"/>
                    <a:pt x="2079" y="5986"/>
                  </a:cubicBezTo>
                  <a:cubicBezTo>
                    <a:pt x="2142" y="5797"/>
                    <a:pt x="1985" y="5640"/>
                    <a:pt x="1764" y="5640"/>
                  </a:cubicBezTo>
                  <a:lnTo>
                    <a:pt x="1418" y="5640"/>
                  </a:lnTo>
                  <a:cubicBezTo>
                    <a:pt x="1575" y="3434"/>
                    <a:pt x="3340" y="1670"/>
                    <a:pt x="5545" y="1512"/>
                  </a:cubicBezTo>
                  <a:lnTo>
                    <a:pt x="5545" y="1827"/>
                  </a:lnTo>
                  <a:cubicBezTo>
                    <a:pt x="5545" y="2016"/>
                    <a:pt x="5703" y="2174"/>
                    <a:pt x="5923" y="2174"/>
                  </a:cubicBezTo>
                  <a:cubicBezTo>
                    <a:pt x="6112" y="2174"/>
                    <a:pt x="6270" y="2016"/>
                    <a:pt x="6270" y="1827"/>
                  </a:cubicBezTo>
                  <a:lnTo>
                    <a:pt x="6270" y="1512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47"/>
                  </a:cubicBezTo>
                  <a:lnTo>
                    <a:pt x="5608" y="756"/>
                  </a:lnTo>
                  <a:cubicBezTo>
                    <a:pt x="2993" y="914"/>
                    <a:pt x="914" y="2993"/>
                    <a:pt x="756" y="5608"/>
                  </a:cubicBezTo>
                  <a:lnTo>
                    <a:pt x="347" y="5608"/>
                  </a:lnTo>
                  <a:cubicBezTo>
                    <a:pt x="158" y="5608"/>
                    <a:pt x="0" y="5766"/>
                    <a:pt x="0" y="5955"/>
                  </a:cubicBezTo>
                  <a:cubicBezTo>
                    <a:pt x="0" y="6144"/>
                    <a:pt x="158" y="6301"/>
                    <a:pt x="347" y="6301"/>
                  </a:cubicBezTo>
                  <a:lnTo>
                    <a:pt x="756" y="6301"/>
                  </a:lnTo>
                  <a:cubicBezTo>
                    <a:pt x="914" y="8916"/>
                    <a:pt x="2993" y="10995"/>
                    <a:pt x="5608" y="11153"/>
                  </a:cubicBezTo>
                  <a:lnTo>
                    <a:pt x="5608" y="11562"/>
                  </a:lnTo>
                  <a:cubicBezTo>
                    <a:pt x="5608" y="11751"/>
                    <a:pt x="5766" y="11909"/>
                    <a:pt x="5955" y="11909"/>
                  </a:cubicBezTo>
                  <a:cubicBezTo>
                    <a:pt x="6144" y="11909"/>
                    <a:pt x="6301" y="11751"/>
                    <a:pt x="6301" y="11562"/>
                  </a:cubicBezTo>
                  <a:lnTo>
                    <a:pt x="6301" y="11153"/>
                  </a:lnTo>
                  <a:cubicBezTo>
                    <a:pt x="8916" y="10995"/>
                    <a:pt x="10995" y="8916"/>
                    <a:pt x="11153" y="6301"/>
                  </a:cubicBezTo>
                  <a:lnTo>
                    <a:pt x="11531" y="6301"/>
                  </a:lnTo>
                  <a:cubicBezTo>
                    <a:pt x="11751" y="6301"/>
                    <a:pt x="11909" y="6144"/>
                    <a:pt x="11909" y="5955"/>
                  </a:cubicBezTo>
                  <a:cubicBezTo>
                    <a:pt x="11909" y="5766"/>
                    <a:pt x="11751" y="5608"/>
                    <a:pt x="11531" y="5608"/>
                  </a:cubicBezTo>
                  <a:lnTo>
                    <a:pt x="11153" y="5608"/>
                  </a:lnTo>
                  <a:cubicBezTo>
                    <a:pt x="10995" y="2993"/>
                    <a:pt x="8916" y="914"/>
                    <a:pt x="6301" y="756"/>
                  </a:cubicBezTo>
                  <a:lnTo>
                    <a:pt x="6301" y="347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72" name="Google Shape;10072;p63"/>
          <p:cNvGrpSpPr/>
          <p:nvPr/>
        </p:nvGrpSpPr>
        <p:grpSpPr>
          <a:xfrm>
            <a:off x="7523845" y="1304623"/>
            <a:ext cx="348513" cy="348542"/>
            <a:chOff x="2872725" y="1954475"/>
            <a:chExt cx="295375" cy="295400"/>
          </a:xfrm>
        </p:grpSpPr>
        <p:sp>
          <p:nvSpPr>
            <p:cNvPr id="10073" name="Google Shape;10073;p63"/>
            <p:cNvSpPr/>
            <p:nvPr/>
          </p:nvSpPr>
          <p:spPr>
            <a:xfrm>
              <a:off x="2959350" y="1954475"/>
              <a:ext cx="122100" cy="139450"/>
            </a:xfrm>
            <a:custGeom>
              <a:rect l="l" t="t" r="r" b="b"/>
              <a:pathLst>
                <a:path w="4884" h="5578" extrusionOk="0">
                  <a:moveTo>
                    <a:pt x="2395" y="694"/>
                  </a:moveTo>
                  <a:cubicBezTo>
                    <a:pt x="2805" y="694"/>
                    <a:pt x="3120" y="1009"/>
                    <a:pt x="3120" y="1418"/>
                  </a:cubicBezTo>
                  <a:cubicBezTo>
                    <a:pt x="3120" y="1797"/>
                    <a:pt x="2805" y="2112"/>
                    <a:pt x="2395" y="2112"/>
                  </a:cubicBezTo>
                  <a:cubicBezTo>
                    <a:pt x="2017" y="2112"/>
                    <a:pt x="1702" y="1797"/>
                    <a:pt x="1702" y="1418"/>
                  </a:cubicBezTo>
                  <a:cubicBezTo>
                    <a:pt x="1733" y="1009"/>
                    <a:pt x="2048" y="694"/>
                    <a:pt x="2395" y="694"/>
                  </a:cubicBezTo>
                  <a:close/>
                  <a:moveTo>
                    <a:pt x="2395" y="2742"/>
                  </a:moveTo>
                  <a:cubicBezTo>
                    <a:pt x="3340" y="2742"/>
                    <a:pt x="4128" y="3529"/>
                    <a:pt x="4128" y="4537"/>
                  </a:cubicBezTo>
                  <a:lnTo>
                    <a:pt x="4128" y="4884"/>
                  </a:lnTo>
                  <a:lnTo>
                    <a:pt x="662" y="4884"/>
                  </a:lnTo>
                  <a:lnTo>
                    <a:pt x="662" y="4537"/>
                  </a:lnTo>
                  <a:cubicBezTo>
                    <a:pt x="662" y="3529"/>
                    <a:pt x="1450" y="2742"/>
                    <a:pt x="2395" y="2742"/>
                  </a:cubicBezTo>
                  <a:close/>
                  <a:moveTo>
                    <a:pt x="2490" y="1"/>
                  </a:moveTo>
                  <a:cubicBezTo>
                    <a:pt x="1733" y="1"/>
                    <a:pt x="1103" y="631"/>
                    <a:pt x="1103" y="1387"/>
                  </a:cubicBezTo>
                  <a:cubicBezTo>
                    <a:pt x="1103" y="1734"/>
                    <a:pt x="1229" y="2049"/>
                    <a:pt x="1450" y="2332"/>
                  </a:cubicBezTo>
                  <a:cubicBezTo>
                    <a:pt x="568" y="2710"/>
                    <a:pt x="1" y="3529"/>
                    <a:pt x="1" y="4537"/>
                  </a:cubicBezTo>
                  <a:lnTo>
                    <a:pt x="1" y="5231"/>
                  </a:lnTo>
                  <a:cubicBezTo>
                    <a:pt x="1" y="5420"/>
                    <a:pt x="158" y="5577"/>
                    <a:pt x="347" y="5577"/>
                  </a:cubicBezTo>
                  <a:lnTo>
                    <a:pt x="4537" y="5577"/>
                  </a:lnTo>
                  <a:cubicBezTo>
                    <a:pt x="4726" y="5577"/>
                    <a:pt x="4884" y="5420"/>
                    <a:pt x="4884" y="5231"/>
                  </a:cubicBezTo>
                  <a:lnTo>
                    <a:pt x="4884" y="4537"/>
                  </a:lnTo>
                  <a:cubicBezTo>
                    <a:pt x="4884" y="3529"/>
                    <a:pt x="4317" y="2710"/>
                    <a:pt x="3498" y="2332"/>
                  </a:cubicBezTo>
                  <a:cubicBezTo>
                    <a:pt x="3750" y="2080"/>
                    <a:pt x="3844" y="1765"/>
                    <a:pt x="3844" y="1387"/>
                  </a:cubicBezTo>
                  <a:cubicBezTo>
                    <a:pt x="3844" y="631"/>
                    <a:pt x="3214" y="1"/>
                    <a:pt x="24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74" name="Google Shape;10074;p63"/>
            <p:cNvSpPr/>
            <p:nvPr/>
          </p:nvSpPr>
          <p:spPr>
            <a:xfrm>
              <a:off x="2906575" y="2146650"/>
              <a:ext cx="191425" cy="69350"/>
            </a:xfrm>
            <a:custGeom>
              <a:rect l="l" t="t" r="r" b="b"/>
              <a:pathLst>
                <a:path w="7657" h="2774" extrusionOk="0">
                  <a:moveTo>
                    <a:pt x="1419" y="694"/>
                  </a:moveTo>
                  <a:lnTo>
                    <a:pt x="1419" y="2080"/>
                  </a:lnTo>
                  <a:lnTo>
                    <a:pt x="694" y="2080"/>
                  </a:lnTo>
                  <a:lnTo>
                    <a:pt x="694" y="694"/>
                  </a:lnTo>
                  <a:close/>
                  <a:moveTo>
                    <a:pt x="2773" y="694"/>
                  </a:moveTo>
                  <a:lnTo>
                    <a:pt x="2773" y="2080"/>
                  </a:lnTo>
                  <a:lnTo>
                    <a:pt x="2080" y="2080"/>
                  </a:lnTo>
                  <a:lnTo>
                    <a:pt x="2080" y="694"/>
                  </a:lnTo>
                  <a:close/>
                  <a:moveTo>
                    <a:pt x="4159" y="694"/>
                  </a:moveTo>
                  <a:lnTo>
                    <a:pt x="4159" y="2080"/>
                  </a:lnTo>
                  <a:lnTo>
                    <a:pt x="3466" y="2080"/>
                  </a:lnTo>
                  <a:lnTo>
                    <a:pt x="3466" y="694"/>
                  </a:lnTo>
                  <a:close/>
                  <a:moveTo>
                    <a:pt x="6995" y="694"/>
                  </a:moveTo>
                  <a:lnTo>
                    <a:pt x="6995" y="2080"/>
                  </a:lnTo>
                  <a:lnTo>
                    <a:pt x="4884" y="2080"/>
                  </a:lnTo>
                  <a:lnTo>
                    <a:pt x="4884" y="694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2427"/>
                  </a:lnTo>
                  <a:cubicBezTo>
                    <a:pt x="1" y="2616"/>
                    <a:pt x="158" y="2773"/>
                    <a:pt x="347" y="2773"/>
                  </a:cubicBezTo>
                  <a:lnTo>
                    <a:pt x="7310" y="2773"/>
                  </a:lnTo>
                  <a:cubicBezTo>
                    <a:pt x="7499" y="2773"/>
                    <a:pt x="7657" y="2616"/>
                    <a:pt x="7657" y="2427"/>
                  </a:cubicBezTo>
                  <a:lnTo>
                    <a:pt x="7657" y="347"/>
                  </a:lnTo>
                  <a:cubicBezTo>
                    <a:pt x="7657" y="127"/>
                    <a:pt x="7499" y="1"/>
                    <a:pt x="7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75" name="Google Shape;10075;p63"/>
            <p:cNvSpPr/>
            <p:nvPr/>
          </p:nvSpPr>
          <p:spPr>
            <a:xfrm>
              <a:off x="2872725" y="2112000"/>
              <a:ext cx="295375" cy="137875"/>
            </a:xfrm>
            <a:custGeom>
              <a:rect l="l" t="t" r="r" b="b"/>
              <a:pathLst>
                <a:path w="11815" h="5515" extrusionOk="0">
                  <a:moveTo>
                    <a:pt x="11121" y="2080"/>
                  </a:moveTo>
                  <a:lnTo>
                    <a:pt x="11121" y="3466"/>
                  </a:lnTo>
                  <a:lnTo>
                    <a:pt x="10397" y="3466"/>
                  </a:lnTo>
                  <a:lnTo>
                    <a:pt x="10397" y="2080"/>
                  </a:lnTo>
                  <a:close/>
                  <a:moveTo>
                    <a:pt x="9389" y="662"/>
                  </a:moveTo>
                  <a:cubicBezTo>
                    <a:pt x="9578" y="662"/>
                    <a:pt x="9735" y="820"/>
                    <a:pt x="9735" y="1009"/>
                  </a:cubicBezTo>
                  <a:lnTo>
                    <a:pt x="9735" y="4474"/>
                  </a:lnTo>
                  <a:cubicBezTo>
                    <a:pt x="9735" y="4663"/>
                    <a:pt x="9578" y="4852"/>
                    <a:pt x="9389" y="4852"/>
                  </a:cubicBezTo>
                  <a:lnTo>
                    <a:pt x="1040" y="4852"/>
                  </a:lnTo>
                  <a:cubicBezTo>
                    <a:pt x="819" y="4852"/>
                    <a:pt x="662" y="4663"/>
                    <a:pt x="662" y="4474"/>
                  </a:cubicBezTo>
                  <a:lnTo>
                    <a:pt x="662" y="1009"/>
                  </a:ln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41" y="1"/>
                    <a:pt x="0" y="473"/>
                    <a:pt x="0" y="1009"/>
                  </a:cubicBezTo>
                  <a:lnTo>
                    <a:pt x="0" y="4474"/>
                  </a:lnTo>
                  <a:cubicBezTo>
                    <a:pt x="0" y="5073"/>
                    <a:pt x="473" y="5514"/>
                    <a:pt x="1040" y="5514"/>
                  </a:cubicBezTo>
                  <a:lnTo>
                    <a:pt x="9357" y="5514"/>
                  </a:lnTo>
                  <a:cubicBezTo>
                    <a:pt x="9956" y="5514"/>
                    <a:pt x="10397" y="5041"/>
                    <a:pt x="10397" y="4474"/>
                  </a:cubicBezTo>
                  <a:lnTo>
                    <a:pt x="10397" y="4128"/>
                  </a:lnTo>
                  <a:lnTo>
                    <a:pt x="11436" y="4128"/>
                  </a:lnTo>
                  <a:cubicBezTo>
                    <a:pt x="11625" y="4128"/>
                    <a:pt x="11783" y="3970"/>
                    <a:pt x="11783" y="3781"/>
                  </a:cubicBezTo>
                  <a:lnTo>
                    <a:pt x="11783" y="1702"/>
                  </a:lnTo>
                  <a:cubicBezTo>
                    <a:pt x="11814" y="1513"/>
                    <a:pt x="11657" y="1387"/>
                    <a:pt x="11468" y="1387"/>
                  </a:cubicBezTo>
                  <a:lnTo>
                    <a:pt x="10397" y="1387"/>
                  </a:lnTo>
                  <a:lnTo>
                    <a:pt x="10397" y="1009"/>
                  </a:lnTo>
                  <a:cubicBezTo>
                    <a:pt x="10397" y="442"/>
                    <a:pt x="9924" y="1"/>
                    <a:pt x="93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76" name="Google Shape;10076;p63"/>
          <p:cNvGrpSpPr/>
          <p:nvPr/>
        </p:nvGrpSpPr>
        <p:grpSpPr>
          <a:xfrm>
            <a:off x="7545216" y="1755196"/>
            <a:ext cx="305771" cy="350401"/>
            <a:chOff x="2890050" y="2318350"/>
            <a:chExt cx="259150" cy="296975"/>
          </a:xfrm>
        </p:grpSpPr>
        <p:sp>
          <p:nvSpPr>
            <p:cNvPr id="10077" name="Google Shape;10077;p63"/>
            <p:cNvSpPr/>
            <p:nvPr/>
          </p:nvSpPr>
          <p:spPr>
            <a:xfrm>
              <a:off x="2936525" y="2353025"/>
              <a:ext cx="160700" cy="155975"/>
            </a:xfrm>
            <a:custGeom>
              <a:rect l="l" t="t" r="r" b="b"/>
              <a:pathLst>
                <a:path w="6428" h="6239" extrusionOk="0">
                  <a:moveTo>
                    <a:pt x="3371" y="2048"/>
                  </a:moveTo>
                  <a:cubicBezTo>
                    <a:pt x="3749" y="2048"/>
                    <a:pt x="4064" y="2363"/>
                    <a:pt x="4064" y="2773"/>
                  </a:cubicBezTo>
                  <a:cubicBezTo>
                    <a:pt x="4064" y="3151"/>
                    <a:pt x="3749" y="3466"/>
                    <a:pt x="3371" y="3466"/>
                  </a:cubicBezTo>
                  <a:cubicBezTo>
                    <a:pt x="2961" y="3466"/>
                    <a:pt x="2646" y="3151"/>
                    <a:pt x="2646" y="2773"/>
                  </a:cubicBezTo>
                  <a:cubicBezTo>
                    <a:pt x="2646" y="2363"/>
                    <a:pt x="2961" y="2048"/>
                    <a:pt x="3371" y="2048"/>
                  </a:cubicBezTo>
                  <a:close/>
                  <a:moveTo>
                    <a:pt x="3308" y="662"/>
                  </a:moveTo>
                  <a:cubicBezTo>
                    <a:pt x="4663" y="662"/>
                    <a:pt x="5734" y="1764"/>
                    <a:pt x="5734" y="3119"/>
                  </a:cubicBezTo>
                  <a:cubicBezTo>
                    <a:pt x="5734" y="3655"/>
                    <a:pt x="5513" y="4159"/>
                    <a:pt x="5167" y="4663"/>
                  </a:cubicBezTo>
                  <a:cubicBezTo>
                    <a:pt x="4978" y="4253"/>
                    <a:pt x="4694" y="3938"/>
                    <a:pt x="4316" y="3686"/>
                  </a:cubicBezTo>
                  <a:cubicBezTo>
                    <a:pt x="4537" y="3466"/>
                    <a:pt x="4694" y="3119"/>
                    <a:pt x="4694" y="2741"/>
                  </a:cubicBezTo>
                  <a:cubicBezTo>
                    <a:pt x="4694" y="2016"/>
                    <a:pt x="4064" y="1386"/>
                    <a:pt x="3308" y="1386"/>
                  </a:cubicBezTo>
                  <a:cubicBezTo>
                    <a:pt x="2583" y="1386"/>
                    <a:pt x="1953" y="2016"/>
                    <a:pt x="1953" y="2741"/>
                  </a:cubicBezTo>
                  <a:cubicBezTo>
                    <a:pt x="1953" y="3119"/>
                    <a:pt x="2111" y="3466"/>
                    <a:pt x="2331" y="3686"/>
                  </a:cubicBezTo>
                  <a:cubicBezTo>
                    <a:pt x="1953" y="3907"/>
                    <a:pt x="1670" y="4253"/>
                    <a:pt x="1481" y="4663"/>
                  </a:cubicBezTo>
                  <a:cubicBezTo>
                    <a:pt x="1008" y="4096"/>
                    <a:pt x="851" y="3434"/>
                    <a:pt x="914" y="2773"/>
                  </a:cubicBezTo>
                  <a:cubicBezTo>
                    <a:pt x="1071" y="1670"/>
                    <a:pt x="2048" y="662"/>
                    <a:pt x="3308" y="662"/>
                  </a:cubicBezTo>
                  <a:close/>
                  <a:moveTo>
                    <a:pt x="3308" y="4190"/>
                  </a:moveTo>
                  <a:cubicBezTo>
                    <a:pt x="3938" y="4190"/>
                    <a:pt x="4442" y="4600"/>
                    <a:pt x="4663" y="5167"/>
                  </a:cubicBezTo>
                  <a:cubicBezTo>
                    <a:pt x="4253" y="5387"/>
                    <a:pt x="3844" y="5545"/>
                    <a:pt x="3308" y="5545"/>
                  </a:cubicBezTo>
                  <a:cubicBezTo>
                    <a:pt x="2835" y="5545"/>
                    <a:pt x="2363" y="5387"/>
                    <a:pt x="1985" y="5167"/>
                  </a:cubicBezTo>
                  <a:cubicBezTo>
                    <a:pt x="2142" y="4568"/>
                    <a:pt x="2678" y="4190"/>
                    <a:pt x="3308" y="4190"/>
                  </a:cubicBezTo>
                  <a:close/>
                  <a:moveTo>
                    <a:pt x="3308" y="0"/>
                  </a:moveTo>
                  <a:cubicBezTo>
                    <a:pt x="1701" y="0"/>
                    <a:pt x="410" y="1229"/>
                    <a:pt x="252" y="2678"/>
                  </a:cubicBezTo>
                  <a:cubicBezTo>
                    <a:pt x="0" y="4600"/>
                    <a:pt x="1481" y="6238"/>
                    <a:pt x="3308" y="6238"/>
                  </a:cubicBezTo>
                  <a:cubicBezTo>
                    <a:pt x="5041" y="6238"/>
                    <a:pt x="6427" y="4820"/>
                    <a:pt x="6427" y="3119"/>
                  </a:cubicBezTo>
                  <a:cubicBezTo>
                    <a:pt x="6427" y="1386"/>
                    <a:pt x="5009" y="0"/>
                    <a:pt x="33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78" name="Google Shape;10078;p63"/>
            <p:cNvSpPr/>
            <p:nvPr/>
          </p:nvSpPr>
          <p:spPr>
            <a:xfrm>
              <a:off x="2890050" y="2318350"/>
              <a:ext cx="259150" cy="296975"/>
            </a:xfrm>
            <a:custGeom>
              <a:rect l="l" t="t" r="r" b="b"/>
              <a:pathLst>
                <a:path w="10366" h="11879" extrusionOk="0">
                  <a:moveTo>
                    <a:pt x="5167" y="694"/>
                  </a:moveTo>
                  <a:cubicBezTo>
                    <a:pt x="7309" y="694"/>
                    <a:pt x="9011" y="2427"/>
                    <a:pt x="9011" y="4506"/>
                  </a:cubicBezTo>
                  <a:cubicBezTo>
                    <a:pt x="9011" y="5640"/>
                    <a:pt x="8475" y="6711"/>
                    <a:pt x="7656" y="7405"/>
                  </a:cubicBezTo>
                  <a:lnTo>
                    <a:pt x="5167" y="9547"/>
                  </a:lnTo>
                  <a:lnTo>
                    <a:pt x="2710" y="7405"/>
                  </a:lnTo>
                  <a:cubicBezTo>
                    <a:pt x="1796" y="6585"/>
                    <a:pt x="1229" y="5420"/>
                    <a:pt x="1386" y="4034"/>
                  </a:cubicBezTo>
                  <a:cubicBezTo>
                    <a:pt x="1575" y="2206"/>
                    <a:pt x="3151" y="694"/>
                    <a:pt x="5167" y="694"/>
                  </a:cubicBezTo>
                  <a:close/>
                  <a:moveTo>
                    <a:pt x="8475" y="8980"/>
                  </a:moveTo>
                  <a:lnTo>
                    <a:pt x="9546" y="11122"/>
                  </a:lnTo>
                  <a:lnTo>
                    <a:pt x="977" y="11122"/>
                  </a:lnTo>
                  <a:lnTo>
                    <a:pt x="2017" y="8980"/>
                  </a:lnTo>
                  <a:lnTo>
                    <a:pt x="3529" y="8980"/>
                  </a:lnTo>
                  <a:lnTo>
                    <a:pt x="4978" y="10240"/>
                  </a:lnTo>
                  <a:cubicBezTo>
                    <a:pt x="5073" y="10272"/>
                    <a:pt x="5136" y="10335"/>
                    <a:pt x="5230" y="10335"/>
                  </a:cubicBezTo>
                  <a:cubicBezTo>
                    <a:pt x="5293" y="10335"/>
                    <a:pt x="5388" y="10272"/>
                    <a:pt x="5451" y="10240"/>
                  </a:cubicBezTo>
                  <a:lnTo>
                    <a:pt x="6900" y="8980"/>
                  </a:lnTo>
                  <a:close/>
                  <a:moveTo>
                    <a:pt x="5107" y="1"/>
                  </a:moveTo>
                  <a:cubicBezTo>
                    <a:pt x="2772" y="1"/>
                    <a:pt x="912" y="1815"/>
                    <a:pt x="662" y="3939"/>
                  </a:cubicBezTo>
                  <a:cubicBezTo>
                    <a:pt x="441" y="5483"/>
                    <a:pt x="1040" y="6932"/>
                    <a:pt x="2174" y="7940"/>
                  </a:cubicBezTo>
                  <a:lnTo>
                    <a:pt x="2615" y="8318"/>
                  </a:lnTo>
                  <a:lnTo>
                    <a:pt x="1638" y="8318"/>
                  </a:lnTo>
                  <a:cubicBezTo>
                    <a:pt x="1575" y="8318"/>
                    <a:pt x="1481" y="8413"/>
                    <a:pt x="1449" y="8507"/>
                  </a:cubicBezTo>
                  <a:lnTo>
                    <a:pt x="63" y="11343"/>
                  </a:lnTo>
                  <a:cubicBezTo>
                    <a:pt x="0" y="11469"/>
                    <a:pt x="0" y="11595"/>
                    <a:pt x="63" y="11721"/>
                  </a:cubicBezTo>
                  <a:cubicBezTo>
                    <a:pt x="126" y="11815"/>
                    <a:pt x="221" y="11878"/>
                    <a:pt x="347" y="11878"/>
                  </a:cubicBezTo>
                  <a:lnTo>
                    <a:pt x="10019" y="11878"/>
                  </a:lnTo>
                  <a:cubicBezTo>
                    <a:pt x="10145" y="11878"/>
                    <a:pt x="10271" y="11784"/>
                    <a:pt x="10302" y="11721"/>
                  </a:cubicBezTo>
                  <a:cubicBezTo>
                    <a:pt x="10365" y="11595"/>
                    <a:pt x="10365" y="11469"/>
                    <a:pt x="10302" y="11343"/>
                  </a:cubicBezTo>
                  <a:lnTo>
                    <a:pt x="8916" y="8507"/>
                  </a:lnTo>
                  <a:cubicBezTo>
                    <a:pt x="8885" y="8413"/>
                    <a:pt x="8727" y="8318"/>
                    <a:pt x="8601" y="8318"/>
                  </a:cubicBezTo>
                  <a:lnTo>
                    <a:pt x="7624" y="8318"/>
                  </a:lnTo>
                  <a:lnTo>
                    <a:pt x="8065" y="7940"/>
                  </a:lnTo>
                  <a:cubicBezTo>
                    <a:pt x="9042" y="7090"/>
                    <a:pt x="9641" y="5829"/>
                    <a:pt x="9641" y="4506"/>
                  </a:cubicBezTo>
                  <a:cubicBezTo>
                    <a:pt x="9641" y="2049"/>
                    <a:pt x="7656" y="1"/>
                    <a:pt x="5167" y="1"/>
                  </a:cubicBezTo>
                  <a:cubicBezTo>
                    <a:pt x="5147" y="1"/>
                    <a:pt x="5127" y="1"/>
                    <a:pt x="51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079" name="Google Shape;10079;p63"/>
          <p:cNvSpPr/>
          <p:nvPr/>
        </p:nvSpPr>
        <p:spPr>
          <a:xfrm>
            <a:off x="7585093" y="2196982"/>
            <a:ext cx="225862" cy="350371"/>
          </a:xfrm>
          <a:custGeom>
            <a:rect l="l" t="t" r="r" b="b"/>
            <a:pathLst>
              <a:path w="7657" h="11878" extrusionOk="0">
                <a:moveTo>
                  <a:pt x="3813" y="1387"/>
                </a:moveTo>
                <a:cubicBezTo>
                  <a:pt x="4254" y="1387"/>
                  <a:pt x="4664" y="1670"/>
                  <a:pt x="4821" y="2112"/>
                </a:cubicBezTo>
                <a:lnTo>
                  <a:pt x="2836" y="2112"/>
                </a:lnTo>
                <a:cubicBezTo>
                  <a:pt x="2994" y="1702"/>
                  <a:pt x="3372" y="1387"/>
                  <a:pt x="3813" y="1387"/>
                </a:cubicBezTo>
                <a:close/>
                <a:moveTo>
                  <a:pt x="4947" y="2805"/>
                </a:moveTo>
                <a:cubicBezTo>
                  <a:pt x="5199" y="2805"/>
                  <a:pt x="5357" y="3057"/>
                  <a:pt x="5294" y="3277"/>
                </a:cubicBezTo>
                <a:lnTo>
                  <a:pt x="4947" y="4222"/>
                </a:lnTo>
                <a:lnTo>
                  <a:pt x="2679" y="4222"/>
                </a:lnTo>
                <a:lnTo>
                  <a:pt x="2364" y="3277"/>
                </a:lnTo>
                <a:cubicBezTo>
                  <a:pt x="2332" y="3025"/>
                  <a:pt x="2490" y="2805"/>
                  <a:pt x="2710" y="2805"/>
                </a:cubicBezTo>
                <a:close/>
                <a:moveTo>
                  <a:pt x="4916" y="4852"/>
                </a:moveTo>
                <a:lnTo>
                  <a:pt x="5514" y="8381"/>
                </a:lnTo>
                <a:lnTo>
                  <a:pt x="2175" y="8381"/>
                </a:lnTo>
                <a:lnTo>
                  <a:pt x="2773" y="4852"/>
                </a:lnTo>
                <a:close/>
                <a:moveTo>
                  <a:pt x="5955" y="9074"/>
                </a:moveTo>
                <a:cubicBezTo>
                  <a:pt x="6144" y="9074"/>
                  <a:pt x="6302" y="9232"/>
                  <a:pt x="6302" y="9421"/>
                </a:cubicBezTo>
                <a:lnTo>
                  <a:pt x="6302" y="9799"/>
                </a:lnTo>
                <a:lnTo>
                  <a:pt x="1450" y="9799"/>
                </a:lnTo>
                <a:lnTo>
                  <a:pt x="1450" y="9421"/>
                </a:lnTo>
                <a:cubicBezTo>
                  <a:pt x="1419" y="9232"/>
                  <a:pt x="1576" y="9074"/>
                  <a:pt x="1765" y="9074"/>
                </a:cubicBezTo>
                <a:close/>
                <a:moveTo>
                  <a:pt x="6648" y="10460"/>
                </a:moveTo>
                <a:cubicBezTo>
                  <a:pt x="6806" y="10460"/>
                  <a:pt x="6964" y="10618"/>
                  <a:pt x="6964" y="10807"/>
                </a:cubicBezTo>
                <a:lnTo>
                  <a:pt x="6964" y="11153"/>
                </a:lnTo>
                <a:lnTo>
                  <a:pt x="757" y="11153"/>
                </a:lnTo>
                <a:lnTo>
                  <a:pt x="757" y="10807"/>
                </a:lnTo>
                <a:cubicBezTo>
                  <a:pt x="757" y="10618"/>
                  <a:pt x="915" y="10460"/>
                  <a:pt x="1104" y="10460"/>
                </a:cubicBezTo>
                <a:close/>
                <a:moveTo>
                  <a:pt x="3782" y="1"/>
                </a:moveTo>
                <a:cubicBezTo>
                  <a:pt x="3592" y="1"/>
                  <a:pt x="3435" y="158"/>
                  <a:pt x="3435" y="379"/>
                </a:cubicBezTo>
                <a:lnTo>
                  <a:pt x="3435" y="757"/>
                </a:lnTo>
                <a:cubicBezTo>
                  <a:pt x="2679" y="914"/>
                  <a:pt x="2143" y="1544"/>
                  <a:pt x="2049" y="2301"/>
                </a:cubicBezTo>
                <a:cubicBezTo>
                  <a:pt x="1702" y="2521"/>
                  <a:pt x="1545" y="3025"/>
                  <a:pt x="1671" y="3466"/>
                </a:cubicBezTo>
                <a:lnTo>
                  <a:pt x="1891" y="4191"/>
                </a:lnTo>
                <a:lnTo>
                  <a:pt x="1702" y="4191"/>
                </a:lnTo>
                <a:cubicBezTo>
                  <a:pt x="1513" y="4191"/>
                  <a:pt x="1356" y="4348"/>
                  <a:pt x="1356" y="4537"/>
                </a:cubicBezTo>
                <a:cubicBezTo>
                  <a:pt x="1356" y="4758"/>
                  <a:pt x="1513" y="4915"/>
                  <a:pt x="1702" y="4915"/>
                </a:cubicBezTo>
                <a:lnTo>
                  <a:pt x="1986" y="4915"/>
                </a:lnTo>
                <a:lnTo>
                  <a:pt x="1387" y="8444"/>
                </a:lnTo>
                <a:cubicBezTo>
                  <a:pt x="1009" y="8570"/>
                  <a:pt x="726" y="8948"/>
                  <a:pt x="726" y="9421"/>
                </a:cubicBezTo>
                <a:lnTo>
                  <a:pt x="726" y="9830"/>
                </a:lnTo>
                <a:cubicBezTo>
                  <a:pt x="316" y="9988"/>
                  <a:pt x="1" y="10334"/>
                  <a:pt x="1" y="10807"/>
                </a:cubicBezTo>
                <a:lnTo>
                  <a:pt x="1" y="11531"/>
                </a:lnTo>
                <a:cubicBezTo>
                  <a:pt x="1" y="11720"/>
                  <a:pt x="158" y="11878"/>
                  <a:pt x="347" y="11878"/>
                </a:cubicBezTo>
                <a:lnTo>
                  <a:pt x="7279" y="11878"/>
                </a:lnTo>
                <a:cubicBezTo>
                  <a:pt x="7499" y="11878"/>
                  <a:pt x="7657" y="11720"/>
                  <a:pt x="7657" y="11531"/>
                </a:cubicBezTo>
                <a:lnTo>
                  <a:pt x="7657" y="10807"/>
                </a:lnTo>
                <a:cubicBezTo>
                  <a:pt x="7657" y="10366"/>
                  <a:pt x="7373" y="9988"/>
                  <a:pt x="6932" y="9830"/>
                </a:cubicBezTo>
                <a:lnTo>
                  <a:pt x="6932" y="9421"/>
                </a:lnTo>
                <a:cubicBezTo>
                  <a:pt x="6932" y="8948"/>
                  <a:pt x="6617" y="8570"/>
                  <a:pt x="6176" y="8444"/>
                </a:cubicBezTo>
                <a:lnTo>
                  <a:pt x="5609" y="4915"/>
                </a:lnTo>
                <a:lnTo>
                  <a:pt x="5861" y="4915"/>
                </a:lnTo>
                <a:cubicBezTo>
                  <a:pt x="6081" y="4915"/>
                  <a:pt x="6207" y="4758"/>
                  <a:pt x="6207" y="4537"/>
                </a:cubicBezTo>
                <a:cubicBezTo>
                  <a:pt x="6207" y="4348"/>
                  <a:pt x="6081" y="4191"/>
                  <a:pt x="5861" y="4191"/>
                </a:cubicBezTo>
                <a:lnTo>
                  <a:pt x="5672" y="4191"/>
                </a:lnTo>
                <a:lnTo>
                  <a:pt x="5924" y="3466"/>
                </a:lnTo>
                <a:cubicBezTo>
                  <a:pt x="6081" y="3025"/>
                  <a:pt x="5861" y="2584"/>
                  <a:pt x="5514" y="2301"/>
                </a:cubicBezTo>
                <a:cubicBezTo>
                  <a:pt x="5451" y="1513"/>
                  <a:pt x="4884" y="914"/>
                  <a:pt x="4128" y="757"/>
                </a:cubicBezTo>
                <a:lnTo>
                  <a:pt x="4128" y="379"/>
                </a:lnTo>
                <a:cubicBezTo>
                  <a:pt x="4128" y="158"/>
                  <a:pt x="3971" y="1"/>
                  <a:pt x="37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080" name="Google Shape;10080;p63"/>
          <p:cNvGrpSpPr/>
          <p:nvPr/>
        </p:nvGrpSpPr>
        <p:grpSpPr>
          <a:xfrm>
            <a:off x="6187732" y="2670650"/>
            <a:ext cx="347569" cy="347569"/>
            <a:chOff x="4685050" y="1945825"/>
            <a:chExt cx="294575" cy="294575"/>
          </a:xfrm>
        </p:grpSpPr>
        <p:sp>
          <p:nvSpPr>
            <p:cNvPr id="10081" name="Google Shape;10081;p63"/>
            <p:cNvSpPr/>
            <p:nvPr/>
          </p:nvSpPr>
          <p:spPr>
            <a:xfrm>
              <a:off x="4720475" y="2086025"/>
              <a:ext cx="104775" cy="121300"/>
            </a:xfrm>
            <a:custGeom>
              <a:rect l="l" t="t" r="r" b="b"/>
              <a:pathLst>
                <a:path w="4191" h="4852" extrusionOk="0">
                  <a:moveTo>
                    <a:pt x="2017" y="693"/>
                  </a:moveTo>
                  <a:cubicBezTo>
                    <a:pt x="2427" y="693"/>
                    <a:pt x="2742" y="1008"/>
                    <a:pt x="2742" y="1386"/>
                  </a:cubicBezTo>
                  <a:cubicBezTo>
                    <a:pt x="2742" y="1796"/>
                    <a:pt x="2427" y="2111"/>
                    <a:pt x="2017" y="2111"/>
                  </a:cubicBezTo>
                  <a:cubicBezTo>
                    <a:pt x="1639" y="2111"/>
                    <a:pt x="1324" y="1796"/>
                    <a:pt x="1324" y="1386"/>
                  </a:cubicBezTo>
                  <a:cubicBezTo>
                    <a:pt x="1324" y="1008"/>
                    <a:pt x="1639" y="693"/>
                    <a:pt x="2017" y="693"/>
                  </a:cubicBezTo>
                  <a:close/>
                  <a:moveTo>
                    <a:pt x="2017" y="2772"/>
                  </a:moveTo>
                  <a:cubicBezTo>
                    <a:pt x="2773" y="2772"/>
                    <a:pt x="3403" y="3403"/>
                    <a:pt x="3403" y="4127"/>
                  </a:cubicBezTo>
                  <a:lnTo>
                    <a:pt x="631" y="4127"/>
                  </a:lnTo>
                  <a:cubicBezTo>
                    <a:pt x="631" y="3403"/>
                    <a:pt x="1261" y="2772"/>
                    <a:pt x="2017" y="2772"/>
                  </a:cubicBezTo>
                  <a:close/>
                  <a:moveTo>
                    <a:pt x="2049" y="0"/>
                  </a:moveTo>
                  <a:cubicBezTo>
                    <a:pt x="1324" y="0"/>
                    <a:pt x="694" y="630"/>
                    <a:pt x="694" y="1386"/>
                  </a:cubicBezTo>
                  <a:cubicBezTo>
                    <a:pt x="694" y="1733"/>
                    <a:pt x="851" y="2111"/>
                    <a:pt x="1072" y="2331"/>
                  </a:cubicBezTo>
                  <a:cubicBezTo>
                    <a:pt x="442" y="2678"/>
                    <a:pt x="1" y="3340"/>
                    <a:pt x="1" y="4127"/>
                  </a:cubicBezTo>
                  <a:lnTo>
                    <a:pt x="1" y="4505"/>
                  </a:lnTo>
                  <a:cubicBezTo>
                    <a:pt x="1" y="4694"/>
                    <a:pt x="158" y="4852"/>
                    <a:pt x="379" y="4852"/>
                  </a:cubicBezTo>
                  <a:lnTo>
                    <a:pt x="3844" y="4852"/>
                  </a:lnTo>
                  <a:cubicBezTo>
                    <a:pt x="4033" y="4852"/>
                    <a:pt x="4191" y="4694"/>
                    <a:pt x="4191" y="4505"/>
                  </a:cubicBezTo>
                  <a:lnTo>
                    <a:pt x="4191" y="4127"/>
                  </a:lnTo>
                  <a:cubicBezTo>
                    <a:pt x="4096" y="3340"/>
                    <a:pt x="3687" y="2678"/>
                    <a:pt x="3057" y="2331"/>
                  </a:cubicBezTo>
                  <a:cubicBezTo>
                    <a:pt x="3277" y="2111"/>
                    <a:pt x="3435" y="1733"/>
                    <a:pt x="3435" y="1386"/>
                  </a:cubicBezTo>
                  <a:cubicBezTo>
                    <a:pt x="3435" y="630"/>
                    <a:pt x="2805" y="0"/>
                    <a:pt x="20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82" name="Google Shape;10082;p63"/>
            <p:cNvSpPr/>
            <p:nvPr/>
          </p:nvSpPr>
          <p:spPr>
            <a:xfrm>
              <a:off x="4685050" y="1945825"/>
              <a:ext cx="294575" cy="294575"/>
            </a:xfrm>
            <a:custGeom>
              <a:rect l="l" t="t" r="r" b="b"/>
              <a:pathLst>
                <a:path w="11783" h="11783" extrusionOk="0">
                  <a:moveTo>
                    <a:pt x="6900" y="693"/>
                  </a:moveTo>
                  <a:lnTo>
                    <a:pt x="6900" y="1418"/>
                  </a:lnTo>
                  <a:lnTo>
                    <a:pt x="4820" y="1418"/>
                  </a:lnTo>
                  <a:lnTo>
                    <a:pt x="4820" y="693"/>
                  </a:lnTo>
                  <a:close/>
                  <a:moveTo>
                    <a:pt x="7215" y="2111"/>
                  </a:moveTo>
                  <a:cubicBezTo>
                    <a:pt x="7404" y="2111"/>
                    <a:pt x="7561" y="2269"/>
                    <a:pt x="7561" y="2458"/>
                  </a:cubicBezTo>
                  <a:cubicBezTo>
                    <a:pt x="7561" y="2678"/>
                    <a:pt x="7404" y="2836"/>
                    <a:pt x="7215" y="2836"/>
                  </a:cubicBezTo>
                  <a:lnTo>
                    <a:pt x="4474" y="2836"/>
                  </a:lnTo>
                  <a:cubicBezTo>
                    <a:pt x="4253" y="2836"/>
                    <a:pt x="4096" y="2678"/>
                    <a:pt x="4096" y="2458"/>
                  </a:cubicBezTo>
                  <a:cubicBezTo>
                    <a:pt x="4096" y="2269"/>
                    <a:pt x="4316" y="2111"/>
                    <a:pt x="4474" y="2111"/>
                  </a:cubicBezTo>
                  <a:close/>
                  <a:moveTo>
                    <a:pt x="6900" y="3497"/>
                  </a:moveTo>
                  <a:lnTo>
                    <a:pt x="6900" y="4568"/>
                  </a:lnTo>
                  <a:cubicBezTo>
                    <a:pt x="6900" y="4757"/>
                    <a:pt x="6742" y="4915"/>
                    <a:pt x="6553" y="4915"/>
                  </a:cubicBezTo>
                  <a:lnTo>
                    <a:pt x="5167" y="4915"/>
                  </a:lnTo>
                  <a:cubicBezTo>
                    <a:pt x="4978" y="4915"/>
                    <a:pt x="4820" y="4757"/>
                    <a:pt x="4820" y="4568"/>
                  </a:cubicBezTo>
                  <a:lnTo>
                    <a:pt x="4820" y="3497"/>
                  </a:lnTo>
                  <a:close/>
                  <a:moveTo>
                    <a:pt x="10775" y="4883"/>
                  </a:moveTo>
                  <a:cubicBezTo>
                    <a:pt x="10964" y="4883"/>
                    <a:pt x="11121" y="5041"/>
                    <a:pt x="11121" y="5230"/>
                  </a:cubicBezTo>
                  <a:lnTo>
                    <a:pt x="11121" y="10775"/>
                  </a:lnTo>
                  <a:cubicBezTo>
                    <a:pt x="11121" y="10964"/>
                    <a:pt x="10964" y="11121"/>
                    <a:pt x="10775" y="11121"/>
                  </a:cubicBezTo>
                  <a:lnTo>
                    <a:pt x="1008" y="11121"/>
                  </a:lnTo>
                  <a:cubicBezTo>
                    <a:pt x="788" y="11121"/>
                    <a:pt x="630" y="10964"/>
                    <a:pt x="630" y="10775"/>
                  </a:cubicBezTo>
                  <a:lnTo>
                    <a:pt x="630" y="5230"/>
                  </a:lnTo>
                  <a:cubicBezTo>
                    <a:pt x="630" y="5041"/>
                    <a:pt x="788" y="4883"/>
                    <a:pt x="1008" y="4883"/>
                  </a:cubicBezTo>
                  <a:lnTo>
                    <a:pt x="4190" y="4883"/>
                  </a:lnTo>
                  <a:cubicBezTo>
                    <a:pt x="4348" y="5261"/>
                    <a:pt x="4694" y="5577"/>
                    <a:pt x="5167" y="5577"/>
                  </a:cubicBezTo>
                  <a:lnTo>
                    <a:pt x="6553" y="5577"/>
                  </a:lnTo>
                  <a:cubicBezTo>
                    <a:pt x="6994" y="5577"/>
                    <a:pt x="7372" y="5293"/>
                    <a:pt x="7530" y="4883"/>
                  </a:cubicBezTo>
                  <a:close/>
                  <a:moveTo>
                    <a:pt x="4505" y="0"/>
                  </a:moveTo>
                  <a:cubicBezTo>
                    <a:pt x="4316" y="0"/>
                    <a:pt x="4159" y="158"/>
                    <a:pt x="4159" y="347"/>
                  </a:cubicBezTo>
                  <a:lnTo>
                    <a:pt x="4159" y="1449"/>
                  </a:lnTo>
                  <a:cubicBezTo>
                    <a:pt x="3749" y="1607"/>
                    <a:pt x="3434" y="1953"/>
                    <a:pt x="3434" y="2426"/>
                  </a:cubicBezTo>
                  <a:cubicBezTo>
                    <a:pt x="3434" y="2867"/>
                    <a:pt x="3718" y="3245"/>
                    <a:pt x="4159" y="3403"/>
                  </a:cubicBezTo>
                  <a:lnTo>
                    <a:pt x="4159" y="4190"/>
                  </a:lnTo>
                  <a:lnTo>
                    <a:pt x="1040" y="4190"/>
                  </a:lnTo>
                  <a:cubicBezTo>
                    <a:pt x="441" y="4190"/>
                    <a:pt x="0" y="4663"/>
                    <a:pt x="0" y="5230"/>
                  </a:cubicBezTo>
                  <a:lnTo>
                    <a:pt x="0" y="10775"/>
                  </a:lnTo>
                  <a:cubicBezTo>
                    <a:pt x="0" y="11373"/>
                    <a:pt x="473" y="11783"/>
                    <a:pt x="1040" y="11783"/>
                  </a:cubicBezTo>
                  <a:lnTo>
                    <a:pt x="10775" y="11783"/>
                  </a:lnTo>
                  <a:cubicBezTo>
                    <a:pt x="11342" y="11783"/>
                    <a:pt x="11783" y="11310"/>
                    <a:pt x="11783" y="10775"/>
                  </a:cubicBezTo>
                  <a:lnTo>
                    <a:pt x="11783" y="5230"/>
                  </a:lnTo>
                  <a:cubicBezTo>
                    <a:pt x="11783" y="4663"/>
                    <a:pt x="11342" y="4190"/>
                    <a:pt x="10775" y="4190"/>
                  </a:cubicBezTo>
                  <a:lnTo>
                    <a:pt x="7624" y="4190"/>
                  </a:lnTo>
                  <a:lnTo>
                    <a:pt x="7624" y="3403"/>
                  </a:lnTo>
                  <a:cubicBezTo>
                    <a:pt x="8002" y="3245"/>
                    <a:pt x="8317" y="2899"/>
                    <a:pt x="8317" y="2426"/>
                  </a:cubicBezTo>
                  <a:cubicBezTo>
                    <a:pt x="8317" y="1985"/>
                    <a:pt x="8034" y="1607"/>
                    <a:pt x="7624" y="1449"/>
                  </a:cubicBezTo>
                  <a:lnTo>
                    <a:pt x="7624" y="347"/>
                  </a:lnTo>
                  <a:cubicBezTo>
                    <a:pt x="7624" y="158"/>
                    <a:pt x="7467" y="0"/>
                    <a:pt x="7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83" name="Google Shape;10083;p63"/>
            <p:cNvSpPr/>
            <p:nvPr/>
          </p:nvSpPr>
          <p:spPr>
            <a:xfrm>
              <a:off x="4840200" y="2103350"/>
              <a:ext cx="104775" cy="17350"/>
            </a:xfrm>
            <a:custGeom>
              <a:rect l="l" t="t" r="r" b="b"/>
              <a:pathLst>
                <a:path w="4191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844" y="693"/>
                  </a:lnTo>
                  <a:cubicBezTo>
                    <a:pt x="4033" y="693"/>
                    <a:pt x="4191" y="536"/>
                    <a:pt x="4191" y="347"/>
                  </a:cubicBezTo>
                  <a:cubicBezTo>
                    <a:pt x="4191" y="158"/>
                    <a:pt x="4033" y="0"/>
                    <a:pt x="3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84" name="Google Shape;10084;p63"/>
            <p:cNvSpPr/>
            <p:nvPr/>
          </p:nvSpPr>
          <p:spPr>
            <a:xfrm>
              <a:off x="4840200" y="2137200"/>
              <a:ext cx="104775" cy="18150"/>
            </a:xfrm>
            <a:custGeom>
              <a:rect l="l" t="t" r="r" b="b"/>
              <a:pathLst>
                <a:path w="4191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3844" y="725"/>
                  </a:lnTo>
                  <a:cubicBezTo>
                    <a:pt x="4033" y="725"/>
                    <a:pt x="4191" y="568"/>
                    <a:pt x="4191" y="379"/>
                  </a:cubicBezTo>
                  <a:cubicBezTo>
                    <a:pt x="4191" y="158"/>
                    <a:pt x="4033" y="1"/>
                    <a:pt x="38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85" name="Google Shape;10085;p63"/>
            <p:cNvSpPr/>
            <p:nvPr/>
          </p:nvSpPr>
          <p:spPr>
            <a:xfrm>
              <a:off x="4840200" y="2171875"/>
              <a:ext cx="104775" cy="18125"/>
            </a:xfrm>
            <a:custGeom>
              <a:rect l="l" t="t" r="r" b="b"/>
              <a:pathLst>
                <a:path w="4191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844" y="725"/>
                  </a:lnTo>
                  <a:cubicBezTo>
                    <a:pt x="4033" y="725"/>
                    <a:pt x="4191" y="567"/>
                    <a:pt x="4191" y="347"/>
                  </a:cubicBezTo>
                  <a:cubicBezTo>
                    <a:pt x="4191" y="158"/>
                    <a:pt x="4033" y="0"/>
                    <a:pt x="3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086" name="Google Shape;10086;p63"/>
          <p:cNvSpPr/>
          <p:nvPr/>
        </p:nvSpPr>
        <p:spPr>
          <a:xfrm>
            <a:off x="6187137" y="3159582"/>
            <a:ext cx="348513" cy="347599"/>
          </a:xfrm>
          <a:custGeom>
            <a:rect l="l" t="t" r="r" b="b"/>
            <a:pathLst>
              <a:path w="11815" h="11784" extrusionOk="0">
                <a:moveTo>
                  <a:pt x="5923" y="2080"/>
                </a:moveTo>
                <a:cubicBezTo>
                  <a:pt x="6459" y="2080"/>
                  <a:pt x="6932" y="2552"/>
                  <a:pt x="6932" y="3119"/>
                </a:cubicBezTo>
                <a:lnTo>
                  <a:pt x="6932" y="3466"/>
                </a:lnTo>
                <a:lnTo>
                  <a:pt x="4884" y="3466"/>
                </a:lnTo>
                <a:lnTo>
                  <a:pt x="4884" y="3119"/>
                </a:lnTo>
                <a:cubicBezTo>
                  <a:pt x="4884" y="2521"/>
                  <a:pt x="5356" y="2080"/>
                  <a:pt x="5923" y="2080"/>
                </a:cubicBezTo>
                <a:close/>
                <a:moveTo>
                  <a:pt x="5923" y="662"/>
                </a:moveTo>
                <a:cubicBezTo>
                  <a:pt x="7247" y="662"/>
                  <a:pt x="8349" y="1765"/>
                  <a:pt x="8349" y="3119"/>
                </a:cubicBezTo>
                <a:lnTo>
                  <a:pt x="8349" y="3466"/>
                </a:lnTo>
                <a:lnTo>
                  <a:pt x="7656" y="3466"/>
                </a:lnTo>
                <a:lnTo>
                  <a:pt x="7656" y="3119"/>
                </a:lnTo>
                <a:cubicBezTo>
                  <a:pt x="7656" y="2174"/>
                  <a:pt x="6869" y="1387"/>
                  <a:pt x="5923" y="1387"/>
                </a:cubicBezTo>
                <a:cubicBezTo>
                  <a:pt x="4978" y="1387"/>
                  <a:pt x="4191" y="2174"/>
                  <a:pt x="4191" y="3119"/>
                </a:cubicBezTo>
                <a:lnTo>
                  <a:pt x="4191" y="3466"/>
                </a:lnTo>
                <a:lnTo>
                  <a:pt x="3466" y="3466"/>
                </a:lnTo>
                <a:lnTo>
                  <a:pt x="3466" y="3119"/>
                </a:lnTo>
                <a:cubicBezTo>
                  <a:pt x="3466" y="1765"/>
                  <a:pt x="4569" y="662"/>
                  <a:pt x="5923" y="662"/>
                </a:cubicBezTo>
                <a:close/>
                <a:moveTo>
                  <a:pt x="1387" y="4191"/>
                </a:moveTo>
                <a:lnTo>
                  <a:pt x="1387" y="6742"/>
                </a:lnTo>
                <a:cubicBezTo>
                  <a:pt x="946" y="6490"/>
                  <a:pt x="662" y="6018"/>
                  <a:pt x="662" y="5545"/>
                </a:cubicBezTo>
                <a:lnTo>
                  <a:pt x="662" y="4537"/>
                </a:lnTo>
                <a:cubicBezTo>
                  <a:pt x="662" y="4348"/>
                  <a:pt x="820" y="4191"/>
                  <a:pt x="1040" y="4191"/>
                </a:cubicBezTo>
                <a:close/>
                <a:moveTo>
                  <a:pt x="10775" y="4128"/>
                </a:moveTo>
                <a:cubicBezTo>
                  <a:pt x="10996" y="4128"/>
                  <a:pt x="11153" y="4285"/>
                  <a:pt x="11153" y="4506"/>
                </a:cubicBezTo>
                <a:lnTo>
                  <a:pt x="11153" y="5545"/>
                </a:lnTo>
                <a:cubicBezTo>
                  <a:pt x="11153" y="6081"/>
                  <a:pt x="10870" y="6490"/>
                  <a:pt x="10429" y="6742"/>
                </a:cubicBezTo>
                <a:lnTo>
                  <a:pt x="10429" y="4128"/>
                </a:lnTo>
                <a:close/>
                <a:moveTo>
                  <a:pt x="8349" y="4191"/>
                </a:moveTo>
                <a:lnTo>
                  <a:pt x="8349" y="6931"/>
                </a:lnTo>
                <a:lnTo>
                  <a:pt x="3498" y="6931"/>
                </a:lnTo>
                <a:lnTo>
                  <a:pt x="3498" y="4191"/>
                </a:lnTo>
                <a:close/>
                <a:moveTo>
                  <a:pt x="6270" y="7593"/>
                </a:moveTo>
                <a:lnTo>
                  <a:pt x="6270" y="7971"/>
                </a:lnTo>
                <a:cubicBezTo>
                  <a:pt x="6270" y="8160"/>
                  <a:pt x="6112" y="8318"/>
                  <a:pt x="5923" y="8318"/>
                </a:cubicBezTo>
                <a:cubicBezTo>
                  <a:pt x="5703" y="8318"/>
                  <a:pt x="5545" y="8160"/>
                  <a:pt x="5545" y="7971"/>
                </a:cubicBezTo>
                <a:lnTo>
                  <a:pt x="5545" y="7593"/>
                </a:lnTo>
                <a:close/>
                <a:moveTo>
                  <a:pt x="662" y="7089"/>
                </a:moveTo>
                <a:cubicBezTo>
                  <a:pt x="883" y="7278"/>
                  <a:pt x="1103" y="7404"/>
                  <a:pt x="1387" y="7467"/>
                </a:cubicBezTo>
                <a:lnTo>
                  <a:pt x="1387" y="11153"/>
                </a:lnTo>
                <a:lnTo>
                  <a:pt x="1040" y="11153"/>
                </a:lnTo>
                <a:cubicBezTo>
                  <a:pt x="820" y="11153"/>
                  <a:pt x="662" y="10996"/>
                  <a:pt x="662" y="10807"/>
                </a:cubicBezTo>
                <a:lnTo>
                  <a:pt x="662" y="7089"/>
                </a:lnTo>
                <a:close/>
                <a:moveTo>
                  <a:pt x="2804" y="4191"/>
                </a:moveTo>
                <a:lnTo>
                  <a:pt x="2804" y="11153"/>
                </a:lnTo>
                <a:lnTo>
                  <a:pt x="2080" y="11153"/>
                </a:lnTo>
                <a:lnTo>
                  <a:pt x="2080" y="4191"/>
                </a:lnTo>
                <a:close/>
                <a:moveTo>
                  <a:pt x="8318" y="7656"/>
                </a:moveTo>
                <a:lnTo>
                  <a:pt x="8318" y="11153"/>
                </a:lnTo>
                <a:lnTo>
                  <a:pt x="3498" y="11153"/>
                </a:lnTo>
                <a:lnTo>
                  <a:pt x="3498" y="7656"/>
                </a:lnTo>
                <a:lnTo>
                  <a:pt x="4884" y="7656"/>
                </a:lnTo>
                <a:lnTo>
                  <a:pt x="4884" y="8003"/>
                </a:lnTo>
                <a:cubicBezTo>
                  <a:pt x="4884" y="8601"/>
                  <a:pt x="5356" y="9011"/>
                  <a:pt x="5923" y="9011"/>
                </a:cubicBezTo>
                <a:cubicBezTo>
                  <a:pt x="6459" y="9011"/>
                  <a:pt x="6932" y="8538"/>
                  <a:pt x="6932" y="8003"/>
                </a:cubicBezTo>
                <a:lnTo>
                  <a:pt x="6932" y="7656"/>
                </a:lnTo>
                <a:close/>
                <a:moveTo>
                  <a:pt x="9767" y="4191"/>
                </a:moveTo>
                <a:lnTo>
                  <a:pt x="9767" y="11153"/>
                </a:lnTo>
                <a:lnTo>
                  <a:pt x="9074" y="11153"/>
                </a:lnTo>
                <a:lnTo>
                  <a:pt x="9074" y="4191"/>
                </a:lnTo>
                <a:close/>
                <a:moveTo>
                  <a:pt x="11153" y="7120"/>
                </a:moveTo>
                <a:lnTo>
                  <a:pt x="11153" y="10807"/>
                </a:lnTo>
                <a:cubicBezTo>
                  <a:pt x="11153" y="10996"/>
                  <a:pt x="10996" y="11153"/>
                  <a:pt x="10807" y="11153"/>
                </a:cubicBezTo>
                <a:lnTo>
                  <a:pt x="10429" y="11153"/>
                </a:lnTo>
                <a:lnTo>
                  <a:pt x="10429" y="7530"/>
                </a:lnTo>
                <a:cubicBezTo>
                  <a:pt x="10712" y="7436"/>
                  <a:pt x="10964" y="7278"/>
                  <a:pt x="11153" y="7120"/>
                </a:cubicBezTo>
                <a:close/>
                <a:moveTo>
                  <a:pt x="5923" y="0"/>
                </a:moveTo>
                <a:cubicBezTo>
                  <a:pt x="4191" y="0"/>
                  <a:pt x="2804" y="1418"/>
                  <a:pt x="2804" y="3119"/>
                </a:cubicBezTo>
                <a:lnTo>
                  <a:pt x="2804" y="3466"/>
                </a:lnTo>
                <a:lnTo>
                  <a:pt x="1040" y="3466"/>
                </a:lnTo>
                <a:cubicBezTo>
                  <a:pt x="442" y="3466"/>
                  <a:pt x="1" y="3939"/>
                  <a:pt x="1" y="4474"/>
                </a:cubicBezTo>
                <a:lnTo>
                  <a:pt x="1" y="5514"/>
                </a:lnTo>
                <a:lnTo>
                  <a:pt x="1" y="10744"/>
                </a:lnTo>
                <a:cubicBezTo>
                  <a:pt x="1" y="11342"/>
                  <a:pt x="473" y="11783"/>
                  <a:pt x="1040" y="11783"/>
                </a:cubicBezTo>
                <a:lnTo>
                  <a:pt x="10807" y="11783"/>
                </a:lnTo>
                <a:cubicBezTo>
                  <a:pt x="11374" y="11783"/>
                  <a:pt x="11815" y="11311"/>
                  <a:pt x="11815" y="10744"/>
                </a:cubicBezTo>
                <a:lnTo>
                  <a:pt x="11815" y="5514"/>
                </a:lnTo>
                <a:lnTo>
                  <a:pt x="11815" y="4474"/>
                </a:lnTo>
                <a:cubicBezTo>
                  <a:pt x="11815" y="3939"/>
                  <a:pt x="11374" y="3466"/>
                  <a:pt x="10807" y="3466"/>
                </a:cubicBezTo>
                <a:lnTo>
                  <a:pt x="9011" y="3466"/>
                </a:lnTo>
                <a:lnTo>
                  <a:pt x="9011" y="3119"/>
                </a:lnTo>
                <a:cubicBezTo>
                  <a:pt x="9011" y="1387"/>
                  <a:pt x="7593" y="0"/>
                  <a:pt x="59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87" name="Google Shape;10087;p63"/>
          <p:cNvSpPr/>
          <p:nvPr/>
        </p:nvSpPr>
        <p:spPr>
          <a:xfrm>
            <a:off x="6208050" y="3607496"/>
            <a:ext cx="306686" cy="350371"/>
          </a:xfrm>
          <a:custGeom>
            <a:rect l="l" t="t" r="r" b="b"/>
            <a:pathLst>
              <a:path w="10397" h="11878" extrusionOk="0">
                <a:moveTo>
                  <a:pt x="5135" y="725"/>
                </a:moveTo>
                <a:cubicBezTo>
                  <a:pt x="6868" y="725"/>
                  <a:pt x="8254" y="2142"/>
                  <a:pt x="8254" y="3844"/>
                </a:cubicBezTo>
                <a:lnTo>
                  <a:pt x="8254" y="5923"/>
                </a:lnTo>
                <a:cubicBezTo>
                  <a:pt x="8254" y="6112"/>
                  <a:pt x="8097" y="6270"/>
                  <a:pt x="7908" y="6270"/>
                </a:cubicBezTo>
                <a:lnTo>
                  <a:pt x="7498" y="6270"/>
                </a:lnTo>
                <a:cubicBezTo>
                  <a:pt x="7561" y="6144"/>
                  <a:pt x="7561" y="6049"/>
                  <a:pt x="7561" y="5923"/>
                </a:cubicBezTo>
                <a:lnTo>
                  <a:pt x="7561" y="3844"/>
                </a:lnTo>
                <a:cubicBezTo>
                  <a:pt x="7561" y="3623"/>
                  <a:pt x="7404" y="3466"/>
                  <a:pt x="7183" y="3466"/>
                </a:cubicBezTo>
                <a:lnTo>
                  <a:pt x="6490" y="3466"/>
                </a:lnTo>
                <a:cubicBezTo>
                  <a:pt x="5892" y="3466"/>
                  <a:pt x="5450" y="2993"/>
                  <a:pt x="5450" y="2458"/>
                </a:cubicBezTo>
                <a:lnTo>
                  <a:pt x="5450" y="1733"/>
                </a:lnTo>
                <a:cubicBezTo>
                  <a:pt x="5450" y="1544"/>
                  <a:pt x="5293" y="1386"/>
                  <a:pt x="5104" y="1386"/>
                </a:cubicBezTo>
                <a:cubicBezTo>
                  <a:pt x="4915" y="1386"/>
                  <a:pt x="4757" y="1544"/>
                  <a:pt x="4757" y="1733"/>
                </a:cubicBezTo>
                <a:lnTo>
                  <a:pt x="4757" y="2458"/>
                </a:lnTo>
                <a:cubicBezTo>
                  <a:pt x="4757" y="3056"/>
                  <a:pt x="4285" y="3466"/>
                  <a:pt x="3718" y="3466"/>
                </a:cubicBezTo>
                <a:lnTo>
                  <a:pt x="3088" y="3466"/>
                </a:lnTo>
                <a:cubicBezTo>
                  <a:pt x="2899" y="3466"/>
                  <a:pt x="2741" y="3623"/>
                  <a:pt x="2741" y="3844"/>
                </a:cubicBezTo>
                <a:lnTo>
                  <a:pt x="2741" y="5923"/>
                </a:lnTo>
                <a:cubicBezTo>
                  <a:pt x="2741" y="6049"/>
                  <a:pt x="2741" y="6144"/>
                  <a:pt x="2773" y="6270"/>
                </a:cubicBezTo>
                <a:lnTo>
                  <a:pt x="2395" y="6270"/>
                </a:lnTo>
                <a:cubicBezTo>
                  <a:pt x="2205" y="6270"/>
                  <a:pt x="2048" y="6112"/>
                  <a:pt x="2048" y="5923"/>
                </a:cubicBezTo>
                <a:lnTo>
                  <a:pt x="2048" y="3844"/>
                </a:lnTo>
                <a:cubicBezTo>
                  <a:pt x="2048" y="2111"/>
                  <a:pt x="3466" y="725"/>
                  <a:pt x="5135" y="725"/>
                </a:cubicBezTo>
                <a:close/>
                <a:moveTo>
                  <a:pt x="5230" y="3466"/>
                </a:moveTo>
                <a:cubicBezTo>
                  <a:pt x="5545" y="3907"/>
                  <a:pt x="6049" y="4190"/>
                  <a:pt x="6585" y="4190"/>
                </a:cubicBezTo>
                <a:lnTo>
                  <a:pt x="6963" y="4190"/>
                </a:lnTo>
                <a:lnTo>
                  <a:pt x="6963" y="5955"/>
                </a:lnTo>
                <a:lnTo>
                  <a:pt x="6931" y="5955"/>
                </a:lnTo>
                <a:cubicBezTo>
                  <a:pt x="6931" y="6553"/>
                  <a:pt x="6459" y="6994"/>
                  <a:pt x="5892" y="6994"/>
                </a:cubicBezTo>
                <a:lnTo>
                  <a:pt x="4505" y="6994"/>
                </a:lnTo>
                <a:cubicBezTo>
                  <a:pt x="3938" y="6994"/>
                  <a:pt x="3497" y="6522"/>
                  <a:pt x="3497" y="5955"/>
                </a:cubicBezTo>
                <a:lnTo>
                  <a:pt x="3497" y="4190"/>
                </a:lnTo>
                <a:lnTo>
                  <a:pt x="3844" y="4190"/>
                </a:lnTo>
                <a:cubicBezTo>
                  <a:pt x="4379" y="4190"/>
                  <a:pt x="4915" y="3907"/>
                  <a:pt x="5230" y="3466"/>
                </a:cubicBezTo>
                <a:close/>
                <a:moveTo>
                  <a:pt x="6301" y="7624"/>
                </a:moveTo>
                <a:cubicBezTo>
                  <a:pt x="6396" y="8034"/>
                  <a:pt x="6805" y="8349"/>
                  <a:pt x="7278" y="8349"/>
                </a:cubicBezTo>
                <a:lnTo>
                  <a:pt x="7624" y="8349"/>
                </a:lnTo>
                <a:lnTo>
                  <a:pt x="7624" y="9200"/>
                </a:lnTo>
                <a:cubicBezTo>
                  <a:pt x="6852" y="9546"/>
                  <a:pt x="6025" y="9719"/>
                  <a:pt x="5198" y="9719"/>
                </a:cubicBezTo>
                <a:cubicBezTo>
                  <a:pt x="4371" y="9719"/>
                  <a:pt x="3544" y="9546"/>
                  <a:pt x="2773" y="9200"/>
                </a:cubicBezTo>
                <a:lnTo>
                  <a:pt x="2773" y="8349"/>
                </a:lnTo>
                <a:lnTo>
                  <a:pt x="3119" y="8349"/>
                </a:lnTo>
                <a:cubicBezTo>
                  <a:pt x="3560" y="8349"/>
                  <a:pt x="3970" y="8034"/>
                  <a:pt x="4127" y="7624"/>
                </a:cubicBezTo>
                <a:cubicBezTo>
                  <a:pt x="4253" y="7656"/>
                  <a:pt x="4411" y="7656"/>
                  <a:pt x="4505" y="7656"/>
                </a:cubicBezTo>
                <a:lnTo>
                  <a:pt x="5892" y="7656"/>
                </a:lnTo>
                <a:cubicBezTo>
                  <a:pt x="6018" y="7656"/>
                  <a:pt x="6175" y="7656"/>
                  <a:pt x="6301" y="7624"/>
                </a:cubicBezTo>
                <a:close/>
                <a:moveTo>
                  <a:pt x="2079" y="8349"/>
                </a:moveTo>
                <a:lnTo>
                  <a:pt x="2079" y="11153"/>
                </a:lnTo>
                <a:lnTo>
                  <a:pt x="693" y="11153"/>
                </a:lnTo>
                <a:lnTo>
                  <a:pt x="693" y="9389"/>
                </a:lnTo>
                <a:cubicBezTo>
                  <a:pt x="693" y="8790"/>
                  <a:pt x="1166" y="8349"/>
                  <a:pt x="1733" y="8349"/>
                </a:cubicBezTo>
                <a:close/>
                <a:moveTo>
                  <a:pt x="7656" y="9924"/>
                </a:moveTo>
                <a:lnTo>
                  <a:pt x="7656" y="11153"/>
                </a:lnTo>
                <a:lnTo>
                  <a:pt x="2773" y="11153"/>
                </a:lnTo>
                <a:lnTo>
                  <a:pt x="2773" y="9924"/>
                </a:lnTo>
                <a:cubicBezTo>
                  <a:pt x="3560" y="10239"/>
                  <a:pt x="4411" y="10397"/>
                  <a:pt x="5230" y="10397"/>
                </a:cubicBezTo>
                <a:cubicBezTo>
                  <a:pt x="6049" y="10397"/>
                  <a:pt x="6868" y="10239"/>
                  <a:pt x="7656" y="9924"/>
                </a:cubicBezTo>
                <a:close/>
                <a:moveTo>
                  <a:pt x="8664" y="8349"/>
                </a:moveTo>
                <a:cubicBezTo>
                  <a:pt x="9231" y="8349"/>
                  <a:pt x="9672" y="8821"/>
                  <a:pt x="9672" y="9389"/>
                </a:cubicBezTo>
                <a:lnTo>
                  <a:pt x="9672" y="11153"/>
                </a:lnTo>
                <a:lnTo>
                  <a:pt x="8286" y="11153"/>
                </a:lnTo>
                <a:lnTo>
                  <a:pt x="8286" y="8349"/>
                </a:lnTo>
                <a:close/>
                <a:moveTo>
                  <a:pt x="5198" y="0"/>
                </a:moveTo>
                <a:cubicBezTo>
                  <a:pt x="3088" y="0"/>
                  <a:pt x="1355" y="1701"/>
                  <a:pt x="1355" y="3844"/>
                </a:cubicBezTo>
                <a:lnTo>
                  <a:pt x="1355" y="5923"/>
                </a:lnTo>
                <a:cubicBezTo>
                  <a:pt x="1355" y="6522"/>
                  <a:pt x="1827" y="6931"/>
                  <a:pt x="2395" y="6931"/>
                </a:cubicBezTo>
                <a:lnTo>
                  <a:pt x="3088" y="6931"/>
                </a:lnTo>
                <a:cubicBezTo>
                  <a:pt x="3182" y="7057"/>
                  <a:pt x="3308" y="7183"/>
                  <a:pt x="3466" y="7309"/>
                </a:cubicBezTo>
                <a:cubicBezTo>
                  <a:pt x="3466" y="7530"/>
                  <a:pt x="3308" y="7687"/>
                  <a:pt x="3088" y="7687"/>
                </a:cubicBezTo>
                <a:lnTo>
                  <a:pt x="1733" y="7687"/>
                </a:lnTo>
                <a:cubicBezTo>
                  <a:pt x="788" y="7687"/>
                  <a:pt x="0" y="8475"/>
                  <a:pt x="0" y="9420"/>
                </a:cubicBezTo>
                <a:lnTo>
                  <a:pt x="0" y="11499"/>
                </a:lnTo>
                <a:cubicBezTo>
                  <a:pt x="0" y="11720"/>
                  <a:pt x="158" y="11877"/>
                  <a:pt x="347" y="11877"/>
                </a:cubicBezTo>
                <a:lnTo>
                  <a:pt x="10019" y="11877"/>
                </a:lnTo>
                <a:cubicBezTo>
                  <a:pt x="10239" y="11877"/>
                  <a:pt x="10397" y="11720"/>
                  <a:pt x="10397" y="11499"/>
                </a:cubicBezTo>
                <a:lnTo>
                  <a:pt x="10397" y="9420"/>
                </a:lnTo>
                <a:cubicBezTo>
                  <a:pt x="10397" y="8475"/>
                  <a:pt x="9609" y="7687"/>
                  <a:pt x="8664" y="7687"/>
                </a:cubicBezTo>
                <a:lnTo>
                  <a:pt x="7278" y="7687"/>
                </a:lnTo>
                <a:cubicBezTo>
                  <a:pt x="7089" y="7687"/>
                  <a:pt x="6931" y="7530"/>
                  <a:pt x="6931" y="7341"/>
                </a:cubicBezTo>
                <a:cubicBezTo>
                  <a:pt x="7026" y="7246"/>
                  <a:pt x="7152" y="7152"/>
                  <a:pt x="7278" y="6994"/>
                </a:cubicBezTo>
                <a:lnTo>
                  <a:pt x="7971" y="6994"/>
                </a:lnTo>
                <a:cubicBezTo>
                  <a:pt x="8569" y="6994"/>
                  <a:pt x="9011" y="6522"/>
                  <a:pt x="9011" y="5955"/>
                </a:cubicBezTo>
                <a:lnTo>
                  <a:pt x="9011" y="3844"/>
                </a:lnTo>
                <a:cubicBezTo>
                  <a:pt x="9011" y="1733"/>
                  <a:pt x="7309" y="0"/>
                  <a:pt x="51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088" name="Google Shape;10088;p63"/>
          <p:cNvGrpSpPr/>
          <p:nvPr/>
        </p:nvGrpSpPr>
        <p:grpSpPr>
          <a:xfrm>
            <a:off x="7958004" y="3159625"/>
            <a:ext cx="348513" cy="347599"/>
            <a:chOff x="6131900" y="2301825"/>
            <a:chExt cx="295375" cy="294600"/>
          </a:xfrm>
        </p:grpSpPr>
        <p:sp>
          <p:nvSpPr>
            <p:cNvPr id="10089" name="Google Shape;10089;p63"/>
            <p:cNvSpPr/>
            <p:nvPr/>
          </p:nvSpPr>
          <p:spPr>
            <a:xfrm>
              <a:off x="6131900" y="2301825"/>
              <a:ext cx="295375" cy="294600"/>
            </a:xfrm>
            <a:custGeom>
              <a:rect l="l" t="t" r="r" b="b"/>
              <a:pathLst>
                <a:path w="11815" h="11784" extrusionOk="0">
                  <a:moveTo>
                    <a:pt x="3813" y="630"/>
                  </a:moveTo>
                  <a:cubicBezTo>
                    <a:pt x="4002" y="630"/>
                    <a:pt x="4159" y="788"/>
                    <a:pt x="4159" y="977"/>
                  </a:cubicBezTo>
                  <a:lnTo>
                    <a:pt x="4159" y="1355"/>
                  </a:lnTo>
                  <a:lnTo>
                    <a:pt x="1387" y="1355"/>
                  </a:lnTo>
                  <a:lnTo>
                    <a:pt x="1387" y="977"/>
                  </a:lnTo>
                  <a:lnTo>
                    <a:pt x="1355" y="977"/>
                  </a:lnTo>
                  <a:cubicBezTo>
                    <a:pt x="1355" y="788"/>
                    <a:pt x="1513" y="630"/>
                    <a:pt x="1733" y="630"/>
                  </a:cubicBezTo>
                  <a:close/>
                  <a:moveTo>
                    <a:pt x="10114" y="1355"/>
                  </a:moveTo>
                  <a:cubicBezTo>
                    <a:pt x="10303" y="1355"/>
                    <a:pt x="10460" y="1513"/>
                    <a:pt x="10460" y="1702"/>
                  </a:cubicBezTo>
                  <a:lnTo>
                    <a:pt x="10460" y="3434"/>
                  </a:lnTo>
                  <a:lnTo>
                    <a:pt x="7688" y="3434"/>
                  </a:lnTo>
                  <a:cubicBezTo>
                    <a:pt x="7656" y="3277"/>
                    <a:pt x="7656" y="1859"/>
                    <a:pt x="7656" y="1702"/>
                  </a:cubicBezTo>
                  <a:cubicBezTo>
                    <a:pt x="7656" y="1513"/>
                    <a:pt x="7814" y="1355"/>
                    <a:pt x="8034" y="1355"/>
                  </a:cubicBezTo>
                  <a:close/>
                  <a:moveTo>
                    <a:pt x="4128" y="2048"/>
                  </a:moveTo>
                  <a:lnTo>
                    <a:pt x="4128" y="4821"/>
                  </a:lnTo>
                  <a:lnTo>
                    <a:pt x="1355" y="4821"/>
                  </a:lnTo>
                  <a:lnTo>
                    <a:pt x="1355" y="2048"/>
                  </a:lnTo>
                  <a:close/>
                  <a:moveTo>
                    <a:pt x="6617" y="2048"/>
                  </a:moveTo>
                  <a:cubicBezTo>
                    <a:pt x="6806" y="2048"/>
                    <a:pt x="6963" y="2206"/>
                    <a:pt x="6963" y="2395"/>
                  </a:cubicBezTo>
                  <a:lnTo>
                    <a:pt x="6963" y="4852"/>
                  </a:lnTo>
                  <a:lnTo>
                    <a:pt x="4821" y="4852"/>
                  </a:lnTo>
                  <a:lnTo>
                    <a:pt x="4821" y="2395"/>
                  </a:lnTo>
                  <a:cubicBezTo>
                    <a:pt x="4821" y="2206"/>
                    <a:pt x="4978" y="2048"/>
                    <a:pt x="5167" y="2048"/>
                  </a:cubicBezTo>
                  <a:close/>
                  <a:moveTo>
                    <a:pt x="10429" y="4127"/>
                  </a:moveTo>
                  <a:lnTo>
                    <a:pt x="10429" y="4852"/>
                  </a:lnTo>
                  <a:lnTo>
                    <a:pt x="7656" y="4852"/>
                  </a:lnTo>
                  <a:lnTo>
                    <a:pt x="7656" y="4127"/>
                  </a:lnTo>
                  <a:close/>
                  <a:moveTo>
                    <a:pt x="10775" y="5514"/>
                  </a:moveTo>
                  <a:cubicBezTo>
                    <a:pt x="10964" y="5514"/>
                    <a:pt x="11122" y="5671"/>
                    <a:pt x="11122" y="5860"/>
                  </a:cubicBezTo>
                  <a:lnTo>
                    <a:pt x="11122" y="10744"/>
                  </a:lnTo>
                  <a:cubicBezTo>
                    <a:pt x="11122" y="10964"/>
                    <a:pt x="10964" y="11122"/>
                    <a:pt x="10775" y="11122"/>
                  </a:cubicBezTo>
                  <a:lnTo>
                    <a:pt x="1009" y="11122"/>
                  </a:lnTo>
                  <a:cubicBezTo>
                    <a:pt x="820" y="11122"/>
                    <a:pt x="662" y="10964"/>
                    <a:pt x="662" y="10744"/>
                  </a:cubicBezTo>
                  <a:lnTo>
                    <a:pt x="662" y="5860"/>
                  </a:lnTo>
                  <a:cubicBezTo>
                    <a:pt x="662" y="5671"/>
                    <a:pt x="820" y="5514"/>
                    <a:pt x="1009" y="5514"/>
                  </a:cubicBezTo>
                  <a:close/>
                  <a:moveTo>
                    <a:pt x="1733" y="0"/>
                  </a:moveTo>
                  <a:cubicBezTo>
                    <a:pt x="1135" y="0"/>
                    <a:pt x="694" y="473"/>
                    <a:pt x="694" y="1040"/>
                  </a:cubicBezTo>
                  <a:lnTo>
                    <a:pt x="694" y="4884"/>
                  </a:lnTo>
                  <a:cubicBezTo>
                    <a:pt x="316" y="5041"/>
                    <a:pt x="1" y="5388"/>
                    <a:pt x="1" y="5860"/>
                  </a:cubicBezTo>
                  <a:lnTo>
                    <a:pt x="1" y="10744"/>
                  </a:lnTo>
                  <a:cubicBezTo>
                    <a:pt x="1" y="11342"/>
                    <a:pt x="473" y="11783"/>
                    <a:pt x="1009" y="11783"/>
                  </a:cubicBezTo>
                  <a:lnTo>
                    <a:pt x="10775" y="11783"/>
                  </a:lnTo>
                  <a:cubicBezTo>
                    <a:pt x="11374" y="11783"/>
                    <a:pt x="11815" y="11311"/>
                    <a:pt x="11815" y="10744"/>
                  </a:cubicBezTo>
                  <a:lnTo>
                    <a:pt x="11815" y="5860"/>
                  </a:lnTo>
                  <a:cubicBezTo>
                    <a:pt x="11815" y="5388"/>
                    <a:pt x="11531" y="5010"/>
                    <a:pt x="11122" y="4884"/>
                  </a:cubicBezTo>
                  <a:lnTo>
                    <a:pt x="11122" y="1702"/>
                  </a:lnTo>
                  <a:cubicBezTo>
                    <a:pt x="11122" y="1103"/>
                    <a:pt x="10649" y="662"/>
                    <a:pt x="10114" y="662"/>
                  </a:cubicBezTo>
                  <a:lnTo>
                    <a:pt x="8034" y="662"/>
                  </a:lnTo>
                  <a:cubicBezTo>
                    <a:pt x="7530" y="662"/>
                    <a:pt x="7152" y="977"/>
                    <a:pt x="7026" y="1418"/>
                  </a:cubicBezTo>
                  <a:cubicBezTo>
                    <a:pt x="6932" y="1387"/>
                    <a:pt x="6806" y="1355"/>
                    <a:pt x="6648" y="1355"/>
                  </a:cubicBezTo>
                  <a:lnTo>
                    <a:pt x="5230" y="1355"/>
                  </a:lnTo>
                  <a:cubicBezTo>
                    <a:pt x="5104" y="1355"/>
                    <a:pt x="4978" y="1387"/>
                    <a:pt x="4884" y="1418"/>
                  </a:cubicBezTo>
                  <a:lnTo>
                    <a:pt x="4884" y="1040"/>
                  </a:lnTo>
                  <a:cubicBezTo>
                    <a:pt x="4884" y="441"/>
                    <a:pt x="4380" y="0"/>
                    <a:pt x="3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90" name="Google Shape;10090;p63"/>
            <p:cNvSpPr/>
            <p:nvPr/>
          </p:nvSpPr>
          <p:spPr>
            <a:xfrm>
              <a:off x="6218550" y="2456200"/>
              <a:ext cx="122100" cy="51225"/>
            </a:xfrm>
            <a:custGeom>
              <a:rect l="l" t="t" r="r" b="b"/>
              <a:pathLst>
                <a:path w="4884" h="2049" extrusionOk="0">
                  <a:moveTo>
                    <a:pt x="3844" y="725"/>
                  </a:moveTo>
                  <a:cubicBezTo>
                    <a:pt x="4033" y="725"/>
                    <a:pt x="4190" y="882"/>
                    <a:pt x="4190" y="1071"/>
                  </a:cubicBezTo>
                  <a:cubicBezTo>
                    <a:pt x="4190" y="1260"/>
                    <a:pt x="4033" y="1418"/>
                    <a:pt x="3844" y="1418"/>
                  </a:cubicBezTo>
                  <a:lnTo>
                    <a:pt x="1008" y="1418"/>
                  </a:lnTo>
                  <a:cubicBezTo>
                    <a:pt x="819" y="1418"/>
                    <a:pt x="662" y="1260"/>
                    <a:pt x="662" y="1071"/>
                  </a:cubicBezTo>
                  <a:cubicBezTo>
                    <a:pt x="662" y="882"/>
                    <a:pt x="819" y="725"/>
                    <a:pt x="1008" y="725"/>
                  </a:cubicBezTo>
                  <a:close/>
                  <a:moveTo>
                    <a:pt x="1008" y="0"/>
                  </a:moveTo>
                  <a:cubicBezTo>
                    <a:pt x="410" y="0"/>
                    <a:pt x="0" y="473"/>
                    <a:pt x="0" y="1040"/>
                  </a:cubicBezTo>
                  <a:cubicBezTo>
                    <a:pt x="0" y="1639"/>
                    <a:pt x="473" y="2048"/>
                    <a:pt x="1008" y="2048"/>
                  </a:cubicBezTo>
                  <a:lnTo>
                    <a:pt x="3844" y="2048"/>
                  </a:lnTo>
                  <a:cubicBezTo>
                    <a:pt x="4442" y="2048"/>
                    <a:pt x="4883" y="1576"/>
                    <a:pt x="4883" y="1040"/>
                  </a:cubicBezTo>
                  <a:cubicBezTo>
                    <a:pt x="4852" y="473"/>
                    <a:pt x="4411" y="0"/>
                    <a:pt x="3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91" name="Google Shape;10091;p63"/>
            <p:cNvSpPr/>
            <p:nvPr/>
          </p:nvSpPr>
          <p:spPr>
            <a:xfrm>
              <a:off x="6340625" y="2353025"/>
              <a:ext cx="35475" cy="18125"/>
            </a:xfrm>
            <a:custGeom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355" y="158"/>
                    <a:pt x="1198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92" name="Google Shape;10092;p63"/>
            <p:cNvSpPr/>
            <p:nvPr/>
          </p:nvSpPr>
          <p:spPr>
            <a:xfrm>
              <a:off x="6183100" y="2369550"/>
              <a:ext cx="35475" cy="18150"/>
            </a:xfrm>
            <a:custGeom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093" name="Google Shape;10093;p63"/>
          <p:cNvGrpSpPr/>
          <p:nvPr/>
        </p:nvGrpSpPr>
        <p:grpSpPr>
          <a:xfrm>
            <a:off x="5753997" y="1304166"/>
            <a:ext cx="351315" cy="349457"/>
            <a:chOff x="1412450" y="1954475"/>
            <a:chExt cx="297750" cy="296175"/>
          </a:xfrm>
        </p:grpSpPr>
        <p:sp>
          <p:nvSpPr>
            <p:cNvPr id="10094" name="Google Shape;10094;p63"/>
            <p:cNvSpPr/>
            <p:nvPr/>
          </p:nvSpPr>
          <p:spPr>
            <a:xfrm>
              <a:off x="1483350" y="2023800"/>
              <a:ext cx="155975" cy="155975"/>
            </a:xfrm>
            <a:custGeom>
              <a:rect l="l" t="t" r="r" b="b"/>
              <a:pathLst>
                <a:path w="6239" h="6239" extrusionOk="0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95" name="Google Shape;10095;p63"/>
            <p:cNvSpPr/>
            <p:nvPr/>
          </p:nvSpPr>
          <p:spPr>
            <a:xfrm>
              <a:off x="1412450" y="1954475"/>
              <a:ext cx="297750" cy="296175"/>
            </a:xfrm>
            <a:custGeom>
              <a:rect l="l" t="t" r="r" b="b"/>
              <a:pathLst>
                <a:path w="11910" h="11847" extrusionOk="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096" name="Google Shape;10096;p63"/>
          <p:cNvSpPr/>
          <p:nvPr/>
        </p:nvSpPr>
        <p:spPr>
          <a:xfrm>
            <a:off x="5755346" y="1757482"/>
            <a:ext cx="348542" cy="345740"/>
          </a:xfrm>
          <a:custGeom>
            <a:rect l="l" t="t" r="r" b="b"/>
            <a:pathLst>
              <a:path w="11816" h="11721" extrusionOk="0">
                <a:moveTo>
                  <a:pt x="2395" y="631"/>
                </a:moveTo>
                <a:cubicBezTo>
                  <a:pt x="2584" y="631"/>
                  <a:pt x="2742" y="789"/>
                  <a:pt x="2742" y="978"/>
                </a:cubicBezTo>
                <a:cubicBezTo>
                  <a:pt x="2742" y="1167"/>
                  <a:pt x="2584" y="1324"/>
                  <a:pt x="2395" y="1324"/>
                </a:cubicBezTo>
                <a:lnTo>
                  <a:pt x="1009" y="1324"/>
                </a:lnTo>
                <a:cubicBezTo>
                  <a:pt x="820" y="1324"/>
                  <a:pt x="663" y="1167"/>
                  <a:pt x="663" y="978"/>
                </a:cubicBezTo>
                <a:cubicBezTo>
                  <a:pt x="663" y="789"/>
                  <a:pt x="820" y="631"/>
                  <a:pt x="1009" y="631"/>
                </a:cubicBezTo>
                <a:close/>
                <a:moveTo>
                  <a:pt x="6554" y="631"/>
                </a:moveTo>
                <a:cubicBezTo>
                  <a:pt x="6774" y="631"/>
                  <a:pt x="6932" y="789"/>
                  <a:pt x="6932" y="978"/>
                </a:cubicBezTo>
                <a:cubicBezTo>
                  <a:pt x="6932" y="1167"/>
                  <a:pt x="6774" y="1324"/>
                  <a:pt x="6554" y="1324"/>
                </a:cubicBezTo>
                <a:lnTo>
                  <a:pt x="5199" y="1324"/>
                </a:lnTo>
                <a:cubicBezTo>
                  <a:pt x="4979" y="1324"/>
                  <a:pt x="4821" y="1167"/>
                  <a:pt x="4821" y="978"/>
                </a:cubicBezTo>
                <a:cubicBezTo>
                  <a:pt x="4821" y="789"/>
                  <a:pt x="4979" y="631"/>
                  <a:pt x="5199" y="631"/>
                </a:cubicBezTo>
                <a:close/>
                <a:moveTo>
                  <a:pt x="10776" y="631"/>
                </a:moveTo>
                <a:cubicBezTo>
                  <a:pt x="10965" y="631"/>
                  <a:pt x="11122" y="789"/>
                  <a:pt x="11122" y="978"/>
                </a:cubicBezTo>
                <a:cubicBezTo>
                  <a:pt x="11122" y="1167"/>
                  <a:pt x="10965" y="1324"/>
                  <a:pt x="10776" y="1324"/>
                </a:cubicBezTo>
                <a:lnTo>
                  <a:pt x="9389" y="1324"/>
                </a:lnTo>
                <a:cubicBezTo>
                  <a:pt x="9200" y="1324"/>
                  <a:pt x="9043" y="1167"/>
                  <a:pt x="9043" y="978"/>
                </a:cubicBezTo>
                <a:cubicBezTo>
                  <a:pt x="9043" y="789"/>
                  <a:pt x="9200" y="631"/>
                  <a:pt x="9389" y="631"/>
                </a:cubicBezTo>
                <a:close/>
                <a:moveTo>
                  <a:pt x="7279" y="4790"/>
                </a:moveTo>
                <a:cubicBezTo>
                  <a:pt x="7468" y="4790"/>
                  <a:pt x="7625" y="4947"/>
                  <a:pt x="7625" y="5136"/>
                </a:cubicBezTo>
                <a:lnTo>
                  <a:pt x="7625" y="6554"/>
                </a:lnTo>
                <a:cubicBezTo>
                  <a:pt x="7625" y="6775"/>
                  <a:pt x="7468" y="6932"/>
                  <a:pt x="7279" y="6932"/>
                </a:cubicBezTo>
                <a:lnTo>
                  <a:pt x="4506" y="6932"/>
                </a:lnTo>
                <a:cubicBezTo>
                  <a:pt x="4317" y="6932"/>
                  <a:pt x="4160" y="6775"/>
                  <a:pt x="4160" y="6554"/>
                </a:cubicBezTo>
                <a:lnTo>
                  <a:pt x="4160" y="5136"/>
                </a:lnTo>
                <a:cubicBezTo>
                  <a:pt x="4160" y="4947"/>
                  <a:pt x="4317" y="4790"/>
                  <a:pt x="4506" y="4790"/>
                </a:cubicBezTo>
                <a:close/>
                <a:moveTo>
                  <a:pt x="2395" y="10398"/>
                </a:moveTo>
                <a:cubicBezTo>
                  <a:pt x="2584" y="10398"/>
                  <a:pt x="2742" y="10555"/>
                  <a:pt x="2742" y="10744"/>
                </a:cubicBezTo>
                <a:cubicBezTo>
                  <a:pt x="2742" y="10933"/>
                  <a:pt x="2584" y="11091"/>
                  <a:pt x="2395" y="11091"/>
                </a:cubicBezTo>
                <a:lnTo>
                  <a:pt x="1009" y="11091"/>
                </a:lnTo>
                <a:cubicBezTo>
                  <a:pt x="820" y="11091"/>
                  <a:pt x="663" y="10933"/>
                  <a:pt x="663" y="10744"/>
                </a:cubicBezTo>
                <a:cubicBezTo>
                  <a:pt x="663" y="10555"/>
                  <a:pt x="820" y="10398"/>
                  <a:pt x="1009" y="10398"/>
                </a:cubicBezTo>
                <a:close/>
                <a:moveTo>
                  <a:pt x="6585" y="10398"/>
                </a:moveTo>
                <a:cubicBezTo>
                  <a:pt x="6806" y="10398"/>
                  <a:pt x="6964" y="10555"/>
                  <a:pt x="6964" y="10744"/>
                </a:cubicBezTo>
                <a:cubicBezTo>
                  <a:pt x="6964" y="10933"/>
                  <a:pt x="6806" y="11091"/>
                  <a:pt x="6585" y="11091"/>
                </a:cubicBezTo>
                <a:lnTo>
                  <a:pt x="5231" y="11091"/>
                </a:lnTo>
                <a:cubicBezTo>
                  <a:pt x="5010" y="11091"/>
                  <a:pt x="4853" y="10933"/>
                  <a:pt x="4853" y="10744"/>
                </a:cubicBezTo>
                <a:cubicBezTo>
                  <a:pt x="4853" y="10555"/>
                  <a:pt x="5010" y="10398"/>
                  <a:pt x="5231" y="10398"/>
                </a:cubicBezTo>
                <a:close/>
                <a:moveTo>
                  <a:pt x="10776" y="10398"/>
                </a:moveTo>
                <a:cubicBezTo>
                  <a:pt x="10965" y="10398"/>
                  <a:pt x="11122" y="10555"/>
                  <a:pt x="11122" y="10744"/>
                </a:cubicBezTo>
                <a:cubicBezTo>
                  <a:pt x="11122" y="10933"/>
                  <a:pt x="10965" y="11091"/>
                  <a:pt x="10776" y="11091"/>
                </a:cubicBezTo>
                <a:lnTo>
                  <a:pt x="9389" y="11091"/>
                </a:lnTo>
                <a:cubicBezTo>
                  <a:pt x="9200" y="11091"/>
                  <a:pt x="9043" y="10933"/>
                  <a:pt x="9043" y="10744"/>
                </a:cubicBezTo>
                <a:cubicBezTo>
                  <a:pt x="9043" y="10555"/>
                  <a:pt x="9200" y="10398"/>
                  <a:pt x="9389" y="10398"/>
                </a:cubicBezTo>
                <a:close/>
                <a:moveTo>
                  <a:pt x="1009" y="1"/>
                </a:moveTo>
                <a:cubicBezTo>
                  <a:pt x="410" y="1"/>
                  <a:pt x="1" y="474"/>
                  <a:pt x="1" y="1009"/>
                </a:cubicBezTo>
                <a:cubicBezTo>
                  <a:pt x="1" y="1608"/>
                  <a:pt x="473" y="2049"/>
                  <a:pt x="1009" y="2049"/>
                </a:cubicBezTo>
                <a:lnTo>
                  <a:pt x="1356" y="2049"/>
                </a:lnTo>
                <a:lnTo>
                  <a:pt x="1356" y="2395"/>
                </a:lnTo>
                <a:cubicBezTo>
                  <a:pt x="1356" y="2994"/>
                  <a:pt x="1828" y="3403"/>
                  <a:pt x="2395" y="3403"/>
                </a:cubicBezTo>
                <a:lnTo>
                  <a:pt x="5546" y="3403"/>
                </a:lnTo>
                <a:lnTo>
                  <a:pt x="5546" y="4128"/>
                </a:lnTo>
                <a:lnTo>
                  <a:pt x="4506" y="4128"/>
                </a:lnTo>
                <a:cubicBezTo>
                  <a:pt x="3939" y="4128"/>
                  <a:pt x="3466" y="4601"/>
                  <a:pt x="3466" y="5136"/>
                </a:cubicBezTo>
                <a:lnTo>
                  <a:pt x="3466" y="6554"/>
                </a:lnTo>
                <a:cubicBezTo>
                  <a:pt x="3466" y="7153"/>
                  <a:pt x="3939" y="7594"/>
                  <a:pt x="4506" y="7594"/>
                </a:cubicBezTo>
                <a:lnTo>
                  <a:pt x="5546" y="7594"/>
                </a:lnTo>
                <a:lnTo>
                  <a:pt x="5546" y="8287"/>
                </a:lnTo>
                <a:lnTo>
                  <a:pt x="2395" y="8287"/>
                </a:lnTo>
                <a:cubicBezTo>
                  <a:pt x="1797" y="8287"/>
                  <a:pt x="1356" y="8759"/>
                  <a:pt x="1356" y="9326"/>
                </a:cubicBezTo>
                <a:lnTo>
                  <a:pt x="1356" y="9673"/>
                </a:lnTo>
                <a:lnTo>
                  <a:pt x="1009" y="9673"/>
                </a:lnTo>
                <a:cubicBezTo>
                  <a:pt x="410" y="9673"/>
                  <a:pt x="1" y="10146"/>
                  <a:pt x="1" y="10713"/>
                </a:cubicBezTo>
                <a:cubicBezTo>
                  <a:pt x="1" y="11280"/>
                  <a:pt x="473" y="11721"/>
                  <a:pt x="1009" y="11721"/>
                </a:cubicBezTo>
                <a:lnTo>
                  <a:pt x="2395" y="11721"/>
                </a:lnTo>
                <a:cubicBezTo>
                  <a:pt x="2994" y="11721"/>
                  <a:pt x="3403" y="11248"/>
                  <a:pt x="3403" y="10713"/>
                </a:cubicBezTo>
                <a:cubicBezTo>
                  <a:pt x="3403" y="10114"/>
                  <a:pt x="2931" y="9673"/>
                  <a:pt x="2395" y="9673"/>
                </a:cubicBezTo>
                <a:lnTo>
                  <a:pt x="2049" y="9673"/>
                </a:lnTo>
                <a:lnTo>
                  <a:pt x="2049" y="9326"/>
                </a:lnTo>
                <a:cubicBezTo>
                  <a:pt x="2049" y="9137"/>
                  <a:pt x="2206" y="8980"/>
                  <a:pt x="2395" y="8980"/>
                </a:cubicBezTo>
                <a:lnTo>
                  <a:pt x="5546" y="8980"/>
                </a:lnTo>
                <a:lnTo>
                  <a:pt x="5546" y="9673"/>
                </a:lnTo>
                <a:lnTo>
                  <a:pt x="5199" y="9673"/>
                </a:lnTo>
                <a:cubicBezTo>
                  <a:pt x="4601" y="9673"/>
                  <a:pt x="4160" y="10146"/>
                  <a:pt x="4160" y="10713"/>
                </a:cubicBezTo>
                <a:cubicBezTo>
                  <a:pt x="4160" y="11280"/>
                  <a:pt x="4632" y="11721"/>
                  <a:pt x="5199" y="11721"/>
                </a:cubicBezTo>
                <a:lnTo>
                  <a:pt x="6554" y="11721"/>
                </a:lnTo>
                <a:cubicBezTo>
                  <a:pt x="7153" y="11721"/>
                  <a:pt x="7594" y="11248"/>
                  <a:pt x="7594" y="10713"/>
                </a:cubicBezTo>
                <a:cubicBezTo>
                  <a:pt x="7594" y="10114"/>
                  <a:pt x="7121" y="9673"/>
                  <a:pt x="6554" y="9673"/>
                </a:cubicBezTo>
                <a:lnTo>
                  <a:pt x="6207" y="9673"/>
                </a:lnTo>
                <a:lnTo>
                  <a:pt x="6207" y="8980"/>
                </a:lnTo>
                <a:lnTo>
                  <a:pt x="9358" y="8980"/>
                </a:lnTo>
                <a:cubicBezTo>
                  <a:pt x="9547" y="8980"/>
                  <a:pt x="9704" y="9137"/>
                  <a:pt x="9704" y="9326"/>
                </a:cubicBezTo>
                <a:lnTo>
                  <a:pt x="9704" y="9673"/>
                </a:lnTo>
                <a:lnTo>
                  <a:pt x="9358" y="9673"/>
                </a:lnTo>
                <a:cubicBezTo>
                  <a:pt x="8759" y="9673"/>
                  <a:pt x="8350" y="10146"/>
                  <a:pt x="8350" y="10713"/>
                </a:cubicBezTo>
                <a:cubicBezTo>
                  <a:pt x="8350" y="11280"/>
                  <a:pt x="8791" y="11721"/>
                  <a:pt x="9358" y="11721"/>
                </a:cubicBezTo>
                <a:lnTo>
                  <a:pt x="10744" y="11721"/>
                </a:lnTo>
                <a:cubicBezTo>
                  <a:pt x="11311" y="11721"/>
                  <a:pt x="11752" y="11248"/>
                  <a:pt x="11752" y="10713"/>
                </a:cubicBezTo>
                <a:cubicBezTo>
                  <a:pt x="11752" y="10114"/>
                  <a:pt x="11280" y="9673"/>
                  <a:pt x="10744" y="9673"/>
                </a:cubicBezTo>
                <a:lnTo>
                  <a:pt x="10366" y="9673"/>
                </a:lnTo>
                <a:lnTo>
                  <a:pt x="10366" y="9326"/>
                </a:lnTo>
                <a:cubicBezTo>
                  <a:pt x="10366" y="8728"/>
                  <a:pt x="9925" y="8287"/>
                  <a:pt x="9358" y="8287"/>
                </a:cubicBezTo>
                <a:lnTo>
                  <a:pt x="6207" y="8287"/>
                </a:lnTo>
                <a:lnTo>
                  <a:pt x="6207" y="7594"/>
                </a:lnTo>
                <a:lnTo>
                  <a:pt x="7216" y="7594"/>
                </a:lnTo>
                <a:cubicBezTo>
                  <a:pt x="7814" y="7594"/>
                  <a:pt x="8287" y="7121"/>
                  <a:pt x="8287" y="6554"/>
                </a:cubicBezTo>
                <a:lnTo>
                  <a:pt x="8287" y="5136"/>
                </a:lnTo>
                <a:cubicBezTo>
                  <a:pt x="8287" y="4569"/>
                  <a:pt x="7814" y="4128"/>
                  <a:pt x="7216" y="4128"/>
                </a:cubicBezTo>
                <a:lnTo>
                  <a:pt x="6207" y="4128"/>
                </a:lnTo>
                <a:lnTo>
                  <a:pt x="6207" y="3403"/>
                </a:lnTo>
                <a:lnTo>
                  <a:pt x="9389" y="3403"/>
                </a:lnTo>
                <a:cubicBezTo>
                  <a:pt x="9988" y="3403"/>
                  <a:pt x="10429" y="2931"/>
                  <a:pt x="10429" y="2395"/>
                </a:cubicBezTo>
                <a:lnTo>
                  <a:pt x="10429" y="2049"/>
                </a:lnTo>
                <a:lnTo>
                  <a:pt x="10776" y="2049"/>
                </a:lnTo>
                <a:cubicBezTo>
                  <a:pt x="11374" y="2049"/>
                  <a:pt x="11815" y="1576"/>
                  <a:pt x="11815" y="1009"/>
                </a:cubicBezTo>
                <a:cubicBezTo>
                  <a:pt x="11815" y="411"/>
                  <a:pt x="11343" y="1"/>
                  <a:pt x="10776" y="1"/>
                </a:cubicBezTo>
                <a:lnTo>
                  <a:pt x="9389" y="1"/>
                </a:lnTo>
                <a:cubicBezTo>
                  <a:pt x="8822" y="1"/>
                  <a:pt x="8381" y="474"/>
                  <a:pt x="8381" y="1009"/>
                </a:cubicBezTo>
                <a:cubicBezTo>
                  <a:pt x="8381" y="1608"/>
                  <a:pt x="8854" y="2049"/>
                  <a:pt x="9389" y="2049"/>
                </a:cubicBezTo>
                <a:lnTo>
                  <a:pt x="9767" y="2049"/>
                </a:lnTo>
                <a:lnTo>
                  <a:pt x="9767" y="2395"/>
                </a:lnTo>
                <a:cubicBezTo>
                  <a:pt x="9767" y="2584"/>
                  <a:pt x="9610" y="2742"/>
                  <a:pt x="9389" y="2742"/>
                </a:cubicBezTo>
                <a:lnTo>
                  <a:pt x="6239" y="2742"/>
                </a:lnTo>
                <a:lnTo>
                  <a:pt x="6239" y="2049"/>
                </a:lnTo>
                <a:lnTo>
                  <a:pt x="6617" y="2049"/>
                </a:lnTo>
                <a:cubicBezTo>
                  <a:pt x="7184" y="2049"/>
                  <a:pt x="7625" y="1576"/>
                  <a:pt x="7625" y="1009"/>
                </a:cubicBezTo>
                <a:cubicBezTo>
                  <a:pt x="7625" y="411"/>
                  <a:pt x="7153" y="1"/>
                  <a:pt x="6617" y="1"/>
                </a:cubicBezTo>
                <a:lnTo>
                  <a:pt x="5231" y="1"/>
                </a:lnTo>
                <a:cubicBezTo>
                  <a:pt x="4632" y="1"/>
                  <a:pt x="4191" y="474"/>
                  <a:pt x="4191" y="1009"/>
                </a:cubicBezTo>
                <a:cubicBezTo>
                  <a:pt x="4191" y="1608"/>
                  <a:pt x="4664" y="2049"/>
                  <a:pt x="5231" y="2049"/>
                </a:cubicBezTo>
                <a:lnTo>
                  <a:pt x="5577" y="2049"/>
                </a:lnTo>
                <a:lnTo>
                  <a:pt x="5577" y="2742"/>
                </a:lnTo>
                <a:lnTo>
                  <a:pt x="2427" y="2742"/>
                </a:lnTo>
                <a:cubicBezTo>
                  <a:pt x="2238" y="2742"/>
                  <a:pt x="2080" y="2584"/>
                  <a:pt x="2080" y="2395"/>
                </a:cubicBezTo>
                <a:lnTo>
                  <a:pt x="2080" y="2049"/>
                </a:lnTo>
                <a:lnTo>
                  <a:pt x="2427" y="2049"/>
                </a:lnTo>
                <a:cubicBezTo>
                  <a:pt x="3025" y="2049"/>
                  <a:pt x="3466" y="1576"/>
                  <a:pt x="3466" y="1009"/>
                </a:cubicBezTo>
                <a:cubicBezTo>
                  <a:pt x="3466" y="411"/>
                  <a:pt x="2994" y="1"/>
                  <a:pt x="24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097" name="Google Shape;10097;p63"/>
          <p:cNvGrpSpPr/>
          <p:nvPr/>
        </p:nvGrpSpPr>
        <p:grpSpPr>
          <a:xfrm>
            <a:off x="5753997" y="2196694"/>
            <a:ext cx="351315" cy="351050"/>
            <a:chOff x="1413250" y="2680675"/>
            <a:chExt cx="297750" cy="297525"/>
          </a:xfrm>
        </p:grpSpPr>
        <p:sp>
          <p:nvSpPr>
            <p:cNvPr id="10098" name="Google Shape;10098;p63"/>
            <p:cNvSpPr/>
            <p:nvPr/>
          </p:nvSpPr>
          <p:spPr>
            <a:xfrm>
              <a:off x="1413250" y="2680675"/>
              <a:ext cx="297750" cy="297525"/>
            </a:xfrm>
            <a:custGeom>
              <a:rect l="l" t="t" r="r" b="b"/>
              <a:pathLst>
                <a:path w="11910" h="11901" extrusionOk="0">
                  <a:moveTo>
                    <a:pt x="10460" y="1418"/>
                  </a:moveTo>
                  <a:lnTo>
                    <a:pt x="10460" y="7719"/>
                  </a:lnTo>
                  <a:lnTo>
                    <a:pt x="1387" y="7719"/>
                  </a:lnTo>
                  <a:lnTo>
                    <a:pt x="1387" y="1418"/>
                  </a:lnTo>
                  <a:close/>
                  <a:moveTo>
                    <a:pt x="5577" y="8380"/>
                  </a:moveTo>
                  <a:lnTo>
                    <a:pt x="5577" y="9105"/>
                  </a:lnTo>
                  <a:lnTo>
                    <a:pt x="5167" y="9105"/>
                  </a:lnTo>
                  <a:lnTo>
                    <a:pt x="5451" y="8380"/>
                  </a:lnTo>
                  <a:close/>
                  <a:moveTo>
                    <a:pt x="6396" y="8380"/>
                  </a:moveTo>
                  <a:lnTo>
                    <a:pt x="6679" y="9105"/>
                  </a:lnTo>
                  <a:lnTo>
                    <a:pt x="6270" y="9105"/>
                  </a:lnTo>
                  <a:lnTo>
                    <a:pt x="6270" y="8380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47"/>
                  </a:cubicBezTo>
                  <a:lnTo>
                    <a:pt x="5608" y="725"/>
                  </a:lnTo>
                  <a:lnTo>
                    <a:pt x="378" y="725"/>
                  </a:lnTo>
                  <a:cubicBezTo>
                    <a:pt x="158" y="725"/>
                    <a:pt x="0" y="882"/>
                    <a:pt x="0" y="1071"/>
                  </a:cubicBezTo>
                  <a:cubicBezTo>
                    <a:pt x="0" y="1260"/>
                    <a:pt x="158" y="1418"/>
                    <a:pt x="378" y="1418"/>
                  </a:cubicBezTo>
                  <a:lnTo>
                    <a:pt x="725" y="1418"/>
                  </a:lnTo>
                  <a:lnTo>
                    <a:pt x="725" y="7719"/>
                  </a:lnTo>
                  <a:lnTo>
                    <a:pt x="378" y="7719"/>
                  </a:lnTo>
                  <a:cubicBezTo>
                    <a:pt x="189" y="7719"/>
                    <a:pt x="32" y="7876"/>
                    <a:pt x="32" y="8097"/>
                  </a:cubicBezTo>
                  <a:cubicBezTo>
                    <a:pt x="32" y="8286"/>
                    <a:pt x="189" y="8443"/>
                    <a:pt x="378" y="8443"/>
                  </a:cubicBezTo>
                  <a:lnTo>
                    <a:pt x="4758" y="8443"/>
                  </a:lnTo>
                  <a:lnTo>
                    <a:pt x="3560" y="11436"/>
                  </a:lnTo>
                  <a:cubicBezTo>
                    <a:pt x="3497" y="11625"/>
                    <a:pt x="3560" y="11814"/>
                    <a:pt x="3749" y="11877"/>
                  </a:cubicBezTo>
                  <a:cubicBezTo>
                    <a:pt x="3803" y="11893"/>
                    <a:pt x="3855" y="11901"/>
                    <a:pt x="3903" y="11901"/>
                  </a:cubicBezTo>
                  <a:cubicBezTo>
                    <a:pt x="4052" y="11901"/>
                    <a:pt x="4167" y="11824"/>
                    <a:pt x="4191" y="11657"/>
                  </a:cubicBezTo>
                  <a:lnTo>
                    <a:pt x="4947" y="9830"/>
                  </a:lnTo>
                  <a:lnTo>
                    <a:pt x="5608" y="9830"/>
                  </a:lnTo>
                  <a:lnTo>
                    <a:pt x="5608" y="10838"/>
                  </a:lnTo>
                  <a:cubicBezTo>
                    <a:pt x="5608" y="11027"/>
                    <a:pt x="5766" y="11184"/>
                    <a:pt x="5955" y="11184"/>
                  </a:cubicBezTo>
                  <a:cubicBezTo>
                    <a:pt x="6175" y="11184"/>
                    <a:pt x="6333" y="11027"/>
                    <a:pt x="6333" y="10838"/>
                  </a:cubicBezTo>
                  <a:lnTo>
                    <a:pt x="6333" y="9830"/>
                  </a:lnTo>
                  <a:lnTo>
                    <a:pt x="6995" y="9830"/>
                  </a:lnTo>
                  <a:lnTo>
                    <a:pt x="7751" y="11657"/>
                  </a:lnTo>
                  <a:cubicBezTo>
                    <a:pt x="7798" y="11824"/>
                    <a:pt x="7918" y="11901"/>
                    <a:pt x="8042" y="11901"/>
                  </a:cubicBezTo>
                  <a:cubicBezTo>
                    <a:pt x="8082" y="11901"/>
                    <a:pt x="8122" y="11893"/>
                    <a:pt x="8160" y="11877"/>
                  </a:cubicBezTo>
                  <a:cubicBezTo>
                    <a:pt x="8381" y="11783"/>
                    <a:pt x="8444" y="11594"/>
                    <a:pt x="8381" y="11436"/>
                  </a:cubicBezTo>
                  <a:lnTo>
                    <a:pt x="7184" y="8443"/>
                  </a:lnTo>
                  <a:lnTo>
                    <a:pt x="11563" y="8443"/>
                  </a:lnTo>
                  <a:cubicBezTo>
                    <a:pt x="11752" y="8443"/>
                    <a:pt x="11909" y="8286"/>
                    <a:pt x="11909" y="8097"/>
                  </a:cubicBezTo>
                  <a:cubicBezTo>
                    <a:pt x="11909" y="7876"/>
                    <a:pt x="11752" y="7719"/>
                    <a:pt x="11563" y="7719"/>
                  </a:cubicBezTo>
                  <a:lnTo>
                    <a:pt x="11185" y="7719"/>
                  </a:lnTo>
                  <a:lnTo>
                    <a:pt x="11185" y="1418"/>
                  </a:lnTo>
                  <a:lnTo>
                    <a:pt x="11563" y="1418"/>
                  </a:lnTo>
                  <a:cubicBezTo>
                    <a:pt x="11752" y="1418"/>
                    <a:pt x="11909" y="1260"/>
                    <a:pt x="11909" y="1071"/>
                  </a:cubicBezTo>
                  <a:cubicBezTo>
                    <a:pt x="11909" y="882"/>
                    <a:pt x="11752" y="725"/>
                    <a:pt x="11563" y="725"/>
                  </a:cubicBezTo>
                  <a:lnTo>
                    <a:pt x="6301" y="725"/>
                  </a:lnTo>
                  <a:lnTo>
                    <a:pt x="6301" y="347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99" name="Google Shape;10099;p63"/>
            <p:cNvSpPr/>
            <p:nvPr/>
          </p:nvSpPr>
          <p:spPr>
            <a:xfrm>
              <a:off x="1465225" y="2805100"/>
              <a:ext cx="52800" cy="52025"/>
            </a:xfrm>
            <a:custGeom>
              <a:rect l="l" t="t" r="r" b="b"/>
              <a:pathLst>
                <a:path w="2112" h="2081" extrusionOk="0">
                  <a:moveTo>
                    <a:pt x="1387" y="663"/>
                  </a:moveTo>
                  <a:lnTo>
                    <a:pt x="1387" y="1387"/>
                  </a:lnTo>
                  <a:lnTo>
                    <a:pt x="694" y="1387"/>
                  </a:lnTo>
                  <a:lnTo>
                    <a:pt x="694" y="663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34"/>
                  </a:lnTo>
                  <a:cubicBezTo>
                    <a:pt x="1" y="1923"/>
                    <a:pt x="158" y="2080"/>
                    <a:pt x="347" y="2080"/>
                  </a:cubicBezTo>
                  <a:lnTo>
                    <a:pt x="1765" y="2080"/>
                  </a:lnTo>
                  <a:cubicBezTo>
                    <a:pt x="1954" y="2080"/>
                    <a:pt x="2112" y="1923"/>
                    <a:pt x="2112" y="1734"/>
                  </a:cubicBezTo>
                  <a:lnTo>
                    <a:pt x="2112" y="347"/>
                  </a:lnTo>
                  <a:cubicBezTo>
                    <a:pt x="2112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00" name="Google Shape;10100;p63"/>
            <p:cNvSpPr/>
            <p:nvPr/>
          </p:nvSpPr>
          <p:spPr>
            <a:xfrm>
              <a:off x="1535325" y="2769675"/>
              <a:ext cx="52800" cy="87450"/>
            </a:xfrm>
            <a:custGeom>
              <a:rect l="l" t="t" r="r" b="b"/>
              <a:pathLst>
                <a:path w="2112" h="3498" extrusionOk="0">
                  <a:moveTo>
                    <a:pt x="1387" y="662"/>
                  </a:moveTo>
                  <a:lnTo>
                    <a:pt x="1387" y="2741"/>
                  </a:lnTo>
                  <a:lnTo>
                    <a:pt x="694" y="2741"/>
                  </a:lnTo>
                  <a:lnTo>
                    <a:pt x="694" y="662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3151"/>
                  </a:lnTo>
                  <a:cubicBezTo>
                    <a:pt x="1" y="3340"/>
                    <a:pt x="158" y="3497"/>
                    <a:pt x="379" y="3497"/>
                  </a:cubicBezTo>
                  <a:lnTo>
                    <a:pt x="1733" y="3497"/>
                  </a:lnTo>
                  <a:lnTo>
                    <a:pt x="1733" y="3466"/>
                  </a:lnTo>
                  <a:cubicBezTo>
                    <a:pt x="1954" y="3466"/>
                    <a:pt x="2112" y="3308"/>
                    <a:pt x="2112" y="3119"/>
                  </a:cubicBezTo>
                  <a:lnTo>
                    <a:pt x="2112" y="347"/>
                  </a:lnTo>
                  <a:cubicBezTo>
                    <a:pt x="2112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01" name="Google Shape;10101;p63"/>
            <p:cNvSpPr/>
            <p:nvPr/>
          </p:nvSpPr>
          <p:spPr>
            <a:xfrm>
              <a:off x="1604650" y="2733425"/>
              <a:ext cx="52775" cy="122900"/>
            </a:xfrm>
            <a:custGeom>
              <a:rect l="l" t="t" r="r" b="b"/>
              <a:pathLst>
                <a:path w="2111" h="4916" extrusionOk="0">
                  <a:moveTo>
                    <a:pt x="1418" y="726"/>
                  </a:moveTo>
                  <a:lnTo>
                    <a:pt x="1418" y="4254"/>
                  </a:lnTo>
                  <a:lnTo>
                    <a:pt x="725" y="4254"/>
                  </a:lnTo>
                  <a:lnTo>
                    <a:pt x="725" y="726"/>
                  </a:lnTo>
                  <a:close/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4569"/>
                  </a:lnTo>
                  <a:cubicBezTo>
                    <a:pt x="0" y="4758"/>
                    <a:pt x="158" y="4916"/>
                    <a:pt x="347" y="4916"/>
                  </a:cubicBezTo>
                  <a:lnTo>
                    <a:pt x="1764" y="4916"/>
                  </a:lnTo>
                  <a:cubicBezTo>
                    <a:pt x="1953" y="4916"/>
                    <a:pt x="2111" y="4758"/>
                    <a:pt x="2111" y="4569"/>
                  </a:cubicBezTo>
                  <a:lnTo>
                    <a:pt x="2111" y="348"/>
                  </a:lnTo>
                  <a:cubicBezTo>
                    <a:pt x="2111" y="159"/>
                    <a:pt x="1953" y="1"/>
                    <a:pt x="1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102" name="Google Shape;10102;p63"/>
          <p:cNvSpPr/>
          <p:nvPr/>
        </p:nvSpPr>
        <p:spPr>
          <a:xfrm>
            <a:off x="8012357" y="1304144"/>
            <a:ext cx="270463" cy="349427"/>
          </a:xfrm>
          <a:custGeom>
            <a:rect l="l" t="t" r="r" b="b"/>
            <a:pathLst>
              <a:path w="9169" h="11846" extrusionOk="0">
                <a:moveTo>
                  <a:pt x="4695" y="2079"/>
                </a:moveTo>
                <a:cubicBezTo>
                  <a:pt x="5073" y="2079"/>
                  <a:pt x="5388" y="2394"/>
                  <a:pt x="5388" y="2772"/>
                </a:cubicBezTo>
                <a:cubicBezTo>
                  <a:pt x="5388" y="3181"/>
                  <a:pt x="5073" y="3496"/>
                  <a:pt x="4695" y="3496"/>
                </a:cubicBezTo>
                <a:cubicBezTo>
                  <a:pt x="4285" y="3496"/>
                  <a:pt x="3970" y="3181"/>
                  <a:pt x="3970" y="2772"/>
                </a:cubicBezTo>
                <a:cubicBezTo>
                  <a:pt x="3970" y="2394"/>
                  <a:pt x="4285" y="2079"/>
                  <a:pt x="4695" y="2079"/>
                </a:cubicBezTo>
                <a:close/>
                <a:moveTo>
                  <a:pt x="4695" y="4189"/>
                </a:moveTo>
                <a:cubicBezTo>
                  <a:pt x="5640" y="4189"/>
                  <a:pt x="6428" y="4977"/>
                  <a:pt x="6428" y="5922"/>
                </a:cubicBezTo>
                <a:lnTo>
                  <a:pt x="6428" y="6300"/>
                </a:lnTo>
                <a:lnTo>
                  <a:pt x="2962" y="6300"/>
                </a:lnTo>
                <a:lnTo>
                  <a:pt x="2962" y="5922"/>
                </a:lnTo>
                <a:cubicBezTo>
                  <a:pt x="2962" y="4945"/>
                  <a:pt x="3750" y="4189"/>
                  <a:pt x="4695" y="4189"/>
                </a:cubicBezTo>
                <a:close/>
                <a:moveTo>
                  <a:pt x="4730" y="664"/>
                </a:moveTo>
                <a:cubicBezTo>
                  <a:pt x="6870" y="664"/>
                  <a:pt x="8538" y="2418"/>
                  <a:pt x="8538" y="4473"/>
                </a:cubicBezTo>
                <a:cubicBezTo>
                  <a:pt x="8538" y="5544"/>
                  <a:pt x="8097" y="6552"/>
                  <a:pt x="7310" y="7277"/>
                </a:cubicBezTo>
                <a:cubicBezTo>
                  <a:pt x="7215" y="7403"/>
                  <a:pt x="7121" y="7466"/>
                  <a:pt x="6995" y="7497"/>
                </a:cubicBezTo>
                <a:cubicBezTo>
                  <a:pt x="6774" y="7718"/>
                  <a:pt x="6522" y="7907"/>
                  <a:pt x="6459" y="8285"/>
                </a:cubicBezTo>
                <a:lnTo>
                  <a:pt x="5041" y="8285"/>
                </a:lnTo>
                <a:lnTo>
                  <a:pt x="5041" y="6993"/>
                </a:lnTo>
                <a:lnTo>
                  <a:pt x="6774" y="6993"/>
                </a:lnTo>
                <a:cubicBezTo>
                  <a:pt x="6963" y="6993"/>
                  <a:pt x="7121" y="6836"/>
                  <a:pt x="7121" y="6647"/>
                </a:cubicBezTo>
                <a:lnTo>
                  <a:pt x="7121" y="5922"/>
                </a:lnTo>
                <a:cubicBezTo>
                  <a:pt x="7121" y="4945"/>
                  <a:pt x="6585" y="4126"/>
                  <a:pt x="5734" y="3717"/>
                </a:cubicBezTo>
                <a:cubicBezTo>
                  <a:pt x="5987" y="3496"/>
                  <a:pt x="6113" y="3181"/>
                  <a:pt x="6113" y="2835"/>
                </a:cubicBezTo>
                <a:cubicBezTo>
                  <a:pt x="6113" y="2079"/>
                  <a:pt x="5482" y="1448"/>
                  <a:pt x="4726" y="1448"/>
                </a:cubicBezTo>
                <a:cubicBezTo>
                  <a:pt x="3970" y="1448"/>
                  <a:pt x="3340" y="2079"/>
                  <a:pt x="3340" y="2835"/>
                </a:cubicBezTo>
                <a:cubicBezTo>
                  <a:pt x="3340" y="3181"/>
                  <a:pt x="3466" y="3496"/>
                  <a:pt x="3687" y="3717"/>
                </a:cubicBezTo>
                <a:cubicBezTo>
                  <a:pt x="2868" y="4126"/>
                  <a:pt x="2332" y="4945"/>
                  <a:pt x="2332" y="5922"/>
                </a:cubicBezTo>
                <a:lnTo>
                  <a:pt x="2332" y="6647"/>
                </a:lnTo>
                <a:cubicBezTo>
                  <a:pt x="2332" y="6836"/>
                  <a:pt x="2489" y="6993"/>
                  <a:pt x="2679" y="6993"/>
                </a:cubicBezTo>
                <a:lnTo>
                  <a:pt x="4411" y="6993"/>
                </a:lnTo>
                <a:lnTo>
                  <a:pt x="4411" y="8411"/>
                </a:lnTo>
                <a:lnTo>
                  <a:pt x="2931" y="8411"/>
                </a:lnTo>
                <a:lnTo>
                  <a:pt x="2931" y="8380"/>
                </a:lnTo>
                <a:cubicBezTo>
                  <a:pt x="2836" y="7938"/>
                  <a:pt x="2615" y="7749"/>
                  <a:pt x="2363" y="7560"/>
                </a:cubicBezTo>
                <a:cubicBezTo>
                  <a:pt x="2300" y="7466"/>
                  <a:pt x="2174" y="7403"/>
                  <a:pt x="2048" y="7277"/>
                </a:cubicBezTo>
                <a:cubicBezTo>
                  <a:pt x="1135" y="6395"/>
                  <a:pt x="757" y="5135"/>
                  <a:pt x="946" y="3874"/>
                </a:cubicBezTo>
                <a:cubicBezTo>
                  <a:pt x="1198" y="2236"/>
                  <a:pt x="2615" y="881"/>
                  <a:pt x="4254" y="692"/>
                </a:cubicBezTo>
                <a:cubicBezTo>
                  <a:pt x="4415" y="673"/>
                  <a:pt x="4574" y="664"/>
                  <a:pt x="4730" y="664"/>
                </a:cubicBezTo>
                <a:close/>
                <a:moveTo>
                  <a:pt x="6428" y="9073"/>
                </a:moveTo>
                <a:lnTo>
                  <a:pt x="6428" y="9419"/>
                </a:lnTo>
                <a:cubicBezTo>
                  <a:pt x="6428" y="9640"/>
                  <a:pt x="6270" y="9797"/>
                  <a:pt x="6081" y="9797"/>
                </a:cubicBezTo>
                <a:lnTo>
                  <a:pt x="3309" y="9797"/>
                </a:lnTo>
                <a:cubicBezTo>
                  <a:pt x="3120" y="9797"/>
                  <a:pt x="2962" y="9640"/>
                  <a:pt x="2962" y="9419"/>
                </a:cubicBezTo>
                <a:lnTo>
                  <a:pt x="2962" y="9073"/>
                </a:lnTo>
                <a:close/>
                <a:moveTo>
                  <a:pt x="5703" y="10459"/>
                </a:moveTo>
                <a:lnTo>
                  <a:pt x="5703" y="10805"/>
                </a:lnTo>
                <a:cubicBezTo>
                  <a:pt x="5703" y="10994"/>
                  <a:pt x="5545" y="11183"/>
                  <a:pt x="5356" y="11183"/>
                </a:cubicBezTo>
                <a:lnTo>
                  <a:pt x="3970" y="11183"/>
                </a:lnTo>
                <a:cubicBezTo>
                  <a:pt x="3781" y="11183"/>
                  <a:pt x="3624" y="10994"/>
                  <a:pt x="3624" y="10805"/>
                </a:cubicBezTo>
                <a:lnTo>
                  <a:pt x="3624" y="10459"/>
                </a:lnTo>
                <a:close/>
                <a:moveTo>
                  <a:pt x="4662" y="0"/>
                </a:moveTo>
                <a:cubicBezTo>
                  <a:pt x="4486" y="0"/>
                  <a:pt x="4308" y="10"/>
                  <a:pt x="4128" y="31"/>
                </a:cubicBezTo>
                <a:cubicBezTo>
                  <a:pt x="2174" y="251"/>
                  <a:pt x="568" y="1827"/>
                  <a:pt x="253" y="3780"/>
                </a:cubicBezTo>
                <a:cubicBezTo>
                  <a:pt x="1" y="5229"/>
                  <a:pt x="505" y="6710"/>
                  <a:pt x="1576" y="7749"/>
                </a:cubicBezTo>
                <a:cubicBezTo>
                  <a:pt x="1733" y="7875"/>
                  <a:pt x="1859" y="7970"/>
                  <a:pt x="1922" y="8064"/>
                </a:cubicBezTo>
                <a:cubicBezTo>
                  <a:pt x="2206" y="8285"/>
                  <a:pt x="2237" y="8348"/>
                  <a:pt x="2237" y="8695"/>
                </a:cubicBezTo>
                <a:lnTo>
                  <a:pt x="2237" y="9388"/>
                </a:lnTo>
                <a:cubicBezTo>
                  <a:pt x="2237" y="9829"/>
                  <a:pt x="2521" y="10238"/>
                  <a:pt x="2962" y="10396"/>
                </a:cubicBezTo>
                <a:lnTo>
                  <a:pt x="2962" y="10774"/>
                </a:lnTo>
                <a:cubicBezTo>
                  <a:pt x="2962" y="11404"/>
                  <a:pt x="3435" y="11845"/>
                  <a:pt x="3970" y="11845"/>
                </a:cubicBezTo>
                <a:lnTo>
                  <a:pt x="5356" y="11845"/>
                </a:lnTo>
                <a:cubicBezTo>
                  <a:pt x="5955" y="11845"/>
                  <a:pt x="6396" y="11372"/>
                  <a:pt x="6396" y="10805"/>
                </a:cubicBezTo>
                <a:lnTo>
                  <a:pt x="6396" y="10427"/>
                </a:lnTo>
                <a:cubicBezTo>
                  <a:pt x="6774" y="10270"/>
                  <a:pt x="7089" y="9923"/>
                  <a:pt x="7089" y="9451"/>
                </a:cubicBezTo>
                <a:lnTo>
                  <a:pt x="7089" y="8726"/>
                </a:lnTo>
                <a:cubicBezTo>
                  <a:pt x="7089" y="8380"/>
                  <a:pt x="7121" y="8348"/>
                  <a:pt x="7404" y="8096"/>
                </a:cubicBezTo>
                <a:cubicBezTo>
                  <a:pt x="7499" y="8033"/>
                  <a:pt x="7593" y="7938"/>
                  <a:pt x="7751" y="7812"/>
                </a:cubicBezTo>
                <a:cubicBezTo>
                  <a:pt x="8664" y="6962"/>
                  <a:pt x="9169" y="5765"/>
                  <a:pt x="9169" y="4504"/>
                </a:cubicBezTo>
                <a:cubicBezTo>
                  <a:pt x="9169" y="2060"/>
                  <a:pt x="7186" y="0"/>
                  <a:pt x="46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03" name="Google Shape;10103;p63"/>
          <p:cNvSpPr/>
          <p:nvPr/>
        </p:nvSpPr>
        <p:spPr>
          <a:xfrm>
            <a:off x="7964498" y="1756331"/>
            <a:ext cx="366182" cy="348041"/>
          </a:xfrm>
          <a:custGeom>
            <a:rect l="l" t="t" r="r" b="b"/>
            <a:pathLst>
              <a:path w="12414" h="11799" extrusionOk="0">
                <a:moveTo>
                  <a:pt x="8979" y="2127"/>
                </a:moveTo>
                <a:cubicBezTo>
                  <a:pt x="9247" y="2127"/>
                  <a:pt x="9515" y="2229"/>
                  <a:pt x="9704" y="2434"/>
                </a:cubicBezTo>
                <a:cubicBezTo>
                  <a:pt x="10113" y="2812"/>
                  <a:pt x="10113" y="3473"/>
                  <a:pt x="9704" y="3883"/>
                </a:cubicBezTo>
                <a:lnTo>
                  <a:pt x="8885" y="4702"/>
                </a:lnTo>
                <a:cubicBezTo>
                  <a:pt x="8790" y="4765"/>
                  <a:pt x="8696" y="4860"/>
                  <a:pt x="8601" y="4891"/>
                </a:cubicBezTo>
                <a:cubicBezTo>
                  <a:pt x="8790" y="4513"/>
                  <a:pt x="8727" y="4041"/>
                  <a:pt x="8412" y="3726"/>
                </a:cubicBezTo>
                <a:cubicBezTo>
                  <a:pt x="8206" y="3520"/>
                  <a:pt x="7933" y="3408"/>
                  <a:pt x="7654" y="3408"/>
                </a:cubicBezTo>
                <a:cubicBezTo>
                  <a:pt x="7507" y="3408"/>
                  <a:pt x="7357" y="3439"/>
                  <a:pt x="7215" y="3505"/>
                </a:cubicBezTo>
                <a:cubicBezTo>
                  <a:pt x="7278" y="3410"/>
                  <a:pt x="7341" y="3316"/>
                  <a:pt x="7436" y="3253"/>
                </a:cubicBezTo>
                <a:lnTo>
                  <a:pt x="8255" y="2434"/>
                </a:lnTo>
                <a:cubicBezTo>
                  <a:pt x="8444" y="2229"/>
                  <a:pt x="8711" y="2127"/>
                  <a:pt x="8979" y="2127"/>
                </a:cubicBezTo>
                <a:close/>
                <a:moveTo>
                  <a:pt x="9027" y="685"/>
                </a:moveTo>
                <a:cubicBezTo>
                  <a:pt x="9649" y="685"/>
                  <a:pt x="10271" y="922"/>
                  <a:pt x="10744" y="1394"/>
                </a:cubicBezTo>
                <a:cubicBezTo>
                  <a:pt x="11689" y="2339"/>
                  <a:pt x="11689" y="3883"/>
                  <a:pt x="10744" y="4828"/>
                </a:cubicBezTo>
                <a:lnTo>
                  <a:pt x="9893" y="5647"/>
                </a:lnTo>
                <a:cubicBezTo>
                  <a:pt x="9431" y="6109"/>
                  <a:pt x="8816" y="6356"/>
                  <a:pt x="8187" y="6356"/>
                </a:cubicBezTo>
                <a:cubicBezTo>
                  <a:pt x="7914" y="6356"/>
                  <a:pt x="7639" y="6310"/>
                  <a:pt x="7373" y="6214"/>
                </a:cubicBezTo>
                <a:lnTo>
                  <a:pt x="7940" y="5647"/>
                </a:lnTo>
                <a:cubicBezTo>
                  <a:pt x="8008" y="5655"/>
                  <a:pt x="8077" y="5659"/>
                  <a:pt x="8146" y="5659"/>
                </a:cubicBezTo>
                <a:cubicBezTo>
                  <a:pt x="8617" y="5659"/>
                  <a:pt x="9087" y="5477"/>
                  <a:pt x="9389" y="5175"/>
                </a:cubicBezTo>
                <a:lnTo>
                  <a:pt x="10208" y="4356"/>
                </a:lnTo>
                <a:cubicBezTo>
                  <a:pt x="10901" y="3694"/>
                  <a:pt x="10901" y="2591"/>
                  <a:pt x="10208" y="1898"/>
                </a:cubicBezTo>
                <a:cubicBezTo>
                  <a:pt x="9877" y="1567"/>
                  <a:pt x="9436" y="1402"/>
                  <a:pt x="8995" y="1402"/>
                </a:cubicBezTo>
                <a:cubicBezTo>
                  <a:pt x="8554" y="1402"/>
                  <a:pt x="8113" y="1567"/>
                  <a:pt x="7782" y="1898"/>
                </a:cubicBezTo>
                <a:lnTo>
                  <a:pt x="6931" y="2749"/>
                </a:lnTo>
                <a:cubicBezTo>
                  <a:pt x="6553" y="3127"/>
                  <a:pt x="6396" y="3694"/>
                  <a:pt x="6490" y="4198"/>
                </a:cubicBezTo>
                <a:lnTo>
                  <a:pt x="5923" y="4734"/>
                </a:lnTo>
                <a:cubicBezTo>
                  <a:pt x="5608" y="3883"/>
                  <a:pt x="5797" y="2906"/>
                  <a:pt x="6490" y="2213"/>
                </a:cubicBezTo>
                <a:lnTo>
                  <a:pt x="7309" y="1394"/>
                </a:lnTo>
                <a:cubicBezTo>
                  <a:pt x="7782" y="922"/>
                  <a:pt x="8404" y="685"/>
                  <a:pt x="9027" y="685"/>
                </a:cubicBezTo>
                <a:close/>
                <a:moveTo>
                  <a:pt x="7703" y="4104"/>
                </a:moveTo>
                <a:cubicBezTo>
                  <a:pt x="7790" y="4104"/>
                  <a:pt x="7877" y="4135"/>
                  <a:pt x="7940" y="4198"/>
                </a:cubicBezTo>
                <a:cubicBezTo>
                  <a:pt x="8066" y="4324"/>
                  <a:pt x="8066" y="4545"/>
                  <a:pt x="7940" y="4671"/>
                </a:cubicBezTo>
                <a:lnTo>
                  <a:pt x="4978" y="7632"/>
                </a:lnTo>
                <a:cubicBezTo>
                  <a:pt x="4915" y="7679"/>
                  <a:pt x="4828" y="7703"/>
                  <a:pt x="4742" y="7703"/>
                </a:cubicBezTo>
                <a:cubicBezTo>
                  <a:pt x="4655" y="7703"/>
                  <a:pt x="4569" y="7679"/>
                  <a:pt x="4506" y="7632"/>
                </a:cubicBezTo>
                <a:cubicBezTo>
                  <a:pt x="4380" y="7506"/>
                  <a:pt x="4380" y="7254"/>
                  <a:pt x="4506" y="7160"/>
                </a:cubicBezTo>
                <a:lnTo>
                  <a:pt x="7467" y="4198"/>
                </a:lnTo>
                <a:cubicBezTo>
                  <a:pt x="7530" y="4135"/>
                  <a:pt x="7617" y="4104"/>
                  <a:pt x="7703" y="4104"/>
                </a:cubicBezTo>
                <a:close/>
                <a:moveTo>
                  <a:pt x="3781" y="6939"/>
                </a:moveTo>
                <a:lnTo>
                  <a:pt x="3781" y="6939"/>
                </a:lnTo>
                <a:cubicBezTo>
                  <a:pt x="3592" y="7349"/>
                  <a:pt x="3686" y="7821"/>
                  <a:pt x="4001" y="8136"/>
                </a:cubicBezTo>
                <a:cubicBezTo>
                  <a:pt x="4198" y="8333"/>
                  <a:pt x="4457" y="8432"/>
                  <a:pt x="4715" y="8432"/>
                </a:cubicBezTo>
                <a:cubicBezTo>
                  <a:pt x="4870" y="8432"/>
                  <a:pt x="5025" y="8396"/>
                  <a:pt x="5167" y="8325"/>
                </a:cubicBezTo>
                <a:lnTo>
                  <a:pt x="5167" y="8325"/>
                </a:lnTo>
                <a:cubicBezTo>
                  <a:pt x="5136" y="8451"/>
                  <a:pt x="5041" y="8514"/>
                  <a:pt x="4978" y="8609"/>
                </a:cubicBezTo>
                <a:lnTo>
                  <a:pt x="4159" y="9428"/>
                </a:lnTo>
                <a:cubicBezTo>
                  <a:pt x="3954" y="9633"/>
                  <a:pt x="3686" y="9735"/>
                  <a:pt x="3419" y="9735"/>
                </a:cubicBezTo>
                <a:cubicBezTo>
                  <a:pt x="3151" y="9735"/>
                  <a:pt x="2883" y="9633"/>
                  <a:pt x="2678" y="9428"/>
                </a:cubicBezTo>
                <a:cubicBezTo>
                  <a:pt x="2300" y="9050"/>
                  <a:pt x="2300" y="8357"/>
                  <a:pt x="2678" y="7979"/>
                </a:cubicBezTo>
                <a:lnTo>
                  <a:pt x="3529" y="7160"/>
                </a:lnTo>
                <a:cubicBezTo>
                  <a:pt x="3592" y="7065"/>
                  <a:pt x="3718" y="7002"/>
                  <a:pt x="3781" y="6939"/>
                </a:cubicBezTo>
                <a:close/>
                <a:moveTo>
                  <a:pt x="4212" y="5467"/>
                </a:moveTo>
                <a:cubicBezTo>
                  <a:pt x="4492" y="5467"/>
                  <a:pt x="4773" y="5516"/>
                  <a:pt x="5041" y="5616"/>
                </a:cubicBezTo>
                <a:lnTo>
                  <a:pt x="4506" y="6151"/>
                </a:lnTo>
                <a:cubicBezTo>
                  <a:pt x="4437" y="6143"/>
                  <a:pt x="4368" y="6139"/>
                  <a:pt x="4299" y="6139"/>
                </a:cubicBezTo>
                <a:cubicBezTo>
                  <a:pt x="3828" y="6139"/>
                  <a:pt x="3358" y="6322"/>
                  <a:pt x="3056" y="6624"/>
                </a:cubicBezTo>
                <a:lnTo>
                  <a:pt x="2206" y="7475"/>
                </a:lnTo>
                <a:cubicBezTo>
                  <a:pt x="1544" y="8136"/>
                  <a:pt x="1544" y="9239"/>
                  <a:pt x="2206" y="9900"/>
                </a:cubicBezTo>
                <a:cubicBezTo>
                  <a:pt x="2552" y="10231"/>
                  <a:pt x="3001" y="10397"/>
                  <a:pt x="3446" y="10397"/>
                </a:cubicBezTo>
                <a:cubicBezTo>
                  <a:pt x="3891" y="10397"/>
                  <a:pt x="4332" y="10231"/>
                  <a:pt x="4663" y="9900"/>
                </a:cubicBezTo>
                <a:lnTo>
                  <a:pt x="5482" y="9081"/>
                </a:lnTo>
                <a:cubicBezTo>
                  <a:pt x="5892" y="8672"/>
                  <a:pt x="6049" y="8136"/>
                  <a:pt x="5955" y="7632"/>
                </a:cubicBezTo>
                <a:lnTo>
                  <a:pt x="6522" y="7065"/>
                </a:lnTo>
                <a:lnTo>
                  <a:pt x="6522" y="7065"/>
                </a:lnTo>
                <a:cubicBezTo>
                  <a:pt x="6837" y="7947"/>
                  <a:pt x="6648" y="8924"/>
                  <a:pt x="5955" y="9585"/>
                </a:cubicBezTo>
                <a:lnTo>
                  <a:pt x="5136" y="10405"/>
                </a:lnTo>
                <a:cubicBezTo>
                  <a:pt x="4663" y="10877"/>
                  <a:pt x="4041" y="11113"/>
                  <a:pt x="3419" y="11113"/>
                </a:cubicBezTo>
                <a:cubicBezTo>
                  <a:pt x="2796" y="11113"/>
                  <a:pt x="2174" y="10877"/>
                  <a:pt x="1702" y="10405"/>
                </a:cubicBezTo>
                <a:cubicBezTo>
                  <a:pt x="756" y="9459"/>
                  <a:pt x="756" y="7916"/>
                  <a:pt x="1702" y="7002"/>
                </a:cubicBezTo>
                <a:lnTo>
                  <a:pt x="2552" y="6151"/>
                </a:lnTo>
                <a:cubicBezTo>
                  <a:pt x="3005" y="5699"/>
                  <a:pt x="3605" y="5467"/>
                  <a:pt x="4212" y="5467"/>
                </a:cubicBezTo>
                <a:close/>
                <a:moveTo>
                  <a:pt x="8999" y="0"/>
                </a:moveTo>
                <a:cubicBezTo>
                  <a:pt x="8200" y="0"/>
                  <a:pt x="7404" y="307"/>
                  <a:pt x="6805" y="922"/>
                </a:cubicBezTo>
                <a:lnTo>
                  <a:pt x="5955" y="1741"/>
                </a:lnTo>
                <a:cubicBezTo>
                  <a:pt x="5136" y="2560"/>
                  <a:pt x="4852" y="3789"/>
                  <a:pt x="5230" y="4891"/>
                </a:cubicBezTo>
                <a:cubicBezTo>
                  <a:pt x="4920" y="4794"/>
                  <a:pt x="4601" y="4746"/>
                  <a:pt x="4283" y="4746"/>
                </a:cubicBezTo>
                <a:cubicBezTo>
                  <a:pt x="3469" y="4746"/>
                  <a:pt x="2669" y="5058"/>
                  <a:pt x="2080" y="5647"/>
                </a:cubicBezTo>
                <a:lnTo>
                  <a:pt x="1229" y="6466"/>
                </a:lnTo>
                <a:cubicBezTo>
                  <a:pt x="0" y="7695"/>
                  <a:pt x="0" y="9680"/>
                  <a:pt x="1229" y="10877"/>
                </a:cubicBezTo>
                <a:cubicBezTo>
                  <a:pt x="1843" y="11491"/>
                  <a:pt x="2647" y="11799"/>
                  <a:pt x="3446" y="11799"/>
                </a:cubicBezTo>
                <a:cubicBezTo>
                  <a:pt x="4246" y="11799"/>
                  <a:pt x="5041" y="11491"/>
                  <a:pt x="5640" y="10877"/>
                </a:cubicBezTo>
                <a:lnTo>
                  <a:pt x="6490" y="10058"/>
                </a:lnTo>
                <a:cubicBezTo>
                  <a:pt x="7309" y="9239"/>
                  <a:pt x="7593" y="8010"/>
                  <a:pt x="7215" y="6908"/>
                </a:cubicBezTo>
                <a:lnTo>
                  <a:pt x="7215" y="6908"/>
                </a:lnTo>
                <a:cubicBezTo>
                  <a:pt x="7525" y="7005"/>
                  <a:pt x="7844" y="7053"/>
                  <a:pt x="8162" y="7053"/>
                </a:cubicBezTo>
                <a:cubicBezTo>
                  <a:pt x="8976" y="7053"/>
                  <a:pt x="9776" y="6740"/>
                  <a:pt x="10365" y="6151"/>
                </a:cubicBezTo>
                <a:lnTo>
                  <a:pt x="11216" y="5332"/>
                </a:lnTo>
                <a:cubicBezTo>
                  <a:pt x="12413" y="4104"/>
                  <a:pt x="12413" y="2150"/>
                  <a:pt x="11216" y="922"/>
                </a:cubicBezTo>
                <a:cubicBezTo>
                  <a:pt x="10602" y="307"/>
                  <a:pt x="9798" y="0"/>
                  <a:pt x="899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04" name="Google Shape;10104;p63"/>
          <p:cNvSpPr/>
          <p:nvPr/>
        </p:nvSpPr>
        <p:spPr>
          <a:xfrm>
            <a:off x="7971931" y="2197454"/>
            <a:ext cx="351315" cy="349427"/>
          </a:xfrm>
          <a:custGeom>
            <a:rect l="l" t="t" r="r" b="b"/>
            <a:pathLst>
              <a:path w="11910" h="11846" extrusionOk="0">
                <a:moveTo>
                  <a:pt x="5924" y="2080"/>
                </a:moveTo>
                <a:cubicBezTo>
                  <a:pt x="6302" y="2080"/>
                  <a:pt x="6617" y="2395"/>
                  <a:pt x="6617" y="2773"/>
                </a:cubicBezTo>
                <a:cubicBezTo>
                  <a:pt x="6617" y="3182"/>
                  <a:pt x="6302" y="3497"/>
                  <a:pt x="5924" y="3497"/>
                </a:cubicBezTo>
                <a:cubicBezTo>
                  <a:pt x="5514" y="3497"/>
                  <a:pt x="5199" y="3182"/>
                  <a:pt x="5199" y="2773"/>
                </a:cubicBezTo>
                <a:cubicBezTo>
                  <a:pt x="5199" y="2395"/>
                  <a:pt x="5514" y="2080"/>
                  <a:pt x="5924" y="2080"/>
                </a:cubicBezTo>
                <a:close/>
                <a:moveTo>
                  <a:pt x="5924" y="662"/>
                </a:moveTo>
                <a:cubicBezTo>
                  <a:pt x="7247" y="662"/>
                  <a:pt x="8318" y="1764"/>
                  <a:pt x="8318" y="3088"/>
                </a:cubicBezTo>
                <a:cubicBezTo>
                  <a:pt x="8318" y="3655"/>
                  <a:pt x="8129" y="4190"/>
                  <a:pt x="7783" y="4631"/>
                </a:cubicBezTo>
                <a:cubicBezTo>
                  <a:pt x="7562" y="4222"/>
                  <a:pt x="7310" y="3907"/>
                  <a:pt x="6900" y="3686"/>
                </a:cubicBezTo>
                <a:cubicBezTo>
                  <a:pt x="7153" y="3434"/>
                  <a:pt x="7310" y="3088"/>
                  <a:pt x="7310" y="2741"/>
                </a:cubicBezTo>
                <a:cubicBezTo>
                  <a:pt x="7310" y="1985"/>
                  <a:pt x="6680" y="1355"/>
                  <a:pt x="5924" y="1355"/>
                </a:cubicBezTo>
                <a:cubicBezTo>
                  <a:pt x="5168" y="1355"/>
                  <a:pt x="4538" y="1985"/>
                  <a:pt x="4538" y="2741"/>
                </a:cubicBezTo>
                <a:cubicBezTo>
                  <a:pt x="4538" y="3088"/>
                  <a:pt x="4695" y="3434"/>
                  <a:pt x="4947" y="3686"/>
                </a:cubicBezTo>
                <a:cubicBezTo>
                  <a:pt x="4538" y="3938"/>
                  <a:pt x="4223" y="4285"/>
                  <a:pt x="4034" y="4631"/>
                </a:cubicBezTo>
                <a:cubicBezTo>
                  <a:pt x="3592" y="4096"/>
                  <a:pt x="3403" y="3403"/>
                  <a:pt x="3498" y="2741"/>
                </a:cubicBezTo>
                <a:cubicBezTo>
                  <a:pt x="3655" y="1638"/>
                  <a:pt x="4664" y="662"/>
                  <a:pt x="5924" y="662"/>
                </a:cubicBezTo>
                <a:close/>
                <a:moveTo>
                  <a:pt x="5924" y="4159"/>
                </a:moveTo>
                <a:cubicBezTo>
                  <a:pt x="6554" y="4159"/>
                  <a:pt x="7058" y="4600"/>
                  <a:pt x="7247" y="5135"/>
                </a:cubicBezTo>
                <a:cubicBezTo>
                  <a:pt x="6869" y="5388"/>
                  <a:pt x="6428" y="5545"/>
                  <a:pt x="5924" y="5545"/>
                </a:cubicBezTo>
                <a:cubicBezTo>
                  <a:pt x="5451" y="5545"/>
                  <a:pt x="4979" y="5388"/>
                  <a:pt x="4569" y="5135"/>
                </a:cubicBezTo>
                <a:cubicBezTo>
                  <a:pt x="4727" y="4568"/>
                  <a:pt x="5294" y="4159"/>
                  <a:pt x="5924" y="4159"/>
                </a:cubicBezTo>
                <a:close/>
                <a:moveTo>
                  <a:pt x="1734" y="9042"/>
                </a:moveTo>
                <a:cubicBezTo>
                  <a:pt x="2301" y="9042"/>
                  <a:pt x="2773" y="9483"/>
                  <a:pt x="2773" y="10082"/>
                </a:cubicBezTo>
                <a:cubicBezTo>
                  <a:pt x="2773" y="10649"/>
                  <a:pt x="2301" y="11121"/>
                  <a:pt x="1734" y="11121"/>
                </a:cubicBezTo>
                <a:cubicBezTo>
                  <a:pt x="1198" y="11121"/>
                  <a:pt x="726" y="10649"/>
                  <a:pt x="726" y="10082"/>
                </a:cubicBezTo>
                <a:cubicBezTo>
                  <a:pt x="726" y="9483"/>
                  <a:pt x="1198" y="9042"/>
                  <a:pt x="1734" y="9042"/>
                </a:cubicBezTo>
                <a:close/>
                <a:moveTo>
                  <a:pt x="5924" y="9042"/>
                </a:moveTo>
                <a:cubicBezTo>
                  <a:pt x="6522" y="9042"/>
                  <a:pt x="6932" y="9515"/>
                  <a:pt x="6932" y="10082"/>
                </a:cubicBezTo>
                <a:cubicBezTo>
                  <a:pt x="6932" y="10649"/>
                  <a:pt x="6459" y="11121"/>
                  <a:pt x="5924" y="11121"/>
                </a:cubicBezTo>
                <a:cubicBezTo>
                  <a:pt x="5357" y="11121"/>
                  <a:pt x="4884" y="10649"/>
                  <a:pt x="4884" y="10082"/>
                </a:cubicBezTo>
                <a:cubicBezTo>
                  <a:pt x="4884" y="9483"/>
                  <a:pt x="5325" y="9042"/>
                  <a:pt x="5924" y="9042"/>
                </a:cubicBezTo>
                <a:close/>
                <a:moveTo>
                  <a:pt x="10145" y="9042"/>
                </a:moveTo>
                <a:cubicBezTo>
                  <a:pt x="10681" y="9042"/>
                  <a:pt x="11154" y="9483"/>
                  <a:pt x="11154" y="10082"/>
                </a:cubicBezTo>
                <a:cubicBezTo>
                  <a:pt x="11154" y="10649"/>
                  <a:pt x="10681" y="11121"/>
                  <a:pt x="10145" y="11121"/>
                </a:cubicBezTo>
                <a:cubicBezTo>
                  <a:pt x="9578" y="11121"/>
                  <a:pt x="9106" y="10649"/>
                  <a:pt x="9106" y="10082"/>
                </a:cubicBezTo>
                <a:cubicBezTo>
                  <a:pt x="9106" y="9483"/>
                  <a:pt x="9578" y="9042"/>
                  <a:pt x="10145" y="9042"/>
                </a:cubicBezTo>
                <a:close/>
                <a:moveTo>
                  <a:pt x="5955" y="0"/>
                </a:moveTo>
                <a:cubicBezTo>
                  <a:pt x="4349" y="0"/>
                  <a:pt x="3088" y="1197"/>
                  <a:pt x="2868" y="2678"/>
                </a:cubicBezTo>
                <a:cubicBezTo>
                  <a:pt x="2647" y="4442"/>
                  <a:pt x="3908" y="6018"/>
                  <a:pt x="5640" y="6207"/>
                </a:cubicBezTo>
                <a:lnTo>
                  <a:pt x="5640" y="6963"/>
                </a:lnTo>
                <a:lnTo>
                  <a:pt x="2427" y="6963"/>
                </a:lnTo>
                <a:cubicBezTo>
                  <a:pt x="1828" y="6963"/>
                  <a:pt x="1387" y="7435"/>
                  <a:pt x="1387" y="7971"/>
                </a:cubicBezTo>
                <a:lnTo>
                  <a:pt x="1387" y="8380"/>
                </a:lnTo>
                <a:cubicBezTo>
                  <a:pt x="599" y="8538"/>
                  <a:pt x="1" y="9231"/>
                  <a:pt x="1" y="10082"/>
                </a:cubicBezTo>
                <a:cubicBezTo>
                  <a:pt x="1" y="11027"/>
                  <a:pt x="789" y="11846"/>
                  <a:pt x="1734" y="11846"/>
                </a:cubicBezTo>
                <a:cubicBezTo>
                  <a:pt x="2679" y="11846"/>
                  <a:pt x="3466" y="11058"/>
                  <a:pt x="3466" y="10082"/>
                </a:cubicBezTo>
                <a:cubicBezTo>
                  <a:pt x="3466" y="9231"/>
                  <a:pt x="2868" y="8538"/>
                  <a:pt x="2080" y="8380"/>
                </a:cubicBezTo>
                <a:lnTo>
                  <a:pt x="2080" y="7971"/>
                </a:lnTo>
                <a:cubicBezTo>
                  <a:pt x="2080" y="7782"/>
                  <a:pt x="2238" y="7624"/>
                  <a:pt x="2458" y="7624"/>
                </a:cubicBezTo>
                <a:lnTo>
                  <a:pt x="5609" y="7624"/>
                </a:lnTo>
                <a:lnTo>
                  <a:pt x="5609" y="8349"/>
                </a:lnTo>
                <a:cubicBezTo>
                  <a:pt x="4821" y="8506"/>
                  <a:pt x="4223" y="9200"/>
                  <a:pt x="4223" y="10019"/>
                </a:cubicBezTo>
                <a:cubicBezTo>
                  <a:pt x="4223" y="10964"/>
                  <a:pt x="5010" y="11814"/>
                  <a:pt x="5955" y="11814"/>
                </a:cubicBezTo>
                <a:cubicBezTo>
                  <a:pt x="6900" y="11814"/>
                  <a:pt x="7688" y="11027"/>
                  <a:pt x="7688" y="10019"/>
                </a:cubicBezTo>
                <a:cubicBezTo>
                  <a:pt x="7688" y="9200"/>
                  <a:pt x="7090" y="8506"/>
                  <a:pt x="6302" y="8349"/>
                </a:cubicBezTo>
                <a:lnTo>
                  <a:pt x="6302" y="7624"/>
                </a:lnTo>
                <a:lnTo>
                  <a:pt x="9452" y="7624"/>
                </a:lnTo>
                <a:cubicBezTo>
                  <a:pt x="9641" y="7624"/>
                  <a:pt x="9799" y="7782"/>
                  <a:pt x="9799" y="7971"/>
                </a:cubicBezTo>
                <a:lnTo>
                  <a:pt x="9799" y="8380"/>
                </a:lnTo>
                <a:cubicBezTo>
                  <a:pt x="9011" y="8538"/>
                  <a:pt x="8444" y="9231"/>
                  <a:pt x="8444" y="10082"/>
                </a:cubicBezTo>
                <a:cubicBezTo>
                  <a:pt x="8444" y="11027"/>
                  <a:pt x="9232" y="11846"/>
                  <a:pt x="10177" y="11846"/>
                </a:cubicBezTo>
                <a:cubicBezTo>
                  <a:pt x="11122" y="11846"/>
                  <a:pt x="11910" y="11058"/>
                  <a:pt x="11910" y="10082"/>
                </a:cubicBezTo>
                <a:cubicBezTo>
                  <a:pt x="11910" y="9231"/>
                  <a:pt x="11311" y="8538"/>
                  <a:pt x="10524" y="8380"/>
                </a:cubicBezTo>
                <a:lnTo>
                  <a:pt x="10524" y="7971"/>
                </a:lnTo>
                <a:cubicBezTo>
                  <a:pt x="10524" y="7404"/>
                  <a:pt x="10051" y="6963"/>
                  <a:pt x="9484" y="6963"/>
                </a:cubicBezTo>
                <a:lnTo>
                  <a:pt x="6333" y="6963"/>
                </a:lnTo>
                <a:lnTo>
                  <a:pt x="6333" y="6207"/>
                </a:lnTo>
                <a:cubicBezTo>
                  <a:pt x="7909" y="6049"/>
                  <a:pt x="9106" y="4726"/>
                  <a:pt x="9106" y="3088"/>
                </a:cubicBezTo>
                <a:cubicBezTo>
                  <a:pt x="9106" y="1355"/>
                  <a:pt x="7688" y="0"/>
                  <a:pt x="59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105" name="Google Shape;10105;p63"/>
          <p:cNvGrpSpPr/>
          <p:nvPr/>
        </p:nvGrpSpPr>
        <p:grpSpPr>
          <a:xfrm>
            <a:off x="6630407" y="2670311"/>
            <a:ext cx="350371" cy="348247"/>
            <a:chOff x="5045775" y="1946400"/>
            <a:chExt cx="296950" cy="295150"/>
          </a:xfrm>
        </p:grpSpPr>
        <p:sp>
          <p:nvSpPr>
            <p:cNvPr id="10106" name="Google Shape;10106;p63"/>
            <p:cNvSpPr/>
            <p:nvPr/>
          </p:nvSpPr>
          <p:spPr>
            <a:xfrm>
              <a:off x="5113500" y="1998600"/>
              <a:ext cx="160700" cy="155950"/>
            </a:xfrm>
            <a:custGeom>
              <a:rect l="l" t="t" r="r" b="b"/>
              <a:pathLst>
                <a:path w="6428" h="6238" extrusionOk="0">
                  <a:moveTo>
                    <a:pt x="3309" y="2079"/>
                  </a:moveTo>
                  <a:cubicBezTo>
                    <a:pt x="3718" y="2079"/>
                    <a:pt x="4033" y="2394"/>
                    <a:pt x="4033" y="2804"/>
                  </a:cubicBezTo>
                  <a:cubicBezTo>
                    <a:pt x="4033" y="3182"/>
                    <a:pt x="3718" y="3497"/>
                    <a:pt x="3309" y="3497"/>
                  </a:cubicBezTo>
                  <a:cubicBezTo>
                    <a:pt x="2931" y="3497"/>
                    <a:pt x="2616" y="3150"/>
                    <a:pt x="2616" y="2804"/>
                  </a:cubicBezTo>
                  <a:cubicBezTo>
                    <a:pt x="2616" y="2394"/>
                    <a:pt x="2931" y="2079"/>
                    <a:pt x="3309" y="2079"/>
                  </a:cubicBezTo>
                  <a:close/>
                  <a:moveTo>
                    <a:pt x="3403" y="662"/>
                  </a:moveTo>
                  <a:cubicBezTo>
                    <a:pt x="4726" y="662"/>
                    <a:pt x="5798" y="1764"/>
                    <a:pt x="5798" y="3119"/>
                  </a:cubicBezTo>
                  <a:cubicBezTo>
                    <a:pt x="5703" y="3655"/>
                    <a:pt x="5546" y="4222"/>
                    <a:pt x="5199" y="4663"/>
                  </a:cubicBezTo>
                  <a:cubicBezTo>
                    <a:pt x="5010" y="4253"/>
                    <a:pt x="4726" y="3938"/>
                    <a:pt x="4348" y="3686"/>
                  </a:cubicBezTo>
                  <a:cubicBezTo>
                    <a:pt x="4569" y="3466"/>
                    <a:pt x="4726" y="3119"/>
                    <a:pt x="4726" y="2741"/>
                  </a:cubicBezTo>
                  <a:cubicBezTo>
                    <a:pt x="4726" y="2016"/>
                    <a:pt x="4096" y="1386"/>
                    <a:pt x="3340" y="1386"/>
                  </a:cubicBezTo>
                  <a:cubicBezTo>
                    <a:pt x="2616" y="1386"/>
                    <a:pt x="1986" y="2016"/>
                    <a:pt x="1986" y="2741"/>
                  </a:cubicBezTo>
                  <a:cubicBezTo>
                    <a:pt x="1986" y="3119"/>
                    <a:pt x="2143" y="3466"/>
                    <a:pt x="2364" y="3686"/>
                  </a:cubicBezTo>
                  <a:cubicBezTo>
                    <a:pt x="1986" y="3907"/>
                    <a:pt x="1702" y="4253"/>
                    <a:pt x="1513" y="4663"/>
                  </a:cubicBezTo>
                  <a:cubicBezTo>
                    <a:pt x="1072" y="4096"/>
                    <a:pt x="883" y="3434"/>
                    <a:pt x="977" y="2772"/>
                  </a:cubicBezTo>
                  <a:cubicBezTo>
                    <a:pt x="1135" y="1670"/>
                    <a:pt x="2143" y="662"/>
                    <a:pt x="3403" y="662"/>
                  </a:cubicBezTo>
                  <a:close/>
                  <a:moveTo>
                    <a:pt x="3309" y="4190"/>
                  </a:moveTo>
                  <a:cubicBezTo>
                    <a:pt x="3939" y="4190"/>
                    <a:pt x="4443" y="4600"/>
                    <a:pt x="4663" y="5167"/>
                  </a:cubicBezTo>
                  <a:cubicBezTo>
                    <a:pt x="4254" y="5450"/>
                    <a:pt x="3781" y="5545"/>
                    <a:pt x="3309" y="5545"/>
                  </a:cubicBezTo>
                  <a:cubicBezTo>
                    <a:pt x="2836" y="5545"/>
                    <a:pt x="2364" y="5387"/>
                    <a:pt x="1986" y="5167"/>
                  </a:cubicBezTo>
                  <a:cubicBezTo>
                    <a:pt x="2143" y="4568"/>
                    <a:pt x="2679" y="4190"/>
                    <a:pt x="3309" y="4190"/>
                  </a:cubicBezTo>
                  <a:close/>
                  <a:moveTo>
                    <a:pt x="3309" y="0"/>
                  </a:moveTo>
                  <a:cubicBezTo>
                    <a:pt x="1733" y="0"/>
                    <a:pt x="410" y="1229"/>
                    <a:pt x="253" y="2678"/>
                  </a:cubicBezTo>
                  <a:cubicBezTo>
                    <a:pt x="1" y="4600"/>
                    <a:pt x="1450" y="6238"/>
                    <a:pt x="3309" y="6238"/>
                  </a:cubicBezTo>
                  <a:cubicBezTo>
                    <a:pt x="5042" y="6238"/>
                    <a:pt x="6428" y="4820"/>
                    <a:pt x="6428" y="3119"/>
                  </a:cubicBezTo>
                  <a:cubicBezTo>
                    <a:pt x="6428" y="1418"/>
                    <a:pt x="5042" y="0"/>
                    <a:pt x="33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07" name="Google Shape;10107;p63"/>
            <p:cNvSpPr/>
            <p:nvPr/>
          </p:nvSpPr>
          <p:spPr>
            <a:xfrm>
              <a:off x="5045775" y="1946400"/>
              <a:ext cx="296950" cy="295150"/>
            </a:xfrm>
            <a:custGeom>
              <a:rect l="l" t="t" r="r" b="b"/>
              <a:pathLst>
                <a:path w="11878" h="11806" extrusionOk="0">
                  <a:moveTo>
                    <a:pt x="6018" y="765"/>
                  </a:moveTo>
                  <a:lnTo>
                    <a:pt x="6868" y="1426"/>
                  </a:lnTo>
                  <a:cubicBezTo>
                    <a:pt x="6963" y="1458"/>
                    <a:pt x="7026" y="1489"/>
                    <a:pt x="7152" y="1489"/>
                  </a:cubicBezTo>
                  <a:lnTo>
                    <a:pt x="8223" y="1332"/>
                  </a:lnTo>
                  <a:lnTo>
                    <a:pt x="8664" y="2372"/>
                  </a:lnTo>
                  <a:cubicBezTo>
                    <a:pt x="8696" y="2435"/>
                    <a:pt x="8790" y="2529"/>
                    <a:pt x="8853" y="2561"/>
                  </a:cubicBezTo>
                  <a:lnTo>
                    <a:pt x="9893" y="2970"/>
                  </a:lnTo>
                  <a:lnTo>
                    <a:pt x="9735" y="4073"/>
                  </a:lnTo>
                  <a:cubicBezTo>
                    <a:pt x="9735" y="4136"/>
                    <a:pt x="9735" y="4262"/>
                    <a:pt x="9798" y="4325"/>
                  </a:cubicBezTo>
                  <a:lnTo>
                    <a:pt x="10460" y="5207"/>
                  </a:lnTo>
                  <a:lnTo>
                    <a:pt x="9798" y="6058"/>
                  </a:lnTo>
                  <a:cubicBezTo>
                    <a:pt x="9767" y="6152"/>
                    <a:pt x="9735" y="6215"/>
                    <a:pt x="9735" y="6341"/>
                  </a:cubicBezTo>
                  <a:lnTo>
                    <a:pt x="9893" y="7444"/>
                  </a:lnTo>
                  <a:lnTo>
                    <a:pt x="8853" y="7853"/>
                  </a:lnTo>
                  <a:cubicBezTo>
                    <a:pt x="8790" y="7885"/>
                    <a:pt x="8696" y="7948"/>
                    <a:pt x="8664" y="8042"/>
                  </a:cubicBezTo>
                  <a:lnTo>
                    <a:pt x="8255" y="9051"/>
                  </a:lnTo>
                  <a:lnTo>
                    <a:pt x="7120" y="8893"/>
                  </a:lnTo>
                  <a:cubicBezTo>
                    <a:pt x="7057" y="8893"/>
                    <a:pt x="6931" y="8893"/>
                    <a:pt x="6837" y="8988"/>
                  </a:cubicBezTo>
                  <a:lnTo>
                    <a:pt x="5986" y="9649"/>
                  </a:lnTo>
                  <a:lnTo>
                    <a:pt x="5104" y="8988"/>
                  </a:lnTo>
                  <a:cubicBezTo>
                    <a:pt x="5041" y="8925"/>
                    <a:pt x="5010" y="8893"/>
                    <a:pt x="4915" y="8893"/>
                  </a:cubicBezTo>
                  <a:lnTo>
                    <a:pt x="4884" y="8893"/>
                  </a:lnTo>
                  <a:lnTo>
                    <a:pt x="3781" y="9051"/>
                  </a:lnTo>
                  <a:lnTo>
                    <a:pt x="3371" y="8042"/>
                  </a:lnTo>
                  <a:cubicBezTo>
                    <a:pt x="3340" y="7948"/>
                    <a:pt x="3277" y="7885"/>
                    <a:pt x="3182" y="7853"/>
                  </a:cubicBezTo>
                  <a:lnTo>
                    <a:pt x="2143" y="7444"/>
                  </a:lnTo>
                  <a:lnTo>
                    <a:pt x="2300" y="6341"/>
                  </a:lnTo>
                  <a:cubicBezTo>
                    <a:pt x="2300" y="6278"/>
                    <a:pt x="2300" y="6152"/>
                    <a:pt x="2237" y="6058"/>
                  </a:cubicBezTo>
                  <a:lnTo>
                    <a:pt x="1576" y="5207"/>
                  </a:lnTo>
                  <a:lnTo>
                    <a:pt x="2237" y="4325"/>
                  </a:lnTo>
                  <a:cubicBezTo>
                    <a:pt x="2269" y="4262"/>
                    <a:pt x="2300" y="4167"/>
                    <a:pt x="2300" y="4073"/>
                  </a:cubicBezTo>
                  <a:lnTo>
                    <a:pt x="2143" y="2970"/>
                  </a:lnTo>
                  <a:lnTo>
                    <a:pt x="3182" y="2561"/>
                  </a:lnTo>
                  <a:cubicBezTo>
                    <a:pt x="3277" y="2529"/>
                    <a:pt x="3340" y="2435"/>
                    <a:pt x="3371" y="2372"/>
                  </a:cubicBezTo>
                  <a:lnTo>
                    <a:pt x="3812" y="1332"/>
                  </a:lnTo>
                  <a:lnTo>
                    <a:pt x="4884" y="1489"/>
                  </a:lnTo>
                  <a:cubicBezTo>
                    <a:pt x="4947" y="1489"/>
                    <a:pt x="5073" y="1489"/>
                    <a:pt x="5167" y="1426"/>
                  </a:cubicBezTo>
                  <a:lnTo>
                    <a:pt x="6018" y="765"/>
                  </a:lnTo>
                  <a:close/>
                  <a:moveTo>
                    <a:pt x="2174" y="8168"/>
                  </a:moveTo>
                  <a:lnTo>
                    <a:pt x="2804" y="8420"/>
                  </a:lnTo>
                  <a:lnTo>
                    <a:pt x="3277" y="9586"/>
                  </a:lnTo>
                  <a:cubicBezTo>
                    <a:pt x="3308" y="9681"/>
                    <a:pt x="3434" y="9775"/>
                    <a:pt x="3529" y="9775"/>
                  </a:cubicBezTo>
                  <a:lnTo>
                    <a:pt x="2647" y="10720"/>
                  </a:lnTo>
                  <a:lnTo>
                    <a:pt x="2426" y="9649"/>
                  </a:lnTo>
                  <a:cubicBezTo>
                    <a:pt x="2395" y="9523"/>
                    <a:pt x="2332" y="9429"/>
                    <a:pt x="2174" y="9366"/>
                  </a:cubicBezTo>
                  <a:lnTo>
                    <a:pt x="1134" y="9177"/>
                  </a:lnTo>
                  <a:lnTo>
                    <a:pt x="2174" y="8168"/>
                  </a:lnTo>
                  <a:close/>
                  <a:moveTo>
                    <a:pt x="9861" y="8105"/>
                  </a:moveTo>
                  <a:lnTo>
                    <a:pt x="10901" y="9145"/>
                  </a:lnTo>
                  <a:lnTo>
                    <a:pt x="9893" y="9366"/>
                  </a:lnTo>
                  <a:cubicBezTo>
                    <a:pt x="9767" y="9429"/>
                    <a:pt x="9641" y="9492"/>
                    <a:pt x="9609" y="9649"/>
                  </a:cubicBezTo>
                  <a:lnTo>
                    <a:pt x="9389" y="10720"/>
                  </a:lnTo>
                  <a:lnTo>
                    <a:pt x="8507" y="9712"/>
                  </a:lnTo>
                  <a:cubicBezTo>
                    <a:pt x="8601" y="9712"/>
                    <a:pt x="8727" y="9649"/>
                    <a:pt x="8759" y="9523"/>
                  </a:cubicBezTo>
                  <a:lnTo>
                    <a:pt x="9231" y="8389"/>
                  </a:lnTo>
                  <a:lnTo>
                    <a:pt x="9861" y="8105"/>
                  </a:lnTo>
                  <a:close/>
                  <a:moveTo>
                    <a:pt x="6002" y="1"/>
                  </a:moveTo>
                  <a:cubicBezTo>
                    <a:pt x="5923" y="1"/>
                    <a:pt x="5844" y="24"/>
                    <a:pt x="5797" y="72"/>
                  </a:cubicBezTo>
                  <a:lnTo>
                    <a:pt x="4852" y="828"/>
                  </a:lnTo>
                  <a:lnTo>
                    <a:pt x="3623" y="670"/>
                  </a:lnTo>
                  <a:cubicBezTo>
                    <a:pt x="3607" y="667"/>
                    <a:pt x="3590" y="665"/>
                    <a:pt x="3573" y="665"/>
                  </a:cubicBezTo>
                  <a:cubicBezTo>
                    <a:pt x="3434" y="665"/>
                    <a:pt x="3305" y="775"/>
                    <a:pt x="3277" y="859"/>
                  </a:cubicBezTo>
                  <a:lnTo>
                    <a:pt x="2804" y="2025"/>
                  </a:lnTo>
                  <a:lnTo>
                    <a:pt x="1639" y="2498"/>
                  </a:lnTo>
                  <a:cubicBezTo>
                    <a:pt x="1481" y="2561"/>
                    <a:pt x="1418" y="2687"/>
                    <a:pt x="1450" y="2844"/>
                  </a:cubicBezTo>
                  <a:lnTo>
                    <a:pt x="1607" y="4073"/>
                  </a:lnTo>
                  <a:lnTo>
                    <a:pt x="851" y="5018"/>
                  </a:lnTo>
                  <a:cubicBezTo>
                    <a:pt x="788" y="5112"/>
                    <a:pt x="788" y="5333"/>
                    <a:pt x="851" y="5428"/>
                  </a:cubicBezTo>
                  <a:lnTo>
                    <a:pt x="1607" y="6373"/>
                  </a:lnTo>
                  <a:lnTo>
                    <a:pt x="1450" y="7601"/>
                  </a:lnTo>
                  <a:cubicBezTo>
                    <a:pt x="1450" y="7696"/>
                    <a:pt x="1450" y="7759"/>
                    <a:pt x="1481" y="7853"/>
                  </a:cubicBezTo>
                  <a:lnTo>
                    <a:pt x="189" y="9145"/>
                  </a:lnTo>
                  <a:cubicBezTo>
                    <a:pt x="0" y="9334"/>
                    <a:pt x="126" y="9649"/>
                    <a:pt x="347" y="9744"/>
                  </a:cubicBezTo>
                  <a:lnTo>
                    <a:pt x="1765" y="10059"/>
                  </a:lnTo>
                  <a:lnTo>
                    <a:pt x="2080" y="11539"/>
                  </a:lnTo>
                  <a:cubicBezTo>
                    <a:pt x="2099" y="11714"/>
                    <a:pt x="2250" y="11805"/>
                    <a:pt x="2407" y="11805"/>
                  </a:cubicBezTo>
                  <a:cubicBezTo>
                    <a:pt x="2505" y="11805"/>
                    <a:pt x="2606" y="11770"/>
                    <a:pt x="2678" y="11697"/>
                  </a:cubicBezTo>
                  <a:cubicBezTo>
                    <a:pt x="4410" y="9858"/>
                    <a:pt x="4587" y="9665"/>
                    <a:pt x="4601" y="9649"/>
                  </a:cubicBezTo>
                  <a:lnTo>
                    <a:pt x="4601" y="9649"/>
                  </a:lnTo>
                  <a:lnTo>
                    <a:pt x="4789" y="9618"/>
                  </a:lnTo>
                  <a:lnTo>
                    <a:pt x="5734" y="10374"/>
                  </a:lnTo>
                  <a:cubicBezTo>
                    <a:pt x="5829" y="10405"/>
                    <a:pt x="5860" y="10437"/>
                    <a:pt x="5955" y="10437"/>
                  </a:cubicBezTo>
                  <a:cubicBezTo>
                    <a:pt x="6018" y="10437"/>
                    <a:pt x="6112" y="10405"/>
                    <a:pt x="6144" y="10374"/>
                  </a:cubicBezTo>
                  <a:lnTo>
                    <a:pt x="7089" y="9618"/>
                  </a:lnTo>
                  <a:lnTo>
                    <a:pt x="7278" y="9649"/>
                  </a:lnTo>
                  <a:lnTo>
                    <a:pt x="9200" y="11697"/>
                  </a:lnTo>
                  <a:cubicBezTo>
                    <a:pt x="9284" y="11770"/>
                    <a:pt x="9388" y="11805"/>
                    <a:pt x="9485" y="11805"/>
                  </a:cubicBezTo>
                  <a:cubicBezTo>
                    <a:pt x="9640" y="11805"/>
                    <a:pt x="9779" y="11714"/>
                    <a:pt x="9798" y="11539"/>
                  </a:cubicBezTo>
                  <a:lnTo>
                    <a:pt x="10113" y="10059"/>
                  </a:lnTo>
                  <a:lnTo>
                    <a:pt x="11531" y="9744"/>
                  </a:lnTo>
                  <a:cubicBezTo>
                    <a:pt x="11815" y="9681"/>
                    <a:pt x="11878" y="9334"/>
                    <a:pt x="11689" y="9145"/>
                  </a:cubicBezTo>
                  <a:lnTo>
                    <a:pt x="10523" y="7853"/>
                  </a:lnTo>
                  <a:cubicBezTo>
                    <a:pt x="10554" y="7759"/>
                    <a:pt x="10586" y="7696"/>
                    <a:pt x="10554" y="7601"/>
                  </a:cubicBezTo>
                  <a:lnTo>
                    <a:pt x="10397" y="6373"/>
                  </a:lnTo>
                  <a:lnTo>
                    <a:pt x="11153" y="5428"/>
                  </a:lnTo>
                  <a:cubicBezTo>
                    <a:pt x="11216" y="5333"/>
                    <a:pt x="11216" y="5112"/>
                    <a:pt x="11153" y="5018"/>
                  </a:cubicBezTo>
                  <a:lnTo>
                    <a:pt x="10397" y="4073"/>
                  </a:lnTo>
                  <a:lnTo>
                    <a:pt x="10554" y="2844"/>
                  </a:lnTo>
                  <a:cubicBezTo>
                    <a:pt x="10586" y="2687"/>
                    <a:pt x="10460" y="2529"/>
                    <a:pt x="10365" y="2498"/>
                  </a:cubicBezTo>
                  <a:lnTo>
                    <a:pt x="9200" y="2025"/>
                  </a:lnTo>
                  <a:lnTo>
                    <a:pt x="8727" y="859"/>
                  </a:lnTo>
                  <a:cubicBezTo>
                    <a:pt x="8675" y="728"/>
                    <a:pt x="8578" y="662"/>
                    <a:pt x="8457" y="662"/>
                  </a:cubicBezTo>
                  <a:cubicBezTo>
                    <a:pt x="8432" y="662"/>
                    <a:pt x="8407" y="665"/>
                    <a:pt x="8381" y="670"/>
                  </a:cubicBezTo>
                  <a:lnTo>
                    <a:pt x="7152" y="828"/>
                  </a:lnTo>
                  <a:lnTo>
                    <a:pt x="6207" y="72"/>
                  </a:lnTo>
                  <a:cubicBezTo>
                    <a:pt x="6160" y="24"/>
                    <a:pt x="6081" y="1"/>
                    <a:pt x="6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108" name="Google Shape;10108;p63"/>
          <p:cNvGrpSpPr/>
          <p:nvPr/>
        </p:nvGrpSpPr>
        <p:grpSpPr>
          <a:xfrm>
            <a:off x="6629006" y="3179138"/>
            <a:ext cx="353174" cy="308573"/>
            <a:chOff x="5046550" y="2327025"/>
            <a:chExt cx="299325" cy="261525"/>
          </a:xfrm>
        </p:grpSpPr>
        <p:sp>
          <p:nvSpPr>
            <p:cNvPr id="10109" name="Google Shape;10109;p63"/>
            <p:cNvSpPr/>
            <p:nvPr/>
          </p:nvSpPr>
          <p:spPr>
            <a:xfrm>
              <a:off x="5046550" y="2448325"/>
              <a:ext cx="297750" cy="140225"/>
            </a:xfrm>
            <a:custGeom>
              <a:rect l="l" t="t" r="r" b="b"/>
              <a:pathLst>
                <a:path w="11910" h="5609" extrusionOk="0">
                  <a:moveTo>
                    <a:pt x="4569" y="1386"/>
                  </a:moveTo>
                  <a:cubicBezTo>
                    <a:pt x="4538" y="1575"/>
                    <a:pt x="4506" y="1828"/>
                    <a:pt x="4443" y="2111"/>
                  </a:cubicBezTo>
                  <a:lnTo>
                    <a:pt x="757" y="2111"/>
                  </a:lnTo>
                  <a:lnTo>
                    <a:pt x="757" y="1386"/>
                  </a:lnTo>
                  <a:close/>
                  <a:moveTo>
                    <a:pt x="11185" y="1386"/>
                  </a:moveTo>
                  <a:lnTo>
                    <a:pt x="11185" y="2111"/>
                  </a:lnTo>
                  <a:lnTo>
                    <a:pt x="7530" y="2111"/>
                  </a:lnTo>
                  <a:cubicBezTo>
                    <a:pt x="7467" y="1828"/>
                    <a:pt x="7436" y="1575"/>
                    <a:pt x="7373" y="1386"/>
                  </a:cubicBezTo>
                  <a:close/>
                  <a:moveTo>
                    <a:pt x="5955" y="725"/>
                  </a:moveTo>
                  <a:cubicBezTo>
                    <a:pt x="6270" y="725"/>
                    <a:pt x="6396" y="788"/>
                    <a:pt x="6491" y="1071"/>
                  </a:cubicBezTo>
                  <a:cubicBezTo>
                    <a:pt x="6743" y="1639"/>
                    <a:pt x="6900" y="2804"/>
                    <a:pt x="7247" y="4852"/>
                  </a:cubicBezTo>
                  <a:lnTo>
                    <a:pt x="4664" y="4852"/>
                  </a:lnTo>
                  <a:cubicBezTo>
                    <a:pt x="5010" y="2804"/>
                    <a:pt x="5168" y="1639"/>
                    <a:pt x="5388" y="1071"/>
                  </a:cubicBezTo>
                  <a:cubicBezTo>
                    <a:pt x="5514" y="788"/>
                    <a:pt x="5640" y="725"/>
                    <a:pt x="5955" y="725"/>
                  </a:cubicBezTo>
                  <a:close/>
                  <a:moveTo>
                    <a:pt x="5955" y="0"/>
                  </a:moveTo>
                  <a:cubicBezTo>
                    <a:pt x="5357" y="0"/>
                    <a:pt x="5010" y="221"/>
                    <a:pt x="4758" y="725"/>
                  </a:cubicBezTo>
                  <a:lnTo>
                    <a:pt x="347" y="725"/>
                  </a:lnTo>
                  <a:cubicBezTo>
                    <a:pt x="158" y="725"/>
                    <a:pt x="1" y="882"/>
                    <a:pt x="1" y="1071"/>
                  </a:cubicBezTo>
                  <a:lnTo>
                    <a:pt x="1" y="2458"/>
                  </a:lnTo>
                  <a:cubicBezTo>
                    <a:pt x="1" y="2647"/>
                    <a:pt x="158" y="2804"/>
                    <a:pt x="347" y="2804"/>
                  </a:cubicBezTo>
                  <a:lnTo>
                    <a:pt x="4254" y="2804"/>
                  </a:lnTo>
                  <a:cubicBezTo>
                    <a:pt x="4191" y="3371"/>
                    <a:pt x="4065" y="4064"/>
                    <a:pt x="3907" y="4884"/>
                  </a:cubicBezTo>
                  <a:lnTo>
                    <a:pt x="3498" y="4884"/>
                  </a:lnTo>
                  <a:cubicBezTo>
                    <a:pt x="3309" y="4884"/>
                    <a:pt x="3151" y="5041"/>
                    <a:pt x="3151" y="5262"/>
                  </a:cubicBezTo>
                  <a:cubicBezTo>
                    <a:pt x="3151" y="5451"/>
                    <a:pt x="3309" y="5608"/>
                    <a:pt x="3498" y="5608"/>
                  </a:cubicBezTo>
                  <a:lnTo>
                    <a:pt x="8350" y="5608"/>
                  </a:lnTo>
                  <a:cubicBezTo>
                    <a:pt x="8539" y="5608"/>
                    <a:pt x="8696" y="5451"/>
                    <a:pt x="8696" y="5262"/>
                  </a:cubicBezTo>
                  <a:cubicBezTo>
                    <a:pt x="8696" y="5041"/>
                    <a:pt x="8539" y="4884"/>
                    <a:pt x="8350" y="4884"/>
                  </a:cubicBezTo>
                  <a:lnTo>
                    <a:pt x="7972" y="4884"/>
                  </a:lnTo>
                  <a:cubicBezTo>
                    <a:pt x="7814" y="4064"/>
                    <a:pt x="7688" y="3403"/>
                    <a:pt x="7593" y="2804"/>
                  </a:cubicBezTo>
                  <a:lnTo>
                    <a:pt x="11500" y="2804"/>
                  </a:lnTo>
                  <a:cubicBezTo>
                    <a:pt x="11689" y="2804"/>
                    <a:pt x="11847" y="2647"/>
                    <a:pt x="11847" y="2458"/>
                  </a:cubicBezTo>
                  <a:lnTo>
                    <a:pt x="11847" y="1071"/>
                  </a:lnTo>
                  <a:cubicBezTo>
                    <a:pt x="11910" y="882"/>
                    <a:pt x="11752" y="725"/>
                    <a:pt x="11532" y="725"/>
                  </a:cubicBezTo>
                  <a:lnTo>
                    <a:pt x="7121" y="725"/>
                  </a:lnTo>
                  <a:cubicBezTo>
                    <a:pt x="6900" y="252"/>
                    <a:pt x="6554" y="0"/>
                    <a:pt x="5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10" name="Google Shape;10110;p63"/>
            <p:cNvSpPr/>
            <p:nvPr/>
          </p:nvSpPr>
          <p:spPr>
            <a:xfrm>
              <a:off x="5241900" y="2327025"/>
              <a:ext cx="103975" cy="121325"/>
            </a:xfrm>
            <a:custGeom>
              <a:rect l="l" t="t" r="r" b="b"/>
              <a:pathLst>
                <a:path w="4159" h="4853" extrusionOk="0">
                  <a:moveTo>
                    <a:pt x="1985" y="725"/>
                  </a:moveTo>
                  <a:cubicBezTo>
                    <a:pt x="2394" y="725"/>
                    <a:pt x="2709" y="1040"/>
                    <a:pt x="2709" y="1450"/>
                  </a:cubicBezTo>
                  <a:cubicBezTo>
                    <a:pt x="2709" y="1828"/>
                    <a:pt x="2394" y="2143"/>
                    <a:pt x="1985" y="2143"/>
                  </a:cubicBezTo>
                  <a:cubicBezTo>
                    <a:pt x="1607" y="2143"/>
                    <a:pt x="1292" y="1828"/>
                    <a:pt x="1292" y="1450"/>
                  </a:cubicBezTo>
                  <a:cubicBezTo>
                    <a:pt x="1292" y="1040"/>
                    <a:pt x="1638" y="725"/>
                    <a:pt x="1985" y="725"/>
                  </a:cubicBezTo>
                  <a:close/>
                  <a:moveTo>
                    <a:pt x="1985" y="2804"/>
                  </a:moveTo>
                  <a:cubicBezTo>
                    <a:pt x="2741" y="2804"/>
                    <a:pt x="3371" y="3435"/>
                    <a:pt x="3371" y="4191"/>
                  </a:cubicBezTo>
                  <a:lnTo>
                    <a:pt x="630" y="4191"/>
                  </a:lnTo>
                  <a:cubicBezTo>
                    <a:pt x="630" y="3435"/>
                    <a:pt x="1260" y="2804"/>
                    <a:pt x="1985" y="2804"/>
                  </a:cubicBezTo>
                  <a:close/>
                  <a:moveTo>
                    <a:pt x="2048" y="1"/>
                  </a:moveTo>
                  <a:cubicBezTo>
                    <a:pt x="1292" y="1"/>
                    <a:pt x="662" y="631"/>
                    <a:pt x="662" y="1387"/>
                  </a:cubicBezTo>
                  <a:cubicBezTo>
                    <a:pt x="662" y="1765"/>
                    <a:pt x="819" y="2111"/>
                    <a:pt x="1040" y="2332"/>
                  </a:cubicBezTo>
                  <a:cubicBezTo>
                    <a:pt x="410" y="2710"/>
                    <a:pt x="0" y="3372"/>
                    <a:pt x="0" y="4159"/>
                  </a:cubicBezTo>
                  <a:lnTo>
                    <a:pt x="0" y="4506"/>
                  </a:lnTo>
                  <a:cubicBezTo>
                    <a:pt x="0" y="4695"/>
                    <a:pt x="158" y="4852"/>
                    <a:pt x="347" y="4852"/>
                  </a:cubicBezTo>
                  <a:lnTo>
                    <a:pt x="3812" y="4852"/>
                  </a:lnTo>
                  <a:cubicBezTo>
                    <a:pt x="4001" y="4852"/>
                    <a:pt x="4159" y="4695"/>
                    <a:pt x="4159" y="4506"/>
                  </a:cubicBezTo>
                  <a:lnTo>
                    <a:pt x="4159" y="4159"/>
                  </a:lnTo>
                  <a:cubicBezTo>
                    <a:pt x="4096" y="3403"/>
                    <a:pt x="3655" y="2710"/>
                    <a:pt x="3025" y="2332"/>
                  </a:cubicBezTo>
                  <a:cubicBezTo>
                    <a:pt x="3245" y="2111"/>
                    <a:pt x="3403" y="1765"/>
                    <a:pt x="3403" y="1387"/>
                  </a:cubicBezTo>
                  <a:cubicBezTo>
                    <a:pt x="3403" y="631"/>
                    <a:pt x="2772" y="1"/>
                    <a:pt x="20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11" name="Google Shape;10111;p63"/>
            <p:cNvSpPr/>
            <p:nvPr/>
          </p:nvSpPr>
          <p:spPr>
            <a:xfrm>
              <a:off x="5048925" y="2328600"/>
              <a:ext cx="103975" cy="121325"/>
            </a:xfrm>
            <a:custGeom>
              <a:rect l="l" t="t" r="r" b="b"/>
              <a:pathLst>
                <a:path w="4159" h="4853" extrusionOk="0">
                  <a:moveTo>
                    <a:pt x="2048" y="662"/>
                  </a:moveTo>
                  <a:cubicBezTo>
                    <a:pt x="2426" y="662"/>
                    <a:pt x="2741" y="977"/>
                    <a:pt x="2741" y="1387"/>
                  </a:cubicBezTo>
                  <a:cubicBezTo>
                    <a:pt x="2741" y="1765"/>
                    <a:pt x="2426" y="2080"/>
                    <a:pt x="2048" y="2080"/>
                  </a:cubicBezTo>
                  <a:cubicBezTo>
                    <a:pt x="1639" y="2080"/>
                    <a:pt x="1324" y="1765"/>
                    <a:pt x="1324" y="1387"/>
                  </a:cubicBezTo>
                  <a:cubicBezTo>
                    <a:pt x="1324" y="977"/>
                    <a:pt x="1670" y="662"/>
                    <a:pt x="2048" y="662"/>
                  </a:cubicBezTo>
                  <a:close/>
                  <a:moveTo>
                    <a:pt x="2048" y="2710"/>
                  </a:moveTo>
                  <a:cubicBezTo>
                    <a:pt x="2773" y="2710"/>
                    <a:pt x="3403" y="3340"/>
                    <a:pt x="3403" y="4096"/>
                  </a:cubicBezTo>
                  <a:lnTo>
                    <a:pt x="662" y="4096"/>
                  </a:lnTo>
                  <a:cubicBezTo>
                    <a:pt x="662" y="3340"/>
                    <a:pt x="1292" y="2710"/>
                    <a:pt x="2048" y="2710"/>
                  </a:cubicBezTo>
                  <a:close/>
                  <a:moveTo>
                    <a:pt x="2111" y="1"/>
                  </a:moveTo>
                  <a:cubicBezTo>
                    <a:pt x="1355" y="1"/>
                    <a:pt x="725" y="631"/>
                    <a:pt x="725" y="1387"/>
                  </a:cubicBezTo>
                  <a:cubicBezTo>
                    <a:pt x="725" y="1733"/>
                    <a:pt x="882" y="2080"/>
                    <a:pt x="1134" y="2332"/>
                  </a:cubicBezTo>
                  <a:cubicBezTo>
                    <a:pt x="410" y="2647"/>
                    <a:pt x="0" y="3340"/>
                    <a:pt x="0" y="4128"/>
                  </a:cubicBezTo>
                  <a:lnTo>
                    <a:pt x="0" y="4474"/>
                  </a:lnTo>
                  <a:cubicBezTo>
                    <a:pt x="0" y="4695"/>
                    <a:pt x="158" y="4852"/>
                    <a:pt x="347" y="4852"/>
                  </a:cubicBezTo>
                  <a:lnTo>
                    <a:pt x="3812" y="4852"/>
                  </a:lnTo>
                  <a:cubicBezTo>
                    <a:pt x="4001" y="4852"/>
                    <a:pt x="4159" y="4695"/>
                    <a:pt x="4159" y="4474"/>
                  </a:cubicBezTo>
                  <a:lnTo>
                    <a:pt x="4159" y="4128"/>
                  </a:lnTo>
                  <a:cubicBezTo>
                    <a:pt x="4159" y="3340"/>
                    <a:pt x="3718" y="2678"/>
                    <a:pt x="3088" y="2332"/>
                  </a:cubicBezTo>
                  <a:cubicBezTo>
                    <a:pt x="3340" y="2080"/>
                    <a:pt x="3497" y="1733"/>
                    <a:pt x="3497" y="1387"/>
                  </a:cubicBezTo>
                  <a:cubicBezTo>
                    <a:pt x="3497" y="631"/>
                    <a:pt x="2867" y="1"/>
                    <a:pt x="2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112" name="Google Shape;10112;p63"/>
          <p:cNvSpPr/>
          <p:nvPr/>
        </p:nvSpPr>
        <p:spPr>
          <a:xfrm>
            <a:off x="6707866" y="3607496"/>
            <a:ext cx="195185" cy="350371"/>
          </a:xfrm>
          <a:custGeom>
            <a:rect l="l" t="t" r="r" b="b"/>
            <a:pathLst>
              <a:path w="6617" h="11878" extrusionOk="0">
                <a:moveTo>
                  <a:pt x="2962" y="725"/>
                </a:moveTo>
                <a:lnTo>
                  <a:pt x="2489" y="2111"/>
                </a:lnTo>
                <a:lnTo>
                  <a:pt x="1575" y="2111"/>
                </a:lnTo>
                <a:lnTo>
                  <a:pt x="1103" y="725"/>
                </a:lnTo>
                <a:close/>
                <a:moveTo>
                  <a:pt x="3277" y="3529"/>
                </a:moveTo>
                <a:lnTo>
                  <a:pt x="5892" y="6144"/>
                </a:lnTo>
                <a:lnTo>
                  <a:pt x="5892" y="6616"/>
                </a:lnTo>
                <a:lnTo>
                  <a:pt x="5419" y="6616"/>
                </a:lnTo>
                <a:lnTo>
                  <a:pt x="3434" y="4663"/>
                </a:lnTo>
                <a:lnTo>
                  <a:pt x="3277" y="3529"/>
                </a:lnTo>
                <a:close/>
                <a:moveTo>
                  <a:pt x="2458" y="2804"/>
                </a:moveTo>
                <a:lnTo>
                  <a:pt x="3434" y="9357"/>
                </a:lnTo>
                <a:lnTo>
                  <a:pt x="2048" y="10964"/>
                </a:lnTo>
                <a:lnTo>
                  <a:pt x="693" y="9357"/>
                </a:lnTo>
                <a:lnTo>
                  <a:pt x="1670" y="2804"/>
                </a:lnTo>
                <a:close/>
                <a:moveTo>
                  <a:pt x="693" y="0"/>
                </a:moveTo>
                <a:cubicBezTo>
                  <a:pt x="567" y="0"/>
                  <a:pt x="473" y="32"/>
                  <a:pt x="410" y="158"/>
                </a:cubicBezTo>
                <a:cubicBezTo>
                  <a:pt x="315" y="252"/>
                  <a:pt x="315" y="378"/>
                  <a:pt x="378" y="473"/>
                </a:cubicBezTo>
                <a:lnTo>
                  <a:pt x="1040" y="2489"/>
                </a:lnTo>
                <a:lnTo>
                  <a:pt x="0" y="9389"/>
                </a:lnTo>
                <a:cubicBezTo>
                  <a:pt x="0" y="9452"/>
                  <a:pt x="0" y="9578"/>
                  <a:pt x="95" y="9672"/>
                </a:cubicBezTo>
                <a:lnTo>
                  <a:pt x="1828" y="11751"/>
                </a:lnTo>
                <a:cubicBezTo>
                  <a:pt x="1891" y="11814"/>
                  <a:pt x="1985" y="11877"/>
                  <a:pt x="2080" y="11877"/>
                </a:cubicBezTo>
                <a:cubicBezTo>
                  <a:pt x="2206" y="11877"/>
                  <a:pt x="2300" y="11814"/>
                  <a:pt x="2363" y="11751"/>
                </a:cubicBezTo>
                <a:lnTo>
                  <a:pt x="4096" y="9672"/>
                </a:lnTo>
                <a:cubicBezTo>
                  <a:pt x="4190" y="9578"/>
                  <a:pt x="4190" y="9483"/>
                  <a:pt x="4190" y="9389"/>
                </a:cubicBezTo>
                <a:lnTo>
                  <a:pt x="3623" y="5797"/>
                </a:lnTo>
                <a:lnTo>
                  <a:pt x="5041" y="7183"/>
                </a:lnTo>
                <a:cubicBezTo>
                  <a:pt x="5136" y="7246"/>
                  <a:pt x="5199" y="7309"/>
                  <a:pt x="5293" y="7309"/>
                </a:cubicBezTo>
                <a:lnTo>
                  <a:pt x="6270" y="7309"/>
                </a:lnTo>
                <a:cubicBezTo>
                  <a:pt x="6459" y="7309"/>
                  <a:pt x="6616" y="7152"/>
                  <a:pt x="6616" y="6931"/>
                </a:cubicBezTo>
                <a:lnTo>
                  <a:pt x="6616" y="5955"/>
                </a:lnTo>
                <a:cubicBezTo>
                  <a:pt x="6616" y="5892"/>
                  <a:pt x="6585" y="5766"/>
                  <a:pt x="6490" y="5734"/>
                </a:cubicBezTo>
                <a:lnTo>
                  <a:pt x="3119" y="2426"/>
                </a:lnTo>
                <a:lnTo>
                  <a:pt x="3749" y="473"/>
                </a:lnTo>
                <a:cubicBezTo>
                  <a:pt x="3781" y="378"/>
                  <a:pt x="3749" y="252"/>
                  <a:pt x="3718" y="158"/>
                </a:cubicBezTo>
                <a:cubicBezTo>
                  <a:pt x="3623" y="95"/>
                  <a:pt x="3560" y="0"/>
                  <a:pt x="343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113" name="Google Shape;10113;p63"/>
          <p:cNvGrpSpPr/>
          <p:nvPr/>
        </p:nvGrpSpPr>
        <p:grpSpPr>
          <a:xfrm>
            <a:off x="7956604" y="3608476"/>
            <a:ext cx="351315" cy="348513"/>
            <a:chOff x="6167350" y="2672800"/>
            <a:chExt cx="297750" cy="295375"/>
          </a:xfrm>
        </p:grpSpPr>
        <p:sp>
          <p:nvSpPr>
            <p:cNvPr id="10114" name="Google Shape;10114;p63"/>
            <p:cNvSpPr/>
            <p:nvPr/>
          </p:nvSpPr>
          <p:spPr>
            <a:xfrm>
              <a:off x="6167350" y="2672800"/>
              <a:ext cx="226850" cy="295375"/>
            </a:xfrm>
            <a:custGeom>
              <a:rect l="l" t="t" r="r" b="b"/>
              <a:pathLst>
                <a:path w="9074" h="11815" extrusionOk="0">
                  <a:moveTo>
                    <a:pt x="4537" y="725"/>
                  </a:moveTo>
                  <a:cubicBezTo>
                    <a:pt x="4758" y="725"/>
                    <a:pt x="4915" y="882"/>
                    <a:pt x="4915" y="1071"/>
                  </a:cubicBezTo>
                  <a:cubicBezTo>
                    <a:pt x="4915" y="1260"/>
                    <a:pt x="5073" y="1418"/>
                    <a:pt x="5262" y="1418"/>
                  </a:cubicBezTo>
                  <a:lnTo>
                    <a:pt x="5955" y="1418"/>
                  </a:lnTo>
                  <a:cubicBezTo>
                    <a:pt x="6175" y="1418"/>
                    <a:pt x="6333" y="1575"/>
                    <a:pt x="6333" y="1796"/>
                  </a:cubicBezTo>
                  <a:cubicBezTo>
                    <a:pt x="6333" y="1985"/>
                    <a:pt x="6175" y="2142"/>
                    <a:pt x="5955" y="2142"/>
                  </a:cubicBezTo>
                  <a:lnTo>
                    <a:pt x="3119" y="2142"/>
                  </a:lnTo>
                  <a:cubicBezTo>
                    <a:pt x="2930" y="2142"/>
                    <a:pt x="2773" y="1985"/>
                    <a:pt x="2773" y="1796"/>
                  </a:cubicBezTo>
                  <a:cubicBezTo>
                    <a:pt x="2773" y="1575"/>
                    <a:pt x="2930" y="1418"/>
                    <a:pt x="3151" y="1418"/>
                  </a:cubicBezTo>
                  <a:lnTo>
                    <a:pt x="3844" y="1418"/>
                  </a:lnTo>
                  <a:cubicBezTo>
                    <a:pt x="4033" y="1418"/>
                    <a:pt x="4191" y="1260"/>
                    <a:pt x="4191" y="1071"/>
                  </a:cubicBezTo>
                  <a:cubicBezTo>
                    <a:pt x="4191" y="882"/>
                    <a:pt x="4348" y="725"/>
                    <a:pt x="4537" y="725"/>
                  </a:cubicBezTo>
                  <a:close/>
                  <a:moveTo>
                    <a:pt x="8066" y="2111"/>
                  </a:moveTo>
                  <a:cubicBezTo>
                    <a:pt x="8255" y="2111"/>
                    <a:pt x="8412" y="2268"/>
                    <a:pt x="8412" y="2458"/>
                  </a:cubicBezTo>
                  <a:lnTo>
                    <a:pt x="8412" y="10806"/>
                  </a:lnTo>
                  <a:lnTo>
                    <a:pt x="8381" y="10806"/>
                  </a:lnTo>
                  <a:cubicBezTo>
                    <a:pt x="8381" y="10995"/>
                    <a:pt x="8223" y="11153"/>
                    <a:pt x="8034" y="11153"/>
                  </a:cubicBezTo>
                  <a:lnTo>
                    <a:pt x="1040" y="11153"/>
                  </a:lnTo>
                  <a:cubicBezTo>
                    <a:pt x="851" y="11153"/>
                    <a:pt x="693" y="10995"/>
                    <a:pt x="693" y="10806"/>
                  </a:cubicBezTo>
                  <a:lnTo>
                    <a:pt x="693" y="2458"/>
                  </a:lnTo>
                  <a:cubicBezTo>
                    <a:pt x="693" y="2268"/>
                    <a:pt x="851" y="2111"/>
                    <a:pt x="1040" y="2111"/>
                  </a:cubicBezTo>
                  <a:lnTo>
                    <a:pt x="2143" y="2111"/>
                  </a:lnTo>
                  <a:cubicBezTo>
                    <a:pt x="2300" y="2489"/>
                    <a:pt x="2647" y="2804"/>
                    <a:pt x="3119" y="2804"/>
                  </a:cubicBezTo>
                  <a:lnTo>
                    <a:pt x="5986" y="2804"/>
                  </a:lnTo>
                  <a:cubicBezTo>
                    <a:pt x="6396" y="2804"/>
                    <a:pt x="6805" y="2521"/>
                    <a:pt x="6963" y="2111"/>
                  </a:cubicBezTo>
                  <a:close/>
                  <a:moveTo>
                    <a:pt x="4506" y="0"/>
                  </a:moveTo>
                  <a:cubicBezTo>
                    <a:pt x="4096" y="0"/>
                    <a:pt x="3686" y="284"/>
                    <a:pt x="3529" y="725"/>
                  </a:cubicBezTo>
                  <a:lnTo>
                    <a:pt x="3088" y="725"/>
                  </a:lnTo>
                  <a:cubicBezTo>
                    <a:pt x="2678" y="725"/>
                    <a:pt x="2269" y="1008"/>
                    <a:pt x="2111" y="1418"/>
                  </a:cubicBezTo>
                  <a:lnTo>
                    <a:pt x="1009" y="1418"/>
                  </a:lnTo>
                  <a:cubicBezTo>
                    <a:pt x="410" y="1418"/>
                    <a:pt x="0" y="1890"/>
                    <a:pt x="0" y="2458"/>
                  </a:cubicBezTo>
                  <a:lnTo>
                    <a:pt x="0" y="10806"/>
                  </a:lnTo>
                  <a:cubicBezTo>
                    <a:pt x="0" y="11405"/>
                    <a:pt x="473" y="11814"/>
                    <a:pt x="1009" y="11814"/>
                  </a:cubicBezTo>
                  <a:lnTo>
                    <a:pt x="7971" y="11814"/>
                  </a:lnTo>
                  <a:cubicBezTo>
                    <a:pt x="8570" y="11814"/>
                    <a:pt x="9011" y="11342"/>
                    <a:pt x="9011" y="10806"/>
                  </a:cubicBezTo>
                  <a:lnTo>
                    <a:pt x="9011" y="2458"/>
                  </a:lnTo>
                  <a:cubicBezTo>
                    <a:pt x="9074" y="1859"/>
                    <a:pt x="8601" y="1418"/>
                    <a:pt x="8034" y="1418"/>
                  </a:cubicBezTo>
                  <a:lnTo>
                    <a:pt x="6931" y="1418"/>
                  </a:lnTo>
                  <a:cubicBezTo>
                    <a:pt x="6774" y="1040"/>
                    <a:pt x="6396" y="725"/>
                    <a:pt x="5923" y="725"/>
                  </a:cubicBezTo>
                  <a:lnTo>
                    <a:pt x="5545" y="725"/>
                  </a:lnTo>
                  <a:cubicBezTo>
                    <a:pt x="5514" y="567"/>
                    <a:pt x="5388" y="441"/>
                    <a:pt x="5262" y="315"/>
                  </a:cubicBezTo>
                  <a:cubicBezTo>
                    <a:pt x="5073" y="126"/>
                    <a:pt x="4789" y="0"/>
                    <a:pt x="4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15" name="Google Shape;10115;p63"/>
            <p:cNvSpPr/>
            <p:nvPr/>
          </p:nvSpPr>
          <p:spPr>
            <a:xfrm>
              <a:off x="6201225" y="2762575"/>
              <a:ext cx="52775" cy="49650"/>
            </a:xfrm>
            <a:custGeom>
              <a:rect l="l" t="t" r="r" b="b"/>
              <a:pathLst>
                <a:path w="2111" h="1986" extrusionOk="0">
                  <a:moveTo>
                    <a:pt x="406" y="1"/>
                  </a:moveTo>
                  <a:cubicBezTo>
                    <a:pt x="315" y="1"/>
                    <a:pt x="221" y="32"/>
                    <a:pt x="158" y="95"/>
                  </a:cubicBezTo>
                  <a:cubicBezTo>
                    <a:pt x="63" y="190"/>
                    <a:pt x="63" y="442"/>
                    <a:pt x="158" y="568"/>
                  </a:cubicBezTo>
                  <a:lnTo>
                    <a:pt x="599" y="977"/>
                  </a:lnTo>
                  <a:lnTo>
                    <a:pt x="158" y="1418"/>
                  </a:lnTo>
                  <a:cubicBezTo>
                    <a:pt x="0" y="1544"/>
                    <a:pt x="0" y="1733"/>
                    <a:pt x="158" y="1891"/>
                  </a:cubicBezTo>
                  <a:cubicBezTo>
                    <a:pt x="221" y="1954"/>
                    <a:pt x="315" y="1985"/>
                    <a:pt x="406" y="1985"/>
                  </a:cubicBezTo>
                  <a:cubicBezTo>
                    <a:pt x="496" y="1985"/>
                    <a:pt x="583" y="1954"/>
                    <a:pt x="630" y="1891"/>
                  </a:cubicBezTo>
                  <a:lnTo>
                    <a:pt x="1071" y="1450"/>
                  </a:lnTo>
                  <a:lnTo>
                    <a:pt x="1512" y="1891"/>
                  </a:lnTo>
                  <a:cubicBezTo>
                    <a:pt x="1575" y="1954"/>
                    <a:pt x="1662" y="1985"/>
                    <a:pt x="1749" y="1985"/>
                  </a:cubicBezTo>
                  <a:cubicBezTo>
                    <a:pt x="1835" y="1985"/>
                    <a:pt x="1922" y="1954"/>
                    <a:pt x="1985" y="1891"/>
                  </a:cubicBezTo>
                  <a:cubicBezTo>
                    <a:pt x="2111" y="1765"/>
                    <a:pt x="2111" y="1544"/>
                    <a:pt x="1985" y="1418"/>
                  </a:cubicBezTo>
                  <a:lnTo>
                    <a:pt x="1544" y="977"/>
                  </a:lnTo>
                  <a:lnTo>
                    <a:pt x="1985" y="568"/>
                  </a:lnTo>
                  <a:cubicBezTo>
                    <a:pt x="2111" y="442"/>
                    <a:pt x="2111" y="190"/>
                    <a:pt x="1985" y="95"/>
                  </a:cubicBezTo>
                  <a:cubicBezTo>
                    <a:pt x="1922" y="32"/>
                    <a:pt x="1835" y="1"/>
                    <a:pt x="1749" y="1"/>
                  </a:cubicBezTo>
                  <a:cubicBezTo>
                    <a:pt x="1662" y="1"/>
                    <a:pt x="1575" y="32"/>
                    <a:pt x="1512" y="95"/>
                  </a:cubicBezTo>
                  <a:lnTo>
                    <a:pt x="1071" y="505"/>
                  </a:lnTo>
                  <a:lnTo>
                    <a:pt x="630" y="95"/>
                  </a:lnTo>
                  <a:cubicBezTo>
                    <a:pt x="583" y="32"/>
                    <a:pt x="496" y="1"/>
                    <a:pt x="4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16" name="Google Shape;10116;p63"/>
            <p:cNvSpPr/>
            <p:nvPr/>
          </p:nvSpPr>
          <p:spPr>
            <a:xfrm>
              <a:off x="6308325" y="2882300"/>
              <a:ext cx="51225" cy="49650"/>
            </a:xfrm>
            <a:custGeom>
              <a:rect l="l" t="t" r="r" b="b"/>
              <a:pathLst>
                <a:path w="2049" h="1986" extrusionOk="0">
                  <a:moveTo>
                    <a:pt x="363" y="0"/>
                  </a:moveTo>
                  <a:cubicBezTo>
                    <a:pt x="276" y="0"/>
                    <a:pt x="190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lnTo>
                    <a:pt x="568" y="1009"/>
                  </a:lnTo>
                  <a:lnTo>
                    <a:pt x="127" y="1450"/>
                  </a:lnTo>
                  <a:cubicBezTo>
                    <a:pt x="1" y="1544"/>
                    <a:pt x="1" y="1796"/>
                    <a:pt x="127" y="1891"/>
                  </a:cubicBezTo>
                  <a:cubicBezTo>
                    <a:pt x="190" y="1954"/>
                    <a:pt x="276" y="1985"/>
                    <a:pt x="363" y="1985"/>
                  </a:cubicBezTo>
                  <a:cubicBezTo>
                    <a:pt x="450" y="1985"/>
                    <a:pt x="536" y="1954"/>
                    <a:pt x="599" y="1891"/>
                  </a:cubicBezTo>
                  <a:lnTo>
                    <a:pt x="1040" y="1481"/>
                  </a:lnTo>
                  <a:lnTo>
                    <a:pt x="1481" y="1891"/>
                  </a:lnTo>
                  <a:cubicBezTo>
                    <a:pt x="1529" y="1954"/>
                    <a:pt x="1615" y="1985"/>
                    <a:pt x="1706" y="1985"/>
                  </a:cubicBezTo>
                  <a:cubicBezTo>
                    <a:pt x="1797" y="1985"/>
                    <a:pt x="1891" y="1954"/>
                    <a:pt x="1954" y="1891"/>
                  </a:cubicBezTo>
                  <a:cubicBezTo>
                    <a:pt x="2049" y="1796"/>
                    <a:pt x="2049" y="1544"/>
                    <a:pt x="1954" y="1450"/>
                  </a:cubicBezTo>
                  <a:lnTo>
                    <a:pt x="1513" y="1009"/>
                  </a:lnTo>
                  <a:lnTo>
                    <a:pt x="1954" y="567"/>
                  </a:lnTo>
                  <a:cubicBezTo>
                    <a:pt x="2049" y="441"/>
                    <a:pt x="2049" y="252"/>
                    <a:pt x="1954" y="95"/>
                  </a:cubicBezTo>
                  <a:cubicBezTo>
                    <a:pt x="1891" y="32"/>
                    <a:pt x="1804" y="0"/>
                    <a:pt x="1718" y="0"/>
                  </a:cubicBezTo>
                  <a:cubicBezTo>
                    <a:pt x="1631" y="0"/>
                    <a:pt x="1544" y="32"/>
                    <a:pt x="1481" y="95"/>
                  </a:cubicBezTo>
                  <a:lnTo>
                    <a:pt x="1040" y="536"/>
                  </a:lnTo>
                  <a:lnTo>
                    <a:pt x="599" y="95"/>
                  </a:lnTo>
                  <a:cubicBezTo>
                    <a:pt x="536" y="32"/>
                    <a:pt x="450" y="0"/>
                    <a:pt x="3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17" name="Google Shape;10117;p63"/>
            <p:cNvSpPr/>
            <p:nvPr/>
          </p:nvSpPr>
          <p:spPr>
            <a:xfrm>
              <a:off x="6200425" y="2759425"/>
              <a:ext cx="156775" cy="174875"/>
            </a:xfrm>
            <a:custGeom>
              <a:rect l="l" t="t" r="r" b="b"/>
              <a:pathLst>
                <a:path w="6271" h="6994" extrusionOk="0">
                  <a:moveTo>
                    <a:pt x="1103" y="5609"/>
                  </a:moveTo>
                  <a:cubicBezTo>
                    <a:pt x="1292" y="5609"/>
                    <a:pt x="1450" y="5766"/>
                    <a:pt x="1450" y="5955"/>
                  </a:cubicBezTo>
                  <a:cubicBezTo>
                    <a:pt x="1450" y="6144"/>
                    <a:pt x="1292" y="6302"/>
                    <a:pt x="1103" y="6302"/>
                  </a:cubicBezTo>
                  <a:cubicBezTo>
                    <a:pt x="914" y="6302"/>
                    <a:pt x="757" y="6144"/>
                    <a:pt x="757" y="5955"/>
                  </a:cubicBezTo>
                  <a:cubicBezTo>
                    <a:pt x="757" y="5766"/>
                    <a:pt x="914" y="5609"/>
                    <a:pt x="1103" y="5609"/>
                  </a:cubicBezTo>
                  <a:close/>
                  <a:moveTo>
                    <a:pt x="5325" y="1"/>
                  </a:moveTo>
                  <a:cubicBezTo>
                    <a:pt x="5230" y="1"/>
                    <a:pt x="5136" y="64"/>
                    <a:pt x="5073" y="127"/>
                  </a:cubicBezTo>
                  <a:lnTo>
                    <a:pt x="4380" y="851"/>
                  </a:lnTo>
                  <a:cubicBezTo>
                    <a:pt x="4254" y="946"/>
                    <a:pt x="4254" y="1198"/>
                    <a:pt x="4380" y="1324"/>
                  </a:cubicBezTo>
                  <a:cubicBezTo>
                    <a:pt x="4443" y="1371"/>
                    <a:pt x="4529" y="1395"/>
                    <a:pt x="4616" y="1395"/>
                  </a:cubicBezTo>
                  <a:cubicBezTo>
                    <a:pt x="4703" y="1395"/>
                    <a:pt x="4789" y="1371"/>
                    <a:pt x="4852" y="1324"/>
                  </a:cubicBezTo>
                  <a:lnTo>
                    <a:pt x="4978" y="1198"/>
                  </a:lnTo>
                  <a:lnTo>
                    <a:pt x="4978" y="2458"/>
                  </a:lnTo>
                  <a:cubicBezTo>
                    <a:pt x="4978" y="2647"/>
                    <a:pt x="4821" y="2805"/>
                    <a:pt x="4600" y="2805"/>
                  </a:cubicBezTo>
                  <a:lnTo>
                    <a:pt x="1765" y="2805"/>
                  </a:lnTo>
                  <a:cubicBezTo>
                    <a:pt x="1513" y="2805"/>
                    <a:pt x="1229" y="2931"/>
                    <a:pt x="1040" y="3120"/>
                  </a:cubicBezTo>
                  <a:cubicBezTo>
                    <a:pt x="820" y="3309"/>
                    <a:pt x="725" y="3592"/>
                    <a:pt x="725" y="3876"/>
                  </a:cubicBezTo>
                  <a:lnTo>
                    <a:pt x="725" y="4978"/>
                  </a:lnTo>
                  <a:cubicBezTo>
                    <a:pt x="316" y="5136"/>
                    <a:pt x="1" y="5482"/>
                    <a:pt x="1" y="5955"/>
                  </a:cubicBezTo>
                  <a:cubicBezTo>
                    <a:pt x="1" y="6554"/>
                    <a:pt x="473" y="6995"/>
                    <a:pt x="1040" y="6995"/>
                  </a:cubicBezTo>
                  <a:cubicBezTo>
                    <a:pt x="1607" y="6995"/>
                    <a:pt x="2048" y="6522"/>
                    <a:pt x="2048" y="5955"/>
                  </a:cubicBezTo>
                  <a:cubicBezTo>
                    <a:pt x="2048" y="5514"/>
                    <a:pt x="1765" y="5136"/>
                    <a:pt x="1355" y="4978"/>
                  </a:cubicBezTo>
                  <a:lnTo>
                    <a:pt x="1355" y="3876"/>
                  </a:lnTo>
                  <a:cubicBezTo>
                    <a:pt x="1355" y="3687"/>
                    <a:pt x="1513" y="3529"/>
                    <a:pt x="1702" y="3529"/>
                  </a:cubicBezTo>
                  <a:lnTo>
                    <a:pt x="4537" y="3529"/>
                  </a:lnTo>
                  <a:cubicBezTo>
                    <a:pt x="5136" y="3529"/>
                    <a:pt x="5545" y="3057"/>
                    <a:pt x="5545" y="2490"/>
                  </a:cubicBezTo>
                  <a:lnTo>
                    <a:pt x="5545" y="1229"/>
                  </a:lnTo>
                  <a:lnTo>
                    <a:pt x="5671" y="1355"/>
                  </a:lnTo>
                  <a:cubicBezTo>
                    <a:pt x="5734" y="1418"/>
                    <a:pt x="5821" y="1450"/>
                    <a:pt x="5908" y="1450"/>
                  </a:cubicBezTo>
                  <a:cubicBezTo>
                    <a:pt x="5994" y="1450"/>
                    <a:pt x="6081" y="1418"/>
                    <a:pt x="6144" y="1355"/>
                  </a:cubicBezTo>
                  <a:cubicBezTo>
                    <a:pt x="6270" y="1229"/>
                    <a:pt x="6270" y="1009"/>
                    <a:pt x="6144" y="883"/>
                  </a:cubicBezTo>
                  <a:lnTo>
                    <a:pt x="5545" y="127"/>
                  </a:lnTo>
                  <a:cubicBezTo>
                    <a:pt x="5482" y="64"/>
                    <a:pt x="5388" y="1"/>
                    <a:pt x="53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18" name="Google Shape;10118;p63"/>
            <p:cNvSpPr/>
            <p:nvPr/>
          </p:nvSpPr>
          <p:spPr>
            <a:xfrm>
              <a:off x="6412300" y="2742900"/>
              <a:ext cx="52800" cy="208725"/>
            </a:xfrm>
            <a:custGeom>
              <a:rect l="l" t="t" r="r" b="b"/>
              <a:pathLst>
                <a:path w="2112" h="8349" extrusionOk="0">
                  <a:moveTo>
                    <a:pt x="1009" y="662"/>
                  </a:moveTo>
                  <a:cubicBezTo>
                    <a:pt x="1229" y="662"/>
                    <a:pt x="1387" y="819"/>
                    <a:pt x="1387" y="1040"/>
                  </a:cubicBezTo>
                  <a:lnTo>
                    <a:pt x="1387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387" y="2048"/>
                  </a:moveTo>
                  <a:lnTo>
                    <a:pt x="1387" y="6017"/>
                  </a:lnTo>
                  <a:cubicBezTo>
                    <a:pt x="1261" y="5986"/>
                    <a:pt x="1142" y="5970"/>
                    <a:pt x="1024" y="5970"/>
                  </a:cubicBezTo>
                  <a:cubicBezTo>
                    <a:pt x="906" y="5970"/>
                    <a:pt x="788" y="5986"/>
                    <a:pt x="662" y="6017"/>
                  </a:cubicBezTo>
                  <a:lnTo>
                    <a:pt x="662" y="2048"/>
                  </a:lnTo>
                  <a:close/>
                  <a:moveTo>
                    <a:pt x="1009" y="6711"/>
                  </a:moveTo>
                  <a:cubicBezTo>
                    <a:pt x="1103" y="6711"/>
                    <a:pt x="1166" y="6711"/>
                    <a:pt x="1261" y="6742"/>
                  </a:cubicBezTo>
                  <a:lnTo>
                    <a:pt x="1009" y="7246"/>
                  </a:lnTo>
                  <a:lnTo>
                    <a:pt x="788" y="6742"/>
                  </a:lnTo>
                  <a:cubicBezTo>
                    <a:pt x="851" y="6711"/>
                    <a:pt x="946" y="6711"/>
                    <a:pt x="1009" y="6711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6616"/>
                  </a:lnTo>
                  <a:cubicBezTo>
                    <a:pt x="0" y="6648"/>
                    <a:pt x="0" y="6742"/>
                    <a:pt x="32" y="6774"/>
                  </a:cubicBezTo>
                  <a:lnTo>
                    <a:pt x="757" y="8160"/>
                  </a:lnTo>
                  <a:cubicBezTo>
                    <a:pt x="788" y="8286"/>
                    <a:pt x="946" y="8349"/>
                    <a:pt x="1040" y="8349"/>
                  </a:cubicBezTo>
                  <a:cubicBezTo>
                    <a:pt x="1166" y="8349"/>
                    <a:pt x="1292" y="8286"/>
                    <a:pt x="1355" y="8160"/>
                  </a:cubicBezTo>
                  <a:lnTo>
                    <a:pt x="2080" y="6774"/>
                  </a:lnTo>
                  <a:cubicBezTo>
                    <a:pt x="2111" y="6742"/>
                    <a:pt x="2111" y="6648"/>
                    <a:pt x="2111" y="6616"/>
                  </a:cubicBezTo>
                  <a:lnTo>
                    <a:pt x="2111" y="1040"/>
                  </a:ln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119" name="Google Shape;10119;p63"/>
          <p:cNvGrpSpPr/>
          <p:nvPr/>
        </p:nvGrpSpPr>
        <p:grpSpPr>
          <a:xfrm>
            <a:off x="6197601" y="1303709"/>
            <a:ext cx="347599" cy="350371"/>
            <a:chOff x="1777925" y="1953700"/>
            <a:chExt cx="294600" cy="296950"/>
          </a:xfrm>
        </p:grpSpPr>
        <p:sp>
          <p:nvSpPr>
            <p:cNvPr id="10120" name="Google Shape;10120;p63"/>
            <p:cNvSpPr/>
            <p:nvPr/>
          </p:nvSpPr>
          <p:spPr>
            <a:xfrm>
              <a:off x="1794450" y="2052125"/>
              <a:ext cx="278075" cy="198525"/>
            </a:xfrm>
            <a:custGeom>
              <a:rect l="l" t="t" r="r" b="b"/>
              <a:pathLst>
                <a:path w="11123" h="7941" extrusionOk="0">
                  <a:moveTo>
                    <a:pt x="10545" y="1"/>
                  </a:moveTo>
                  <a:cubicBezTo>
                    <a:pt x="10499" y="1"/>
                    <a:pt x="10449" y="11"/>
                    <a:pt x="10397" y="33"/>
                  </a:cubicBezTo>
                  <a:cubicBezTo>
                    <a:pt x="10208" y="64"/>
                    <a:pt x="10145" y="253"/>
                    <a:pt x="10177" y="474"/>
                  </a:cubicBezTo>
                  <a:cubicBezTo>
                    <a:pt x="10334" y="1009"/>
                    <a:pt x="10460" y="1514"/>
                    <a:pt x="10460" y="1986"/>
                  </a:cubicBezTo>
                  <a:cubicBezTo>
                    <a:pt x="10460" y="4885"/>
                    <a:pt x="8129" y="7247"/>
                    <a:pt x="5199" y="7247"/>
                  </a:cubicBezTo>
                  <a:cubicBezTo>
                    <a:pt x="3561" y="7247"/>
                    <a:pt x="2017" y="6460"/>
                    <a:pt x="1040" y="5137"/>
                  </a:cubicBezTo>
                  <a:lnTo>
                    <a:pt x="1734" y="5137"/>
                  </a:lnTo>
                  <a:cubicBezTo>
                    <a:pt x="1954" y="5137"/>
                    <a:pt x="2112" y="4979"/>
                    <a:pt x="2112" y="4790"/>
                  </a:cubicBezTo>
                  <a:cubicBezTo>
                    <a:pt x="2112" y="4601"/>
                    <a:pt x="1954" y="4444"/>
                    <a:pt x="1734" y="4444"/>
                  </a:cubicBezTo>
                  <a:lnTo>
                    <a:pt x="379" y="4444"/>
                  </a:lnTo>
                  <a:cubicBezTo>
                    <a:pt x="158" y="4444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79" y="6523"/>
                  </a:cubicBezTo>
                  <a:cubicBezTo>
                    <a:pt x="568" y="6523"/>
                    <a:pt x="725" y="6365"/>
                    <a:pt x="725" y="6176"/>
                  </a:cubicBezTo>
                  <a:lnTo>
                    <a:pt x="725" y="5830"/>
                  </a:lnTo>
                  <a:cubicBezTo>
                    <a:pt x="1860" y="7184"/>
                    <a:pt x="3529" y="7941"/>
                    <a:pt x="5199" y="7941"/>
                  </a:cubicBezTo>
                  <a:cubicBezTo>
                    <a:pt x="8476" y="7941"/>
                    <a:pt x="11122" y="5294"/>
                    <a:pt x="11122" y="2049"/>
                  </a:cubicBezTo>
                  <a:cubicBezTo>
                    <a:pt x="11122" y="1482"/>
                    <a:pt x="11028" y="883"/>
                    <a:pt x="10839" y="253"/>
                  </a:cubicBezTo>
                  <a:cubicBezTo>
                    <a:pt x="10814" y="109"/>
                    <a:pt x="10698" y="1"/>
                    <a:pt x="105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21" name="Google Shape;10121;p63"/>
            <p:cNvSpPr/>
            <p:nvPr/>
          </p:nvSpPr>
          <p:spPr>
            <a:xfrm>
              <a:off x="1777925" y="1953700"/>
              <a:ext cx="278050" cy="198675"/>
            </a:xfrm>
            <a:custGeom>
              <a:rect l="l" t="t" r="r" b="b"/>
              <a:pathLst>
                <a:path w="11122" h="7945" extrusionOk="0">
                  <a:moveTo>
                    <a:pt x="5892" y="0"/>
                  </a:moveTo>
                  <a:cubicBezTo>
                    <a:pt x="2647" y="0"/>
                    <a:pt x="0" y="2615"/>
                    <a:pt x="0" y="5892"/>
                  </a:cubicBezTo>
                  <a:cubicBezTo>
                    <a:pt x="0" y="6459"/>
                    <a:pt x="63" y="7026"/>
                    <a:pt x="284" y="7656"/>
                  </a:cubicBezTo>
                  <a:cubicBezTo>
                    <a:pt x="310" y="7869"/>
                    <a:pt x="450" y="7947"/>
                    <a:pt x="606" y="7947"/>
                  </a:cubicBezTo>
                  <a:cubicBezTo>
                    <a:pt x="635" y="7947"/>
                    <a:pt x="664" y="7944"/>
                    <a:pt x="693" y="7939"/>
                  </a:cubicBezTo>
                  <a:cubicBezTo>
                    <a:pt x="914" y="7908"/>
                    <a:pt x="977" y="7719"/>
                    <a:pt x="945" y="7498"/>
                  </a:cubicBezTo>
                  <a:cubicBezTo>
                    <a:pt x="788" y="6963"/>
                    <a:pt x="662" y="6459"/>
                    <a:pt x="662" y="5923"/>
                  </a:cubicBezTo>
                  <a:cubicBezTo>
                    <a:pt x="662" y="3056"/>
                    <a:pt x="2993" y="693"/>
                    <a:pt x="5923" y="693"/>
                  </a:cubicBezTo>
                  <a:cubicBezTo>
                    <a:pt x="7561" y="693"/>
                    <a:pt x="9105" y="1481"/>
                    <a:pt x="10082" y="2773"/>
                  </a:cubicBezTo>
                  <a:lnTo>
                    <a:pt x="9389" y="2773"/>
                  </a:lnTo>
                  <a:cubicBezTo>
                    <a:pt x="9168" y="2773"/>
                    <a:pt x="9011" y="2930"/>
                    <a:pt x="9011" y="3151"/>
                  </a:cubicBezTo>
                  <a:cubicBezTo>
                    <a:pt x="9011" y="3340"/>
                    <a:pt x="9168" y="3497"/>
                    <a:pt x="9389" y="3497"/>
                  </a:cubicBezTo>
                  <a:lnTo>
                    <a:pt x="10743" y="3497"/>
                  </a:lnTo>
                  <a:cubicBezTo>
                    <a:pt x="10964" y="3497"/>
                    <a:pt x="11121" y="3340"/>
                    <a:pt x="11121" y="3151"/>
                  </a:cubicBezTo>
                  <a:lnTo>
                    <a:pt x="11121" y="1765"/>
                  </a:lnTo>
                  <a:cubicBezTo>
                    <a:pt x="11121" y="1575"/>
                    <a:pt x="10964" y="1418"/>
                    <a:pt x="10743" y="1418"/>
                  </a:cubicBezTo>
                  <a:cubicBezTo>
                    <a:pt x="10554" y="1418"/>
                    <a:pt x="10397" y="1575"/>
                    <a:pt x="10397" y="1765"/>
                  </a:cubicBezTo>
                  <a:lnTo>
                    <a:pt x="10397" y="2111"/>
                  </a:lnTo>
                  <a:cubicBezTo>
                    <a:pt x="9263" y="725"/>
                    <a:pt x="7593" y="0"/>
                    <a:pt x="5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22" name="Google Shape;10122;p63"/>
            <p:cNvSpPr/>
            <p:nvPr/>
          </p:nvSpPr>
          <p:spPr>
            <a:xfrm>
              <a:off x="1829125" y="2006475"/>
              <a:ext cx="191400" cy="191400"/>
            </a:xfrm>
            <a:custGeom>
              <a:rect l="l" t="t" r="r" b="b"/>
              <a:pathLst>
                <a:path w="7656" h="7656" extrusionOk="0">
                  <a:moveTo>
                    <a:pt x="4190" y="693"/>
                  </a:moveTo>
                  <a:cubicBezTo>
                    <a:pt x="4757" y="788"/>
                    <a:pt x="5324" y="1008"/>
                    <a:pt x="5797" y="1386"/>
                  </a:cubicBezTo>
                  <a:lnTo>
                    <a:pt x="5545" y="1607"/>
                  </a:lnTo>
                  <a:cubicBezTo>
                    <a:pt x="5450" y="1733"/>
                    <a:pt x="5450" y="1953"/>
                    <a:pt x="5545" y="2079"/>
                  </a:cubicBezTo>
                  <a:cubicBezTo>
                    <a:pt x="5608" y="2142"/>
                    <a:pt x="5702" y="2174"/>
                    <a:pt x="5793" y="2174"/>
                  </a:cubicBezTo>
                  <a:cubicBezTo>
                    <a:pt x="5884" y="2174"/>
                    <a:pt x="5970" y="2142"/>
                    <a:pt x="6017" y="2079"/>
                  </a:cubicBezTo>
                  <a:lnTo>
                    <a:pt x="6270" y="1859"/>
                  </a:lnTo>
                  <a:cubicBezTo>
                    <a:pt x="6616" y="2268"/>
                    <a:pt x="6868" y="2835"/>
                    <a:pt x="6931" y="3466"/>
                  </a:cubicBezTo>
                  <a:lnTo>
                    <a:pt x="6616" y="3466"/>
                  </a:lnTo>
                  <a:cubicBezTo>
                    <a:pt x="6427" y="3466"/>
                    <a:pt x="6270" y="3623"/>
                    <a:pt x="6270" y="3812"/>
                  </a:cubicBezTo>
                  <a:cubicBezTo>
                    <a:pt x="6270" y="4001"/>
                    <a:pt x="6427" y="4159"/>
                    <a:pt x="6616" y="4159"/>
                  </a:cubicBezTo>
                  <a:lnTo>
                    <a:pt x="6931" y="4159"/>
                  </a:lnTo>
                  <a:cubicBezTo>
                    <a:pt x="6868" y="4757"/>
                    <a:pt x="6616" y="5324"/>
                    <a:pt x="6270" y="5797"/>
                  </a:cubicBezTo>
                  <a:lnTo>
                    <a:pt x="6017" y="5545"/>
                  </a:lnTo>
                  <a:cubicBezTo>
                    <a:pt x="5970" y="5482"/>
                    <a:pt x="5884" y="5450"/>
                    <a:pt x="5793" y="5450"/>
                  </a:cubicBezTo>
                  <a:cubicBezTo>
                    <a:pt x="5702" y="5450"/>
                    <a:pt x="5608" y="5482"/>
                    <a:pt x="5545" y="5545"/>
                  </a:cubicBezTo>
                  <a:cubicBezTo>
                    <a:pt x="5450" y="5671"/>
                    <a:pt x="5450" y="5923"/>
                    <a:pt x="5545" y="6017"/>
                  </a:cubicBezTo>
                  <a:lnTo>
                    <a:pt x="5797" y="6270"/>
                  </a:lnTo>
                  <a:cubicBezTo>
                    <a:pt x="5356" y="6616"/>
                    <a:pt x="4820" y="6837"/>
                    <a:pt x="4190" y="6931"/>
                  </a:cubicBezTo>
                  <a:lnTo>
                    <a:pt x="4190" y="6616"/>
                  </a:lnTo>
                  <a:cubicBezTo>
                    <a:pt x="4190" y="6427"/>
                    <a:pt x="4033" y="6270"/>
                    <a:pt x="3812" y="6270"/>
                  </a:cubicBezTo>
                  <a:cubicBezTo>
                    <a:pt x="3623" y="6270"/>
                    <a:pt x="3466" y="6427"/>
                    <a:pt x="3466" y="6616"/>
                  </a:cubicBezTo>
                  <a:lnTo>
                    <a:pt x="3466" y="6931"/>
                  </a:lnTo>
                  <a:cubicBezTo>
                    <a:pt x="2867" y="6837"/>
                    <a:pt x="2331" y="6616"/>
                    <a:pt x="1859" y="6270"/>
                  </a:cubicBezTo>
                  <a:lnTo>
                    <a:pt x="2079" y="6017"/>
                  </a:lnTo>
                  <a:cubicBezTo>
                    <a:pt x="2205" y="5891"/>
                    <a:pt x="2205" y="5671"/>
                    <a:pt x="2079" y="5545"/>
                  </a:cubicBezTo>
                  <a:cubicBezTo>
                    <a:pt x="2032" y="5482"/>
                    <a:pt x="1945" y="5450"/>
                    <a:pt x="1855" y="5450"/>
                  </a:cubicBezTo>
                  <a:cubicBezTo>
                    <a:pt x="1764" y="5450"/>
                    <a:pt x="1670" y="5482"/>
                    <a:pt x="1607" y="5545"/>
                  </a:cubicBezTo>
                  <a:lnTo>
                    <a:pt x="1386" y="5797"/>
                  </a:lnTo>
                  <a:cubicBezTo>
                    <a:pt x="1040" y="5356"/>
                    <a:pt x="788" y="4789"/>
                    <a:pt x="725" y="4159"/>
                  </a:cubicBezTo>
                  <a:lnTo>
                    <a:pt x="1040" y="4159"/>
                  </a:lnTo>
                  <a:cubicBezTo>
                    <a:pt x="1229" y="4159"/>
                    <a:pt x="1386" y="4001"/>
                    <a:pt x="1386" y="3812"/>
                  </a:cubicBezTo>
                  <a:cubicBezTo>
                    <a:pt x="1386" y="3623"/>
                    <a:pt x="1229" y="3466"/>
                    <a:pt x="1040" y="3466"/>
                  </a:cubicBezTo>
                  <a:lnTo>
                    <a:pt x="725" y="3466"/>
                  </a:lnTo>
                  <a:cubicBezTo>
                    <a:pt x="788" y="2867"/>
                    <a:pt x="1040" y="2331"/>
                    <a:pt x="1386" y="1859"/>
                  </a:cubicBezTo>
                  <a:lnTo>
                    <a:pt x="1607" y="2079"/>
                  </a:lnTo>
                  <a:cubicBezTo>
                    <a:pt x="1701" y="2174"/>
                    <a:pt x="1764" y="2205"/>
                    <a:pt x="1859" y="2205"/>
                  </a:cubicBezTo>
                  <a:cubicBezTo>
                    <a:pt x="1922" y="2205"/>
                    <a:pt x="2048" y="2174"/>
                    <a:pt x="2079" y="2079"/>
                  </a:cubicBezTo>
                  <a:cubicBezTo>
                    <a:pt x="2205" y="1953"/>
                    <a:pt x="2205" y="1733"/>
                    <a:pt x="2079" y="1607"/>
                  </a:cubicBezTo>
                  <a:lnTo>
                    <a:pt x="1859" y="1386"/>
                  </a:lnTo>
                  <a:cubicBezTo>
                    <a:pt x="2300" y="1008"/>
                    <a:pt x="2835" y="788"/>
                    <a:pt x="3466" y="693"/>
                  </a:cubicBezTo>
                  <a:lnTo>
                    <a:pt x="3466" y="1008"/>
                  </a:lnTo>
                  <a:cubicBezTo>
                    <a:pt x="3466" y="1229"/>
                    <a:pt x="3623" y="1386"/>
                    <a:pt x="3812" y="1386"/>
                  </a:cubicBezTo>
                  <a:cubicBezTo>
                    <a:pt x="4033" y="1386"/>
                    <a:pt x="4190" y="1229"/>
                    <a:pt x="4190" y="1008"/>
                  </a:cubicBezTo>
                  <a:lnTo>
                    <a:pt x="4190" y="693"/>
                  </a:lnTo>
                  <a:close/>
                  <a:moveTo>
                    <a:pt x="3812" y="0"/>
                  </a:moveTo>
                  <a:cubicBezTo>
                    <a:pt x="1733" y="0"/>
                    <a:pt x="0" y="1701"/>
                    <a:pt x="0" y="3812"/>
                  </a:cubicBezTo>
                  <a:cubicBezTo>
                    <a:pt x="0" y="5923"/>
                    <a:pt x="1701" y="7656"/>
                    <a:pt x="3812" y="7656"/>
                  </a:cubicBezTo>
                  <a:cubicBezTo>
                    <a:pt x="5923" y="7656"/>
                    <a:pt x="7656" y="5954"/>
                    <a:pt x="7656" y="3812"/>
                  </a:cubicBezTo>
                  <a:cubicBezTo>
                    <a:pt x="7656" y="1733"/>
                    <a:pt x="5954" y="0"/>
                    <a:pt x="38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23" name="Google Shape;10123;p63"/>
            <p:cNvSpPr/>
            <p:nvPr/>
          </p:nvSpPr>
          <p:spPr>
            <a:xfrm>
              <a:off x="1915750" y="2058450"/>
              <a:ext cx="35475" cy="52800"/>
            </a:xfrm>
            <a:custGeom>
              <a:rect l="l" t="t" r="r" b="b"/>
              <a:pathLst>
                <a:path w="1419" h="2112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733"/>
                  </a:lnTo>
                  <a:cubicBezTo>
                    <a:pt x="1" y="1954"/>
                    <a:pt x="158" y="2111"/>
                    <a:pt x="347" y="2111"/>
                  </a:cubicBezTo>
                  <a:lnTo>
                    <a:pt x="1072" y="2111"/>
                  </a:lnTo>
                  <a:cubicBezTo>
                    <a:pt x="1261" y="2111"/>
                    <a:pt x="1418" y="1954"/>
                    <a:pt x="1418" y="1733"/>
                  </a:cubicBezTo>
                  <a:cubicBezTo>
                    <a:pt x="1418" y="1544"/>
                    <a:pt x="1261" y="1387"/>
                    <a:pt x="1072" y="1387"/>
                  </a:cubicBezTo>
                  <a:lnTo>
                    <a:pt x="725" y="1387"/>
                  </a:lnTo>
                  <a:lnTo>
                    <a:pt x="725" y="378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124" name="Google Shape;10124;p63"/>
          <p:cNvGrpSpPr/>
          <p:nvPr/>
        </p:nvGrpSpPr>
        <p:grpSpPr>
          <a:xfrm>
            <a:off x="6213411" y="1756597"/>
            <a:ext cx="315977" cy="347599"/>
            <a:chOff x="1790525" y="2319150"/>
            <a:chExt cx="267800" cy="294600"/>
          </a:xfrm>
        </p:grpSpPr>
        <p:sp>
          <p:nvSpPr>
            <p:cNvPr id="10125" name="Google Shape;10125;p63"/>
            <p:cNvSpPr/>
            <p:nvPr/>
          </p:nvSpPr>
          <p:spPr>
            <a:xfrm>
              <a:off x="1881100" y="2423125"/>
              <a:ext cx="88225" cy="155175"/>
            </a:xfrm>
            <a:custGeom>
              <a:rect l="l" t="t" r="r" b="b"/>
              <a:pathLst>
                <a:path w="3529" h="6207" extrusionOk="0">
                  <a:moveTo>
                    <a:pt x="1418" y="1323"/>
                  </a:moveTo>
                  <a:lnTo>
                    <a:pt x="1418" y="2741"/>
                  </a:lnTo>
                  <a:lnTo>
                    <a:pt x="1072" y="2741"/>
                  </a:lnTo>
                  <a:cubicBezTo>
                    <a:pt x="882" y="2741"/>
                    <a:pt x="725" y="2583"/>
                    <a:pt x="725" y="2394"/>
                  </a:cubicBezTo>
                  <a:lnTo>
                    <a:pt x="725" y="1701"/>
                  </a:lnTo>
                  <a:cubicBezTo>
                    <a:pt x="725" y="1481"/>
                    <a:pt x="882" y="1323"/>
                    <a:pt x="1072" y="1323"/>
                  </a:cubicBezTo>
                  <a:close/>
                  <a:moveTo>
                    <a:pt x="2458" y="3466"/>
                  </a:moveTo>
                  <a:cubicBezTo>
                    <a:pt x="2647" y="3466"/>
                    <a:pt x="2804" y="3623"/>
                    <a:pt x="2804" y="3812"/>
                  </a:cubicBezTo>
                  <a:lnTo>
                    <a:pt x="2804" y="4537"/>
                  </a:lnTo>
                  <a:cubicBezTo>
                    <a:pt x="2804" y="4726"/>
                    <a:pt x="2647" y="4883"/>
                    <a:pt x="2458" y="4883"/>
                  </a:cubicBezTo>
                  <a:lnTo>
                    <a:pt x="2111" y="4883"/>
                  </a:lnTo>
                  <a:lnTo>
                    <a:pt x="2111" y="3466"/>
                  </a:lnTo>
                  <a:close/>
                  <a:moveTo>
                    <a:pt x="1796" y="0"/>
                  </a:moveTo>
                  <a:cubicBezTo>
                    <a:pt x="1576" y="0"/>
                    <a:pt x="1418" y="158"/>
                    <a:pt x="1418" y="347"/>
                  </a:cubicBezTo>
                  <a:lnTo>
                    <a:pt x="1418" y="693"/>
                  </a:lnTo>
                  <a:lnTo>
                    <a:pt x="1072" y="693"/>
                  </a:lnTo>
                  <a:cubicBezTo>
                    <a:pt x="473" y="693"/>
                    <a:pt x="63" y="1166"/>
                    <a:pt x="63" y="1733"/>
                  </a:cubicBezTo>
                  <a:lnTo>
                    <a:pt x="63" y="2426"/>
                  </a:lnTo>
                  <a:cubicBezTo>
                    <a:pt x="63" y="3025"/>
                    <a:pt x="536" y="3466"/>
                    <a:pt x="1072" y="3466"/>
                  </a:cubicBezTo>
                  <a:lnTo>
                    <a:pt x="1418" y="3466"/>
                  </a:lnTo>
                  <a:lnTo>
                    <a:pt x="1418" y="4852"/>
                  </a:lnTo>
                  <a:lnTo>
                    <a:pt x="1072" y="4852"/>
                  </a:lnTo>
                  <a:cubicBezTo>
                    <a:pt x="882" y="4852"/>
                    <a:pt x="725" y="4694"/>
                    <a:pt x="725" y="4474"/>
                  </a:cubicBezTo>
                  <a:cubicBezTo>
                    <a:pt x="725" y="4285"/>
                    <a:pt x="567" y="4127"/>
                    <a:pt x="378" y="4127"/>
                  </a:cubicBezTo>
                  <a:cubicBezTo>
                    <a:pt x="158" y="4127"/>
                    <a:pt x="0" y="4285"/>
                    <a:pt x="0" y="4474"/>
                  </a:cubicBezTo>
                  <a:cubicBezTo>
                    <a:pt x="0" y="5072"/>
                    <a:pt x="473" y="5513"/>
                    <a:pt x="1040" y="5513"/>
                  </a:cubicBezTo>
                  <a:lnTo>
                    <a:pt x="1387" y="5513"/>
                  </a:lnTo>
                  <a:lnTo>
                    <a:pt x="1387" y="5860"/>
                  </a:lnTo>
                  <a:cubicBezTo>
                    <a:pt x="1387" y="6049"/>
                    <a:pt x="1544" y="6207"/>
                    <a:pt x="1733" y="6207"/>
                  </a:cubicBezTo>
                  <a:cubicBezTo>
                    <a:pt x="1954" y="6207"/>
                    <a:pt x="2111" y="6049"/>
                    <a:pt x="2111" y="5860"/>
                  </a:cubicBezTo>
                  <a:lnTo>
                    <a:pt x="2111" y="5545"/>
                  </a:lnTo>
                  <a:lnTo>
                    <a:pt x="2458" y="5545"/>
                  </a:lnTo>
                  <a:cubicBezTo>
                    <a:pt x="3056" y="5545"/>
                    <a:pt x="3466" y="5072"/>
                    <a:pt x="3466" y="4537"/>
                  </a:cubicBezTo>
                  <a:lnTo>
                    <a:pt x="3466" y="3812"/>
                  </a:lnTo>
                  <a:cubicBezTo>
                    <a:pt x="3466" y="3214"/>
                    <a:pt x="2993" y="2804"/>
                    <a:pt x="2458" y="2804"/>
                  </a:cubicBezTo>
                  <a:lnTo>
                    <a:pt x="2111" y="2804"/>
                  </a:lnTo>
                  <a:lnTo>
                    <a:pt x="2111" y="1386"/>
                  </a:lnTo>
                  <a:lnTo>
                    <a:pt x="2458" y="1386"/>
                  </a:lnTo>
                  <a:cubicBezTo>
                    <a:pt x="2647" y="1386"/>
                    <a:pt x="2804" y="1544"/>
                    <a:pt x="2804" y="1733"/>
                  </a:cubicBezTo>
                  <a:cubicBezTo>
                    <a:pt x="2804" y="1922"/>
                    <a:pt x="2962" y="2079"/>
                    <a:pt x="3151" y="2079"/>
                  </a:cubicBezTo>
                  <a:cubicBezTo>
                    <a:pt x="3371" y="2079"/>
                    <a:pt x="3529" y="1922"/>
                    <a:pt x="3529" y="1733"/>
                  </a:cubicBezTo>
                  <a:cubicBezTo>
                    <a:pt x="3529" y="1134"/>
                    <a:pt x="3056" y="693"/>
                    <a:pt x="2489" y="693"/>
                  </a:cubicBezTo>
                  <a:lnTo>
                    <a:pt x="2143" y="693"/>
                  </a:lnTo>
                  <a:lnTo>
                    <a:pt x="2143" y="347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26" name="Google Shape;10126;p63"/>
            <p:cNvSpPr/>
            <p:nvPr/>
          </p:nvSpPr>
          <p:spPr>
            <a:xfrm>
              <a:off x="1790525" y="2319150"/>
              <a:ext cx="267800" cy="294600"/>
            </a:xfrm>
            <a:custGeom>
              <a:rect l="l" t="t" r="r" b="b"/>
              <a:pathLst>
                <a:path w="10712" h="11784" extrusionOk="0">
                  <a:moveTo>
                    <a:pt x="6427" y="662"/>
                  </a:moveTo>
                  <a:cubicBezTo>
                    <a:pt x="6837" y="662"/>
                    <a:pt x="7152" y="977"/>
                    <a:pt x="7152" y="1355"/>
                  </a:cubicBezTo>
                  <a:cubicBezTo>
                    <a:pt x="7152" y="1765"/>
                    <a:pt x="6837" y="2080"/>
                    <a:pt x="6427" y="2080"/>
                  </a:cubicBezTo>
                  <a:lnTo>
                    <a:pt x="6427" y="1702"/>
                  </a:lnTo>
                  <a:cubicBezTo>
                    <a:pt x="6427" y="1513"/>
                    <a:pt x="6270" y="1355"/>
                    <a:pt x="6081" y="1355"/>
                  </a:cubicBezTo>
                  <a:lnTo>
                    <a:pt x="4695" y="1355"/>
                  </a:lnTo>
                  <a:cubicBezTo>
                    <a:pt x="4505" y="1355"/>
                    <a:pt x="4348" y="1513"/>
                    <a:pt x="4348" y="1702"/>
                  </a:cubicBezTo>
                  <a:lnTo>
                    <a:pt x="4348" y="2080"/>
                  </a:lnTo>
                  <a:cubicBezTo>
                    <a:pt x="3938" y="2017"/>
                    <a:pt x="3623" y="1765"/>
                    <a:pt x="3623" y="1355"/>
                  </a:cubicBezTo>
                  <a:cubicBezTo>
                    <a:pt x="3623" y="977"/>
                    <a:pt x="3938" y="662"/>
                    <a:pt x="4348" y="662"/>
                  </a:cubicBezTo>
                  <a:close/>
                  <a:moveTo>
                    <a:pt x="5734" y="2017"/>
                  </a:moveTo>
                  <a:lnTo>
                    <a:pt x="5734" y="2741"/>
                  </a:lnTo>
                  <a:lnTo>
                    <a:pt x="5010" y="2741"/>
                  </a:lnTo>
                  <a:lnTo>
                    <a:pt x="5010" y="2017"/>
                  </a:lnTo>
                  <a:close/>
                  <a:moveTo>
                    <a:pt x="1418" y="1985"/>
                  </a:moveTo>
                  <a:lnTo>
                    <a:pt x="1859" y="2489"/>
                  </a:lnTo>
                  <a:lnTo>
                    <a:pt x="1355" y="2930"/>
                  </a:lnTo>
                  <a:lnTo>
                    <a:pt x="914" y="2426"/>
                  </a:lnTo>
                  <a:lnTo>
                    <a:pt x="1418" y="1985"/>
                  </a:lnTo>
                  <a:close/>
                  <a:moveTo>
                    <a:pt x="9357" y="1985"/>
                  </a:moveTo>
                  <a:lnTo>
                    <a:pt x="9861" y="2426"/>
                  </a:lnTo>
                  <a:lnTo>
                    <a:pt x="9420" y="2930"/>
                  </a:lnTo>
                  <a:lnTo>
                    <a:pt x="8916" y="2489"/>
                  </a:lnTo>
                  <a:lnTo>
                    <a:pt x="9357" y="1985"/>
                  </a:lnTo>
                  <a:close/>
                  <a:moveTo>
                    <a:pt x="5356" y="3434"/>
                  </a:moveTo>
                  <a:cubicBezTo>
                    <a:pt x="7467" y="3434"/>
                    <a:pt x="9200" y="5167"/>
                    <a:pt x="9200" y="7278"/>
                  </a:cubicBezTo>
                  <a:cubicBezTo>
                    <a:pt x="9200" y="9389"/>
                    <a:pt x="7498" y="11090"/>
                    <a:pt x="5356" y="11090"/>
                  </a:cubicBezTo>
                  <a:cubicBezTo>
                    <a:pt x="3277" y="11090"/>
                    <a:pt x="1544" y="9357"/>
                    <a:pt x="1544" y="7278"/>
                  </a:cubicBezTo>
                  <a:cubicBezTo>
                    <a:pt x="1576" y="5136"/>
                    <a:pt x="3277" y="3434"/>
                    <a:pt x="5356" y="3434"/>
                  </a:cubicBezTo>
                  <a:close/>
                  <a:moveTo>
                    <a:pt x="4316" y="0"/>
                  </a:moveTo>
                  <a:cubicBezTo>
                    <a:pt x="3560" y="0"/>
                    <a:pt x="2930" y="631"/>
                    <a:pt x="2930" y="1387"/>
                  </a:cubicBezTo>
                  <a:cubicBezTo>
                    <a:pt x="2930" y="2143"/>
                    <a:pt x="3560" y="2773"/>
                    <a:pt x="4316" y="2773"/>
                  </a:cubicBezTo>
                  <a:lnTo>
                    <a:pt x="4316" y="2899"/>
                  </a:lnTo>
                  <a:cubicBezTo>
                    <a:pt x="3749" y="3025"/>
                    <a:pt x="3214" y="3277"/>
                    <a:pt x="2741" y="3592"/>
                  </a:cubicBezTo>
                  <a:lnTo>
                    <a:pt x="2269" y="3056"/>
                  </a:lnTo>
                  <a:lnTo>
                    <a:pt x="2521" y="2804"/>
                  </a:lnTo>
                  <a:cubicBezTo>
                    <a:pt x="2741" y="2678"/>
                    <a:pt x="2741" y="2458"/>
                    <a:pt x="2615" y="2332"/>
                  </a:cubicBezTo>
                  <a:lnTo>
                    <a:pt x="1702" y="1292"/>
                  </a:lnTo>
                  <a:cubicBezTo>
                    <a:pt x="1631" y="1203"/>
                    <a:pt x="1530" y="1165"/>
                    <a:pt x="1432" y="1165"/>
                  </a:cubicBezTo>
                  <a:cubicBezTo>
                    <a:pt x="1357" y="1165"/>
                    <a:pt x="1284" y="1188"/>
                    <a:pt x="1229" y="1229"/>
                  </a:cubicBezTo>
                  <a:lnTo>
                    <a:pt x="158" y="2143"/>
                  </a:lnTo>
                  <a:cubicBezTo>
                    <a:pt x="0" y="2269"/>
                    <a:pt x="0" y="2489"/>
                    <a:pt x="126" y="2615"/>
                  </a:cubicBezTo>
                  <a:lnTo>
                    <a:pt x="1040" y="3687"/>
                  </a:lnTo>
                  <a:cubicBezTo>
                    <a:pt x="1106" y="3770"/>
                    <a:pt x="1199" y="3809"/>
                    <a:pt x="1291" y="3809"/>
                  </a:cubicBezTo>
                  <a:cubicBezTo>
                    <a:pt x="1372" y="3809"/>
                    <a:pt x="1453" y="3778"/>
                    <a:pt x="1513" y="3718"/>
                  </a:cubicBezTo>
                  <a:lnTo>
                    <a:pt x="1796" y="3498"/>
                  </a:lnTo>
                  <a:lnTo>
                    <a:pt x="2269" y="4033"/>
                  </a:lnTo>
                  <a:cubicBezTo>
                    <a:pt x="1387" y="4852"/>
                    <a:pt x="882" y="6018"/>
                    <a:pt x="882" y="7278"/>
                  </a:cubicBezTo>
                  <a:cubicBezTo>
                    <a:pt x="882" y="9735"/>
                    <a:pt x="2899" y="11783"/>
                    <a:pt x="5356" y="11783"/>
                  </a:cubicBezTo>
                  <a:cubicBezTo>
                    <a:pt x="7845" y="11783"/>
                    <a:pt x="9861" y="9735"/>
                    <a:pt x="9861" y="7278"/>
                  </a:cubicBezTo>
                  <a:cubicBezTo>
                    <a:pt x="9861" y="6081"/>
                    <a:pt x="9389" y="4915"/>
                    <a:pt x="8475" y="4033"/>
                  </a:cubicBezTo>
                  <a:lnTo>
                    <a:pt x="8948" y="3498"/>
                  </a:lnTo>
                  <a:lnTo>
                    <a:pt x="9231" y="3718"/>
                  </a:lnTo>
                  <a:cubicBezTo>
                    <a:pt x="9306" y="3778"/>
                    <a:pt x="9387" y="3809"/>
                    <a:pt x="9465" y="3809"/>
                  </a:cubicBezTo>
                  <a:cubicBezTo>
                    <a:pt x="9553" y="3809"/>
                    <a:pt x="9637" y="3770"/>
                    <a:pt x="9704" y="3687"/>
                  </a:cubicBezTo>
                  <a:lnTo>
                    <a:pt x="10617" y="2615"/>
                  </a:lnTo>
                  <a:cubicBezTo>
                    <a:pt x="10712" y="2458"/>
                    <a:pt x="10712" y="2269"/>
                    <a:pt x="10554" y="2143"/>
                  </a:cubicBezTo>
                  <a:lnTo>
                    <a:pt x="9515" y="1229"/>
                  </a:lnTo>
                  <a:cubicBezTo>
                    <a:pt x="9446" y="1188"/>
                    <a:pt x="9365" y="1165"/>
                    <a:pt x="9288" y="1165"/>
                  </a:cubicBezTo>
                  <a:cubicBezTo>
                    <a:pt x="9189" y="1165"/>
                    <a:pt x="9095" y="1203"/>
                    <a:pt x="9042" y="1292"/>
                  </a:cubicBezTo>
                  <a:lnTo>
                    <a:pt x="8129" y="2332"/>
                  </a:lnTo>
                  <a:cubicBezTo>
                    <a:pt x="8003" y="2489"/>
                    <a:pt x="8003" y="2710"/>
                    <a:pt x="8160" y="2804"/>
                  </a:cubicBezTo>
                  <a:lnTo>
                    <a:pt x="8444" y="3056"/>
                  </a:lnTo>
                  <a:lnTo>
                    <a:pt x="7971" y="3592"/>
                  </a:lnTo>
                  <a:cubicBezTo>
                    <a:pt x="7498" y="3245"/>
                    <a:pt x="6931" y="3025"/>
                    <a:pt x="6396" y="2899"/>
                  </a:cubicBezTo>
                  <a:lnTo>
                    <a:pt x="6396" y="2773"/>
                  </a:lnTo>
                  <a:cubicBezTo>
                    <a:pt x="7152" y="2773"/>
                    <a:pt x="7782" y="2143"/>
                    <a:pt x="7782" y="1387"/>
                  </a:cubicBezTo>
                  <a:cubicBezTo>
                    <a:pt x="7782" y="631"/>
                    <a:pt x="7152" y="0"/>
                    <a:pt x="63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127" name="Google Shape;10127;p63"/>
          <p:cNvSpPr/>
          <p:nvPr/>
        </p:nvSpPr>
        <p:spPr>
          <a:xfrm>
            <a:off x="6196153" y="2196982"/>
            <a:ext cx="350401" cy="350371"/>
          </a:xfrm>
          <a:custGeom>
            <a:rect l="l" t="t" r="r" b="b"/>
            <a:pathLst>
              <a:path w="11879" h="11878" extrusionOk="0">
                <a:moveTo>
                  <a:pt x="5892" y="693"/>
                </a:moveTo>
                <a:cubicBezTo>
                  <a:pt x="6302" y="693"/>
                  <a:pt x="6617" y="1008"/>
                  <a:pt x="6617" y="1418"/>
                </a:cubicBezTo>
                <a:cubicBezTo>
                  <a:pt x="6617" y="1796"/>
                  <a:pt x="6302" y="2111"/>
                  <a:pt x="5892" y="2111"/>
                </a:cubicBezTo>
                <a:cubicBezTo>
                  <a:pt x="5514" y="2111"/>
                  <a:pt x="5199" y="1796"/>
                  <a:pt x="5199" y="1418"/>
                </a:cubicBezTo>
                <a:cubicBezTo>
                  <a:pt x="5231" y="1008"/>
                  <a:pt x="5546" y="693"/>
                  <a:pt x="5892" y="693"/>
                </a:cubicBezTo>
                <a:close/>
                <a:moveTo>
                  <a:pt x="5892" y="2741"/>
                </a:moveTo>
                <a:cubicBezTo>
                  <a:pt x="6837" y="2741"/>
                  <a:pt x="7625" y="3529"/>
                  <a:pt x="7625" y="4505"/>
                </a:cubicBezTo>
                <a:lnTo>
                  <a:pt x="7625" y="5545"/>
                </a:lnTo>
                <a:lnTo>
                  <a:pt x="4159" y="5545"/>
                </a:lnTo>
                <a:lnTo>
                  <a:pt x="4159" y="4505"/>
                </a:lnTo>
                <a:cubicBezTo>
                  <a:pt x="4159" y="3529"/>
                  <a:pt x="4947" y="2741"/>
                  <a:pt x="5892" y="2741"/>
                </a:cubicBezTo>
                <a:close/>
                <a:moveTo>
                  <a:pt x="8381" y="5104"/>
                </a:moveTo>
                <a:cubicBezTo>
                  <a:pt x="9326" y="5356"/>
                  <a:pt x="9767" y="5703"/>
                  <a:pt x="9767" y="5892"/>
                </a:cubicBezTo>
                <a:cubicBezTo>
                  <a:pt x="9767" y="6238"/>
                  <a:pt x="8381" y="6931"/>
                  <a:pt x="5955" y="6931"/>
                </a:cubicBezTo>
                <a:cubicBezTo>
                  <a:pt x="5898" y="6932"/>
                  <a:pt x="5842" y="6932"/>
                  <a:pt x="5787" y="6932"/>
                </a:cubicBezTo>
                <a:cubicBezTo>
                  <a:pt x="3434" y="6932"/>
                  <a:pt x="2112" y="6292"/>
                  <a:pt x="2112" y="5892"/>
                </a:cubicBezTo>
                <a:cubicBezTo>
                  <a:pt x="2112" y="5703"/>
                  <a:pt x="2553" y="5388"/>
                  <a:pt x="3498" y="5104"/>
                </a:cubicBezTo>
                <a:lnTo>
                  <a:pt x="3498" y="5892"/>
                </a:lnTo>
                <a:cubicBezTo>
                  <a:pt x="3498" y="6081"/>
                  <a:pt x="3655" y="6238"/>
                  <a:pt x="3844" y="6238"/>
                </a:cubicBezTo>
                <a:lnTo>
                  <a:pt x="8034" y="6238"/>
                </a:lnTo>
                <a:cubicBezTo>
                  <a:pt x="8223" y="6238"/>
                  <a:pt x="8381" y="6081"/>
                  <a:pt x="8381" y="5892"/>
                </a:cubicBezTo>
                <a:lnTo>
                  <a:pt x="8381" y="5104"/>
                </a:lnTo>
                <a:close/>
                <a:moveTo>
                  <a:pt x="1765" y="10428"/>
                </a:moveTo>
                <a:cubicBezTo>
                  <a:pt x="2427" y="10428"/>
                  <a:pt x="2805" y="10680"/>
                  <a:pt x="2805" y="10775"/>
                </a:cubicBezTo>
                <a:cubicBezTo>
                  <a:pt x="2805" y="10869"/>
                  <a:pt x="2427" y="11121"/>
                  <a:pt x="1765" y="11121"/>
                </a:cubicBezTo>
                <a:cubicBezTo>
                  <a:pt x="1072" y="11121"/>
                  <a:pt x="694" y="10869"/>
                  <a:pt x="694" y="10775"/>
                </a:cubicBezTo>
                <a:cubicBezTo>
                  <a:pt x="694" y="10712"/>
                  <a:pt x="1072" y="10428"/>
                  <a:pt x="1765" y="10428"/>
                </a:cubicBezTo>
                <a:close/>
                <a:moveTo>
                  <a:pt x="5955" y="10428"/>
                </a:moveTo>
                <a:cubicBezTo>
                  <a:pt x="6617" y="10428"/>
                  <a:pt x="6963" y="10712"/>
                  <a:pt x="6963" y="10775"/>
                </a:cubicBezTo>
                <a:cubicBezTo>
                  <a:pt x="6963" y="10869"/>
                  <a:pt x="6617" y="11121"/>
                  <a:pt x="5955" y="11121"/>
                </a:cubicBezTo>
                <a:cubicBezTo>
                  <a:pt x="5262" y="11121"/>
                  <a:pt x="4915" y="10869"/>
                  <a:pt x="4915" y="10775"/>
                </a:cubicBezTo>
                <a:cubicBezTo>
                  <a:pt x="4915" y="10712"/>
                  <a:pt x="5262" y="10428"/>
                  <a:pt x="5955" y="10428"/>
                </a:cubicBezTo>
                <a:close/>
                <a:moveTo>
                  <a:pt x="10082" y="10428"/>
                </a:moveTo>
                <a:cubicBezTo>
                  <a:pt x="10775" y="10428"/>
                  <a:pt x="11153" y="10680"/>
                  <a:pt x="11153" y="10775"/>
                </a:cubicBezTo>
                <a:cubicBezTo>
                  <a:pt x="11153" y="10869"/>
                  <a:pt x="10775" y="11121"/>
                  <a:pt x="10082" y="11121"/>
                </a:cubicBezTo>
                <a:cubicBezTo>
                  <a:pt x="9421" y="11121"/>
                  <a:pt x="9043" y="10869"/>
                  <a:pt x="9043" y="10775"/>
                </a:cubicBezTo>
                <a:cubicBezTo>
                  <a:pt x="9043" y="10712"/>
                  <a:pt x="9421" y="10428"/>
                  <a:pt x="10082" y="10428"/>
                </a:cubicBezTo>
                <a:close/>
                <a:moveTo>
                  <a:pt x="5987" y="0"/>
                </a:moveTo>
                <a:cubicBezTo>
                  <a:pt x="5231" y="0"/>
                  <a:pt x="4600" y="630"/>
                  <a:pt x="4600" y="1355"/>
                </a:cubicBezTo>
                <a:cubicBezTo>
                  <a:pt x="4600" y="1733"/>
                  <a:pt x="4726" y="2016"/>
                  <a:pt x="4947" y="2300"/>
                </a:cubicBezTo>
                <a:cubicBezTo>
                  <a:pt x="4159" y="2710"/>
                  <a:pt x="3624" y="3497"/>
                  <a:pt x="3561" y="4442"/>
                </a:cubicBezTo>
                <a:cubicBezTo>
                  <a:pt x="2742" y="4631"/>
                  <a:pt x="1481" y="5072"/>
                  <a:pt x="1481" y="5923"/>
                </a:cubicBezTo>
                <a:cubicBezTo>
                  <a:pt x="1481" y="6679"/>
                  <a:pt x="2427" y="7120"/>
                  <a:pt x="3151" y="7309"/>
                </a:cubicBezTo>
                <a:lnTo>
                  <a:pt x="1954" y="9798"/>
                </a:lnTo>
                <a:lnTo>
                  <a:pt x="1828" y="9798"/>
                </a:lnTo>
                <a:cubicBezTo>
                  <a:pt x="851" y="9798"/>
                  <a:pt x="64" y="10239"/>
                  <a:pt x="64" y="10806"/>
                </a:cubicBezTo>
                <a:cubicBezTo>
                  <a:pt x="1" y="11373"/>
                  <a:pt x="725" y="11846"/>
                  <a:pt x="1765" y="11846"/>
                </a:cubicBezTo>
                <a:cubicBezTo>
                  <a:pt x="2679" y="11846"/>
                  <a:pt x="3498" y="11436"/>
                  <a:pt x="3498" y="10806"/>
                </a:cubicBezTo>
                <a:cubicBezTo>
                  <a:pt x="3498" y="10334"/>
                  <a:pt x="3057" y="10019"/>
                  <a:pt x="2584" y="9924"/>
                </a:cubicBezTo>
                <a:lnTo>
                  <a:pt x="3781" y="7498"/>
                </a:lnTo>
                <a:cubicBezTo>
                  <a:pt x="4317" y="7624"/>
                  <a:pt x="4947" y="7656"/>
                  <a:pt x="5577" y="7719"/>
                </a:cubicBezTo>
                <a:lnTo>
                  <a:pt x="5577" y="9830"/>
                </a:lnTo>
                <a:cubicBezTo>
                  <a:pt x="4947" y="9924"/>
                  <a:pt x="4222" y="10239"/>
                  <a:pt x="4222" y="10869"/>
                </a:cubicBezTo>
                <a:cubicBezTo>
                  <a:pt x="4222" y="11499"/>
                  <a:pt x="5041" y="11877"/>
                  <a:pt x="5955" y="11877"/>
                </a:cubicBezTo>
                <a:cubicBezTo>
                  <a:pt x="6837" y="11877"/>
                  <a:pt x="7688" y="11499"/>
                  <a:pt x="7688" y="10869"/>
                </a:cubicBezTo>
                <a:cubicBezTo>
                  <a:pt x="7688" y="10239"/>
                  <a:pt x="6932" y="9924"/>
                  <a:pt x="6302" y="9830"/>
                </a:cubicBezTo>
                <a:lnTo>
                  <a:pt x="6302" y="7719"/>
                </a:lnTo>
                <a:cubicBezTo>
                  <a:pt x="6932" y="7719"/>
                  <a:pt x="7562" y="7624"/>
                  <a:pt x="8097" y="7498"/>
                </a:cubicBezTo>
                <a:lnTo>
                  <a:pt x="9295" y="9924"/>
                </a:lnTo>
                <a:cubicBezTo>
                  <a:pt x="8822" y="10082"/>
                  <a:pt x="8381" y="10334"/>
                  <a:pt x="8381" y="10806"/>
                </a:cubicBezTo>
                <a:cubicBezTo>
                  <a:pt x="8381" y="11436"/>
                  <a:pt x="9200" y="11846"/>
                  <a:pt x="10114" y="11846"/>
                </a:cubicBezTo>
                <a:cubicBezTo>
                  <a:pt x="11090" y="11846"/>
                  <a:pt x="11878" y="11405"/>
                  <a:pt x="11878" y="10806"/>
                </a:cubicBezTo>
                <a:cubicBezTo>
                  <a:pt x="11878" y="10239"/>
                  <a:pt x="11153" y="9798"/>
                  <a:pt x="10114" y="9798"/>
                </a:cubicBezTo>
                <a:lnTo>
                  <a:pt x="9988" y="9798"/>
                </a:lnTo>
                <a:lnTo>
                  <a:pt x="8822" y="7309"/>
                </a:lnTo>
                <a:cubicBezTo>
                  <a:pt x="9515" y="7120"/>
                  <a:pt x="10460" y="6679"/>
                  <a:pt x="10460" y="5923"/>
                </a:cubicBezTo>
                <a:cubicBezTo>
                  <a:pt x="10460" y="5072"/>
                  <a:pt x="9200" y="4631"/>
                  <a:pt x="8381" y="4442"/>
                </a:cubicBezTo>
                <a:cubicBezTo>
                  <a:pt x="8350" y="3497"/>
                  <a:pt x="7782" y="2710"/>
                  <a:pt x="6995" y="2300"/>
                </a:cubicBezTo>
                <a:cubicBezTo>
                  <a:pt x="7247" y="2080"/>
                  <a:pt x="7341" y="1764"/>
                  <a:pt x="7341" y="1355"/>
                </a:cubicBezTo>
                <a:cubicBezTo>
                  <a:pt x="7341" y="630"/>
                  <a:pt x="6711" y="0"/>
                  <a:pt x="59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128" name="Google Shape;10128;p63"/>
          <p:cNvGrpSpPr/>
          <p:nvPr/>
        </p:nvGrpSpPr>
        <p:grpSpPr>
          <a:xfrm>
            <a:off x="4866386" y="2670163"/>
            <a:ext cx="349457" cy="348542"/>
            <a:chOff x="3599700" y="1954475"/>
            <a:chExt cx="296175" cy="295400"/>
          </a:xfrm>
        </p:grpSpPr>
        <p:sp>
          <p:nvSpPr>
            <p:cNvPr id="10129" name="Google Shape;10129;p63"/>
            <p:cNvSpPr/>
            <p:nvPr/>
          </p:nvSpPr>
          <p:spPr>
            <a:xfrm>
              <a:off x="3599700" y="1954475"/>
              <a:ext cx="296175" cy="295400"/>
            </a:xfrm>
            <a:custGeom>
              <a:rect l="l" t="t" r="r" b="b"/>
              <a:pathLst>
                <a:path w="11847" h="11816" extrusionOk="0">
                  <a:moveTo>
                    <a:pt x="3151" y="694"/>
                  </a:moveTo>
                  <a:cubicBezTo>
                    <a:pt x="3718" y="694"/>
                    <a:pt x="4159" y="1166"/>
                    <a:pt x="4159" y="1734"/>
                  </a:cubicBezTo>
                  <a:cubicBezTo>
                    <a:pt x="4159" y="2301"/>
                    <a:pt x="3686" y="2742"/>
                    <a:pt x="3151" y="2742"/>
                  </a:cubicBezTo>
                  <a:cubicBezTo>
                    <a:pt x="2584" y="2742"/>
                    <a:pt x="2111" y="2269"/>
                    <a:pt x="2111" y="1734"/>
                  </a:cubicBezTo>
                  <a:cubicBezTo>
                    <a:pt x="2080" y="1166"/>
                    <a:pt x="2552" y="694"/>
                    <a:pt x="3151" y="694"/>
                  </a:cubicBezTo>
                  <a:close/>
                  <a:moveTo>
                    <a:pt x="8727" y="694"/>
                  </a:moveTo>
                  <a:cubicBezTo>
                    <a:pt x="9326" y="694"/>
                    <a:pt x="9767" y="1166"/>
                    <a:pt x="9767" y="1734"/>
                  </a:cubicBezTo>
                  <a:cubicBezTo>
                    <a:pt x="9767" y="2301"/>
                    <a:pt x="9294" y="2742"/>
                    <a:pt x="8727" y="2742"/>
                  </a:cubicBezTo>
                  <a:cubicBezTo>
                    <a:pt x="8128" y="2742"/>
                    <a:pt x="7719" y="2269"/>
                    <a:pt x="7719" y="1734"/>
                  </a:cubicBezTo>
                  <a:cubicBezTo>
                    <a:pt x="7656" y="1166"/>
                    <a:pt x="8128" y="694"/>
                    <a:pt x="8727" y="694"/>
                  </a:cubicBezTo>
                  <a:close/>
                  <a:moveTo>
                    <a:pt x="5923" y="4852"/>
                  </a:moveTo>
                  <a:cubicBezTo>
                    <a:pt x="6522" y="4852"/>
                    <a:pt x="6994" y="5325"/>
                    <a:pt x="6994" y="5861"/>
                  </a:cubicBezTo>
                  <a:cubicBezTo>
                    <a:pt x="6994" y="6396"/>
                    <a:pt x="6522" y="6869"/>
                    <a:pt x="5923" y="6869"/>
                  </a:cubicBezTo>
                  <a:cubicBezTo>
                    <a:pt x="5356" y="6869"/>
                    <a:pt x="4883" y="6428"/>
                    <a:pt x="4883" y="5861"/>
                  </a:cubicBezTo>
                  <a:cubicBezTo>
                    <a:pt x="4883" y="5294"/>
                    <a:pt x="5356" y="4852"/>
                    <a:pt x="5923" y="4852"/>
                  </a:cubicBezTo>
                  <a:close/>
                  <a:moveTo>
                    <a:pt x="3151" y="3466"/>
                  </a:moveTo>
                  <a:cubicBezTo>
                    <a:pt x="3875" y="3466"/>
                    <a:pt x="4600" y="3813"/>
                    <a:pt x="5072" y="4380"/>
                  </a:cubicBezTo>
                  <a:cubicBezTo>
                    <a:pt x="4537" y="4695"/>
                    <a:pt x="4159" y="5231"/>
                    <a:pt x="4159" y="5861"/>
                  </a:cubicBezTo>
                  <a:cubicBezTo>
                    <a:pt x="4159" y="6239"/>
                    <a:pt x="4285" y="6617"/>
                    <a:pt x="4505" y="6900"/>
                  </a:cubicBezTo>
                  <a:lnTo>
                    <a:pt x="693" y="6900"/>
                  </a:lnTo>
                  <a:lnTo>
                    <a:pt x="693" y="5892"/>
                  </a:lnTo>
                  <a:cubicBezTo>
                    <a:pt x="693" y="4569"/>
                    <a:pt x="1796" y="3466"/>
                    <a:pt x="3151" y="3466"/>
                  </a:cubicBezTo>
                  <a:close/>
                  <a:moveTo>
                    <a:pt x="8696" y="3498"/>
                  </a:moveTo>
                  <a:cubicBezTo>
                    <a:pt x="10019" y="3498"/>
                    <a:pt x="11121" y="4600"/>
                    <a:pt x="11121" y="5955"/>
                  </a:cubicBezTo>
                  <a:lnTo>
                    <a:pt x="11121" y="6932"/>
                  </a:lnTo>
                  <a:lnTo>
                    <a:pt x="7309" y="6932"/>
                  </a:lnTo>
                  <a:cubicBezTo>
                    <a:pt x="7561" y="6617"/>
                    <a:pt x="7656" y="6270"/>
                    <a:pt x="7656" y="5892"/>
                  </a:cubicBezTo>
                  <a:cubicBezTo>
                    <a:pt x="7656" y="5262"/>
                    <a:pt x="7309" y="4726"/>
                    <a:pt x="6774" y="4411"/>
                  </a:cubicBezTo>
                  <a:cubicBezTo>
                    <a:pt x="7215" y="3813"/>
                    <a:pt x="7939" y="3498"/>
                    <a:pt x="8696" y="3498"/>
                  </a:cubicBezTo>
                  <a:close/>
                  <a:moveTo>
                    <a:pt x="5923" y="7625"/>
                  </a:moveTo>
                  <a:cubicBezTo>
                    <a:pt x="6207" y="7625"/>
                    <a:pt x="6490" y="7656"/>
                    <a:pt x="6711" y="7751"/>
                  </a:cubicBezTo>
                  <a:lnTo>
                    <a:pt x="5923" y="8791"/>
                  </a:lnTo>
                  <a:lnTo>
                    <a:pt x="5135" y="7751"/>
                  </a:lnTo>
                  <a:cubicBezTo>
                    <a:pt x="5388" y="7688"/>
                    <a:pt x="5671" y="7625"/>
                    <a:pt x="5923" y="7625"/>
                  </a:cubicBezTo>
                  <a:close/>
                  <a:moveTo>
                    <a:pt x="4505" y="8066"/>
                  </a:moveTo>
                  <a:lnTo>
                    <a:pt x="5577" y="9484"/>
                  </a:lnTo>
                  <a:lnTo>
                    <a:pt x="5577" y="11153"/>
                  </a:lnTo>
                  <a:lnTo>
                    <a:pt x="3497" y="11153"/>
                  </a:lnTo>
                  <a:lnTo>
                    <a:pt x="3497" y="10019"/>
                  </a:lnTo>
                  <a:cubicBezTo>
                    <a:pt x="3497" y="9200"/>
                    <a:pt x="3875" y="8507"/>
                    <a:pt x="4505" y="8066"/>
                  </a:cubicBezTo>
                  <a:close/>
                  <a:moveTo>
                    <a:pt x="7341" y="8066"/>
                  </a:moveTo>
                  <a:cubicBezTo>
                    <a:pt x="7939" y="8507"/>
                    <a:pt x="8381" y="9263"/>
                    <a:pt x="8381" y="10051"/>
                  </a:cubicBezTo>
                  <a:lnTo>
                    <a:pt x="8381" y="11153"/>
                  </a:lnTo>
                  <a:lnTo>
                    <a:pt x="6301" y="11153"/>
                  </a:lnTo>
                  <a:lnTo>
                    <a:pt x="6301" y="9484"/>
                  </a:lnTo>
                  <a:lnTo>
                    <a:pt x="7341" y="8066"/>
                  </a:lnTo>
                  <a:close/>
                  <a:moveTo>
                    <a:pt x="3088" y="1"/>
                  </a:moveTo>
                  <a:cubicBezTo>
                    <a:pt x="2143" y="1"/>
                    <a:pt x="1355" y="788"/>
                    <a:pt x="1355" y="1734"/>
                  </a:cubicBezTo>
                  <a:cubicBezTo>
                    <a:pt x="1355" y="2238"/>
                    <a:pt x="1575" y="2679"/>
                    <a:pt x="1922" y="2994"/>
                  </a:cubicBezTo>
                  <a:cubicBezTo>
                    <a:pt x="788" y="3466"/>
                    <a:pt x="0" y="4569"/>
                    <a:pt x="0" y="5861"/>
                  </a:cubicBezTo>
                  <a:lnTo>
                    <a:pt x="0" y="7247"/>
                  </a:lnTo>
                  <a:cubicBezTo>
                    <a:pt x="0" y="7436"/>
                    <a:pt x="158" y="7593"/>
                    <a:pt x="347" y="7593"/>
                  </a:cubicBezTo>
                  <a:lnTo>
                    <a:pt x="3938" y="7593"/>
                  </a:lnTo>
                  <a:cubicBezTo>
                    <a:pt x="3214" y="8192"/>
                    <a:pt x="2741" y="9043"/>
                    <a:pt x="2741" y="10019"/>
                  </a:cubicBezTo>
                  <a:lnTo>
                    <a:pt x="2741" y="11437"/>
                  </a:lnTo>
                  <a:cubicBezTo>
                    <a:pt x="2741" y="11658"/>
                    <a:pt x="2899" y="11815"/>
                    <a:pt x="3088" y="11815"/>
                  </a:cubicBezTo>
                  <a:lnTo>
                    <a:pt x="8696" y="11815"/>
                  </a:lnTo>
                  <a:cubicBezTo>
                    <a:pt x="8885" y="11815"/>
                    <a:pt x="9042" y="11658"/>
                    <a:pt x="9042" y="11437"/>
                  </a:cubicBezTo>
                  <a:lnTo>
                    <a:pt x="9042" y="10019"/>
                  </a:lnTo>
                  <a:cubicBezTo>
                    <a:pt x="9042" y="9043"/>
                    <a:pt x="8570" y="8192"/>
                    <a:pt x="7876" y="7593"/>
                  </a:cubicBezTo>
                  <a:lnTo>
                    <a:pt x="11436" y="7593"/>
                  </a:lnTo>
                  <a:cubicBezTo>
                    <a:pt x="11657" y="7593"/>
                    <a:pt x="11815" y="7436"/>
                    <a:pt x="11815" y="7247"/>
                  </a:cubicBezTo>
                  <a:lnTo>
                    <a:pt x="11815" y="5861"/>
                  </a:lnTo>
                  <a:cubicBezTo>
                    <a:pt x="11846" y="4600"/>
                    <a:pt x="11027" y="3466"/>
                    <a:pt x="9861" y="2994"/>
                  </a:cubicBezTo>
                  <a:cubicBezTo>
                    <a:pt x="10239" y="2679"/>
                    <a:pt x="10428" y="2206"/>
                    <a:pt x="10428" y="1734"/>
                  </a:cubicBezTo>
                  <a:cubicBezTo>
                    <a:pt x="10428" y="788"/>
                    <a:pt x="9641" y="1"/>
                    <a:pt x="8696" y="1"/>
                  </a:cubicBezTo>
                  <a:cubicBezTo>
                    <a:pt x="7750" y="1"/>
                    <a:pt x="6963" y="788"/>
                    <a:pt x="6963" y="1734"/>
                  </a:cubicBezTo>
                  <a:cubicBezTo>
                    <a:pt x="6963" y="2238"/>
                    <a:pt x="7152" y="2679"/>
                    <a:pt x="7498" y="2994"/>
                  </a:cubicBezTo>
                  <a:cubicBezTo>
                    <a:pt x="6931" y="3214"/>
                    <a:pt x="6396" y="3624"/>
                    <a:pt x="6049" y="4159"/>
                  </a:cubicBezTo>
                  <a:lnTo>
                    <a:pt x="5734" y="4159"/>
                  </a:lnTo>
                  <a:cubicBezTo>
                    <a:pt x="5388" y="3655"/>
                    <a:pt x="4883" y="3214"/>
                    <a:pt x="4285" y="2994"/>
                  </a:cubicBezTo>
                  <a:cubicBezTo>
                    <a:pt x="4631" y="2679"/>
                    <a:pt x="4820" y="2238"/>
                    <a:pt x="4820" y="1734"/>
                  </a:cubicBezTo>
                  <a:cubicBezTo>
                    <a:pt x="4820" y="788"/>
                    <a:pt x="4033" y="1"/>
                    <a:pt x="30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30" name="Google Shape;10130;p63"/>
            <p:cNvSpPr/>
            <p:nvPr/>
          </p:nvSpPr>
          <p:spPr>
            <a:xfrm>
              <a:off x="3825750" y="2075775"/>
              <a:ext cx="35450" cy="17350"/>
            </a:xfrm>
            <a:custGeom>
              <a:rect l="l" t="t" r="r" b="b"/>
              <a:pathLst>
                <a:path w="141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31" name="Google Shape;10131;p63"/>
            <p:cNvSpPr/>
            <p:nvPr/>
          </p:nvSpPr>
          <p:spPr>
            <a:xfrm>
              <a:off x="3633550" y="2075775"/>
              <a:ext cx="35475" cy="17350"/>
            </a:xfrm>
            <a:custGeom>
              <a:rect l="l" t="t" r="r" b="b"/>
              <a:pathLst>
                <a:path w="1419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132" name="Google Shape;10132;p63"/>
          <p:cNvGrpSpPr/>
          <p:nvPr/>
        </p:nvGrpSpPr>
        <p:grpSpPr>
          <a:xfrm>
            <a:off x="4867316" y="3159626"/>
            <a:ext cx="347599" cy="347599"/>
            <a:chOff x="3601275" y="2319150"/>
            <a:chExt cx="294600" cy="294600"/>
          </a:xfrm>
        </p:grpSpPr>
        <p:sp>
          <p:nvSpPr>
            <p:cNvPr id="10133" name="Google Shape;10133;p63"/>
            <p:cNvSpPr/>
            <p:nvPr/>
          </p:nvSpPr>
          <p:spPr>
            <a:xfrm>
              <a:off x="3601275" y="2319150"/>
              <a:ext cx="294600" cy="294600"/>
            </a:xfrm>
            <a:custGeom>
              <a:rect l="l" t="t" r="r" b="b"/>
              <a:pathLst>
                <a:path w="11784" h="11784" extrusionOk="0">
                  <a:moveTo>
                    <a:pt x="8223" y="694"/>
                  </a:moveTo>
                  <a:cubicBezTo>
                    <a:pt x="8696" y="725"/>
                    <a:pt x="9168" y="914"/>
                    <a:pt x="9546" y="1198"/>
                  </a:cubicBezTo>
                  <a:lnTo>
                    <a:pt x="7057" y="3687"/>
                  </a:lnTo>
                  <a:cubicBezTo>
                    <a:pt x="6774" y="3498"/>
                    <a:pt x="6459" y="3340"/>
                    <a:pt x="6144" y="3245"/>
                  </a:cubicBezTo>
                  <a:lnTo>
                    <a:pt x="8223" y="694"/>
                  </a:lnTo>
                  <a:close/>
                  <a:moveTo>
                    <a:pt x="10523" y="1198"/>
                  </a:moveTo>
                  <a:cubicBezTo>
                    <a:pt x="10838" y="1576"/>
                    <a:pt x="11027" y="2111"/>
                    <a:pt x="11027" y="2615"/>
                  </a:cubicBezTo>
                  <a:lnTo>
                    <a:pt x="8286" y="4852"/>
                  </a:lnTo>
                  <a:lnTo>
                    <a:pt x="7561" y="4159"/>
                  </a:lnTo>
                  <a:lnTo>
                    <a:pt x="10523" y="1198"/>
                  </a:lnTo>
                  <a:close/>
                  <a:moveTo>
                    <a:pt x="5592" y="3923"/>
                  </a:moveTo>
                  <a:cubicBezTo>
                    <a:pt x="6033" y="3923"/>
                    <a:pt x="6474" y="4096"/>
                    <a:pt x="6805" y="4443"/>
                  </a:cubicBezTo>
                  <a:cubicBezTo>
                    <a:pt x="7498" y="5104"/>
                    <a:pt x="7498" y="6207"/>
                    <a:pt x="6805" y="6869"/>
                  </a:cubicBezTo>
                  <a:cubicBezTo>
                    <a:pt x="6474" y="7199"/>
                    <a:pt x="6033" y="7365"/>
                    <a:pt x="5592" y="7365"/>
                  </a:cubicBezTo>
                  <a:cubicBezTo>
                    <a:pt x="5151" y="7365"/>
                    <a:pt x="4710" y="7199"/>
                    <a:pt x="4379" y="6869"/>
                  </a:cubicBezTo>
                  <a:cubicBezTo>
                    <a:pt x="3718" y="6207"/>
                    <a:pt x="3718" y="5104"/>
                    <a:pt x="4379" y="4443"/>
                  </a:cubicBezTo>
                  <a:cubicBezTo>
                    <a:pt x="4710" y="4096"/>
                    <a:pt x="5151" y="3923"/>
                    <a:pt x="5592" y="3923"/>
                  </a:cubicBezTo>
                  <a:close/>
                  <a:moveTo>
                    <a:pt x="8034" y="5577"/>
                  </a:moveTo>
                  <a:lnTo>
                    <a:pt x="8191" y="5734"/>
                  </a:lnTo>
                  <a:cubicBezTo>
                    <a:pt x="8696" y="6270"/>
                    <a:pt x="9326" y="6742"/>
                    <a:pt x="10019" y="7058"/>
                  </a:cubicBezTo>
                  <a:lnTo>
                    <a:pt x="9420" y="7278"/>
                  </a:lnTo>
                  <a:cubicBezTo>
                    <a:pt x="9263" y="7310"/>
                    <a:pt x="9168" y="7467"/>
                    <a:pt x="9168" y="7593"/>
                  </a:cubicBezTo>
                  <a:lnTo>
                    <a:pt x="9168" y="8066"/>
                  </a:lnTo>
                  <a:cubicBezTo>
                    <a:pt x="8601" y="7814"/>
                    <a:pt x="8034" y="7467"/>
                    <a:pt x="7561" y="7058"/>
                  </a:cubicBezTo>
                  <a:cubicBezTo>
                    <a:pt x="7876" y="6648"/>
                    <a:pt x="8034" y="6175"/>
                    <a:pt x="8034" y="5608"/>
                  </a:cubicBezTo>
                  <a:lnTo>
                    <a:pt x="8034" y="5577"/>
                  </a:lnTo>
                  <a:close/>
                  <a:moveTo>
                    <a:pt x="3245" y="6081"/>
                  </a:moveTo>
                  <a:cubicBezTo>
                    <a:pt x="3308" y="6427"/>
                    <a:pt x="3466" y="6806"/>
                    <a:pt x="3655" y="7058"/>
                  </a:cubicBezTo>
                  <a:lnTo>
                    <a:pt x="1197" y="9546"/>
                  </a:lnTo>
                  <a:cubicBezTo>
                    <a:pt x="882" y="9200"/>
                    <a:pt x="662" y="8696"/>
                    <a:pt x="630" y="8160"/>
                  </a:cubicBezTo>
                  <a:lnTo>
                    <a:pt x="3245" y="6081"/>
                  </a:lnTo>
                  <a:close/>
                  <a:moveTo>
                    <a:pt x="7057" y="7593"/>
                  </a:moveTo>
                  <a:cubicBezTo>
                    <a:pt x="7435" y="8066"/>
                    <a:pt x="7813" y="8601"/>
                    <a:pt x="8034" y="9200"/>
                  </a:cubicBezTo>
                  <a:lnTo>
                    <a:pt x="7561" y="9200"/>
                  </a:lnTo>
                  <a:cubicBezTo>
                    <a:pt x="7404" y="9200"/>
                    <a:pt x="7278" y="9263"/>
                    <a:pt x="7246" y="9420"/>
                  </a:cubicBezTo>
                  <a:lnTo>
                    <a:pt x="7057" y="10019"/>
                  </a:lnTo>
                  <a:cubicBezTo>
                    <a:pt x="6742" y="9357"/>
                    <a:pt x="6270" y="8727"/>
                    <a:pt x="5766" y="8223"/>
                  </a:cubicBezTo>
                  <a:lnTo>
                    <a:pt x="5608" y="8066"/>
                  </a:lnTo>
                  <a:lnTo>
                    <a:pt x="5640" y="8066"/>
                  </a:lnTo>
                  <a:cubicBezTo>
                    <a:pt x="6144" y="8066"/>
                    <a:pt x="6648" y="7877"/>
                    <a:pt x="7057" y="7593"/>
                  </a:cubicBezTo>
                  <a:close/>
                  <a:moveTo>
                    <a:pt x="4096" y="7625"/>
                  </a:moveTo>
                  <a:lnTo>
                    <a:pt x="4820" y="8318"/>
                  </a:lnTo>
                  <a:lnTo>
                    <a:pt x="2552" y="11090"/>
                  </a:lnTo>
                  <a:cubicBezTo>
                    <a:pt x="2048" y="11059"/>
                    <a:pt x="1575" y="10901"/>
                    <a:pt x="1134" y="10586"/>
                  </a:cubicBezTo>
                  <a:lnTo>
                    <a:pt x="4096" y="7625"/>
                  </a:lnTo>
                  <a:close/>
                  <a:moveTo>
                    <a:pt x="8160" y="0"/>
                  </a:moveTo>
                  <a:cubicBezTo>
                    <a:pt x="8034" y="0"/>
                    <a:pt x="7971" y="63"/>
                    <a:pt x="7876" y="126"/>
                  </a:cubicBezTo>
                  <a:lnTo>
                    <a:pt x="5356" y="3245"/>
                  </a:lnTo>
                  <a:cubicBezTo>
                    <a:pt x="4852" y="3308"/>
                    <a:pt x="4348" y="3529"/>
                    <a:pt x="3938" y="3970"/>
                  </a:cubicBezTo>
                  <a:cubicBezTo>
                    <a:pt x="3592" y="4317"/>
                    <a:pt x="3340" y="4758"/>
                    <a:pt x="3277" y="5262"/>
                  </a:cubicBezTo>
                  <a:lnTo>
                    <a:pt x="126" y="7782"/>
                  </a:lnTo>
                  <a:cubicBezTo>
                    <a:pt x="32" y="7845"/>
                    <a:pt x="0" y="7940"/>
                    <a:pt x="0" y="8066"/>
                  </a:cubicBezTo>
                  <a:cubicBezTo>
                    <a:pt x="0" y="8790"/>
                    <a:pt x="284" y="9546"/>
                    <a:pt x="756" y="10114"/>
                  </a:cubicBezTo>
                  <a:lnTo>
                    <a:pt x="473" y="10366"/>
                  </a:lnTo>
                  <a:cubicBezTo>
                    <a:pt x="410" y="10460"/>
                    <a:pt x="347" y="10523"/>
                    <a:pt x="347" y="10618"/>
                  </a:cubicBezTo>
                  <a:cubicBezTo>
                    <a:pt x="347" y="10681"/>
                    <a:pt x="410" y="10807"/>
                    <a:pt x="473" y="10838"/>
                  </a:cubicBezTo>
                  <a:cubicBezTo>
                    <a:pt x="1103" y="11468"/>
                    <a:pt x="1922" y="11783"/>
                    <a:pt x="2804" y="11783"/>
                  </a:cubicBezTo>
                  <a:cubicBezTo>
                    <a:pt x="2930" y="11783"/>
                    <a:pt x="2993" y="11752"/>
                    <a:pt x="3088" y="11657"/>
                  </a:cubicBezTo>
                  <a:lnTo>
                    <a:pt x="5388" y="8790"/>
                  </a:lnTo>
                  <a:cubicBezTo>
                    <a:pt x="6018" y="9452"/>
                    <a:pt x="6553" y="10303"/>
                    <a:pt x="6805" y="11153"/>
                  </a:cubicBezTo>
                  <a:cubicBezTo>
                    <a:pt x="6868" y="11311"/>
                    <a:pt x="7026" y="11405"/>
                    <a:pt x="7120" y="11405"/>
                  </a:cubicBezTo>
                  <a:cubicBezTo>
                    <a:pt x="7278" y="11405"/>
                    <a:pt x="7404" y="11311"/>
                    <a:pt x="7435" y="11153"/>
                  </a:cubicBezTo>
                  <a:lnTo>
                    <a:pt x="7845" y="9924"/>
                  </a:lnTo>
                  <a:lnTo>
                    <a:pt x="8601" y="9924"/>
                  </a:lnTo>
                  <a:cubicBezTo>
                    <a:pt x="8696" y="9924"/>
                    <a:pt x="8790" y="9893"/>
                    <a:pt x="8853" y="9767"/>
                  </a:cubicBezTo>
                  <a:cubicBezTo>
                    <a:pt x="8948" y="9704"/>
                    <a:pt x="8948" y="9578"/>
                    <a:pt x="8916" y="9452"/>
                  </a:cubicBezTo>
                  <a:cubicBezTo>
                    <a:pt x="8790" y="9137"/>
                    <a:pt x="8664" y="8822"/>
                    <a:pt x="8507" y="8507"/>
                  </a:cubicBezTo>
                  <a:lnTo>
                    <a:pt x="8507" y="8507"/>
                  </a:lnTo>
                  <a:cubicBezTo>
                    <a:pt x="8822" y="8664"/>
                    <a:pt x="9137" y="8790"/>
                    <a:pt x="9452" y="8916"/>
                  </a:cubicBezTo>
                  <a:cubicBezTo>
                    <a:pt x="9489" y="8926"/>
                    <a:pt x="9526" y="8929"/>
                    <a:pt x="9561" y="8929"/>
                  </a:cubicBezTo>
                  <a:cubicBezTo>
                    <a:pt x="9646" y="8929"/>
                    <a:pt x="9722" y="8907"/>
                    <a:pt x="9767" y="8885"/>
                  </a:cubicBezTo>
                  <a:cubicBezTo>
                    <a:pt x="9861" y="8790"/>
                    <a:pt x="9924" y="8727"/>
                    <a:pt x="9924" y="8601"/>
                  </a:cubicBezTo>
                  <a:lnTo>
                    <a:pt x="9924" y="7845"/>
                  </a:lnTo>
                  <a:lnTo>
                    <a:pt x="11153" y="7467"/>
                  </a:lnTo>
                  <a:cubicBezTo>
                    <a:pt x="11310" y="7404"/>
                    <a:pt x="11373" y="7247"/>
                    <a:pt x="11373" y="7152"/>
                  </a:cubicBezTo>
                  <a:cubicBezTo>
                    <a:pt x="11373" y="6995"/>
                    <a:pt x="11310" y="6869"/>
                    <a:pt x="11153" y="6837"/>
                  </a:cubicBezTo>
                  <a:cubicBezTo>
                    <a:pt x="10271" y="6553"/>
                    <a:pt x="9452" y="6049"/>
                    <a:pt x="8790" y="5419"/>
                  </a:cubicBezTo>
                  <a:lnTo>
                    <a:pt x="11657" y="3088"/>
                  </a:lnTo>
                  <a:cubicBezTo>
                    <a:pt x="11689" y="2962"/>
                    <a:pt x="11783" y="2867"/>
                    <a:pt x="11783" y="2773"/>
                  </a:cubicBezTo>
                  <a:cubicBezTo>
                    <a:pt x="11783" y="1922"/>
                    <a:pt x="11436" y="1072"/>
                    <a:pt x="10838" y="442"/>
                  </a:cubicBezTo>
                  <a:cubicBezTo>
                    <a:pt x="10775" y="379"/>
                    <a:pt x="10688" y="347"/>
                    <a:pt x="10602" y="347"/>
                  </a:cubicBezTo>
                  <a:cubicBezTo>
                    <a:pt x="10515" y="347"/>
                    <a:pt x="10428" y="379"/>
                    <a:pt x="10365" y="442"/>
                  </a:cubicBezTo>
                  <a:lnTo>
                    <a:pt x="10082" y="725"/>
                  </a:lnTo>
                  <a:cubicBezTo>
                    <a:pt x="9546" y="284"/>
                    <a:pt x="8853" y="0"/>
                    <a:pt x="81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34" name="Google Shape;10134;p63"/>
            <p:cNvSpPr/>
            <p:nvPr/>
          </p:nvSpPr>
          <p:spPr>
            <a:xfrm>
              <a:off x="3713900" y="2434350"/>
              <a:ext cx="55950" cy="52200"/>
            </a:xfrm>
            <a:custGeom>
              <a:rect l="l" t="t" r="r" b="b"/>
              <a:pathLst>
                <a:path w="2238" h="2088" extrusionOk="0">
                  <a:moveTo>
                    <a:pt x="1087" y="685"/>
                  </a:moveTo>
                  <a:cubicBezTo>
                    <a:pt x="1174" y="685"/>
                    <a:pt x="1261" y="717"/>
                    <a:pt x="1324" y="780"/>
                  </a:cubicBezTo>
                  <a:cubicBezTo>
                    <a:pt x="1450" y="874"/>
                    <a:pt x="1450" y="1126"/>
                    <a:pt x="1324" y="1252"/>
                  </a:cubicBezTo>
                  <a:cubicBezTo>
                    <a:pt x="1261" y="1300"/>
                    <a:pt x="1174" y="1323"/>
                    <a:pt x="1087" y="1323"/>
                  </a:cubicBezTo>
                  <a:cubicBezTo>
                    <a:pt x="1001" y="1323"/>
                    <a:pt x="914" y="1300"/>
                    <a:pt x="851" y="1252"/>
                  </a:cubicBezTo>
                  <a:cubicBezTo>
                    <a:pt x="725" y="1126"/>
                    <a:pt x="725" y="937"/>
                    <a:pt x="851" y="780"/>
                  </a:cubicBezTo>
                  <a:cubicBezTo>
                    <a:pt x="914" y="717"/>
                    <a:pt x="1001" y="685"/>
                    <a:pt x="1087" y="685"/>
                  </a:cubicBezTo>
                  <a:close/>
                  <a:moveTo>
                    <a:pt x="1115" y="0"/>
                  </a:moveTo>
                  <a:cubicBezTo>
                    <a:pt x="851" y="0"/>
                    <a:pt x="583" y="102"/>
                    <a:pt x="378" y="307"/>
                  </a:cubicBezTo>
                  <a:cubicBezTo>
                    <a:pt x="0" y="685"/>
                    <a:pt x="0" y="1347"/>
                    <a:pt x="378" y="1756"/>
                  </a:cubicBezTo>
                  <a:cubicBezTo>
                    <a:pt x="583" y="1977"/>
                    <a:pt x="851" y="2087"/>
                    <a:pt x="1115" y="2087"/>
                  </a:cubicBezTo>
                  <a:cubicBezTo>
                    <a:pt x="1379" y="2087"/>
                    <a:pt x="1639" y="1977"/>
                    <a:pt x="1828" y="1756"/>
                  </a:cubicBezTo>
                  <a:cubicBezTo>
                    <a:pt x="2237" y="1347"/>
                    <a:pt x="2237" y="685"/>
                    <a:pt x="1828" y="307"/>
                  </a:cubicBezTo>
                  <a:cubicBezTo>
                    <a:pt x="1639" y="102"/>
                    <a:pt x="1379" y="0"/>
                    <a:pt x="1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135" name="Google Shape;10135;p63"/>
          <p:cNvSpPr/>
          <p:nvPr/>
        </p:nvSpPr>
        <p:spPr>
          <a:xfrm>
            <a:off x="4866749" y="3608425"/>
            <a:ext cx="348542" cy="348513"/>
          </a:xfrm>
          <a:custGeom>
            <a:rect l="l" t="t" r="r" b="b"/>
            <a:pathLst>
              <a:path w="11816" h="11815" extrusionOk="0">
                <a:moveTo>
                  <a:pt x="6207" y="693"/>
                </a:moveTo>
                <a:cubicBezTo>
                  <a:pt x="7877" y="819"/>
                  <a:pt x="9326" y="1670"/>
                  <a:pt x="10208" y="2993"/>
                </a:cubicBezTo>
                <a:lnTo>
                  <a:pt x="6207" y="5293"/>
                </a:lnTo>
                <a:lnTo>
                  <a:pt x="6207" y="693"/>
                </a:lnTo>
                <a:close/>
                <a:moveTo>
                  <a:pt x="10555" y="3623"/>
                </a:moveTo>
                <a:cubicBezTo>
                  <a:pt x="10901" y="4316"/>
                  <a:pt x="11090" y="5104"/>
                  <a:pt x="11090" y="5923"/>
                </a:cubicBezTo>
                <a:cubicBezTo>
                  <a:pt x="11090" y="7026"/>
                  <a:pt x="10744" y="8097"/>
                  <a:pt x="10114" y="8979"/>
                </a:cubicBezTo>
                <a:lnTo>
                  <a:pt x="6491" y="5986"/>
                </a:lnTo>
                <a:lnTo>
                  <a:pt x="10555" y="3623"/>
                </a:lnTo>
                <a:close/>
                <a:moveTo>
                  <a:pt x="5546" y="693"/>
                </a:moveTo>
                <a:lnTo>
                  <a:pt x="5546" y="5892"/>
                </a:lnTo>
                <a:cubicBezTo>
                  <a:pt x="5546" y="6018"/>
                  <a:pt x="5577" y="6081"/>
                  <a:pt x="5672" y="6175"/>
                </a:cubicBezTo>
                <a:lnTo>
                  <a:pt x="9673" y="9483"/>
                </a:lnTo>
                <a:cubicBezTo>
                  <a:pt x="8728" y="10491"/>
                  <a:pt x="7373" y="11121"/>
                  <a:pt x="5892" y="11121"/>
                </a:cubicBezTo>
                <a:cubicBezTo>
                  <a:pt x="3025" y="11121"/>
                  <a:pt x="662" y="8822"/>
                  <a:pt x="662" y="5892"/>
                </a:cubicBezTo>
                <a:cubicBezTo>
                  <a:pt x="662" y="3151"/>
                  <a:pt x="2836" y="851"/>
                  <a:pt x="5546" y="693"/>
                </a:cubicBezTo>
                <a:close/>
                <a:moveTo>
                  <a:pt x="5892" y="0"/>
                </a:moveTo>
                <a:cubicBezTo>
                  <a:pt x="2647" y="0"/>
                  <a:pt x="1" y="2615"/>
                  <a:pt x="1" y="5892"/>
                </a:cubicBezTo>
                <a:cubicBezTo>
                  <a:pt x="1" y="9168"/>
                  <a:pt x="2647" y="11814"/>
                  <a:pt x="5892" y="11814"/>
                </a:cubicBezTo>
                <a:cubicBezTo>
                  <a:pt x="9169" y="11814"/>
                  <a:pt x="11815" y="9168"/>
                  <a:pt x="11815" y="5892"/>
                </a:cubicBezTo>
                <a:cubicBezTo>
                  <a:pt x="11815" y="2678"/>
                  <a:pt x="9137" y="0"/>
                  <a:pt x="589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136" name="Google Shape;10136;p63"/>
          <p:cNvGrpSpPr/>
          <p:nvPr/>
        </p:nvGrpSpPr>
        <p:grpSpPr>
          <a:xfrm>
            <a:off x="7087019" y="2669721"/>
            <a:ext cx="328071" cy="349427"/>
            <a:chOff x="5421475" y="1945825"/>
            <a:chExt cx="278050" cy="296150"/>
          </a:xfrm>
        </p:grpSpPr>
        <p:sp>
          <p:nvSpPr>
            <p:cNvPr id="10137" name="Google Shape;10137;p63"/>
            <p:cNvSpPr/>
            <p:nvPr/>
          </p:nvSpPr>
          <p:spPr>
            <a:xfrm>
              <a:off x="5472650" y="1999375"/>
              <a:ext cx="172525" cy="242600"/>
            </a:xfrm>
            <a:custGeom>
              <a:rect l="l" t="t" r="r" b="b"/>
              <a:pathLst>
                <a:path w="6901" h="9704" extrusionOk="0">
                  <a:moveTo>
                    <a:pt x="1765" y="1355"/>
                  </a:moveTo>
                  <a:cubicBezTo>
                    <a:pt x="1986" y="1355"/>
                    <a:pt x="2143" y="1513"/>
                    <a:pt x="2143" y="1702"/>
                  </a:cubicBezTo>
                  <a:lnTo>
                    <a:pt x="2143" y="2048"/>
                  </a:lnTo>
                  <a:lnTo>
                    <a:pt x="1765" y="2048"/>
                  </a:lnTo>
                  <a:cubicBezTo>
                    <a:pt x="1671" y="2048"/>
                    <a:pt x="1545" y="2048"/>
                    <a:pt x="1419" y="2111"/>
                  </a:cubicBezTo>
                  <a:lnTo>
                    <a:pt x="1419" y="1702"/>
                  </a:lnTo>
                  <a:cubicBezTo>
                    <a:pt x="1419" y="1513"/>
                    <a:pt x="1576" y="1355"/>
                    <a:pt x="1765" y="1355"/>
                  </a:cubicBezTo>
                  <a:close/>
                  <a:moveTo>
                    <a:pt x="3151" y="631"/>
                  </a:moveTo>
                  <a:cubicBezTo>
                    <a:pt x="3341" y="631"/>
                    <a:pt x="3498" y="788"/>
                    <a:pt x="3498" y="1009"/>
                  </a:cubicBezTo>
                  <a:lnTo>
                    <a:pt x="3498" y="2111"/>
                  </a:lnTo>
                  <a:cubicBezTo>
                    <a:pt x="3404" y="2048"/>
                    <a:pt x="3277" y="2017"/>
                    <a:pt x="3151" y="2017"/>
                  </a:cubicBezTo>
                  <a:lnTo>
                    <a:pt x="2805" y="2017"/>
                  </a:lnTo>
                  <a:lnTo>
                    <a:pt x="2805" y="1009"/>
                  </a:lnTo>
                  <a:cubicBezTo>
                    <a:pt x="2805" y="788"/>
                    <a:pt x="2962" y="631"/>
                    <a:pt x="3151" y="631"/>
                  </a:cubicBezTo>
                  <a:close/>
                  <a:moveTo>
                    <a:pt x="4538" y="1355"/>
                  </a:moveTo>
                  <a:cubicBezTo>
                    <a:pt x="4727" y="1355"/>
                    <a:pt x="4884" y="1513"/>
                    <a:pt x="4884" y="1702"/>
                  </a:cubicBezTo>
                  <a:lnTo>
                    <a:pt x="4884" y="3088"/>
                  </a:lnTo>
                  <a:cubicBezTo>
                    <a:pt x="4884" y="3277"/>
                    <a:pt x="4727" y="3435"/>
                    <a:pt x="4538" y="3435"/>
                  </a:cubicBezTo>
                  <a:cubicBezTo>
                    <a:pt x="4349" y="3435"/>
                    <a:pt x="4191" y="3277"/>
                    <a:pt x="4191" y="3088"/>
                  </a:cubicBezTo>
                  <a:lnTo>
                    <a:pt x="4191" y="1702"/>
                  </a:lnTo>
                  <a:cubicBezTo>
                    <a:pt x="4191" y="1513"/>
                    <a:pt x="4349" y="1355"/>
                    <a:pt x="4538" y="1355"/>
                  </a:cubicBezTo>
                  <a:close/>
                  <a:moveTo>
                    <a:pt x="5924" y="2017"/>
                  </a:moveTo>
                  <a:cubicBezTo>
                    <a:pt x="6113" y="2017"/>
                    <a:pt x="6270" y="2174"/>
                    <a:pt x="6270" y="2363"/>
                  </a:cubicBezTo>
                  <a:lnTo>
                    <a:pt x="6270" y="3088"/>
                  </a:lnTo>
                  <a:cubicBezTo>
                    <a:pt x="6270" y="3277"/>
                    <a:pt x="6113" y="3435"/>
                    <a:pt x="5924" y="3435"/>
                  </a:cubicBezTo>
                  <a:cubicBezTo>
                    <a:pt x="5703" y="3435"/>
                    <a:pt x="5546" y="3277"/>
                    <a:pt x="5546" y="3088"/>
                  </a:cubicBezTo>
                  <a:lnTo>
                    <a:pt x="5546" y="2363"/>
                  </a:lnTo>
                  <a:cubicBezTo>
                    <a:pt x="5546" y="2174"/>
                    <a:pt x="5703" y="2017"/>
                    <a:pt x="5924" y="2017"/>
                  </a:cubicBezTo>
                  <a:close/>
                  <a:moveTo>
                    <a:pt x="3120" y="2741"/>
                  </a:moveTo>
                  <a:cubicBezTo>
                    <a:pt x="3309" y="2741"/>
                    <a:pt x="3467" y="2899"/>
                    <a:pt x="3467" y="3088"/>
                  </a:cubicBezTo>
                  <a:cubicBezTo>
                    <a:pt x="3467" y="3277"/>
                    <a:pt x="3309" y="3435"/>
                    <a:pt x="3120" y="3435"/>
                  </a:cubicBezTo>
                  <a:lnTo>
                    <a:pt x="1734" y="3435"/>
                  </a:lnTo>
                  <a:cubicBezTo>
                    <a:pt x="1545" y="3435"/>
                    <a:pt x="1387" y="3592"/>
                    <a:pt x="1387" y="3781"/>
                  </a:cubicBezTo>
                  <a:cubicBezTo>
                    <a:pt x="1387" y="4002"/>
                    <a:pt x="1545" y="4159"/>
                    <a:pt x="1734" y="4159"/>
                  </a:cubicBezTo>
                  <a:cubicBezTo>
                    <a:pt x="2679" y="4159"/>
                    <a:pt x="3467" y="4947"/>
                    <a:pt x="3467" y="5892"/>
                  </a:cubicBezTo>
                  <a:cubicBezTo>
                    <a:pt x="3467" y="6081"/>
                    <a:pt x="3624" y="6238"/>
                    <a:pt x="3845" y="6238"/>
                  </a:cubicBezTo>
                  <a:cubicBezTo>
                    <a:pt x="4034" y="6238"/>
                    <a:pt x="4191" y="6081"/>
                    <a:pt x="4191" y="5892"/>
                  </a:cubicBezTo>
                  <a:cubicBezTo>
                    <a:pt x="4191" y="5167"/>
                    <a:pt x="3876" y="4537"/>
                    <a:pt x="3435" y="4096"/>
                  </a:cubicBezTo>
                  <a:cubicBezTo>
                    <a:pt x="3593" y="4065"/>
                    <a:pt x="3750" y="4002"/>
                    <a:pt x="3876" y="3876"/>
                  </a:cubicBezTo>
                  <a:cubicBezTo>
                    <a:pt x="4065" y="4033"/>
                    <a:pt x="4317" y="4159"/>
                    <a:pt x="4569" y="4159"/>
                  </a:cubicBezTo>
                  <a:cubicBezTo>
                    <a:pt x="4853" y="4159"/>
                    <a:pt x="5073" y="4033"/>
                    <a:pt x="5294" y="3876"/>
                  </a:cubicBezTo>
                  <a:cubicBezTo>
                    <a:pt x="5483" y="4033"/>
                    <a:pt x="5703" y="4159"/>
                    <a:pt x="5987" y="4159"/>
                  </a:cubicBezTo>
                  <a:cubicBezTo>
                    <a:pt x="6113" y="4159"/>
                    <a:pt x="6239" y="4096"/>
                    <a:pt x="6333" y="4065"/>
                  </a:cubicBezTo>
                  <a:lnTo>
                    <a:pt x="6333" y="5167"/>
                  </a:lnTo>
                  <a:cubicBezTo>
                    <a:pt x="6333" y="5923"/>
                    <a:pt x="5861" y="6554"/>
                    <a:pt x="5199" y="6774"/>
                  </a:cubicBezTo>
                  <a:cubicBezTo>
                    <a:pt x="5042" y="6837"/>
                    <a:pt x="4979" y="6995"/>
                    <a:pt x="4979" y="7089"/>
                  </a:cubicBezTo>
                  <a:lnTo>
                    <a:pt x="4979" y="7562"/>
                  </a:lnTo>
                  <a:lnTo>
                    <a:pt x="2206" y="7562"/>
                  </a:lnTo>
                  <a:lnTo>
                    <a:pt x="2206" y="7089"/>
                  </a:lnTo>
                  <a:cubicBezTo>
                    <a:pt x="2206" y="6932"/>
                    <a:pt x="2143" y="6837"/>
                    <a:pt x="1986" y="6774"/>
                  </a:cubicBezTo>
                  <a:cubicBezTo>
                    <a:pt x="1261" y="6554"/>
                    <a:pt x="820" y="5892"/>
                    <a:pt x="820" y="5167"/>
                  </a:cubicBezTo>
                  <a:lnTo>
                    <a:pt x="820" y="3750"/>
                  </a:lnTo>
                  <a:lnTo>
                    <a:pt x="726" y="3750"/>
                  </a:lnTo>
                  <a:cubicBezTo>
                    <a:pt x="726" y="3151"/>
                    <a:pt x="1198" y="2741"/>
                    <a:pt x="1734" y="2741"/>
                  </a:cubicBezTo>
                  <a:close/>
                  <a:moveTo>
                    <a:pt x="5199" y="8286"/>
                  </a:moveTo>
                  <a:cubicBezTo>
                    <a:pt x="5388" y="8286"/>
                    <a:pt x="5546" y="8444"/>
                    <a:pt x="5546" y="8633"/>
                  </a:cubicBezTo>
                  <a:lnTo>
                    <a:pt x="5546" y="8979"/>
                  </a:lnTo>
                  <a:lnTo>
                    <a:pt x="1387" y="8979"/>
                  </a:lnTo>
                  <a:lnTo>
                    <a:pt x="1387" y="8633"/>
                  </a:lnTo>
                  <a:cubicBezTo>
                    <a:pt x="1387" y="8444"/>
                    <a:pt x="1545" y="8286"/>
                    <a:pt x="1734" y="8286"/>
                  </a:cubicBezTo>
                  <a:close/>
                  <a:moveTo>
                    <a:pt x="3120" y="1"/>
                  </a:moveTo>
                  <a:cubicBezTo>
                    <a:pt x="2647" y="1"/>
                    <a:pt x="2269" y="316"/>
                    <a:pt x="2143" y="757"/>
                  </a:cubicBezTo>
                  <a:cubicBezTo>
                    <a:pt x="2017" y="725"/>
                    <a:pt x="1891" y="694"/>
                    <a:pt x="1734" y="694"/>
                  </a:cubicBezTo>
                  <a:cubicBezTo>
                    <a:pt x="1167" y="694"/>
                    <a:pt x="726" y="1166"/>
                    <a:pt x="726" y="1702"/>
                  </a:cubicBezTo>
                  <a:lnTo>
                    <a:pt x="726" y="2426"/>
                  </a:lnTo>
                  <a:cubicBezTo>
                    <a:pt x="285" y="2678"/>
                    <a:pt x="1" y="3214"/>
                    <a:pt x="1" y="3750"/>
                  </a:cubicBezTo>
                  <a:lnTo>
                    <a:pt x="1" y="5136"/>
                  </a:lnTo>
                  <a:cubicBezTo>
                    <a:pt x="1" y="6081"/>
                    <a:pt x="568" y="6932"/>
                    <a:pt x="1387" y="7341"/>
                  </a:cubicBezTo>
                  <a:lnTo>
                    <a:pt x="1387" y="7656"/>
                  </a:lnTo>
                  <a:cubicBezTo>
                    <a:pt x="1009" y="7814"/>
                    <a:pt x="694" y="8160"/>
                    <a:pt x="694" y="8633"/>
                  </a:cubicBezTo>
                  <a:lnTo>
                    <a:pt x="694" y="9357"/>
                  </a:lnTo>
                  <a:cubicBezTo>
                    <a:pt x="694" y="9546"/>
                    <a:pt x="852" y="9704"/>
                    <a:pt x="1041" y="9704"/>
                  </a:cubicBezTo>
                  <a:lnTo>
                    <a:pt x="5892" y="9704"/>
                  </a:lnTo>
                  <a:cubicBezTo>
                    <a:pt x="6081" y="9704"/>
                    <a:pt x="6239" y="9546"/>
                    <a:pt x="6239" y="9357"/>
                  </a:cubicBezTo>
                  <a:lnTo>
                    <a:pt x="6239" y="8633"/>
                  </a:lnTo>
                  <a:cubicBezTo>
                    <a:pt x="6239" y="8192"/>
                    <a:pt x="5955" y="7814"/>
                    <a:pt x="5514" y="7656"/>
                  </a:cubicBezTo>
                  <a:lnTo>
                    <a:pt x="5514" y="7341"/>
                  </a:lnTo>
                  <a:cubicBezTo>
                    <a:pt x="6365" y="6932"/>
                    <a:pt x="6901" y="6081"/>
                    <a:pt x="6901" y="5136"/>
                  </a:cubicBezTo>
                  <a:lnTo>
                    <a:pt x="6901" y="2363"/>
                  </a:lnTo>
                  <a:cubicBezTo>
                    <a:pt x="6901" y="1796"/>
                    <a:pt x="6428" y="1355"/>
                    <a:pt x="5892" y="1355"/>
                  </a:cubicBezTo>
                  <a:cubicBezTo>
                    <a:pt x="5766" y="1355"/>
                    <a:pt x="5609" y="1387"/>
                    <a:pt x="5483" y="1418"/>
                  </a:cubicBezTo>
                  <a:cubicBezTo>
                    <a:pt x="5357" y="1009"/>
                    <a:pt x="4979" y="694"/>
                    <a:pt x="4506" y="694"/>
                  </a:cubicBezTo>
                  <a:cubicBezTo>
                    <a:pt x="4380" y="694"/>
                    <a:pt x="4223" y="725"/>
                    <a:pt x="4097" y="757"/>
                  </a:cubicBezTo>
                  <a:cubicBezTo>
                    <a:pt x="4002" y="316"/>
                    <a:pt x="3593" y="1"/>
                    <a:pt x="3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38" name="Google Shape;10138;p63"/>
            <p:cNvSpPr/>
            <p:nvPr/>
          </p:nvSpPr>
          <p:spPr>
            <a:xfrm>
              <a:off x="5559300" y="1945825"/>
              <a:ext cx="18150" cy="44125"/>
            </a:xfrm>
            <a:custGeom>
              <a:rect l="l" t="t" r="r" b="b"/>
              <a:pathLst>
                <a:path w="726" h="176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4"/>
                    <a:pt x="379" y="1764"/>
                  </a:cubicBezTo>
                  <a:cubicBezTo>
                    <a:pt x="568" y="1764"/>
                    <a:pt x="725" y="1607"/>
                    <a:pt x="725" y="1418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39" name="Google Shape;10139;p63"/>
            <p:cNvSpPr/>
            <p:nvPr/>
          </p:nvSpPr>
          <p:spPr>
            <a:xfrm>
              <a:off x="5611275" y="1963925"/>
              <a:ext cx="35475" cy="34500"/>
            </a:xfrm>
            <a:custGeom>
              <a:rect l="l" t="t" r="r" b="b"/>
              <a:pathLst>
                <a:path w="1419" h="1380" extrusionOk="0">
                  <a:moveTo>
                    <a:pt x="1076" y="1"/>
                  </a:moveTo>
                  <a:cubicBezTo>
                    <a:pt x="985" y="1"/>
                    <a:pt x="899" y="32"/>
                    <a:pt x="851" y="95"/>
                  </a:cubicBezTo>
                  <a:lnTo>
                    <a:pt x="127" y="788"/>
                  </a:lnTo>
                  <a:cubicBezTo>
                    <a:pt x="1" y="914"/>
                    <a:pt x="1" y="1166"/>
                    <a:pt x="127" y="1261"/>
                  </a:cubicBezTo>
                  <a:cubicBezTo>
                    <a:pt x="190" y="1340"/>
                    <a:pt x="284" y="1379"/>
                    <a:pt x="375" y="1379"/>
                  </a:cubicBezTo>
                  <a:cubicBezTo>
                    <a:pt x="466" y="1379"/>
                    <a:pt x="552" y="1340"/>
                    <a:pt x="599" y="1261"/>
                  </a:cubicBezTo>
                  <a:lnTo>
                    <a:pt x="1324" y="568"/>
                  </a:lnTo>
                  <a:cubicBezTo>
                    <a:pt x="1419" y="442"/>
                    <a:pt x="1419" y="221"/>
                    <a:pt x="1324" y="95"/>
                  </a:cubicBezTo>
                  <a:cubicBezTo>
                    <a:pt x="1261" y="32"/>
                    <a:pt x="1167" y="1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40" name="Google Shape;10140;p63"/>
            <p:cNvSpPr/>
            <p:nvPr/>
          </p:nvSpPr>
          <p:spPr>
            <a:xfrm>
              <a:off x="5664050" y="2067900"/>
              <a:ext cx="35475" cy="17350"/>
            </a:xfrm>
            <a:custGeom>
              <a:rect l="l" t="t" r="r" b="b"/>
              <a:pathLst>
                <a:path w="1419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41" name="Google Shape;10141;p63"/>
            <p:cNvSpPr/>
            <p:nvPr/>
          </p:nvSpPr>
          <p:spPr>
            <a:xfrm>
              <a:off x="5421475" y="2067900"/>
              <a:ext cx="35450" cy="17350"/>
            </a:xfrm>
            <a:custGeom>
              <a:rect l="l" t="t" r="r" b="b"/>
              <a:pathLst>
                <a:path w="1418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42" name="Google Shape;10142;p63"/>
            <p:cNvSpPr/>
            <p:nvPr/>
          </p:nvSpPr>
          <p:spPr>
            <a:xfrm>
              <a:off x="5490000" y="1963925"/>
              <a:ext cx="35450" cy="33900"/>
            </a:xfrm>
            <a:custGeom>
              <a:rect l="l" t="t" r="r" b="b"/>
              <a:pathLst>
                <a:path w="1418" h="135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819" y="1261"/>
                  </a:lnTo>
                  <a:cubicBezTo>
                    <a:pt x="866" y="1324"/>
                    <a:pt x="953" y="1356"/>
                    <a:pt x="1044" y="1356"/>
                  </a:cubicBezTo>
                  <a:cubicBezTo>
                    <a:pt x="1134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67" y="95"/>
                  </a:lnTo>
                  <a:cubicBezTo>
                    <a:pt x="520" y="32"/>
                    <a:pt x="433" y="1"/>
                    <a:pt x="3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43" name="Google Shape;10143;p63"/>
            <p:cNvSpPr/>
            <p:nvPr/>
          </p:nvSpPr>
          <p:spPr>
            <a:xfrm>
              <a:off x="5437225" y="1997650"/>
              <a:ext cx="37825" cy="26325"/>
            </a:xfrm>
            <a:custGeom>
              <a:rect l="l" t="t" r="r" b="b"/>
              <a:pathLst>
                <a:path w="1513" h="1053" extrusionOk="0">
                  <a:moveTo>
                    <a:pt x="422" y="0"/>
                  </a:moveTo>
                  <a:cubicBezTo>
                    <a:pt x="285" y="0"/>
                    <a:pt x="140" y="81"/>
                    <a:pt x="95" y="196"/>
                  </a:cubicBezTo>
                  <a:cubicBezTo>
                    <a:pt x="0" y="353"/>
                    <a:pt x="95" y="574"/>
                    <a:pt x="252" y="668"/>
                  </a:cubicBezTo>
                  <a:lnTo>
                    <a:pt x="945" y="1015"/>
                  </a:lnTo>
                  <a:cubicBezTo>
                    <a:pt x="989" y="1041"/>
                    <a:pt x="1039" y="1052"/>
                    <a:pt x="1091" y="1052"/>
                  </a:cubicBezTo>
                  <a:cubicBezTo>
                    <a:pt x="1227" y="1052"/>
                    <a:pt x="1372" y="971"/>
                    <a:pt x="1418" y="857"/>
                  </a:cubicBezTo>
                  <a:cubicBezTo>
                    <a:pt x="1512" y="700"/>
                    <a:pt x="1418" y="479"/>
                    <a:pt x="1260" y="385"/>
                  </a:cubicBezTo>
                  <a:lnTo>
                    <a:pt x="567" y="38"/>
                  </a:lnTo>
                  <a:cubicBezTo>
                    <a:pt x="524" y="12"/>
                    <a:pt x="473" y="0"/>
                    <a:pt x="4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44" name="Google Shape;10144;p63"/>
            <p:cNvSpPr/>
            <p:nvPr/>
          </p:nvSpPr>
          <p:spPr>
            <a:xfrm>
              <a:off x="5645150" y="1998300"/>
              <a:ext cx="37825" cy="26900"/>
            </a:xfrm>
            <a:custGeom>
              <a:rect l="l" t="t" r="r" b="b"/>
              <a:pathLst>
                <a:path w="1513" h="1076" extrusionOk="0">
                  <a:moveTo>
                    <a:pt x="1098" y="0"/>
                  </a:moveTo>
                  <a:cubicBezTo>
                    <a:pt x="1046" y="0"/>
                    <a:pt x="994" y="14"/>
                    <a:pt x="946" y="44"/>
                  </a:cubicBezTo>
                  <a:lnTo>
                    <a:pt x="253" y="422"/>
                  </a:lnTo>
                  <a:cubicBezTo>
                    <a:pt x="95" y="485"/>
                    <a:pt x="1" y="674"/>
                    <a:pt x="95" y="894"/>
                  </a:cubicBezTo>
                  <a:cubicBezTo>
                    <a:pt x="142" y="1011"/>
                    <a:pt x="258" y="1076"/>
                    <a:pt x="405" y="1076"/>
                  </a:cubicBezTo>
                  <a:cubicBezTo>
                    <a:pt x="456" y="1076"/>
                    <a:pt x="511" y="1068"/>
                    <a:pt x="568" y="1052"/>
                  </a:cubicBezTo>
                  <a:lnTo>
                    <a:pt x="1261" y="674"/>
                  </a:lnTo>
                  <a:cubicBezTo>
                    <a:pt x="1418" y="611"/>
                    <a:pt x="1513" y="422"/>
                    <a:pt x="1418" y="201"/>
                  </a:cubicBezTo>
                  <a:cubicBezTo>
                    <a:pt x="1331" y="71"/>
                    <a:pt x="1214" y="0"/>
                    <a:pt x="10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145" name="Google Shape;10145;p63"/>
          <p:cNvSpPr/>
          <p:nvPr/>
        </p:nvSpPr>
        <p:spPr>
          <a:xfrm>
            <a:off x="7074326" y="3157723"/>
            <a:ext cx="353174" cy="351315"/>
          </a:xfrm>
          <a:custGeom>
            <a:rect l="l" t="t" r="r" b="b"/>
            <a:pathLst>
              <a:path w="11973" h="11910" extrusionOk="0">
                <a:moveTo>
                  <a:pt x="11027" y="662"/>
                </a:moveTo>
                <a:lnTo>
                  <a:pt x="11027" y="1387"/>
                </a:lnTo>
                <a:lnTo>
                  <a:pt x="8601" y="1387"/>
                </a:lnTo>
                <a:cubicBezTo>
                  <a:pt x="8412" y="1387"/>
                  <a:pt x="8255" y="1229"/>
                  <a:pt x="8255" y="1040"/>
                </a:cubicBezTo>
                <a:cubicBezTo>
                  <a:pt x="8255" y="820"/>
                  <a:pt x="8412" y="662"/>
                  <a:pt x="8601" y="662"/>
                </a:cubicBezTo>
                <a:close/>
                <a:moveTo>
                  <a:pt x="10366" y="2048"/>
                </a:moveTo>
                <a:lnTo>
                  <a:pt x="10366" y="2773"/>
                </a:lnTo>
                <a:lnTo>
                  <a:pt x="7940" y="2773"/>
                </a:lnTo>
                <a:cubicBezTo>
                  <a:pt x="7926" y="2775"/>
                  <a:pt x="7912" y="2776"/>
                  <a:pt x="7899" y="2776"/>
                </a:cubicBezTo>
                <a:cubicBezTo>
                  <a:pt x="7728" y="2776"/>
                  <a:pt x="7593" y="2599"/>
                  <a:pt x="7593" y="2395"/>
                </a:cubicBezTo>
                <a:cubicBezTo>
                  <a:pt x="7593" y="2206"/>
                  <a:pt x="7751" y="2048"/>
                  <a:pt x="7940" y="2048"/>
                </a:cubicBezTo>
                <a:close/>
                <a:moveTo>
                  <a:pt x="11027" y="3466"/>
                </a:moveTo>
                <a:lnTo>
                  <a:pt x="11027" y="4191"/>
                </a:lnTo>
                <a:lnTo>
                  <a:pt x="8601" y="4191"/>
                </a:lnTo>
                <a:cubicBezTo>
                  <a:pt x="8412" y="4191"/>
                  <a:pt x="8255" y="4033"/>
                  <a:pt x="8255" y="3812"/>
                </a:cubicBezTo>
                <a:cubicBezTo>
                  <a:pt x="8255" y="3623"/>
                  <a:pt x="8412" y="3466"/>
                  <a:pt x="8601" y="3466"/>
                </a:cubicBezTo>
                <a:close/>
                <a:moveTo>
                  <a:pt x="1292" y="4884"/>
                </a:moveTo>
                <a:lnTo>
                  <a:pt x="1292" y="5608"/>
                </a:lnTo>
                <a:lnTo>
                  <a:pt x="568" y="5608"/>
                </a:lnTo>
                <a:lnTo>
                  <a:pt x="568" y="4884"/>
                </a:lnTo>
                <a:close/>
                <a:moveTo>
                  <a:pt x="11027" y="4884"/>
                </a:moveTo>
                <a:lnTo>
                  <a:pt x="11027" y="5608"/>
                </a:lnTo>
                <a:lnTo>
                  <a:pt x="6207" y="5608"/>
                </a:lnTo>
                <a:lnTo>
                  <a:pt x="6207" y="4884"/>
                </a:lnTo>
                <a:close/>
                <a:moveTo>
                  <a:pt x="3718" y="2080"/>
                </a:moveTo>
                <a:cubicBezTo>
                  <a:pt x="4663" y="2080"/>
                  <a:pt x="5482" y="2867"/>
                  <a:pt x="5482" y="3844"/>
                </a:cubicBezTo>
                <a:lnTo>
                  <a:pt x="5482" y="5955"/>
                </a:lnTo>
                <a:cubicBezTo>
                  <a:pt x="5482" y="6144"/>
                  <a:pt x="5325" y="6301"/>
                  <a:pt x="5136" y="6301"/>
                </a:cubicBezTo>
                <a:lnTo>
                  <a:pt x="2300" y="6301"/>
                </a:lnTo>
                <a:cubicBezTo>
                  <a:pt x="2111" y="6301"/>
                  <a:pt x="1954" y="6144"/>
                  <a:pt x="1954" y="5955"/>
                </a:cubicBezTo>
                <a:lnTo>
                  <a:pt x="1954" y="3844"/>
                </a:lnTo>
                <a:cubicBezTo>
                  <a:pt x="1954" y="2899"/>
                  <a:pt x="2742" y="2080"/>
                  <a:pt x="3718" y="2080"/>
                </a:cubicBezTo>
                <a:close/>
                <a:moveTo>
                  <a:pt x="11027" y="6301"/>
                </a:moveTo>
                <a:lnTo>
                  <a:pt x="11027" y="7688"/>
                </a:lnTo>
                <a:lnTo>
                  <a:pt x="7593" y="7688"/>
                </a:lnTo>
                <a:lnTo>
                  <a:pt x="7593" y="6301"/>
                </a:lnTo>
                <a:lnTo>
                  <a:pt x="8948" y="6301"/>
                </a:lnTo>
                <a:lnTo>
                  <a:pt x="8948" y="6648"/>
                </a:lnTo>
                <a:cubicBezTo>
                  <a:pt x="8948" y="6868"/>
                  <a:pt x="9106" y="7026"/>
                  <a:pt x="9326" y="7026"/>
                </a:cubicBezTo>
                <a:cubicBezTo>
                  <a:pt x="9515" y="7026"/>
                  <a:pt x="9673" y="6868"/>
                  <a:pt x="9673" y="6648"/>
                </a:cubicBezTo>
                <a:lnTo>
                  <a:pt x="9673" y="6301"/>
                </a:lnTo>
                <a:close/>
                <a:moveTo>
                  <a:pt x="4443" y="8349"/>
                </a:moveTo>
                <a:cubicBezTo>
                  <a:pt x="4852" y="8349"/>
                  <a:pt x="5293" y="8633"/>
                  <a:pt x="5419" y="9074"/>
                </a:cubicBezTo>
                <a:lnTo>
                  <a:pt x="2080" y="9074"/>
                </a:lnTo>
                <a:cubicBezTo>
                  <a:pt x="2237" y="8664"/>
                  <a:pt x="2616" y="8349"/>
                  <a:pt x="3057" y="8349"/>
                </a:cubicBezTo>
                <a:close/>
                <a:moveTo>
                  <a:pt x="11027" y="8349"/>
                </a:moveTo>
                <a:lnTo>
                  <a:pt x="11027" y="9735"/>
                </a:lnTo>
                <a:lnTo>
                  <a:pt x="7593" y="9735"/>
                </a:lnTo>
                <a:lnTo>
                  <a:pt x="7593" y="8349"/>
                </a:lnTo>
                <a:lnTo>
                  <a:pt x="8948" y="8349"/>
                </a:lnTo>
                <a:lnTo>
                  <a:pt x="8948" y="8696"/>
                </a:lnTo>
                <a:cubicBezTo>
                  <a:pt x="8948" y="8916"/>
                  <a:pt x="9106" y="9074"/>
                  <a:pt x="9326" y="9074"/>
                </a:cubicBezTo>
                <a:cubicBezTo>
                  <a:pt x="9515" y="9074"/>
                  <a:pt x="9673" y="8916"/>
                  <a:pt x="9673" y="8696"/>
                </a:cubicBezTo>
                <a:lnTo>
                  <a:pt x="9673" y="8349"/>
                </a:lnTo>
                <a:close/>
                <a:moveTo>
                  <a:pt x="8633" y="0"/>
                </a:moveTo>
                <a:cubicBezTo>
                  <a:pt x="8066" y="0"/>
                  <a:pt x="7625" y="473"/>
                  <a:pt x="7625" y="1040"/>
                </a:cubicBezTo>
                <a:cubicBezTo>
                  <a:pt x="7625" y="1135"/>
                  <a:pt x="7656" y="1292"/>
                  <a:pt x="7688" y="1418"/>
                </a:cubicBezTo>
                <a:cubicBezTo>
                  <a:pt x="7278" y="1544"/>
                  <a:pt x="6963" y="1922"/>
                  <a:pt x="6963" y="2395"/>
                </a:cubicBezTo>
                <a:cubicBezTo>
                  <a:pt x="6963" y="2678"/>
                  <a:pt x="7058" y="2962"/>
                  <a:pt x="7278" y="3151"/>
                </a:cubicBezTo>
                <a:cubicBezTo>
                  <a:pt x="7373" y="3308"/>
                  <a:pt x="7530" y="3403"/>
                  <a:pt x="7751" y="3434"/>
                </a:cubicBezTo>
                <a:cubicBezTo>
                  <a:pt x="7688" y="3560"/>
                  <a:pt x="7656" y="3655"/>
                  <a:pt x="7656" y="3812"/>
                </a:cubicBezTo>
                <a:cubicBezTo>
                  <a:pt x="7656" y="3939"/>
                  <a:pt x="7688" y="4065"/>
                  <a:pt x="7751" y="4191"/>
                </a:cubicBezTo>
                <a:lnTo>
                  <a:pt x="6270" y="4191"/>
                </a:lnTo>
                <a:lnTo>
                  <a:pt x="6270" y="3812"/>
                </a:lnTo>
                <a:cubicBezTo>
                  <a:pt x="6270" y="2489"/>
                  <a:pt x="5167" y="1387"/>
                  <a:pt x="3844" y="1387"/>
                </a:cubicBezTo>
                <a:cubicBezTo>
                  <a:pt x="2490" y="1387"/>
                  <a:pt x="1387" y="2489"/>
                  <a:pt x="1387" y="3812"/>
                </a:cubicBezTo>
                <a:lnTo>
                  <a:pt x="1387" y="4191"/>
                </a:lnTo>
                <a:lnTo>
                  <a:pt x="379" y="4191"/>
                </a:lnTo>
                <a:cubicBezTo>
                  <a:pt x="158" y="4191"/>
                  <a:pt x="1" y="4348"/>
                  <a:pt x="1" y="4537"/>
                </a:cubicBezTo>
                <a:lnTo>
                  <a:pt x="1" y="11500"/>
                </a:lnTo>
                <a:cubicBezTo>
                  <a:pt x="1" y="11689"/>
                  <a:pt x="158" y="11846"/>
                  <a:pt x="379" y="11846"/>
                </a:cubicBezTo>
                <a:cubicBezTo>
                  <a:pt x="568" y="11846"/>
                  <a:pt x="725" y="11689"/>
                  <a:pt x="725" y="11500"/>
                </a:cubicBezTo>
                <a:lnTo>
                  <a:pt x="725" y="6301"/>
                </a:lnTo>
                <a:lnTo>
                  <a:pt x="1481" y="6301"/>
                </a:lnTo>
                <a:cubicBezTo>
                  <a:pt x="1639" y="6711"/>
                  <a:pt x="1985" y="7026"/>
                  <a:pt x="2458" y="7026"/>
                </a:cubicBezTo>
                <a:lnTo>
                  <a:pt x="3529" y="7026"/>
                </a:lnTo>
                <a:lnTo>
                  <a:pt x="3529" y="7719"/>
                </a:lnTo>
                <a:lnTo>
                  <a:pt x="3151" y="7719"/>
                </a:lnTo>
                <a:cubicBezTo>
                  <a:pt x="2237" y="7719"/>
                  <a:pt x="1387" y="8507"/>
                  <a:pt x="1387" y="9452"/>
                </a:cubicBezTo>
                <a:cubicBezTo>
                  <a:pt x="1387" y="9641"/>
                  <a:pt x="1544" y="9798"/>
                  <a:pt x="1733" y="9798"/>
                </a:cubicBezTo>
                <a:lnTo>
                  <a:pt x="3529" y="9798"/>
                </a:lnTo>
                <a:lnTo>
                  <a:pt x="3529" y="10523"/>
                </a:lnTo>
                <a:lnTo>
                  <a:pt x="2458" y="10523"/>
                </a:lnTo>
                <a:cubicBezTo>
                  <a:pt x="1859" y="10523"/>
                  <a:pt x="1418" y="10996"/>
                  <a:pt x="1418" y="11531"/>
                </a:cubicBezTo>
                <a:cubicBezTo>
                  <a:pt x="1418" y="11752"/>
                  <a:pt x="1576" y="11909"/>
                  <a:pt x="1796" y="11909"/>
                </a:cubicBezTo>
                <a:cubicBezTo>
                  <a:pt x="1985" y="11909"/>
                  <a:pt x="2143" y="11752"/>
                  <a:pt x="2143" y="11531"/>
                </a:cubicBezTo>
                <a:cubicBezTo>
                  <a:pt x="2143" y="11342"/>
                  <a:pt x="2300" y="11185"/>
                  <a:pt x="2490" y="11185"/>
                </a:cubicBezTo>
                <a:lnTo>
                  <a:pt x="3561" y="11185"/>
                </a:lnTo>
                <a:lnTo>
                  <a:pt x="3561" y="11531"/>
                </a:lnTo>
                <a:cubicBezTo>
                  <a:pt x="3561" y="11752"/>
                  <a:pt x="3718" y="11909"/>
                  <a:pt x="3907" y="11909"/>
                </a:cubicBezTo>
                <a:cubicBezTo>
                  <a:pt x="4096" y="11909"/>
                  <a:pt x="4254" y="11752"/>
                  <a:pt x="4254" y="11531"/>
                </a:cubicBezTo>
                <a:lnTo>
                  <a:pt x="4254" y="11185"/>
                </a:lnTo>
                <a:lnTo>
                  <a:pt x="5325" y="11185"/>
                </a:lnTo>
                <a:cubicBezTo>
                  <a:pt x="5514" y="11185"/>
                  <a:pt x="5672" y="11342"/>
                  <a:pt x="5672" y="11531"/>
                </a:cubicBezTo>
                <a:cubicBezTo>
                  <a:pt x="5672" y="11752"/>
                  <a:pt x="5829" y="11909"/>
                  <a:pt x="6050" y="11909"/>
                </a:cubicBezTo>
                <a:cubicBezTo>
                  <a:pt x="6239" y="11909"/>
                  <a:pt x="6396" y="11752"/>
                  <a:pt x="6396" y="11531"/>
                </a:cubicBezTo>
                <a:cubicBezTo>
                  <a:pt x="6396" y="10964"/>
                  <a:pt x="5924" y="10523"/>
                  <a:pt x="5356" y="10523"/>
                </a:cubicBezTo>
                <a:lnTo>
                  <a:pt x="4317" y="10523"/>
                </a:lnTo>
                <a:lnTo>
                  <a:pt x="4317" y="9798"/>
                </a:lnTo>
                <a:lnTo>
                  <a:pt x="6081" y="9798"/>
                </a:lnTo>
                <a:cubicBezTo>
                  <a:pt x="6270" y="9798"/>
                  <a:pt x="6428" y="9641"/>
                  <a:pt x="6428" y="9452"/>
                </a:cubicBezTo>
                <a:cubicBezTo>
                  <a:pt x="6428" y="8507"/>
                  <a:pt x="5640" y="7719"/>
                  <a:pt x="4663" y="7719"/>
                </a:cubicBezTo>
                <a:lnTo>
                  <a:pt x="4317" y="7719"/>
                </a:lnTo>
                <a:lnTo>
                  <a:pt x="4317" y="7026"/>
                </a:lnTo>
                <a:lnTo>
                  <a:pt x="5356" y="7026"/>
                </a:lnTo>
                <a:cubicBezTo>
                  <a:pt x="5798" y="7026"/>
                  <a:pt x="6207" y="6742"/>
                  <a:pt x="6365" y="6301"/>
                </a:cubicBezTo>
                <a:lnTo>
                  <a:pt x="7089" y="6301"/>
                </a:lnTo>
                <a:lnTo>
                  <a:pt x="7089" y="11500"/>
                </a:lnTo>
                <a:cubicBezTo>
                  <a:pt x="7089" y="11689"/>
                  <a:pt x="7247" y="11846"/>
                  <a:pt x="7467" y="11846"/>
                </a:cubicBezTo>
                <a:cubicBezTo>
                  <a:pt x="7656" y="11846"/>
                  <a:pt x="7814" y="11689"/>
                  <a:pt x="7814" y="11500"/>
                </a:cubicBezTo>
                <a:lnTo>
                  <a:pt x="7814" y="10492"/>
                </a:lnTo>
                <a:lnTo>
                  <a:pt x="11279" y="10492"/>
                </a:lnTo>
                <a:lnTo>
                  <a:pt x="11279" y="11500"/>
                </a:lnTo>
                <a:cubicBezTo>
                  <a:pt x="11279" y="11689"/>
                  <a:pt x="11437" y="11846"/>
                  <a:pt x="11626" y="11846"/>
                </a:cubicBezTo>
                <a:cubicBezTo>
                  <a:pt x="11815" y="11846"/>
                  <a:pt x="11972" y="11689"/>
                  <a:pt x="11972" y="11500"/>
                </a:cubicBezTo>
                <a:lnTo>
                  <a:pt x="11972" y="3151"/>
                </a:lnTo>
                <a:cubicBezTo>
                  <a:pt x="11972" y="2962"/>
                  <a:pt x="11815" y="2804"/>
                  <a:pt x="11626" y="2804"/>
                </a:cubicBezTo>
                <a:lnTo>
                  <a:pt x="11279" y="2804"/>
                </a:lnTo>
                <a:lnTo>
                  <a:pt x="11279" y="2080"/>
                </a:lnTo>
                <a:lnTo>
                  <a:pt x="11626" y="2080"/>
                </a:lnTo>
                <a:cubicBezTo>
                  <a:pt x="11815" y="2080"/>
                  <a:pt x="11972" y="1922"/>
                  <a:pt x="11972" y="1733"/>
                </a:cubicBezTo>
                <a:lnTo>
                  <a:pt x="11972" y="347"/>
                </a:lnTo>
                <a:cubicBezTo>
                  <a:pt x="11752" y="158"/>
                  <a:pt x="11594" y="0"/>
                  <a:pt x="114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146" name="Google Shape;10146;p63"/>
          <p:cNvGrpSpPr/>
          <p:nvPr/>
        </p:nvGrpSpPr>
        <p:grpSpPr>
          <a:xfrm>
            <a:off x="7075869" y="3670273"/>
            <a:ext cx="350371" cy="224918"/>
            <a:chOff x="5411225" y="2726350"/>
            <a:chExt cx="296950" cy="190625"/>
          </a:xfrm>
        </p:grpSpPr>
        <p:sp>
          <p:nvSpPr>
            <p:cNvPr id="10147" name="Google Shape;10147;p63"/>
            <p:cNvSpPr/>
            <p:nvPr/>
          </p:nvSpPr>
          <p:spPr>
            <a:xfrm>
              <a:off x="5534100" y="2794875"/>
              <a:ext cx="52000" cy="51225"/>
            </a:xfrm>
            <a:custGeom>
              <a:rect l="l" t="t" r="r" b="b"/>
              <a:pathLst>
                <a:path w="2080" h="2049" extrusionOk="0">
                  <a:moveTo>
                    <a:pt x="1009" y="662"/>
                  </a:moveTo>
                  <a:cubicBezTo>
                    <a:pt x="1229" y="662"/>
                    <a:pt x="1387" y="851"/>
                    <a:pt x="1387" y="1040"/>
                  </a:cubicBezTo>
                  <a:cubicBezTo>
                    <a:pt x="1387" y="1229"/>
                    <a:pt x="1229" y="1387"/>
                    <a:pt x="1009" y="1387"/>
                  </a:cubicBezTo>
                  <a:cubicBezTo>
                    <a:pt x="819" y="1387"/>
                    <a:pt x="662" y="1229"/>
                    <a:pt x="662" y="1040"/>
                  </a:cubicBezTo>
                  <a:cubicBezTo>
                    <a:pt x="662" y="851"/>
                    <a:pt x="819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39"/>
                    <a:pt x="473" y="2048"/>
                    <a:pt x="1009" y="2048"/>
                  </a:cubicBezTo>
                  <a:cubicBezTo>
                    <a:pt x="1607" y="2048"/>
                    <a:pt x="2048" y="1576"/>
                    <a:pt x="2048" y="1040"/>
                  </a:cubicBezTo>
                  <a:cubicBezTo>
                    <a:pt x="2080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48" name="Google Shape;10148;p63"/>
            <p:cNvSpPr/>
            <p:nvPr/>
          </p:nvSpPr>
          <p:spPr>
            <a:xfrm>
              <a:off x="5411225" y="2726350"/>
              <a:ext cx="296950" cy="190625"/>
            </a:xfrm>
            <a:custGeom>
              <a:rect l="l" t="t" r="r" b="b"/>
              <a:pathLst>
                <a:path w="11878" h="7625" extrusionOk="0">
                  <a:moveTo>
                    <a:pt x="5924" y="662"/>
                  </a:moveTo>
                  <a:cubicBezTo>
                    <a:pt x="7404" y="662"/>
                    <a:pt x="8759" y="1576"/>
                    <a:pt x="9641" y="2332"/>
                  </a:cubicBezTo>
                  <a:cubicBezTo>
                    <a:pt x="9736" y="2395"/>
                    <a:pt x="9830" y="2489"/>
                    <a:pt x="9925" y="2584"/>
                  </a:cubicBezTo>
                  <a:cubicBezTo>
                    <a:pt x="8696" y="2080"/>
                    <a:pt x="7278" y="1733"/>
                    <a:pt x="5924" y="1733"/>
                  </a:cubicBezTo>
                  <a:cubicBezTo>
                    <a:pt x="4569" y="1733"/>
                    <a:pt x="3183" y="2080"/>
                    <a:pt x="1954" y="2584"/>
                  </a:cubicBezTo>
                  <a:cubicBezTo>
                    <a:pt x="2048" y="2521"/>
                    <a:pt x="2111" y="2458"/>
                    <a:pt x="2206" y="2395"/>
                  </a:cubicBezTo>
                  <a:cubicBezTo>
                    <a:pt x="3151" y="1544"/>
                    <a:pt x="4474" y="662"/>
                    <a:pt x="5924" y="662"/>
                  </a:cubicBezTo>
                  <a:close/>
                  <a:moveTo>
                    <a:pt x="5924" y="2426"/>
                  </a:moveTo>
                  <a:cubicBezTo>
                    <a:pt x="6333" y="2426"/>
                    <a:pt x="6711" y="2489"/>
                    <a:pt x="7089" y="2521"/>
                  </a:cubicBezTo>
                  <a:cubicBezTo>
                    <a:pt x="7467" y="2836"/>
                    <a:pt x="7656" y="3308"/>
                    <a:pt x="7656" y="3813"/>
                  </a:cubicBezTo>
                  <a:cubicBezTo>
                    <a:pt x="7656" y="4758"/>
                    <a:pt x="6869" y="5545"/>
                    <a:pt x="5924" y="5545"/>
                  </a:cubicBezTo>
                  <a:cubicBezTo>
                    <a:pt x="4978" y="5545"/>
                    <a:pt x="4191" y="4758"/>
                    <a:pt x="4191" y="3813"/>
                  </a:cubicBezTo>
                  <a:cubicBezTo>
                    <a:pt x="4191" y="3308"/>
                    <a:pt x="4411" y="2836"/>
                    <a:pt x="4789" y="2521"/>
                  </a:cubicBezTo>
                  <a:cubicBezTo>
                    <a:pt x="5136" y="2489"/>
                    <a:pt x="5545" y="2426"/>
                    <a:pt x="5924" y="2426"/>
                  </a:cubicBezTo>
                  <a:close/>
                  <a:moveTo>
                    <a:pt x="3781" y="2710"/>
                  </a:moveTo>
                  <a:lnTo>
                    <a:pt x="3781" y="2710"/>
                  </a:lnTo>
                  <a:cubicBezTo>
                    <a:pt x="3624" y="3056"/>
                    <a:pt x="3498" y="3434"/>
                    <a:pt x="3498" y="3813"/>
                  </a:cubicBezTo>
                  <a:cubicBezTo>
                    <a:pt x="3498" y="5167"/>
                    <a:pt x="4600" y="6270"/>
                    <a:pt x="5924" y="6270"/>
                  </a:cubicBezTo>
                  <a:cubicBezTo>
                    <a:pt x="7278" y="6270"/>
                    <a:pt x="8381" y="5167"/>
                    <a:pt x="8381" y="3813"/>
                  </a:cubicBezTo>
                  <a:cubicBezTo>
                    <a:pt x="8381" y="3434"/>
                    <a:pt x="8286" y="3056"/>
                    <a:pt x="8097" y="2710"/>
                  </a:cubicBezTo>
                  <a:lnTo>
                    <a:pt x="8097" y="2710"/>
                  </a:lnTo>
                  <a:cubicBezTo>
                    <a:pt x="9137" y="2993"/>
                    <a:pt x="10145" y="3434"/>
                    <a:pt x="11027" y="3907"/>
                  </a:cubicBezTo>
                  <a:cubicBezTo>
                    <a:pt x="10744" y="4222"/>
                    <a:pt x="10240" y="4789"/>
                    <a:pt x="9547" y="5356"/>
                  </a:cubicBezTo>
                  <a:cubicBezTo>
                    <a:pt x="8601" y="6144"/>
                    <a:pt x="7310" y="6932"/>
                    <a:pt x="5924" y="6932"/>
                  </a:cubicBezTo>
                  <a:cubicBezTo>
                    <a:pt x="4474" y="6932"/>
                    <a:pt x="3088" y="6018"/>
                    <a:pt x="2237" y="5262"/>
                  </a:cubicBezTo>
                  <a:cubicBezTo>
                    <a:pt x="1607" y="4726"/>
                    <a:pt x="1135" y="4222"/>
                    <a:pt x="851" y="3907"/>
                  </a:cubicBezTo>
                  <a:cubicBezTo>
                    <a:pt x="1733" y="3371"/>
                    <a:pt x="2710" y="2962"/>
                    <a:pt x="3781" y="2710"/>
                  </a:cubicBezTo>
                  <a:close/>
                  <a:moveTo>
                    <a:pt x="5924" y="0"/>
                  </a:moveTo>
                  <a:cubicBezTo>
                    <a:pt x="4411" y="0"/>
                    <a:pt x="2931" y="820"/>
                    <a:pt x="1765" y="1796"/>
                  </a:cubicBezTo>
                  <a:cubicBezTo>
                    <a:pt x="725" y="2678"/>
                    <a:pt x="95" y="3592"/>
                    <a:pt x="64" y="3624"/>
                  </a:cubicBezTo>
                  <a:cubicBezTo>
                    <a:pt x="1" y="3750"/>
                    <a:pt x="1" y="3907"/>
                    <a:pt x="64" y="4002"/>
                  </a:cubicBezTo>
                  <a:cubicBezTo>
                    <a:pt x="95" y="4065"/>
                    <a:pt x="725" y="4915"/>
                    <a:pt x="1765" y="5829"/>
                  </a:cubicBezTo>
                  <a:cubicBezTo>
                    <a:pt x="2931" y="6805"/>
                    <a:pt x="4348" y="7625"/>
                    <a:pt x="5924" y="7625"/>
                  </a:cubicBezTo>
                  <a:cubicBezTo>
                    <a:pt x="7436" y="7625"/>
                    <a:pt x="8759" y="6900"/>
                    <a:pt x="9925" y="5955"/>
                  </a:cubicBezTo>
                  <a:cubicBezTo>
                    <a:pt x="10712" y="5325"/>
                    <a:pt x="11374" y="4600"/>
                    <a:pt x="11815" y="4002"/>
                  </a:cubicBezTo>
                  <a:cubicBezTo>
                    <a:pt x="11878" y="3907"/>
                    <a:pt x="11878" y="3750"/>
                    <a:pt x="11815" y="3624"/>
                  </a:cubicBezTo>
                  <a:cubicBezTo>
                    <a:pt x="11752" y="3592"/>
                    <a:pt x="11122" y="2710"/>
                    <a:pt x="10114" y="1796"/>
                  </a:cubicBezTo>
                  <a:cubicBezTo>
                    <a:pt x="8916" y="820"/>
                    <a:pt x="7499" y="0"/>
                    <a:pt x="59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149" name="Google Shape;10149;p63"/>
          <p:cNvGrpSpPr/>
          <p:nvPr/>
        </p:nvGrpSpPr>
        <p:grpSpPr>
          <a:xfrm>
            <a:off x="6185904" y="4059546"/>
            <a:ext cx="351286" cy="326390"/>
            <a:chOff x="6524150" y="1938725"/>
            <a:chExt cx="297725" cy="276625"/>
          </a:xfrm>
        </p:grpSpPr>
        <p:sp>
          <p:nvSpPr>
            <p:cNvPr id="10150" name="Google Shape;10150;p63"/>
            <p:cNvSpPr/>
            <p:nvPr/>
          </p:nvSpPr>
          <p:spPr>
            <a:xfrm>
              <a:off x="6524150" y="2025375"/>
              <a:ext cx="297725" cy="189975"/>
            </a:xfrm>
            <a:custGeom>
              <a:rect l="l" t="t" r="r" b="b"/>
              <a:pathLst>
                <a:path w="11909" h="7599" extrusionOk="0">
                  <a:moveTo>
                    <a:pt x="9767" y="2079"/>
                  </a:moveTo>
                  <a:lnTo>
                    <a:pt x="9767" y="5198"/>
                  </a:lnTo>
                  <a:cubicBezTo>
                    <a:pt x="9735" y="5041"/>
                    <a:pt x="9672" y="4915"/>
                    <a:pt x="9546" y="4789"/>
                  </a:cubicBezTo>
                  <a:lnTo>
                    <a:pt x="7813" y="3056"/>
                  </a:lnTo>
                  <a:cubicBezTo>
                    <a:pt x="7624" y="2867"/>
                    <a:pt x="7341" y="2741"/>
                    <a:pt x="7057" y="2741"/>
                  </a:cubicBezTo>
                  <a:lnTo>
                    <a:pt x="6018" y="2741"/>
                  </a:lnTo>
                  <a:cubicBezTo>
                    <a:pt x="5923" y="2741"/>
                    <a:pt x="5797" y="2836"/>
                    <a:pt x="5734" y="2930"/>
                  </a:cubicBezTo>
                  <a:lnTo>
                    <a:pt x="5482" y="3403"/>
                  </a:lnTo>
                  <a:cubicBezTo>
                    <a:pt x="5293" y="3812"/>
                    <a:pt x="4883" y="4001"/>
                    <a:pt x="4505" y="4001"/>
                  </a:cubicBezTo>
                  <a:lnTo>
                    <a:pt x="5356" y="2269"/>
                  </a:lnTo>
                  <a:cubicBezTo>
                    <a:pt x="5419" y="2143"/>
                    <a:pt x="5576" y="2079"/>
                    <a:pt x="5671" y="2079"/>
                  </a:cubicBezTo>
                  <a:close/>
                  <a:moveTo>
                    <a:pt x="1418" y="2079"/>
                  </a:moveTo>
                  <a:lnTo>
                    <a:pt x="1418" y="5545"/>
                  </a:lnTo>
                  <a:lnTo>
                    <a:pt x="725" y="5545"/>
                  </a:lnTo>
                  <a:lnTo>
                    <a:pt x="725" y="2079"/>
                  </a:lnTo>
                  <a:close/>
                  <a:moveTo>
                    <a:pt x="11153" y="2079"/>
                  </a:moveTo>
                  <a:lnTo>
                    <a:pt x="11153" y="5545"/>
                  </a:lnTo>
                  <a:lnTo>
                    <a:pt x="10460" y="5545"/>
                  </a:lnTo>
                  <a:lnTo>
                    <a:pt x="10460" y="2079"/>
                  </a:lnTo>
                  <a:close/>
                  <a:moveTo>
                    <a:pt x="6931" y="630"/>
                  </a:moveTo>
                  <a:cubicBezTo>
                    <a:pt x="6774" y="1008"/>
                    <a:pt x="6427" y="1323"/>
                    <a:pt x="5955" y="1323"/>
                  </a:cubicBezTo>
                  <a:lnTo>
                    <a:pt x="5671" y="1323"/>
                  </a:lnTo>
                  <a:cubicBezTo>
                    <a:pt x="5293" y="1323"/>
                    <a:pt x="4946" y="1575"/>
                    <a:pt x="4726" y="1922"/>
                  </a:cubicBezTo>
                  <a:lnTo>
                    <a:pt x="3655" y="4064"/>
                  </a:lnTo>
                  <a:cubicBezTo>
                    <a:pt x="3623" y="4127"/>
                    <a:pt x="3623" y="4253"/>
                    <a:pt x="3655" y="4316"/>
                  </a:cubicBezTo>
                  <a:cubicBezTo>
                    <a:pt x="3718" y="4411"/>
                    <a:pt x="3781" y="4474"/>
                    <a:pt x="3875" y="4537"/>
                  </a:cubicBezTo>
                  <a:cubicBezTo>
                    <a:pt x="4088" y="4627"/>
                    <a:pt x="4310" y="4670"/>
                    <a:pt x="4532" y="4670"/>
                  </a:cubicBezTo>
                  <a:cubicBezTo>
                    <a:pt x="5165" y="4670"/>
                    <a:pt x="5785" y="4316"/>
                    <a:pt x="6112" y="3686"/>
                  </a:cubicBezTo>
                  <a:lnTo>
                    <a:pt x="6238" y="3434"/>
                  </a:lnTo>
                  <a:lnTo>
                    <a:pt x="7026" y="3434"/>
                  </a:lnTo>
                  <a:cubicBezTo>
                    <a:pt x="7089" y="3434"/>
                    <a:pt x="7215" y="3466"/>
                    <a:pt x="7246" y="3529"/>
                  </a:cubicBezTo>
                  <a:lnTo>
                    <a:pt x="8979" y="5261"/>
                  </a:lnTo>
                  <a:cubicBezTo>
                    <a:pt x="9137" y="5419"/>
                    <a:pt x="9137" y="5545"/>
                    <a:pt x="9105" y="5640"/>
                  </a:cubicBezTo>
                  <a:cubicBezTo>
                    <a:pt x="9105" y="5671"/>
                    <a:pt x="9042" y="5829"/>
                    <a:pt x="8885" y="5860"/>
                  </a:cubicBezTo>
                  <a:lnTo>
                    <a:pt x="5576" y="6805"/>
                  </a:lnTo>
                  <a:cubicBezTo>
                    <a:pt x="5543" y="6814"/>
                    <a:pt x="5507" y="6818"/>
                    <a:pt x="5470" y="6818"/>
                  </a:cubicBezTo>
                  <a:cubicBezTo>
                    <a:pt x="5371" y="6818"/>
                    <a:pt x="5268" y="6788"/>
                    <a:pt x="5198" y="6742"/>
                  </a:cubicBezTo>
                  <a:lnTo>
                    <a:pt x="4096" y="5640"/>
                  </a:lnTo>
                  <a:cubicBezTo>
                    <a:pt x="4033" y="5545"/>
                    <a:pt x="3938" y="5514"/>
                    <a:pt x="3875" y="5514"/>
                  </a:cubicBezTo>
                  <a:lnTo>
                    <a:pt x="2111" y="5514"/>
                  </a:lnTo>
                  <a:lnTo>
                    <a:pt x="2111" y="2048"/>
                  </a:lnTo>
                  <a:lnTo>
                    <a:pt x="2741" y="2048"/>
                  </a:lnTo>
                  <a:cubicBezTo>
                    <a:pt x="3119" y="2048"/>
                    <a:pt x="3466" y="1796"/>
                    <a:pt x="3686" y="1449"/>
                  </a:cubicBezTo>
                  <a:lnTo>
                    <a:pt x="4001" y="819"/>
                  </a:lnTo>
                  <a:cubicBezTo>
                    <a:pt x="4064" y="693"/>
                    <a:pt x="4190" y="630"/>
                    <a:pt x="4316" y="630"/>
                  </a:cubicBezTo>
                  <a:close/>
                  <a:moveTo>
                    <a:pt x="4316" y="0"/>
                  </a:moveTo>
                  <a:cubicBezTo>
                    <a:pt x="3907" y="0"/>
                    <a:pt x="3560" y="221"/>
                    <a:pt x="3371" y="599"/>
                  </a:cubicBezTo>
                  <a:lnTo>
                    <a:pt x="3056" y="1229"/>
                  </a:lnTo>
                  <a:cubicBezTo>
                    <a:pt x="2962" y="1323"/>
                    <a:pt x="2836" y="1418"/>
                    <a:pt x="2741" y="1418"/>
                  </a:cubicBezTo>
                  <a:lnTo>
                    <a:pt x="378" y="1418"/>
                  </a:lnTo>
                  <a:cubicBezTo>
                    <a:pt x="158" y="1418"/>
                    <a:pt x="0" y="1575"/>
                    <a:pt x="0" y="1764"/>
                  </a:cubicBezTo>
                  <a:lnTo>
                    <a:pt x="0" y="5955"/>
                  </a:lnTo>
                  <a:cubicBezTo>
                    <a:pt x="0" y="6144"/>
                    <a:pt x="158" y="6301"/>
                    <a:pt x="378" y="6301"/>
                  </a:cubicBezTo>
                  <a:lnTo>
                    <a:pt x="3718" y="6301"/>
                  </a:lnTo>
                  <a:lnTo>
                    <a:pt x="4694" y="7278"/>
                  </a:lnTo>
                  <a:cubicBezTo>
                    <a:pt x="4894" y="7477"/>
                    <a:pt x="5139" y="7598"/>
                    <a:pt x="5410" y="7598"/>
                  </a:cubicBezTo>
                  <a:cubicBezTo>
                    <a:pt x="5525" y="7598"/>
                    <a:pt x="5644" y="7577"/>
                    <a:pt x="5766" y="7530"/>
                  </a:cubicBezTo>
                  <a:lnTo>
                    <a:pt x="9074" y="6553"/>
                  </a:lnTo>
                  <a:cubicBezTo>
                    <a:pt x="9263" y="6522"/>
                    <a:pt x="9420" y="6396"/>
                    <a:pt x="9578" y="6238"/>
                  </a:cubicBezTo>
                  <a:lnTo>
                    <a:pt x="11562" y="6238"/>
                  </a:lnTo>
                  <a:cubicBezTo>
                    <a:pt x="11751" y="6238"/>
                    <a:pt x="11909" y="6081"/>
                    <a:pt x="11909" y="5892"/>
                  </a:cubicBezTo>
                  <a:lnTo>
                    <a:pt x="11909" y="1733"/>
                  </a:lnTo>
                  <a:cubicBezTo>
                    <a:pt x="11877" y="1544"/>
                    <a:pt x="11720" y="1386"/>
                    <a:pt x="11499" y="1386"/>
                  </a:cubicBezTo>
                  <a:lnTo>
                    <a:pt x="7341" y="1386"/>
                  </a:lnTo>
                  <a:cubicBezTo>
                    <a:pt x="7561" y="1103"/>
                    <a:pt x="7687" y="693"/>
                    <a:pt x="7687" y="347"/>
                  </a:cubicBezTo>
                  <a:cubicBezTo>
                    <a:pt x="7687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51" name="Google Shape;10151;p63"/>
            <p:cNvSpPr/>
            <p:nvPr/>
          </p:nvSpPr>
          <p:spPr>
            <a:xfrm>
              <a:off x="6664325" y="1938725"/>
              <a:ext cx="17375" cy="43350"/>
            </a:xfrm>
            <a:custGeom>
              <a:rect l="l" t="t" r="r" b="b"/>
              <a:pathLst>
                <a:path w="695" h="1733" extrusionOk="0"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1355"/>
                  </a:lnTo>
                  <a:cubicBezTo>
                    <a:pt x="1" y="1576"/>
                    <a:pt x="159" y="1733"/>
                    <a:pt x="348" y="1733"/>
                  </a:cubicBezTo>
                  <a:cubicBezTo>
                    <a:pt x="537" y="1733"/>
                    <a:pt x="694" y="1576"/>
                    <a:pt x="694" y="1355"/>
                  </a:cubicBezTo>
                  <a:lnTo>
                    <a:pt x="694" y="347"/>
                  </a:lnTo>
                  <a:cubicBezTo>
                    <a:pt x="694" y="158"/>
                    <a:pt x="537" y="1"/>
                    <a:pt x="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52" name="Google Shape;10152;p63"/>
            <p:cNvSpPr/>
            <p:nvPr/>
          </p:nvSpPr>
          <p:spPr>
            <a:xfrm>
              <a:off x="6594250" y="1972800"/>
              <a:ext cx="35450" cy="35275"/>
            </a:xfrm>
            <a:custGeom>
              <a:rect l="l" t="t" r="r" b="b"/>
              <a:pathLst>
                <a:path w="1418" h="1411" extrusionOk="0">
                  <a:moveTo>
                    <a:pt x="374" y="0"/>
                  </a:moveTo>
                  <a:cubicBezTo>
                    <a:pt x="291" y="0"/>
                    <a:pt x="205" y="40"/>
                    <a:pt x="126" y="118"/>
                  </a:cubicBezTo>
                  <a:cubicBezTo>
                    <a:pt x="0" y="244"/>
                    <a:pt x="0" y="496"/>
                    <a:pt x="126" y="591"/>
                  </a:cubicBezTo>
                  <a:lnTo>
                    <a:pt x="819" y="1316"/>
                  </a:lnTo>
                  <a:cubicBezTo>
                    <a:pt x="882" y="1379"/>
                    <a:pt x="969" y="1410"/>
                    <a:pt x="1055" y="1410"/>
                  </a:cubicBezTo>
                  <a:cubicBezTo>
                    <a:pt x="1142" y="1410"/>
                    <a:pt x="1229" y="1379"/>
                    <a:pt x="1292" y="1316"/>
                  </a:cubicBezTo>
                  <a:cubicBezTo>
                    <a:pt x="1418" y="1190"/>
                    <a:pt x="1418" y="969"/>
                    <a:pt x="1292" y="843"/>
                  </a:cubicBezTo>
                  <a:lnTo>
                    <a:pt x="599" y="118"/>
                  </a:lnTo>
                  <a:cubicBezTo>
                    <a:pt x="536" y="40"/>
                    <a:pt x="457" y="0"/>
                    <a:pt x="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53" name="Google Shape;10153;p63"/>
            <p:cNvSpPr/>
            <p:nvPr/>
          </p:nvSpPr>
          <p:spPr>
            <a:xfrm>
              <a:off x="6715525" y="1972800"/>
              <a:ext cx="35475" cy="35275"/>
            </a:xfrm>
            <a:custGeom>
              <a:rect l="l" t="t" r="r" b="b"/>
              <a:pathLst>
                <a:path w="1419" h="1411" extrusionOk="0">
                  <a:moveTo>
                    <a:pt x="1056" y="0"/>
                  </a:moveTo>
                  <a:cubicBezTo>
                    <a:pt x="970" y="0"/>
                    <a:pt x="883" y="40"/>
                    <a:pt x="820" y="118"/>
                  </a:cubicBezTo>
                  <a:lnTo>
                    <a:pt x="127" y="843"/>
                  </a:lnTo>
                  <a:cubicBezTo>
                    <a:pt x="1" y="969"/>
                    <a:pt x="1" y="1190"/>
                    <a:pt x="127" y="1316"/>
                  </a:cubicBezTo>
                  <a:cubicBezTo>
                    <a:pt x="174" y="1379"/>
                    <a:pt x="261" y="1410"/>
                    <a:pt x="351" y="1410"/>
                  </a:cubicBezTo>
                  <a:cubicBezTo>
                    <a:pt x="442" y="1410"/>
                    <a:pt x="536" y="1379"/>
                    <a:pt x="599" y="1316"/>
                  </a:cubicBezTo>
                  <a:lnTo>
                    <a:pt x="1293" y="591"/>
                  </a:lnTo>
                  <a:cubicBezTo>
                    <a:pt x="1419" y="496"/>
                    <a:pt x="1419" y="244"/>
                    <a:pt x="1293" y="118"/>
                  </a:cubicBezTo>
                  <a:cubicBezTo>
                    <a:pt x="1230" y="40"/>
                    <a:pt x="1143" y="0"/>
                    <a:pt x="10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154" name="Google Shape;10154;p63"/>
          <p:cNvGrpSpPr/>
          <p:nvPr/>
        </p:nvGrpSpPr>
        <p:grpSpPr>
          <a:xfrm>
            <a:off x="6631047" y="1756007"/>
            <a:ext cx="363380" cy="348778"/>
            <a:chOff x="2140225" y="2318650"/>
            <a:chExt cx="307975" cy="295600"/>
          </a:xfrm>
        </p:grpSpPr>
        <p:sp>
          <p:nvSpPr>
            <p:cNvPr id="10155" name="Google Shape;10155;p63"/>
            <p:cNvSpPr/>
            <p:nvPr/>
          </p:nvSpPr>
          <p:spPr>
            <a:xfrm>
              <a:off x="2281200" y="2353025"/>
              <a:ext cx="104000" cy="121300"/>
            </a:xfrm>
            <a:custGeom>
              <a:rect l="l" t="t" r="r" b="b"/>
              <a:pathLst>
                <a:path w="4160" h="4852" extrusionOk="0">
                  <a:moveTo>
                    <a:pt x="2080" y="662"/>
                  </a:moveTo>
                  <a:cubicBezTo>
                    <a:pt x="2490" y="662"/>
                    <a:pt x="2805" y="977"/>
                    <a:pt x="2805" y="1386"/>
                  </a:cubicBezTo>
                  <a:cubicBezTo>
                    <a:pt x="2805" y="1764"/>
                    <a:pt x="2490" y="2079"/>
                    <a:pt x="2080" y="2079"/>
                  </a:cubicBezTo>
                  <a:cubicBezTo>
                    <a:pt x="1702" y="2079"/>
                    <a:pt x="1387" y="1764"/>
                    <a:pt x="1387" y="1386"/>
                  </a:cubicBezTo>
                  <a:cubicBezTo>
                    <a:pt x="1387" y="977"/>
                    <a:pt x="1702" y="662"/>
                    <a:pt x="2080" y="662"/>
                  </a:cubicBezTo>
                  <a:close/>
                  <a:moveTo>
                    <a:pt x="2080" y="2773"/>
                  </a:moveTo>
                  <a:cubicBezTo>
                    <a:pt x="2836" y="2773"/>
                    <a:pt x="3466" y="3403"/>
                    <a:pt x="3466" y="4127"/>
                  </a:cubicBezTo>
                  <a:lnTo>
                    <a:pt x="662" y="4127"/>
                  </a:lnTo>
                  <a:cubicBezTo>
                    <a:pt x="662" y="3403"/>
                    <a:pt x="1293" y="2773"/>
                    <a:pt x="2080" y="2773"/>
                  </a:cubicBezTo>
                  <a:close/>
                  <a:moveTo>
                    <a:pt x="2112" y="0"/>
                  </a:moveTo>
                  <a:cubicBezTo>
                    <a:pt x="1387" y="0"/>
                    <a:pt x="757" y="630"/>
                    <a:pt x="757" y="1386"/>
                  </a:cubicBezTo>
                  <a:cubicBezTo>
                    <a:pt x="757" y="1733"/>
                    <a:pt x="915" y="2079"/>
                    <a:pt x="1135" y="2332"/>
                  </a:cubicBezTo>
                  <a:cubicBezTo>
                    <a:pt x="505" y="2678"/>
                    <a:pt x="64" y="3340"/>
                    <a:pt x="64" y="4127"/>
                  </a:cubicBezTo>
                  <a:lnTo>
                    <a:pt x="64" y="4505"/>
                  </a:lnTo>
                  <a:cubicBezTo>
                    <a:pt x="1" y="4694"/>
                    <a:pt x="158" y="4852"/>
                    <a:pt x="347" y="4852"/>
                  </a:cubicBezTo>
                  <a:lnTo>
                    <a:pt x="3813" y="4852"/>
                  </a:lnTo>
                  <a:cubicBezTo>
                    <a:pt x="4002" y="4852"/>
                    <a:pt x="4160" y="4694"/>
                    <a:pt x="4160" y="4505"/>
                  </a:cubicBezTo>
                  <a:lnTo>
                    <a:pt x="4160" y="4127"/>
                  </a:lnTo>
                  <a:cubicBezTo>
                    <a:pt x="4160" y="3340"/>
                    <a:pt x="3750" y="2678"/>
                    <a:pt x="3120" y="2332"/>
                  </a:cubicBezTo>
                  <a:cubicBezTo>
                    <a:pt x="3340" y="2079"/>
                    <a:pt x="3498" y="1733"/>
                    <a:pt x="3498" y="1386"/>
                  </a:cubicBezTo>
                  <a:cubicBezTo>
                    <a:pt x="3498" y="630"/>
                    <a:pt x="2868" y="0"/>
                    <a:pt x="21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56" name="Google Shape;10156;p63"/>
            <p:cNvSpPr/>
            <p:nvPr/>
          </p:nvSpPr>
          <p:spPr>
            <a:xfrm>
              <a:off x="2140225" y="2318650"/>
              <a:ext cx="307975" cy="295600"/>
            </a:xfrm>
            <a:custGeom>
              <a:rect l="l" t="t" r="r" b="b"/>
              <a:pathLst>
                <a:path w="12319" h="11824" extrusionOk="0">
                  <a:moveTo>
                    <a:pt x="7712" y="682"/>
                  </a:moveTo>
                  <a:cubicBezTo>
                    <a:pt x="8607" y="682"/>
                    <a:pt x="9499" y="1029"/>
                    <a:pt x="10177" y="1690"/>
                  </a:cubicBezTo>
                  <a:cubicBezTo>
                    <a:pt x="11468" y="2982"/>
                    <a:pt x="11531" y="5187"/>
                    <a:pt x="10177" y="6573"/>
                  </a:cubicBezTo>
                  <a:cubicBezTo>
                    <a:pt x="9500" y="7266"/>
                    <a:pt x="8627" y="7590"/>
                    <a:pt x="7754" y="7590"/>
                  </a:cubicBezTo>
                  <a:cubicBezTo>
                    <a:pt x="6839" y="7590"/>
                    <a:pt x="5923" y="7234"/>
                    <a:pt x="5230" y="6573"/>
                  </a:cubicBezTo>
                  <a:cubicBezTo>
                    <a:pt x="3939" y="5282"/>
                    <a:pt x="3876" y="3045"/>
                    <a:pt x="5325" y="1659"/>
                  </a:cubicBezTo>
                  <a:cubicBezTo>
                    <a:pt x="6001" y="997"/>
                    <a:pt x="6858" y="682"/>
                    <a:pt x="7712" y="682"/>
                  </a:cubicBezTo>
                  <a:close/>
                  <a:moveTo>
                    <a:pt x="4128" y="6258"/>
                  </a:moveTo>
                  <a:cubicBezTo>
                    <a:pt x="4285" y="6573"/>
                    <a:pt x="4537" y="6857"/>
                    <a:pt x="4758" y="7078"/>
                  </a:cubicBezTo>
                  <a:cubicBezTo>
                    <a:pt x="5010" y="7330"/>
                    <a:pt x="5293" y="7550"/>
                    <a:pt x="5577" y="7708"/>
                  </a:cubicBezTo>
                  <a:lnTo>
                    <a:pt x="5136" y="8180"/>
                  </a:lnTo>
                  <a:cubicBezTo>
                    <a:pt x="5073" y="8243"/>
                    <a:pt x="4978" y="8275"/>
                    <a:pt x="4888" y="8275"/>
                  </a:cubicBezTo>
                  <a:cubicBezTo>
                    <a:pt x="4797" y="8275"/>
                    <a:pt x="4710" y="8243"/>
                    <a:pt x="4663" y="8180"/>
                  </a:cubicBezTo>
                  <a:lnTo>
                    <a:pt x="3655" y="7204"/>
                  </a:lnTo>
                  <a:cubicBezTo>
                    <a:pt x="3498" y="7078"/>
                    <a:pt x="3498" y="6857"/>
                    <a:pt x="3655" y="6731"/>
                  </a:cubicBezTo>
                  <a:lnTo>
                    <a:pt x="4128" y="6258"/>
                  </a:lnTo>
                  <a:close/>
                  <a:moveTo>
                    <a:pt x="3403" y="7960"/>
                  </a:moveTo>
                  <a:lnTo>
                    <a:pt x="3876" y="8432"/>
                  </a:lnTo>
                  <a:lnTo>
                    <a:pt x="3309" y="8968"/>
                  </a:lnTo>
                  <a:lnTo>
                    <a:pt x="2836" y="8495"/>
                  </a:lnTo>
                  <a:lnTo>
                    <a:pt x="3403" y="7960"/>
                  </a:lnTo>
                  <a:close/>
                  <a:moveTo>
                    <a:pt x="2363" y="8968"/>
                  </a:moveTo>
                  <a:lnTo>
                    <a:pt x="2836" y="9440"/>
                  </a:lnTo>
                  <a:lnTo>
                    <a:pt x="1292" y="10984"/>
                  </a:lnTo>
                  <a:cubicBezTo>
                    <a:pt x="1245" y="11047"/>
                    <a:pt x="1158" y="11079"/>
                    <a:pt x="1068" y="11079"/>
                  </a:cubicBezTo>
                  <a:cubicBezTo>
                    <a:pt x="977" y="11079"/>
                    <a:pt x="883" y="11047"/>
                    <a:pt x="820" y="10984"/>
                  </a:cubicBezTo>
                  <a:cubicBezTo>
                    <a:pt x="725" y="10858"/>
                    <a:pt x="725" y="10669"/>
                    <a:pt x="820" y="10512"/>
                  </a:cubicBezTo>
                  <a:lnTo>
                    <a:pt x="2363" y="8968"/>
                  </a:lnTo>
                  <a:close/>
                  <a:moveTo>
                    <a:pt x="7731" y="1"/>
                  </a:moveTo>
                  <a:cubicBezTo>
                    <a:pt x="6669" y="1"/>
                    <a:pt x="5604" y="403"/>
                    <a:pt x="4789" y="1218"/>
                  </a:cubicBezTo>
                  <a:cubicBezTo>
                    <a:pt x="3592" y="2446"/>
                    <a:pt x="3309" y="4179"/>
                    <a:pt x="3844" y="5628"/>
                  </a:cubicBezTo>
                  <a:lnTo>
                    <a:pt x="3182" y="6290"/>
                  </a:lnTo>
                  <a:cubicBezTo>
                    <a:pt x="2867" y="6605"/>
                    <a:pt x="2804" y="7078"/>
                    <a:pt x="2993" y="7487"/>
                  </a:cubicBezTo>
                  <a:lnTo>
                    <a:pt x="410" y="10071"/>
                  </a:lnTo>
                  <a:cubicBezTo>
                    <a:pt x="0" y="10480"/>
                    <a:pt x="0" y="11142"/>
                    <a:pt x="410" y="11520"/>
                  </a:cubicBezTo>
                  <a:cubicBezTo>
                    <a:pt x="580" y="11721"/>
                    <a:pt x="826" y="11823"/>
                    <a:pt x="1081" y="11823"/>
                  </a:cubicBezTo>
                  <a:cubicBezTo>
                    <a:pt x="1345" y="11823"/>
                    <a:pt x="1619" y="11713"/>
                    <a:pt x="1828" y="11488"/>
                  </a:cubicBezTo>
                  <a:lnTo>
                    <a:pt x="4411" y="8905"/>
                  </a:lnTo>
                  <a:cubicBezTo>
                    <a:pt x="4565" y="8976"/>
                    <a:pt x="4727" y="9011"/>
                    <a:pt x="4887" y="9011"/>
                  </a:cubicBezTo>
                  <a:cubicBezTo>
                    <a:pt x="5153" y="9011"/>
                    <a:pt x="5411" y="8913"/>
                    <a:pt x="5608" y="8716"/>
                  </a:cubicBezTo>
                  <a:lnTo>
                    <a:pt x="6270" y="8023"/>
                  </a:lnTo>
                  <a:cubicBezTo>
                    <a:pt x="6736" y="8205"/>
                    <a:pt x="7231" y="8296"/>
                    <a:pt x="7729" y="8296"/>
                  </a:cubicBezTo>
                  <a:cubicBezTo>
                    <a:pt x="8781" y="8296"/>
                    <a:pt x="9847" y="7890"/>
                    <a:pt x="10681" y="7078"/>
                  </a:cubicBezTo>
                  <a:cubicBezTo>
                    <a:pt x="12319" y="5439"/>
                    <a:pt x="12287" y="2793"/>
                    <a:pt x="10681" y="1218"/>
                  </a:cubicBezTo>
                  <a:cubicBezTo>
                    <a:pt x="9873" y="410"/>
                    <a:pt x="8804" y="1"/>
                    <a:pt x="77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157" name="Google Shape;10157;p63"/>
          <p:cNvGrpSpPr/>
          <p:nvPr/>
        </p:nvGrpSpPr>
        <p:grpSpPr>
          <a:xfrm>
            <a:off x="6636607" y="2197505"/>
            <a:ext cx="352259" cy="349427"/>
            <a:chOff x="2139425" y="2682250"/>
            <a:chExt cx="298550" cy="296150"/>
          </a:xfrm>
        </p:grpSpPr>
        <p:sp>
          <p:nvSpPr>
            <p:cNvPr id="10158" name="Google Shape;10158;p63"/>
            <p:cNvSpPr/>
            <p:nvPr/>
          </p:nvSpPr>
          <p:spPr>
            <a:xfrm>
              <a:off x="2139425" y="2787000"/>
              <a:ext cx="159125" cy="191400"/>
            </a:xfrm>
            <a:custGeom>
              <a:rect l="l" t="t" r="r" b="b"/>
              <a:pathLst>
                <a:path w="6365" h="7656" extrusionOk="0">
                  <a:moveTo>
                    <a:pt x="3214" y="630"/>
                  </a:moveTo>
                  <a:cubicBezTo>
                    <a:pt x="3813" y="630"/>
                    <a:pt x="4286" y="1103"/>
                    <a:pt x="4286" y="1670"/>
                  </a:cubicBezTo>
                  <a:cubicBezTo>
                    <a:pt x="4286" y="2206"/>
                    <a:pt x="3813" y="2678"/>
                    <a:pt x="3214" y="2678"/>
                  </a:cubicBezTo>
                  <a:cubicBezTo>
                    <a:pt x="2647" y="2678"/>
                    <a:pt x="2175" y="2206"/>
                    <a:pt x="2175" y="1670"/>
                  </a:cubicBezTo>
                  <a:cubicBezTo>
                    <a:pt x="2175" y="1166"/>
                    <a:pt x="2647" y="630"/>
                    <a:pt x="3214" y="630"/>
                  </a:cubicBezTo>
                  <a:close/>
                  <a:moveTo>
                    <a:pt x="3183" y="3403"/>
                  </a:moveTo>
                  <a:cubicBezTo>
                    <a:pt x="4538" y="3403"/>
                    <a:pt x="5609" y="4506"/>
                    <a:pt x="5609" y="5829"/>
                  </a:cubicBezTo>
                  <a:lnTo>
                    <a:pt x="5609" y="6931"/>
                  </a:lnTo>
                  <a:lnTo>
                    <a:pt x="757" y="6931"/>
                  </a:lnTo>
                  <a:lnTo>
                    <a:pt x="757" y="5829"/>
                  </a:lnTo>
                  <a:cubicBezTo>
                    <a:pt x="757" y="4506"/>
                    <a:pt x="1860" y="3403"/>
                    <a:pt x="3183" y="3403"/>
                  </a:cubicBezTo>
                  <a:close/>
                  <a:moveTo>
                    <a:pt x="3183" y="0"/>
                  </a:moveTo>
                  <a:cubicBezTo>
                    <a:pt x="2238" y="0"/>
                    <a:pt x="1419" y="788"/>
                    <a:pt x="1419" y="1733"/>
                  </a:cubicBezTo>
                  <a:cubicBezTo>
                    <a:pt x="1419" y="2206"/>
                    <a:pt x="1608" y="2678"/>
                    <a:pt x="1954" y="2993"/>
                  </a:cubicBezTo>
                  <a:cubicBezTo>
                    <a:pt x="820" y="3466"/>
                    <a:pt x="1" y="4569"/>
                    <a:pt x="1" y="5892"/>
                  </a:cubicBezTo>
                  <a:lnTo>
                    <a:pt x="1" y="7309"/>
                  </a:lnTo>
                  <a:cubicBezTo>
                    <a:pt x="64" y="7498"/>
                    <a:pt x="222" y="7656"/>
                    <a:pt x="442" y="7656"/>
                  </a:cubicBezTo>
                  <a:lnTo>
                    <a:pt x="6018" y="7656"/>
                  </a:lnTo>
                  <a:cubicBezTo>
                    <a:pt x="6207" y="7656"/>
                    <a:pt x="6365" y="7498"/>
                    <a:pt x="6365" y="7309"/>
                  </a:cubicBezTo>
                  <a:lnTo>
                    <a:pt x="6365" y="5892"/>
                  </a:lnTo>
                  <a:cubicBezTo>
                    <a:pt x="6365" y="4569"/>
                    <a:pt x="5546" y="3466"/>
                    <a:pt x="4412" y="2993"/>
                  </a:cubicBezTo>
                  <a:cubicBezTo>
                    <a:pt x="4758" y="2647"/>
                    <a:pt x="4947" y="2206"/>
                    <a:pt x="4947" y="1733"/>
                  </a:cubicBezTo>
                  <a:cubicBezTo>
                    <a:pt x="4947" y="788"/>
                    <a:pt x="4160" y="0"/>
                    <a:pt x="3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59" name="Google Shape;10159;p63"/>
            <p:cNvSpPr/>
            <p:nvPr/>
          </p:nvSpPr>
          <p:spPr>
            <a:xfrm>
              <a:off x="2280425" y="2682250"/>
              <a:ext cx="157550" cy="155975"/>
            </a:xfrm>
            <a:custGeom>
              <a:rect l="l" t="t" r="r" b="b"/>
              <a:pathLst>
                <a:path w="6302" h="6239" extrusionOk="0">
                  <a:moveTo>
                    <a:pt x="3182" y="662"/>
                  </a:moveTo>
                  <a:cubicBezTo>
                    <a:pt x="4506" y="662"/>
                    <a:pt x="5608" y="1764"/>
                    <a:pt x="5608" y="3088"/>
                  </a:cubicBezTo>
                  <a:cubicBezTo>
                    <a:pt x="5577" y="4442"/>
                    <a:pt x="4474" y="5545"/>
                    <a:pt x="3151" y="5545"/>
                  </a:cubicBezTo>
                  <a:cubicBezTo>
                    <a:pt x="2710" y="5545"/>
                    <a:pt x="2300" y="5419"/>
                    <a:pt x="1954" y="5230"/>
                  </a:cubicBezTo>
                  <a:cubicBezTo>
                    <a:pt x="1891" y="5198"/>
                    <a:pt x="1796" y="5198"/>
                    <a:pt x="1733" y="5198"/>
                  </a:cubicBezTo>
                  <a:lnTo>
                    <a:pt x="946" y="5388"/>
                  </a:lnTo>
                  <a:lnTo>
                    <a:pt x="1166" y="4663"/>
                  </a:lnTo>
                  <a:cubicBezTo>
                    <a:pt x="1198" y="4568"/>
                    <a:pt x="1166" y="4474"/>
                    <a:pt x="1135" y="4411"/>
                  </a:cubicBezTo>
                  <a:cubicBezTo>
                    <a:pt x="883" y="4001"/>
                    <a:pt x="725" y="3560"/>
                    <a:pt x="725" y="3088"/>
                  </a:cubicBezTo>
                  <a:cubicBezTo>
                    <a:pt x="725" y="1764"/>
                    <a:pt x="1828" y="662"/>
                    <a:pt x="3182" y="662"/>
                  </a:cubicBezTo>
                  <a:close/>
                  <a:moveTo>
                    <a:pt x="3151" y="0"/>
                  </a:moveTo>
                  <a:cubicBezTo>
                    <a:pt x="1418" y="0"/>
                    <a:pt x="32" y="1418"/>
                    <a:pt x="32" y="3088"/>
                  </a:cubicBezTo>
                  <a:cubicBezTo>
                    <a:pt x="32" y="3655"/>
                    <a:pt x="158" y="4159"/>
                    <a:pt x="410" y="4631"/>
                  </a:cubicBezTo>
                  <a:lnTo>
                    <a:pt x="32" y="5766"/>
                  </a:lnTo>
                  <a:cubicBezTo>
                    <a:pt x="0" y="5892"/>
                    <a:pt x="32" y="6018"/>
                    <a:pt x="95" y="6144"/>
                  </a:cubicBezTo>
                  <a:cubicBezTo>
                    <a:pt x="189" y="6207"/>
                    <a:pt x="315" y="6238"/>
                    <a:pt x="473" y="6238"/>
                  </a:cubicBezTo>
                  <a:lnTo>
                    <a:pt x="1765" y="5923"/>
                  </a:lnTo>
                  <a:cubicBezTo>
                    <a:pt x="2206" y="6175"/>
                    <a:pt x="2678" y="6238"/>
                    <a:pt x="3182" y="6238"/>
                  </a:cubicBezTo>
                  <a:cubicBezTo>
                    <a:pt x="4915" y="6238"/>
                    <a:pt x="6301" y="4820"/>
                    <a:pt x="6301" y="3151"/>
                  </a:cubicBezTo>
                  <a:cubicBezTo>
                    <a:pt x="6238" y="1418"/>
                    <a:pt x="4884" y="0"/>
                    <a:pt x="3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60" name="Google Shape;10160;p63"/>
            <p:cNvSpPr/>
            <p:nvPr/>
          </p:nvSpPr>
          <p:spPr>
            <a:xfrm>
              <a:off x="2349725" y="2725550"/>
              <a:ext cx="18150" cy="17375"/>
            </a:xfrm>
            <a:custGeom>
              <a:rect l="l" t="t" r="r" b="b"/>
              <a:pathLst>
                <a:path w="726" h="695" extrusionOk="0">
                  <a:moveTo>
                    <a:pt x="379" y="1"/>
                  </a:moveTo>
                  <a:cubicBezTo>
                    <a:pt x="158" y="1"/>
                    <a:pt x="1" y="158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cubicBezTo>
                    <a:pt x="568" y="694"/>
                    <a:pt x="725" y="537"/>
                    <a:pt x="725" y="348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61" name="Google Shape;10161;p63"/>
            <p:cNvSpPr/>
            <p:nvPr/>
          </p:nvSpPr>
          <p:spPr>
            <a:xfrm>
              <a:off x="2349725" y="2751550"/>
              <a:ext cx="18150" cy="52800"/>
            </a:xfrm>
            <a:custGeom>
              <a:rect l="l" t="t" r="r" b="b"/>
              <a:pathLst>
                <a:path w="726" h="2112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733"/>
                  </a:lnTo>
                  <a:cubicBezTo>
                    <a:pt x="1" y="1954"/>
                    <a:pt x="158" y="2111"/>
                    <a:pt x="379" y="2111"/>
                  </a:cubicBezTo>
                  <a:cubicBezTo>
                    <a:pt x="568" y="2111"/>
                    <a:pt x="725" y="1954"/>
                    <a:pt x="725" y="1733"/>
                  </a:cubicBezTo>
                  <a:lnTo>
                    <a:pt x="725" y="379"/>
                  </a:ln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162" name="Google Shape;10162;p63"/>
          <p:cNvGrpSpPr/>
          <p:nvPr/>
        </p:nvGrpSpPr>
        <p:grpSpPr>
          <a:xfrm>
            <a:off x="5301219" y="2711991"/>
            <a:ext cx="350401" cy="264888"/>
            <a:chOff x="3962775" y="1990700"/>
            <a:chExt cx="296975" cy="224500"/>
          </a:xfrm>
        </p:grpSpPr>
        <p:sp>
          <p:nvSpPr>
            <p:cNvPr id="10163" name="Google Shape;10163;p63"/>
            <p:cNvSpPr/>
            <p:nvPr/>
          </p:nvSpPr>
          <p:spPr>
            <a:xfrm>
              <a:off x="4216400" y="2093100"/>
              <a:ext cx="43350" cy="18150"/>
            </a:xfrm>
            <a:custGeom>
              <a:rect l="l" t="t" r="r" b="b"/>
              <a:pathLst>
                <a:path w="1733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387" y="725"/>
                  </a:lnTo>
                  <a:cubicBezTo>
                    <a:pt x="1576" y="725"/>
                    <a:pt x="1733" y="568"/>
                    <a:pt x="1733" y="347"/>
                  </a:cubicBezTo>
                  <a:cubicBezTo>
                    <a:pt x="1702" y="158"/>
                    <a:pt x="1544" y="1"/>
                    <a:pt x="1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64" name="Google Shape;10164;p63"/>
            <p:cNvSpPr/>
            <p:nvPr/>
          </p:nvSpPr>
          <p:spPr>
            <a:xfrm>
              <a:off x="4206950" y="2129325"/>
              <a:ext cx="35475" cy="33900"/>
            </a:xfrm>
            <a:custGeom>
              <a:rect l="l" t="t" r="r" b="b"/>
              <a:pathLst>
                <a:path w="1419" h="1356" extrusionOk="0">
                  <a:moveTo>
                    <a:pt x="351" y="1"/>
                  </a:moveTo>
                  <a:cubicBezTo>
                    <a:pt x="260" y="1"/>
                    <a:pt x="174" y="32"/>
                    <a:pt x="127" y="95"/>
                  </a:cubicBezTo>
                  <a:cubicBezTo>
                    <a:pt x="1" y="221"/>
                    <a:pt x="1" y="410"/>
                    <a:pt x="127" y="568"/>
                  </a:cubicBezTo>
                  <a:lnTo>
                    <a:pt x="820" y="1261"/>
                  </a:lnTo>
                  <a:cubicBezTo>
                    <a:pt x="883" y="1324"/>
                    <a:pt x="969" y="1356"/>
                    <a:pt x="1056" y="1356"/>
                  </a:cubicBezTo>
                  <a:cubicBezTo>
                    <a:pt x="1143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99" y="95"/>
                  </a:lnTo>
                  <a:cubicBezTo>
                    <a:pt x="536" y="32"/>
                    <a:pt x="442" y="1"/>
                    <a:pt x="3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65" name="Google Shape;10165;p63"/>
            <p:cNvSpPr/>
            <p:nvPr/>
          </p:nvSpPr>
          <p:spPr>
            <a:xfrm>
              <a:off x="4207750" y="2041900"/>
              <a:ext cx="35450" cy="34500"/>
            </a:xfrm>
            <a:custGeom>
              <a:rect l="l" t="t" r="r" b="b"/>
              <a:pathLst>
                <a:path w="1418" h="1380" extrusionOk="0">
                  <a:moveTo>
                    <a:pt x="1067" y="1"/>
                  </a:moveTo>
                  <a:cubicBezTo>
                    <a:pt x="977" y="1"/>
                    <a:pt x="882" y="32"/>
                    <a:pt x="819" y="95"/>
                  </a:cubicBezTo>
                  <a:lnTo>
                    <a:pt x="126" y="788"/>
                  </a:lnTo>
                  <a:cubicBezTo>
                    <a:pt x="0" y="914"/>
                    <a:pt x="0" y="1135"/>
                    <a:pt x="126" y="1261"/>
                  </a:cubicBezTo>
                  <a:cubicBezTo>
                    <a:pt x="189" y="1340"/>
                    <a:pt x="268" y="1379"/>
                    <a:pt x="351" y="1379"/>
                  </a:cubicBezTo>
                  <a:cubicBezTo>
                    <a:pt x="433" y="1379"/>
                    <a:pt x="520" y="1340"/>
                    <a:pt x="599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5"/>
                  </a:cubicBezTo>
                  <a:cubicBezTo>
                    <a:pt x="1244" y="32"/>
                    <a:pt x="1158" y="1"/>
                    <a:pt x="1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66" name="Google Shape;10166;p63"/>
            <p:cNvSpPr/>
            <p:nvPr/>
          </p:nvSpPr>
          <p:spPr>
            <a:xfrm>
              <a:off x="3962775" y="1990700"/>
              <a:ext cx="226075" cy="224500"/>
            </a:xfrm>
            <a:custGeom>
              <a:rect l="l" t="t" r="r" b="b"/>
              <a:pathLst>
                <a:path w="9043" h="8980" extrusionOk="0">
                  <a:moveTo>
                    <a:pt x="1419" y="3403"/>
                  </a:moveTo>
                  <a:lnTo>
                    <a:pt x="1419" y="4790"/>
                  </a:lnTo>
                  <a:cubicBezTo>
                    <a:pt x="1009" y="4790"/>
                    <a:pt x="694" y="4506"/>
                    <a:pt x="694" y="4097"/>
                  </a:cubicBezTo>
                  <a:cubicBezTo>
                    <a:pt x="694" y="3719"/>
                    <a:pt x="1009" y="3403"/>
                    <a:pt x="1419" y="3403"/>
                  </a:cubicBezTo>
                  <a:close/>
                  <a:moveTo>
                    <a:pt x="4191" y="2710"/>
                  </a:moveTo>
                  <a:lnTo>
                    <a:pt x="4191" y="5483"/>
                  </a:lnTo>
                  <a:lnTo>
                    <a:pt x="2490" y="5483"/>
                  </a:lnTo>
                  <a:cubicBezTo>
                    <a:pt x="2269" y="5483"/>
                    <a:pt x="2112" y="5325"/>
                    <a:pt x="2112" y="5105"/>
                  </a:cubicBezTo>
                  <a:lnTo>
                    <a:pt x="2112" y="3088"/>
                  </a:lnTo>
                  <a:cubicBezTo>
                    <a:pt x="2112" y="2868"/>
                    <a:pt x="2269" y="2710"/>
                    <a:pt x="2490" y="2710"/>
                  </a:cubicBezTo>
                  <a:close/>
                  <a:moveTo>
                    <a:pt x="6995" y="1828"/>
                  </a:moveTo>
                  <a:lnTo>
                    <a:pt x="6995" y="6428"/>
                  </a:lnTo>
                  <a:cubicBezTo>
                    <a:pt x="6428" y="5924"/>
                    <a:pt x="5672" y="5609"/>
                    <a:pt x="4884" y="5514"/>
                  </a:cubicBezTo>
                  <a:lnTo>
                    <a:pt x="4884" y="2710"/>
                  </a:lnTo>
                  <a:cubicBezTo>
                    <a:pt x="5672" y="2647"/>
                    <a:pt x="6428" y="2332"/>
                    <a:pt x="6995" y="1828"/>
                  </a:cubicBezTo>
                  <a:close/>
                  <a:moveTo>
                    <a:pt x="8066" y="631"/>
                  </a:moveTo>
                  <a:cubicBezTo>
                    <a:pt x="8255" y="631"/>
                    <a:pt x="8413" y="789"/>
                    <a:pt x="8413" y="978"/>
                  </a:cubicBezTo>
                  <a:lnTo>
                    <a:pt x="8413" y="7216"/>
                  </a:lnTo>
                  <a:cubicBezTo>
                    <a:pt x="8413" y="7405"/>
                    <a:pt x="8255" y="7562"/>
                    <a:pt x="8066" y="7562"/>
                  </a:cubicBezTo>
                  <a:cubicBezTo>
                    <a:pt x="7877" y="7562"/>
                    <a:pt x="7720" y="7405"/>
                    <a:pt x="7720" y="7216"/>
                  </a:cubicBezTo>
                  <a:lnTo>
                    <a:pt x="7720" y="978"/>
                  </a:lnTo>
                  <a:cubicBezTo>
                    <a:pt x="7720" y="789"/>
                    <a:pt x="7877" y="631"/>
                    <a:pt x="8066" y="631"/>
                  </a:cubicBezTo>
                  <a:close/>
                  <a:moveTo>
                    <a:pt x="3498" y="6176"/>
                  </a:moveTo>
                  <a:lnTo>
                    <a:pt x="3498" y="7909"/>
                  </a:lnTo>
                  <a:cubicBezTo>
                    <a:pt x="3498" y="8129"/>
                    <a:pt x="3340" y="8287"/>
                    <a:pt x="3151" y="8287"/>
                  </a:cubicBezTo>
                  <a:cubicBezTo>
                    <a:pt x="2962" y="8287"/>
                    <a:pt x="2805" y="8129"/>
                    <a:pt x="2805" y="7909"/>
                  </a:cubicBezTo>
                  <a:lnTo>
                    <a:pt x="2805" y="6176"/>
                  </a:lnTo>
                  <a:close/>
                  <a:moveTo>
                    <a:pt x="8035" y="1"/>
                  </a:moveTo>
                  <a:cubicBezTo>
                    <a:pt x="7531" y="1"/>
                    <a:pt x="7090" y="411"/>
                    <a:pt x="6995" y="883"/>
                  </a:cubicBezTo>
                  <a:lnTo>
                    <a:pt x="6680" y="1198"/>
                  </a:lnTo>
                  <a:cubicBezTo>
                    <a:pt x="6144" y="1734"/>
                    <a:pt x="5325" y="2049"/>
                    <a:pt x="4538" y="2049"/>
                  </a:cubicBezTo>
                  <a:lnTo>
                    <a:pt x="2427" y="2049"/>
                  </a:lnTo>
                  <a:cubicBezTo>
                    <a:pt x="2017" y="2049"/>
                    <a:pt x="1608" y="2332"/>
                    <a:pt x="1450" y="2773"/>
                  </a:cubicBezTo>
                  <a:lnTo>
                    <a:pt x="1387" y="2773"/>
                  </a:lnTo>
                  <a:cubicBezTo>
                    <a:pt x="631" y="2773"/>
                    <a:pt x="1" y="3403"/>
                    <a:pt x="1" y="4128"/>
                  </a:cubicBezTo>
                  <a:cubicBezTo>
                    <a:pt x="1" y="4884"/>
                    <a:pt x="631" y="5514"/>
                    <a:pt x="1387" y="5514"/>
                  </a:cubicBezTo>
                  <a:lnTo>
                    <a:pt x="1450" y="5514"/>
                  </a:lnTo>
                  <a:cubicBezTo>
                    <a:pt x="1576" y="5798"/>
                    <a:pt x="1797" y="6018"/>
                    <a:pt x="2080" y="6144"/>
                  </a:cubicBezTo>
                  <a:lnTo>
                    <a:pt x="2080" y="7940"/>
                  </a:lnTo>
                  <a:cubicBezTo>
                    <a:pt x="2112" y="8507"/>
                    <a:pt x="2584" y="8980"/>
                    <a:pt x="3151" y="8980"/>
                  </a:cubicBezTo>
                  <a:cubicBezTo>
                    <a:pt x="3750" y="8980"/>
                    <a:pt x="4160" y="8507"/>
                    <a:pt x="4160" y="7972"/>
                  </a:cubicBezTo>
                  <a:lnTo>
                    <a:pt x="4160" y="6239"/>
                  </a:lnTo>
                  <a:lnTo>
                    <a:pt x="4538" y="6239"/>
                  </a:lnTo>
                  <a:cubicBezTo>
                    <a:pt x="5325" y="6239"/>
                    <a:pt x="6144" y="6554"/>
                    <a:pt x="6680" y="7090"/>
                  </a:cubicBezTo>
                  <a:lnTo>
                    <a:pt x="6995" y="7405"/>
                  </a:lnTo>
                  <a:cubicBezTo>
                    <a:pt x="7090" y="7909"/>
                    <a:pt x="7531" y="8287"/>
                    <a:pt x="8035" y="8287"/>
                  </a:cubicBezTo>
                  <a:cubicBezTo>
                    <a:pt x="8633" y="8287"/>
                    <a:pt x="9043" y="7814"/>
                    <a:pt x="9043" y="7247"/>
                  </a:cubicBezTo>
                  <a:lnTo>
                    <a:pt x="9043" y="1041"/>
                  </a:lnTo>
                  <a:cubicBezTo>
                    <a:pt x="9043" y="442"/>
                    <a:pt x="8570" y="1"/>
                    <a:pt x="80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167" name="Google Shape;10167;p63"/>
          <p:cNvGrpSpPr/>
          <p:nvPr/>
        </p:nvGrpSpPr>
        <p:grpSpPr>
          <a:xfrm>
            <a:off x="5301691" y="3158697"/>
            <a:ext cx="349457" cy="349457"/>
            <a:chOff x="3963575" y="2317575"/>
            <a:chExt cx="296175" cy="296175"/>
          </a:xfrm>
        </p:grpSpPr>
        <p:sp>
          <p:nvSpPr>
            <p:cNvPr id="10168" name="Google Shape;10168;p63"/>
            <p:cNvSpPr/>
            <p:nvPr/>
          </p:nvSpPr>
          <p:spPr>
            <a:xfrm>
              <a:off x="3963575" y="2317575"/>
              <a:ext cx="296175" cy="296175"/>
            </a:xfrm>
            <a:custGeom>
              <a:rect l="l" t="t" r="r" b="b"/>
              <a:pathLst>
                <a:path w="11847" h="11847" extrusionOk="0">
                  <a:moveTo>
                    <a:pt x="9483" y="1418"/>
                  </a:moveTo>
                  <a:cubicBezTo>
                    <a:pt x="9672" y="1418"/>
                    <a:pt x="9830" y="1576"/>
                    <a:pt x="9830" y="1765"/>
                  </a:cubicBezTo>
                  <a:lnTo>
                    <a:pt x="9830" y="2836"/>
                  </a:lnTo>
                  <a:lnTo>
                    <a:pt x="788" y="2836"/>
                  </a:lnTo>
                  <a:lnTo>
                    <a:pt x="788" y="1765"/>
                  </a:lnTo>
                  <a:lnTo>
                    <a:pt x="725" y="1765"/>
                  </a:lnTo>
                  <a:cubicBezTo>
                    <a:pt x="725" y="1576"/>
                    <a:pt x="883" y="1418"/>
                    <a:pt x="1072" y="1418"/>
                  </a:cubicBezTo>
                  <a:lnTo>
                    <a:pt x="1418" y="1418"/>
                  </a:lnTo>
                  <a:lnTo>
                    <a:pt x="1418" y="1765"/>
                  </a:lnTo>
                  <a:cubicBezTo>
                    <a:pt x="1418" y="1954"/>
                    <a:pt x="1576" y="2143"/>
                    <a:pt x="1765" y="2143"/>
                  </a:cubicBezTo>
                  <a:cubicBezTo>
                    <a:pt x="1954" y="2143"/>
                    <a:pt x="2111" y="1954"/>
                    <a:pt x="2111" y="1765"/>
                  </a:cubicBezTo>
                  <a:lnTo>
                    <a:pt x="2111" y="1418"/>
                  </a:lnTo>
                  <a:lnTo>
                    <a:pt x="3498" y="1418"/>
                  </a:lnTo>
                  <a:lnTo>
                    <a:pt x="3498" y="1765"/>
                  </a:lnTo>
                  <a:cubicBezTo>
                    <a:pt x="3498" y="1954"/>
                    <a:pt x="3655" y="2143"/>
                    <a:pt x="3844" y="2143"/>
                  </a:cubicBezTo>
                  <a:cubicBezTo>
                    <a:pt x="4065" y="2143"/>
                    <a:pt x="4222" y="1954"/>
                    <a:pt x="4222" y="1765"/>
                  </a:cubicBezTo>
                  <a:lnTo>
                    <a:pt x="4222" y="1418"/>
                  </a:lnTo>
                  <a:lnTo>
                    <a:pt x="6333" y="1418"/>
                  </a:lnTo>
                  <a:lnTo>
                    <a:pt x="6333" y="1765"/>
                  </a:lnTo>
                  <a:cubicBezTo>
                    <a:pt x="6333" y="1954"/>
                    <a:pt x="6490" y="2143"/>
                    <a:pt x="6680" y="2143"/>
                  </a:cubicBezTo>
                  <a:cubicBezTo>
                    <a:pt x="6900" y="2143"/>
                    <a:pt x="7058" y="1954"/>
                    <a:pt x="7058" y="1765"/>
                  </a:cubicBezTo>
                  <a:lnTo>
                    <a:pt x="7058" y="1418"/>
                  </a:lnTo>
                  <a:lnTo>
                    <a:pt x="8412" y="1418"/>
                  </a:lnTo>
                  <a:lnTo>
                    <a:pt x="8412" y="1765"/>
                  </a:lnTo>
                  <a:cubicBezTo>
                    <a:pt x="8412" y="1954"/>
                    <a:pt x="8570" y="2143"/>
                    <a:pt x="8790" y="2143"/>
                  </a:cubicBezTo>
                  <a:cubicBezTo>
                    <a:pt x="8979" y="2143"/>
                    <a:pt x="9137" y="1954"/>
                    <a:pt x="9137" y="1765"/>
                  </a:cubicBezTo>
                  <a:lnTo>
                    <a:pt x="9137" y="1418"/>
                  </a:lnTo>
                  <a:close/>
                  <a:moveTo>
                    <a:pt x="9767" y="3497"/>
                  </a:moveTo>
                  <a:lnTo>
                    <a:pt x="9767" y="7026"/>
                  </a:lnTo>
                  <a:cubicBezTo>
                    <a:pt x="9641" y="7026"/>
                    <a:pt x="9546" y="6963"/>
                    <a:pt x="9420" y="6963"/>
                  </a:cubicBezTo>
                  <a:cubicBezTo>
                    <a:pt x="8066" y="6963"/>
                    <a:pt x="6963" y="8066"/>
                    <a:pt x="6963" y="9420"/>
                  </a:cubicBezTo>
                  <a:cubicBezTo>
                    <a:pt x="6963" y="9546"/>
                    <a:pt x="6963" y="9641"/>
                    <a:pt x="7026" y="9767"/>
                  </a:cubicBezTo>
                  <a:lnTo>
                    <a:pt x="1040" y="9767"/>
                  </a:lnTo>
                  <a:cubicBezTo>
                    <a:pt x="820" y="9767"/>
                    <a:pt x="662" y="9609"/>
                    <a:pt x="662" y="9420"/>
                  </a:cubicBezTo>
                  <a:lnTo>
                    <a:pt x="662" y="3497"/>
                  </a:lnTo>
                  <a:close/>
                  <a:moveTo>
                    <a:pt x="9420" y="7688"/>
                  </a:moveTo>
                  <a:cubicBezTo>
                    <a:pt x="10366" y="7688"/>
                    <a:pt x="11153" y="8475"/>
                    <a:pt x="11153" y="9420"/>
                  </a:cubicBezTo>
                  <a:cubicBezTo>
                    <a:pt x="11153" y="10397"/>
                    <a:pt x="10366" y="11185"/>
                    <a:pt x="9420" y="11185"/>
                  </a:cubicBezTo>
                  <a:cubicBezTo>
                    <a:pt x="8475" y="11185"/>
                    <a:pt x="7688" y="10397"/>
                    <a:pt x="7688" y="9420"/>
                  </a:cubicBezTo>
                  <a:cubicBezTo>
                    <a:pt x="7688" y="8475"/>
                    <a:pt x="8475" y="7688"/>
                    <a:pt x="9420" y="7688"/>
                  </a:cubicBez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42" y="725"/>
                    <a:pt x="0" y="1166"/>
                    <a:pt x="0" y="1733"/>
                  </a:cubicBezTo>
                  <a:lnTo>
                    <a:pt x="0" y="9389"/>
                  </a:lnTo>
                  <a:cubicBezTo>
                    <a:pt x="0" y="9956"/>
                    <a:pt x="473" y="10429"/>
                    <a:pt x="1040" y="10429"/>
                  </a:cubicBezTo>
                  <a:lnTo>
                    <a:pt x="7215" y="10429"/>
                  </a:lnTo>
                  <a:cubicBezTo>
                    <a:pt x="7593" y="11279"/>
                    <a:pt x="8444" y="11846"/>
                    <a:pt x="9420" y="11846"/>
                  </a:cubicBezTo>
                  <a:cubicBezTo>
                    <a:pt x="10744" y="11846"/>
                    <a:pt x="11846" y="10744"/>
                    <a:pt x="11846" y="9420"/>
                  </a:cubicBezTo>
                  <a:cubicBezTo>
                    <a:pt x="11846" y="8444"/>
                    <a:pt x="11311" y="7593"/>
                    <a:pt x="10492" y="7215"/>
                  </a:cubicBezTo>
                  <a:lnTo>
                    <a:pt x="10492" y="1733"/>
                  </a:lnTo>
                  <a:cubicBezTo>
                    <a:pt x="10492" y="1135"/>
                    <a:pt x="10019" y="725"/>
                    <a:pt x="9452" y="725"/>
                  </a:cubicBezTo>
                  <a:lnTo>
                    <a:pt x="9105" y="725"/>
                  </a:lnTo>
                  <a:lnTo>
                    <a:pt x="9105" y="347"/>
                  </a:lnTo>
                  <a:cubicBezTo>
                    <a:pt x="9105" y="158"/>
                    <a:pt x="8948" y="0"/>
                    <a:pt x="8759" y="0"/>
                  </a:cubicBezTo>
                  <a:cubicBezTo>
                    <a:pt x="8538" y="0"/>
                    <a:pt x="8381" y="158"/>
                    <a:pt x="8381" y="347"/>
                  </a:cubicBezTo>
                  <a:lnTo>
                    <a:pt x="8381" y="725"/>
                  </a:lnTo>
                  <a:lnTo>
                    <a:pt x="7026" y="725"/>
                  </a:lnTo>
                  <a:lnTo>
                    <a:pt x="7026" y="347"/>
                  </a:lnTo>
                  <a:cubicBezTo>
                    <a:pt x="7026" y="158"/>
                    <a:pt x="6869" y="0"/>
                    <a:pt x="6648" y="0"/>
                  </a:cubicBezTo>
                  <a:cubicBezTo>
                    <a:pt x="6459" y="0"/>
                    <a:pt x="6301" y="158"/>
                    <a:pt x="6301" y="347"/>
                  </a:cubicBezTo>
                  <a:lnTo>
                    <a:pt x="6301" y="725"/>
                  </a:lnTo>
                  <a:lnTo>
                    <a:pt x="4191" y="725"/>
                  </a:lnTo>
                  <a:lnTo>
                    <a:pt x="4191" y="347"/>
                  </a:lnTo>
                  <a:cubicBezTo>
                    <a:pt x="4191" y="158"/>
                    <a:pt x="4033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725"/>
                  </a:lnTo>
                  <a:lnTo>
                    <a:pt x="2080" y="725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69" name="Google Shape;10169;p63"/>
            <p:cNvSpPr/>
            <p:nvPr/>
          </p:nvSpPr>
          <p:spPr>
            <a:xfrm>
              <a:off x="4190400" y="2526300"/>
              <a:ext cx="34700" cy="35450"/>
            </a:xfrm>
            <a:custGeom>
              <a:rect l="l" t="t" r="r" b="b"/>
              <a:pathLst>
                <a:path w="1388" h="141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71"/>
                  </a:lnTo>
                  <a:cubicBezTo>
                    <a:pt x="1" y="1260"/>
                    <a:pt x="127" y="1418"/>
                    <a:pt x="347" y="1418"/>
                  </a:cubicBezTo>
                  <a:lnTo>
                    <a:pt x="1041" y="1418"/>
                  </a:lnTo>
                  <a:cubicBezTo>
                    <a:pt x="1261" y="1418"/>
                    <a:pt x="1387" y="1260"/>
                    <a:pt x="1387" y="1071"/>
                  </a:cubicBezTo>
                  <a:cubicBezTo>
                    <a:pt x="1387" y="882"/>
                    <a:pt x="1261" y="725"/>
                    <a:pt x="1041" y="725"/>
                  </a:cubicBezTo>
                  <a:lnTo>
                    <a:pt x="694" y="725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70" name="Google Shape;10170;p63"/>
            <p:cNvSpPr/>
            <p:nvPr/>
          </p:nvSpPr>
          <p:spPr>
            <a:xfrm>
              <a:off x="3998225" y="2421550"/>
              <a:ext cx="35475" cy="18125"/>
            </a:xfrm>
            <a:custGeom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71" name="Google Shape;10171;p63"/>
            <p:cNvSpPr/>
            <p:nvPr/>
          </p:nvSpPr>
          <p:spPr>
            <a:xfrm>
              <a:off x="4050225" y="2421550"/>
              <a:ext cx="35450" cy="18125"/>
            </a:xfrm>
            <a:custGeom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72" name="Google Shape;10172;p63"/>
            <p:cNvSpPr/>
            <p:nvPr/>
          </p:nvSpPr>
          <p:spPr>
            <a:xfrm>
              <a:off x="4102200" y="2421550"/>
              <a:ext cx="35475" cy="18125"/>
            </a:xfrm>
            <a:custGeom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73" name="Google Shape;10173;p63"/>
            <p:cNvSpPr/>
            <p:nvPr/>
          </p:nvSpPr>
          <p:spPr>
            <a:xfrm>
              <a:off x="4155750" y="2421550"/>
              <a:ext cx="35475" cy="18125"/>
            </a:xfrm>
            <a:custGeom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74" name="Google Shape;10174;p63"/>
            <p:cNvSpPr/>
            <p:nvPr/>
          </p:nvSpPr>
          <p:spPr>
            <a:xfrm>
              <a:off x="3998225" y="2456975"/>
              <a:ext cx="35475" cy="18150"/>
            </a:xfrm>
            <a:custGeom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75" name="Google Shape;10175;p63"/>
            <p:cNvSpPr/>
            <p:nvPr/>
          </p:nvSpPr>
          <p:spPr>
            <a:xfrm>
              <a:off x="4050225" y="2456975"/>
              <a:ext cx="35450" cy="18150"/>
            </a:xfrm>
            <a:custGeom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76" name="Google Shape;10176;p63"/>
            <p:cNvSpPr/>
            <p:nvPr/>
          </p:nvSpPr>
          <p:spPr>
            <a:xfrm>
              <a:off x="4102200" y="2456975"/>
              <a:ext cx="35475" cy="18150"/>
            </a:xfrm>
            <a:custGeom>
              <a:rect l="l" t="t" r="r" b="b"/>
              <a:pathLst>
                <a:path w="1419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77" name="Google Shape;10177;p63"/>
            <p:cNvSpPr/>
            <p:nvPr/>
          </p:nvSpPr>
          <p:spPr>
            <a:xfrm>
              <a:off x="4155750" y="2456975"/>
              <a:ext cx="35475" cy="18150"/>
            </a:xfrm>
            <a:custGeom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78" name="Google Shape;10178;p63"/>
            <p:cNvSpPr/>
            <p:nvPr/>
          </p:nvSpPr>
          <p:spPr>
            <a:xfrm>
              <a:off x="3998225" y="2491650"/>
              <a:ext cx="35475" cy="18125"/>
            </a:xfrm>
            <a:custGeom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79" name="Google Shape;10179;p63"/>
            <p:cNvSpPr/>
            <p:nvPr/>
          </p:nvSpPr>
          <p:spPr>
            <a:xfrm>
              <a:off x="4050225" y="2491650"/>
              <a:ext cx="35450" cy="18125"/>
            </a:xfrm>
            <a:custGeom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80" name="Google Shape;10180;p63"/>
            <p:cNvSpPr/>
            <p:nvPr/>
          </p:nvSpPr>
          <p:spPr>
            <a:xfrm>
              <a:off x="4102200" y="2491650"/>
              <a:ext cx="35475" cy="18125"/>
            </a:xfrm>
            <a:custGeom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81" name="Google Shape;10181;p63"/>
            <p:cNvSpPr/>
            <p:nvPr/>
          </p:nvSpPr>
          <p:spPr>
            <a:xfrm>
              <a:off x="3998225" y="2526300"/>
              <a:ext cx="35475" cy="18125"/>
            </a:xfrm>
            <a:custGeom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82" name="Google Shape;10182;p63"/>
            <p:cNvSpPr/>
            <p:nvPr/>
          </p:nvSpPr>
          <p:spPr>
            <a:xfrm>
              <a:off x="4050225" y="2526300"/>
              <a:ext cx="35450" cy="18125"/>
            </a:xfrm>
            <a:custGeom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83" name="Google Shape;10183;p63"/>
            <p:cNvSpPr/>
            <p:nvPr/>
          </p:nvSpPr>
          <p:spPr>
            <a:xfrm>
              <a:off x="4102200" y="2526300"/>
              <a:ext cx="35475" cy="18125"/>
            </a:xfrm>
            <a:custGeom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184" name="Google Shape;10184;p63"/>
          <p:cNvGrpSpPr/>
          <p:nvPr/>
        </p:nvGrpSpPr>
        <p:grpSpPr>
          <a:xfrm>
            <a:off x="5301691" y="3608476"/>
            <a:ext cx="349457" cy="348513"/>
            <a:chOff x="3962775" y="2683025"/>
            <a:chExt cx="296175" cy="295375"/>
          </a:xfrm>
        </p:grpSpPr>
        <p:sp>
          <p:nvSpPr>
            <p:cNvPr id="10185" name="Google Shape;10185;p63"/>
            <p:cNvSpPr/>
            <p:nvPr/>
          </p:nvSpPr>
          <p:spPr>
            <a:xfrm>
              <a:off x="3962775" y="2838200"/>
              <a:ext cx="296175" cy="140200"/>
            </a:xfrm>
            <a:custGeom>
              <a:rect l="l" t="t" r="r" b="b"/>
              <a:pathLst>
                <a:path w="11847" h="5608" extrusionOk="0">
                  <a:moveTo>
                    <a:pt x="3530" y="3466"/>
                  </a:moveTo>
                  <a:lnTo>
                    <a:pt x="3530" y="4883"/>
                  </a:lnTo>
                  <a:lnTo>
                    <a:pt x="757" y="4883"/>
                  </a:lnTo>
                  <a:lnTo>
                    <a:pt x="757" y="3466"/>
                  </a:lnTo>
                  <a:close/>
                  <a:moveTo>
                    <a:pt x="7688" y="725"/>
                  </a:moveTo>
                  <a:lnTo>
                    <a:pt x="7688" y="4883"/>
                  </a:lnTo>
                  <a:lnTo>
                    <a:pt x="4223" y="4883"/>
                  </a:lnTo>
                  <a:lnTo>
                    <a:pt x="4223" y="725"/>
                  </a:lnTo>
                  <a:close/>
                  <a:moveTo>
                    <a:pt x="11185" y="2111"/>
                  </a:moveTo>
                  <a:lnTo>
                    <a:pt x="11185" y="4883"/>
                  </a:lnTo>
                  <a:lnTo>
                    <a:pt x="8381" y="4883"/>
                  </a:lnTo>
                  <a:lnTo>
                    <a:pt x="8381" y="2111"/>
                  </a:lnTo>
                  <a:close/>
                  <a:moveTo>
                    <a:pt x="3845" y="0"/>
                  </a:moveTo>
                  <a:cubicBezTo>
                    <a:pt x="3656" y="0"/>
                    <a:pt x="3498" y="158"/>
                    <a:pt x="3498" y="378"/>
                  </a:cubicBezTo>
                  <a:lnTo>
                    <a:pt x="3498" y="2804"/>
                  </a:lnTo>
                  <a:lnTo>
                    <a:pt x="348" y="2804"/>
                  </a:lnTo>
                  <a:cubicBezTo>
                    <a:pt x="158" y="2804"/>
                    <a:pt x="1" y="2962"/>
                    <a:pt x="1" y="3151"/>
                  </a:cubicBezTo>
                  <a:lnTo>
                    <a:pt x="1" y="5261"/>
                  </a:lnTo>
                  <a:cubicBezTo>
                    <a:pt x="1" y="5450"/>
                    <a:pt x="158" y="5608"/>
                    <a:pt x="348" y="5608"/>
                  </a:cubicBezTo>
                  <a:lnTo>
                    <a:pt x="11500" y="5608"/>
                  </a:lnTo>
                  <a:cubicBezTo>
                    <a:pt x="11689" y="5608"/>
                    <a:pt x="11847" y="5450"/>
                    <a:pt x="11847" y="5261"/>
                  </a:cubicBezTo>
                  <a:lnTo>
                    <a:pt x="11847" y="1733"/>
                  </a:lnTo>
                  <a:cubicBezTo>
                    <a:pt x="11847" y="1544"/>
                    <a:pt x="11689" y="1386"/>
                    <a:pt x="11532" y="1386"/>
                  </a:cubicBezTo>
                  <a:lnTo>
                    <a:pt x="8381" y="1386"/>
                  </a:lnTo>
                  <a:lnTo>
                    <a:pt x="8381" y="378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86" name="Google Shape;10186;p63"/>
            <p:cNvSpPr/>
            <p:nvPr/>
          </p:nvSpPr>
          <p:spPr>
            <a:xfrm>
              <a:off x="4051000" y="2683025"/>
              <a:ext cx="122100" cy="138650"/>
            </a:xfrm>
            <a:custGeom>
              <a:rect l="l" t="t" r="r" b="b"/>
              <a:pathLst>
                <a:path w="4884" h="5546" extrusionOk="0">
                  <a:moveTo>
                    <a:pt x="2426" y="662"/>
                  </a:moveTo>
                  <a:cubicBezTo>
                    <a:pt x="2804" y="662"/>
                    <a:pt x="3120" y="977"/>
                    <a:pt x="3120" y="1387"/>
                  </a:cubicBezTo>
                  <a:cubicBezTo>
                    <a:pt x="3120" y="1765"/>
                    <a:pt x="2804" y="2080"/>
                    <a:pt x="2426" y="2080"/>
                  </a:cubicBezTo>
                  <a:cubicBezTo>
                    <a:pt x="2017" y="2080"/>
                    <a:pt x="1702" y="1765"/>
                    <a:pt x="1702" y="1387"/>
                  </a:cubicBezTo>
                  <a:cubicBezTo>
                    <a:pt x="1702" y="977"/>
                    <a:pt x="2017" y="662"/>
                    <a:pt x="2426" y="662"/>
                  </a:cubicBezTo>
                  <a:close/>
                  <a:moveTo>
                    <a:pt x="2426" y="2742"/>
                  </a:moveTo>
                  <a:cubicBezTo>
                    <a:pt x="3340" y="2742"/>
                    <a:pt x="4128" y="3529"/>
                    <a:pt x="4128" y="4474"/>
                  </a:cubicBezTo>
                  <a:lnTo>
                    <a:pt x="4128" y="4852"/>
                  </a:lnTo>
                  <a:lnTo>
                    <a:pt x="694" y="4852"/>
                  </a:lnTo>
                  <a:lnTo>
                    <a:pt x="694" y="4474"/>
                  </a:lnTo>
                  <a:cubicBezTo>
                    <a:pt x="694" y="3498"/>
                    <a:pt x="1481" y="2742"/>
                    <a:pt x="2426" y="2742"/>
                  </a:cubicBezTo>
                  <a:close/>
                  <a:moveTo>
                    <a:pt x="2489" y="1"/>
                  </a:moveTo>
                  <a:cubicBezTo>
                    <a:pt x="1733" y="1"/>
                    <a:pt x="1103" y="631"/>
                    <a:pt x="1103" y="1387"/>
                  </a:cubicBezTo>
                  <a:cubicBezTo>
                    <a:pt x="1103" y="1733"/>
                    <a:pt x="1229" y="2049"/>
                    <a:pt x="1450" y="2269"/>
                  </a:cubicBezTo>
                  <a:cubicBezTo>
                    <a:pt x="568" y="2679"/>
                    <a:pt x="1" y="3498"/>
                    <a:pt x="1" y="4474"/>
                  </a:cubicBezTo>
                  <a:lnTo>
                    <a:pt x="1" y="5199"/>
                  </a:lnTo>
                  <a:cubicBezTo>
                    <a:pt x="1" y="5388"/>
                    <a:pt x="158" y="5546"/>
                    <a:pt x="379" y="5546"/>
                  </a:cubicBezTo>
                  <a:lnTo>
                    <a:pt x="4537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48" y="2679"/>
                    <a:pt x="3529" y="2269"/>
                  </a:cubicBezTo>
                  <a:cubicBezTo>
                    <a:pt x="3750" y="2049"/>
                    <a:pt x="3876" y="1733"/>
                    <a:pt x="3876" y="1387"/>
                  </a:cubicBezTo>
                  <a:cubicBezTo>
                    <a:pt x="3876" y="631"/>
                    <a:pt x="3246" y="1"/>
                    <a:pt x="2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87" name="Google Shape;10187;p63"/>
            <p:cNvSpPr/>
            <p:nvPr/>
          </p:nvSpPr>
          <p:spPr>
            <a:xfrm>
              <a:off x="4084875" y="2873200"/>
              <a:ext cx="52800" cy="69775"/>
            </a:xfrm>
            <a:custGeom>
              <a:rect l="l" t="t" r="r" b="b"/>
              <a:pathLst>
                <a:path w="2112" h="2791" extrusionOk="0">
                  <a:moveTo>
                    <a:pt x="1095" y="0"/>
                  </a:moveTo>
                  <a:cubicBezTo>
                    <a:pt x="1001" y="0"/>
                    <a:pt x="903" y="28"/>
                    <a:pt x="819" y="112"/>
                  </a:cubicBezTo>
                  <a:lnTo>
                    <a:pt x="126" y="805"/>
                  </a:lnTo>
                  <a:cubicBezTo>
                    <a:pt x="0" y="931"/>
                    <a:pt x="0" y="1184"/>
                    <a:pt x="126" y="1278"/>
                  </a:cubicBezTo>
                  <a:cubicBezTo>
                    <a:pt x="205" y="1341"/>
                    <a:pt x="292" y="1373"/>
                    <a:pt x="378" y="1373"/>
                  </a:cubicBezTo>
                  <a:cubicBezTo>
                    <a:pt x="465" y="1373"/>
                    <a:pt x="552" y="1341"/>
                    <a:pt x="630" y="1278"/>
                  </a:cubicBezTo>
                  <a:lnTo>
                    <a:pt x="756" y="1184"/>
                  </a:lnTo>
                  <a:lnTo>
                    <a:pt x="756" y="2066"/>
                  </a:lnTo>
                  <a:lnTo>
                    <a:pt x="378" y="2066"/>
                  </a:lnTo>
                  <a:cubicBezTo>
                    <a:pt x="189" y="2066"/>
                    <a:pt x="32" y="2223"/>
                    <a:pt x="32" y="2444"/>
                  </a:cubicBezTo>
                  <a:cubicBezTo>
                    <a:pt x="32" y="2633"/>
                    <a:pt x="189" y="2790"/>
                    <a:pt x="378" y="2790"/>
                  </a:cubicBezTo>
                  <a:lnTo>
                    <a:pt x="1765" y="2790"/>
                  </a:lnTo>
                  <a:cubicBezTo>
                    <a:pt x="1954" y="2790"/>
                    <a:pt x="2111" y="2633"/>
                    <a:pt x="2111" y="2444"/>
                  </a:cubicBezTo>
                  <a:cubicBezTo>
                    <a:pt x="2111" y="2223"/>
                    <a:pt x="1954" y="2066"/>
                    <a:pt x="1765" y="2066"/>
                  </a:cubicBezTo>
                  <a:lnTo>
                    <a:pt x="1418" y="2066"/>
                  </a:lnTo>
                  <a:lnTo>
                    <a:pt x="1418" y="333"/>
                  </a:lnTo>
                  <a:cubicBezTo>
                    <a:pt x="1418" y="175"/>
                    <a:pt x="1323" y="81"/>
                    <a:pt x="1229" y="18"/>
                  </a:cubicBezTo>
                  <a:cubicBezTo>
                    <a:pt x="1187" y="7"/>
                    <a:pt x="1141" y="0"/>
                    <a:pt x="10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188" name="Google Shape;10188;p63"/>
          <p:cNvSpPr/>
          <p:nvPr/>
        </p:nvSpPr>
        <p:spPr>
          <a:xfrm>
            <a:off x="7513275" y="2670141"/>
            <a:ext cx="354117" cy="348513"/>
          </a:xfrm>
          <a:custGeom>
            <a:rect l="l" t="t" r="r" b="b"/>
            <a:pathLst>
              <a:path w="12005" h="11815" extrusionOk="0">
                <a:moveTo>
                  <a:pt x="6003" y="693"/>
                </a:moveTo>
                <a:cubicBezTo>
                  <a:pt x="6089" y="693"/>
                  <a:pt x="6176" y="725"/>
                  <a:pt x="6239" y="788"/>
                </a:cubicBezTo>
                <a:lnTo>
                  <a:pt x="8444" y="2993"/>
                </a:lnTo>
                <a:lnTo>
                  <a:pt x="7972" y="3466"/>
                </a:lnTo>
                <a:lnTo>
                  <a:pt x="7751" y="3214"/>
                </a:lnTo>
                <a:cubicBezTo>
                  <a:pt x="7562" y="3025"/>
                  <a:pt x="7279" y="2899"/>
                  <a:pt x="6995" y="2899"/>
                </a:cubicBezTo>
                <a:cubicBezTo>
                  <a:pt x="6711" y="2899"/>
                  <a:pt x="6459" y="3025"/>
                  <a:pt x="6239" y="3214"/>
                </a:cubicBezTo>
                <a:cubicBezTo>
                  <a:pt x="5861" y="3623"/>
                  <a:pt x="5861" y="4285"/>
                  <a:pt x="6239" y="4663"/>
                </a:cubicBezTo>
                <a:lnTo>
                  <a:pt x="6491" y="4915"/>
                </a:lnTo>
                <a:lnTo>
                  <a:pt x="6018" y="5388"/>
                </a:lnTo>
                <a:lnTo>
                  <a:pt x="5262" y="4631"/>
                </a:lnTo>
                <a:cubicBezTo>
                  <a:pt x="5199" y="4568"/>
                  <a:pt x="5113" y="4537"/>
                  <a:pt x="5026" y="4537"/>
                </a:cubicBezTo>
                <a:cubicBezTo>
                  <a:pt x="4939" y="4537"/>
                  <a:pt x="4853" y="4568"/>
                  <a:pt x="4790" y="4631"/>
                </a:cubicBezTo>
                <a:lnTo>
                  <a:pt x="4317" y="5104"/>
                </a:lnTo>
                <a:cubicBezTo>
                  <a:pt x="4254" y="5167"/>
                  <a:pt x="4167" y="5198"/>
                  <a:pt x="4081" y="5198"/>
                </a:cubicBezTo>
                <a:cubicBezTo>
                  <a:pt x="3994" y="5198"/>
                  <a:pt x="3907" y="5167"/>
                  <a:pt x="3844" y="5104"/>
                </a:cubicBezTo>
                <a:cubicBezTo>
                  <a:pt x="3718" y="4978"/>
                  <a:pt x="3718" y="4757"/>
                  <a:pt x="3844" y="4631"/>
                </a:cubicBezTo>
                <a:lnTo>
                  <a:pt x="4317" y="4159"/>
                </a:lnTo>
                <a:cubicBezTo>
                  <a:pt x="4443" y="4033"/>
                  <a:pt x="4443" y="3812"/>
                  <a:pt x="4317" y="3686"/>
                </a:cubicBezTo>
                <a:lnTo>
                  <a:pt x="3624" y="2993"/>
                </a:lnTo>
                <a:lnTo>
                  <a:pt x="5766" y="788"/>
                </a:lnTo>
                <a:cubicBezTo>
                  <a:pt x="5829" y="725"/>
                  <a:pt x="5916" y="693"/>
                  <a:pt x="6003" y="693"/>
                </a:cubicBezTo>
                <a:close/>
                <a:moveTo>
                  <a:pt x="3088" y="3466"/>
                </a:moveTo>
                <a:lnTo>
                  <a:pt x="3561" y="3938"/>
                </a:lnTo>
                <a:lnTo>
                  <a:pt x="3340" y="4159"/>
                </a:lnTo>
                <a:cubicBezTo>
                  <a:pt x="2931" y="4568"/>
                  <a:pt x="2931" y="5230"/>
                  <a:pt x="3340" y="5608"/>
                </a:cubicBezTo>
                <a:cubicBezTo>
                  <a:pt x="3529" y="5813"/>
                  <a:pt x="3797" y="5915"/>
                  <a:pt x="4065" y="5915"/>
                </a:cubicBezTo>
                <a:cubicBezTo>
                  <a:pt x="4333" y="5915"/>
                  <a:pt x="4601" y="5813"/>
                  <a:pt x="4790" y="5608"/>
                </a:cubicBezTo>
                <a:lnTo>
                  <a:pt x="5042" y="5388"/>
                </a:lnTo>
                <a:lnTo>
                  <a:pt x="5514" y="5860"/>
                </a:lnTo>
                <a:lnTo>
                  <a:pt x="4758" y="6616"/>
                </a:lnTo>
                <a:cubicBezTo>
                  <a:pt x="4632" y="6711"/>
                  <a:pt x="4632" y="6963"/>
                  <a:pt x="4758" y="7089"/>
                </a:cubicBezTo>
                <a:lnTo>
                  <a:pt x="5231" y="7561"/>
                </a:lnTo>
                <a:cubicBezTo>
                  <a:pt x="5357" y="7656"/>
                  <a:pt x="5357" y="7908"/>
                  <a:pt x="5231" y="8002"/>
                </a:cubicBezTo>
                <a:cubicBezTo>
                  <a:pt x="5168" y="8065"/>
                  <a:pt x="5081" y="8097"/>
                  <a:pt x="4994" y="8097"/>
                </a:cubicBezTo>
                <a:cubicBezTo>
                  <a:pt x="4908" y="8097"/>
                  <a:pt x="4821" y="8065"/>
                  <a:pt x="4758" y="8002"/>
                </a:cubicBezTo>
                <a:lnTo>
                  <a:pt x="4286" y="7561"/>
                </a:lnTo>
                <a:cubicBezTo>
                  <a:pt x="4223" y="7498"/>
                  <a:pt x="4136" y="7467"/>
                  <a:pt x="4049" y="7467"/>
                </a:cubicBezTo>
                <a:cubicBezTo>
                  <a:pt x="3963" y="7467"/>
                  <a:pt x="3876" y="7498"/>
                  <a:pt x="3813" y="7561"/>
                </a:cubicBezTo>
                <a:lnTo>
                  <a:pt x="3088" y="8254"/>
                </a:lnTo>
                <a:lnTo>
                  <a:pt x="883" y="6049"/>
                </a:lnTo>
                <a:cubicBezTo>
                  <a:pt x="789" y="6018"/>
                  <a:pt x="789" y="5829"/>
                  <a:pt x="883" y="5671"/>
                </a:cubicBezTo>
                <a:lnTo>
                  <a:pt x="3088" y="3466"/>
                </a:lnTo>
                <a:close/>
                <a:moveTo>
                  <a:pt x="8917" y="3529"/>
                </a:moveTo>
                <a:lnTo>
                  <a:pt x="11122" y="5671"/>
                </a:lnTo>
                <a:cubicBezTo>
                  <a:pt x="11248" y="5766"/>
                  <a:pt x="11248" y="6018"/>
                  <a:pt x="11122" y="6144"/>
                </a:cubicBezTo>
                <a:lnTo>
                  <a:pt x="8917" y="8349"/>
                </a:lnTo>
                <a:lnTo>
                  <a:pt x="8444" y="7876"/>
                </a:lnTo>
                <a:lnTo>
                  <a:pt x="8696" y="7624"/>
                </a:lnTo>
                <a:cubicBezTo>
                  <a:pt x="9074" y="7246"/>
                  <a:pt x="9074" y="6553"/>
                  <a:pt x="8696" y="6175"/>
                </a:cubicBezTo>
                <a:cubicBezTo>
                  <a:pt x="8491" y="5970"/>
                  <a:pt x="8224" y="5868"/>
                  <a:pt x="7956" y="5868"/>
                </a:cubicBezTo>
                <a:cubicBezTo>
                  <a:pt x="7688" y="5868"/>
                  <a:pt x="7420" y="5970"/>
                  <a:pt x="7216" y="6175"/>
                </a:cubicBezTo>
                <a:lnTo>
                  <a:pt x="6995" y="6396"/>
                </a:lnTo>
                <a:lnTo>
                  <a:pt x="6522" y="5923"/>
                </a:lnTo>
                <a:lnTo>
                  <a:pt x="7279" y="5198"/>
                </a:lnTo>
                <a:cubicBezTo>
                  <a:pt x="7373" y="5072"/>
                  <a:pt x="7373" y="4820"/>
                  <a:pt x="7279" y="4726"/>
                </a:cubicBezTo>
                <a:lnTo>
                  <a:pt x="6806" y="4222"/>
                </a:lnTo>
                <a:cubicBezTo>
                  <a:pt x="6680" y="4127"/>
                  <a:pt x="6680" y="3875"/>
                  <a:pt x="6806" y="3749"/>
                </a:cubicBezTo>
                <a:cubicBezTo>
                  <a:pt x="6869" y="3686"/>
                  <a:pt x="6963" y="3655"/>
                  <a:pt x="7026" y="3655"/>
                </a:cubicBezTo>
                <a:cubicBezTo>
                  <a:pt x="7121" y="3655"/>
                  <a:pt x="7216" y="3686"/>
                  <a:pt x="7279" y="3749"/>
                </a:cubicBezTo>
                <a:lnTo>
                  <a:pt x="7751" y="4222"/>
                </a:lnTo>
                <a:cubicBezTo>
                  <a:pt x="7798" y="4285"/>
                  <a:pt x="7885" y="4316"/>
                  <a:pt x="7976" y="4316"/>
                </a:cubicBezTo>
                <a:cubicBezTo>
                  <a:pt x="8066" y="4316"/>
                  <a:pt x="8161" y="4285"/>
                  <a:pt x="8224" y="4222"/>
                </a:cubicBezTo>
                <a:lnTo>
                  <a:pt x="8917" y="3529"/>
                </a:lnTo>
                <a:close/>
                <a:moveTo>
                  <a:pt x="5987" y="6396"/>
                </a:moveTo>
                <a:lnTo>
                  <a:pt x="6711" y="7152"/>
                </a:lnTo>
                <a:cubicBezTo>
                  <a:pt x="6774" y="7215"/>
                  <a:pt x="6869" y="7246"/>
                  <a:pt x="6960" y="7246"/>
                </a:cubicBezTo>
                <a:cubicBezTo>
                  <a:pt x="7050" y="7246"/>
                  <a:pt x="7137" y="7215"/>
                  <a:pt x="7184" y="7152"/>
                </a:cubicBezTo>
                <a:lnTo>
                  <a:pt x="7657" y="6679"/>
                </a:lnTo>
                <a:cubicBezTo>
                  <a:pt x="7720" y="6616"/>
                  <a:pt x="7814" y="6585"/>
                  <a:pt x="7905" y="6585"/>
                </a:cubicBezTo>
                <a:cubicBezTo>
                  <a:pt x="7995" y="6585"/>
                  <a:pt x="8082" y="6616"/>
                  <a:pt x="8129" y="6679"/>
                </a:cubicBezTo>
                <a:cubicBezTo>
                  <a:pt x="8255" y="6805"/>
                  <a:pt x="8255" y="7026"/>
                  <a:pt x="8129" y="7152"/>
                </a:cubicBezTo>
                <a:lnTo>
                  <a:pt x="7657" y="7624"/>
                </a:lnTo>
                <a:cubicBezTo>
                  <a:pt x="7562" y="7750"/>
                  <a:pt x="7562" y="7971"/>
                  <a:pt x="7657" y="8097"/>
                </a:cubicBezTo>
                <a:lnTo>
                  <a:pt x="8381" y="8822"/>
                </a:lnTo>
                <a:lnTo>
                  <a:pt x="6239" y="11027"/>
                </a:lnTo>
                <a:cubicBezTo>
                  <a:pt x="6192" y="11074"/>
                  <a:pt x="6105" y="11098"/>
                  <a:pt x="6014" y="11098"/>
                </a:cubicBezTo>
                <a:cubicBezTo>
                  <a:pt x="5924" y="11098"/>
                  <a:pt x="5829" y="11074"/>
                  <a:pt x="5766" y="11027"/>
                </a:cubicBezTo>
                <a:lnTo>
                  <a:pt x="3561" y="8822"/>
                </a:lnTo>
                <a:lnTo>
                  <a:pt x="4034" y="8349"/>
                </a:lnTo>
                <a:lnTo>
                  <a:pt x="4286" y="8570"/>
                </a:lnTo>
                <a:cubicBezTo>
                  <a:pt x="4475" y="8774"/>
                  <a:pt x="4742" y="8877"/>
                  <a:pt x="5010" y="8877"/>
                </a:cubicBezTo>
                <a:cubicBezTo>
                  <a:pt x="5278" y="8877"/>
                  <a:pt x="5546" y="8774"/>
                  <a:pt x="5735" y="8570"/>
                </a:cubicBezTo>
                <a:cubicBezTo>
                  <a:pt x="6144" y="8191"/>
                  <a:pt x="6144" y="7498"/>
                  <a:pt x="5735" y="7120"/>
                </a:cubicBezTo>
                <a:lnTo>
                  <a:pt x="5514" y="6868"/>
                </a:lnTo>
                <a:lnTo>
                  <a:pt x="5987" y="6396"/>
                </a:lnTo>
                <a:close/>
                <a:moveTo>
                  <a:pt x="5999" y="0"/>
                </a:moveTo>
                <a:cubicBezTo>
                  <a:pt x="5735" y="0"/>
                  <a:pt x="5467" y="95"/>
                  <a:pt x="5262" y="284"/>
                </a:cubicBezTo>
                <a:lnTo>
                  <a:pt x="379" y="5167"/>
                </a:lnTo>
                <a:cubicBezTo>
                  <a:pt x="1" y="5577"/>
                  <a:pt x="1" y="6238"/>
                  <a:pt x="379" y="6648"/>
                </a:cubicBezTo>
                <a:lnTo>
                  <a:pt x="5262" y="11531"/>
                </a:lnTo>
                <a:cubicBezTo>
                  <a:pt x="5467" y="11720"/>
                  <a:pt x="5735" y="11814"/>
                  <a:pt x="5999" y="11814"/>
                </a:cubicBezTo>
                <a:cubicBezTo>
                  <a:pt x="6262" y="11814"/>
                  <a:pt x="6522" y="11720"/>
                  <a:pt x="6711" y="11531"/>
                </a:cubicBezTo>
                <a:lnTo>
                  <a:pt x="11595" y="6648"/>
                </a:lnTo>
                <a:cubicBezTo>
                  <a:pt x="12004" y="6238"/>
                  <a:pt x="12004" y="5577"/>
                  <a:pt x="11595" y="5167"/>
                </a:cubicBezTo>
                <a:lnTo>
                  <a:pt x="6711" y="284"/>
                </a:lnTo>
                <a:cubicBezTo>
                  <a:pt x="6522" y="95"/>
                  <a:pt x="6262" y="0"/>
                  <a:pt x="599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189" name="Google Shape;10189;p63"/>
          <p:cNvGrpSpPr/>
          <p:nvPr/>
        </p:nvGrpSpPr>
        <p:grpSpPr>
          <a:xfrm>
            <a:off x="7516228" y="3159168"/>
            <a:ext cx="348513" cy="348513"/>
            <a:chOff x="5775900" y="2308125"/>
            <a:chExt cx="295375" cy="295375"/>
          </a:xfrm>
        </p:grpSpPr>
        <p:sp>
          <p:nvSpPr>
            <p:cNvPr id="10190" name="Google Shape;10190;p63"/>
            <p:cNvSpPr/>
            <p:nvPr/>
          </p:nvSpPr>
          <p:spPr>
            <a:xfrm>
              <a:off x="5984625" y="2482975"/>
              <a:ext cx="18125" cy="18150"/>
            </a:xfrm>
            <a:custGeom>
              <a:rect l="l" t="t" r="r" b="b"/>
              <a:pathLst>
                <a:path w="725" h="726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91" name="Google Shape;10191;p63"/>
            <p:cNvSpPr/>
            <p:nvPr/>
          </p:nvSpPr>
          <p:spPr>
            <a:xfrm>
              <a:off x="5775900" y="2308125"/>
              <a:ext cx="295375" cy="295375"/>
            </a:xfrm>
            <a:custGeom>
              <a:rect l="l" t="t" r="r" b="b"/>
              <a:pathLst>
                <a:path w="11815" h="11815" extrusionOk="0">
                  <a:moveTo>
                    <a:pt x="7845" y="725"/>
                  </a:moveTo>
                  <a:cubicBezTo>
                    <a:pt x="7719" y="914"/>
                    <a:pt x="7656" y="1166"/>
                    <a:pt x="7656" y="1450"/>
                  </a:cubicBezTo>
                  <a:cubicBezTo>
                    <a:pt x="7656" y="1670"/>
                    <a:pt x="7719" y="1922"/>
                    <a:pt x="7845" y="2143"/>
                  </a:cubicBezTo>
                  <a:lnTo>
                    <a:pt x="1387" y="2143"/>
                  </a:lnTo>
                  <a:cubicBezTo>
                    <a:pt x="1009" y="2143"/>
                    <a:pt x="694" y="1828"/>
                    <a:pt x="694" y="1450"/>
                  </a:cubicBezTo>
                  <a:cubicBezTo>
                    <a:pt x="694" y="1040"/>
                    <a:pt x="1009" y="725"/>
                    <a:pt x="1387" y="725"/>
                  </a:cubicBezTo>
                  <a:close/>
                  <a:moveTo>
                    <a:pt x="6112" y="6994"/>
                  </a:moveTo>
                  <a:cubicBezTo>
                    <a:pt x="5955" y="7183"/>
                    <a:pt x="5829" y="7436"/>
                    <a:pt x="5766" y="7719"/>
                  </a:cubicBezTo>
                  <a:lnTo>
                    <a:pt x="3466" y="7719"/>
                  </a:lnTo>
                  <a:lnTo>
                    <a:pt x="3466" y="6994"/>
                  </a:lnTo>
                  <a:close/>
                  <a:moveTo>
                    <a:pt x="694" y="2678"/>
                  </a:moveTo>
                  <a:cubicBezTo>
                    <a:pt x="883" y="2773"/>
                    <a:pt x="1103" y="2867"/>
                    <a:pt x="1387" y="2867"/>
                  </a:cubicBezTo>
                  <a:lnTo>
                    <a:pt x="1387" y="10460"/>
                  </a:lnTo>
                  <a:cubicBezTo>
                    <a:pt x="1009" y="10460"/>
                    <a:pt x="694" y="10145"/>
                    <a:pt x="694" y="9767"/>
                  </a:cubicBezTo>
                  <a:lnTo>
                    <a:pt x="694" y="2678"/>
                  </a:lnTo>
                  <a:close/>
                  <a:moveTo>
                    <a:pt x="8381" y="2836"/>
                  </a:moveTo>
                  <a:lnTo>
                    <a:pt x="8381" y="5608"/>
                  </a:lnTo>
                  <a:cubicBezTo>
                    <a:pt x="7814" y="5703"/>
                    <a:pt x="7247" y="5923"/>
                    <a:pt x="6774" y="6301"/>
                  </a:cubicBezTo>
                  <a:lnTo>
                    <a:pt x="3151" y="6301"/>
                  </a:lnTo>
                  <a:cubicBezTo>
                    <a:pt x="2962" y="6301"/>
                    <a:pt x="2804" y="6459"/>
                    <a:pt x="2804" y="6648"/>
                  </a:cubicBezTo>
                  <a:lnTo>
                    <a:pt x="2804" y="8034"/>
                  </a:lnTo>
                  <a:cubicBezTo>
                    <a:pt x="2804" y="8223"/>
                    <a:pt x="2962" y="8381"/>
                    <a:pt x="3151" y="8381"/>
                  </a:cubicBezTo>
                  <a:lnTo>
                    <a:pt x="5640" y="8381"/>
                  </a:lnTo>
                  <a:lnTo>
                    <a:pt x="5640" y="8727"/>
                  </a:lnTo>
                  <a:cubicBezTo>
                    <a:pt x="5640" y="9357"/>
                    <a:pt x="5829" y="9956"/>
                    <a:pt x="6144" y="10492"/>
                  </a:cubicBezTo>
                  <a:lnTo>
                    <a:pt x="2080" y="10492"/>
                  </a:lnTo>
                  <a:lnTo>
                    <a:pt x="2080" y="10460"/>
                  </a:lnTo>
                  <a:lnTo>
                    <a:pt x="2080" y="2836"/>
                  </a:lnTo>
                  <a:close/>
                  <a:moveTo>
                    <a:pt x="8727" y="6301"/>
                  </a:moveTo>
                  <a:cubicBezTo>
                    <a:pt x="10050" y="6301"/>
                    <a:pt x="11153" y="7404"/>
                    <a:pt x="11153" y="8727"/>
                  </a:cubicBezTo>
                  <a:cubicBezTo>
                    <a:pt x="11153" y="10082"/>
                    <a:pt x="10050" y="11216"/>
                    <a:pt x="8727" y="11216"/>
                  </a:cubicBezTo>
                  <a:cubicBezTo>
                    <a:pt x="7373" y="11216"/>
                    <a:pt x="6270" y="10113"/>
                    <a:pt x="6270" y="8727"/>
                  </a:cubicBezTo>
                  <a:cubicBezTo>
                    <a:pt x="6270" y="7373"/>
                    <a:pt x="7373" y="6301"/>
                    <a:pt x="8727" y="6301"/>
                  </a:cubicBezTo>
                  <a:close/>
                  <a:moveTo>
                    <a:pt x="1387" y="0"/>
                  </a:moveTo>
                  <a:cubicBezTo>
                    <a:pt x="630" y="0"/>
                    <a:pt x="0" y="630"/>
                    <a:pt x="0" y="1355"/>
                  </a:cubicBezTo>
                  <a:lnTo>
                    <a:pt x="0" y="9704"/>
                  </a:lnTo>
                  <a:cubicBezTo>
                    <a:pt x="0" y="10460"/>
                    <a:pt x="630" y="11090"/>
                    <a:pt x="1387" y="11090"/>
                  </a:cubicBezTo>
                  <a:lnTo>
                    <a:pt x="6742" y="11090"/>
                  </a:lnTo>
                  <a:cubicBezTo>
                    <a:pt x="7310" y="11563"/>
                    <a:pt x="8003" y="11815"/>
                    <a:pt x="8727" y="11815"/>
                  </a:cubicBezTo>
                  <a:cubicBezTo>
                    <a:pt x="10460" y="11815"/>
                    <a:pt x="11815" y="10334"/>
                    <a:pt x="11815" y="8664"/>
                  </a:cubicBezTo>
                  <a:cubicBezTo>
                    <a:pt x="11815" y="7120"/>
                    <a:pt x="10618" y="5829"/>
                    <a:pt x="9074" y="5608"/>
                  </a:cubicBezTo>
                  <a:lnTo>
                    <a:pt x="9074" y="2458"/>
                  </a:lnTo>
                  <a:cubicBezTo>
                    <a:pt x="9074" y="2269"/>
                    <a:pt x="9042" y="2143"/>
                    <a:pt x="8822" y="2080"/>
                  </a:cubicBezTo>
                  <a:cubicBezTo>
                    <a:pt x="8538" y="1985"/>
                    <a:pt x="8349" y="1733"/>
                    <a:pt x="8349" y="1418"/>
                  </a:cubicBezTo>
                  <a:cubicBezTo>
                    <a:pt x="8349" y="1135"/>
                    <a:pt x="8538" y="851"/>
                    <a:pt x="8822" y="725"/>
                  </a:cubicBezTo>
                  <a:cubicBezTo>
                    <a:pt x="8979" y="694"/>
                    <a:pt x="9074" y="536"/>
                    <a:pt x="9074" y="410"/>
                  </a:cubicBezTo>
                  <a:lnTo>
                    <a:pt x="9074" y="347"/>
                  </a:lnTo>
                  <a:cubicBezTo>
                    <a:pt x="9074" y="158"/>
                    <a:pt x="8916" y="0"/>
                    <a:pt x="87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92" name="Google Shape;10192;p63"/>
            <p:cNvSpPr/>
            <p:nvPr/>
          </p:nvSpPr>
          <p:spPr>
            <a:xfrm>
              <a:off x="5984625" y="2508975"/>
              <a:ext cx="18125" cy="61450"/>
            </a:xfrm>
            <a:custGeom>
              <a:rect l="l" t="t" r="r" b="b"/>
              <a:pathLst>
                <a:path w="725" h="2458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2111"/>
                  </a:lnTo>
                  <a:cubicBezTo>
                    <a:pt x="0" y="2300"/>
                    <a:pt x="158" y="2458"/>
                    <a:pt x="378" y="2458"/>
                  </a:cubicBezTo>
                  <a:cubicBezTo>
                    <a:pt x="567" y="2458"/>
                    <a:pt x="725" y="2300"/>
                    <a:pt x="725" y="2111"/>
                  </a:cubicBezTo>
                  <a:lnTo>
                    <a:pt x="725" y="347"/>
                  </a:ln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93" name="Google Shape;10193;p63"/>
            <p:cNvSpPr/>
            <p:nvPr/>
          </p:nvSpPr>
          <p:spPr>
            <a:xfrm>
              <a:off x="5845200" y="2395550"/>
              <a:ext cx="122900" cy="17350"/>
            </a:xfrm>
            <a:custGeom>
              <a:rect l="l" t="t" r="r" b="b"/>
              <a:pathLst>
                <a:path w="491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694"/>
                    <a:pt x="347" y="694"/>
                  </a:cubicBezTo>
                  <a:lnTo>
                    <a:pt x="4569" y="694"/>
                  </a:lnTo>
                  <a:cubicBezTo>
                    <a:pt x="4758" y="694"/>
                    <a:pt x="4916" y="536"/>
                    <a:pt x="4916" y="347"/>
                  </a:cubicBezTo>
                  <a:cubicBezTo>
                    <a:pt x="4916" y="158"/>
                    <a:pt x="4758" y="0"/>
                    <a:pt x="45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94" name="Google Shape;10194;p63"/>
            <p:cNvSpPr/>
            <p:nvPr/>
          </p:nvSpPr>
          <p:spPr>
            <a:xfrm>
              <a:off x="5845200" y="2431000"/>
              <a:ext cx="122900" cy="17350"/>
            </a:xfrm>
            <a:custGeom>
              <a:rect l="l" t="t" r="r" b="b"/>
              <a:pathLst>
                <a:path w="491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569" y="693"/>
                  </a:lnTo>
                  <a:cubicBezTo>
                    <a:pt x="4758" y="693"/>
                    <a:pt x="4916" y="536"/>
                    <a:pt x="4916" y="347"/>
                  </a:cubicBezTo>
                  <a:cubicBezTo>
                    <a:pt x="4916" y="158"/>
                    <a:pt x="4758" y="0"/>
                    <a:pt x="45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195" name="Google Shape;10195;p63"/>
          <p:cNvGrpSpPr/>
          <p:nvPr/>
        </p:nvGrpSpPr>
        <p:grpSpPr>
          <a:xfrm>
            <a:off x="7537142" y="3608004"/>
            <a:ext cx="306686" cy="349457"/>
            <a:chOff x="5794025" y="2673575"/>
            <a:chExt cx="259925" cy="296175"/>
          </a:xfrm>
        </p:grpSpPr>
        <p:sp>
          <p:nvSpPr>
            <p:cNvPr id="10196" name="Google Shape;10196;p63"/>
            <p:cNvSpPr/>
            <p:nvPr/>
          </p:nvSpPr>
          <p:spPr>
            <a:xfrm>
              <a:off x="5794025" y="2673575"/>
              <a:ext cx="259925" cy="296175"/>
            </a:xfrm>
            <a:custGeom>
              <a:rect l="l" t="t" r="r" b="b"/>
              <a:pathLst>
                <a:path w="10397" h="11847" extrusionOk="0">
                  <a:moveTo>
                    <a:pt x="5860" y="694"/>
                  </a:moveTo>
                  <a:cubicBezTo>
                    <a:pt x="7089" y="694"/>
                    <a:pt x="8097" y="1639"/>
                    <a:pt x="8254" y="2805"/>
                  </a:cubicBezTo>
                  <a:cubicBezTo>
                    <a:pt x="8160" y="2773"/>
                    <a:pt x="8065" y="2773"/>
                    <a:pt x="7939" y="2773"/>
                  </a:cubicBezTo>
                  <a:lnTo>
                    <a:pt x="7561" y="2773"/>
                  </a:lnTo>
                  <a:cubicBezTo>
                    <a:pt x="7404" y="1985"/>
                    <a:pt x="6679" y="1387"/>
                    <a:pt x="5860" y="1387"/>
                  </a:cubicBezTo>
                  <a:lnTo>
                    <a:pt x="4474" y="1387"/>
                  </a:lnTo>
                  <a:cubicBezTo>
                    <a:pt x="3655" y="1387"/>
                    <a:pt x="2930" y="1985"/>
                    <a:pt x="2804" y="2773"/>
                  </a:cubicBezTo>
                  <a:lnTo>
                    <a:pt x="2394" y="2773"/>
                  </a:lnTo>
                  <a:cubicBezTo>
                    <a:pt x="2268" y="2773"/>
                    <a:pt x="2142" y="2773"/>
                    <a:pt x="2079" y="2805"/>
                  </a:cubicBezTo>
                  <a:cubicBezTo>
                    <a:pt x="2237" y="1639"/>
                    <a:pt x="3277" y="694"/>
                    <a:pt x="4474" y="694"/>
                  </a:cubicBezTo>
                  <a:close/>
                  <a:moveTo>
                    <a:pt x="6206" y="2143"/>
                  </a:moveTo>
                  <a:cubicBezTo>
                    <a:pt x="6616" y="2300"/>
                    <a:pt x="6931" y="2647"/>
                    <a:pt x="6931" y="3120"/>
                  </a:cubicBezTo>
                  <a:lnTo>
                    <a:pt x="6931" y="3403"/>
                  </a:lnTo>
                  <a:cubicBezTo>
                    <a:pt x="6522" y="3246"/>
                    <a:pt x="6206" y="2899"/>
                    <a:pt x="6206" y="2427"/>
                  </a:cubicBezTo>
                  <a:lnTo>
                    <a:pt x="6206" y="2143"/>
                  </a:lnTo>
                  <a:close/>
                  <a:moveTo>
                    <a:pt x="5513" y="2080"/>
                  </a:moveTo>
                  <a:lnTo>
                    <a:pt x="5513" y="2427"/>
                  </a:lnTo>
                  <a:cubicBezTo>
                    <a:pt x="5513" y="3025"/>
                    <a:pt x="5041" y="3435"/>
                    <a:pt x="4474" y="3435"/>
                  </a:cubicBezTo>
                  <a:lnTo>
                    <a:pt x="3466" y="3435"/>
                  </a:lnTo>
                  <a:lnTo>
                    <a:pt x="3466" y="3088"/>
                  </a:lnTo>
                  <a:cubicBezTo>
                    <a:pt x="3466" y="2490"/>
                    <a:pt x="3938" y="2080"/>
                    <a:pt x="4474" y="2080"/>
                  </a:cubicBezTo>
                  <a:close/>
                  <a:moveTo>
                    <a:pt x="2741" y="3435"/>
                  </a:moveTo>
                  <a:lnTo>
                    <a:pt x="2741" y="5451"/>
                  </a:lnTo>
                  <a:cubicBezTo>
                    <a:pt x="2363" y="5293"/>
                    <a:pt x="2048" y="4947"/>
                    <a:pt x="2048" y="4474"/>
                  </a:cubicBezTo>
                  <a:lnTo>
                    <a:pt x="2048" y="3813"/>
                  </a:lnTo>
                  <a:cubicBezTo>
                    <a:pt x="2048" y="3592"/>
                    <a:pt x="2205" y="3435"/>
                    <a:pt x="2394" y="3435"/>
                  </a:cubicBezTo>
                  <a:close/>
                  <a:moveTo>
                    <a:pt x="7939" y="3498"/>
                  </a:moveTo>
                  <a:cubicBezTo>
                    <a:pt x="8160" y="3498"/>
                    <a:pt x="8317" y="3655"/>
                    <a:pt x="8317" y="3844"/>
                  </a:cubicBezTo>
                  <a:lnTo>
                    <a:pt x="8317" y="4506"/>
                  </a:lnTo>
                  <a:cubicBezTo>
                    <a:pt x="8317" y="4947"/>
                    <a:pt x="8034" y="5325"/>
                    <a:pt x="7593" y="5482"/>
                  </a:cubicBezTo>
                  <a:lnTo>
                    <a:pt x="7593" y="3498"/>
                  </a:lnTo>
                  <a:close/>
                  <a:moveTo>
                    <a:pt x="5891" y="3435"/>
                  </a:moveTo>
                  <a:cubicBezTo>
                    <a:pt x="6143" y="3750"/>
                    <a:pt x="6522" y="4033"/>
                    <a:pt x="6931" y="4128"/>
                  </a:cubicBezTo>
                  <a:lnTo>
                    <a:pt x="6931" y="5892"/>
                  </a:lnTo>
                  <a:cubicBezTo>
                    <a:pt x="6931" y="6491"/>
                    <a:pt x="6459" y="6900"/>
                    <a:pt x="5891" y="6900"/>
                  </a:cubicBezTo>
                  <a:lnTo>
                    <a:pt x="4505" y="6900"/>
                  </a:lnTo>
                  <a:cubicBezTo>
                    <a:pt x="3938" y="6900"/>
                    <a:pt x="3497" y="6428"/>
                    <a:pt x="3497" y="5892"/>
                  </a:cubicBezTo>
                  <a:lnTo>
                    <a:pt x="3497" y="4159"/>
                  </a:lnTo>
                  <a:lnTo>
                    <a:pt x="4505" y="4159"/>
                  </a:lnTo>
                  <a:cubicBezTo>
                    <a:pt x="5072" y="4159"/>
                    <a:pt x="5576" y="3876"/>
                    <a:pt x="5891" y="3435"/>
                  </a:cubicBezTo>
                  <a:close/>
                  <a:moveTo>
                    <a:pt x="6238" y="7593"/>
                  </a:moveTo>
                  <a:cubicBezTo>
                    <a:pt x="6333" y="7782"/>
                    <a:pt x="6459" y="7971"/>
                    <a:pt x="6616" y="8097"/>
                  </a:cubicBezTo>
                  <a:lnTo>
                    <a:pt x="5198" y="9547"/>
                  </a:lnTo>
                  <a:lnTo>
                    <a:pt x="3718" y="8097"/>
                  </a:lnTo>
                  <a:cubicBezTo>
                    <a:pt x="3875" y="7971"/>
                    <a:pt x="4033" y="7782"/>
                    <a:pt x="4096" y="7593"/>
                  </a:cubicBezTo>
                  <a:cubicBezTo>
                    <a:pt x="4190" y="7625"/>
                    <a:pt x="4379" y="7625"/>
                    <a:pt x="4474" y="7625"/>
                  </a:cubicBezTo>
                  <a:lnTo>
                    <a:pt x="5860" y="7625"/>
                  </a:lnTo>
                  <a:cubicBezTo>
                    <a:pt x="5986" y="7625"/>
                    <a:pt x="6143" y="7625"/>
                    <a:pt x="6238" y="7593"/>
                  </a:cubicBezTo>
                  <a:close/>
                  <a:moveTo>
                    <a:pt x="2961" y="8318"/>
                  </a:moveTo>
                  <a:lnTo>
                    <a:pt x="4852" y="10177"/>
                  </a:lnTo>
                  <a:lnTo>
                    <a:pt x="4852" y="11122"/>
                  </a:lnTo>
                  <a:lnTo>
                    <a:pt x="662" y="11122"/>
                  </a:lnTo>
                  <a:lnTo>
                    <a:pt x="662" y="9358"/>
                  </a:lnTo>
                  <a:cubicBezTo>
                    <a:pt x="662" y="8759"/>
                    <a:pt x="1134" y="8318"/>
                    <a:pt x="1701" y="8318"/>
                  </a:cubicBezTo>
                  <a:close/>
                  <a:moveTo>
                    <a:pt x="8664" y="8318"/>
                  </a:moveTo>
                  <a:cubicBezTo>
                    <a:pt x="9262" y="8318"/>
                    <a:pt x="9672" y="8790"/>
                    <a:pt x="9672" y="9358"/>
                  </a:cubicBezTo>
                  <a:lnTo>
                    <a:pt x="9672" y="11122"/>
                  </a:lnTo>
                  <a:lnTo>
                    <a:pt x="5513" y="11122"/>
                  </a:lnTo>
                  <a:lnTo>
                    <a:pt x="5513" y="10177"/>
                  </a:lnTo>
                  <a:lnTo>
                    <a:pt x="7404" y="8318"/>
                  </a:lnTo>
                  <a:close/>
                  <a:moveTo>
                    <a:pt x="4537" y="1"/>
                  </a:moveTo>
                  <a:cubicBezTo>
                    <a:pt x="2804" y="1"/>
                    <a:pt x="1418" y="1418"/>
                    <a:pt x="1418" y="3120"/>
                  </a:cubicBezTo>
                  <a:lnTo>
                    <a:pt x="1418" y="4506"/>
                  </a:lnTo>
                  <a:cubicBezTo>
                    <a:pt x="1418" y="5356"/>
                    <a:pt x="2048" y="6050"/>
                    <a:pt x="2835" y="6207"/>
                  </a:cubicBezTo>
                  <a:cubicBezTo>
                    <a:pt x="2898" y="6648"/>
                    <a:pt x="3151" y="7026"/>
                    <a:pt x="3497" y="7278"/>
                  </a:cubicBezTo>
                  <a:cubicBezTo>
                    <a:pt x="3466" y="7467"/>
                    <a:pt x="3308" y="7625"/>
                    <a:pt x="3119" y="7625"/>
                  </a:cubicBezTo>
                  <a:lnTo>
                    <a:pt x="1733" y="7625"/>
                  </a:lnTo>
                  <a:cubicBezTo>
                    <a:pt x="788" y="7625"/>
                    <a:pt x="0" y="8412"/>
                    <a:pt x="0" y="9358"/>
                  </a:cubicBezTo>
                  <a:lnTo>
                    <a:pt x="0" y="11468"/>
                  </a:lnTo>
                  <a:cubicBezTo>
                    <a:pt x="0" y="11689"/>
                    <a:pt x="158" y="11846"/>
                    <a:pt x="347" y="11846"/>
                  </a:cubicBezTo>
                  <a:lnTo>
                    <a:pt x="10050" y="11846"/>
                  </a:lnTo>
                  <a:cubicBezTo>
                    <a:pt x="10239" y="11846"/>
                    <a:pt x="10397" y="11689"/>
                    <a:pt x="10397" y="11468"/>
                  </a:cubicBezTo>
                  <a:lnTo>
                    <a:pt x="10397" y="9358"/>
                  </a:lnTo>
                  <a:cubicBezTo>
                    <a:pt x="10397" y="8412"/>
                    <a:pt x="9609" y="7625"/>
                    <a:pt x="8664" y="7625"/>
                  </a:cubicBezTo>
                  <a:lnTo>
                    <a:pt x="7278" y="7625"/>
                  </a:lnTo>
                  <a:cubicBezTo>
                    <a:pt x="7089" y="7625"/>
                    <a:pt x="6931" y="7467"/>
                    <a:pt x="6931" y="7278"/>
                  </a:cubicBezTo>
                  <a:cubicBezTo>
                    <a:pt x="7278" y="7026"/>
                    <a:pt x="7530" y="6648"/>
                    <a:pt x="7593" y="6207"/>
                  </a:cubicBezTo>
                  <a:cubicBezTo>
                    <a:pt x="8380" y="6050"/>
                    <a:pt x="9010" y="5325"/>
                    <a:pt x="9010" y="4506"/>
                  </a:cubicBezTo>
                  <a:lnTo>
                    <a:pt x="9010" y="3120"/>
                  </a:lnTo>
                  <a:cubicBezTo>
                    <a:pt x="9010" y="1387"/>
                    <a:pt x="7593" y="1"/>
                    <a:pt x="58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97" name="Google Shape;10197;p63"/>
            <p:cNvSpPr/>
            <p:nvPr/>
          </p:nvSpPr>
          <p:spPr>
            <a:xfrm>
              <a:off x="5967300" y="2915375"/>
              <a:ext cx="35450" cy="17350"/>
            </a:xfrm>
            <a:custGeom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198" name="Google Shape;10198;p63"/>
          <p:cNvSpPr/>
          <p:nvPr/>
        </p:nvSpPr>
        <p:spPr>
          <a:xfrm>
            <a:off x="6637977" y="4079018"/>
            <a:ext cx="349457" cy="348513"/>
          </a:xfrm>
          <a:custGeom>
            <a:rect l="l" t="t" r="r" b="b"/>
            <a:pathLst>
              <a:path w="11847" h="11815" extrusionOk="0">
                <a:moveTo>
                  <a:pt x="5892" y="693"/>
                </a:moveTo>
                <a:cubicBezTo>
                  <a:pt x="6491" y="693"/>
                  <a:pt x="6932" y="1134"/>
                  <a:pt x="6932" y="1701"/>
                </a:cubicBezTo>
                <a:cubicBezTo>
                  <a:pt x="6932" y="2269"/>
                  <a:pt x="6459" y="2710"/>
                  <a:pt x="5892" y="2710"/>
                </a:cubicBezTo>
                <a:cubicBezTo>
                  <a:pt x="5325" y="2710"/>
                  <a:pt x="4884" y="2269"/>
                  <a:pt x="4884" y="1701"/>
                </a:cubicBezTo>
                <a:cubicBezTo>
                  <a:pt x="4884" y="1134"/>
                  <a:pt x="5325" y="693"/>
                  <a:pt x="5892" y="693"/>
                </a:cubicBezTo>
                <a:close/>
                <a:moveTo>
                  <a:pt x="5892" y="3466"/>
                </a:moveTo>
                <a:cubicBezTo>
                  <a:pt x="6176" y="3466"/>
                  <a:pt x="6428" y="3497"/>
                  <a:pt x="6680" y="3592"/>
                </a:cubicBezTo>
                <a:lnTo>
                  <a:pt x="5892" y="4631"/>
                </a:lnTo>
                <a:lnTo>
                  <a:pt x="5104" y="3592"/>
                </a:lnTo>
                <a:cubicBezTo>
                  <a:pt x="5357" y="3529"/>
                  <a:pt x="5609" y="3466"/>
                  <a:pt x="5892" y="3466"/>
                </a:cubicBezTo>
                <a:close/>
                <a:moveTo>
                  <a:pt x="4222" y="2048"/>
                </a:moveTo>
                <a:cubicBezTo>
                  <a:pt x="4285" y="2426"/>
                  <a:pt x="4474" y="2710"/>
                  <a:pt x="4726" y="2962"/>
                </a:cubicBezTo>
                <a:cubicBezTo>
                  <a:pt x="4632" y="2993"/>
                  <a:pt x="4537" y="3056"/>
                  <a:pt x="4443" y="3088"/>
                </a:cubicBezTo>
                <a:cubicBezTo>
                  <a:pt x="4443" y="3088"/>
                  <a:pt x="4411" y="3088"/>
                  <a:pt x="4411" y="3119"/>
                </a:cubicBezTo>
                <a:cubicBezTo>
                  <a:pt x="3403" y="3623"/>
                  <a:pt x="2773" y="4694"/>
                  <a:pt x="2773" y="5829"/>
                </a:cubicBezTo>
                <a:lnTo>
                  <a:pt x="2773" y="6207"/>
                </a:lnTo>
                <a:lnTo>
                  <a:pt x="2143" y="6207"/>
                </a:lnTo>
                <a:lnTo>
                  <a:pt x="2647" y="2300"/>
                </a:lnTo>
                <a:cubicBezTo>
                  <a:pt x="2679" y="2174"/>
                  <a:pt x="2836" y="2048"/>
                  <a:pt x="2962" y="2048"/>
                </a:cubicBezTo>
                <a:close/>
                <a:moveTo>
                  <a:pt x="4474" y="3907"/>
                </a:moveTo>
                <a:lnTo>
                  <a:pt x="5546" y="5325"/>
                </a:lnTo>
                <a:lnTo>
                  <a:pt x="5546" y="6238"/>
                </a:lnTo>
                <a:lnTo>
                  <a:pt x="3466" y="6238"/>
                </a:lnTo>
                <a:lnTo>
                  <a:pt x="3466" y="5892"/>
                </a:lnTo>
                <a:cubicBezTo>
                  <a:pt x="3466" y="5041"/>
                  <a:pt x="3844" y="4348"/>
                  <a:pt x="4474" y="3907"/>
                </a:cubicBezTo>
                <a:close/>
                <a:moveTo>
                  <a:pt x="7278" y="3907"/>
                </a:moveTo>
                <a:cubicBezTo>
                  <a:pt x="7908" y="4348"/>
                  <a:pt x="8318" y="5104"/>
                  <a:pt x="8318" y="5892"/>
                </a:cubicBezTo>
                <a:lnTo>
                  <a:pt x="8318" y="6238"/>
                </a:lnTo>
                <a:lnTo>
                  <a:pt x="6207" y="6238"/>
                </a:lnTo>
                <a:lnTo>
                  <a:pt x="6207" y="5325"/>
                </a:lnTo>
                <a:lnTo>
                  <a:pt x="7278" y="3907"/>
                </a:lnTo>
                <a:close/>
                <a:moveTo>
                  <a:pt x="8854" y="2048"/>
                </a:moveTo>
                <a:cubicBezTo>
                  <a:pt x="9011" y="2048"/>
                  <a:pt x="9137" y="2143"/>
                  <a:pt x="9169" y="2300"/>
                </a:cubicBezTo>
                <a:lnTo>
                  <a:pt x="9673" y="6238"/>
                </a:lnTo>
                <a:lnTo>
                  <a:pt x="9043" y="6238"/>
                </a:lnTo>
                <a:lnTo>
                  <a:pt x="9043" y="5860"/>
                </a:lnTo>
                <a:cubicBezTo>
                  <a:pt x="9043" y="4694"/>
                  <a:pt x="8381" y="3655"/>
                  <a:pt x="7436" y="3151"/>
                </a:cubicBezTo>
                <a:cubicBezTo>
                  <a:pt x="7436" y="3151"/>
                  <a:pt x="7404" y="3151"/>
                  <a:pt x="7404" y="3119"/>
                </a:cubicBezTo>
                <a:cubicBezTo>
                  <a:pt x="7310" y="3088"/>
                  <a:pt x="7184" y="3056"/>
                  <a:pt x="7121" y="2993"/>
                </a:cubicBezTo>
                <a:cubicBezTo>
                  <a:pt x="7310" y="2773"/>
                  <a:pt x="7530" y="2458"/>
                  <a:pt x="7593" y="2048"/>
                </a:cubicBezTo>
                <a:close/>
                <a:moveTo>
                  <a:pt x="10744" y="6900"/>
                </a:moveTo>
                <a:cubicBezTo>
                  <a:pt x="10933" y="6900"/>
                  <a:pt x="11090" y="7057"/>
                  <a:pt x="11090" y="7246"/>
                </a:cubicBezTo>
                <a:cubicBezTo>
                  <a:pt x="11090" y="7435"/>
                  <a:pt x="10933" y="7624"/>
                  <a:pt x="10744" y="7624"/>
                </a:cubicBezTo>
                <a:lnTo>
                  <a:pt x="1009" y="7624"/>
                </a:lnTo>
                <a:cubicBezTo>
                  <a:pt x="820" y="7624"/>
                  <a:pt x="662" y="7435"/>
                  <a:pt x="662" y="7246"/>
                </a:cubicBezTo>
                <a:cubicBezTo>
                  <a:pt x="662" y="7057"/>
                  <a:pt x="820" y="6900"/>
                  <a:pt x="1009" y="6900"/>
                </a:cubicBezTo>
                <a:close/>
                <a:moveTo>
                  <a:pt x="10397" y="8317"/>
                </a:moveTo>
                <a:lnTo>
                  <a:pt x="10397" y="11121"/>
                </a:lnTo>
                <a:lnTo>
                  <a:pt x="1387" y="11121"/>
                </a:lnTo>
                <a:lnTo>
                  <a:pt x="1387" y="8317"/>
                </a:lnTo>
                <a:close/>
                <a:moveTo>
                  <a:pt x="5892" y="0"/>
                </a:moveTo>
                <a:cubicBezTo>
                  <a:pt x="5073" y="0"/>
                  <a:pt x="4380" y="599"/>
                  <a:pt x="4222" y="1386"/>
                </a:cubicBezTo>
                <a:lnTo>
                  <a:pt x="2962" y="1386"/>
                </a:lnTo>
                <a:cubicBezTo>
                  <a:pt x="2458" y="1386"/>
                  <a:pt x="2080" y="1701"/>
                  <a:pt x="1954" y="2143"/>
                </a:cubicBezTo>
                <a:lnTo>
                  <a:pt x="1954" y="2174"/>
                </a:lnTo>
                <a:lnTo>
                  <a:pt x="1450" y="6238"/>
                </a:lnTo>
                <a:lnTo>
                  <a:pt x="1072" y="6238"/>
                </a:lnTo>
                <a:cubicBezTo>
                  <a:pt x="473" y="6238"/>
                  <a:pt x="1" y="6711"/>
                  <a:pt x="1" y="7246"/>
                </a:cubicBezTo>
                <a:cubicBezTo>
                  <a:pt x="1" y="7719"/>
                  <a:pt x="316" y="8065"/>
                  <a:pt x="694" y="8254"/>
                </a:cubicBezTo>
                <a:lnTo>
                  <a:pt x="694" y="11468"/>
                </a:lnTo>
                <a:cubicBezTo>
                  <a:pt x="694" y="11657"/>
                  <a:pt x="851" y="11815"/>
                  <a:pt x="1040" y="11815"/>
                </a:cubicBezTo>
                <a:lnTo>
                  <a:pt x="10775" y="11815"/>
                </a:lnTo>
                <a:cubicBezTo>
                  <a:pt x="10996" y="11815"/>
                  <a:pt x="11153" y="11657"/>
                  <a:pt x="11153" y="11468"/>
                </a:cubicBezTo>
                <a:lnTo>
                  <a:pt x="11153" y="8254"/>
                </a:lnTo>
                <a:cubicBezTo>
                  <a:pt x="11531" y="8065"/>
                  <a:pt x="11847" y="7719"/>
                  <a:pt x="11847" y="7246"/>
                </a:cubicBezTo>
                <a:cubicBezTo>
                  <a:pt x="11815" y="6711"/>
                  <a:pt x="11342" y="6238"/>
                  <a:pt x="10744" y="6238"/>
                </a:cubicBezTo>
                <a:lnTo>
                  <a:pt x="10366" y="6238"/>
                </a:lnTo>
                <a:lnTo>
                  <a:pt x="9830" y="2174"/>
                </a:lnTo>
                <a:lnTo>
                  <a:pt x="9830" y="2143"/>
                </a:lnTo>
                <a:cubicBezTo>
                  <a:pt x="9736" y="1701"/>
                  <a:pt x="9295" y="1386"/>
                  <a:pt x="8854" y="1386"/>
                </a:cubicBezTo>
                <a:lnTo>
                  <a:pt x="7593" y="1386"/>
                </a:lnTo>
                <a:cubicBezTo>
                  <a:pt x="7436" y="599"/>
                  <a:pt x="6711" y="0"/>
                  <a:pt x="589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99" name="Google Shape;10199;p63"/>
          <p:cNvSpPr/>
          <p:nvPr/>
        </p:nvSpPr>
        <p:spPr>
          <a:xfrm>
            <a:off x="4867924" y="2197454"/>
            <a:ext cx="348513" cy="349427"/>
          </a:xfrm>
          <a:custGeom>
            <a:rect l="l" t="t" r="r" b="b"/>
            <a:pathLst>
              <a:path w="11815" h="11846" extrusionOk="0">
                <a:moveTo>
                  <a:pt x="5829" y="693"/>
                </a:moveTo>
                <a:cubicBezTo>
                  <a:pt x="6238" y="693"/>
                  <a:pt x="6553" y="1008"/>
                  <a:pt x="6553" y="1418"/>
                </a:cubicBezTo>
                <a:cubicBezTo>
                  <a:pt x="6553" y="1796"/>
                  <a:pt x="6238" y="2111"/>
                  <a:pt x="5829" y="2111"/>
                </a:cubicBezTo>
                <a:cubicBezTo>
                  <a:pt x="5451" y="2111"/>
                  <a:pt x="5136" y="1796"/>
                  <a:pt x="5136" y="1418"/>
                </a:cubicBezTo>
                <a:cubicBezTo>
                  <a:pt x="5136" y="1008"/>
                  <a:pt x="5482" y="693"/>
                  <a:pt x="5829" y="693"/>
                </a:cubicBezTo>
                <a:close/>
                <a:moveTo>
                  <a:pt x="5829" y="2773"/>
                </a:moveTo>
                <a:cubicBezTo>
                  <a:pt x="6774" y="2773"/>
                  <a:pt x="7562" y="3560"/>
                  <a:pt x="7562" y="4568"/>
                </a:cubicBezTo>
                <a:lnTo>
                  <a:pt x="7562" y="4915"/>
                </a:lnTo>
                <a:lnTo>
                  <a:pt x="4096" y="4915"/>
                </a:lnTo>
                <a:lnTo>
                  <a:pt x="4096" y="4568"/>
                </a:lnTo>
                <a:cubicBezTo>
                  <a:pt x="4096" y="3560"/>
                  <a:pt x="4884" y="2773"/>
                  <a:pt x="5829" y="2773"/>
                </a:cubicBezTo>
                <a:close/>
                <a:moveTo>
                  <a:pt x="2363" y="6963"/>
                </a:moveTo>
                <a:cubicBezTo>
                  <a:pt x="2773" y="6963"/>
                  <a:pt x="3088" y="7278"/>
                  <a:pt x="3088" y="7656"/>
                </a:cubicBezTo>
                <a:cubicBezTo>
                  <a:pt x="3088" y="8065"/>
                  <a:pt x="2773" y="8380"/>
                  <a:pt x="2363" y="8380"/>
                </a:cubicBezTo>
                <a:cubicBezTo>
                  <a:pt x="1985" y="8380"/>
                  <a:pt x="1670" y="8065"/>
                  <a:pt x="1670" y="7656"/>
                </a:cubicBezTo>
                <a:cubicBezTo>
                  <a:pt x="1670" y="7278"/>
                  <a:pt x="1985" y="6963"/>
                  <a:pt x="2363" y="6963"/>
                </a:cubicBezTo>
                <a:close/>
                <a:moveTo>
                  <a:pt x="9357" y="6963"/>
                </a:moveTo>
                <a:cubicBezTo>
                  <a:pt x="9735" y="6963"/>
                  <a:pt x="10050" y="7278"/>
                  <a:pt x="10050" y="7656"/>
                </a:cubicBezTo>
                <a:cubicBezTo>
                  <a:pt x="10050" y="8065"/>
                  <a:pt x="9735" y="8380"/>
                  <a:pt x="9357" y="8380"/>
                </a:cubicBezTo>
                <a:cubicBezTo>
                  <a:pt x="8948" y="8380"/>
                  <a:pt x="8633" y="8065"/>
                  <a:pt x="8633" y="7656"/>
                </a:cubicBezTo>
                <a:cubicBezTo>
                  <a:pt x="8633" y="7278"/>
                  <a:pt x="8948" y="6963"/>
                  <a:pt x="9357" y="6963"/>
                </a:cubicBezTo>
                <a:close/>
                <a:moveTo>
                  <a:pt x="2363" y="9042"/>
                </a:moveTo>
                <a:cubicBezTo>
                  <a:pt x="3308" y="9042"/>
                  <a:pt x="4096" y="9830"/>
                  <a:pt x="4096" y="10806"/>
                </a:cubicBezTo>
                <a:lnTo>
                  <a:pt x="4096" y="11184"/>
                </a:lnTo>
                <a:lnTo>
                  <a:pt x="630" y="11184"/>
                </a:lnTo>
                <a:lnTo>
                  <a:pt x="630" y="10806"/>
                </a:lnTo>
                <a:cubicBezTo>
                  <a:pt x="630" y="9830"/>
                  <a:pt x="1418" y="9042"/>
                  <a:pt x="2363" y="9042"/>
                </a:cubicBezTo>
                <a:close/>
                <a:moveTo>
                  <a:pt x="9357" y="9042"/>
                </a:moveTo>
                <a:cubicBezTo>
                  <a:pt x="10302" y="9042"/>
                  <a:pt x="11090" y="9830"/>
                  <a:pt x="11090" y="10806"/>
                </a:cubicBezTo>
                <a:lnTo>
                  <a:pt x="11090" y="11184"/>
                </a:lnTo>
                <a:lnTo>
                  <a:pt x="7625" y="11184"/>
                </a:lnTo>
                <a:lnTo>
                  <a:pt x="7625" y="10806"/>
                </a:lnTo>
                <a:cubicBezTo>
                  <a:pt x="7625" y="9830"/>
                  <a:pt x="8412" y="9042"/>
                  <a:pt x="9357" y="9042"/>
                </a:cubicBezTo>
                <a:close/>
                <a:moveTo>
                  <a:pt x="5892" y="0"/>
                </a:moveTo>
                <a:cubicBezTo>
                  <a:pt x="5136" y="0"/>
                  <a:pt x="4506" y="630"/>
                  <a:pt x="4506" y="1355"/>
                </a:cubicBezTo>
                <a:cubicBezTo>
                  <a:pt x="4506" y="1733"/>
                  <a:pt x="4632" y="2016"/>
                  <a:pt x="4852" y="2300"/>
                </a:cubicBezTo>
                <a:cubicBezTo>
                  <a:pt x="4033" y="2710"/>
                  <a:pt x="3466" y="3529"/>
                  <a:pt x="3466" y="4505"/>
                </a:cubicBezTo>
                <a:lnTo>
                  <a:pt x="3466" y="5230"/>
                </a:lnTo>
                <a:cubicBezTo>
                  <a:pt x="3466" y="5419"/>
                  <a:pt x="3623" y="5577"/>
                  <a:pt x="3844" y="5577"/>
                </a:cubicBezTo>
                <a:lnTo>
                  <a:pt x="5577" y="5577"/>
                </a:lnTo>
                <a:lnTo>
                  <a:pt x="5577" y="7152"/>
                </a:lnTo>
                <a:lnTo>
                  <a:pt x="3875" y="8822"/>
                </a:lnTo>
                <a:cubicBezTo>
                  <a:pt x="3749" y="8696"/>
                  <a:pt x="3592" y="8601"/>
                  <a:pt x="3434" y="8569"/>
                </a:cubicBezTo>
                <a:cubicBezTo>
                  <a:pt x="3686" y="8349"/>
                  <a:pt x="3781" y="8034"/>
                  <a:pt x="3781" y="7624"/>
                </a:cubicBezTo>
                <a:cubicBezTo>
                  <a:pt x="3781" y="6868"/>
                  <a:pt x="3151" y="6238"/>
                  <a:pt x="2426" y="6238"/>
                </a:cubicBezTo>
                <a:cubicBezTo>
                  <a:pt x="1670" y="6238"/>
                  <a:pt x="1040" y="6868"/>
                  <a:pt x="1040" y="7624"/>
                </a:cubicBezTo>
                <a:cubicBezTo>
                  <a:pt x="1040" y="7971"/>
                  <a:pt x="1166" y="8286"/>
                  <a:pt x="1387" y="8569"/>
                </a:cubicBezTo>
                <a:cubicBezTo>
                  <a:pt x="567" y="8979"/>
                  <a:pt x="0" y="9798"/>
                  <a:pt x="0" y="10775"/>
                </a:cubicBezTo>
                <a:lnTo>
                  <a:pt x="0" y="11499"/>
                </a:lnTo>
                <a:cubicBezTo>
                  <a:pt x="0" y="11688"/>
                  <a:pt x="158" y="11846"/>
                  <a:pt x="378" y="11846"/>
                </a:cubicBezTo>
                <a:lnTo>
                  <a:pt x="4474" y="11846"/>
                </a:lnTo>
                <a:cubicBezTo>
                  <a:pt x="4663" y="11846"/>
                  <a:pt x="4821" y="11688"/>
                  <a:pt x="4821" y="11499"/>
                </a:cubicBezTo>
                <a:lnTo>
                  <a:pt x="4821" y="10775"/>
                </a:lnTo>
                <a:cubicBezTo>
                  <a:pt x="4821" y="10239"/>
                  <a:pt x="4632" y="9704"/>
                  <a:pt x="4348" y="9326"/>
                </a:cubicBezTo>
                <a:lnTo>
                  <a:pt x="5860" y="7782"/>
                </a:lnTo>
                <a:lnTo>
                  <a:pt x="7404" y="9326"/>
                </a:lnTo>
                <a:cubicBezTo>
                  <a:pt x="7089" y="9704"/>
                  <a:pt x="6931" y="10239"/>
                  <a:pt x="6931" y="10775"/>
                </a:cubicBezTo>
                <a:lnTo>
                  <a:pt x="6931" y="11499"/>
                </a:lnTo>
                <a:cubicBezTo>
                  <a:pt x="6931" y="11688"/>
                  <a:pt x="7089" y="11846"/>
                  <a:pt x="7309" y="11846"/>
                </a:cubicBezTo>
                <a:lnTo>
                  <a:pt x="11468" y="11846"/>
                </a:lnTo>
                <a:cubicBezTo>
                  <a:pt x="11657" y="11846"/>
                  <a:pt x="11815" y="11688"/>
                  <a:pt x="11815" y="11499"/>
                </a:cubicBezTo>
                <a:lnTo>
                  <a:pt x="11815" y="10775"/>
                </a:lnTo>
                <a:cubicBezTo>
                  <a:pt x="11783" y="9830"/>
                  <a:pt x="11185" y="8979"/>
                  <a:pt x="10365" y="8569"/>
                </a:cubicBezTo>
                <a:cubicBezTo>
                  <a:pt x="10586" y="8349"/>
                  <a:pt x="10712" y="8034"/>
                  <a:pt x="10712" y="7624"/>
                </a:cubicBezTo>
                <a:cubicBezTo>
                  <a:pt x="10712" y="6868"/>
                  <a:pt x="10082" y="6238"/>
                  <a:pt x="9357" y="6238"/>
                </a:cubicBezTo>
                <a:cubicBezTo>
                  <a:pt x="8601" y="6238"/>
                  <a:pt x="7971" y="6868"/>
                  <a:pt x="7971" y="7624"/>
                </a:cubicBezTo>
                <a:cubicBezTo>
                  <a:pt x="7971" y="7971"/>
                  <a:pt x="8097" y="8286"/>
                  <a:pt x="8318" y="8569"/>
                </a:cubicBezTo>
                <a:cubicBezTo>
                  <a:pt x="8160" y="8664"/>
                  <a:pt x="8034" y="8727"/>
                  <a:pt x="7877" y="8822"/>
                </a:cubicBezTo>
                <a:lnTo>
                  <a:pt x="6207" y="7152"/>
                </a:lnTo>
                <a:lnTo>
                  <a:pt x="6207" y="5577"/>
                </a:lnTo>
                <a:lnTo>
                  <a:pt x="7940" y="5577"/>
                </a:lnTo>
                <a:cubicBezTo>
                  <a:pt x="8129" y="5577"/>
                  <a:pt x="8286" y="5419"/>
                  <a:pt x="8286" y="5230"/>
                </a:cubicBezTo>
                <a:lnTo>
                  <a:pt x="8286" y="4505"/>
                </a:lnTo>
                <a:cubicBezTo>
                  <a:pt x="8286" y="3529"/>
                  <a:pt x="7688" y="2710"/>
                  <a:pt x="6900" y="2300"/>
                </a:cubicBezTo>
                <a:cubicBezTo>
                  <a:pt x="7152" y="2080"/>
                  <a:pt x="7246" y="1764"/>
                  <a:pt x="7246" y="1355"/>
                </a:cubicBezTo>
                <a:cubicBezTo>
                  <a:pt x="7246" y="630"/>
                  <a:pt x="6616" y="0"/>
                  <a:pt x="589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200" name="Google Shape;10200;p63"/>
          <p:cNvGrpSpPr/>
          <p:nvPr/>
        </p:nvGrpSpPr>
        <p:grpSpPr>
          <a:xfrm>
            <a:off x="6637536" y="1304166"/>
            <a:ext cx="350401" cy="349457"/>
            <a:chOff x="2141000" y="1954475"/>
            <a:chExt cx="296975" cy="296175"/>
          </a:xfrm>
        </p:grpSpPr>
        <p:sp>
          <p:nvSpPr>
            <p:cNvPr id="10201" name="Google Shape;10201;p63"/>
            <p:cNvSpPr/>
            <p:nvPr/>
          </p:nvSpPr>
          <p:spPr>
            <a:xfrm>
              <a:off x="2280425" y="1989925"/>
              <a:ext cx="104775" cy="68550"/>
            </a:xfrm>
            <a:custGeom>
              <a:rect l="l" t="t" r="r" b="b"/>
              <a:pathLst>
                <a:path w="4191" h="274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05"/>
                    <a:pt x="158" y="662"/>
                    <a:pt x="315" y="662"/>
                  </a:cubicBezTo>
                  <a:lnTo>
                    <a:pt x="2426" y="662"/>
                  </a:lnTo>
                  <a:cubicBezTo>
                    <a:pt x="2615" y="662"/>
                    <a:pt x="2773" y="820"/>
                    <a:pt x="2773" y="1009"/>
                  </a:cubicBezTo>
                  <a:lnTo>
                    <a:pt x="2773" y="1576"/>
                  </a:lnTo>
                  <a:lnTo>
                    <a:pt x="2678" y="1450"/>
                  </a:lnTo>
                  <a:cubicBezTo>
                    <a:pt x="2615" y="1387"/>
                    <a:pt x="2521" y="1355"/>
                    <a:pt x="2430" y="1355"/>
                  </a:cubicBezTo>
                  <a:cubicBezTo>
                    <a:pt x="2340" y="1355"/>
                    <a:pt x="2253" y="1387"/>
                    <a:pt x="2206" y="1450"/>
                  </a:cubicBezTo>
                  <a:cubicBezTo>
                    <a:pt x="2080" y="1576"/>
                    <a:pt x="2080" y="1796"/>
                    <a:pt x="2206" y="1922"/>
                  </a:cubicBezTo>
                  <a:lnTo>
                    <a:pt x="2899" y="2647"/>
                  </a:lnTo>
                  <a:cubicBezTo>
                    <a:pt x="2993" y="2710"/>
                    <a:pt x="3056" y="2741"/>
                    <a:pt x="3151" y="2741"/>
                  </a:cubicBezTo>
                  <a:cubicBezTo>
                    <a:pt x="3214" y="2741"/>
                    <a:pt x="3340" y="2710"/>
                    <a:pt x="3371" y="2647"/>
                  </a:cubicBezTo>
                  <a:lnTo>
                    <a:pt x="4096" y="1922"/>
                  </a:lnTo>
                  <a:cubicBezTo>
                    <a:pt x="4191" y="1796"/>
                    <a:pt x="4191" y="1576"/>
                    <a:pt x="4096" y="1450"/>
                  </a:cubicBezTo>
                  <a:cubicBezTo>
                    <a:pt x="4033" y="1387"/>
                    <a:pt x="3938" y="1355"/>
                    <a:pt x="3848" y="1355"/>
                  </a:cubicBezTo>
                  <a:cubicBezTo>
                    <a:pt x="3757" y="1355"/>
                    <a:pt x="3671" y="1387"/>
                    <a:pt x="3623" y="1450"/>
                  </a:cubicBezTo>
                  <a:lnTo>
                    <a:pt x="3497" y="1576"/>
                  </a:lnTo>
                  <a:lnTo>
                    <a:pt x="3497" y="1009"/>
                  </a:lnTo>
                  <a:cubicBezTo>
                    <a:pt x="3497" y="442"/>
                    <a:pt x="3025" y="0"/>
                    <a:pt x="2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02" name="Google Shape;10202;p63"/>
            <p:cNvSpPr/>
            <p:nvPr/>
          </p:nvSpPr>
          <p:spPr>
            <a:xfrm>
              <a:off x="2174875" y="2145875"/>
              <a:ext cx="105575" cy="69325"/>
            </a:xfrm>
            <a:custGeom>
              <a:rect l="l" t="t" r="r" b="b"/>
              <a:pathLst>
                <a:path w="4223" h="2773" extrusionOk="0">
                  <a:moveTo>
                    <a:pt x="1056" y="0"/>
                  </a:moveTo>
                  <a:cubicBezTo>
                    <a:pt x="969" y="0"/>
                    <a:pt x="883" y="32"/>
                    <a:pt x="820" y="95"/>
                  </a:cubicBezTo>
                  <a:lnTo>
                    <a:pt x="95" y="820"/>
                  </a:lnTo>
                  <a:cubicBezTo>
                    <a:pt x="1" y="914"/>
                    <a:pt x="1" y="1166"/>
                    <a:pt x="95" y="1292"/>
                  </a:cubicBezTo>
                  <a:cubicBezTo>
                    <a:pt x="158" y="1339"/>
                    <a:pt x="253" y="1363"/>
                    <a:pt x="343" y="1363"/>
                  </a:cubicBezTo>
                  <a:cubicBezTo>
                    <a:pt x="434" y="1363"/>
                    <a:pt x="521" y="1339"/>
                    <a:pt x="568" y="1292"/>
                  </a:cubicBezTo>
                  <a:lnTo>
                    <a:pt x="694" y="1166"/>
                  </a:lnTo>
                  <a:lnTo>
                    <a:pt x="694" y="1702"/>
                  </a:lnTo>
                  <a:cubicBezTo>
                    <a:pt x="757" y="2300"/>
                    <a:pt x="1229" y="2773"/>
                    <a:pt x="1765" y="2773"/>
                  </a:cubicBezTo>
                  <a:lnTo>
                    <a:pt x="3844" y="2773"/>
                  </a:lnTo>
                  <a:cubicBezTo>
                    <a:pt x="4065" y="2773"/>
                    <a:pt x="4222" y="2615"/>
                    <a:pt x="4222" y="2426"/>
                  </a:cubicBezTo>
                  <a:cubicBezTo>
                    <a:pt x="4222" y="2237"/>
                    <a:pt x="4065" y="2080"/>
                    <a:pt x="3844" y="2080"/>
                  </a:cubicBezTo>
                  <a:lnTo>
                    <a:pt x="1765" y="2080"/>
                  </a:lnTo>
                  <a:cubicBezTo>
                    <a:pt x="1576" y="2080"/>
                    <a:pt x="1418" y="1922"/>
                    <a:pt x="1418" y="1702"/>
                  </a:cubicBezTo>
                  <a:lnTo>
                    <a:pt x="1418" y="1166"/>
                  </a:lnTo>
                  <a:lnTo>
                    <a:pt x="1544" y="1292"/>
                  </a:lnTo>
                  <a:cubicBezTo>
                    <a:pt x="1592" y="1339"/>
                    <a:pt x="1678" y="1363"/>
                    <a:pt x="1769" y="1363"/>
                  </a:cubicBezTo>
                  <a:cubicBezTo>
                    <a:pt x="1859" y="1363"/>
                    <a:pt x="1954" y="1339"/>
                    <a:pt x="2017" y="1292"/>
                  </a:cubicBezTo>
                  <a:cubicBezTo>
                    <a:pt x="2112" y="1166"/>
                    <a:pt x="2112" y="914"/>
                    <a:pt x="2017" y="820"/>
                  </a:cubicBezTo>
                  <a:lnTo>
                    <a:pt x="1292" y="95"/>
                  </a:lnTo>
                  <a:cubicBezTo>
                    <a:pt x="1229" y="32"/>
                    <a:pt x="1143" y="0"/>
                    <a:pt x="10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03" name="Google Shape;10203;p63"/>
            <p:cNvSpPr/>
            <p:nvPr/>
          </p:nvSpPr>
          <p:spPr>
            <a:xfrm>
              <a:off x="2141000" y="1954475"/>
              <a:ext cx="139450" cy="174100"/>
            </a:xfrm>
            <a:custGeom>
              <a:rect l="l" t="t" r="r" b="b"/>
              <a:pathLst>
                <a:path w="5578" h="6964" extrusionOk="0">
                  <a:moveTo>
                    <a:pt x="2773" y="694"/>
                  </a:moveTo>
                  <a:cubicBezTo>
                    <a:pt x="3372" y="694"/>
                    <a:pt x="3782" y="1166"/>
                    <a:pt x="3782" y="1734"/>
                  </a:cubicBezTo>
                  <a:cubicBezTo>
                    <a:pt x="3782" y="2301"/>
                    <a:pt x="3309" y="2742"/>
                    <a:pt x="2773" y="2742"/>
                  </a:cubicBezTo>
                  <a:cubicBezTo>
                    <a:pt x="2175" y="2742"/>
                    <a:pt x="1734" y="2269"/>
                    <a:pt x="1734" y="1734"/>
                  </a:cubicBezTo>
                  <a:cubicBezTo>
                    <a:pt x="1734" y="1166"/>
                    <a:pt x="2206" y="694"/>
                    <a:pt x="2773" y="694"/>
                  </a:cubicBezTo>
                  <a:close/>
                  <a:moveTo>
                    <a:pt x="2773" y="3466"/>
                  </a:moveTo>
                  <a:cubicBezTo>
                    <a:pt x="3908" y="3466"/>
                    <a:pt x="4853" y="4411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1"/>
                    <a:pt x="1639" y="3466"/>
                    <a:pt x="2773" y="3466"/>
                  </a:cubicBezTo>
                  <a:close/>
                  <a:moveTo>
                    <a:pt x="2805" y="1"/>
                  </a:moveTo>
                  <a:cubicBezTo>
                    <a:pt x="1860" y="1"/>
                    <a:pt x="1072" y="788"/>
                    <a:pt x="1072" y="1734"/>
                  </a:cubicBezTo>
                  <a:cubicBezTo>
                    <a:pt x="1072" y="2238"/>
                    <a:pt x="1324" y="2710"/>
                    <a:pt x="1671" y="3025"/>
                  </a:cubicBezTo>
                  <a:cubicBezTo>
                    <a:pt x="726" y="3466"/>
                    <a:pt x="64" y="4443"/>
                    <a:pt x="64" y="5577"/>
                  </a:cubicBezTo>
                  <a:lnTo>
                    <a:pt x="64" y="6617"/>
                  </a:lnTo>
                  <a:cubicBezTo>
                    <a:pt x="1" y="6806"/>
                    <a:pt x="159" y="6963"/>
                    <a:pt x="379" y="6963"/>
                  </a:cubicBezTo>
                  <a:lnTo>
                    <a:pt x="5199" y="6963"/>
                  </a:lnTo>
                  <a:cubicBezTo>
                    <a:pt x="5420" y="6963"/>
                    <a:pt x="5577" y="6806"/>
                    <a:pt x="5577" y="6617"/>
                  </a:cubicBezTo>
                  <a:lnTo>
                    <a:pt x="5577" y="5577"/>
                  </a:lnTo>
                  <a:cubicBezTo>
                    <a:pt x="5577" y="4443"/>
                    <a:pt x="4884" y="3498"/>
                    <a:pt x="3939" y="3025"/>
                  </a:cubicBezTo>
                  <a:cubicBezTo>
                    <a:pt x="4317" y="2710"/>
                    <a:pt x="4538" y="2238"/>
                    <a:pt x="4538" y="1734"/>
                  </a:cubicBezTo>
                  <a:cubicBezTo>
                    <a:pt x="4538" y="788"/>
                    <a:pt x="3750" y="1"/>
                    <a:pt x="28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04" name="Google Shape;10204;p63"/>
            <p:cNvSpPr/>
            <p:nvPr/>
          </p:nvSpPr>
          <p:spPr>
            <a:xfrm>
              <a:off x="2298525" y="2076550"/>
              <a:ext cx="139450" cy="174100"/>
            </a:xfrm>
            <a:custGeom>
              <a:rect l="l" t="t" r="r" b="b"/>
              <a:pathLst>
                <a:path w="5578" h="6964" extrusionOk="0">
                  <a:moveTo>
                    <a:pt x="2773" y="663"/>
                  </a:moveTo>
                  <a:cubicBezTo>
                    <a:pt x="3372" y="663"/>
                    <a:pt x="3782" y="1135"/>
                    <a:pt x="3782" y="1702"/>
                  </a:cubicBezTo>
                  <a:cubicBezTo>
                    <a:pt x="3782" y="2238"/>
                    <a:pt x="3309" y="2710"/>
                    <a:pt x="2773" y="2710"/>
                  </a:cubicBezTo>
                  <a:cubicBezTo>
                    <a:pt x="2175" y="2710"/>
                    <a:pt x="1734" y="2238"/>
                    <a:pt x="1734" y="1702"/>
                  </a:cubicBezTo>
                  <a:cubicBezTo>
                    <a:pt x="1734" y="1135"/>
                    <a:pt x="2175" y="663"/>
                    <a:pt x="2773" y="663"/>
                  </a:cubicBezTo>
                  <a:close/>
                  <a:moveTo>
                    <a:pt x="2773" y="3467"/>
                  </a:moveTo>
                  <a:cubicBezTo>
                    <a:pt x="3908" y="3467"/>
                    <a:pt x="4853" y="4412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2"/>
                    <a:pt x="1639" y="3467"/>
                    <a:pt x="2773" y="3467"/>
                  </a:cubicBezTo>
                  <a:close/>
                  <a:moveTo>
                    <a:pt x="2773" y="1"/>
                  </a:moveTo>
                  <a:cubicBezTo>
                    <a:pt x="1828" y="1"/>
                    <a:pt x="1041" y="789"/>
                    <a:pt x="1041" y="1734"/>
                  </a:cubicBezTo>
                  <a:cubicBezTo>
                    <a:pt x="1041" y="2238"/>
                    <a:pt x="1261" y="2710"/>
                    <a:pt x="1608" y="3025"/>
                  </a:cubicBezTo>
                  <a:cubicBezTo>
                    <a:pt x="663" y="3467"/>
                    <a:pt x="1" y="4443"/>
                    <a:pt x="1" y="5546"/>
                  </a:cubicBezTo>
                  <a:lnTo>
                    <a:pt x="1" y="6617"/>
                  </a:lnTo>
                  <a:cubicBezTo>
                    <a:pt x="1" y="6806"/>
                    <a:pt x="159" y="6964"/>
                    <a:pt x="379" y="6964"/>
                  </a:cubicBezTo>
                  <a:lnTo>
                    <a:pt x="5199" y="6964"/>
                  </a:lnTo>
                  <a:cubicBezTo>
                    <a:pt x="5420" y="6964"/>
                    <a:pt x="5577" y="6806"/>
                    <a:pt x="5577" y="6617"/>
                  </a:cubicBezTo>
                  <a:lnTo>
                    <a:pt x="5577" y="5546"/>
                  </a:lnTo>
                  <a:cubicBezTo>
                    <a:pt x="5514" y="4412"/>
                    <a:pt x="4853" y="3467"/>
                    <a:pt x="3908" y="3025"/>
                  </a:cubicBezTo>
                  <a:cubicBezTo>
                    <a:pt x="4254" y="2710"/>
                    <a:pt x="4506" y="2238"/>
                    <a:pt x="4506" y="1734"/>
                  </a:cubicBezTo>
                  <a:cubicBezTo>
                    <a:pt x="4506" y="789"/>
                    <a:pt x="3719" y="1"/>
                    <a:pt x="27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F4307EB-BC3B-CCEE-7FBC-1AD678DD63D9}"/>
              </a:ext>
            </a:extLst>
          </p:cNvPr>
          <p:cNvSpPr txBox="1"/>
          <p:nvPr/>
        </p:nvSpPr>
        <p:spPr>
          <a:xfrm>
            <a:off x="1089887" y="725268"/>
            <a:ext cx="3125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400">
                <a:solidFill>
                  <a:schemeClr val="bg1"/>
                </a:solidFill>
              </a:rPr>
              <a:t>Бизнес икноки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E2862-10E9-E2B7-9007-7D014E5CE389}"/>
              </a:ext>
            </a:extLst>
          </p:cNvPr>
          <p:cNvSpPr txBox="1"/>
          <p:nvPr/>
        </p:nvSpPr>
        <p:spPr>
          <a:xfrm>
            <a:off x="4569189" y="724194"/>
            <a:ext cx="39336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400">
                <a:solidFill>
                  <a:schemeClr val="bg1"/>
                </a:solidFill>
              </a:rPr>
              <a:t>Иконки командной работы</a:t>
            </a:r>
            <a:endParaRPr lang="ru-RU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2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</vt:lpstr>
      <vt:lpstr>Proxima Nova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2026-08-03T14:32:00.139</cp:lastPrinted>
  <dcterms:created xsi:type="dcterms:W3CDTF">2026-08-03T14:32:00Z</dcterms:created>
  <dcterms:modified xsi:type="dcterms:W3CDTF">2026-08-03T14:32:00Z</dcterms:modified>
</cp:coreProperties>
</file>