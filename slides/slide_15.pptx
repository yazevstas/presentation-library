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1"/>
        <p:cNvGrpSpPr/>
        <p:nvPr/>
      </p:nvGrpSpPr>
      <p:grpSpPr>
        <a:xfrm>
          <a:off x="0" y="0"/>
          <a:ext cx="0" cy="0"/>
        </a:xfrm>
      </p:grpSpPr>
      <p:sp>
        <p:nvSpPr>
          <p:cNvPr id="1182" name="Google Shape;1182;g1869d044d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1869d044d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4CBC43-A142-440D-BB41-A4DC023B04C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5C03D26-06FA-49AC-A461-08DB3A65FD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220D49-5A69-4DF7-8CA4-B719AB1A07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A2B9D55-952B-4D76-B520-0DF1250C7D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2C964A0A-2111-4DB2-85AD-C674A498D5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6B0931D-206A-4AE4-A322-14EF5CFC4D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A894ABA-30DF-46B1-9964-16DB0708378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B49937D-9E52-4DEB-9F1C-6FC66C5B4EA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E7B76F0-467E-4F82-B77A-1AB02719E9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515F605-E714-4C02-AAB5-52786E2B65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53B91A4-A35B-4149-8497-60D8715608B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84"/>
        <p:cNvGrpSpPr/>
        <p:nvPr/>
      </p:nvGrpSpPr>
      <p:grpSpPr>
        <a:xfrm>
          <a:off x="0" y="0"/>
          <a:ext cx="0" cy="0"/>
        </a:xfrm>
      </p:grpSpPr>
      <p:sp>
        <p:nvSpPr>
          <p:cNvPr id="1185" name="Google Shape;1185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КАРТА ЭТАПОВ</a:t>
            </a:r>
            <a:endParaRPr lang="en" sz="2600" b="1">
              <a:latin typeface="Arial"/>
              <a:cs typeface="Arial"/>
            </a:endParaRPr>
          </a:p>
        </p:txBody>
      </p:sp>
      <p:graphicFrame>
        <p:nvGraphicFramePr>
          <p:cNvPr id="1186" name="Google Shape;1186;p45"/>
          <p:cNvGraphicFramePr>
            <a:graphicFrameLocks noGrp="1"/>
          </p:cNvGraphicFramePr>
          <p:nvPr>
            <p:extLst>
              <p:ext uri="{D42A27DB-BD31-4B8C-83A1-F6EECF244321}">
                <p14:modId val="3430531883"/>
              </p:ext>
            </p:extLst>
          </p:nvPr>
        </p:nvGraphicFramePr>
        <p:xfrm>
          <a:off x="726875" y="1071988"/>
          <a:ext cx="7704050" cy="3183500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36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418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ИНИЦИАТИВА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ЦЕЛЬ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JAN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FEB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APR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MAY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JUL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AUG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SEP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OCT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NOV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DEC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Изучение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 err="1">
                          <a:solidFill>
                            <a:srgbClr val="F9FAFB"/>
                          </a:solidFill>
                          <a:highlight>
                            <a:srgbClr val="151517"/>
                          </a:highlight>
                          <a:latin typeface="Arial"/>
                          <a:cs typeface="Arial"/>
                        </a:rPr>
                        <a:t>Проанализировать и понять потребности целевой аудитории</a:t>
                      </a:r>
                      <a:endParaRPr lang="ru-RU" sz="1000">
                        <a:latin typeface="Arial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КАРТА ЭТАПОВ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2026-07-14T10:08:31.444</cp:lastPrinted>
  <dcterms:created xsi:type="dcterms:W3CDTF">2026-07-14T17:08:31Z</dcterms:created>
  <dcterms:modified xsi:type="dcterms:W3CDTF">2026-07-14T17:08:31Z</dcterms:modified>
</cp:coreProperties>
</file>