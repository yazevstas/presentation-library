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1"/>
        <p:cNvGrpSpPr/>
        <p:nvPr/>
      </p:nvGrpSpPr>
      <p:grpSpPr>
        <a:xfrm>
          <a:off x="0" y="0"/>
          <a:ext cx="0" cy="0"/>
        </a:xfrm>
      </p:grpSpPr>
      <p:sp>
        <p:nvSpPr>
          <p:cNvPr id="1182" name="Google Shape;1182;g1869d044d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1869d044d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F53A338-ADD6-4F91-9E21-E0B7648800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7BD3605-7195-426B-8B3E-A8238DF9DD3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E5020B4-C156-4987-9011-E3A88D06E7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864C434-0F35-46FE-9897-03C2CA4BB02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B090697-7021-480A-932B-34FE33A6B5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7F269F2-7F7F-49D4-AC14-7A2F1B61CF5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A51F419-ABE5-43F6-AE58-96F5CC5FE92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F9A2B61-7E0C-41A5-A771-3234BBBD97C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D37A101-8134-4183-BF84-AE4BCDD5667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6EACBF0-B278-415A-AA3B-F9F5F0F5FD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ECFD59D-21FA-47E2-B4D3-F748B7161B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84"/>
        <p:cNvGrpSpPr/>
        <p:nvPr/>
      </p:nvGrpSpPr>
      <p:grpSpPr>
        <a:xfrm>
          <a:off x="0" y="0"/>
          <a:ext cx="0" cy="0"/>
        </a:xfrm>
      </p:grpSpPr>
      <p:sp>
        <p:nvSpPr>
          <p:cNvPr id="1185" name="Google Shape;1185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КАРТА ЭТАПОВ</a:t>
            </a:r>
            <a:endParaRPr lang="en" sz="2600" b="1">
              <a:latin typeface="Arial"/>
              <a:cs typeface="Arial"/>
            </a:endParaRPr>
          </a:p>
        </p:txBody>
      </p:sp>
      <p:graphicFrame>
        <p:nvGraphicFramePr>
          <p:cNvPr id="1186" name="Google Shape;1186;p45"/>
          <p:cNvGraphicFramePr>
            <a:graphicFrameLocks noGrp="1"/>
          </p:cNvGraphicFramePr>
          <p:nvPr>
            <p:extLst>
              <p:ext uri="{D42A27DB-BD31-4B8C-83A1-F6EECF244321}">
                <p14:modId val="3430531883"/>
              </p:ext>
            </p:extLst>
          </p:nvPr>
        </p:nvGraphicFramePr>
        <p:xfrm>
          <a:off x="726875" y="1071988"/>
          <a:ext cx="7704050" cy="3183500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36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4418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ИНИЦИАТИВА</a:t>
                      </a:r>
                      <a:endParaRPr lang="en"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ЦЕЛЬ</a:t>
                      </a:r>
                      <a:endParaRPr lang="en"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JAN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FEB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MAR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APR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MAY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JUN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JUL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AUG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SEP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OCT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NOV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DEC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Изучение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 err="1">
                          <a:solidFill>
                            <a:srgbClr val="F9FAFB"/>
                          </a:solidFill>
                          <a:highlight>
                            <a:srgbClr val="151517"/>
                          </a:highlight>
                          <a:latin typeface="Arial"/>
                          <a:cs typeface="Arial"/>
                        </a:rPr>
                        <a:t>Проанализировать и понять потребности целевой аудитории</a:t>
                      </a:r>
                      <a:endParaRPr lang="ru-RU" sz="1000">
                        <a:latin typeface="Arial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КАРТА ЭТАПОВ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2026-07-13T08:41:59.872</cp:lastPrinted>
  <dcterms:created xsi:type="dcterms:W3CDTF">2026-07-13T15:41:59Z</dcterms:created>
  <dcterms:modified xsi:type="dcterms:W3CDTF">2026-07-13T15:42:01Z</dcterms:modified>
</cp:coreProperties>
</file>