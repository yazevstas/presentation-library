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1858B03B-B4F3-4857-865B-DD344EB354F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181"/>
        <p:cNvGrpSpPr/>
        <p:nvPr/>
      </p:nvGrpSpPr>
      <p:grpSpPr>
        <a:xfrm>
          <a:off x="0" y="0"/>
          <a:ext cx="0" cy="0"/>
        </a:xfrm>
      </p:grpSpPr>
      <p:sp>
        <p:nvSpPr>
          <p:cNvPr id="1182" name="Google Shape;1182;g1869d044d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1869d044d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2B2BAE7-8589-406D-A54A-A2C63143DA2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A42151-8A93-4279-ACE9-B7E06541961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E4F2536-1F0F-43AD-9C24-34B58C2CF14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D2BEF72-7EFE-4F5F-9F90-8B21C74EEB6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AC8E119B-D8A4-4ACA-9631-B4C24F92259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4E8ADBD2-0CBD-468F-B03F-487CF5CD78A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6F5E973-B59E-4007-9867-5B65F5819B0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CB55988-94B7-40E0-9ADE-00C178F2AC1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946041F-EB9B-4A09-BED6-4A573D1C1F8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A8CC4E-538E-46F6-998A-FAC604A0C6D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572A95-0499-49C0-8326-8940E9BFA63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118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86" name="Google Shape;1186;p45"/>
          <p:cNvGraphicFramePr>
            <a:graphicFrameLocks noGrp="1"/>
          </p:cNvGraphicFramePr>
          <p:nvPr>
            <p:extLst>
              <p:ext uri="{D42A27DB-BD31-4B8C-83A1-F6EECF244321}">
                <p14:modId val="3430531883"/>
              </p:ext>
            </p:extLst>
          </p:nvPr>
        </p:nvGraphicFramePr>
        <p:xfrm>
          <a:off x="726875" y="1071988"/>
          <a:ext cx="7704050" cy="3183500"/>
        </p:xfrm>
        <a:graphic>
          <a:graphicData uri="http://schemas.openxmlformats.org/drawingml/2006/table">
            <a:tbl>
              <a:tblPr>
                <a:noFill/>
                <a:tableStyleId>{1858B03B-B4F3-4857-865B-DD344EB354F3}</a:tableStyleId>
              </a:tblPr>
              <a:tblGrid>
                <a:gridCol w="136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41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</a:rPr>
                        <a:t>ИНИЦИАТИВА</a:t>
                      </a:r>
                      <a:endParaRPr lang="en"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</a:rPr>
                        <a:t>ЦЕЛЬ</a:t>
                      </a:r>
                      <a:endParaRPr lang="en"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JAN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FEB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MAR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APR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MAY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JUN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JUL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AUG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SEP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OCT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NOV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Arial"/>
                          <a:ea typeface="Raleway"/>
                          <a:cs typeface="Arial"/>
                          <a:sym typeface="Raleway"/>
                        </a:rPr>
                        <a:t>DEC</a:t>
                      </a:r>
                      <a:endParaRPr sz="1100" b="1">
                        <a:solidFill>
                          <a:schemeClr val="dk1"/>
                        </a:solidFill>
                        <a:latin typeface="Arial"/>
                        <a:ea typeface="Raleway"/>
                        <a:cs typeface="Arial"/>
                        <a:sym typeface="Raleway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err="1">
                          <a:solidFill>
                            <a:schemeClr val="dk1"/>
                          </a:solidFill>
                          <a:latin typeface="Arial"/>
                          <a:ea typeface="Hanken Grotesk"/>
                          <a:cs typeface="Arial"/>
                        </a:rPr>
                        <a:t>Изучение</a:t>
                      </a:r>
                      <a:endParaRPr lang="en" sz="1000" err="1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" sz="1000" b="0" i="0" u="none" strike="noStrike" noProof="0" err="1">
                          <a:solidFill>
                            <a:srgbClr val="F9FAFB"/>
                          </a:solidFill>
                          <a:highlight>
                            <a:srgbClr val="151517"/>
                          </a:highlight>
                          <a:latin typeface="Arial"/>
                          <a:cs typeface="Arial"/>
                        </a:rPr>
                        <a:t>Проанализировать и понять потребности целевой аудитории</a:t>
                      </a:r>
                      <a:endParaRPr lang="ru-RU" sz="1000">
                        <a:latin typeface="Arial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" sz="1000">
                        <a:solidFill>
                          <a:schemeClr val="dk1"/>
                        </a:solidFill>
                        <a:latin typeface="Arial"/>
                        <a:ea typeface="Hanken Grotesk"/>
                        <a:cs typeface="Arial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Arial"/>
                        <a:ea typeface="Open Sans"/>
                        <a:cs typeface="Arial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A81F9B2-AA48-8AEB-338B-BC851BB6FC42}"/>
              </a:ext>
            </a:extLst>
          </p:cNvPr>
          <p:cNvSpPr txBox="1"/>
          <p:nvPr/>
        </p:nvSpPr>
        <p:spPr>
          <a:xfrm>
            <a:off x="725037" y="511790"/>
            <a:ext cx="26016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КАРТА ЭТАПОВ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10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Open Sans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2026-08-03T14:31:53.144</cp:lastPrinted>
  <dcterms:created xsi:type="dcterms:W3CDTF">2026-08-03T14:31:53Z</dcterms:created>
  <dcterms:modified xsi:type="dcterms:W3CDTF">2026-08-03T14:31:53Z</dcterms:modified>
</cp:coreProperties>
</file>