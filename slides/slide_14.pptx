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40"/>
        <p:cNvGrpSpPr/>
        <p:nvPr/>
      </p:nvGrpSpPr>
      <p:grpSpPr>
        <a:xfrm>
          <a:off x="0" y="0"/>
          <a:ext cx="0" cy="0"/>
        </a:xfrm>
      </p:grpSpPr>
      <p:sp>
        <p:nvSpPr>
          <p:cNvPr id="1141" name="Google Shape;1141;g216241d4a31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2" name="Google Shape;1142;g216241d4a31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F158C08-1FB7-470B-AF0F-67410A91123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F2667B8-69E0-4620-BCFD-0FD6F56E8B5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2396142-D3FA-4DCC-AA03-E47AFE56334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5F83B8B-22B2-4498-AD53-1C5B3A4B2C6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DB4FC5F3-7D20-4E23-A6E4-EE81A62EB8A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EBC7D971-F014-484B-98FC-1E154B813D6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C408D4FF-6336-445C-988A-88E3926F960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7B61A10-8C6D-43B5-8454-DF3313584D7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DAEF057-BE76-4FAD-9413-9B7E65861D4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5A901B6-361E-4926-AF8A-D0954D1AF63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2AF50EE-CC7C-4F19-BED5-2CDDF179796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43"/>
        <p:cNvGrpSpPr/>
        <p:nvPr/>
      </p:nvGrpSpPr>
      <p:grpSpPr>
        <a:xfrm>
          <a:off x="0" y="0"/>
          <a:ext cx="0" cy="0"/>
        </a:xfrm>
      </p:grpSpPr>
      <p:sp>
        <p:nvSpPr>
          <p:cNvPr id="1144" name="Google Shape;1144;p44"/>
          <p:cNvSpPr/>
          <p:nvPr/>
        </p:nvSpPr>
        <p:spPr>
          <a:xfrm>
            <a:off x="1018375" y="1806425"/>
            <a:ext cx="715800" cy="2693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45" name="Google Shape;1145;p44"/>
          <p:cNvSpPr/>
          <p:nvPr/>
        </p:nvSpPr>
        <p:spPr>
          <a:xfrm>
            <a:off x="1822450" y="2590650"/>
            <a:ext cx="715800" cy="190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46" name="Google Shape;1146;p44"/>
          <p:cNvSpPr/>
          <p:nvPr/>
        </p:nvSpPr>
        <p:spPr>
          <a:xfrm>
            <a:off x="2626525" y="3656425"/>
            <a:ext cx="715800" cy="8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48" name="Google Shape;1148;p44"/>
          <p:cNvSpPr txBox="1"/>
          <p:nvPr/>
        </p:nvSpPr>
        <p:spPr>
          <a:xfrm>
            <a:off x="1018375" y="1252188"/>
            <a:ext cx="126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2400" b="1">
                <a:solidFill>
                  <a:schemeClr val="dk1"/>
                </a:solidFill>
                <a:ea typeface="Raleway"/>
                <a:sym typeface="Raleway"/>
              </a:rPr>
              <a:t>$100M</a:t>
            </a:r>
            <a:endParaRPr lang="ru-RU" sz="2400" b="1">
              <a:solidFill>
                <a:schemeClr val="dk1"/>
              </a:solidFill>
              <a:ea typeface="Raleway"/>
            </a:endParaRPr>
          </a:p>
        </p:txBody>
      </p:sp>
      <p:sp>
        <p:nvSpPr>
          <p:cNvPr id="1149" name="Google Shape;1149;p44"/>
          <p:cNvSpPr txBox="1"/>
          <p:nvPr/>
        </p:nvSpPr>
        <p:spPr>
          <a:xfrm>
            <a:off x="1822450" y="2040750"/>
            <a:ext cx="126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2400" b="1">
                <a:solidFill>
                  <a:schemeClr val="lt1"/>
                </a:solidFill>
                <a:ea typeface="Raleway"/>
                <a:sym typeface="Raleway"/>
              </a:rPr>
              <a:t>$20M</a:t>
            </a:r>
            <a:endParaRPr sz="2400" b="1">
              <a:solidFill>
                <a:schemeClr val="lt1"/>
              </a:solidFill>
              <a:ea typeface="Raleway"/>
              <a:sym typeface="Raleway"/>
            </a:endParaRPr>
          </a:p>
        </p:txBody>
      </p:sp>
      <p:sp>
        <p:nvSpPr>
          <p:cNvPr id="1150" name="Google Shape;1150;p44"/>
          <p:cNvSpPr txBox="1"/>
          <p:nvPr/>
        </p:nvSpPr>
        <p:spPr>
          <a:xfrm>
            <a:off x="2626525" y="3102325"/>
            <a:ext cx="126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2400" b="1">
                <a:solidFill>
                  <a:schemeClr val="accent1"/>
                </a:solidFill>
                <a:ea typeface="Raleway"/>
                <a:sym typeface="Raleway"/>
              </a:rPr>
              <a:t>$5M</a:t>
            </a:r>
            <a:endParaRPr lang="ru-RU" sz="2400" b="1">
              <a:solidFill>
                <a:schemeClr val="accent1"/>
              </a:solidFill>
              <a:ea typeface="Raleway"/>
            </a:endParaRPr>
          </a:p>
        </p:txBody>
      </p:sp>
      <p:sp>
        <p:nvSpPr>
          <p:cNvPr id="1151" name="Google Shape;1151;p44"/>
          <p:cNvSpPr/>
          <p:nvPr/>
        </p:nvSpPr>
        <p:spPr>
          <a:xfrm>
            <a:off x="4254550" y="1192392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52" name="Google Shape;1152;p44"/>
          <p:cNvSpPr txBox="1"/>
          <p:nvPr/>
        </p:nvSpPr>
        <p:spPr>
          <a:xfrm>
            <a:off x="4840100" y="1116192"/>
            <a:ext cx="3584100" cy="4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ea typeface="Raleway Black"/>
              </a:rPr>
              <a:t>ВНЕШНИЙ КРУГ</a:t>
            </a:r>
          </a:p>
        </p:txBody>
      </p:sp>
      <p:sp>
        <p:nvSpPr>
          <p:cNvPr id="1153" name="Google Shape;1153;p44"/>
          <p:cNvSpPr txBox="1"/>
          <p:nvPr/>
        </p:nvSpPr>
        <p:spPr>
          <a:xfrm>
            <a:off x="4840100" y="1411445"/>
            <a:ext cx="35841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ea typeface="Hanken Grotesk"/>
                <a:sym typeface="Hanken Grotesk"/>
              </a:rPr>
              <a:t>Укажите общий объем рынка, который представляет всю потенциальную клиентскую базу для данного продукта или услуги</a:t>
            </a:r>
            <a:endParaRPr lang="en" sz="1200">
              <a:solidFill>
                <a:schemeClr val="dk1"/>
              </a:solidFill>
            </a:endParaRPr>
          </a:p>
        </p:txBody>
      </p:sp>
      <p:sp>
        <p:nvSpPr>
          <p:cNvPr id="1154" name="Google Shape;1154;p44"/>
          <p:cNvSpPr txBox="1"/>
          <p:nvPr/>
        </p:nvSpPr>
        <p:spPr>
          <a:xfrm>
            <a:off x="4840100" y="2295409"/>
            <a:ext cx="3584100" cy="4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ea typeface="Raleway Black"/>
              </a:rPr>
              <a:t>СРЕДНИЙ КРУГ</a:t>
            </a:r>
          </a:p>
        </p:txBody>
      </p:sp>
      <p:sp>
        <p:nvSpPr>
          <p:cNvPr id="1155" name="Google Shape;1155;p44"/>
          <p:cNvSpPr txBox="1"/>
          <p:nvPr/>
        </p:nvSpPr>
        <p:spPr>
          <a:xfrm>
            <a:off x="4840100" y="2590656"/>
            <a:ext cx="35841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ea typeface="Hanken Grotesk"/>
                <a:sym typeface="Hanken Grotesk"/>
              </a:rPr>
              <a:t>Определите целевой рынок для продукта или услуги, который может составлять часть общего рынка.</a:t>
            </a:r>
            <a:br>
              <a:rPr lang="en" sz="1200">
                <a:latin typeface="Hanken Grotesk"/>
                <a:ea typeface="Hanken Grotesk"/>
              </a:rPr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1156" name="Google Shape;1156;p44"/>
          <p:cNvSpPr txBox="1"/>
          <p:nvPr/>
        </p:nvSpPr>
        <p:spPr>
          <a:xfrm>
            <a:off x="4840100" y="3474627"/>
            <a:ext cx="3584100" cy="4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ea typeface="Raleway Black"/>
              </a:rPr>
              <a:t>ВНУТРЕННИЙ КРУГ</a:t>
            </a:r>
          </a:p>
        </p:txBody>
      </p:sp>
      <p:sp>
        <p:nvSpPr>
          <p:cNvPr id="1157" name="Google Shape;1157;p44"/>
          <p:cNvSpPr txBox="1"/>
          <p:nvPr/>
        </p:nvSpPr>
        <p:spPr>
          <a:xfrm>
            <a:off x="4840100" y="3769867"/>
            <a:ext cx="35841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ea typeface="Hanken Grotesk"/>
                <a:sym typeface="Hanken Grotesk"/>
              </a:rPr>
              <a:t>Укажите текущий размер рынка, который представляет собой ту часть целевого рынка, которую компания успешно захватила</a:t>
            </a:r>
            <a:endParaRPr lang="ru-RU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58" name="Google Shape;1158;p44"/>
          <p:cNvSpPr/>
          <p:nvPr/>
        </p:nvSpPr>
        <p:spPr>
          <a:xfrm>
            <a:off x="4254550" y="2373592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59" name="Google Shape;1159;p44"/>
          <p:cNvSpPr/>
          <p:nvPr/>
        </p:nvSpPr>
        <p:spPr>
          <a:xfrm>
            <a:off x="4254550" y="3554792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60" name="Google Shape;1160;p44"/>
          <p:cNvGrpSpPr/>
          <p:nvPr/>
        </p:nvGrpSpPr>
        <p:grpSpPr>
          <a:xfrm>
            <a:off x="4356313" y="3656425"/>
            <a:ext cx="345125" cy="345150"/>
            <a:chOff x="997838" y="3797375"/>
            <a:chExt cx="345125" cy="345150"/>
          </a:xfrm>
        </p:grpSpPr>
        <p:sp>
          <p:nvSpPr>
            <p:cNvPr id="1161" name="Google Shape;1161;p44"/>
            <p:cNvSpPr/>
            <p:nvPr/>
          </p:nvSpPr>
          <p:spPr>
            <a:xfrm>
              <a:off x="997838" y="3797375"/>
              <a:ext cx="345125" cy="345150"/>
            </a:xfrm>
            <a:custGeom>
              <a:rect l="l" t="t" r="r" b="b"/>
              <a:pathLst>
                <a:path w="13805" h="13805" extrusionOk="0">
                  <a:moveTo>
                    <a:pt x="6895" y="809"/>
                  </a:moveTo>
                  <a:cubicBezTo>
                    <a:pt x="8172" y="809"/>
                    <a:pt x="9199" y="1838"/>
                    <a:pt x="9199" y="3101"/>
                  </a:cubicBezTo>
                  <a:cubicBezTo>
                    <a:pt x="9199" y="3788"/>
                    <a:pt x="8896" y="4433"/>
                    <a:pt x="8357" y="4865"/>
                  </a:cubicBezTo>
                  <a:cubicBezTo>
                    <a:pt x="8018" y="5157"/>
                    <a:pt x="7785" y="5530"/>
                    <a:pt x="7715" y="5928"/>
                  </a:cubicBezTo>
                  <a:lnTo>
                    <a:pt x="7305" y="5928"/>
                  </a:lnTo>
                  <a:lnTo>
                    <a:pt x="7305" y="3813"/>
                  </a:lnTo>
                  <a:lnTo>
                    <a:pt x="7995" y="3123"/>
                  </a:lnTo>
                  <a:cubicBezTo>
                    <a:pt x="8158" y="2960"/>
                    <a:pt x="8158" y="2702"/>
                    <a:pt x="7995" y="2551"/>
                  </a:cubicBezTo>
                  <a:cubicBezTo>
                    <a:pt x="7919" y="2468"/>
                    <a:pt x="7817" y="2427"/>
                    <a:pt x="7713" y="2427"/>
                  </a:cubicBezTo>
                  <a:cubicBezTo>
                    <a:pt x="7609" y="2427"/>
                    <a:pt x="7504" y="2468"/>
                    <a:pt x="7423" y="2551"/>
                  </a:cubicBezTo>
                  <a:lnTo>
                    <a:pt x="6895" y="3064"/>
                  </a:lnTo>
                  <a:lnTo>
                    <a:pt x="6382" y="2551"/>
                  </a:lnTo>
                  <a:cubicBezTo>
                    <a:pt x="6304" y="2473"/>
                    <a:pt x="6197" y="2430"/>
                    <a:pt x="6089" y="2430"/>
                  </a:cubicBezTo>
                  <a:cubicBezTo>
                    <a:pt x="6003" y="2430"/>
                    <a:pt x="5917" y="2457"/>
                    <a:pt x="5843" y="2514"/>
                  </a:cubicBezTo>
                  <a:cubicBezTo>
                    <a:pt x="5647" y="2666"/>
                    <a:pt x="5633" y="2946"/>
                    <a:pt x="5810" y="3123"/>
                  </a:cubicBezTo>
                  <a:lnTo>
                    <a:pt x="6500" y="3813"/>
                  </a:lnTo>
                  <a:lnTo>
                    <a:pt x="6500" y="5928"/>
                  </a:lnTo>
                  <a:lnTo>
                    <a:pt x="6090" y="5928"/>
                  </a:lnTo>
                  <a:cubicBezTo>
                    <a:pt x="6020" y="5530"/>
                    <a:pt x="5787" y="5157"/>
                    <a:pt x="5448" y="4865"/>
                  </a:cubicBezTo>
                  <a:cubicBezTo>
                    <a:pt x="4909" y="4433"/>
                    <a:pt x="4606" y="3788"/>
                    <a:pt x="4606" y="3101"/>
                  </a:cubicBezTo>
                  <a:cubicBezTo>
                    <a:pt x="4606" y="1838"/>
                    <a:pt x="5633" y="809"/>
                    <a:pt x="6895" y="809"/>
                  </a:cubicBezTo>
                  <a:close/>
                  <a:moveTo>
                    <a:pt x="7681" y="6748"/>
                  </a:moveTo>
                  <a:lnTo>
                    <a:pt x="7681" y="7412"/>
                  </a:lnTo>
                  <a:cubicBezTo>
                    <a:pt x="7681" y="7494"/>
                    <a:pt x="7622" y="7553"/>
                    <a:pt x="7552" y="7553"/>
                  </a:cubicBezTo>
                  <a:lnTo>
                    <a:pt x="6253" y="7553"/>
                  </a:lnTo>
                  <a:cubicBezTo>
                    <a:pt x="6183" y="7553"/>
                    <a:pt x="6124" y="7494"/>
                    <a:pt x="6124" y="7412"/>
                  </a:cubicBezTo>
                  <a:lnTo>
                    <a:pt x="6124" y="6748"/>
                  </a:lnTo>
                  <a:close/>
                  <a:moveTo>
                    <a:pt x="12857" y="3507"/>
                  </a:moveTo>
                  <a:cubicBezTo>
                    <a:pt x="12941" y="3507"/>
                    <a:pt x="12997" y="3566"/>
                    <a:pt x="12997" y="3637"/>
                  </a:cubicBezTo>
                  <a:lnTo>
                    <a:pt x="12997" y="9166"/>
                  </a:lnTo>
                  <a:lnTo>
                    <a:pt x="808" y="9166"/>
                  </a:lnTo>
                  <a:lnTo>
                    <a:pt x="808" y="3637"/>
                  </a:lnTo>
                  <a:cubicBezTo>
                    <a:pt x="808" y="3566"/>
                    <a:pt x="864" y="3507"/>
                    <a:pt x="948" y="3507"/>
                  </a:cubicBezTo>
                  <a:lnTo>
                    <a:pt x="3824" y="3507"/>
                  </a:lnTo>
                  <a:cubicBezTo>
                    <a:pt x="3927" y="4279"/>
                    <a:pt x="4315" y="4994"/>
                    <a:pt x="4921" y="5496"/>
                  </a:cubicBezTo>
                  <a:cubicBezTo>
                    <a:pt x="5167" y="5696"/>
                    <a:pt x="5308" y="5976"/>
                    <a:pt x="5308" y="6257"/>
                  </a:cubicBezTo>
                  <a:lnTo>
                    <a:pt x="5308" y="7412"/>
                  </a:lnTo>
                  <a:cubicBezTo>
                    <a:pt x="5308" y="7940"/>
                    <a:pt x="5740" y="8361"/>
                    <a:pt x="6253" y="8361"/>
                  </a:cubicBezTo>
                  <a:lnTo>
                    <a:pt x="7527" y="8361"/>
                  </a:lnTo>
                  <a:cubicBezTo>
                    <a:pt x="8043" y="8361"/>
                    <a:pt x="8464" y="7940"/>
                    <a:pt x="8464" y="7412"/>
                  </a:cubicBezTo>
                  <a:lnTo>
                    <a:pt x="8464" y="6257"/>
                  </a:lnTo>
                  <a:cubicBezTo>
                    <a:pt x="8464" y="5976"/>
                    <a:pt x="8604" y="5696"/>
                    <a:pt x="8848" y="5496"/>
                  </a:cubicBezTo>
                  <a:cubicBezTo>
                    <a:pt x="9457" y="4994"/>
                    <a:pt x="9855" y="4279"/>
                    <a:pt x="9948" y="3507"/>
                  </a:cubicBezTo>
                  <a:close/>
                  <a:moveTo>
                    <a:pt x="12997" y="9974"/>
                  </a:moveTo>
                  <a:lnTo>
                    <a:pt x="12997" y="10650"/>
                  </a:lnTo>
                  <a:cubicBezTo>
                    <a:pt x="12997" y="10720"/>
                    <a:pt x="12941" y="10790"/>
                    <a:pt x="12857" y="10790"/>
                  </a:cubicBezTo>
                  <a:lnTo>
                    <a:pt x="948" y="10790"/>
                  </a:lnTo>
                  <a:cubicBezTo>
                    <a:pt x="864" y="10790"/>
                    <a:pt x="808" y="10720"/>
                    <a:pt x="808" y="10650"/>
                  </a:cubicBezTo>
                  <a:lnTo>
                    <a:pt x="808" y="9974"/>
                  </a:lnTo>
                  <a:close/>
                  <a:moveTo>
                    <a:pt x="8194" y="11598"/>
                  </a:moveTo>
                  <a:lnTo>
                    <a:pt x="8534" y="13001"/>
                  </a:lnTo>
                  <a:lnTo>
                    <a:pt x="5249" y="13001"/>
                  </a:lnTo>
                  <a:lnTo>
                    <a:pt x="5588" y="11598"/>
                  </a:lnTo>
                  <a:close/>
                  <a:moveTo>
                    <a:pt x="6895" y="1"/>
                  </a:moveTo>
                  <a:cubicBezTo>
                    <a:pt x="5330" y="1"/>
                    <a:pt x="4020" y="1182"/>
                    <a:pt x="3824" y="2702"/>
                  </a:cubicBezTo>
                  <a:lnTo>
                    <a:pt x="948" y="2702"/>
                  </a:lnTo>
                  <a:cubicBezTo>
                    <a:pt x="421" y="2702"/>
                    <a:pt x="0" y="3123"/>
                    <a:pt x="0" y="3637"/>
                  </a:cubicBezTo>
                  <a:lnTo>
                    <a:pt x="0" y="10650"/>
                  </a:lnTo>
                  <a:cubicBezTo>
                    <a:pt x="0" y="11177"/>
                    <a:pt x="421" y="11598"/>
                    <a:pt x="948" y="11598"/>
                  </a:cubicBezTo>
                  <a:lnTo>
                    <a:pt x="4769" y="11598"/>
                  </a:lnTo>
                  <a:lnTo>
                    <a:pt x="4430" y="13001"/>
                  </a:lnTo>
                  <a:lnTo>
                    <a:pt x="3669" y="13001"/>
                  </a:lnTo>
                  <a:cubicBezTo>
                    <a:pt x="3459" y="13001"/>
                    <a:pt x="3274" y="13152"/>
                    <a:pt x="3249" y="13351"/>
                  </a:cubicBezTo>
                  <a:cubicBezTo>
                    <a:pt x="3226" y="13595"/>
                    <a:pt x="3414" y="13806"/>
                    <a:pt x="3658" y="13806"/>
                  </a:cubicBezTo>
                  <a:lnTo>
                    <a:pt x="10110" y="13806"/>
                  </a:lnTo>
                  <a:cubicBezTo>
                    <a:pt x="10321" y="13806"/>
                    <a:pt x="10509" y="13654"/>
                    <a:pt x="10531" y="13444"/>
                  </a:cubicBezTo>
                  <a:cubicBezTo>
                    <a:pt x="10556" y="13200"/>
                    <a:pt x="10368" y="13001"/>
                    <a:pt x="10122" y="13001"/>
                  </a:cubicBezTo>
                  <a:lnTo>
                    <a:pt x="9364" y="13001"/>
                  </a:lnTo>
                  <a:lnTo>
                    <a:pt x="9025" y="11598"/>
                  </a:lnTo>
                  <a:lnTo>
                    <a:pt x="12857" y="11598"/>
                  </a:lnTo>
                  <a:cubicBezTo>
                    <a:pt x="13384" y="11598"/>
                    <a:pt x="13805" y="11177"/>
                    <a:pt x="13805" y="10650"/>
                  </a:cubicBezTo>
                  <a:lnTo>
                    <a:pt x="13805" y="3637"/>
                  </a:lnTo>
                  <a:cubicBezTo>
                    <a:pt x="13805" y="3123"/>
                    <a:pt x="13384" y="2702"/>
                    <a:pt x="12857" y="2702"/>
                  </a:cubicBezTo>
                  <a:lnTo>
                    <a:pt x="9970" y="2702"/>
                  </a:lnTo>
                  <a:cubicBezTo>
                    <a:pt x="9771" y="1182"/>
                    <a:pt x="8475" y="1"/>
                    <a:pt x="6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2" name="Google Shape;1162;p44"/>
            <p:cNvSpPr/>
            <p:nvPr/>
          </p:nvSpPr>
          <p:spPr>
            <a:xfrm>
              <a:off x="1259638" y="381072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5" y="1"/>
                  </a:moveTo>
                  <a:cubicBezTo>
                    <a:pt x="1096" y="1"/>
                    <a:pt x="1025" y="18"/>
                    <a:pt x="960" y="53"/>
                  </a:cubicBezTo>
                  <a:lnTo>
                    <a:pt x="258" y="463"/>
                  </a:lnTo>
                  <a:cubicBezTo>
                    <a:pt x="70" y="567"/>
                    <a:pt x="0" y="825"/>
                    <a:pt x="118" y="1010"/>
                  </a:cubicBezTo>
                  <a:cubicBezTo>
                    <a:pt x="190" y="1144"/>
                    <a:pt x="324" y="1214"/>
                    <a:pt x="465" y="1214"/>
                  </a:cubicBezTo>
                  <a:cubicBezTo>
                    <a:pt x="533" y="1214"/>
                    <a:pt x="603" y="1198"/>
                    <a:pt x="668" y="1164"/>
                  </a:cubicBezTo>
                  <a:lnTo>
                    <a:pt x="1369" y="754"/>
                  </a:lnTo>
                  <a:cubicBezTo>
                    <a:pt x="1557" y="648"/>
                    <a:pt x="1627" y="393"/>
                    <a:pt x="1510" y="205"/>
                  </a:cubicBezTo>
                  <a:cubicBezTo>
                    <a:pt x="1438" y="71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3" name="Google Shape;1163;p44"/>
            <p:cNvSpPr/>
            <p:nvPr/>
          </p:nvSpPr>
          <p:spPr>
            <a:xfrm>
              <a:off x="1259638" y="3908500"/>
              <a:ext cx="40700" cy="30325"/>
            </a:xfrm>
            <a:custGeom>
              <a:rect l="l" t="t" r="r" b="b"/>
              <a:pathLst>
                <a:path w="1628" h="1213" extrusionOk="0">
                  <a:moveTo>
                    <a:pt x="460" y="1"/>
                  </a:moveTo>
                  <a:cubicBezTo>
                    <a:pt x="321" y="1"/>
                    <a:pt x="189" y="73"/>
                    <a:pt x="118" y="199"/>
                  </a:cubicBezTo>
                  <a:cubicBezTo>
                    <a:pt x="0" y="395"/>
                    <a:pt x="70" y="642"/>
                    <a:pt x="258" y="760"/>
                  </a:cubicBezTo>
                  <a:lnTo>
                    <a:pt x="960" y="1155"/>
                  </a:lnTo>
                  <a:cubicBezTo>
                    <a:pt x="1026" y="1195"/>
                    <a:pt x="1098" y="1213"/>
                    <a:pt x="1168" y="1213"/>
                  </a:cubicBezTo>
                  <a:cubicBezTo>
                    <a:pt x="1307" y="1213"/>
                    <a:pt x="1439" y="1140"/>
                    <a:pt x="1510" y="1015"/>
                  </a:cubicBezTo>
                  <a:cubicBezTo>
                    <a:pt x="1627" y="816"/>
                    <a:pt x="1557" y="572"/>
                    <a:pt x="1369" y="454"/>
                  </a:cubicBezTo>
                  <a:lnTo>
                    <a:pt x="668" y="58"/>
                  </a:lnTo>
                  <a:cubicBezTo>
                    <a:pt x="601" y="19"/>
                    <a:pt x="530" y="1"/>
                    <a:pt x="4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4" name="Google Shape;1164;p44"/>
            <p:cNvSpPr/>
            <p:nvPr/>
          </p:nvSpPr>
          <p:spPr>
            <a:xfrm>
              <a:off x="1039913" y="38107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2" y="1"/>
                  </a:moveTo>
                  <a:cubicBezTo>
                    <a:pt x="321" y="1"/>
                    <a:pt x="188" y="71"/>
                    <a:pt x="118" y="205"/>
                  </a:cubicBezTo>
                  <a:cubicBezTo>
                    <a:pt x="0" y="393"/>
                    <a:pt x="70" y="648"/>
                    <a:pt x="258" y="754"/>
                  </a:cubicBezTo>
                  <a:lnTo>
                    <a:pt x="960" y="1164"/>
                  </a:lnTo>
                  <a:cubicBezTo>
                    <a:pt x="1025" y="1198"/>
                    <a:pt x="1094" y="1214"/>
                    <a:pt x="1163" y="1214"/>
                  </a:cubicBezTo>
                  <a:cubicBezTo>
                    <a:pt x="1303" y="1214"/>
                    <a:pt x="1438" y="1144"/>
                    <a:pt x="1509" y="1010"/>
                  </a:cubicBezTo>
                  <a:cubicBezTo>
                    <a:pt x="1624" y="825"/>
                    <a:pt x="1554" y="567"/>
                    <a:pt x="1369" y="463"/>
                  </a:cubicBezTo>
                  <a:lnTo>
                    <a:pt x="668" y="53"/>
                  </a:lnTo>
                  <a:cubicBezTo>
                    <a:pt x="602" y="18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5" name="Google Shape;1165;p44"/>
            <p:cNvSpPr/>
            <p:nvPr/>
          </p:nvSpPr>
          <p:spPr>
            <a:xfrm>
              <a:off x="1039913" y="390850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8" y="1"/>
                  </a:moveTo>
                  <a:cubicBezTo>
                    <a:pt x="1098" y="1"/>
                    <a:pt x="1026" y="19"/>
                    <a:pt x="960" y="58"/>
                  </a:cubicBezTo>
                  <a:lnTo>
                    <a:pt x="258" y="454"/>
                  </a:lnTo>
                  <a:cubicBezTo>
                    <a:pt x="70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29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4" y="642"/>
                    <a:pt x="1624" y="395"/>
                    <a:pt x="1509" y="199"/>
                  </a:cubicBezTo>
                  <a:cubicBezTo>
                    <a:pt x="1438" y="73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66" name="Google Shape;1166;p44"/>
          <p:cNvGrpSpPr/>
          <p:nvPr/>
        </p:nvGrpSpPr>
        <p:grpSpPr>
          <a:xfrm>
            <a:off x="4376150" y="2475363"/>
            <a:ext cx="305475" cy="345175"/>
            <a:chOff x="1017663" y="3243950"/>
            <a:chExt cx="305475" cy="345175"/>
          </a:xfrm>
        </p:grpSpPr>
        <p:sp>
          <p:nvSpPr>
            <p:cNvPr id="1167" name="Google Shape;1167;p44"/>
            <p:cNvSpPr/>
            <p:nvPr/>
          </p:nvSpPr>
          <p:spPr>
            <a:xfrm>
              <a:off x="12342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399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9" y="820"/>
                  </a:cubicBezTo>
                  <a:lnTo>
                    <a:pt x="1204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8" name="Google Shape;1168;p44"/>
            <p:cNvSpPr/>
            <p:nvPr/>
          </p:nvSpPr>
          <p:spPr>
            <a:xfrm>
              <a:off x="10656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410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410" y="820"/>
                  </a:cubicBezTo>
                  <a:lnTo>
                    <a:pt x="1215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9" name="Google Shape;1169;p44"/>
            <p:cNvSpPr/>
            <p:nvPr/>
          </p:nvSpPr>
          <p:spPr>
            <a:xfrm>
              <a:off x="1017663" y="3243950"/>
              <a:ext cx="305475" cy="345175"/>
            </a:xfrm>
            <a:custGeom>
              <a:rect l="l" t="t" r="r" b="b"/>
              <a:pathLst>
                <a:path w="12219" h="13807" extrusionOk="0">
                  <a:moveTo>
                    <a:pt x="2329" y="817"/>
                  </a:moveTo>
                  <a:cubicBezTo>
                    <a:pt x="2551" y="817"/>
                    <a:pt x="2725" y="994"/>
                    <a:pt x="2725" y="1216"/>
                  </a:cubicBezTo>
                  <a:cubicBezTo>
                    <a:pt x="2725" y="1437"/>
                    <a:pt x="2551" y="1625"/>
                    <a:pt x="2329" y="1625"/>
                  </a:cubicBezTo>
                  <a:cubicBezTo>
                    <a:pt x="2105" y="1625"/>
                    <a:pt x="1920" y="1437"/>
                    <a:pt x="1920" y="1216"/>
                  </a:cubicBezTo>
                  <a:cubicBezTo>
                    <a:pt x="1920" y="994"/>
                    <a:pt x="2105" y="817"/>
                    <a:pt x="2329" y="817"/>
                  </a:cubicBezTo>
                  <a:close/>
                  <a:moveTo>
                    <a:pt x="6102" y="817"/>
                  </a:moveTo>
                  <a:cubicBezTo>
                    <a:pt x="6327" y="817"/>
                    <a:pt x="6501" y="994"/>
                    <a:pt x="6501" y="1216"/>
                  </a:cubicBezTo>
                  <a:cubicBezTo>
                    <a:pt x="6501" y="1437"/>
                    <a:pt x="6327" y="1625"/>
                    <a:pt x="6102" y="1625"/>
                  </a:cubicBezTo>
                  <a:cubicBezTo>
                    <a:pt x="5870" y="1625"/>
                    <a:pt x="5696" y="1437"/>
                    <a:pt x="5696" y="1216"/>
                  </a:cubicBezTo>
                  <a:cubicBezTo>
                    <a:pt x="5696" y="994"/>
                    <a:pt x="5870" y="817"/>
                    <a:pt x="6102" y="817"/>
                  </a:cubicBezTo>
                  <a:close/>
                  <a:moveTo>
                    <a:pt x="9867" y="817"/>
                  </a:moveTo>
                  <a:cubicBezTo>
                    <a:pt x="10100" y="817"/>
                    <a:pt x="10277" y="994"/>
                    <a:pt x="10277" y="1216"/>
                  </a:cubicBezTo>
                  <a:cubicBezTo>
                    <a:pt x="10277" y="1437"/>
                    <a:pt x="10100" y="1625"/>
                    <a:pt x="9867" y="1625"/>
                  </a:cubicBezTo>
                  <a:cubicBezTo>
                    <a:pt x="9646" y="1625"/>
                    <a:pt x="9469" y="1437"/>
                    <a:pt x="9469" y="1216"/>
                  </a:cubicBezTo>
                  <a:cubicBezTo>
                    <a:pt x="9469" y="994"/>
                    <a:pt x="9646" y="817"/>
                    <a:pt x="9867" y="817"/>
                  </a:cubicBezTo>
                  <a:close/>
                  <a:moveTo>
                    <a:pt x="1813" y="6804"/>
                  </a:moveTo>
                  <a:lnTo>
                    <a:pt x="1709" y="7609"/>
                  </a:lnTo>
                  <a:lnTo>
                    <a:pt x="1241" y="7609"/>
                  </a:lnTo>
                  <a:cubicBezTo>
                    <a:pt x="1019" y="7609"/>
                    <a:pt x="843" y="7424"/>
                    <a:pt x="843" y="7200"/>
                  </a:cubicBezTo>
                  <a:cubicBezTo>
                    <a:pt x="843" y="6978"/>
                    <a:pt x="1019" y="6804"/>
                    <a:pt x="1241" y="6804"/>
                  </a:cubicBezTo>
                  <a:close/>
                  <a:moveTo>
                    <a:pt x="8195" y="4641"/>
                  </a:moveTo>
                  <a:cubicBezTo>
                    <a:pt x="8804" y="4641"/>
                    <a:pt x="9317" y="5084"/>
                    <a:pt x="9399" y="5682"/>
                  </a:cubicBezTo>
                  <a:lnTo>
                    <a:pt x="9679" y="7609"/>
                  </a:lnTo>
                  <a:lnTo>
                    <a:pt x="2514" y="7609"/>
                  </a:lnTo>
                  <a:lnTo>
                    <a:pt x="2795" y="5682"/>
                  </a:lnTo>
                  <a:cubicBezTo>
                    <a:pt x="2876" y="5084"/>
                    <a:pt x="3393" y="4641"/>
                    <a:pt x="3998" y="4641"/>
                  </a:cubicBezTo>
                  <a:close/>
                  <a:moveTo>
                    <a:pt x="10956" y="6804"/>
                  </a:moveTo>
                  <a:cubicBezTo>
                    <a:pt x="11177" y="6804"/>
                    <a:pt x="11351" y="6978"/>
                    <a:pt x="11351" y="7200"/>
                  </a:cubicBezTo>
                  <a:cubicBezTo>
                    <a:pt x="11351" y="7424"/>
                    <a:pt x="11177" y="7609"/>
                    <a:pt x="10956" y="7609"/>
                  </a:cubicBezTo>
                  <a:lnTo>
                    <a:pt x="10498" y="7609"/>
                  </a:lnTo>
                  <a:lnTo>
                    <a:pt x="10381" y="6804"/>
                  </a:lnTo>
                  <a:close/>
                  <a:moveTo>
                    <a:pt x="7154" y="10580"/>
                  </a:moveTo>
                  <a:lnTo>
                    <a:pt x="7424" y="11385"/>
                  </a:lnTo>
                  <a:lnTo>
                    <a:pt x="4770" y="11385"/>
                  </a:lnTo>
                  <a:lnTo>
                    <a:pt x="5039" y="10580"/>
                  </a:lnTo>
                  <a:close/>
                  <a:moveTo>
                    <a:pt x="10044" y="8417"/>
                  </a:moveTo>
                  <a:lnTo>
                    <a:pt x="10639" y="8779"/>
                  </a:lnTo>
                  <a:cubicBezTo>
                    <a:pt x="10919" y="8942"/>
                    <a:pt x="11096" y="9259"/>
                    <a:pt x="11096" y="9584"/>
                  </a:cubicBezTo>
                  <a:lnTo>
                    <a:pt x="11096" y="11385"/>
                  </a:lnTo>
                  <a:lnTo>
                    <a:pt x="8277" y="11385"/>
                  </a:lnTo>
                  <a:lnTo>
                    <a:pt x="7833" y="10041"/>
                  </a:lnTo>
                  <a:cubicBezTo>
                    <a:pt x="7774" y="9879"/>
                    <a:pt x="7623" y="9761"/>
                    <a:pt x="7449" y="9761"/>
                  </a:cubicBezTo>
                  <a:lnTo>
                    <a:pt x="4748" y="9761"/>
                  </a:lnTo>
                  <a:cubicBezTo>
                    <a:pt x="4574" y="9761"/>
                    <a:pt x="4419" y="9879"/>
                    <a:pt x="4363" y="10041"/>
                  </a:cubicBezTo>
                  <a:lnTo>
                    <a:pt x="3917" y="11385"/>
                  </a:lnTo>
                  <a:lnTo>
                    <a:pt x="1123" y="11385"/>
                  </a:lnTo>
                  <a:lnTo>
                    <a:pt x="1123" y="9584"/>
                  </a:lnTo>
                  <a:cubicBezTo>
                    <a:pt x="1123" y="9259"/>
                    <a:pt x="1300" y="8942"/>
                    <a:pt x="1580" y="8779"/>
                  </a:cubicBezTo>
                  <a:lnTo>
                    <a:pt x="2175" y="8417"/>
                  </a:lnTo>
                  <a:close/>
                  <a:moveTo>
                    <a:pt x="3005" y="12193"/>
                  </a:moveTo>
                  <a:lnTo>
                    <a:pt x="3005" y="12869"/>
                  </a:lnTo>
                  <a:cubicBezTo>
                    <a:pt x="3005" y="12939"/>
                    <a:pt x="2946" y="12998"/>
                    <a:pt x="2876" y="12998"/>
                  </a:cubicBezTo>
                  <a:lnTo>
                    <a:pt x="2071" y="12998"/>
                  </a:lnTo>
                  <a:cubicBezTo>
                    <a:pt x="1990" y="12998"/>
                    <a:pt x="1931" y="12939"/>
                    <a:pt x="1931" y="12869"/>
                  </a:cubicBezTo>
                  <a:lnTo>
                    <a:pt x="1931" y="12193"/>
                  </a:lnTo>
                  <a:close/>
                  <a:moveTo>
                    <a:pt x="10288" y="12193"/>
                  </a:moveTo>
                  <a:lnTo>
                    <a:pt x="10288" y="12869"/>
                  </a:lnTo>
                  <a:cubicBezTo>
                    <a:pt x="10288" y="12939"/>
                    <a:pt x="10229" y="12998"/>
                    <a:pt x="10148" y="12998"/>
                  </a:cubicBezTo>
                  <a:lnTo>
                    <a:pt x="9343" y="12998"/>
                  </a:lnTo>
                  <a:cubicBezTo>
                    <a:pt x="9272" y="12998"/>
                    <a:pt x="9214" y="12939"/>
                    <a:pt x="9214" y="12869"/>
                  </a:cubicBezTo>
                  <a:lnTo>
                    <a:pt x="9214" y="12193"/>
                  </a:lnTo>
                  <a:close/>
                  <a:moveTo>
                    <a:pt x="6117" y="0"/>
                  </a:moveTo>
                  <a:cubicBezTo>
                    <a:pt x="5447" y="0"/>
                    <a:pt x="4899" y="552"/>
                    <a:pt x="4899" y="1216"/>
                  </a:cubicBezTo>
                  <a:cubicBezTo>
                    <a:pt x="4899" y="1743"/>
                    <a:pt x="5238" y="2198"/>
                    <a:pt x="5707" y="2360"/>
                  </a:cubicBezTo>
                  <a:lnTo>
                    <a:pt x="5707" y="3833"/>
                  </a:lnTo>
                  <a:lnTo>
                    <a:pt x="4630" y="3833"/>
                  </a:lnTo>
                  <a:lnTo>
                    <a:pt x="4630" y="2560"/>
                  </a:lnTo>
                  <a:cubicBezTo>
                    <a:pt x="4630" y="2431"/>
                    <a:pt x="4560" y="2316"/>
                    <a:pt x="4456" y="2234"/>
                  </a:cubicBezTo>
                  <a:lnTo>
                    <a:pt x="3496" y="1555"/>
                  </a:lnTo>
                  <a:cubicBezTo>
                    <a:pt x="3533" y="1449"/>
                    <a:pt x="3544" y="1334"/>
                    <a:pt x="3544" y="1216"/>
                  </a:cubicBezTo>
                  <a:cubicBezTo>
                    <a:pt x="3544" y="548"/>
                    <a:pt x="3003" y="8"/>
                    <a:pt x="2346" y="8"/>
                  </a:cubicBezTo>
                  <a:cubicBezTo>
                    <a:pt x="2313" y="8"/>
                    <a:pt x="2279" y="10"/>
                    <a:pt x="2245" y="12"/>
                  </a:cubicBezTo>
                  <a:cubicBezTo>
                    <a:pt x="1650" y="46"/>
                    <a:pt x="1171" y="526"/>
                    <a:pt x="1123" y="1123"/>
                  </a:cubicBezTo>
                  <a:cubicBezTo>
                    <a:pt x="1078" y="1836"/>
                    <a:pt x="1639" y="2431"/>
                    <a:pt x="2341" y="2431"/>
                  </a:cubicBezTo>
                  <a:cubicBezTo>
                    <a:pt x="2596" y="2431"/>
                    <a:pt x="2831" y="2349"/>
                    <a:pt x="3031" y="2209"/>
                  </a:cubicBezTo>
                  <a:lnTo>
                    <a:pt x="3813" y="2770"/>
                  </a:lnTo>
                  <a:lnTo>
                    <a:pt x="3813" y="3847"/>
                  </a:lnTo>
                  <a:cubicBezTo>
                    <a:pt x="3404" y="3881"/>
                    <a:pt x="3005" y="4044"/>
                    <a:pt x="2680" y="4324"/>
                  </a:cubicBezTo>
                  <a:cubicBezTo>
                    <a:pt x="2315" y="4641"/>
                    <a:pt x="2071" y="5084"/>
                    <a:pt x="2001" y="5564"/>
                  </a:cubicBezTo>
                  <a:lnTo>
                    <a:pt x="1942" y="5985"/>
                  </a:lnTo>
                  <a:lnTo>
                    <a:pt x="1277" y="5985"/>
                  </a:lnTo>
                  <a:cubicBezTo>
                    <a:pt x="657" y="5985"/>
                    <a:pt x="96" y="6487"/>
                    <a:pt x="49" y="7107"/>
                  </a:cubicBezTo>
                  <a:cubicBezTo>
                    <a:pt x="1" y="7668"/>
                    <a:pt x="340" y="8159"/>
                    <a:pt x="831" y="8336"/>
                  </a:cubicBezTo>
                  <a:cubicBezTo>
                    <a:pt x="506" y="8661"/>
                    <a:pt x="318" y="9118"/>
                    <a:pt x="318" y="9584"/>
                  </a:cubicBezTo>
                  <a:lnTo>
                    <a:pt x="318" y="11783"/>
                  </a:lnTo>
                  <a:cubicBezTo>
                    <a:pt x="318" y="12005"/>
                    <a:pt x="492" y="12193"/>
                    <a:pt x="716" y="12193"/>
                  </a:cubicBezTo>
                  <a:lnTo>
                    <a:pt x="1123" y="12193"/>
                  </a:lnTo>
                  <a:lnTo>
                    <a:pt x="1123" y="12869"/>
                  </a:lnTo>
                  <a:cubicBezTo>
                    <a:pt x="1123" y="13385"/>
                    <a:pt x="1544" y="13806"/>
                    <a:pt x="2071" y="13806"/>
                  </a:cubicBezTo>
                  <a:lnTo>
                    <a:pt x="2876" y="13806"/>
                  </a:lnTo>
                  <a:cubicBezTo>
                    <a:pt x="3393" y="13806"/>
                    <a:pt x="3813" y="13385"/>
                    <a:pt x="3813" y="12869"/>
                  </a:cubicBezTo>
                  <a:lnTo>
                    <a:pt x="3813" y="12193"/>
                  </a:lnTo>
                  <a:lnTo>
                    <a:pt x="8406" y="12193"/>
                  </a:lnTo>
                  <a:lnTo>
                    <a:pt x="8406" y="12869"/>
                  </a:lnTo>
                  <a:cubicBezTo>
                    <a:pt x="8406" y="13385"/>
                    <a:pt x="8826" y="13806"/>
                    <a:pt x="9343" y="13806"/>
                  </a:cubicBezTo>
                  <a:lnTo>
                    <a:pt x="10148" y="13806"/>
                  </a:lnTo>
                  <a:cubicBezTo>
                    <a:pt x="10675" y="13806"/>
                    <a:pt x="11096" y="13385"/>
                    <a:pt x="11096" y="12869"/>
                  </a:cubicBezTo>
                  <a:lnTo>
                    <a:pt x="11096" y="12193"/>
                  </a:lnTo>
                  <a:lnTo>
                    <a:pt x="11503" y="12193"/>
                  </a:lnTo>
                  <a:cubicBezTo>
                    <a:pt x="11727" y="12193"/>
                    <a:pt x="11901" y="12005"/>
                    <a:pt x="11901" y="11783"/>
                  </a:cubicBezTo>
                  <a:lnTo>
                    <a:pt x="11901" y="9584"/>
                  </a:lnTo>
                  <a:cubicBezTo>
                    <a:pt x="11901" y="9118"/>
                    <a:pt x="11713" y="8661"/>
                    <a:pt x="11388" y="8336"/>
                  </a:cubicBezTo>
                  <a:cubicBezTo>
                    <a:pt x="11879" y="8159"/>
                    <a:pt x="12218" y="7668"/>
                    <a:pt x="12170" y="7107"/>
                  </a:cubicBezTo>
                  <a:cubicBezTo>
                    <a:pt x="12123" y="6487"/>
                    <a:pt x="11562" y="5985"/>
                    <a:pt x="10942" y="5985"/>
                  </a:cubicBezTo>
                  <a:lnTo>
                    <a:pt x="10277" y="5985"/>
                  </a:lnTo>
                  <a:lnTo>
                    <a:pt x="10218" y="5564"/>
                  </a:lnTo>
                  <a:cubicBezTo>
                    <a:pt x="10148" y="5084"/>
                    <a:pt x="9904" y="4641"/>
                    <a:pt x="9539" y="4324"/>
                  </a:cubicBezTo>
                  <a:cubicBezTo>
                    <a:pt x="9214" y="4044"/>
                    <a:pt x="8815" y="3881"/>
                    <a:pt x="8406" y="3847"/>
                  </a:cubicBezTo>
                  <a:lnTo>
                    <a:pt x="8406" y="2770"/>
                  </a:lnTo>
                  <a:lnTo>
                    <a:pt x="9188" y="2209"/>
                  </a:lnTo>
                  <a:cubicBezTo>
                    <a:pt x="9397" y="2349"/>
                    <a:pt x="9641" y="2432"/>
                    <a:pt x="9910" y="2432"/>
                  </a:cubicBezTo>
                  <a:cubicBezTo>
                    <a:pt x="9931" y="2432"/>
                    <a:pt x="9953" y="2432"/>
                    <a:pt x="9974" y="2431"/>
                  </a:cubicBezTo>
                  <a:cubicBezTo>
                    <a:pt x="10580" y="2386"/>
                    <a:pt x="11071" y="1884"/>
                    <a:pt x="11096" y="1264"/>
                  </a:cubicBezTo>
                  <a:cubicBezTo>
                    <a:pt x="11118" y="573"/>
                    <a:pt x="10569" y="1"/>
                    <a:pt x="9878" y="1"/>
                  </a:cubicBezTo>
                  <a:cubicBezTo>
                    <a:pt x="9214" y="1"/>
                    <a:pt x="8675" y="551"/>
                    <a:pt x="8675" y="1216"/>
                  </a:cubicBezTo>
                  <a:cubicBezTo>
                    <a:pt x="8675" y="1334"/>
                    <a:pt x="8686" y="1449"/>
                    <a:pt x="8723" y="1555"/>
                  </a:cubicBezTo>
                  <a:lnTo>
                    <a:pt x="7763" y="2234"/>
                  </a:lnTo>
                  <a:cubicBezTo>
                    <a:pt x="7659" y="2316"/>
                    <a:pt x="7589" y="2431"/>
                    <a:pt x="7589" y="2560"/>
                  </a:cubicBezTo>
                  <a:lnTo>
                    <a:pt x="7589" y="3833"/>
                  </a:lnTo>
                  <a:lnTo>
                    <a:pt x="6512" y="3833"/>
                  </a:lnTo>
                  <a:lnTo>
                    <a:pt x="6512" y="2360"/>
                  </a:lnTo>
                  <a:cubicBezTo>
                    <a:pt x="7003" y="2186"/>
                    <a:pt x="7354" y="1707"/>
                    <a:pt x="7320" y="1146"/>
                  </a:cubicBezTo>
                  <a:cubicBezTo>
                    <a:pt x="7284" y="526"/>
                    <a:pt x="6781" y="35"/>
                    <a:pt x="6161" y="1"/>
                  </a:cubicBezTo>
                  <a:cubicBezTo>
                    <a:pt x="6146" y="1"/>
                    <a:pt x="6131" y="0"/>
                    <a:pt x="61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70" name="Google Shape;1170;p44"/>
          <p:cNvGrpSpPr/>
          <p:nvPr/>
        </p:nvGrpSpPr>
        <p:grpSpPr>
          <a:xfrm>
            <a:off x="4356325" y="1294038"/>
            <a:ext cx="345125" cy="345425"/>
            <a:chOff x="997838" y="2690475"/>
            <a:chExt cx="345125" cy="345425"/>
          </a:xfrm>
        </p:grpSpPr>
        <p:sp>
          <p:nvSpPr>
            <p:cNvPr id="1171" name="Google Shape;1171;p44"/>
            <p:cNvSpPr/>
            <p:nvPr/>
          </p:nvSpPr>
          <p:spPr>
            <a:xfrm>
              <a:off x="1267563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2" y="0"/>
                  </a:moveTo>
                  <a:cubicBezTo>
                    <a:pt x="188" y="0"/>
                    <a:pt x="0" y="200"/>
                    <a:pt x="23" y="444"/>
                  </a:cubicBezTo>
                  <a:cubicBezTo>
                    <a:pt x="48" y="654"/>
                    <a:pt x="233" y="806"/>
                    <a:pt x="432" y="806"/>
                  </a:cubicBezTo>
                  <a:lnTo>
                    <a:pt x="1226" y="806"/>
                  </a:lnTo>
                  <a:cubicBezTo>
                    <a:pt x="1437" y="806"/>
                    <a:pt x="1613" y="654"/>
                    <a:pt x="1636" y="444"/>
                  </a:cubicBezTo>
                  <a:cubicBezTo>
                    <a:pt x="1661" y="20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2" name="Google Shape;1172;p44"/>
            <p:cNvSpPr/>
            <p:nvPr/>
          </p:nvSpPr>
          <p:spPr>
            <a:xfrm>
              <a:off x="12599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0"/>
                  </a:moveTo>
                  <a:cubicBezTo>
                    <a:pt x="1094" y="0"/>
                    <a:pt x="1023" y="17"/>
                    <a:pt x="957" y="52"/>
                  </a:cubicBezTo>
                  <a:lnTo>
                    <a:pt x="256" y="462"/>
                  </a:lnTo>
                  <a:cubicBezTo>
                    <a:pt x="70" y="577"/>
                    <a:pt x="0" y="824"/>
                    <a:pt x="115" y="1009"/>
                  </a:cubicBezTo>
                  <a:cubicBezTo>
                    <a:pt x="187" y="1143"/>
                    <a:pt x="321" y="1214"/>
                    <a:pt x="462" y="1214"/>
                  </a:cubicBezTo>
                  <a:cubicBezTo>
                    <a:pt x="530" y="1214"/>
                    <a:pt x="600" y="1197"/>
                    <a:pt x="665" y="1163"/>
                  </a:cubicBezTo>
                  <a:lnTo>
                    <a:pt x="1366" y="754"/>
                  </a:lnTo>
                  <a:cubicBezTo>
                    <a:pt x="1554" y="647"/>
                    <a:pt x="1625" y="403"/>
                    <a:pt x="1507" y="204"/>
                  </a:cubicBezTo>
                  <a:cubicBezTo>
                    <a:pt x="1437" y="71"/>
                    <a:pt x="1304" y="0"/>
                    <a:pt x="11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3" name="Google Shape;1173;p44"/>
            <p:cNvSpPr/>
            <p:nvPr/>
          </p:nvSpPr>
          <p:spPr>
            <a:xfrm>
              <a:off x="12599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6" y="74"/>
                    <a:pt x="115" y="199"/>
                  </a:cubicBezTo>
                  <a:cubicBezTo>
                    <a:pt x="0" y="395"/>
                    <a:pt x="70" y="642"/>
                    <a:pt x="256" y="760"/>
                  </a:cubicBezTo>
                  <a:lnTo>
                    <a:pt x="957" y="1155"/>
                  </a:lnTo>
                  <a:cubicBezTo>
                    <a:pt x="1023" y="1195"/>
                    <a:pt x="1095" y="1213"/>
                    <a:pt x="1166" y="1213"/>
                  </a:cubicBezTo>
                  <a:cubicBezTo>
                    <a:pt x="1305" y="1213"/>
                    <a:pt x="1438" y="1140"/>
                    <a:pt x="1507" y="1015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9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4" name="Google Shape;1174;p44"/>
            <p:cNvSpPr/>
            <p:nvPr/>
          </p:nvSpPr>
          <p:spPr>
            <a:xfrm>
              <a:off x="1031688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6" y="0"/>
                  </a:moveTo>
                  <a:cubicBezTo>
                    <a:pt x="225" y="0"/>
                    <a:pt x="49" y="152"/>
                    <a:pt x="26" y="351"/>
                  </a:cubicBezTo>
                  <a:cubicBezTo>
                    <a:pt x="1" y="595"/>
                    <a:pt x="189" y="806"/>
                    <a:pt x="422" y="806"/>
                  </a:cubicBezTo>
                  <a:lnTo>
                    <a:pt x="1230" y="806"/>
                  </a:lnTo>
                  <a:cubicBezTo>
                    <a:pt x="1429" y="806"/>
                    <a:pt x="1614" y="654"/>
                    <a:pt x="1639" y="444"/>
                  </a:cubicBezTo>
                  <a:cubicBezTo>
                    <a:pt x="1662" y="200"/>
                    <a:pt x="1474" y="0"/>
                    <a:pt x="12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5" name="Google Shape;1175;p44"/>
            <p:cNvSpPr/>
            <p:nvPr/>
          </p:nvSpPr>
          <p:spPr>
            <a:xfrm>
              <a:off x="10401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2" y="0"/>
                  </a:moveTo>
                  <a:cubicBezTo>
                    <a:pt x="321" y="0"/>
                    <a:pt x="188" y="71"/>
                    <a:pt x="118" y="204"/>
                  </a:cubicBezTo>
                  <a:cubicBezTo>
                    <a:pt x="0" y="403"/>
                    <a:pt x="71" y="647"/>
                    <a:pt x="259" y="754"/>
                  </a:cubicBezTo>
                  <a:lnTo>
                    <a:pt x="960" y="1163"/>
                  </a:lnTo>
                  <a:cubicBezTo>
                    <a:pt x="1025" y="1197"/>
                    <a:pt x="1095" y="1214"/>
                    <a:pt x="1163" y="1214"/>
                  </a:cubicBezTo>
                  <a:cubicBezTo>
                    <a:pt x="1304" y="1214"/>
                    <a:pt x="1438" y="1143"/>
                    <a:pt x="1510" y="1009"/>
                  </a:cubicBezTo>
                  <a:cubicBezTo>
                    <a:pt x="1625" y="824"/>
                    <a:pt x="1555" y="577"/>
                    <a:pt x="1369" y="462"/>
                  </a:cubicBezTo>
                  <a:lnTo>
                    <a:pt x="668" y="52"/>
                  </a:lnTo>
                  <a:cubicBezTo>
                    <a:pt x="602" y="17"/>
                    <a:pt x="531" y="0"/>
                    <a:pt x="4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6" name="Google Shape;1176;p44"/>
            <p:cNvSpPr/>
            <p:nvPr/>
          </p:nvSpPr>
          <p:spPr>
            <a:xfrm>
              <a:off x="10401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8" y="1"/>
                  </a:moveTo>
                  <a:cubicBezTo>
                    <a:pt x="1098" y="1"/>
                    <a:pt x="1026" y="19"/>
                    <a:pt x="960" y="59"/>
                  </a:cubicBezTo>
                  <a:lnTo>
                    <a:pt x="259" y="454"/>
                  </a:lnTo>
                  <a:cubicBezTo>
                    <a:pt x="71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30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5" y="642"/>
                    <a:pt x="1625" y="395"/>
                    <a:pt x="1510" y="199"/>
                  </a:cubicBezTo>
                  <a:cubicBezTo>
                    <a:pt x="1439" y="74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7" name="Google Shape;1177;p44"/>
            <p:cNvSpPr/>
            <p:nvPr/>
          </p:nvSpPr>
          <p:spPr>
            <a:xfrm>
              <a:off x="997838" y="2690475"/>
              <a:ext cx="345125" cy="345425"/>
            </a:xfrm>
            <a:custGeom>
              <a:rect l="l" t="t" r="r" b="b"/>
              <a:pathLst>
                <a:path w="13805" h="13817" extrusionOk="0">
                  <a:moveTo>
                    <a:pt x="6895" y="820"/>
                  </a:moveTo>
                  <a:cubicBezTo>
                    <a:pt x="8172" y="820"/>
                    <a:pt x="9199" y="1847"/>
                    <a:pt x="9199" y="3109"/>
                  </a:cubicBezTo>
                  <a:cubicBezTo>
                    <a:pt x="9199" y="3799"/>
                    <a:pt x="8896" y="4441"/>
                    <a:pt x="8357" y="4876"/>
                  </a:cubicBezTo>
                  <a:cubicBezTo>
                    <a:pt x="8018" y="5168"/>
                    <a:pt x="7785" y="5541"/>
                    <a:pt x="7715" y="5939"/>
                  </a:cubicBezTo>
                  <a:lnTo>
                    <a:pt x="7305" y="5939"/>
                  </a:lnTo>
                  <a:lnTo>
                    <a:pt x="7305" y="3824"/>
                  </a:lnTo>
                  <a:lnTo>
                    <a:pt x="7995" y="3134"/>
                  </a:lnTo>
                  <a:cubicBezTo>
                    <a:pt x="8135" y="2994"/>
                    <a:pt x="8158" y="2758"/>
                    <a:pt x="8032" y="2596"/>
                  </a:cubicBezTo>
                  <a:cubicBezTo>
                    <a:pt x="7950" y="2490"/>
                    <a:pt x="7833" y="2437"/>
                    <a:pt x="7715" y="2437"/>
                  </a:cubicBezTo>
                  <a:cubicBezTo>
                    <a:pt x="7610" y="2437"/>
                    <a:pt x="7505" y="2479"/>
                    <a:pt x="7423" y="2562"/>
                  </a:cubicBezTo>
                  <a:lnTo>
                    <a:pt x="6895" y="3075"/>
                  </a:lnTo>
                  <a:lnTo>
                    <a:pt x="6382" y="2562"/>
                  </a:lnTo>
                  <a:cubicBezTo>
                    <a:pt x="6300" y="2479"/>
                    <a:pt x="6195" y="2437"/>
                    <a:pt x="6090" y="2437"/>
                  </a:cubicBezTo>
                  <a:cubicBezTo>
                    <a:pt x="5972" y="2437"/>
                    <a:pt x="5855" y="2490"/>
                    <a:pt x="5773" y="2596"/>
                  </a:cubicBezTo>
                  <a:cubicBezTo>
                    <a:pt x="5647" y="2758"/>
                    <a:pt x="5670" y="2994"/>
                    <a:pt x="5810" y="3134"/>
                  </a:cubicBezTo>
                  <a:lnTo>
                    <a:pt x="6500" y="3824"/>
                  </a:lnTo>
                  <a:lnTo>
                    <a:pt x="6500" y="5939"/>
                  </a:lnTo>
                  <a:lnTo>
                    <a:pt x="6090" y="5939"/>
                  </a:lnTo>
                  <a:cubicBezTo>
                    <a:pt x="6020" y="5541"/>
                    <a:pt x="5787" y="5168"/>
                    <a:pt x="5448" y="4876"/>
                  </a:cubicBezTo>
                  <a:cubicBezTo>
                    <a:pt x="4909" y="4441"/>
                    <a:pt x="4606" y="3799"/>
                    <a:pt x="4606" y="3109"/>
                  </a:cubicBezTo>
                  <a:cubicBezTo>
                    <a:pt x="4606" y="1847"/>
                    <a:pt x="5633" y="820"/>
                    <a:pt x="6895" y="820"/>
                  </a:cubicBezTo>
                  <a:close/>
                  <a:moveTo>
                    <a:pt x="7681" y="6756"/>
                  </a:moveTo>
                  <a:lnTo>
                    <a:pt x="7681" y="7424"/>
                  </a:lnTo>
                  <a:cubicBezTo>
                    <a:pt x="7681" y="7505"/>
                    <a:pt x="7622" y="7564"/>
                    <a:pt x="7552" y="7564"/>
                  </a:cubicBezTo>
                  <a:lnTo>
                    <a:pt x="6253" y="7564"/>
                  </a:lnTo>
                  <a:cubicBezTo>
                    <a:pt x="6183" y="7564"/>
                    <a:pt x="6124" y="7505"/>
                    <a:pt x="6124" y="7424"/>
                  </a:cubicBezTo>
                  <a:lnTo>
                    <a:pt x="6124" y="6756"/>
                  </a:lnTo>
                  <a:close/>
                  <a:moveTo>
                    <a:pt x="2561" y="8383"/>
                  </a:moveTo>
                  <a:cubicBezTo>
                    <a:pt x="3004" y="8383"/>
                    <a:pt x="3366" y="8745"/>
                    <a:pt x="3366" y="9188"/>
                  </a:cubicBezTo>
                  <a:cubicBezTo>
                    <a:pt x="3366" y="9631"/>
                    <a:pt x="3004" y="9996"/>
                    <a:pt x="2561" y="9996"/>
                  </a:cubicBezTo>
                  <a:cubicBezTo>
                    <a:pt x="2115" y="9996"/>
                    <a:pt x="1753" y="9631"/>
                    <a:pt x="1753" y="9188"/>
                  </a:cubicBezTo>
                  <a:cubicBezTo>
                    <a:pt x="1753" y="8745"/>
                    <a:pt x="2115" y="8383"/>
                    <a:pt x="2561" y="8383"/>
                  </a:cubicBezTo>
                  <a:close/>
                  <a:moveTo>
                    <a:pt x="11244" y="8383"/>
                  </a:moveTo>
                  <a:cubicBezTo>
                    <a:pt x="11690" y="8383"/>
                    <a:pt x="12052" y="8745"/>
                    <a:pt x="12052" y="9188"/>
                  </a:cubicBezTo>
                  <a:cubicBezTo>
                    <a:pt x="12052" y="9631"/>
                    <a:pt x="11690" y="9996"/>
                    <a:pt x="11244" y="9996"/>
                  </a:cubicBezTo>
                  <a:cubicBezTo>
                    <a:pt x="10800" y="9996"/>
                    <a:pt x="10439" y="9631"/>
                    <a:pt x="10439" y="9188"/>
                  </a:cubicBezTo>
                  <a:cubicBezTo>
                    <a:pt x="10439" y="8745"/>
                    <a:pt x="10800" y="8383"/>
                    <a:pt x="11244" y="8383"/>
                  </a:cubicBezTo>
                  <a:close/>
                  <a:moveTo>
                    <a:pt x="6500" y="8369"/>
                  </a:moveTo>
                  <a:lnTo>
                    <a:pt x="6500" y="9830"/>
                  </a:lnTo>
                  <a:cubicBezTo>
                    <a:pt x="6500" y="10812"/>
                    <a:pt x="5703" y="11609"/>
                    <a:pt x="4721" y="11609"/>
                  </a:cubicBezTo>
                  <a:cubicBezTo>
                    <a:pt x="4500" y="11609"/>
                    <a:pt x="4315" y="11783"/>
                    <a:pt x="4315" y="12005"/>
                  </a:cubicBezTo>
                  <a:lnTo>
                    <a:pt x="4315" y="13012"/>
                  </a:lnTo>
                  <a:lnTo>
                    <a:pt x="808" y="13012"/>
                  </a:lnTo>
                  <a:lnTo>
                    <a:pt x="808" y="12005"/>
                  </a:lnTo>
                  <a:cubicBezTo>
                    <a:pt x="808" y="11340"/>
                    <a:pt x="1355" y="10801"/>
                    <a:pt x="2023" y="10801"/>
                  </a:cubicBezTo>
                  <a:lnTo>
                    <a:pt x="4721" y="10801"/>
                  </a:lnTo>
                  <a:cubicBezTo>
                    <a:pt x="5260" y="10801"/>
                    <a:pt x="5692" y="10358"/>
                    <a:pt x="5692" y="9830"/>
                  </a:cubicBezTo>
                  <a:lnTo>
                    <a:pt x="5692" y="8778"/>
                  </a:lnTo>
                  <a:cubicBezTo>
                    <a:pt x="5692" y="8557"/>
                    <a:pt x="5869" y="8369"/>
                    <a:pt x="6090" y="8369"/>
                  </a:cubicBezTo>
                  <a:close/>
                  <a:moveTo>
                    <a:pt x="7715" y="8369"/>
                  </a:moveTo>
                  <a:cubicBezTo>
                    <a:pt x="7936" y="8369"/>
                    <a:pt x="8113" y="8557"/>
                    <a:pt x="8113" y="8778"/>
                  </a:cubicBezTo>
                  <a:lnTo>
                    <a:pt x="8113" y="9830"/>
                  </a:lnTo>
                  <a:cubicBezTo>
                    <a:pt x="8113" y="10358"/>
                    <a:pt x="8545" y="10801"/>
                    <a:pt x="9084" y="10801"/>
                  </a:cubicBezTo>
                  <a:lnTo>
                    <a:pt x="11782" y="10801"/>
                  </a:lnTo>
                  <a:cubicBezTo>
                    <a:pt x="12450" y="10801"/>
                    <a:pt x="12997" y="11340"/>
                    <a:pt x="12997" y="12005"/>
                  </a:cubicBezTo>
                  <a:lnTo>
                    <a:pt x="12997" y="13012"/>
                  </a:lnTo>
                  <a:lnTo>
                    <a:pt x="9490" y="13012"/>
                  </a:lnTo>
                  <a:lnTo>
                    <a:pt x="9490" y="12005"/>
                  </a:lnTo>
                  <a:cubicBezTo>
                    <a:pt x="9490" y="11783"/>
                    <a:pt x="9305" y="11609"/>
                    <a:pt x="9084" y="11609"/>
                  </a:cubicBezTo>
                  <a:cubicBezTo>
                    <a:pt x="8102" y="11609"/>
                    <a:pt x="7305" y="10812"/>
                    <a:pt x="7305" y="9830"/>
                  </a:cubicBezTo>
                  <a:lnTo>
                    <a:pt x="7305" y="8369"/>
                  </a:lnTo>
                  <a:close/>
                  <a:moveTo>
                    <a:pt x="6895" y="1"/>
                  </a:moveTo>
                  <a:cubicBezTo>
                    <a:pt x="5190" y="1"/>
                    <a:pt x="3787" y="1403"/>
                    <a:pt x="3787" y="3123"/>
                  </a:cubicBezTo>
                  <a:cubicBezTo>
                    <a:pt x="3787" y="4057"/>
                    <a:pt x="4197" y="4921"/>
                    <a:pt x="4921" y="5519"/>
                  </a:cubicBezTo>
                  <a:cubicBezTo>
                    <a:pt x="5167" y="5729"/>
                    <a:pt x="5308" y="6010"/>
                    <a:pt x="5308" y="6290"/>
                  </a:cubicBezTo>
                  <a:lnTo>
                    <a:pt x="5308" y="7446"/>
                  </a:lnTo>
                  <a:cubicBezTo>
                    <a:pt x="5308" y="7575"/>
                    <a:pt x="5341" y="7693"/>
                    <a:pt x="5378" y="7797"/>
                  </a:cubicBezTo>
                  <a:cubicBezTo>
                    <a:pt x="5072" y="8018"/>
                    <a:pt x="4876" y="8369"/>
                    <a:pt x="4876" y="8767"/>
                  </a:cubicBezTo>
                  <a:lnTo>
                    <a:pt x="4876" y="9830"/>
                  </a:lnTo>
                  <a:cubicBezTo>
                    <a:pt x="4876" y="9912"/>
                    <a:pt x="4806" y="9982"/>
                    <a:pt x="4721" y="9982"/>
                  </a:cubicBezTo>
                  <a:lnTo>
                    <a:pt x="3964" y="9982"/>
                  </a:lnTo>
                  <a:cubicBezTo>
                    <a:pt x="4115" y="9727"/>
                    <a:pt x="4197" y="9435"/>
                    <a:pt x="4174" y="9107"/>
                  </a:cubicBezTo>
                  <a:cubicBezTo>
                    <a:pt x="4138" y="8276"/>
                    <a:pt x="3473" y="7597"/>
                    <a:pt x="2643" y="7564"/>
                  </a:cubicBezTo>
                  <a:cubicBezTo>
                    <a:pt x="2614" y="7562"/>
                    <a:pt x="2586" y="7562"/>
                    <a:pt x="2558" y="7562"/>
                  </a:cubicBezTo>
                  <a:cubicBezTo>
                    <a:pt x="1660" y="7562"/>
                    <a:pt x="948" y="8293"/>
                    <a:pt x="948" y="9177"/>
                  </a:cubicBezTo>
                  <a:cubicBezTo>
                    <a:pt x="948" y="9539"/>
                    <a:pt x="1063" y="9867"/>
                    <a:pt x="1262" y="10136"/>
                  </a:cubicBezTo>
                  <a:cubicBezTo>
                    <a:pt x="527" y="10439"/>
                    <a:pt x="0" y="11163"/>
                    <a:pt x="0" y="12005"/>
                  </a:cubicBezTo>
                  <a:lnTo>
                    <a:pt x="0" y="13407"/>
                  </a:lnTo>
                  <a:cubicBezTo>
                    <a:pt x="0" y="13629"/>
                    <a:pt x="177" y="13817"/>
                    <a:pt x="410" y="13817"/>
                  </a:cubicBezTo>
                  <a:lnTo>
                    <a:pt x="4721" y="13817"/>
                  </a:lnTo>
                  <a:cubicBezTo>
                    <a:pt x="4946" y="13817"/>
                    <a:pt x="5120" y="13629"/>
                    <a:pt x="5120" y="13407"/>
                  </a:cubicBezTo>
                  <a:lnTo>
                    <a:pt x="5120" y="12380"/>
                  </a:lnTo>
                  <a:cubicBezTo>
                    <a:pt x="5869" y="12263"/>
                    <a:pt x="6511" y="11831"/>
                    <a:pt x="6895" y="11211"/>
                  </a:cubicBezTo>
                  <a:cubicBezTo>
                    <a:pt x="7294" y="11831"/>
                    <a:pt x="7936" y="12263"/>
                    <a:pt x="8685" y="12380"/>
                  </a:cubicBezTo>
                  <a:lnTo>
                    <a:pt x="8685" y="13407"/>
                  </a:lnTo>
                  <a:cubicBezTo>
                    <a:pt x="8685" y="13629"/>
                    <a:pt x="8859" y="13817"/>
                    <a:pt x="9084" y="13817"/>
                  </a:cubicBezTo>
                  <a:lnTo>
                    <a:pt x="13395" y="13817"/>
                  </a:lnTo>
                  <a:cubicBezTo>
                    <a:pt x="13617" y="13817"/>
                    <a:pt x="13805" y="13629"/>
                    <a:pt x="13805" y="13407"/>
                  </a:cubicBezTo>
                  <a:lnTo>
                    <a:pt x="13805" y="12005"/>
                  </a:lnTo>
                  <a:cubicBezTo>
                    <a:pt x="13805" y="11163"/>
                    <a:pt x="13278" y="10439"/>
                    <a:pt x="12543" y="10136"/>
                  </a:cubicBezTo>
                  <a:cubicBezTo>
                    <a:pt x="12764" y="9842"/>
                    <a:pt x="12882" y="9480"/>
                    <a:pt x="12857" y="9095"/>
                  </a:cubicBezTo>
                  <a:cubicBezTo>
                    <a:pt x="12812" y="8254"/>
                    <a:pt x="12111" y="7575"/>
                    <a:pt x="11269" y="7564"/>
                  </a:cubicBezTo>
                  <a:cubicBezTo>
                    <a:pt x="11262" y="7564"/>
                    <a:pt x="11255" y="7564"/>
                    <a:pt x="11248" y="7564"/>
                  </a:cubicBezTo>
                  <a:cubicBezTo>
                    <a:pt x="10357" y="7564"/>
                    <a:pt x="9619" y="8283"/>
                    <a:pt x="9619" y="9177"/>
                  </a:cubicBezTo>
                  <a:cubicBezTo>
                    <a:pt x="9619" y="9469"/>
                    <a:pt x="9701" y="9749"/>
                    <a:pt x="9841" y="9982"/>
                  </a:cubicBezTo>
                  <a:lnTo>
                    <a:pt x="9084" y="9982"/>
                  </a:lnTo>
                  <a:cubicBezTo>
                    <a:pt x="8999" y="9982"/>
                    <a:pt x="8918" y="9912"/>
                    <a:pt x="8918" y="9830"/>
                  </a:cubicBezTo>
                  <a:lnTo>
                    <a:pt x="8918" y="8778"/>
                  </a:lnTo>
                  <a:cubicBezTo>
                    <a:pt x="8918" y="8369"/>
                    <a:pt x="8733" y="8007"/>
                    <a:pt x="8427" y="7785"/>
                  </a:cubicBezTo>
                  <a:cubicBezTo>
                    <a:pt x="8464" y="7682"/>
                    <a:pt x="8497" y="7553"/>
                    <a:pt x="8497" y="7424"/>
                  </a:cubicBezTo>
                  <a:lnTo>
                    <a:pt x="8497" y="6290"/>
                  </a:lnTo>
                  <a:cubicBezTo>
                    <a:pt x="8497" y="6010"/>
                    <a:pt x="8638" y="5729"/>
                    <a:pt x="8884" y="5519"/>
                  </a:cubicBezTo>
                  <a:cubicBezTo>
                    <a:pt x="9608" y="4921"/>
                    <a:pt x="10018" y="4057"/>
                    <a:pt x="10018" y="3123"/>
                  </a:cubicBezTo>
                  <a:cubicBezTo>
                    <a:pt x="10018" y="1403"/>
                    <a:pt x="8615" y="1"/>
                    <a:pt x="68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cxnSp>
        <p:nvCxnSpPr>
          <p:cNvPr id="1178" name="Google Shape;1178;p44"/>
          <p:cNvCxnSpPr>
            <a:stCxn id="1151" idx="1"/>
          </p:cNvCxnSpPr>
          <p:nvPr/>
        </p:nvCxnSpPr>
        <p:spPr>
          <a:xfrm flipH="1">
            <a:off x="1746250" y="1466742"/>
            <a:ext cx="2508300" cy="5520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179" name="Google Shape;1179;p44"/>
          <p:cNvCxnSpPr>
            <a:stCxn id="1158" idx="1"/>
          </p:cNvCxnSpPr>
          <p:nvPr/>
        </p:nvCxnSpPr>
        <p:spPr>
          <a:xfrm flipH="1">
            <a:off x="2552950" y="2647942"/>
            <a:ext cx="1701600" cy="183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180" name="Google Shape;1180;p44"/>
          <p:cNvCxnSpPr>
            <a:stCxn id="1159" idx="1"/>
            <a:endCxn id="1146" idx="3"/>
          </p:cNvCxnSpPr>
          <p:nvPr/>
        </p:nvCxnSpPr>
        <p:spPr>
          <a:xfrm flipH="1">
            <a:off x="3342250" y="3829142"/>
            <a:ext cx="912300" cy="249000"/>
          </a:xfrm>
          <a:prstGeom prst="bentConnector3">
            <a:avLst>
              <a:gd name="adj1" fmla="val 49996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E53F52A-3DAC-30BA-8629-DF911C76573B}"/>
              </a:ext>
            </a:extLst>
          </p:cNvPr>
          <p:cNvSpPr txBox="1"/>
          <p:nvPr/>
        </p:nvSpPr>
        <p:spPr>
          <a:xfrm>
            <a:off x="818864" y="511791"/>
            <a:ext cx="361665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b="1">
                <a:solidFill>
                  <a:schemeClr val="tx1"/>
                </a:solidFill>
              </a:rPr>
              <a:t>ОБЗОР РЫНКА ТРУДА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2026-08-03T14:31:52.561</cp:lastPrinted>
  <dcterms:created xsi:type="dcterms:W3CDTF">2026-08-03T14:31:52Z</dcterms:created>
  <dcterms:modified xsi:type="dcterms:W3CDTF">2026-08-03T14:31:52Z</dcterms:modified>
</cp:coreProperties>
</file>