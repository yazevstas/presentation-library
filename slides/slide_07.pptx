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8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867"/>
        <p:cNvGrpSpPr/>
        <p:nvPr/>
      </p:nvGrpSpPr>
      <p:grpSpPr>
        <a:xfrm>
          <a:off x="0" y="0"/>
          <a:ext cx="0" cy="0"/>
        </a:xfrm>
      </p:grpSpPr>
      <p:sp>
        <p:nvSpPr>
          <p:cNvPr id="868" name="Google Shape;868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hyperlink" Target="https://bit.ly/3A1uf1Q" TargetMode="External" /><Relationship Id="rId2" Type="http://schemas.openxmlformats.org/officeDocument/2006/relationships/hyperlink" Target="http://bit.ly/2TyoMsr" TargetMode="External" /><Relationship Id="rId3" Type="http://schemas.openxmlformats.org/officeDocument/2006/relationships/hyperlink" Target="http://bit.ly/2TtBDfr" TargetMode="External" /><Relationship Id="rId4" Type="http://schemas.openxmlformats.org/officeDocument/2006/relationships/slideMaster" Target="../slideMasters/slideMaster2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D9B6AA5-01E6-4331-8880-94B7A9141B9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4E79470-DE23-45E4-A7D7-7292C5501EE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EC79DAD-43AF-4B3A-93CF-70244E1A122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42E87D9E-2A81-42AB-AEE7-47852CFEB96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269A20C1-5D67-4CAE-8769-DF7E9DE26FB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E5174622-6347-45D4-AD60-A6BB058E4C7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750C8A4C-9A0D-47D8-8118-604F8B186CD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8914E26-2B30-4173-B168-2BBFF56E96D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A9F14B1D-3A19-444B-8111-4A36120C74F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6F1B4D4-EA54-4916-8E46-F9C6914E689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FAB2467-DEC6-4D57-A240-82F9B5AE06B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36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 flipH="1"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SzPts val="6000"/>
              <a:buNone/>
              <a:defRPr sz="60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7000"/>
              <a:buNone/>
              <a:defRPr sz="70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2pPr>
            <a:lvl3pPr lvl="2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3pPr>
            <a:lvl4pPr lvl="3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4pPr>
            <a:lvl5pPr lvl="4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5pPr>
            <a:lvl6pPr lvl="5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6pPr>
            <a:lvl7pPr lvl="6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7pPr>
            <a:lvl8pPr lvl="7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8pPr>
            <a:lvl9pPr lvl="8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 flipH="1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 flipH="1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rect l="l" t="t" r="r" b="b"/>
              <a:pathLst>
                <a:path w="18075" h="65505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/>
              </p:txBody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45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300"/>
              </a:spcBef>
              <a:spcAft>
                <a:spcPct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slideLayout" Target="../slideLayouts/slideLayout23.xml" /><Relationship Id="rId13" Type="http://schemas.openxmlformats.org/officeDocument/2006/relationships/slideLayout" Target="../slideLayouts/slideLayout24.xml" /><Relationship Id="rId14" Type="http://schemas.openxmlformats.org/officeDocument/2006/relationships/slideLayout" Target="../slideLayouts/slideLayout25.xml" /><Relationship Id="rId15" Type="http://schemas.openxmlformats.org/officeDocument/2006/relationships/slideLayout" Target="../slideLayouts/slideLayout26.xml" /><Relationship Id="rId16" Type="http://schemas.openxmlformats.org/officeDocument/2006/relationships/slideLayout" Target="../slideLayouts/slideLayout27.xml" /><Relationship Id="rId17" Type="http://schemas.openxmlformats.org/officeDocument/2006/relationships/slideLayout" Target="../slideLayouts/slideLayout28.xml" /><Relationship Id="rId18" Type="http://schemas.openxmlformats.org/officeDocument/2006/relationships/slideLayout" Target="../slideLayouts/slideLayout29.xml" /><Relationship Id="rId19" Type="http://schemas.openxmlformats.org/officeDocument/2006/relationships/slideLayout" Target="../slideLayouts/slideLayout30.xml" /><Relationship Id="rId2" Type="http://schemas.openxmlformats.org/officeDocument/2006/relationships/slideLayout" Target="../slideLayouts/slideLayout13.xml" /><Relationship Id="rId20" Type="http://schemas.openxmlformats.org/officeDocument/2006/relationships/slideLayout" Target="../slideLayouts/slideLayout31.xml" /><Relationship Id="rId21" Type="http://schemas.openxmlformats.org/officeDocument/2006/relationships/slideLayout" Target="../slideLayouts/slideLayout32.xml" /><Relationship Id="rId22" Type="http://schemas.openxmlformats.org/officeDocument/2006/relationships/slideLayout" Target="../slideLayouts/slideLayout33.xml" /><Relationship Id="rId23" Type="http://schemas.openxmlformats.org/officeDocument/2006/relationships/slideLayout" Target="../slideLayouts/slideLayout34.xml" /><Relationship Id="rId24" Type="http://schemas.openxmlformats.org/officeDocument/2006/relationships/theme" Target="../theme/theme2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870"/>
        <p:cNvGrpSpPr/>
        <p:nvPr/>
      </p:nvGrpSpPr>
      <p:grpSpPr>
        <a:xfrm>
          <a:off x="0" y="0"/>
          <a:ext cx="0" cy="0"/>
        </a:xfrm>
      </p:grpSpPr>
      <p:sp>
        <p:nvSpPr>
          <p:cNvPr id="872" name="Google Shape;872;p37"/>
          <p:cNvSpPr txBox="1">
            <a:spLocks noGrp="1"/>
          </p:cNvSpPr>
          <p:nvPr>
            <p:ph type="title"/>
          </p:nvPr>
        </p:nvSpPr>
        <p:spPr>
          <a:xfrm>
            <a:off x="1022225" y="3024616"/>
            <a:ext cx="3382500" cy="74131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b="1">
                <a:solidFill>
                  <a:srgbClr val="00CADB"/>
                </a:solidFill>
                <a:latin typeface="Arial"/>
                <a:cs typeface="Arial"/>
              </a:rPr>
              <a:t>9h 55m 23s</a:t>
            </a:r>
            <a:endParaRPr lang="ru-RU" b="1">
              <a:solidFill>
                <a:srgbClr val="00CADB"/>
              </a:solidFill>
              <a:latin typeface="Arial"/>
              <a:cs typeface="Arial"/>
            </a:endParaRPr>
          </a:p>
        </p:txBody>
      </p:sp>
      <p:sp>
        <p:nvSpPr>
          <p:cNvPr id="873" name="Google Shape;873;p37"/>
          <p:cNvSpPr txBox="1">
            <a:spLocks noGrp="1"/>
          </p:cNvSpPr>
          <p:nvPr>
            <p:ph type="title" idx="2"/>
          </p:nvPr>
        </p:nvSpPr>
        <p:spPr>
          <a:xfrm>
            <a:off x="3039193" y="1387179"/>
            <a:ext cx="3370677" cy="75313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b="1">
                <a:solidFill>
                  <a:srgbClr val="00CADB"/>
                </a:solidFill>
                <a:latin typeface="Arial"/>
                <a:cs typeface="Arial"/>
              </a:rPr>
              <a:t>333,000</a:t>
            </a:r>
            <a:endParaRPr lang="ru-RU" b="1">
              <a:solidFill>
                <a:srgbClr val="00CADB"/>
              </a:solidFill>
              <a:latin typeface="Arial"/>
              <a:cs typeface="Arial"/>
            </a:endParaRPr>
          </a:p>
        </p:txBody>
      </p:sp>
      <p:sp>
        <p:nvSpPr>
          <p:cNvPr id="875" name="Google Shape;875;p37"/>
          <p:cNvSpPr txBox="1">
            <a:spLocks noGrp="1"/>
          </p:cNvSpPr>
          <p:nvPr>
            <p:ph type="title" idx="4"/>
          </p:nvPr>
        </p:nvSpPr>
        <p:spPr>
          <a:xfrm>
            <a:off x="5036456" y="3024616"/>
            <a:ext cx="3394324" cy="72160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b="1">
                <a:solidFill>
                  <a:srgbClr val="00CADB"/>
                </a:solidFill>
                <a:latin typeface="Arial"/>
                <a:cs typeface="Arial"/>
              </a:rPr>
              <a:t>386,000 km</a:t>
            </a:r>
            <a:endParaRPr lang="ru-RU" b="1">
              <a:solidFill>
                <a:srgbClr val="00CADB"/>
              </a:solidFill>
              <a:latin typeface="Arial"/>
              <a:cs typeface="Arial"/>
            </a:endParaRPr>
          </a:p>
        </p:txBody>
      </p:sp>
      <p:grpSp>
        <p:nvGrpSpPr>
          <p:cNvPr id="877" name="Google Shape;877;p37"/>
          <p:cNvGrpSpPr/>
          <p:nvPr/>
        </p:nvGrpSpPr>
        <p:grpSpPr>
          <a:xfrm>
            <a:off x="6361493" y="-3869887"/>
            <a:ext cx="2394072" cy="6005438"/>
            <a:chOff x="6361493" y="-3627137"/>
            <a:chExt cx="2394072" cy="6005438"/>
          </a:xfrm>
        </p:grpSpPr>
        <p:grpSp>
          <p:nvGrpSpPr>
            <p:cNvPr id="878" name="Google Shape;878;p37"/>
            <p:cNvGrpSpPr/>
            <p:nvPr/>
          </p:nvGrpSpPr>
          <p:grpSpPr>
            <a:xfrm>
              <a:off x="6361493" y="-1981255"/>
              <a:ext cx="681217" cy="3360485"/>
              <a:chOff x="1337800" y="-2525590"/>
              <a:chExt cx="1498167" cy="7390555"/>
            </a:xfrm>
          </p:grpSpPr>
          <p:cxnSp>
            <p:nvCxnSpPr>
              <p:cNvPr id="879" name="Google Shape;879;p37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0" name="Google Shape;880;p37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81" name="Google Shape;881;p37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882" name="Google Shape;882;p37"/>
            <p:cNvSpPr/>
            <p:nvPr/>
          </p:nvSpPr>
          <p:spPr>
            <a:xfrm rot="10800000">
              <a:off x="6784218" y="-3627137"/>
              <a:ext cx="1971347" cy="6005438"/>
            </a:xfrm>
            <a:custGeom>
              <a:rect l="l" t="t" r="r" b="b"/>
              <a:pathLst>
                <a:path w="62917" h="191668" extrusionOk="0">
                  <a:moveTo>
                    <a:pt x="0" y="0"/>
                  </a:moveTo>
                  <a:lnTo>
                    <a:pt x="0" y="21836"/>
                  </a:lnTo>
                  <a:lnTo>
                    <a:pt x="38334" y="60169"/>
                  </a:lnTo>
                  <a:lnTo>
                    <a:pt x="38334" y="81762"/>
                  </a:lnTo>
                  <a:lnTo>
                    <a:pt x="22442" y="97654"/>
                  </a:lnTo>
                  <a:lnTo>
                    <a:pt x="22442" y="116457"/>
                  </a:lnTo>
                  <a:lnTo>
                    <a:pt x="62917" y="139825"/>
                  </a:lnTo>
                  <a:lnTo>
                    <a:pt x="62917" y="19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883" name="Google Shape;883;p37"/>
          <p:cNvSpPr/>
          <p:nvPr/>
        </p:nvSpPr>
        <p:spPr>
          <a:xfrm rot="-5400000">
            <a:off x="2702095" y="1625084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4" name="Google Shape;884;p37"/>
          <p:cNvSpPr/>
          <p:nvPr/>
        </p:nvSpPr>
        <p:spPr>
          <a:xfrm rot="-5400000">
            <a:off x="689075" y="3257734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5" name="Google Shape;885;p37"/>
          <p:cNvSpPr/>
          <p:nvPr/>
        </p:nvSpPr>
        <p:spPr>
          <a:xfrm rot="-5400000">
            <a:off x="4690700" y="3257734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60C366-457E-7E13-CC9B-A21696105AAF}"/>
              </a:ext>
            </a:extLst>
          </p:cNvPr>
          <p:cNvSpPr txBox="1"/>
          <p:nvPr/>
        </p:nvSpPr>
        <p:spPr>
          <a:xfrm>
            <a:off x="1019315" y="3765929"/>
            <a:ext cx="3386351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err="1">
                <a:solidFill>
                  <a:schemeClr val="tx1"/>
                </a:solidFill>
              </a:rPr>
              <a:t>Расчетное время доставки одной единицы товара</a:t>
            </a:r>
            <a:endParaRPr lang="ru-RU">
              <a:solidFill>
                <a:schemeClr val="tx1"/>
              </a:solidFill>
            </a:endParaRPr>
          </a:p>
          <a:p>
            <a:pPr algn="l"/>
            <a:endParaRPr lang="ru-RU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6A6BE7-488E-DF95-341F-84A1D02AC846}"/>
              </a:ext>
            </a:extLst>
          </p:cNvPr>
          <p:cNvSpPr txBox="1"/>
          <p:nvPr/>
        </p:nvSpPr>
        <p:spPr>
          <a:xfrm>
            <a:off x="3040890" y="2140992"/>
            <a:ext cx="336502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>
                <a:solidFill>
                  <a:schemeClr val="tx1"/>
                </a:solidFill>
              </a:rPr>
              <a:t>Пользователи купили наш продукт</a:t>
            </a:r>
            <a:endParaRPr lang="ru-RU">
              <a:solidFill>
                <a:schemeClr val="tx1"/>
              </a:solidFill>
            </a:endParaRPr>
          </a:p>
          <a:p>
            <a:pPr algn="l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272855-D415-EA4F-D2FD-6E995F7AB111}"/>
              </a:ext>
            </a:extLst>
          </p:cNvPr>
          <p:cNvSpPr txBox="1"/>
          <p:nvPr/>
        </p:nvSpPr>
        <p:spPr>
          <a:xfrm>
            <a:off x="5028348" y="3757397"/>
            <a:ext cx="3394880" cy="7514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err="1">
                <a:solidFill>
                  <a:schemeClr val="tx1"/>
                </a:solidFill>
              </a:rPr>
              <a:t>Среднее расстояние, пройденное командой логистов</a:t>
            </a:r>
            <a:endParaRPr lang="ru-RU">
              <a:solidFill>
                <a:schemeClr val="tx1"/>
              </a:solidFill>
            </a:endParaRPr>
          </a:p>
          <a:p>
            <a:pPr algn="l"/>
            <a:endParaRPr lang="ru-RU"/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6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9">
      <vt:lpstr>Arial</vt:lpstr>
      <vt:lpstr>Calibri</vt:lpstr>
      <vt:lpstr>Raleway Black</vt:lpstr>
      <vt:lpstr>Raleway</vt:lpstr>
      <vt:lpstr>Hanken Grotesk</vt:lpstr>
      <vt:lpstr>Raleway ExtraBold</vt:lpstr>
      <vt:lpstr>Nunito Light</vt:lpstr>
      <vt:lpstr>Office Theme</vt:lpstr>
      <vt:lpstr>9h 55m 23s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2026-08-03T14:31:48.270</cp:lastPrinted>
  <dcterms:created xsi:type="dcterms:W3CDTF">2026-08-03T14:31:48Z</dcterms:created>
  <dcterms:modified xsi:type="dcterms:W3CDTF">2026-08-03T14:31:48Z</dcterms:modified>
</cp:coreProperties>
</file>