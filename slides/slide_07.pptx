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867"/>
        <p:cNvGrpSpPr/>
        <p:nvPr/>
      </p:nvGrpSpPr>
      <p:grpSpPr>
        <a:xfrm>
          <a:off x="0" y="0"/>
          <a:ext cx="0" cy="0"/>
        </a:xfrm>
      </p:grpSpPr>
      <p:sp>
        <p:nvSpPr>
          <p:cNvPr id="868" name="Google Shape;868;g54dda1946d_4_27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9" name="Google Shape;869;g54dda1946d_4_27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2C239919-1052-4A7C-8895-72B74D2B2BC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9DC2423C-3EC4-46C6-AB90-911047A795E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4FE6619-F0D6-47DA-B2D5-9F0E43C407A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22F7C86-4DEB-4598-85F7-AE72492898E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44CCDBCD-D990-4AD5-9880-B272AC9496D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3C889C0B-0305-4EEE-AA34-4FBE0F19F50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041BDC8C-E6E1-46C2-BE7B-34F8B904C39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897462E-63E3-41C5-BE48-515204FF8EB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D197F4C-3FA7-4748-A2FF-E24BE8953B7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B62425A-C678-40BA-9B95-E9DAA44C6822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AAE51E0-2C9B-4479-B4C6-F27F70BE6BF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9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870"/>
        <p:cNvGrpSpPr/>
        <p:nvPr/>
      </p:nvGrpSpPr>
      <p:grpSpPr>
        <a:xfrm>
          <a:off x="0" y="0"/>
          <a:ext cx="0" cy="0"/>
        </a:xfrm>
      </p:grpSpPr>
      <p:sp>
        <p:nvSpPr>
          <p:cNvPr id="871" name="Google Shape;871;p37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Расчетное время доставки одной единицы товара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2" name="Google Shape;872;p37"/>
          <p:cNvSpPr txBox="1">
            <a:spLocks noGrp="1"/>
          </p:cNvSpPr>
          <p:nvPr>
            <p:ph type="title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9h 55m 23s</a:t>
            </a:r>
            <a:endParaRPr b="1">
              <a:latin typeface="Arial"/>
              <a:cs typeface="Arial"/>
            </a:endParaRPr>
          </a:p>
        </p:txBody>
      </p:sp>
      <p:sp>
        <p:nvSpPr>
          <p:cNvPr id="873" name="Google Shape;873;p37"/>
          <p:cNvSpPr txBox="1">
            <a:spLocks noGrp="1"/>
          </p:cNvSpPr>
          <p:nvPr>
            <p:ph type="title" idx="2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333,000</a:t>
            </a:r>
            <a:endParaRPr b="1">
              <a:latin typeface="Arial"/>
              <a:cs typeface="Arial"/>
            </a:endParaRPr>
          </a:p>
        </p:txBody>
      </p:sp>
      <p:sp>
        <p:nvSpPr>
          <p:cNvPr id="874" name="Google Shape;874;p37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>
                <a:latin typeface="Arial"/>
                <a:cs typeface="Arial"/>
              </a:rPr>
              <a:t>Пользователи купили наш продукт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875" name="Google Shape;875;p37"/>
          <p:cNvSpPr txBox="1">
            <a:spLocks noGrp="1"/>
          </p:cNvSpPr>
          <p:nvPr>
            <p:ph type="title" idx="4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b="1">
                <a:latin typeface="Arial"/>
                <a:cs typeface="Arial"/>
              </a:rPr>
              <a:t>386,000 km</a:t>
            </a:r>
            <a:endParaRPr b="1">
              <a:latin typeface="Arial"/>
              <a:cs typeface="Arial"/>
            </a:endParaRPr>
          </a:p>
        </p:txBody>
      </p:sp>
      <p:sp>
        <p:nvSpPr>
          <p:cNvPr id="876" name="Google Shape;876;p37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" err="1">
                <a:latin typeface="Arial"/>
                <a:cs typeface="Arial"/>
              </a:rPr>
              <a:t>Среднее расстояние, пройденное командой логистов</a:t>
            </a:r>
            <a:endParaRPr lang="ru-RU">
              <a:latin typeface="Arial"/>
              <a:cs typeface="Arial"/>
            </a:endParaRPr>
          </a:p>
          <a:p>
            <a:pPr marL="0" indent="0"/>
            <a:endParaRPr lang="en"/>
          </a:p>
        </p:txBody>
      </p:sp>
      <p:grpSp>
        <p:nvGrpSpPr>
          <p:cNvPr id="877" name="Google Shape;877;p37"/>
          <p:cNvGrpSpPr/>
          <p:nvPr/>
        </p:nvGrpSpPr>
        <p:grpSpPr>
          <a:xfrm>
            <a:off x="6361493" y="-3869887"/>
            <a:ext cx="2394072" cy="6005438"/>
            <a:chOff x="6361493" y="-3627137"/>
            <a:chExt cx="2394072" cy="6005438"/>
          </a:xfrm>
        </p:grpSpPr>
        <p:grpSp>
          <p:nvGrpSpPr>
            <p:cNvPr id="878" name="Google Shape;878;p37"/>
            <p:cNvGrpSpPr/>
            <p:nvPr/>
          </p:nvGrpSpPr>
          <p:grpSpPr>
            <a:xfrm>
              <a:off x="6361493" y="-1981255"/>
              <a:ext cx="681217" cy="3360485"/>
              <a:chOff x="1337800" y="-2525590"/>
              <a:chExt cx="1498167" cy="7390555"/>
            </a:xfrm>
          </p:grpSpPr>
          <p:cxnSp>
            <p:nvCxnSpPr>
              <p:cNvPr id="879" name="Google Shape;879;p37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80" name="Google Shape;880;p37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81" name="Google Shape;881;p37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82" name="Google Shape;882;p37"/>
            <p:cNvSpPr/>
            <p:nvPr/>
          </p:nvSpPr>
          <p:spPr>
            <a:xfrm rot="10800000">
              <a:off x="6784218" y="-3627137"/>
              <a:ext cx="1971347" cy="6005438"/>
            </a:xfrm>
            <a:custGeom>
              <a:rect l="l" t="t" r="r" b="b"/>
              <a:pathLst>
                <a:path w="62917" h="191668" extrusionOk="0">
                  <a:moveTo>
                    <a:pt x="0" y="0"/>
                  </a:moveTo>
                  <a:lnTo>
                    <a:pt x="0" y="21836"/>
                  </a:lnTo>
                  <a:lnTo>
                    <a:pt x="38334" y="60169"/>
                  </a:lnTo>
                  <a:lnTo>
                    <a:pt x="38334" y="81762"/>
                  </a:lnTo>
                  <a:lnTo>
                    <a:pt x="22442" y="97654"/>
                  </a:lnTo>
                  <a:lnTo>
                    <a:pt x="22442" y="116457"/>
                  </a:lnTo>
                  <a:lnTo>
                    <a:pt x="62917" y="139825"/>
                  </a:lnTo>
                  <a:lnTo>
                    <a:pt x="62917" y="19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883" name="Google Shape;883;p37"/>
          <p:cNvSpPr/>
          <p:nvPr/>
        </p:nvSpPr>
        <p:spPr>
          <a:xfrm rot="-5400000">
            <a:off x="2702095" y="162508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4" name="Google Shape;884;p37"/>
          <p:cNvSpPr/>
          <p:nvPr/>
        </p:nvSpPr>
        <p:spPr>
          <a:xfrm rot="-5400000">
            <a:off x="689075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sp>
        <p:nvSpPr>
          <p:cNvPr id="885" name="Google Shape;885;p37"/>
          <p:cNvSpPr/>
          <p:nvPr/>
        </p:nvSpPr>
        <p:spPr>
          <a:xfrm rot="-5400000">
            <a:off x="4690700" y="3257734"/>
            <a:ext cx="357300" cy="309016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6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9h 55m 23s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2026-07-13T08:41:46.556</cp:lastPrinted>
  <dcterms:created xsi:type="dcterms:W3CDTF">2026-07-13T15:41:46Z</dcterms:created>
  <dcterms:modified xsi:type="dcterms:W3CDTF">2026-07-13T15:41:46Z</dcterms:modified>
</cp:coreProperties>
</file>