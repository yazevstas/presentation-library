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67"/>
        <p:cNvGrpSpPr/>
        <p:nvPr/>
      </p:nvGrpSpPr>
      <p:grpSpPr>
        <a:xfrm>
          <a:off x="0" y="0"/>
          <a:ext cx="0" cy="0"/>
        </a:xfrm>
      </p:grpSpPr>
      <p:sp>
        <p:nvSpPr>
          <p:cNvPr id="868" name="Google Shape;868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3E46F48-9DEB-4103-B5E2-42D6CE4451F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79EE39-D315-4E35-A05E-9AE303FE7AA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A406868-8851-4E4A-B979-87E0B6F021D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BC01F24-E5A0-4FF3-A2CD-0A56EE7A31C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D6C2875-BC34-4800-B99C-E6B2433054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9FF2410-74B7-4D56-A2AB-C711BA9BA53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5690D33-7CD2-4B92-9B06-B681F533C12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DA77ED0-ECB2-41AA-B722-F8D992ADFDD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F8058E6-1180-47A8-A94B-9B400B47664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65EA636-8353-4FAC-B117-3C24FE90774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65CE0EF-9967-4FBC-812B-B400EFFE943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70"/>
        <p:cNvGrpSpPr/>
        <p:nvPr/>
      </p:nvGrpSpPr>
      <p:grpSpPr>
        <a:xfrm>
          <a:off x="0" y="0"/>
          <a:ext cx="0" cy="0"/>
        </a:xfrm>
      </p:grpSpPr>
      <p:sp>
        <p:nvSpPr>
          <p:cNvPr id="871" name="Google Shape;871;p37"/>
          <p:cNvSpPr txBox="1">
            <a:spLocks noGrp="1"/>
          </p:cNvSpPr>
          <p:nvPr>
            <p:ph type="subTitle" idx="1"/>
          </p:nvPr>
        </p:nvSpPr>
        <p:spPr>
          <a:xfrm>
            <a:off x="1022225" y="3763798"/>
            <a:ext cx="3386441" cy="3588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Расчетное время доставки одной единицы товара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72" name="Google Shape;872;p37"/>
          <p:cNvSpPr txBox="1">
            <a:spLocks noGrp="1"/>
          </p:cNvSpPr>
          <p:nvPr>
            <p:ph type="title"/>
          </p:nvPr>
        </p:nvSpPr>
        <p:spPr>
          <a:xfrm>
            <a:off x="1022225" y="3024616"/>
            <a:ext cx="3382500" cy="74131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solidFill>
                  <a:srgbClr val="00CADB"/>
                </a:solidFill>
                <a:latin typeface="Arial"/>
                <a:cs typeface="Arial"/>
              </a:rPr>
              <a:t>9h 55m 23s</a:t>
            </a:r>
            <a:endParaRPr lang="ru-RU" b="1">
              <a:solidFill>
                <a:srgbClr val="00CADB"/>
              </a:solidFill>
              <a:latin typeface="Arial"/>
              <a:cs typeface="Arial"/>
            </a:endParaRPr>
          </a:p>
        </p:txBody>
      </p:sp>
      <p:sp>
        <p:nvSpPr>
          <p:cNvPr id="873" name="Google Shape;873;p37"/>
          <p:cNvSpPr txBox="1">
            <a:spLocks noGrp="1"/>
          </p:cNvSpPr>
          <p:nvPr>
            <p:ph type="title" idx="2"/>
          </p:nvPr>
        </p:nvSpPr>
        <p:spPr>
          <a:xfrm>
            <a:off x="3039193" y="1387179"/>
            <a:ext cx="3370677" cy="75313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solidFill>
                  <a:srgbClr val="00CADB"/>
                </a:solidFill>
                <a:latin typeface="Arial"/>
                <a:cs typeface="Arial"/>
              </a:rPr>
              <a:t>333,000</a:t>
            </a:r>
            <a:endParaRPr lang="ru-RU" b="1">
              <a:solidFill>
                <a:srgbClr val="00CADB"/>
              </a:solidFill>
              <a:latin typeface="Arial"/>
              <a:cs typeface="Arial"/>
            </a:endParaRPr>
          </a:p>
        </p:txBody>
      </p:sp>
      <p:sp>
        <p:nvSpPr>
          <p:cNvPr id="874" name="Google Shape;874;p37"/>
          <p:cNvSpPr txBox="1">
            <a:spLocks noGrp="1"/>
          </p:cNvSpPr>
          <p:nvPr>
            <p:ph type="subTitle" idx="3"/>
          </p:nvPr>
        </p:nvSpPr>
        <p:spPr>
          <a:xfrm>
            <a:off x="3035252" y="2138472"/>
            <a:ext cx="3366735" cy="339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Пользователи купили наш продукт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75" name="Google Shape;875;p37"/>
          <p:cNvSpPr txBox="1">
            <a:spLocks noGrp="1"/>
          </p:cNvSpPr>
          <p:nvPr>
            <p:ph type="title" idx="4"/>
          </p:nvPr>
        </p:nvSpPr>
        <p:spPr>
          <a:xfrm>
            <a:off x="5036456" y="3024616"/>
            <a:ext cx="3394324" cy="7216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solidFill>
                  <a:srgbClr val="00CADB"/>
                </a:solidFill>
                <a:latin typeface="Arial"/>
                <a:cs typeface="Arial"/>
              </a:rPr>
              <a:t>386,000 km</a:t>
            </a:r>
            <a:endParaRPr lang="ru-RU" b="1">
              <a:solidFill>
                <a:srgbClr val="00CADB"/>
              </a:solidFill>
              <a:latin typeface="Arial"/>
              <a:cs typeface="Arial"/>
            </a:endParaRPr>
          </a:p>
        </p:txBody>
      </p:sp>
      <p:sp>
        <p:nvSpPr>
          <p:cNvPr id="876" name="Google Shape;876;p37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Среднее расстояние, пройденное командой логистов</a:t>
            </a:r>
            <a:endParaRPr lang="ru-RU">
              <a:latin typeface="Arial"/>
              <a:cs typeface="Arial"/>
            </a:endParaRPr>
          </a:p>
          <a:p>
            <a:pPr marL="0" indent="0"/>
            <a:endParaRPr lang="en"/>
          </a:p>
        </p:txBody>
      </p:sp>
      <p:grpSp>
        <p:nvGrpSpPr>
          <p:cNvPr id="877" name="Google Shape;877;p37"/>
          <p:cNvGrpSpPr/>
          <p:nvPr/>
        </p:nvGrpSpPr>
        <p:grpSpPr>
          <a:xfrm>
            <a:off x="6361493" y="-3869887"/>
            <a:ext cx="2394072" cy="6005438"/>
            <a:chOff x="6361493" y="-3627137"/>
            <a:chExt cx="2394072" cy="6005438"/>
          </a:xfrm>
        </p:grpSpPr>
        <p:grpSp>
          <p:nvGrpSpPr>
            <p:cNvPr id="878" name="Google Shape;878;p37"/>
            <p:cNvGrpSpPr/>
            <p:nvPr/>
          </p:nvGrpSpPr>
          <p:grpSpPr>
            <a:xfrm>
              <a:off x="6361493" y="-1981255"/>
              <a:ext cx="681217" cy="3360485"/>
              <a:chOff x="1337800" y="-2525590"/>
              <a:chExt cx="1498167" cy="7390555"/>
            </a:xfrm>
          </p:grpSpPr>
          <p:cxnSp>
            <p:nvCxnSpPr>
              <p:cNvPr id="879" name="Google Shape;879;p37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0" name="Google Shape;880;p37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1" name="Google Shape;881;p37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2" name="Google Shape;882;p37"/>
            <p:cNvSpPr/>
            <p:nvPr/>
          </p:nvSpPr>
          <p:spPr>
            <a:xfrm rot="10800000">
              <a:off x="6784218" y="-3627137"/>
              <a:ext cx="1971347" cy="6005438"/>
            </a:xfrm>
            <a:custGeom>
              <a:rect l="l" t="t" r="r" b="b"/>
              <a:pathLst>
                <a:path w="62917" h="191668" extrusionOk="0">
                  <a:moveTo>
                    <a:pt x="0" y="0"/>
                  </a:moveTo>
                  <a:lnTo>
                    <a:pt x="0" y="21836"/>
                  </a:lnTo>
                  <a:lnTo>
                    <a:pt x="38334" y="60169"/>
                  </a:lnTo>
                  <a:lnTo>
                    <a:pt x="38334" y="81762"/>
                  </a:lnTo>
                  <a:lnTo>
                    <a:pt x="22442" y="97654"/>
                  </a:lnTo>
                  <a:lnTo>
                    <a:pt x="22442" y="116457"/>
                  </a:lnTo>
                  <a:lnTo>
                    <a:pt x="62917" y="139825"/>
                  </a:lnTo>
                  <a:lnTo>
                    <a:pt x="62917" y="19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883" name="Google Shape;883;p37"/>
          <p:cNvSpPr/>
          <p:nvPr/>
        </p:nvSpPr>
        <p:spPr>
          <a:xfrm rot="-5400000">
            <a:off x="2702095" y="162508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4" name="Google Shape;884;p37"/>
          <p:cNvSpPr/>
          <p:nvPr/>
        </p:nvSpPr>
        <p:spPr>
          <a:xfrm rot="-5400000">
            <a:off x="689075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5" name="Google Shape;885;p37"/>
          <p:cNvSpPr/>
          <p:nvPr/>
        </p:nvSpPr>
        <p:spPr>
          <a:xfrm rot="-5400000">
            <a:off x="4690700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6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9h 55m 23s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2026-08-02T20:29:36.345</cp:lastPrinted>
  <dcterms:created xsi:type="dcterms:W3CDTF">2026-08-02T20:29:36Z</dcterms:created>
  <dcterms:modified xsi:type="dcterms:W3CDTF">2026-08-02T20:29:36Z</dcterms:modified>
</cp:coreProperties>
</file>