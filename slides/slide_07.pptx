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67"/>
        <p:cNvGrpSpPr/>
        <p:nvPr/>
      </p:nvGrpSpPr>
      <p:grpSpPr>
        <a:xfrm>
          <a:off x="0" y="0"/>
          <a:ext cx="0" cy="0"/>
        </a:xfrm>
      </p:grpSpPr>
      <p:sp>
        <p:nvSpPr>
          <p:cNvPr id="868" name="Google Shape;868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6E41BE4-968E-4F95-846F-E82FE100BF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FE11424-F06D-4CB8-AE9F-D1BEE81035F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DCA5E5F-2972-4A00-BF30-B03D03EE4DF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5136C5F-69AC-4858-AC96-649CA76CEC6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6251288-4645-46BF-8281-FCE9970450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E3C0713-F3D0-4250-8B9B-8993F9F2E2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72739E8C-24E6-4D67-AE2D-69121C51942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765A43A-7358-41D9-9625-3A3DFCF3CE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7909DF8-8574-4F75-A4E1-23B6C1CF430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6E0B76E-45FE-4518-8FC5-C9BA226CFE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73EA6CD-1B93-4AFC-95DD-9952543416E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70"/>
        <p:cNvGrpSpPr/>
        <p:nvPr/>
      </p:nvGrpSpPr>
      <p:grpSpPr>
        <a:xfrm>
          <a:off x="0" y="0"/>
          <a:ext cx="0" cy="0"/>
        </a:xfrm>
      </p:grpSpPr>
      <p:sp>
        <p:nvSpPr>
          <p:cNvPr id="871" name="Google Shape;871;p37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Расчетное время доставки одной единицы товара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2" name="Google Shape;872;p37"/>
          <p:cNvSpPr txBox="1">
            <a:spLocks noGrp="1"/>
          </p:cNvSpPr>
          <p:nvPr>
            <p:ph type="title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9h 55m 23s</a:t>
            </a:r>
            <a:endParaRPr b="1">
              <a:latin typeface="Arial"/>
              <a:cs typeface="Arial"/>
            </a:endParaRPr>
          </a:p>
        </p:txBody>
      </p:sp>
      <p:sp>
        <p:nvSpPr>
          <p:cNvPr id="873" name="Google Shape;873;p37"/>
          <p:cNvSpPr txBox="1">
            <a:spLocks noGrp="1"/>
          </p:cNvSpPr>
          <p:nvPr>
            <p:ph type="title" idx="2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333,000</a:t>
            </a:r>
            <a:endParaRPr b="1">
              <a:latin typeface="Arial"/>
              <a:cs typeface="Arial"/>
            </a:endParaRPr>
          </a:p>
        </p:txBody>
      </p:sp>
      <p:sp>
        <p:nvSpPr>
          <p:cNvPr id="874" name="Google Shape;874;p37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Пользователи купили наш продукт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5" name="Google Shape;875;p37"/>
          <p:cNvSpPr txBox="1">
            <a:spLocks noGrp="1"/>
          </p:cNvSpPr>
          <p:nvPr>
            <p:ph type="title" idx="4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386,000 km</a:t>
            </a:r>
            <a:endParaRPr b="1">
              <a:latin typeface="Arial"/>
              <a:cs typeface="Arial"/>
            </a:endParaRPr>
          </a:p>
        </p:txBody>
      </p:sp>
      <p:sp>
        <p:nvSpPr>
          <p:cNvPr id="876" name="Google Shape;876;p37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Среднее расстояние, пройденное командой логистов</a:t>
            </a:r>
            <a:endParaRPr lang="ru-RU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grpSp>
        <p:nvGrpSpPr>
          <p:cNvPr id="877" name="Google Shape;877;p37"/>
          <p:cNvGrpSpPr/>
          <p:nvPr/>
        </p:nvGrpSpPr>
        <p:grpSpPr>
          <a:xfrm>
            <a:off x="6361493" y="-3869887"/>
            <a:ext cx="2394072" cy="6005438"/>
            <a:chOff x="6361493" y="-3627137"/>
            <a:chExt cx="2394072" cy="6005438"/>
          </a:xfrm>
        </p:grpSpPr>
        <p:grpSp>
          <p:nvGrpSpPr>
            <p:cNvPr id="878" name="Google Shape;878;p37"/>
            <p:cNvGrpSpPr/>
            <p:nvPr/>
          </p:nvGrpSpPr>
          <p:grpSpPr>
            <a:xfrm>
              <a:off x="6361493" y="-1981255"/>
              <a:ext cx="681217" cy="3360485"/>
              <a:chOff x="1337800" y="-2525590"/>
              <a:chExt cx="1498167" cy="7390555"/>
            </a:xfrm>
          </p:grpSpPr>
          <p:cxnSp>
            <p:nvCxnSpPr>
              <p:cNvPr id="879" name="Google Shape;879;p37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0" name="Google Shape;880;p37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1" name="Google Shape;881;p37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2" name="Google Shape;882;p37"/>
            <p:cNvSpPr/>
            <p:nvPr/>
          </p:nvSpPr>
          <p:spPr>
            <a:xfrm rot="10800000">
              <a:off x="6784218" y="-3627137"/>
              <a:ext cx="1971347" cy="6005438"/>
            </a:xfrm>
            <a:custGeom>
              <a:rect l="l" t="t" r="r" b="b"/>
              <a:pathLst>
                <a:path w="62917" h="191668" extrusionOk="0">
                  <a:moveTo>
                    <a:pt x="0" y="0"/>
                  </a:moveTo>
                  <a:lnTo>
                    <a:pt x="0" y="21836"/>
                  </a:lnTo>
                  <a:lnTo>
                    <a:pt x="38334" y="60169"/>
                  </a:lnTo>
                  <a:lnTo>
                    <a:pt x="38334" y="81762"/>
                  </a:lnTo>
                  <a:lnTo>
                    <a:pt x="22442" y="97654"/>
                  </a:lnTo>
                  <a:lnTo>
                    <a:pt x="22442" y="116457"/>
                  </a:lnTo>
                  <a:lnTo>
                    <a:pt x="62917" y="139825"/>
                  </a:lnTo>
                  <a:lnTo>
                    <a:pt x="62917" y="19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883" name="Google Shape;883;p37"/>
          <p:cNvSpPr/>
          <p:nvPr/>
        </p:nvSpPr>
        <p:spPr>
          <a:xfrm rot="-5400000">
            <a:off x="2702095" y="162508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4" name="Google Shape;884;p37"/>
          <p:cNvSpPr/>
          <p:nvPr/>
        </p:nvSpPr>
        <p:spPr>
          <a:xfrm rot="-5400000">
            <a:off x="689075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5" name="Google Shape;885;p37"/>
          <p:cNvSpPr/>
          <p:nvPr/>
        </p:nvSpPr>
        <p:spPr>
          <a:xfrm rot="-5400000">
            <a:off x="4690700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6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9h 55m 23s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2026-07-14T10:08:19.769</cp:lastPrinted>
  <dcterms:created xsi:type="dcterms:W3CDTF">2026-07-14T17:08:19Z</dcterms:created>
  <dcterms:modified xsi:type="dcterms:W3CDTF">2026-07-14T17:08:20Z</dcterms:modified>
</cp:coreProperties>
</file>